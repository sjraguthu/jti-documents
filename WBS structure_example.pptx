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4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5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66" r:id="rId6"/>
    <p:sldId id="262" r:id="rId7"/>
    <p:sldId id="267" r:id="rId8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60B0B0-3DAA-46B9-8032-E5428286FB75}" type="doc">
      <dgm:prSet loTypeId="urn:microsoft.com/office/officeart/2009/3/layout/HorizontalOrganizationChart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BF7E72C-4E0F-446F-92D3-016CE536F037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Media (Phase One)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14.7MM</a:t>
          </a:r>
        </a:p>
      </dgm:t>
    </dgm:pt>
    <dgm:pt modelId="{AC509E5B-B2B8-4EF3-8492-5E63E990A724}" type="parTrans" cxnId="{294F8204-6EBA-4E7D-AAA4-ECD60E400FF6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3E0D8D96-629F-49A4-A7E6-1E006CBB63F8}" type="sibTrans" cxnId="{294F8204-6EBA-4E7D-AAA4-ECD60E400FF6}">
      <dgm:prSet/>
      <dgm:spPr/>
      <dgm:t>
        <a:bodyPr/>
        <a:lstStyle/>
        <a:p>
          <a:endParaRPr lang="en-US"/>
        </a:p>
      </dgm:t>
    </dgm:pt>
    <dgm:pt modelId="{0D1606AA-DAF8-4801-8DC2-01500766639D}">
      <dgm:prSet phldrT="[Text]" custT="1"/>
      <dgm:spPr>
        <a:ln w="38100">
          <a:solidFill>
            <a:srgbClr val="66FFFF"/>
          </a:solidFill>
        </a:ln>
      </dgm:spPr>
      <dgm:t>
        <a:bodyPr/>
        <a:lstStyle/>
        <a:p>
          <a:r>
            <a:rPr lang="en-US" sz="900" b="1" dirty="0"/>
            <a:t>OOH (Rent, Installation)</a:t>
          </a:r>
        </a:p>
        <a:p>
          <a:r>
            <a:rPr lang="en-US" sz="900" dirty="0"/>
            <a:t>12.3MM</a:t>
          </a:r>
        </a:p>
      </dgm:t>
    </dgm:pt>
    <dgm:pt modelId="{BAF8CEF6-BB86-4CF5-B8FE-E22AE83CABC0}" type="parTrans" cxnId="{ACD83304-461E-4942-B8CF-438B8B1F6455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3EA048EA-AE91-4042-8157-4A8579BA32F7}" type="sibTrans" cxnId="{ACD83304-461E-4942-B8CF-438B8B1F6455}">
      <dgm:prSet/>
      <dgm:spPr/>
      <dgm:t>
        <a:bodyPr/>
        <a:lstStyle/>
        <a:p>
          <a:endParaRPr lang="en-US"/>
        </a:p>
      </dgm:t>
    </dgm:pt>
    <dgm:pt modelId="{D66E83B1-67E2-4C2F-8EC3-C11C2F07DEEA}">
      <dgm:prSet phldrT="[Text]" custT="1"/>
      <dgm:spPr>
        <a:solidFill>
          <a:srgbClr val="70AD47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DTC (Phase Two)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12.4MM</a:t>
          </a:r>
        </a:p>
      </dgm:t>
    </dgm:pt>
    <dgm:pt modelId="{879B6BE7-ED29-4466-9351-5235B00AA0CC}" type="parTrans" cxnId="{2A04482C-CB96-4379-83ED-3205C5CBF936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540B6B90-E521-4974-8846-4FAD84894D60}" type="sibTrans" cxnId="{2A04482C-CB96-4379-83ED-3205C5CBF936}">
      <dgm:prSet/>
      <dgm:spPr/>
      <dgm:t>
        <a:bodyPr/>
        <a:lstStyle/>
        <a:p>
          <a:endParaRPr lang="en-US"/>
        </a:p>
      </dgm:t>
    </dgm:pt>
    <dgm:pt modelId="{256A0552-4669-4D13-9F68-B01360B524C9}">
      <dgm:prSet phldrT="[Text]" custT="1"/>
      <dgm:spPr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Dialogue Marketing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1.2MM</a:t>
          </a:r>
        </a:p>
      </dgm:t>
    </dgm:pt>
    <dgm:pt modelId="{9B046E6E-4B40-4F5E-9209-193474064AE1}" type="parTrans" cxnId="{25EB05D9-19A4-44D9-9705-374A420B6C31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63976616-C7D4-4B94-924E-74BBD7DEF54C}" type="sibTrans" cxnId="{25EB05D9-19A4-44D9-9705-374A420B6C31}">
      <dgm:prSet/>
      <dgm:spPr/>
      <dgm:t>
        <a:bodyPr/>
        <a:lstStyle/>
        <a:p>
          <a:endParaRPr lang="en-US"/>
        </a:p>
      </dgm:t>
    </dgm:pt>
    <dgm:pt modelId="{13163F57-30C0-49CB-B3A6-F5564F375FD9}">
      <dgm:prSet phldrT="[Text]" custT="1"/>
      <dgm:spPr>
        <a:ln w="38100">
          <a:solidFill>
            <a:srgbClr val="66FFFF"/>
          </a:solidFill>
        </a:ln>
      </dgm:spPr>
      <dgm:t>
        <a:bodyPr/>
        <a:lstStyle/>
        <a:p>
          <a:r>
            <a:rPr lang="en-US" sz="900" b="1" dirty="0"/>
            <a:t>Cinema</a:t>
          </a:r>
        </a:p>
        <a:p>
          <a:r>
            <a:rPr lang="en-US" sz="900" dirty="0"/>
            <a:t>0.3MM</a:t>
          </a:r>
        </a:p>
      </dgm:t>
    </dgm:pt>
    <dgm:pt modelId="{0D190A79-AAD5-4495-8251-9384EE37CBEE}" type="parTrans" cxnId="{7F809848-0DFD-41E1-8D55-160FA3E8D233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A7F8AA26-EF20-4774-95D2-40AB1C266AEE}" type="sibTrans" cxnId="{7F809848-0DFD-41E1-8D55-160FA3E8D233}">
      <dgm:prSet/>
      <dgm:spPr/>
      <dgm:t>
        <a:bodyPr/>
        <a:lstStyle/>
        <a:p>
          <a:endParaRPr lang="en-US"/>
        </a:p>
      </dgm:t>
    </dgm:pt>
    <dgm:pt modelId="{D7F194C9-460D-4428-8DAD-27328876CD00}">
      <dgm:prSet phldrT="[Text]" custT="1"/>
      <dgm:spPr/>
      <dgm:t>
        <a:bodyPr/>
        <a:lstStyle/>
        <a:p>
          <a:r>
            <a:rPr lang="en-US" sz="900" b="1" dirty="0"/>
            <a:t>Production Development</a:t>
          </a:r>
        </a:p>
        <a:p>
          <a:r>
            <a:rPr lang="en-US" sz="900" dirty="0"/>
            <a:t>2.1MM</a:t>
          </a:r>
        </a:p>
      </dgm:t>
    </dgm:pt>
    <dgm:pt modelId="{8B8CE38B-7826-4712-8494-ACE0CB55BE79}" type="parTrans" cxnId="{21350117-3201-41BC-AE5E-82CCB370F7BC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1D399934-0D9D-4E61-AAC6-BFA357371B1B}" type="sibTrans" cxnId="{21350117-3201-41BC-AE5E-82CCB370F7BC}">
      <dgm:prSet/>
      <dgm:spPr/>
      <dgm:t>
        <a:bodyPr/>
        <a:lstStyle/>
        <a:p>
          <a:endParaRPr lang="en-US"/>
        </a:p>
      </dgm:t>
    </dgm:pt>
    <dgm:pt modelId="{2D695CF7-0E5C-48DE-87AF-2B6CCA5A7020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OOH Production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0.3MM</a:t>
          </a:r>
        </a:p>
      </dgm:t>
    </dgm:pt>
    <dgm:pt modelId="{737BA34C-FE2D-47D8-8108-5669817E7517}" type="parTrans" cxnId="{2C604FFF-1693-4956-951B-A0E66D710FE9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95965953-C576-496D-B136-A4FEFB640657}" type="sibTrans" cxnId="{2C604FFF-1693-4956-951B-A0E66D710FE9}">
      <dgm:prSet/>
      <dgm:spPr/>
      <dgm:t>
        <a:bodyPr/>
        <a:lstStyle/>
        <a:p>
          <a:endParaRPr lang="en-US"/>
        </a:p>
      </dgm:t>
    </dgm:pt>
    <dgm:pt modelId="{164EDA39-E3FF-4002-B9A1-7AEE0DF5470D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Cinema Production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0.0MM</a:t>
          </a:r>
        </a:p>
      </dgm:t>
    </dgm:pt>
    <dgm:pt modelId="{E9739ECA-D623-449C-A8FD-DF85E33A29E5}" type="parTrans" cxnId="{AE2DD614-50E3-4A4D-BC4F-25672BA6BEC6}">
      <dgm:prSet/>
      <dgm:spPr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BA7DB770-8748-45E0-90E9-B82B9E48B18C}" type="sibTrans" cxnId="{AE2DD614-50E3-4A4D-BC4F-25672BA6BEC6}">
      <dgm:prSet/>
      <dgm:spPr/>
      <dgm:t>
        <a:bodyPr/>
        <a:lstStyle/>
        <a:p>
          <a:endParaRPr lang="en-US"/>
        </a:p>
      </dgm:t>
    </dgm:pt>
    <dgm:pt modelId="{EFA7398E-091E-436D-979D-167544E59635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r>
            <a:rPr lang="en-US" sz="900" b="1" dirty="0"/>
            <a:t>Development Costs</a:t>
          </a:r>
        </a:p>
        <a:p>
          <a:r>
            <a:rPr lang="en-US" sz="900" dirty="0"/>
            <a:t>1.8MM</a:t>
          </a:r>
        </a:p>
      </dgm:t>
    </dgm:pt>
    <dgm:pt modelId="{BD913AE7-3A32-4146-A867-820A7E0D0A33}" type="parTrans" cxnId="{E49D28D4-D4B2-4510-BD9F-13B0185F8DBF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75A64FD6-1637-40DA-A5A7-433102597A4B}" type="sibTrans" cxnId="{E49D28D4-D4B2-4510-BD9F-13B0185F8DBF}">
      <dgm:prSet/>
      <dgm:spPr/>
      <dgm:t>
        <a:bodyPr/>
        <a:lstStyle/>
        <a:p>
          <a:endParaRPr lang="en-US"/>
        </a:p>
      </dgm:t>
    </dgm:pt>
    <dgm:pt modelId="{C4AA59AD-75E5-46CD-B737-F2831A0DCB75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Key Visuals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0.7MM</a:t>
          </a:r>
        </a:p>
      </dgm:t>
    </dgm:pt>
    <dgm:pt modelId="{CCE2885F-FDA8-44E7-B082-F03DFE089616}" type="parTrans" cxnId="{6A603C37-3DF6-49D5-81BB-17F6B9902418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12001BC1-2E81-4D68-BF90-2F59E97B168E}" type="sibTrans" cxnId="{6A603C37-3DF6-49D5-81BB-17F6B9902418}">
      <dgm:prSet/>
      <dgm:spPr/>
      <dgm:t>
        <a:bodyPr/>
        <a:lstStyle/>
        <a:p>
          <a:endParaRPr lang="en-US"/>
        </a:p>
      </dgm:t>
    </dgm:pt>
    <dgm:pt modelId="{137C253F-002D-4F27-A2DF-C4A967AC31A8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Packaging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0.4MM</a:t>
          </a:r>
        </a:p>
      </dgm:t>
    </dgm:pt>
    <dgm:pt modelId="{1D3EC7D7-2119-4F46-A2A8-949036A23D6D}" type="parTrans" cxnId="{1D593FC3-BE07-4A44-8AE2-403B74919F15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65E4AEC3-D71F-464F-A9D0-8E1D85786F09}" type="sibTrans" cxnId="{1D593FC3-BE07-4A44-8AE2-403B74919F15}">
      <dgm:prSet/>
      <dgm:spPr/>
      <dgm:t>
        <a:bodyPr/>
        <a:lstStyle/>
        <a:p>
          <a:endParaRPr lang="en-US"/>
        </a:p>
      </dgm:t>
    </dgm:pt>
    <dgm:pt modelId="{280F6F8A-F89E-46E6-824E-1117E5D777C8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Video Clips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0.3MM</a:t>
          </a:r>
        </a:p>
      </dgm:t>
    </dgm:pt>
    <dgm:pt modelId="{07B7DCD3-1B72-4F4C-92EA-52D87735C562}" type="parTrans" cxnId="{362A52BF-7B0A-4A3C-A6D9-F7F4B5663E42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73DE529E-0CE1-4452-8A97-916F8FEFCE81}" type="sibTrans" cxnId="{362A52BF-7B0A-4A3C-A6D9-F7F4B5663E42}">
      <dgm:prSet/>
      <dgm:spPr/>
      <dgm:t>
        <a:bodyPr/>
        <a:lstStyle/>
        <a:p>
          <a:endParaRPr lang="en-US"/>
        </a:p>
      </dgm:t>
    </dgm:pt>
    <dgm:pt modelId="{06CF80F7-768B-4B4C-9131-7AEFF4CFB6D5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r>
            <a:rPr lang="en-US" sz="900" b="1" dirty="0"/>
            <a:t>Others (incl. Int. Com.)</a:t>
          </a:r>
        </a:p>
        <a:p>
          <a:r>
            <a:rPr lang="en-US" sz="900" dirty="0"/>
            <a:t>0.5MM</a:t>
          </a:r>
        </a:p>
      </dgm:t>
    </dgm:pt>
    <dgm:pt modelId="{A07B75AD-874E-4EC1-B6CB-33EFF3BB8349}" type="parTrans" cxnId="{2AF78998-0761-465F-BB1A-EC900206E177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CE9B9FB3-8D29-4BDE-BCD6-7E6F4DDBF3E9}" type="sibTrans" cxnId="{2AF78998-0761-465F-BB1A-EC900206E177}">
      <dgm:prSet/>
      <dgm:spPr/>
      <dgm:t>
        <a:bodyPr/>
        <a:lstStyle/>
        <a:p>
          <a:endParaRPr lang="en-US"/>
        </a:p>
      </dgm:t>
    </dgm:pt>
    <dgm:pt modelId="{18BA945E-CDA6-4C06-84C9-B5F4819F945E}">
      <dgm:prSet phldrT="[Text]" custT="1"/>
      <dgm:spPr>
        <a:solidFill>
          <a:srgbClr val="70AD47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Retail 1-2-1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3.5MM</a:t>
          </a:r>
        </a:p>
      </dgm:t>
    </dgm:pt>
    <dgm:pt modelId="{3E3340AB-52A1-4B04-B464-189D1D187F92}" type="parTrans" cxnId="{3A9A3643-D838-43A4-8512-6994717FE2AB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C1BDC54D-50A7-4832-BB0C-74F182119F1E}" type="sibTrans" cxnId="{3A9A3643-D838-43A4-8512-6994717FE2AB}">
      <dgm:prSet/>
      <dgm:spPr/>
      <dgm:t>
        <a:bodyPr/>
        <a:lstStyle/>
        <a:p>
          <a:endParaRPr lang="en-US"/>
        </a:p>
      </dgm:t>
    </dgm:pt>
    <dgm:pt modelId="{FABB26F6-0C5C-4B3B-95BA-B9F342A6C48C}">
      <dgm:prSet phldrT="[Text]" custT="1"/>
      <dgm:spPr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Mono-brand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2.4MM</a:t>
          </a:r>
        </a:p>
      </dgm:t>
    </dgm:pt>
    <dgm:pt modelId="{796C241E-9DF7-43AF-9DEB-514D085AB686}" type="parTrans" cxnId="{912909DA-FCBA-4669-BE9C-464A17A141E5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AB5B4973-3BFB-4A3F-9B88-0BB852A62B56}" type="sibTrans" cxnId="{912909DA-FCBA-4669-BE9C-464A17A141E5}">
      <dgm:prSet/>
      <dgm:spPr/>
      <dgm:t>
        <a:bodyPr/>
        <a:lstStyle/>
        <a:p>
          <a:endParaRPr lang="en-US"/>
        </a:p>
      </dgm:t>
    </dgm:pt>
    <dgm:pt modelId="{E958FE96-0700-43F6-97F6-C13F54FEA322}">
      <dgm:prSet phldrT="[Text]" custT="1"/>
      <dgm:spPr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Multi-brand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1.1MM</a:t>
          </a:r>
        </a:p>
      </dgm:t>
    </dgm:pt>
    <dgm:pt modelId="{5D34E1F2-6019-434C-AF2C-EC6D38488BAB}" type="parTrans" cxnId="{13D64F67-F13E-4730-8735-D019E4280ED9}">
      <dgm:prSet/>
      <dgm:spPr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47B68835-B067-4346-AF99-EB63DAA9B806}" type="sibTrans" cxnId="{13D64F67-F13E-4730-8735-D019E4280ED9}">
      <dgm:prSet/>
      <dgm:spPr/>
      <dgm:t>
        <a:bodyPr/>
        <a:lstStyle/>
        <a:p>
          <a:endParaRPr lang="en-US"/>
        </a:p>
      </dgm:t>
    </dgm:pt>
    <dgm:pt modelId="{B87A95AF-52E2-4436-BCA5-A2F2A8A6601A}">
      <dgm:prSet phldrT="[Text]" custT="1"/>
      <dgm:spPr>
        <a:solidFill>
          <a:srgbClr val="70AD47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r>
            <a:rPr lang="en-US" sz="900" b="1" kern="1200" dirty="0"/>
            <a:t>HORECA/</a:t>
          </a: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Festivals</a:t>
          </a:r>
          <a:r>
            <a:rPr lang="en-US" sz="900" b="1" kern="1200" dirty="0"/>
            <a:t>/ Events</a:t>
          </a:r>
        </a:p>
        <a:p>
          <a:r>
            <a:rPr lang="en-US" sz="900" kern="1200" dirty="0"/>
            <a:t>7.6MM</a:t>
          </a:r>
        </a:p>
      </dgm:t>
    </dgm:pt>
    <dgm:pt modelId="{4E38A28B-466F-488C-B72A-0CCE1B384FB6}" type="parTrans" cxnId="{4A0E461D-DFFA-4D6D-9406-CAE34A813590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572F7167-4DDF-4891-AD81-167E04FB25E8}" type="sibTrans" cxnId="{4A0E461D-DFFA-4D6D-9406-CAE34A813590}">
      <dgm:prSet/>
      <dgm:spPr/>
      <dgm:t>
        <a:bodyPr/>
        <a:lstStyle/>
        <a:p>
          <a:endParaRPr lang="en-US"/>
        </a:p>
      </dgm:t>
    </dgm:pt>
    <dgm:pt modelId="{58BA07F5-E148-4F3E-9698-A2F5B6C27CAE}">
      <dgm:prSet phldrT="[Text]" custT="1"/>
      <dgm:spPr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HORECA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0.4MM</a:t>
          </a:r>
        </a:p>
      </dgm:t>
    </dgm:pt>
    <dgm:pt modelId="{EAC86BD9-883E-44CD-82D3-89AEB7B2D8D3}" type="parTrans" cxnId="{F469F6DE-5B98-4D10-9F19-837993C1DC2E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7C3773F9-224B-4F09-BDD6-3500ACB40E1D}" type="sibTrans" cxnId="{F469F6DE-5B98-4D10-9F19-837993C1DC2E}">
      <dgm:prSet/>
      <dgm:spPr/>
      <dgm:t>
        <a:bodyPr/>
        <a:lstStyle/>
        <a:p>
          <a:endParaRPr lang="en-US"/>
        </a:p>
      </dgm:t>
    </dgm:pt>
    <dgm:pt modelId="{8B36C546-F856-4606-A14E-D723CC19ACD1}">
      <dgm:prSet phldrT="[Text]" custT="1"/>
      <dgm:spPr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Festivals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7.2MM</a:t>
          </a:r>
        </a:p>
      </dgm:t>
    </dgm:pt>
    <dgm:pt modelId="{BBD090C1-973C-42AF-9055-3630AC93A408}" type="parTrans" cxnId="{E20991DD-B960-4FB3-A66C-7714C8FDAA0E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A5CB252F-B99C-454B-AB0D-1FDC669ECFD3}" type="sibTrans" cxnId="{E20991DD-B960-4FB3-A66C-7714C8FDAA0E}">
      <dgm:prSet/>
      <dgm:spPr/>
      <dgm:t>
        <a:bodyPr/>
        <a:lstStyle/>
        <a:p>
          <a:endParaRPr lang="en-US"/>
        </a:p>
      </dgm:t>
    </dgm:pt>
    <dgm:pt modelId="{96B803C4-7100-4F0D-906B-A1B671DD16CC}">
      <dgm:prSet phldrT="[Text]" custT="1"/>
      <dgm:spPr/>
      <dgm:t>
        <a:bodyPr/>
        <a:lstStyle/>
        <a:p>
          <a:r>
            <a:rPr lang="en-US" sz="900" b="1" dirty="0"/>
            <a:t>Other (Phase Three)</a:t>
          </a:r>
        </a:p>
        <a:p>
          <a:r>
            <a:rPr lang="en-US" sz="900" dirty="0"/>
            <a:t>1.2MM</a:t>
          </a:r>
        </a:p>
      </dgm:t>
    </dgm:pt>
    <dgm:pt modelId="{8E79E24F-6EAE-467F-AE39-B05CE9AADAAA}" type="parTrans" cxnId="{84E29B81-DB0F-40B3-9529-F03AC55600D7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CFFE43A9-63E1-4834-BEC6-3391F958AEED}" type="sibTrans" cxnId="{84E29B81-DB0F-40B3-9529-F03AC55600D7}">
      <dgm:prSet/>
      <dgm:spPr/>
      <dgm:t>
        <a:bodyPr/>
        <a:lstStyle/>
        <a:p>
          <a:endParaRPr lang="en-US"/>
        </a:p>
      </dgm:t>
    </dgm:pt>
    <dgm:pt modelId="{F27B12A5-C8BB-48BA-A213-FCC4333EDD9F}">
      <dgm:prSet phldrT="[Text]" custT="1"/>
      <dgm:spPr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r>
            <a:rPr lang="en-US" sz="900" b="1" dirty="0"/>
            <a:t>Incremental Promo Cost</a:t>
          </a:r>
        </a:p>
        <a:p>
          <a:r>
            <a:rPr lang="en-US" sz="900" dirty="0"/>
            <a:t>0.1MM</a:t>
          </a:r>
        </a:p>
      </dgm:t>
    </dgm:pt>
    <dgm:pt modelId="{0BA92AC5-3F40-4747-9E5D-BE77917B0737}" type="parTrans" cxnId="{43B83B21-D504-40D6-BD06-A45B091375E2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2FA82258-E004-4937-B07B-C0C952CED0FE}" type="sibTrans" cxnId="{43B83B21-D504-40D6-BD06-A45B091375E2}">
      <dgm:prSet/>
      <dgm:spPr/>
      <dgm:t>
        <a:bodyPr/>
        <a:lstStyle/>
        <a:p>
          <a:endParaRPr lang="en-US"/>
        </a:p>
      </dgm:t>
    </dgm:pt>
    <dgm:pt modelId="{5D28620F-5F36-4633-85CD-2C3C642BC824}">
      <dgm:prSet phldrT="[Text]" custT="1"/>
      <dgm:spPr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One Time Costs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1.1MM</a:t>
          </a:r>
          <a:endParaRPr lang="en-US" sz="8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E48F0B65-F302-49C8-9519-550A40BC513C}" type="parTrans" cxnId="{A16E4285-3F2B-4887-83EF-B42B5DB4A22E}">
      <dgm:prSet/>
      <dgm:spPr>
        <a:solidFill>
          <a:schemeClr val="tx1">
            <a:lumMod val="50000"/>
            <a:lumOff val="50000"/>
          </a:scheme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D9BE448F-3958-4890-AED5-98FF1C7CF1CE}" type="sibTrans" cxnId="{A16E4285-3F2B-4887-83EF-B42B5DB4A22E}">
      <dgm:prSet/>
      <dgm:spPr/>
      <dgm:t>
        <a:bodyPr/>
        <a:lstStyle/>
        <a:p>
          <a:endParaRPr lang="en-US"/>
        </a:p>
      </dgm:t>
    </dgm:pt>
    <dgm:pt modelId="{3B6D6B4F-6DAE-43AF-89BF-862249FCDAF1}">
      <dgm:prSet phldrT="[Text]" custT="1"/>
      <dgm:spPr/>
      <dgm:t>
        <a:bodyPr/>
        <a:lstStyle/>
        <a:p>
          <a:r>
            <a:rPr lang="en-US" sz="900" b="1" dirty="0"/>
            <a:t>Marketing Programs</a:t>
          </a:r>
        </a:p>
        <a:p>
          <a:r>
            <a:rPr lang="en-US" sz="900" dirty="0"/>
            <a:t>28.2MM</a:t>
          </a:r>
        </a:p>
      </dgm:t>
    </dgm:pt>
    <dgm:pt modelId="{940FFA11-5249-4D58-8E66-A1CB18A9D634}" type="parTrans" cxnId="{61BD0382-FDA9-420C-B93D-C584A0170EAE}">
      <dgm:prSet/>
      <dgm:spPr/>
      <dgm:t>
        <a:bodyPr/>
        <a:lstStyle/>
        <a:p>
          <a:endParaRPr lang="en-US"/>
        </a:p>
      </dgm:t>
    </dgm:pt>
    <dgm:pt modelId="{1536CA02-9D29-4C8F-B0E1-9390B1864A72}" type="sibTrans" cxnId="{61BD0382-FDA9-420C-B93D-C584A0170EAE}">
      <dgm:prSet/>
      <dgm:spPr/>
      <dgm:t>
        <a:bodyPr/>
        <a:lstStyle/>
        <a:p>
          <a:endParaRPr lang="en-US"/>
        </a:p>
      </dgm:t>
    </dgm:pt>
    <dgm:pt modelId="{F9ADA109-EA70-44A6-BD0C-84F0744DF8E9}" type="pres">
      <dgm:prSet presAssocID="{5160B0B0-3DAA-46B9-8032-E5428286FB7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0334DD-E28A-47FD-9467-5627072A2D47}" type="pres">
      <dgm:prSet presAssocID="{3B6D6B4F-6DAE-43AF-89BF-862249FCDAF1}" presName="hierRoot1" presStyleCnt="0">
        <dgm:presLayoutVars>
          <dgm:hierBranch val="init"/>
        </dgm:presLayoutVars>
      </dgm:prSet>
      <dgm:spPr/>
    </dgm:pt>
    <dgm:pt modelId="{29510DE1-08C0-474B-908A-21BCCF9D6751}" type="pres">
      <dgm:prSet presAssocID="{3B6D6B4F-6DAE-43AF-89BF-862249FCDAF1}" presName="rootComposite1" presStyleCnt="0"/>
      <dgm:spPr/>
    </dgm:pt>
    <dgm:pt modelId="{C8E210BF-E856-4951-ADFE-EEDE8D9C8141}" type="pres">
      <dgm:prSet presAssocID="{3B6D6B4F-6DAE-43AF-89BF-862249FCDAF1}" presName="rootText1" presStyleLbl="node0" presStyleIdx="0" presStyleCnt="1">
        <dgm:presLayoutVars>
          <dgm:chPref val="3"/>
        </dgm:presLayoutVars>
      </dgm:prSet>
      <dgm:spPr/>
    </dgm:pt>
    <dgm:pt modelId="{579DEEF9-6C25-4EF7-A5F6-130E4701610D}" type="pres">
      <dgm:prSet presAssocID="{3B6D6B4F-6DAE-43AF-89BF-862249FCDAF1}" presName="rootConnector1" presStyleLbl="node1" presStyleIdx="0" presStyleCnt="0"/>
      <dgm:spPr/>
    </dgm:pt>
    <dgm:pt modelId="{4AE3D426-0B39-45FA-8402-B4CC904927EF}" type="pres">
      <dgm:prSet presAssocID="{3B6D6B4F-6DAE-43AF-89BF-862249FCDAF1}" presName="hierChild2" presStyleCnt="0"/>
      <dgm:spPr/>
    </dgm:pt>
    <dgm:pt modelId="{347AB462-9920-4005-9523-427A9FD0D6D4}" type="pres">
      <dgm:prSet presAssocID="{AC509E5B-B2B8-4EF3-8492-5E63E990A724}" presName="Name64" presStyleLbl="parChTrans1D2" presStyleIdx="0" presStyleCnt="3"/>
      <dgm:spPr/>
    </dgm:pt>
    <dgm:pt modelId="{0388BFDB-F9F2-4A77-A61B-C4F00CE9D1A9}" type="pres">
      <dgm:prSet presAssocID="{7BF7E72C-4E0F-446F-92D3-016CE536F037}" presName="hierRoot2" presStyleCnt="0">
        <dgm:presLayoutVars>
          <dgm:hierBranch val="init"/>
        </dgm:presLayoutVars>
      </dgm:prSet>
      <dgm:spPr/>
    </dgm:pt>
    <dgm:pt modelId="{F31F9303-EC05-4FEC-977C-B585BE63A493}" type="pres">
      <dgm:prSet presAssocID="{7BF7E72C-4E0F-446F-92D3-016CE536F037}" presName="rootComposite" presStyleCnt="0"/>
      <dgm:spPr/>
    </dgm:pt>
    <dgm:pt modelId="{26791B1E-B1F7-4B61-97AD-A0B5F38C08F6}" type="pres">
      <dgm:prSet presAssocID="{7BF7E72C-4E0F-446F-92D3-016CE536F037}" presName="rootText" presStyleLbl="node2" presStyleIdx="0" presStyleCnt="3">
        <dgm:presLayoutVars>
          <dgm:chPref val="3"/>
        </dgm:presLayoutVars>
      </dgm:prSet>
      <dgm:spPr>
        <a:xfrm>
          <a:off x="3678332" y="737462"/>
          <a:ext cx="1137063" cy="346804"/>
        </a:xfrm>
        <a:prstGeom prst="rect">
          <a:avLst/>
        </a:prstGeom>
      </dgm:spPr>
    </dgm:pt>
    <dgm:pt modelId="{CFCDC734-2C21-466B-8846-746E870BC8C7}" type="pres">
      <dgm:prSet presAssocID="{7BF7E72C-4E0F-446F-92D3-016CE536F037}" presName="rootConnector" presStyleLbl="node2" presStyleIdx="0" presStyleCnt="3"/>
      <dgm:spPr/>
    </dgm:pt>
    <dgm:pt modelId="{4FCBDE91-677D-4ABD-BCAD-2C6A6D71FD28}" type="pres">
      <dgm:prSet presAssocID="{7BF7E72C-4E0F-446F-92D3-016CE536F037}" presName="hierChild4" presStyleCnt="0"/>
      <dgm:spPr/>
    </dgm:pt>
    <dgm:pt modelId="{A477E907-F5DA-4B60-ADC6-3834BD45A9F0}" type="pres">
      <dgm:prSet presAssocID="{BAF8CEF6-BB86-4CF5-B8FE-E22AE83CABC0}" presName="Name64" presStyleLbl="parChTrans1D3" presStyleIdx="0" presStyleCnt="8"/>
      <dgm:spPr/>
    </dgm:pt>
    <dgm:pt modelId="{621E2FBE-0104-47FD-9925-2F32F9E60C12}" type="pres">
      <dgm:prSet presAssocID="{0D1606AA-DAF8-4801-8DC2-01500766639D}" presName="hierRoot2" presStyleCnt="0">
        <dgm:presLayoutVars>
          <dgm:hierBranch val="init"/>
        </dgm:presLayoutVars>
      </dgm:prSet>
      <dgm:spPr/>
    </dgm:pt>
    <dgm:pt modelId="{C01D45E3-7914-4699-A582-467E9823A57F}" type="pres">
      <dgm:prSet presAssocID="{0D1606AA-DAF8-4801-8DC2-01500766639D}" presName="rootComposite" presStyleCnt="0"/>
      <dgm:spPr/>
    </dgm:pt>
    <dgm:pt modelId="{22D69204-7B34-4DD2-93A5-8B92FB670F1F}" type="pres">
      <dgm:prSet presAssocID="{0D1606AA-DAF8-4801-8DC2-01500766639D}" presName="rootText" presStyleLbl="node3" presStyleIdx="0" presStyleCnt="8" custScaleY="116863">
        <dgm:presLayoutVars>
          <dgm:chPref val="3"/>
        </dgm:presLayoutVars>
      </dgm:prSet>
      <dgm:spPr/>
    </dgm:pt>
    <dgm:pt modelId="{2AB17954-F504-48CB-A045-5470386F7E8D}" type="pres">
      <dgm:prSet presAssocID="{0D1606AA-DAF8-4801-8DC2-01500766639D}" presName="rootConnector" presStyleLbl="node3" presStyleIdx="0" presStyleCnt="8"/>
      <dgm:spPr/>
    </dgm:pt>
    <dgm:pt modelId="{31F19CAC-17B2-46E6-8F4E-7E5A61E4D7F1}" type="pres">
      <dgm:prSet presAssocID="{0D1606AA-DAF8-4801-8DC2-01500766639D}" presName="hierChild4" presStyleCnt="0"/>
      <dgm:spPr/>
    </dgm:pt>
    <dgm:pt modelId="{CC4C8BC8-2B3B-46D8-B37C-DDE222778813}" type="pres">
      <dgm:prSet presAssocID="{0D1606AA-DAF8-4801-8DC2-01500766639D}" presName="hierChild5" presStyleCnt="0"/>
      <dgm:spPr/>
    </dgm:pt>
    <dgm:pt modelId="{A7127B0C-B471-49ED-BE41-FB60BD38191A}" type="pres">
      <dgm:prSet presAssocID="{0D190A79-AAD5-4495-8251-9384EE37CBEE}" presName="Name64" presStyleLbl="parChTrans1D3" presStyleIdx="1" presStyleCnt="8"/>
      <dgm:spPr/>
    </dgm:pt>
    <dgm:pt modelId="{DE7B6635-EA7E-4E56-86B2-209DFD995348}" type="pres">
      <dgm:prSet presAssocID="{13163F57-30C0-49CB-B3A6-F5564F375FD9}" presName="hierRoot2" presStyleCnt="0">
        <dgm:presLayoutVars>
          <dgm:hierBranch val="init"/>
        </dgm:presLayoutVars>
      </dgm:prSet>
      <dgm:spPr/>
    </dgm:pt>
    <dgm:pt modelId="{5577834B-A4A8-4F8E-A9A8-52976861FBAE}" type="pres">
      <dgm:prSet presAssocID="{13163F57-30C0-49CB-B3A6-F5564F375FD9}" presName="rootComposite" presStyleCnt="0"/>
      <dgm:spPr/>
    </dgm:pt>
    <dgm:pt modelId="{9D630D4C-9125-48F5-8B3F-F4B1E36298F3}" type="pres">
      <dgm:prSet presAssocID="{13163F57-30C0-49CB-B3A6-F5564F375FD9}" presName="rootText" presStyleLbl="node3" presStyleIdx="1" presStyleCnt="8">
        <dgm:presLayoutVars>
          <dgm:chPref val="3"/>
        </dgm:presLayoutVars>
      </dgm:prSet>
      <dgm:spPr/>
    </dgm:pt>
    <dgm:pt modelId="{0CEA386C-06A6-4F01-9B98-47730E17DB80}" type="pres">
      <dgm:prSet presAssocID="{13163F57-30C0-49CB-B3A6-F5564F375FD9}" presName="rootConnector" presStyleLbl="node3" presStyleIdx="1" presStyleCnt="8"/>
      <dgm:spPr/>
    </dgm:pt>
    <dgm:pt modelId="{5538811B-E581-4312-8348-FF03485D1214}" type="pres">
      <dgm:prSet presAssocID="{13163F57-30C0-49CB-B3A6-F5564F375FD9}" presName="hierChild4" presStyleCnt="0"/>
      <dgm:spPr/>
    </dgm:pt>
    <dgm:pt modelId="{AF5433D0-9692-4F3A-AED4-92B08617B7F1}" type="pres">
      <dgm:prSet presAssocID="{13163F57-30C0-49CB-B3A6-F5564F375FD9}" presName="hierChild5" presStyleCnt="0"/>
      <dgm:spPr/>
    </dgm:pt>
    <dgm:pt modelId="{E90EA27F-470A-49EF-A43B-E544A980766E}" type="pres">
      <dgm:prSet presAssocID="{8B8CE38B-7826-4712-8494-ACE0CB55BE79}" presName="Name64" presStyleLbl="parChTrans1D3" presStyleIdx="2" presStyleCnt="8"/>
      <dgm:spPr/>
    </dgm:pt>
    <dgm:pt modelId="{2E454904-04C6-453E-A93F-0E8D807ABC60}" type="pres">
      <dgm:prSet presAssocID="{D7F194C9-460D-4428-8DAD-27328876CD00}" presName="hierRoot2" presStyleCnt="0">
        <dgm:presLayoutVars>
          <dgm:hierBranch val="init"/>
        </dgm:presLayoutVars>
      </dgm:prSet>
      <dgm:spPr/>
    </dgm:pt>
    <dgm:pt modelId="{DFA988E2-F9EE-4C0A-A22D-53603DBC53C2}" type="pres">
      <dgm:prSet presAssocID="{D7F194C9-460D-4428-8DAD-27328876CD00}" presName="rootComposite" presStyleCnt="0"/>
      <dgm:spPr/>
    </dgm:pt>
    <dgm:pt modelId="{BE9488E2-9C27-483B-B140-932C121D667B}" type="pres">
      <dgm:prSet presAssocID="{D7F194C9-460D-4428-8DAD-27328876CD00}" presName="rootText" presStyleLbl="node3" presStyleIdx="2" presStyleCnt="8" custScaleY="145383">
        <dgm:presLayoutVars>
          <dgm:chPref val="3"/>
        </dgm:presLayoutVars>
      </dgm:prSet>
      <dgm:spPr/>
    </dgm:pt>
    <dgm:pt modelId="{C6DD4916-BE24-4DAF-983C-FC9F7FC647B6}" type="pres">
      <dgm:prSet presAssocID="{D7F194C9-460D-4428-8DAD-27328876CD00}" presName="rootConnector" presStyleLbl="node3" presStyleIdx="2" presStyleCnt="8"/>
      <dgm:spPr/>
    </dgm:pt>
    <dgm:pt modelId="{C2160779-2E41-45F8-90F5-792F0FF59128}" type="pres">
      <dgm:prSet presAssocID="{D7F194C9-460D-4428-8DAD-27328876CD00}" presName="hierChild4" presStyleCnt="0"/>
      <dgm:spPr/>
    </dgm:pt>
    <dgm:pt modelId="{B6A6C214-CDD7-4FAC-87BE-4BDB97466B78}" type="pres">
      <dgm:prSet presAssocID="{737BA34C-FE2D-47D8-8108-5669817E7517}" presName="Name64" presStyleLbl="parChTrans1D4" presStyleIdx="0" presStyleCnt="11"/>
      <dgm:spPr/>
    </dgm:pt>
    <dgm:pt modelId="{501FE016-40C2-42C7-BDBC-AA7C41AF2497}" type="pres">
      <dgm:prSet presAssocID="{2D695CF7-0E5C-48DE-87AF-2B6CCA5A7020}" presName="hierRoot2" presStyleCnt="0">
        <dgm:presLayoutVars>
          <dgm:hierBranch val="init"/>
        </dgm:presLayoutVars>
      </dgm:prSet>
      <dgm:spPr/>
    </dgm:pt>
    <dgm:pt modelId="{E5344902-A4A2-4A52-85B7-60F2346870C3}" type="pres">
      <dgm:prSet presAssocID="{2D695CF7-0E5C-48DE-87AF-2B6CCA5A7020}" presName="rootComposite" presStyleCnt="0"/>
      <dgm:spPr/>
    </dgm:pt>
    <dgm:pt modelId="{7AD64FD5-B238-4429-BC89-BCC2B76578A1}" type="pres">
      <dgm:prSet presAssocID="{2D695CF7-0E5C-48DE-87AF-2B6CCA5A7020}" presName="rootText" presStyleLbl="node4" presStyleIdx="0" presStyleCnt="11">
        <dgm:presLayoutVars>
          <dgm:chPref val="3"/>
        </dgm:presLayoutVars>
      </dgm:prSet>
      <dgm:spPr>
        <a:xfrm>
          <a:off x="6407285" y="981930"/>
          <a:ext cx="1137063" cy="346804"/>
        </a:xfrm>
        <a:prstGeom prst="rect">
          <a:avLst/>
        </a:prstGeom>
      </dgm:spPr>
    </dgm:pt>
    <dgm:pt modelId="{1A3D357F-6DCA-4C4E-9F61-988ED43AC54D}" type="pres">
      <dgm:prSet presAssocID="{2D695CF7-0E5C-48DE-87AF-2B6CCA5A7020}" presName="rootConnector" presStyleLbl="node4" presStyleIdx="0" presStyleCnt="11"/>
      <dgm:spPr/>
    </dgm:pt>
    <dgm:pt modelId="{4A6944C8-952D-4AA2-8FC1-AE1B191244BC}" type="pres">
      <dgm:prSet presAssocID="{2D695CF7-0E5C-48DE-87AF-2B6CCA5A7020}" presName="hierChild4" presStyleCnt="0"/>
      <dgm:spPr/>
    </dgm:pt>
    <dgm:pt modelId="{8BBD6C36-78EB-4893-8633-C0B64CEE0EE1}" type="pres">
      <dgm:prSet presAssocID="{2D695CF7-0E5C-48DE-87AF-2B6CCA5A7020}" presName="hierChild5" presStyleCnt="0"/>
      <dgm:spPr/>
    </dgm:pt>
    <dgm:pt modelId="{39D89538-BD51-44DB-873F-7A70B69C2E07}" type="pres">
      <dgm:prSet presAssocID="{E9739ECA-D623-449C-A8FD-DF85E33A29E5}" presName="Name64" presStyleLbl="parChTrans1D4" presStyleIdx="1" presStyleCnt="11"/>
      <dgm:spPr/>
    </dgm:pt>
    <dgm:pt modelId="{415197D1-A7E5-496D-8928-63F934DFE223}" type="pres">
      <dgm:prSet presAssocID="{164EDA39-E3FF-4002-B9A1-7AEE0DF5470D}" presName="hierRoot2" presStyleCnt="0">
        <dgm:presLayoutVars>
          <dgm:hierBranch val="init"/>
        </dgm:presLayoutVars>
      </dgm:prSet>
      <dgm:spPr/>
    </dgm:pt>
    <dgm:pt modelId="{340C3546-5A3E-403A-A775-4A381D73BAE3}" type="pres">
      <dgm:prSet presAssocID="{164EDA39-E3FF-4002-B9A1-7AEE0DF5470D}" presName="rootComposite" presStyleCnt="0"/>
      <dgm:spPr/>
    </dgm:pt>
    <dgm:pt modelId="{D2173092-EEAD-49B8-A945-C4EE36765139}" type="pres">
      <dgm:prSet presAssocID="{164EDA39-E3FF-4002-B9A1-7AEE0DF5470D}" presName="rootText" presStyleLbl="node4" presStyleIdx="1" presStyleCnt="11">
        <dgm:presLayoutVars>
          <dgm:chPref val="3"/>
        </dgm:presLayoutVars>
      </dgm:prSet>
      <dgm:spPr>
        <a:xfrm>
          <a:off x="6407285" y="1470868"/>
          <a:ext cx="1137063" cy="346804"/>
        </a:xfrm>
        <a:prstGeom prst="rect">
          <a:avLst/>
        </a:prstGeom>
      </dgm:spPr>
    </dgm:pt>
    <dgm:pt modelId="{21F14E94-2B79-40D3-9F10-FCF220E0394B}" type="pres">
      <dgm:prSet presAssocID="{164EDA39-E3FF-4002-B9A1-7AEE0DF5470D}" presName="rootConnector" presStyleLbl="node4" presStyleIdx="1" presStyleCnt="11"/>
      <dgm:spPr/>
    </dgm:pt>
    <dgm:pt modelId="{F7EED1BA-3E56-49A7-893E-AC7A8B6373FC}" type="pres">
      <dgm:prSet presAssocID="{164EDA39-E3FF-4002-B9A1-7AEE0DF5470D}" presName="hierChild4" presStyleCnt="0"/>
      <dgm:spPr/>
    </dgm:pt>
    <dgm:pt modelId="{C19BA222-7DEC-4D83-B72A-FC02128EF74C}" type="pres">
      <dgm:prSet presAssocID="{164EDA39-E3FF-4002-B9A1-7AEE0DF5470D}" presName="hierChild5" presStyleCnt="0"/>
      <dgm:spPr/>
    </dgm:pt>
    <dgm:pt modelId="{95491267-118B-431C-B6E2-0A3212FF353E}" type="pres">
      <dgm:prSet presAssocID="{BD913AE7-3A32-4146-A867-820A7E0D0A33}" presName="Name64" presStyleLbl="parChTrans1D4" presStyleIdx="2" presStyleCnt="11"/>
      <dgm:spPr/>
    </dgm:pt>
    <dgm:pt modelId="{63B4525C-31FB-43E4-83A0-21C81B4E766C}" type="pres">
      <dgm:prSet presAssocID="{EFA7398E-091E-436D-979D-167544E59635}" presName="hierRoot2" presStyleCnt="0">
        <dgm:presLayoutVars>
          <dgm:hierBranch val="init"/>
        </dgm:presLayoutVars>
      </dgm:prSet>
      <dgm:spPr/>
    </dgm:pt>
    <dgm:pt modelId="{45CD3A4A-4847-401D-AF71-0EA5EB545423}" type="pres">
      <dgm:prSet presAssocID="{EFA7398E-091E-436D-979D-167544E59635}" presName="rootComposite" presStyleCnt="0"/>
      <dgm:spPr/>
    </dgm:pt>
    <dgm:pt modelId="{1603A8D6-D6B6-4F70-BCC8-9E01FF4D4028}" type="pres">
      <dgm:prSet presAssocID="{EFA7398E-091E-436D-979D-167544E59635}" presName="rootText" presStyleLbl="node4" presStyleIdx="2" presStyleCnt="11">
        <dgm:presLayoutVars>
          <dgm:chPref val="3"/>
        </dgm:presLayoutVars>
      </dgm:prSet>
      <dgm:spPr>
        <a:xfrm>
          <a:off x="6407285" y="1959805"/>
          <a:ext cx="1137063" cy="346804"/>
        </a:xfrm>
        <a:prstGeom prst="rect">
          <a:avLst/>
        </a:prstGeom>
      </dgm:spPr>
    </dgm:pt>
    <dgm:pt modelId="{B85774B1-3DBA-4C8C-84FC-1F157C284AC0}" type="pres">
      <dgm:prSet presAssocID="{EFA7398E-091E-436D-979D-167544E59635}" presName="rootConnector" presStyleLbl="node4" presStyleIdx="2" presStyleCnt="11"/>
      <dgm:spPr/>
    </dgm:pt>
    <dgm:pt modelId="{2822AC62-09B8-4996-B256-8B79743D38E7}" type="pres">
      <dgm:prSet presAssocID="{EFA7398E-091E-436D-979D-167544E59635}" presName="hierChild4" presStyleCnt="0"/>
      <dgm:spPr/>
    </dgm:pt>
    <dgm:pt modelId="{410C6F2F-2E7A-4762-B358-B15D816D43BF}" type="pres">
      <dgm:prSet presAssocID="{CCE2885F-FDA8-44E7-B082-F03DFE089616}" presName="Name64" presStyleLbl="parChTrans1D4" presStyleIdx="3" presStyleCnt="11"/>
      <dgm:spPr/>
    </dgm:pt>
    <dgm:pt modelId="{E912EA48-0AA2-42C7-8FDA-63F632FA14EC}" type="pres">
      <dgm:prSet presAssocID="{C4AA59AD-75E5-46CD-B737-F2831A0DCB75}" presName="hierRoot2" presStyleCnt="0">
        <dgm:presLayoutVars>
          <dgm:hierBranch val="init"/>
        </dgm:presLayoutVars>
      </dgm:prSet>
      <dgm:spPr/>
    </dgm:pt>
    <dgm:pt modelId="{6FAECE3E-20C9-4E2F-A1E5-075CF1BD79CD}" type="pres">
      <dgm:prSet presAssocID="{C4AA59AD-75E5-46CD-B737-F2831A0DCB75}" presName="rootComposite" presStyleCnt="0"/>
      <dgm:spPr/>
    </dgm:pt>
    <dgm:pt modelId="{69FF5F8A-6DD3-4EBF-966F-8D5E40B3CF4B}" type="pres">
      <dgm:prSet presAssocID="{C4AA59AD-75E5-46CD-B737-F2831A0DCB75}" presName="rootText" presStyleLbl="node4" presStyleIdx="3" presStyleCnt="11" custScaleX="109831">
        <dgm:presLayoutVars>
          <dgm:chPref val="3"/>
        </dgm:presLayoutVars>
      </dgm:prSet>
      <dgm:spPr>
        <a:xfrm>
          <a:off x="7771761" y="1226399"/>
          <a:ext cx="1137063" cy="346804"/>
        </a:xfrm>
        <a:prstGeom prst="rect">
          <a:avLst/>
        </a:prstGeom>
      </dgm:spPr>
    </dgm:pt>
    <dgm:pt modelId="{DBAA4560-9304-4ED0-AEBB-37602DC9356C}" type="pres">
      <dgm:prSet presAssocID="{C4AA59AD-75E5-46CD-B737-F2831A0DCB75}" presName="rootConnector" presStyleLbl="node4" presStyleIdx="3" presStyleCnt="11"/>
      <dgm:spPr/>
    </dgm:pt>
    <dgm:pt modelId="{4FB4B9FA-559B-454C-A8C2-45384A1EEC33}" type="pres">
      <dgm:prSet presAssocID="{C4AA59AD-75E5-46CD-B737-F2831A0DCB75}" presName="hierChild4" presStyleCnt="0"/>
      <dgm:spPr/>
    </dgm:pt>
    <dgm:pt modelId="{AB81FCA0-E5D0-4718-83A5-9D30AAC6EEE3}" type="pres">
      <dgm:prSet presAssocID="{C4AA59AD-75E5-46CD-B737-F2831A0DCB75}" presName="hierChild5" presStyleCnt="0"/>
      <dgm:spPr/>
    </dgm:pt>
    <dgm:pt modelId="{C48657B3-8D9C-4909-9363-404F8C221C2E}" type="pres">
      <dgm:prSet presAssocID="{1D3EC7D7-2119-4F46-A2A8-949036A23D6D}" presName="Name64" presStyleLbl="parChTrans1D4" presStyleIdx="4" presStyleCnt="11"/>
      <dgm:spPr/>
    </dgm:pt>
    <dgm:pt modelId="{BE95D847-0BB7-442F-A74E-C19C962B501C}" type="pres">
      <dgm:prSet presAssocID="{137C253F-002D-4F27-A2DF-C4A967AC31A8}" presName="hierRoot2" presStyleCnt="0">
        <dgm:presLayoutVars>
          <dgm:hierBranch val="init"/>
        </dgm:presLayoutVars>
      </dgm:prSet>
      <dgm:spPr/>
    </dgm:pt>
    <dgm:pt modelId="{C7C5D618-7036-4334-BA5A-0A34CDB0A69D}" type="pres">
      <dgm:prSet presAssocID="{137C253F-002D-4F27-A2DF-C4A967AC31A8}" presName="rootComposite" presStyleCnt="0"/>
      <dgm:spPr/>
    </dgm:pt>
    <dgm:pt modelId="{A5A058E3-16F0-40FD-8C29-59C98215A2C5}" type="pres">
      <dgm:prSet presAssocID="{137C253F-002D-4F27-A2DF-C4A967AC31A8}" presName="rootText" presStyleLbl="node4" presStyleIdx="4" presStyleCnt="11" custScaleX="109831">
        <dgm:presLayoutVars>
          <dgm:chPref val="3"/>
        </dgm:presLayoutVars>
      </dgm:prSet>
      <dgm:spPr>
        <a:xfrm>
          <a:off x="7771761" y="1715336"/>
          <a:ext cx="1137063" cy="346804"/>
        </a:xfrm>
        <a:prstGeom prst="rect">
          <a:avLst/>
        </a:prstGeom>
      </dgm:spPr>
    </dgm:pt>
    <dgm:pt modelId="{B0BA1494-7E60-419E-A4C2-966A924F4B36}" type="pres">
      <dgm:prSet presAssocID="{137C253F-002D-4F27-A2DF-C4A967AC31A8}" presName="rootConnector" presStyleLbl="node4" presStyleIdx="4" presStyleCnt="11"/>
      <dgm:spPr/>
    </dgm:pt>
    <dgm:pt modelId="{78BD5474-6F45-42EB-ADF2-3A24473A1083}" type="pres">
      <dgm:prSet presAssocID="{137C253F-002D-4F27-A2DF-C4A967AC31A8}" presName="hierChild4" presStyleCnt="0"/>
      <dgm:spPr/>
    </dgm:pt>
    <dgm:pt modelId="{BACAB826-CD1F-40B7-B084-1579F8F73490}" type="pres">
      <dgm:prSet presAssocID="{137C253F-002D-4F27-A2DF-C4A967AC31A8}" presName="hierChild5" presStyleCnt="0"/>
      <dgm:spPr/>
    </dgm:pt>
    <dgm:pt modelId="{4980890A-FEE8-419B-AF3B-D832D6E2525A}" type="pres">
      <dgm:prSet presAssocID="{07B7DCD3-1B72-4F4C-92EA-52D87735C562}" presName="Name64" presStyleLbl="parChTrans1D4" presStyleIdx="5" presStyleCnt="11"/>
      <dgm:spPr/>
    </dgm:pt>
    <dgm:pt modelId="{B64F7084-F622-4503-9071-DFF8838B6EDF}" type="pres">
      <dgm:prSet presAssocID="{280F6F8A-F89E-46E6-824E-1117E5D777C8}" presName="hierRoot2" presStyleCnt="0">
        <dgm:presLayoutVars>
          <dgm:hierBranch val="init"/>
        </dgm:presLayoutVars>
      </dgm:prSet>
      <dgm:spPr/>
    </dgm:pt>
    <dgm:pt modelId="{1C46768A-0624-4518-ADB5-38FD1B9671DF}" type="pres">
      <dgm:prSet presAssocID="{280F6F8A-F89E-46E6-824E-1117E5D777C8}" presName="rootComposite" presStyleCnt="0"/>
      <dgm:spPr/>
    </dgm:pt>
    <dgm:pt modelId="{C3F7346D-6FDC-4AB9-AC91-807D672505CD}" type="pres">
      <dgm:prSet presAssocID="{280F6F8A-F89E-46E6-824E-1117E5D777C8}" presName="rootText" presStyleLbl="node4" presStyleIdx="5" presStyleCnt="11" custScaleX="109831">
        <dgm:presLayoutVars>
          <dgm:chPref val="3"/>
        </dgm:presLayoutVars>
      </dgm:prSet>
      <dgm:spPr>
        <a:xfrm>
          <a:off x="7771761" y="2204274"/>
          <a:ext cx="1137063" cy="346804"/>
        </a:xfrm>
        <a:prstGeom prst="rect">
          <a:avLst/>
        </a:prstGeom>
      </dgm:spPr>
    </dgm:pt>
    <dgm:pt modelId="{3AE214B7-DB70-4352-9907-C1A10C9A61AC}" type="pres">
      <dgm:prSet presAssocID="{280F6F8A-F89E-46E6-824E-1117E5D777C8}" presName="rootConnector" presStyleLbl="node4" presStyleIdx="5" presStyleCnt="11"/>
      <dgm:spPr/>
    </dgm:pt>
    <dgm:pt modelId="{60549B53-B06A-455E-83C7-80549B563384}" type="pres">
      <dgm:prSet presAssocID="{280F6F8A-F89E-46E6-824E-1117E5D777C8}" presName="hierChild4" presStyleCnt="0"/>
      <dgm:spPr/>
    </dgm:pt>
    <dgm:pt modelId="{86F24920-1377-4530-A3E4-600D4F504E64}" type="pres">
      <dgm:prSet presAssocID="{280F6F8A-F89E-46E6-824E-1117E5D777C8}" presName="hierChild5" presStyleCnt="0"/>
      <dgm:spPr/>
    </dgm:pt>
    <dgm:pt modelId="{035AEF21-827E-49A6-AB55-8F3D517366A5}" type="pres">
      <dgm:prSet presAssocID="{A07B75AD-874E-4EC1-B6CB-33EFF3BB8349}" presName="Name64" presStyleLbl="parChTrans1D4" presStyleIdx="6" presStyleCnt="11"/>
      <dgm:spPr/>
    </dgm:pt>
    <dgm:pt modelId="{8C84B823-0ECC-4B90-A91F-DE31C5F7F793}" type="pres">
      <dgm:prSet presAssocID="{06CF80F7-768B-4B4C-9131-7AEFF4CFB6D5}" presName="hierRoot2" presStyleCnt="0">
        <dgm:presLayoutVars>
          <dgm:hierBranch val="init"/>
        </dgm:presLayoutVars>
      </dgm:prSet>
      <dgm:spPr/>
    </dgm:pt>
    <dgm:pt modelId="{B8570981-9160-4E2C-AA57-025953AB4FD8}" type="pres">
      <dgm:prSet presAssocID="{06CF80F7-768B-4B4C-9131-7AEFF4CFB6D5}" presName="rootComposite" presStyleCnt="0"/>
      <dgm:spPr/>
    </dgm:pt>
    <dgm:pt modelId="{936D299E-4C0E-4018-99EA-7AA1360BEB46}" type="pres">
      <dgm:prSet presAssocID="{06CF80F7-768B-4B4C-9131-7AEFF4CFB6D5}" presName="rootText" presStyleLbl="node4" presStyleIdx="6" presStyleCnt="11" custScaleX="109831">
        <dgm:presLayoutVars>
          <dgm:chPref val="3"/>
        </dgm:presLayoutVars>
      </dgm:prSet>
      <dgm:spPr>
        <a:xfrm>
          <a:off x="7771761" y="2693211"/>
          <a:ext cx="1137063" cy="346804"/>
        </a:xfrm>
        <a:prstGeom prst="rect">
          <a:avLst/>
        </a:prstGeom>
      </dgm:spPr>
    </dgm:pt>
    <dgm:pt modelId="{6AAD44FD-7BA2-4CA8-A446-16725CA0E6AA}" type="pres">
      <dgm:prSet presAssocID="{06CF80F7-768B-4B4C-9131-7AEFF4CFB6D5}" presName="rootConnector" presStyleLbl="node4" presStyleIdx="6" presStyleCnt="11"/>
      <dgm:spPr/>
    </dgm:pt>
    <dgm:pt modelId="{46851EB3-9492-433D-9341-A519B2972769}" type="pres">
      <dgm:prSet presAssocID="{06CF80F7-768B-4B4C-9131-7AEFF4CFB6D5}" presName="hierChild4" presStyleCnt="0"/>
      <dgm:spPr/>
    </dgm:pt>
    <dgm:pt modelId="{8A75EA54-61B8-4878-A297-590F8C2213A5}" type="pres">
      <dgm:prSet presAssocID="{06CF80F7-768B-4B4C-9131-7AEFF4CFB6D5}" presName="hierChild5" presStyleCnt="0"/>
      <dgm:spPr/>
    </dgm:pt>
    <dgm:pt modelId="{B82096EF-C3B4-42FF-871D-F5BB8D98A22B}" type="pres">
      <dgm:prSet presAssocID="{EFA7398E-091E-436D-979D-167544E59635}" presName="hierChild5" presStyleCnt="0"/>
      <dgm:spPr/>
    </dgm:pt>
    <dgm:pt modelId="{E5C35A4B-D6B2-476A-BCB5-9971CC06D745}" type="pres">
      <dgm:prSet presAssocID="{D7F194C9-460D-4428-8DAD-27328876CD00}" presName="hierChild5" presStyleCnt="0"/>
      <dgm:spPr/>
    </dgm:pt>
    <dgm:pt modelId="{1D06E1A7-61EB-400A-8A74-F48FAF050605}" type="pres">
      <dgm:prSet presAssocID="{7BF7E72C-4E0F-446F-92D3-016CE536F037}" presName="hierChild5" presStyleCnt="0"/>
      <dgm:spPr/>
    </dgm:pt>
    <dgm:pt modelId="{7AB8B1F8-0EDA-492F-B149-3DCBDF827773}" type="pres">
      <dgm:prSet presAssocID="{879B6BE7-ED29-4466-9351-5235B00AA0CC}" presName="Name64" presStyleLbl="parChTrans1D2" presStyleIdx="1" presStyleCnt="3"/>
      <dgm:spPr/>
    </dgm:pt>
    <dgm:pt modelId="{FA30974D-8A34-4E5E-9A0A-FD93736539E0}" type="pres">
      <dgm:prSet presAssocID="{D66E83B1-67E2-4C2F-8EC3-C11C2F07DEEA}" presName="hierRoot2" presStyleCnt="0">
        <dgm:presLayoutVars>
          <dgm:hierBranch val="init"/>
        </dgm:presLayoutVars>
      </dgm:prSet>
      <dgm:spPr/>
    </dgm:pt>
    <dgm:pt modelId="{8A507C57-774E-4559-8890-A9806C4DDAFE}" type="pres">
      <dgm:prSet presAssocID="{D66E83B1-67E2-4C2F-8EC3-C11C2F07DEEA}" presName="rootComposite" presStyleCnt="0"/>
      <dgm:spPr/>
    </dgm:pt>
    <dgm:pt modelId="{D21B0D53-EF34-4886-900A-68BE5E47FCD7}" type="pres">
      <dgm:prSet presAssocID="{D66E83B1-67E2-4C2F-8EC3-C11C2F07DEEA}" presName="rootText" presStyleLbl="node2" presStyleIdx="1" presStyleCnt="3">
        <dgm:presLayoutVars>
          <dgm:chPref val="3"/>
        </dgm:presLayoutVars>
      </dgm:prSet>
      <dgm:spPr>
        <a:xfrm>
          <a:off x="3678332" y="3548851"/>
          <a:ext cx="1137063" cy="346804"/>
        </a:xfrm>
        <a:prstGeom prst="rect">
          <a:avLst/>
        </a:prstGeom>
      </dgm:spPr>
    </dgm:pt>
    <dgm:pt modelId="{BB18E579-DBA7-490E-8B4B-21BDA471B149}" type="pres">
      <dgm:prSet presAssocID="{D66E83B1-67E2-4C2F-8EC3-C11C2F07DEEA}" presName="rootConnector" presStyleLbl="node2" presStyleIdx="1" presStyleCnt="3"/>
      <dgm:spPr/>
    </dgm:pt>
    <dgm:pt modelId="{5AF62D9F-D569-4C84-9E12-8FE5F6DB5E3C}" type="pres">
      <dgm:prSet presAssocID="{D66E83B1-67E2-4C2F-8EC3-C11C2F07DEEA}" presName="hierChild4" presStyleCnt="0"/>
      <dgm:spPr/>
    </dgm:pt>
    <dgm:pt modelId="{193E3CDB-15E3-483D-A086-3C6FB5D1C66D}" type="pres">
      <dgm:prSet presAssocID="{9B046E6E-4B40-4F5E-9209-193474064AE1}" presName="Name64" presStyleLbl="parChTrans1D3" presStyleIdx="3" presStyleCnt="8"/>
      <dgm:spPr/>
    </dgm:pt>
    <dgm:pt modelId="{0E1524A7-2C66-4017-9990-488D10EF7303}" type="pres">
      <dgm:prSet presAssocID="{256A0552-4669-4D13-9F68-B01360B524C9}" presName="hierRoot2" presStyleCnt="0">
        <dgm:presLayoutVars>
          <dgm:hierBranch val="init"/>
        </dgm:presLayoutVars>
      </dgm:prSet>
      <dgm:spPr/>
    </dgm:pt>
    <dgm:pt modelId="{83701AC3-884F-44AF-A020-E125F5117CF3}" type="pres">
      <dgm:prSet presAssocID="{256A0552-4669-4D13-9F68-B01360B524C9}" presName="rootComposite" presStyleCnt="0"/>
      <dgm:spPr/>
    </dgm:pt>
    <dgm:pt modelId="{4867689D-1E09-4110-9229-69F19A1AABBE}" type="pres">
      <dgm:prSet presAssocID="{256A0552-4669-4D13-9F68-B01360B524C9}" presName="rootText" presStyleLbl="node3" presStyleIdx="3" presStyleCnt="8">
        <dgm:presLayoutVars>
          <dgm:chPref val="3"/>
        </dgm:presLayoutVars>
      </dgm:prSet>
      <dgm:spPr>
        <a:xfrm>
          <a:off x="5042808" y="2448742"/>
          <a:ext cx="1137063" cy="346804"/>
        </a:xfrm>
        <a:prstGeom prst="rect">
          <a:avLst/>
        </a:prstGeom>
      </dgm:spPr>
    </dgm:pt>
    <dgm:pt modelId="{E54D22E4-5BA3-4EEC-B2DB-81C58C6D4777}" type="pres">
      <dgm:prSet presAssocID="{256A0552-4669-4D13-9F68-B01360B524C9}" presName="rootConnector" presStyleLbl="node3" presStyleIdx="3" presStyleCnt="8"/>
      <dgm:spPr/>
    </dgm:pt>
    <dgm:pt modelId="{E4F32FF6-7391-4214-8666-DA1591E0D1B4}" type="pres">
      <dgm:prSet presAssocID="{256A0552-4669-4D13-9F68-B01360B524C9}" presName="hierChild4" presStyleCnt="0"/>
      <dgm:spPr/>
    </dgm:pt>
    <dgm:pt modelId="{FD05EB9B-2A03-4001-A909-899A5FF8939D}" type="pres">
      <dgm:prSet presAssocID="{256A0552-4669-4D13-9F68-B01360B524C9}" presName="hierChild5" presStyleCnt="0"/>
      <dgm:spPr/>
    </dgm:pt>
    <dgm:pt modelId="{AB6510E4-88BA-4E3D-906B-A581A7D29C1F}" type="pres">
      <dgm:prSet presAssocID="{3E3340AB-52A1-4B04-B464-189D1D187F92}" presName="Name64" presStyleLbl="parChTrans1D3" presStyleIdx="4" presStyleCnt="8"/>
      <dgm:spPr/>
    </dgm:pt>
    <dgm:pt modelId="{BA7B783A-5667-470F-9AB9-4FD56AC2D400}" type="pres">
      <dgm:prSet presAssocID="{18BA945E-CDA6-4C06-84C9-B5F4819F945E}" presName="hierRoot2" presStyleCnt="0">
        <dgm:presLayoutVars>
          <dgm:hierBranch val="init"/>
        </dgm:presLayoutVars>
      </dgm:prSet>
      <dgm:spPr/>
    </dgm:pt>
    <dgm:pt modelId="{DFE92842-09EB-46D4-9398-A6FEC2A1B0A4}" type="pres">
      <dgm:prSet presAssocID="{18BA945E-CDA6-4C06-84C9-B5F4819F945E}" presName="rootComposite" presStyleCnt="0"/>
      <dgm:spPr/>
    </dgm:pt>
    <dgm:pt modelId="{C8F7F304-A14E-4F8C-B490-6B0D99B09DDA}" type="pres">
      <dgm:prSet presAssocID="{18BA945E-CDA6-4C06-84C9-B5F4819F945E}" presName="rootText" presStyleLbl="node3" presStyleIdx="4" presStyleCnt="8">
        <dgm:presLayoutVars>
          <dgm:chPref val="3"/>
        </dgm:presLayoutVars>
      </dgm:prSet>
      <dgm:spPr>
        <a:xfrm>
          <a:off x="5042808" y="2937680"/>
          <a:ext cx="1137063" cy="346804"/>
        </a:xfrm>
        <a:prstGeom prst="rect">
          <a:avLst/>
        </a:prstGeom>
      </dgm:spPr>
    </dgm:pt>
    <dgm:pt modelId="{DCA0D5B7-14C9-4195-A93E-B725E4B70B37}" type="pres">
      <dgm:prSet presAssocID="{18BA945E-CDA6-4C06-84C9-B5F4819F945E}" presName="rootConnector" presStyleLbl="node3" presStyleIdx="4" presStyleCnt="8"/>
      <dgm:spPr/>
    </dgm:pt>
    <dgm:pt modelId="{E580E332-929C-4D63-9CEE-53E69A68DC33}" type="pres">
      <dgm:prSet presAssocID="{18BA945E-CDA6-4C06-84C9-B5F4819F945E}" presName="hierChild4" presStyleCnt="0"/>
      <dgm:spPr/>
    </dgm:pt>
    <dgm:pt modelId="{61F17666-8B2F-4103-A3C5-40D953A1C4B1}" type="pres">
      <dgm:prSet presAssocID="{796C241E-9DF7-43AF-9DEB-514D085AB686}" presName="Name64" presStyleLbl="parChTrans1D4" presStyleIdx="7" presStyleCnt="11"/>
      <dgm:spPr/>
    </dgm:pt>
    <dgm:pt modelId="{E49E856E-6E31-418D-B8ED-4608976EB374}" type="pres">
      <dgm:prSet presAssocID="{FABB26F6-0C5C-4B3B-95BA-B9F342A6C48C}" presName="hierRoot2" presStyleCnt="0">
        <dgm:presLayoutVars>
          <dgm:hierBranch val="init"/>
        </dgm:presLayoutVars>
      </dgm:prSet>
      <dgm:spPr/>
    </dgm:pt>
    <dgm:pt modelId="{E7E6038D-4147-4191-9CB4-DC3312C32021}" type="pres">
      <dgm:prSet presAssocID="{FABB26F6-0C5C-4B3B-95BA-B9F342A6C48C}" presName="rootComposite" presStyleCnt="0"/>
      <dgm:spPr/>
    </dgm:pt>
    <dgm:pt modelId="{672E47B1-C397-426A-B2FB-FFF8D43C3E1F}" type="pres">
      <dgm:prSet presAssocID="{FABB26F6-0C5C-4B3B-95BA-B9F342A6C48C}" presName="rootText" presStyleLbl="node4" presStyleIdx="7" presStyleCnt="11">
        <dgm:presLayoutVars>
          <dgm:chPref val="3"/>
        </dgm:presLayoutVars>
      </dgm:prSet>
      <dgm:spPr>
        <a:xfrm>
          <a:off x="6407285" y="2448742"/>
          <a:ext cx="1137063" cy="346804"/>
        </a:xfrm>
        <a:prstGeom prst="rect">
          <a:avLst/>
        </a:prstGeom>
      </dgm:spPr>
    </dgm:pt>
    <dgm:pt modelId="{9C3029BA-0671-434D-8811-3DFE2EEB02E8}" type="pres">
      <dgm:prSet presAssocID="{FABB26F6-0C5C-4B3B-95BA-B9F342A6C48C}" presName="rootConnector" presStyleLbl="node4" presStyleIdx="7" presStyleCnt="11"/>
      <dgm:spPr/>
    </dgm:pt>
    <dgm:pt modelId="{A1A1E405-673E-4E22-8EA6-E704DA305BAE}" type="pres">
      <dgm:prSet presAssocID="{FABB26F6-0C5C-4B3B-95BA-B9F342A6C48C}" presName="hierChild4" presStyleCnt="0"/>
      <dgm:spPr/>
    </dgm:pt>
    <dgm:pt modelId="{DB0BF3DD-82F9-4187-B210-1C18FB7958E3}" type="pres">
      <dgm:prSet presAssocID="{FABB26F6-0C5C-4B3B-95BA-B9F342A6C48C}" presName="hierChild5" presStyleCnt="0"/>
      <dgm:spPr/>
    </dgm:pt>
    <dgm:pt modelId="{FEADFA90-26F8-4E48-B7AE-EA3CD0DC40BF}" type="pres">
      <dgm:prSet presAssocID="{5D34E1F2-6019-434C-AF2C-EC6D38488BAB}" presName="Name64" presStyleLbl="parChTrans1D4" presStyleIdx="8" presStyleCnt="11"/>
      <dgm:spPr/>
    </dgm:pt>
    <dgm:pt modelId="{EBCF7EF2-8866-4FBC-B30D-353A1B7A8B3F}" type="pres">
      <dgm:prSet presAssocID="{E958FE96-0700-43F6-97F6-C13F54FEA322}" presName="hierRoot2" presStyleCnt="0">
        <dgm:presLayoutVars>
          <dgm:hierBranch val="init"/>
        </dgm:presLayoutVars>
      </dgm:prSet>
      <dgm:spPr/>
    </dgm:pt>
    <dgm:pt modelId="{206C6C16-BA98-4DB5-9DFF-8EB1FEE05B0E}" type="pres">
      <dgm:prSet presAssocID="{E958FE96-0700-43F6-97F6-C13F54FEA322}" presName="rootComposite" presStyleCnt="0"/>
      <dgm:spPr/>
    </dgm:pt>
    <dgm:pt modelId="{3BDBCF45-881C-442B-AC71-B6A6169B9A08}" type="pres">
      <dgm:prSet presAssocID="{E958FE96-0700-43F6-97F6-C13F54FEA322}" presName="rootText" presStyleLbl="node4" presStyleIdx="8" presStyleCnt="11">
        <dgm:presLayoutVars>
          <dgm:chPref val="3"/>
        </dgm:presLayoutVars>
      </dgm:prSet>
      <dgm:spPr>
        <a:xfrm>
          <a:off x="6407285" y="2937680"/>
          <a:ext cx="1137063" cy="346804"/>
        </a:xfrm>
        <a:prstGeom prst="rect">
          <a:avLst/>
        </a:prstGeom>
      </dgm:spPr>
    </dgm:pt>
    <dgm:pt modelId="{4D83731E-AB73-4A17-BF6C-79AE85079201}" type="pres">
      <dgm:prSet presAssocID="{E958FE96-0700-43F6-97F6-C13F54FEA322}" presName="rootConnector" presStyleLbl="node4" presStyleIdx="8" presStyleCnt="11"/>
      <dgm:spPr/>
    </dgm:pt>
    <dgm:pt modelId="{1E1D5BAF-255C-4ACC-92D6-752F2A2A8215}" type="pres">
      <dgm:prSet presAssocID="{E958FE96-0700-43F6-97F6-C13F54FEA322}" presName="hierChild4" presStyleCnt="0"/>
      <dgm:spPr/>
    </dgm:pt>
    <dgm:pt modelId="{FFAF9641-241E-4B4C-8D36-D8C204A609F0}" type="pres">
      <dgm:prSet presAssocID="{E958FE96-0700-43F6-97F6-C13F54FEA322}" presName="hierChild5" presStyleCnt="0"/>
      <dgm:spPr/>
    </dgm:pt>
    <dgm:pt modelId="{B5EDE1EF-2A06-47B7-A7F2-4AC5FDC32642}" type="pres">
      <dgm:prSet presAssocID="{18BA945E-CDA6-4C06-84C9-B5F4819F945E}" presName="hierChild5" presStyleCnt="0"/>
      <dgm:spPr/>
    </dgm:pt>
    <dgm:pt modelId="{95BED6DD-87C6-411D-A2EF-52973C6AD5EE}" type="pres">
      <dgm:prSet presAssocID="{4E38A28B-466F-488C-B72A-0CCE1B384FB6}" presName="Name64" presStyleLbl="parChTrans1D3" presStyleIdx="5" presStyleCnt="8"/>
      <dgm:spPr/>
    </dgm:pt>
    <dgm:pt modelId="{26C15C61-93D7-49C3-85CF-A6D05B13B4D8}" type="pres">
      <dgm:prSet presAssocID="{B87A95AF-52E2-4436-BCA5-A2F2A8A6601A}" presName="hierRoot2" presStyleCnt="0">
        <dgm:presLayoutVars>
          <dgm:hierBranch val="init"/>
        </dgm:presLayoutVars>
      </dgm:prSet>
      <dgm:spPr/>
    </dgm:pt>
    <dgm:pt modelId="{78400FE2-0ED4-408B-8EDE-2E2D5AAE55B2}" type="pres">
      <dgm:prSet presAssocID="{B87A95AF-52E2-4436-BCA5-A2F2A8A6601A}" presName="rootComposite" presStyleCnt="0"/>
      <dgm:spPr/>
    </dgm:pt>
    <dgm:pt modelId="{7561933A-58B3-4EB4-81C9-48BF7C749057}" type="pres">
      <dgm:prSet presAssocID="{B87A95AF-52E2-4436-BCA5-A2F2A8A6601A}" presName="rootText" presStyleLbl="node3" presStyleIdx="5" presStyleCnt="8" custScaleY="150848">
        <dgm:presLayoutVars>
          <dgm:chPref val="3"/>
        </dgm:presLayoutVars>
      </dgm:prSet>
      <dgm:spPr>
        <a:xfrm>
          <a:off x="5042808" y="4648960"/>
          <a:ext cx="1137063" cy="346804"/>
        </a:xfrm>
        <a:prstGeom prst="rect">
          <a:avLst/>
        </a:prstGeom>
      </dgm:spPr>
    </dgm:pt>
    <dgm:pt modelId="{71A1659A-535A-44B4-A195-D19A7075486E}" type="pres">
      <dgm:prSet presAssocID="{B87A95AF-52E2-4436-BCA5-A2F2A8A6601A}" presName="rootConnector" presStyleLbl="node3" presStyleIdx="5" presStyleCnt="8"/>
      <dgm:spPr/>
    </dgm:pt>
    <dgm:pt modelId="{62FFB3AC-7E61-4BFF-866F-AE61A7F0E4B9}" type="pres">
      <dgm:prSet presAssocID="{B87A95AF-52E2-4436-BCA5-A2F2A8A6601A}" presName="hierChild4" presStyleCnt="0"/>
      <dgm:spPr/>
    </dgm:pt>
    <dgm:pt modelId="{08E3CF2A-4DC4-4E58-9416-BDDF3A084A4E}" type="pres">
      <dgm:prSet presAssocID="{EAC86BD9-883E-44CD-82D3-89AEB7B2D8D3}" presName="Name64" presStyleLbl="parChTrans1D4" presStyleIdx="9" presStyleCnt="11"/>
      <dgm:spPr/>
    </dgm:pt>
    <dgm:pt modelId="{2ECA06F0-CF2E-4785-81B1-F5482F939E83}" type="pres">
      <dgm:prSet presAssocID="{58BA07F5-E148-4F3E-9698-A2F5B6C27CAE}" presName="hierRoot2" presStyleCnt="0">
        <dgm:presLayoutVars>
          <dgm:hierBranch val="init"/>
        </dgm:presLayoutVars>
      </dgm:prSet>
      <dgm:spPr/>
    </dgm:pt>
    <dgm:pt modelId="{7F9A00FE-F4AB-4223-80B4-83E8162C37E8}" type="pres">
      <dgm:prSet presAssocID="{58BA07F5-E148-4F3E-9698-A2F5B6C27CAE}" presName="rootComposite" presStyleCnt="0"/>
      <dgm:spPr/>
    </dgm:pt>
    <dgm:pt modelId="{729791A8-E393-4A93-9A2C-FA6AE7F8B55F}" type="pres">
      <dgm:prSet presAssocID="{58BA07F5-E148-4F3E-9698-A2F5B6C27CAE}" presName="rootText" presStyleLbl="node4" presStyleIdx="9" presStyleCnt="11">
        <dgm:presLayoutVars>
          <dgm:chPref val="3"/>
        </dgm:presLayoutVars>
      </dgm:prSet>
      <dgm:spPr>
        <a:xfrm>
          <a:off x="6407285" y="3915554"/>
          <a:ext cx="1137063" cy="346804"/>
        </a:xfrm>
        <a:prstGeom prst="rect">
          <a:avLst/>
        </a:prstGeom>
      </dgm:spPr>
    </dgm:pt>
    <dgm:pt modelId="{20B8DE26-503E-4196-987C-384B51B066E3}" type="pres">
      <dgm:prSet presAssocID="{58BA07F5-E148-4F3E-9698-A2F5B6C27CAE}" presName="rootConnector" presStyleLbl="node4" presStyleIdx="9" presStyleCnt="11"/>
      <dgm:spPr/>
    </dgm:pt>
    <dgm:pt modelId="{5C62C72B-4E3F-45ED-8B71-CCF671DFCE3C}" type="pres">
      <dgm:prSet presAssocID="{58BA07F5-E148-4F3E-9698-A2F5B6C27CAE}" presName="hierChild4" presStyleCnt="0"/>
      <dgm:spPr/>
    </dgm:pt>
    <dgm:pt modelId="{8D87CFD5-1BD1-4F23-8D0F-D6F118B17072}" type="pres">
      <dgm:prSet presAssocID="{58BA07F5-E148-4F3E-9698-A2F5B6C27CAE}" presName="hierChild5" presStyleCnt="0"/>
      <dgm:spPr/>
    </dgm:pt>
    <dgm:pt modelId="{D46C78ED-C254-421C-B7BF-7783E72662DA}" type="pres">
      <dgm:prSet presAssocID="{BBD090C1-973C-42AF-9055-3630AC93A408}" presName="Name64" presStyleLbl="parChTrans1D4" presStyleIdx="10" presStyleCnt="11"/>
      <dgm:spPr/>
    </dgm:pt>
    <dgm:pt modelId="{D53EEE93-9472-45D5-A6B0-2E8F4D083167}" type="pres">
      <dgm:prSet presAssocID="{8B36C546-F856-4606-A14E-D723CC19ACD1}" presName="hierRoot2" presStyleCnt="0">
        <dgm:presLayoutVars>
          <dgm:hierBranch val="init"/>
        </dgm:presLayoutVars>
      </dgm:prSet>
      <dgm:spPr/>
    </dgm:pt>
    <dgm:pt modelId="{2D525FF1-9A4A-40A1-91F9-CA13C9D9B9A6}" type="pres">
      <dgm:prSet presAssocID="{8B36C546-F856-4606-A14E-D723CC19ACD1}" presName="rootComposite" presStyleCnt="0"/>
      <dgm:spPr/>
    </dgm:pt>
    <dgm:pt modelId="{CBDF725A-B485-4ACE-973B-1C04A0CF5159}" type="pres">
      <dgm:prSet presAssocID="{8B36C546-F856-4606-A14E-D723CC19ACD1}" presName="rootText" presStyleLbl="node4" presStyleIdx="10" presStyleCnt="11">
        <dgm:presLayoutVars>
          <dgm:chPref val="3"/>
        </dgm:presLayoutVars>
      </dgm:prSet>
      <dgm:spPr>
        <a:xfrm>
          <a:off x="6407285" y="4404492"/>
          <a:ext cx="1137063" cy="346804"/>
        </a:xfrm>
        <a:prstGeom prst="rect">
          <a:avLst/>
        </a:prstGeom>
      </dgm:spPr>
    </dgm:pt>
    <dgm:pt modelId="{7B2D3261-F5D1-446C-9F04-E781D6A9BE84}" type="pres">
      <dgm:prSet presAssocID="{8B36C546-F856-4606-A14E-D723CC19ACD1}" presName="rootConnector" presStyleLbl="node4" presStyleIdx="10" presStyleCnt="11"/>
      <dgm:spPr/>
    </dgm:pt>
    <dgm:pt modelId="{868E8E5C-96F4-4379-B4CD-DE822C604D3B}" type="pres">
      <dgm:prSet presAssocID="{8B36C546-F856-4606-A14E-D723CC19ACD1}" presName="hierChild4" presStyleCnt="0"/>
      <dgm:spPr/>
    </dgm:pt>
    <dgm:pt modelId="{D11C168A-4D36-4C43-AD77-5C9C731A28A1}" type="pres">
      <dgm:prSet presAssocID="{8B36C546-F856-4606-A14E-D723CC19ACD1}" presName="hierChild5" presStyleCnt="0"/>
      <dgm:spPr/>
    </dgm:pt>
    <dgm:pt modelId="{97628B14-BFF3-489B-8385-719394B60EDD}" type="pres">
      <dgm:prSet presAssocID="{B87A95AF-52E2-4436-BCA5-A2F2A8A6601A}" presName="hierChild5" presStyleCnt="0"/>
      <dgm:spPr/>
    </dgm:pt>
    <dgm:pt modelId="{365F1735-12C3-4DA6-B3A0-D4390B65F8BB}" type="pres">
      <dgm:prSet presAssocID="{D66E83B1-67E2-4C2F-8EC3-C11C2F07DEEA}" presName="hierChild5" presStyleCnt="0"/>
      <dgm:spPr/>
    </dgm:pt>
    <dgm:pt modelId="{AEAF602C-3C93-4700-875E-66756EEB2B78}" type="pres">
      <dgm:prSet presAssocID="{8E79E24F-6EAE-467F-AE39-B05CE9AADAAA}" presName="Name64" presStyleLbl="parChTrans1D2" presStyleIdx="2" presStyleCnt="3"/>
      <dgm:spPr/>
    </dgm:pt>
    <dgm:pt modelId="{B34C68B6-7B96-4D3F-94DA-58C5E10AF081}" type="pres">
      <dgm:prSet presAssocID="{96B803C4-7100-4F0D-906B-A1B671DD16CC}" presName="hierRoot2" presStyleCnt="0">
        <dgm:presLayoutVars>
          <dgm:hierBranch val="init"/>
        </dgm:presLayoutVars>
      </dgm:prSet>
      <dgm:spPr/>
    </dgm:pt>
    <dgm:pt modelId="{F053FA28-07D5-4722-B5F5-A45283AF06CA}" type="pres">
      <dgm:prSet presAssocID="{96B803C4-7100-4F0D-906B-A1B671DD16CC}" presName="rootComposite" presStyleCnt="0"/>
      <dgm:spPr/>
    </dgm:pt>
    <dgm:pt modelId="{BCA54C35-DABB-4654-8441-4084A2E8F345}" type="pres">
      <dgm:prSet presAssocID="{96B803C4-7100-4F0D-906B-A1B671DD16CC}" presName="rootText" presStyleLbl="node2" presStyleIdx="2" presStyleCnt="3">
        <dgm:presLayoutVars>
          <dgm:chPref val="3"/>
        </dgm:presLayoutVars>
      </dgm:prSet>
      <dgm:spPr/>
    </dgm:pt>
    <dgm:pt modelId="{39021822-0552-4E6F-B4AA-3CEAF59686D1}" type="pres">
      <dgm:prSet presAssocID="{96B803C4-7100-4F0D-906B-A1B671DD16CC}" presName="rootConnector" presStyleLbl="node2" presStyleIdx="2" presStyleCnt="3"/>
      <dgm:spPr/>
    </dgm:pt>
    <dgm:pt modelId="{5325118C-FE79-4AFE-9C7D-C662A26F38EC}" type="pres">
      <dgm:prSet presAssocID="{96B803C4-7100-4F0D-906B-A1B671DD16CC}" presName="hierChild4" presStyleCnt="0"/>
      <dgm:spPr/>
    </dgm:pt>
    <dgm:pt modelId="{881E151F-DE0C-4822-AA43-3C613FCC4431}" type="pres">
      <dgm:prSet presAssocID="{0BA92AC5-3F40-4747-9E5D-BE77917B0737}" presName="Name64" presStyleLbl="parChTrans1D3" presStyleIdx="6" presStyleCnt="8"/>
      <dgm:spPr/>
    </dgm:pt>
    <dgm:pt modelId="{1C9E8CA4-2FF7-4C13-ABAC-C5FD41A74C6D}" type="pres">
      <dgm:prSet presAssocID="{F27B12A5-C8BB-48BA-A213-FCC4333EDD9F}" presName="hierRoot2" presStyleCnt="0">
        <dgm:presLayoutVars>
          <dgm:hierBranch val="init"/>
        </dgm:presLayoutVars>
      </dgm:prSet>
      <dgm:spPr/>
    </dgm:pt>
    <dgm:pt modelId="{D31CD9E6-02A4-4796-9ED1-491D5AC4FCD6}" type="pres">
      <dgm:prSet presAssocID="{F27B12A5-C8BB-48BA-A213-FCC4333EDD9F}" presName="rootComposite" presStyleCnt="0"/>
      <dgm:spPr/>
    </dgm:pt>
    <dgm:pt modelId="{6F9ECD70-F0AE-4EE3-B985-925B258A904F}" type="pres">
      <dgm:prSet presAssocID="{F27B12A5-C8BB-48BA-A213-FCC4333EDD9F}" presName="rootText" presStyleLbl="node3" presStyleIdx="6" presStyleCnt="8" custScaleY="133825">
        <dgm:presLayoutVars>
          <dgm:chPref val="3"/>
        </dgm:presLayoutVars>
      </dgm:prSet>
      <dgm:spPr>
        <a:xfrm>
          <a:off x="5042808" y="5137898"/>
          <a:ext cx="1137063" cy="346804"/>
        </a:xfrm>
        <a:prstGeom prst="rect">
          <a:avLst/>
        </a:prstGeom>
      </dgm:spPr>
    </dgm:pt>
    <dgm:pt modelId="{32E28218-4C56-4DFA-94B6-62CADCA23FD7}" type="pres">
      <dgm:prSet presAssocID="{F27B12A5-C8BB-48BA-A213-FCC4333EDD9F}" presName="rootConnector" presStyleLbl="node3" presStyleIdx="6" presStyleCnt="8"/>
      <dgm:spPr/>
    </dgm:pt>
    <dgm:pt modelId="{0A94386B-EA3A-4AA0-AD41-6EF37BABE1A8}" type="pres">
      <dgm:prSet presAssocID="{F27B12A5-C8BB-48BA-A213-FCC4333EDD9F}" presName="hierChild4" presStyleCnt="0"/>
      <dgm:spPr/>
    </dgm:pt>
    <dgm:pt modelId="{DAB932C5-3C78-4E3B-A3CE-10DC7FEB4EDC}" type="pres">
      <dgm:prSet presAssocID="{F27B12A5-C8BB-48BA-A213-FCC4333EDD9F}" presName="hierChild5" presStyleCnt="0"/>
      <dgm:spPr/>
    </dgm:pt>
    <dgm:pt modelId="{5F4AD87B-7CE9-4C0C-B90A-D6E7C9BC963B}" type="pres">
      <dgm:prSet presAssocID="{E48F0B65-F302-49C8-9519-550A40BC513C}" presName="Name64" presStyleLbl="parChTrans1D3" presStyleIdx="7" presStyleCnt="8"/>
      <dgm:spPr/>
    </dgm:pt>
    <dgm:pt modelId="{2C9135FD-12AE-4088-B7B0-DC3404B895A7}" type="pres">
      <dgm:prSet presAssocID="{5D28620F-5F36-4633-85CD-2C3C642BC824}" presName="hierRoot2" presStyleCnt="0">
        <dgm:presLayoutVars>
          <dgm:hierBranch val="init"/>
        </dgm:presLayoutVars>
      </dgm:prSet>
      <dgm:spPr/>
    </dgm:pt>
    <dgm:pt modelId="{1F720B79-9CE1-4844-9EFB-2B96E29A31F2}" type="pres">
      <dgm:prSet presAssocID="{5D28620F-5F36-4633-85CD-2C3C642BC824}" presName="rootComposite" presStyleCnt="0"/>
      <dgm:spPr/>
    </dgm:pt>
    <dgm:pt modelId="{8DBE3AA5-5F68-4378-97B2-26328B6B3A8A}" type="pres">
      <dgm:prSet presAssocID="{5D28620F-5F36-4633-85CD-2C3C642BC824}" presName="rootText" presStyleLbl="node3" presStyleIdx="7" presStyleCnt="8">
        <dgm:presLayoutVars>
          <dgm:chPref val="3"/>
        </dgm:presLayoutVars>
      </dgm:prSet>
      <dgm:spPr>
        <a:xfrm>
          <a:off x="5042808" y="5626835"/>
          <a:ext cx="1137063" cy="346804"/>
        </a:xfrm>
        <a:prstGeom prst="rect">
          <a:avLst/>
        </a:prstGeom>
      </dgm:spPr>
    </dgm:pt>
    <dgm:pt modelId="{B87B7C00-0CA7-4A96-AABA-D1ED8FC0AEFC}" type="pres">
      <dgm:prSet presAssocID="{5D28620F-5F36-4633-85CD-2C3C642BC824}" presName="rootConnector" presStyleLbl="node3" presStyleIdx="7" presStyleCnt="8"/>
      <dgm:spPr/>
    </dgm:pt>
    <dgm:pt modelId="{18CC4C67-33D8-4F55-BD3F-094C9EEE6C1A}" type="pres">
      <dgm:prSet presAssocID="{5D28620F-5F36-4633-85CD-2C3C642BC824}" presName="hierChild4" presStyleCnt="0"/>
      <dgm:spPr/>
    </dgm:pt>
    <dgm:pt modelId="{06487AC2-7B11-45ED-BACC-BF8F0E126F11}" type="pres">
      <dgm:prSet presAssocID="{5D28620F-5F36-4633-85CD-2C3C642BC824}" presName="hierChild5" presStyleCnt="0"/>
      <dgm:spPr/>
    </dgm:pt>
    <dgm:pt modelId="{DD9DB350-1DDA-4E8A-9C25-1D1B556110D3}" type="pres">
      <dgm:prSet presAssocID="{96B803C4-7100-4F0D-906B-A1B671DD16CC}" presName="hierChild5" presStyleCnt="0"/>
      <dgm:spPr/>
    </dgm:pt>
    <dgm:pt modelId="{A9C7F733-B813-4D9A-B609-AA0F5339608F}" type="pres">
      <dgm:prSet presAssocID="{3B6D6B4F-6DAE-43AF-89BF-862249FCDAF1}" presName="hierChild3" presStyleCnt="0"/>
      <dgm:spPr/>
    </dgm:pt>
  </dgm:ptLst>
  <dgm:cxnLst>
    <dgm:cxn modelId="{7DA69500-5B15-414B-9C2D-08C63CBB398D}" type="presOf" srcId="{BBD090C1-973C-42AF-9055-3630AC93A408}" destId="{D46C78ED-C254-421C-B7BF-7783E72662DA}" srcOrd="0" destOrd="0" presId="urn:microsoft.com/office/officeart/2009/3/layout/HorizontalOrganizationChart"/>
    <dgm:cxn modelId="{E5F4B801-D692-4459-9C27-C2F04DAB7C15}" type="presOf" srcId="{E48F0B65-F302-49C8-9519-550A40BC513C}" destId="{5F4AD87B-7CE9-4C0C-B90A-D6E7C9BC963B}" srcOrd="0" destOrd="0" presId="urn:microsoft.com/office/officeart/2009/3/layout/HorizontalOrganizationChart"/>
    <dgm:cxn modelId="{ACD83304-461E-4942-B8CF-438B8B1F6455}" srcId="{7BF7E72C-4E0F-446F-92D3-016CE536F037}" destId="{0D1606AA-DAF8-4801-8DC2-01500766639D}" srcOrd="0" destOrd="0" parTransId="{BAF8CEF6-BB86-4CF5-B8FE-E22AE83CABC0}" sibTransId="{3EA048EA-AE91-4042-8157-4A8579BA32F7}"/>
    <dgm:cxn modelId="{294F8204-6EBA-4E7D-AAA4-ECD60E400FF6}" srcId="{3B6D6B4F-6DAE-43AF-89BF-862249FCDAF1}" destId="{7BF7E72C-4E0F-446F-92D3-016CE536F037}" srcOrd="0" destOrd="0" parTransId="{AC509E5B-B2B8-4EF3-8492-5E63E990A724}" sibTransId="{3E0D8D96-629F-49A4-A7E6-1E006CBB63F8}"/>
    <dgm:cxn modelId="{809FC807-DAB9-4A61-B26D-EA6C054899AE}" type="presOf" srcId="{4E38A28B-466F-488C-B72A-0CCE1B384FB6}" destId="{95BED6DD-87C6-411D-A2EF-52973C6AD5EE}" srcOrd="0" destOrd="0" presId="urn:microsoft.com/office/officeart/2009/3/layout/HorizontalOrganizationChart"/>
    <dgm:cxn modelId="{E7FF0A10-353A-4831-B782-0AF4DF073652}" type="presOf" srcId="{164EDA39-E3FF-4002-B9A1-7AEE0DF5470D}" destId="{D2173092-EEAD-49B8-A945-C4EE36765139}" srcOrd="0" destOrd="0" presId="urn:microsoft.com/office/officeart/2009/3/layout/HorizontalOrganizationChart"/>
    <dgm:cxn modelId="{AE2DD614-50E3-4A4D-BC4F-25672BA6BEC6}" srcId="{D7F194C9-460D-4428-8DAD-27328876CD00}" destId="{164EDA39-E3FF-4002-B9A1-7AEE0DF5470D}" srcOrd="1" destOrd="0" parTransId="{E9739ECA-D623-449C-A8FD-DF85E33A29E5}" sibTransId="{BA7DB770-8748-45E0-90E9-B82B9E48B18C}"/>
    <dgm:cxn modelId="{21350117-3201-41BC-AE5E-82CCB370F7BC}" srcId="{7BF7E72C-4E0F-446F-92D3-016CE536F037}" destId="{D7F194C9-460D-4428-8DAD-27328876CD00}" srcOrd="2" destOrd="0" parTransId="{8B8CE38B-7826-4712-8494-ACE0CB55BE79}" sibTransId="{1D399934-0D9D-4E61-AAC6-BFA357371B1B}"/>
    <dgm:cxn modelId="{4A0E461D-DFFA-4D6D-9406-CAE34A813590}" srcId="{D66E83B1-67E2-4C2F-8EC3-C11C2F07DEEA}" destId="{B87A95AF-52E2-4436-BCA5-A2F2A8A6601A}" srcOrd="2" destOrd="0" parTransId="{4E38A28B-466F-488C-B72A-0CCE1B384FB6}" sibTransId="{572F7167-4DDF-4891-AD81-167E04FB25E8}"/>
    <dgm:cxn modelId="{43B83B21-D504-40D6-BD06-A45B091375E2}" srcId="{96B803C4-7100-4F0D-906B-A1B671DD16CC}" destId="{F27B12A5-C8BB-48BA-A213-FCC4333EDD9F}" srcOrd="0" destOrd="0" parTransId="{0BA92AC5-3F40-4747-9E5D-BE77917B0737}" sibTransId="{2FA82258-E004-4937-B07B-C0C952CED0FE}"/>
    <dgm:cxn modelId="{89C2E323-43A1-4CEE-8E7A-69602C9B8436}" type="presOf" srcId="{D66E83B1-67E2-4C2F-8EC3-C11C2F07DEEA}" destId="{BB18E579-DBA7-490E-8B4B-21BDA471B149}" srcOrd="1" destOrd="0" presId="urn:microsoft.com/office/officeart/2009/3/layout/HorizontalOrganizationChart"/>
    <dgm:cxn modelId="{82A8E327-A897-4CBC-8F5B-D90728D1D644}" type="presOf" srcId="{96B803C4-7100-4F0D-906B-A1B671DD16CC}" destId="{BCA54C35-DABB-4654-8441-4084A2E8F345}" srcOrd="0" destOrd="0" presId="urn:microsoft.com/office/officeart/2009/3/layout/HorizontalOrganizationChart"/>
    <dgm:cxn modelId="{10AE4A2A-E680-4EA5-9A04-99F7058EF4BF}" type="presOf" srcId="{CCE2885F-FDA8-44E7-B082-F03DFE089616}" destId="{410C6F2F-2E7A-4762-B358-B15D816D43BF}" srcOrd="0" destOrd="0" presId="urn:microsoft.com/office/officeart/2009/3/layout/HorizontalOrganizationChart"/>
    <dgm:cxn modelId="{09B40F2B-3704-4822-9042-D1467027C1D8}" type="presOf" srcId="{137C253F-002D-4F27-A2DF-C4A967AC31A8}" destId="{A5A058E3-16F0-40FD-8C29-59C98215A2C5}" srcOrd="0" destOrd="0" presId="urn:microsoft.com/office/officeart/2009/3/layout/HorizontalOrganizationChart"/>
    <dgm:cxn modelId="{CE90102C-52A2-41B9-A80A-0864BC4E9ED6}" type="presOf" srcId="{13163F57-30C0-49CB-B3A6-F5564F375FD9}" destId="{9D630D4C-9125-48F5-8B3F-F4B1E36298F3}" srcOrd="0" destOrd="0" presId="urn:microsoft.com/office/officeart/2009/3/layout/HorizontalOrganizationChart"/>
    <dgm:cxn modelId="{2A04482C-CB96-4379-83ED-3205C5CBF936}" srcId="{3B6D6B4F-6DAE-43AF-89BF-862249FCDAF1}" destId="{D66E83B1-67E2-4C2F-8EC3-C11C2F07DEEA}" srcOrd="1" destOrd="0" parTransId="{879B6BE7-ED29-4466-9351-5235B00AA0CC}" sibTransId="{540B6B90-E521-4974-8846-4FAD84894D60}"/>
    <dgm:cxn modelId="{DBD22D2D-9F6B-4EB6-B3F4-429957C64074}" type="presOf" srcId="{EFA7398E-091E-436D-979D-167544E59635}" destId="{B85774B1-3DBA-4C8C-84FC-1F157C284AC0}" srcOrd="1" destOrd="0" presId="urn:microsoft.com/office/officeart/2009/3/layout/HorizontalOrganizationChart"/>
    <dgm:cxn modelId="{3D493030-3F3F-4822-AFFB-A98531FB31E5}" type="presOf" srcId="{96B803C4-7100-4F0D-906B-A1B671DD16CC}" destId="{39021822-0552-4E6F-B4AA-3CEAF59686D1}" srcOrd="1" destOrd="0" presId="urn:microsoft.com/office/officeart/2009/3/layout/HorizontalOrganizationChart"/>
    <dgm:cxn modelId="{C7100431-11FB-4CC0-A214-304FC442C3C6}" type="presOf" srcId="{18BA945E-CDA6-4C06-84C9-B5F4819F945E}" destId="{DCA0D5B7-14C9-4195-A93E-B725E4B70B37}" srcOrd="1" destOrd="0" presId="urn:microsoft.com/office/officeart/2009/3/layout/HorizontalOrganizationChart"/>
    <dgm:cxn modelId="{94B19134-1D81-41C3-A1CA-E8E550EC2196}" type="presOf" srcId="{C4AA59AD-75E5-46CD-B737-F2831A0DCB75}" destId="{69FF5F8A-6DD3-4EBF-966F-8D5E40B3CF4B}" srcOrd="0" destOrd="0" presId="urn:microsoft.com/office/officeart/2009/3/layout/HorizontalOrganizationChart"/>
    <dgm:cxn modelId="{85603636-27DB-4031-A163-791E2F98B7F3}" type="presOf" srcId="{C4AA59AD-75E5-46CD-B737-F2831A0DCB75}" destId="{DBAA4560-9304-4ED0-AEBB-37602DC9356C}" srcOrd="1" destOrd="0" presId="urn:microsoft.com/office/officeart/2009/3/layout/HorizontalOrganizationChart"/>
    <dgm:cxn modelId="{6A603C37-3DF6-49D5-81BB-17F6B9902418}" srcId="{EFA7398E-091E-436D-979D-167544E59635}" destId="{C4AA59AD-75E5-46CD-B737-F2831A0DCB75}" srcOrd="0" destOrd="0" parTransId="{CCE2885F-FDA8-44E7-B082-F03DFE089616}" sibTransId="{12001BC1-2E81-4D68-BF90-2F59E97B168E}"/>
    <dgm:cxn modelId="{BFCCC938-A9CA-431E-9086-748929FFDB80}" type="presOf" srcId="{5D28620F-5F36-4633-85CD-2C3C642BC824}" destId="{8DBE3AA5-5F68-4378-97B2-26328B6B3A8A}" srcOrd="0" destOrd="0" presId="urn:microsoft.com/office/officeart/2009/3/layout/HorizontalOrganizationChart"/>
    <dgm:cxn modelId="{35E2983A-AB6E-42DA-810D-D6FC73F6F6DE}" type="presOf" srcId="{FABB26F6-0C5C-4B3B-95BA-B9F342A6C48C}" destId="{9C3029BA-0671-434D-8811-3DFE2EEB02E8}" srcOrd="1" destOrd="0" presId="urn:microsoft.com/office/officeart/2009/3/layout/HorizontalOrganizationChart"/>
    <dgm:cxn modelId="{EB4F343E-7131-4956-9356-3A56B571EC1D}" type="presOf" srcId="{E958FE96-0700-43F6-97F6-C13F54FEA322}" destId="{3BDBCF45-881C-442B-AC71-B6A6169B9A08}" srcOrd="0" destOrd="0" presId="urn:microsoft.com/office/officeart/2009/3/layout/HorizontalOrganizationChart"/>
    <dgm:cxn modelId="{416EF140-808B-43D3-9760-41AE759BFDB8}" type="presOf" srcId="{1D3EC7D7-2119-4F46-A2A8-949036A23D6D}" destId="{C48657B3-8D9C-4909-9363-404F8C221C2E}" srcOrd="0" destOrd="0" presId="urn:microsoft.com/office/officeart/2009/3/layout/HorizontalOrganizationChart"/>
    <dgm:cxn modelId="{F04B315C-73C8-4CB2-A02E-7651C04169E9}" type="presOf" srcId="{5D34E1F2-6019-434C-AF2C-EC6D38488BAB}" destId="{FEADFA90-26F8-4E48-B7AE-EA3CD0DC40BF}" srcOrd="0" destOrd="0" presId="urn:microsoft.com/office/officeart/2009/3/layout/HorizontalOrganizationChart"/>
    <dgm:cxn modelId="{F17D7541-F191-42C9-BF0F-913E20842EE9}" type="presOf" srcId="{5160B0B0-3DAA-46B9-8032-E5428286FB75}" destId="{F9ADA109-EA70-44A6-BD0C-84F0744DF8E9}" srcOrd="0" destOrd="0" presId="urn:microsoft.com/office/officeart/2009/3/layout/HorizontalOrganizationChart"/>
    <dgm:cxn modelId="{8F527462-0F41-4945-977F-9AE3A18A1B6E}" type="presOf" srcId="{58BA07F5-E148-4F3E-9698-A2F5B6C27CAE}" destId="{20B8DE26-503E-4196-987C-384B51B066E3}" srcOrd="1" destOrd="0" presId="urn:microsoft.com/office/officeart/2009/3/layout/HorizontalOrganizationChart"/>
    <dgm:cxn modelId="{BE691763-E169-49C2-873F-C94658696A02}" type="presOf" srcId="{137C253F-002D-4F27-A2DF-C4A967AC31A8}" destId="{B0BA1494-7E60-419E-A4C2-966A924F4B36}" srcOrd="1" destOrd="0" presId="urn:microsoft.com/office/officeart/2009/3/layout/HorizontalOrganizationChart"/>
    <dgm:cxn modelId="{3A9A3643-D838-43A4-8512-6994717FE2AB}" srcId="{D66E83B1-67E2-4C2F-8EC3-C11C2F07DEEA}" destId="{18BA945E-CDA6-4C06-84C9-B5F4819F945E}" srcOrd="1" destOrd="0" parTransId="{3E3340AB-52A1-4B04-B464-189D1D187F92}" sibTransId="{C1BDC54D-50A7-4832-BB0C-74F182119F1E}"/>
    <dgm:cxn modelId="{2F270865-72E5-4067-8B4C-BD6FAF31D24C}" type="presOf" srcId="{9B046E6E-4B40-4F5E-9209-193474064AE1}" destId="{193E3CDB-15E3-483D-A086-3C6FB5D1C66D}" srcOrd="0" destOrd="0" presId="urn:microsoft.com/office/officeart/2009/3/layout/HorizontalOrganizationChart"/>
    <dgm:cxn modelId="{13D64F67-F13E-4730-8735-D019E4280ED9}" srcId="{18BA945E-CDA6-4C06-84C9-B5F4819F945E}" destId="{E958FE96-0700-43F6-97F6-C13F54FEA322}" srcOrd="1" destOrd="0" parTransId="{5D34E1F2-6019-434C-AF2C-EC6D38488BAB}" sibTransId="{47B68835-B067-4346-AF99-EB63DAA9B806}"/>
    <dgm:cxn modelId="{7F809848-0DFD-41E1-8D55-160FA3E8D233}" srcId="{7BF7E72C-4E0F-446F-92D3-016CE536F037}" destId="{13163F57-30C0-49CB-B3A6-F5564F375FD9}" srcOrd="1" destOrd="0" parTransId="{0D190A79-AAD5-4495-8251-9384EE37CBEE}" sibTransId="{A7F8AA26-EF20-4774-95D2-40AB1C266AEE}"/>
    <dgm:cxn modelId="{0277D368-0DCA-4784-83FC-06AD6E436CBB}" type="presOf" srcId="{EAC86BD9-883E-44CD-82D3-89AEB7B2D8D3}" destId="{08E3CF2A-4DC4-4E58-9416-BDDF3A084A4E}" srcOrd="0" destOrd="0" presId="urn:microsoft.com/office/officeart/2009/3/layout/HorizontalOrganizationChart"/>
    <dgm:cxn modelId="{D4ABF069-7E6A-4E3E-9D53-A74F4A0683CB}" type="presOf" srcId="{18BA945E-CDA6-4C06-84C9-B5F4819F945E}" destId="{C8F7F304-A14E-4F8C-B490-6B0D99B09DDA}" srcOrd="0" destOrd="0" presId="urn:microsoft.com/office/officeart/2009/3/layout/HorizontalOrganizationChart"/>
    <dgm:cxn modelId="{17F0FE4E-8448-4AFD-BB5E-595EF8F97635}" type="presOf" srcId="{0D190A79-AAD5-4495-8251-9384EE37CBEE}" destId="{A7127B0C-B471-49ED-BE41-FB60BD38191A}" srcOrd="0" destOrd="0" presId="urn:microsoft.com/office/officeart/2009/3/layout/HorizontalOrganizationChart"/>
    <dgm:cxn modelId="{EC845D72-BB95-4E92-8B57-585F7074CEF9}" type="presOf" srcId="{58BA07F5-E148-4F3E-9698-A2F5B6C27CAE}" destId="{729791A8-E393-4A93-9A2C-FA6AE7F8B55F}" srcOrd="0" destOrd="0" presId="urn:microsoft.com/office/officeart/2009/3/layout/HorizontalOrganizationChart"/>
    <dgm:cxn modelId="{CD584F72-FF81-41E0-92FF-0169D3037E2B}" type="presOf" srcId="{256A0552-4669-4D13-9F68-B01360B524C9}" destId="{E54D22E4-5BA3-4EEC-B2DB-81C58C6D4777}" srcOrd="1" destOrd="0" presId="urn:microsoft.com/office/officeart/2009/3/layout/HorizontalOrganizationChart"/>
    <dgm:cxn modelId="{05105E73-2998-4061-AA89-D6EF15061C74}" type="presOf" srcId="{280F6F8A-F89E-46E6-824E-1117E5D777C8}" destId="{C3F7346D-6FDC-4AB9-AC91-807D672505CD}" srcOrd="0" destOrd="0" presId="urn:microsoft.com/office/officeart/2009/3/layout/HorizontalOrganizationChart"/>
    <dgm:cxn modelId="{1DF87474-6EB6-4BE6-BA82-A9857B96FFA6}" type="presOf" srcId="{B87A95AF-52E2-4436-BCA5-A2F2A8A6601A}" destId="{7561933A-58B3-4EB4-81C9-48BF7C749057}" srcOrd="0" destOrd="0" presId="urn:microsoft.com/office/officeart/2009/3/layout/HorizontalOrganizationChart"/>
    <dgm:cxn modelId="{0F0DCC54-A5C6-47B1-AC5E-C5D50894C1A9}" type="presOf" srcId="{737BA34C-FE2D-47D8-8108-5669817E7517}" destId="{B6A6C214-CDD7-4FAC-87BE-4BDB97466B78}" srcOrd="0" destOrd="0" presId="urn:microsoft.com/office/officeart/2009/3/layout/HorizontalOrganizationChart"/>
    <dgm:cxn modelId="{FAFAE77B-BDED-4CE7-BFBC-38EE769F22BD}" type="presOf" srcId="{256A0552-4669-4D13-9F68-B01360B524C9}" destId="{4867689D-1E09-4110-9229-69F19A1AABBE}" srcOrd="0" destOrd="0" presId="urn:microsoft.com/office/officeart/2009/3/layout/HorizontalOrganizationChart"/>
    <dgm:cxn modelId="{DE074E7C-CFA1-4882-BC73-304C48C76A5F}" type="presOf" srcId="{0D1606AA-DAF8-4801-8DC2-01500766639D}" destId="{22D69204-7B34-4DD2-93A5-8B92FB670F1F}" srcOrd="0" destOrd="0" presId="urn:microsoft.com/office/officeart/2009/3/layout/HorizontalOrganizationChart"/>
    <dgm:cxn modelId="{0F94DE7C-761F-428E-80FC-8A2DD17F47EF}" type="presOf" srcId="{2D695CF7-0E5C-48DE-87AF-2B6CCA5A7020}" destId="{7AD64FD5-B238-4429-BC89-BCC2B76578A1}" srcOrd="0" destOrd="0" presId="urn:microsoft.com/office/officeart/2009/3/layout/HorizontalOrganizationChart"/>
    <dgm:cxn modelId="{D3D8CB80-3606-4259-91BA-B32F899991F9}" type="presOf" srcId="{2D695CF7-0E5C-48DE-87AF-2B6CCA5A7020}" destId="{1A3D357F-6DCA-4C4E-9F61-988ED43AC54D}" srcOrd="1" destOrd="0" presId="urn:microsoft.com/office/officeart/2009/3/layout/HorizontalOrganizationChart"/>
    <dgm:cxn modelId="{84E29B81-DB0F-40B3-9529-F03AC55600D7}" srcId="{3B6D6B4F-6DAE-43AF-89BF-862249FCDAF1}" destId="{96B803C4-7100-4F0D-906B-A1B671DD16CC}" srcOrd="2" destOrd="0" parTransId="{8E79E24F-6EAE-467F-AE39-B05CE9AADAAA}" sibTransId="{CFFE43A9-63E1-4834-BEC6-3391F958AEED}"/>
    <dgm:cxn modelId="{61BD0382-FDA9-420C-B93D-C584A0170EAE}" srcId="{5160B0B0-3DAA-46B9-8032-E5428286FB75}" destId="{3B6D6B4F-6DAE-43AF-89BF-862249FCDAF1}" srcOrd="0" destOrd="0" parTransId="{940FFA11-5249-4D58-8E66-A1CB18A9D634}" sibTransId="{1536CA02-9D29-4C8F-B0E1-9390B1864A72}"/>
    <dgm:cxn modelId="{83A3ED83-6EC2-4F08-B3A4-344FD02E3FB0}" type="presOf" srcId="{8B36C546-F856-4606-A14E-D723CC19ACD1}" destId="{CBDF725A-B485-4ACE-973B-1C04A0CF5159}" srcOrd="0" destOrd="0" presId="urn:microsoft.com/office/officeart/2009/3/layout/HorizontalOrganizationChart"/>
    <dgm:cxn modelId="{D7AD9E84-1B5E-4EF5-984E-3BB6ED9AD6F1}" type="presOf" srcId="{F27B12A5-C8BB-48BA-A213-FCC4333EDD9F}" destId="{32E28218-4C56-4DFA-94B6-62CADCA23FD7}" srcOrd="1" destOrd="0" presId="urn:microsoft.com/office/officeart/2009/3/layout/HorizontalOrganizationChart"/>
    <dgm:cxn modelId="{A16E4285-3F2B-4887-83EF-B42B5DB4A22E}" srcId="{96B803C4-7100-4F0D-906B-A1B671DD16CC}" destId="{5D28620F-5F36-4633-85CD-2C3C642BC824}" srcOrd="1" destOrd="0" parTransId="{E48F0B65-F302-49C8-9519-550A40BC513C}" sibTransId="{D9BE448F-3958-4890-AED5-98FF1C7CF1CE}"/>
    <dgm:cxn modelId="{6B623C89-2045-42DC-AC2B-E58DDE17DB42}" type="presOf" srcId="{3B6D6B4F-6DAE-43AF-89BF-862249FCDAF1}" destId="{C8E210BF-E856-4951-ADFE-EEDE8D9C8141}" srcOrd="0" destOrd="0" presId="urn:microsoft.com/office/officeart/2009/3/layout/HorizontalOrganizationChart"/>
    <dgm:cxn modelId="{AA044789-247A-4ED6-B5E8-07D61BA536DE}" type="presOf" srcId="{13163F57-30C0-49CB-B3A6-F5564F375FD9}" destId="{0CEA386C-06A6-4F01-9B98-47730E17DB80}" srcOrd="1" destOrd="0" presId="urn:microsoft.com/office/officeart/2009/3/layout/HorizontalOrganizationChart"/>
    <dgm:cxn modelId="{2C5F2395-B207-4DCB-9634-1E05CD083465}" type="presOf" srcId="{3B6D6B4F-6DAE-43AF-89BF-862249FCDAF1}" destId="{579DEEF9-6C25-4EF7-A5F6-130E4701610D}" srcOrd="1" destOrd="0" presId="urn:microsoft.com/office/officeart/2009/3/layout/HorizontalOrganizationChart"/>
    <dgm:cxn modelId="{96FBFC97-6480-4C11-9F72-386FB4A89A5D}" type="presOf" srcId="{0D1606AA-DAF8-4801-8DC2-01500766639D}" destId="{2AB17954-F504-48CB-A045-5470386F7E8D}" srcOrd="1" destOrd="0" presId="urn:microsoft.com/office/officeart/2009/3/layout/HorizontalOrganizationChart"/>
    <dgm:cxn modelId="{2AF78998-0761-465F-BB1A-EC900206E177}" srcId="{EFA7398E-091E-436D-979D-167544E59635}" destId="{06CF80F7-768B-4B4C-9131-7AEFF4CFB6D5}" srcOrd="3" destOrd="0" parTransId="{A07B75AD-874E-4EC1-B6CB-33EFF3BB8349}" sibTransId="{CE9B9FB3-8D29-4BDE-BCD6-7E6F4DDBF3E9}"/>
    <dgm:cxn modelId="{188C729E-ECEC-4727-BC77-E3C403D6DF2D}" type="presOf" srcId="{879B6BE7-ED29-4466-9351-5235B00AA0CC}" destId="{7AB8B1F8-0EDA-492F-B149-3DCBDF827773}" srcOrd="0" destOrd="0" presId="urn:microsoft.com/office/officeart/2009/3/layout/HorizontalOrganizationChart"/>
    <dgm:cxn modelId="{BDA1A1A0-9818-4578-AE56-A557DFFE53FF}" type="presOf" srcId="{EFA7398E-091E-436D-979D-167544E59635}" destId="{1603A8D6-D6B6-4F70-BCC8-9E01FF4D4028}" srcOrd="0" destOrd="0" presId="urn:microsoft.com/office/officeart/2009/3/layout/HorizontalOrganizationChart"/>
    <dgm:cxn modelId="{474010A4-3F1B-4264-BE98-3A638E092490}" type="presOf" srcId="{FABB26F6-0C5C-4B3B-95BA-B9F342A6C48C}" destId="{672E47B1-C397-426A-B2FB-FFF8D43C3E1F}" srcOrd="0" destOrd="0" presId="urn:microsoft.com/office/officeart/2009/3/layout/HorizontalOrganizationChart"/>
    <dgm:cxn modelId="{F637E8A4-4D2E-44F2-B4B1-7C974C65A1B0}" type="presOf" srcId="{B87A95AF-52E2-4436-BCA5-A2F2A8A6601A}" destId="{71A1659A-535A-44B4-A195-D19A7075486E}" srcOrd="1" destOrd="0" presId="urn:microsoft.com/office/officeart/2009/3/layout/HorizontalOrganizationChart"/>
    <dgm:cxn modelId="{8A7975A6-EE7D-459B-B354-F0F63B291A16}" type="presOf" srcId="{796C241E-9DF7-43AF-9DEB-514D085AB686}" destId="{61F17666-8B2F-4103-A3C5-40D953A1C4B1}" srcOrd="0" destOrd="0" presId="urn:microsoft.com/office/officeart/2009/3/layout/HorizontalOrganizationChart"/>
    <dgm:cxn modelId="{FD53E7A8-3A3E-4D1A-AC04-965D90FA36D7}" type="presOf" srcId="{164EDA39-E3FF-4002-B9A1-7AEE0DF5470D}" destId="{21F14E94-2B79-40D3-9F10-FCF220E0394B}" srcOrd="1" destOrd="0" presId="urn:microsoft.com/office/officeart/2009/3/layout/HorizontalOrganizationChart"/>
    <dgm:cxn modelId="{272067AB-53B2-4D07-8D22-89204AEBBE5C}" type="presOf" srcId="{BD913AE7-3A32-4146-A867-820A7E0D0A33}" destId="{95491267-118B-431C-B6E2-0A3212FF353E}" srcOrd="0" destOrd="0" presId="urn:microsoft.com/office/officeart/2009/3/layout/HorizontalOrganizationChart"/>
    <dgm:cxn modelId="{BF5916B5-DE50-4AFD-BA22-6C61BB2B215C}" type="presOf" srcId="{8E79E24F-6EAE-467F-AE39-B05CE9AADAAA}" destId="{AEAF602C-3C93-4700-875E-66756EEB2B78}" srcOrd="0" destOrd="0" presId="urn:microsoft.com/office/officeart/2009/3/layout/HorizontalOrganizationChart"/>
    <dgm:cxn modelId="{937476B5-D594-49C0-AF8F-808E6431430E}" type="presOf" srcId="{3E3340AB-52A1-4B04-B464-189D1D187F92}" destId="{AB6510E4-88BA-4E3D-906B-A581A7D29C1F}" srcOrd="0" destOrd="0" presId="urn:microsoft.com/office/officeart/2009/3/layout/HorizontalOrganizationChart"/>
    <dgm:cxn modelId="{7AC822B7-B83D-4CDE-AC69-592C1BE5215E}" type="presOf" srcId="{E958FE96-0700-43F6-97F6-C13F54FEA322}" destId="{4D83731E-AB73-4A17-BF6C-79AE85079201}" srcOrd="1" destOrd="0" presId="urn:microsoft.com/office/officeart/2009/3/layout/HorizontalOrganizationChart"/>
    <dgm:cxn modelId="{C36960B7-85B7-4365-89FA-9B370BC42E0C}" type="presOf" srcId="{07B7DCD3-1B72-4F4C-92EA-52D87735C562}" destId="{4980890A-FEE8-419B-AF3B-D832D6E2525A}" srcOrd="0" destOrd="0" presId="urn:microsoft.com/office/officeart/2009/3/layout/HorizontalOrganizationChart"/>
    <dgm:cxn modelId="{6CC99BB8-0960-40C8-B80D-5CEF5879471A}" type="presOf" srcId="{5D28620F-5F36-4633-85CD-2C3C642BC824}" destId="{B87B7C00-0CA7-4A96-AABA-D1ED8FC0AEFC}" srcOrd="1" destOrd="0" presId="urn:microsoft.com/office/officeart/2009/3/layout/HorizontalOrganizationChart"/>
    <dgm:cxn modelId="{8AC1C3BA-B137-466C-9B3B-E2804B31AA9F}" type="presOf" srcId="{7BF7E72C-4E0F-446F-92D3-016CE536F037}" destId="{26791B1E-B1F7-4B61-97AD-A0B5F38C08F6}" srcOrd="0" destOrd="0" presId="urn:microsoft.com/office/officeart/2009/3/layout/HorizontalOrganizationChart"/>
    <dgm:cxn modelId="{362A52BF-7B0A-4A3C-A6D9-F7F4B5663E42}" srcId="{EFA7398E-091E-436D-979D-167544E59635}" destId="{280F6F8A-F89E-46E6-824E-1117E5D777C8}" srcOrd="2" destOrd="0" parTransId="{07B7DCD3-1B72-4F4C-92EA-52D87735C562}" sibTransId="{73DE529E-0CE1-4452-8A97-916F8FEFCE81}"/>
    <dgm:cxn modelId="{C78FACBF-E6B6-4391-BC5E-7401C8AC6DA6}" type="presOf" srcId="{280F6F8A-F89E-46E6-824E-1117E5D777C8}" destId="{3AE214B7-DB70-4352-9907-C1A10C9A61AC}" srcOrd="1" destOrd="0" presId="urn:microsoft.com/office/officeart/2009/3/layout/HorizontalOrganizationChart"/>
    <dgm:cxn modelId="{1D593FC3-BE07-4A44-8AE2-403B74919F15}" srcId="{EFA7398E-091E-436D-979D-167544E59635}" destId="{137C253F-002D-4F27-A2DF-C4A967AC31A8}" srcOrd="1" destOrd="0" parTransId="{1D3EC7D7-2119-4F46-A2A8-949036A23D6D}" sibTransId="{65E4AEC3-D71F-464F-A9D0-8E1D85786F09}"/>
    <dgm:cxn modelId="{C53B48CE-AE67-42C0-934E-E5ABD91D8751}" type="presOf" srcId="{7BF7E72C-4E0F-446F-92D3-016CE536F037}" destId="{CFCDC734-2C21-466B-8846-746E870BC8C7}" srcOrd="1" destOrd="0" presId="urn:microsoft.com/office/officeart/2009/3/layout/HorizontalOrganizationChart"/>
    <dgm:cxn modelId="{7BAD3ED0-4BC5-478B-88C1-E922C7F9B7E1}" type="presOf" srcId="{D66E83B1-67E2-4C2F-8EC3-C11C2F07DEEA}" destId="{D21B0D53-EF34-4886-900A-68BE5E47FCD7}" srcOrd="0" destOrd="0" presId="urn:microsoft.com/office/officeart/2009/3/layout/HorizontalOrganizationChart"/>
    <dgm:cxn modelId="{91949FD2-50B1-4A13-8394-3079551468B5}" type="presOf" srcId="{8B36C546-F856-4606-A14E-D723CC19ACD1}" destId="{7B2D3261-F5D1-446C-9F04-E781D6A9BE84}" srcOrd="1" destOrd="0" presId="urn:microsoft.com/office/officeart/2009/3/layout/HorizontalOrganizationChart"/>
    <dgm:cxn modelId="{9073BCD2-D843-4E37-9296-BB5236E03C05}" type="presOf" srcId="{06CF80F7-768B-4B4C-9131-7AEFF4CFB6D5}" destId="{6AAD44FD-7BA2-4CA8-A446-16725CA0E6AA}" srcOrd="1" destOrd="0" presId="urn:microsoft.com/office/officeart/2009/3/layout/HorizontalOrganizationChart"/>
    <dgm:cxn modelId="{E49D28D4-D4B2-4510-BD9F-13B0185F8DBF}" srcId="{D7F194C9-460D-4428-8DAD-27328876CD00}" destId="{EFA7398E-091E-436D-979D-167544E59635}" srcOrd="2" destOrd="0" parTransId="{BD913AE7-3A32-4146-A867-820A7E0D0A33}" sibTransId="{75A64FD6-1637-40DA-A5A7-433102597A4B}"/>
    <dgm:cxn modelId="{25EB05D9-19A4-44D9-9705-374A420B6C31}" srcId="{D66E83B1-67E2-4C2F-8EC3-C11C2F07DEEA}" destId="{256A0552-4669-4D13-9F68-B01360B524C9}" srcOrd="0" destOrd="0" parTransId="{9B046E6E-4B40-4F5E-9209-193474064AE1}" sibTransId="{63976616-C7D4-4B94-924E-74BBD7DEF54C}"/>
    <dgm:cxn modelId="{912909DA-FCBA-4669-BE9C-464A17A141E5}" srcId="{18BA945E-CDA6-4C06-84C9-B5F4819F945E}" destId="{FABB26F6-0C5C-4B3B-95BA-B9F342A6C48C}" srcOrd="0" destOrd="0" parTransId="{796C241E-9DF7-43AF-9DEB-514D085AB686}" sibTransId="{AB5B4973-3BFB-4A3F-9B88-0BB852A62B56}"/>
    <dgm:cxn modelId="{1B9D02DB-0557-4ABD-87E1-F369D5F23149}" type="presOf" srcId="{0BA92AC5-3F40-4747-9E5D-BE77917B0737}" destId="{881E151F-DE0C-4822-AA43-3C613FCC4431}" srcOrd="0" destOrd="0" presId="urn:microsoft.com/office/officeart/2009/3/layout/HorizontalOrganizationChart"/>
    <dgm:cxn modelId="{49FA9FDC-77CF-4C1F-A267-1CED02C985A2}" type="presOf" srcId="{E9739ECA-D623-449C-A8FD-DF85E33A29E5}" destId="{39D89538-BD51-44DB-873F-7A70B69C2E07}" srcOrd="0" destOrd="0" presId="urn:microsoft.com/office/officeart/2009/3/layout/HorizontalOrganizationChart"/>
    <dgm:cxn modelId="{988184DD-5485-4D2E-AD70-631823EF67C0}" type="presOf" srcId="{F27B12A5-C8BB-48BA-A213-FCC4333EDD9F}" destId="{6F9ECD70-F0AE-4EE3-B985-925B258A904F}" srcOrd="0" destOrd="0" presId="urn:microsoft.com/office/officeart/2009/3/layout/HorizontalOrganizationChart"/>
    <dgm:cxn modelId="{E20991DD-B960-4FB3-A66C-7714C8FDAA0E}" srcId="{B87A95AF-52E2-4436-BCA5-A2F2A8A6601A}" destId="{8B36C546-F856-4606-A14E-D723CC19ACD1}" srcOrd="1" destOrd="0" parTransId="{BBD090C1-973C-42AF-9055-3630AC93A408}" sibTransId="{A5CB252F-B99C-454B-AB0D-1FDC669ECFD3}"/>
    <dgm:cxn modelId="{4B6CD6DD-7CD6-4272-8699-46B5344E4F50}" type="presOf" srcId="{BAF8CEF6-BB86-4CF5-B8FE-E22AE83CABC0}" destId="{A477E907-F5DA-4B60-ADC6-3834BD45A9F0}" srcOrd="0" destOrd="0" presId="urn:microsoft.com/office/officeart/2009/3/layout/HorizontalOrganizationChart"/>
    <dgm:cxn modelId="{F469F6DE-5B98-4D10-9F19-837993C1DC2E}" srcId="{B87A95AF-52E2-4436-BCA5-A2F2A8A6601A}" destId="{58BA07F5-E148-4F3E-9698-A2F5B6C27CAE}" srcOrd="0" destOrd="0" parTransId="{EAC86BD9-883E-44CD-82D3-89AEB7B2D8D3}" sibTransId="{7C3773F9-224B-4F09-BDD6-3500ACB40E1D}"/>
    <dgm:cxn modelId="{717EB3E0-8EBC-4A07-B01E-8B8D5C0E145A}" type="presOf" srcId="{AC509E5B-B2B8-4EF3-8492-5E63E990A724}" destId="{347AB462-9920-4005-9523-427A9FD0D6D4}" srcOrd="0" destOrd="0" presId="urn:microsoft.com/office/officeart/2009/3/layout/HorizontalOrganizationChart"/>
    <dgm:cxn modelId="{825519E2-9A04-4745-9021-FA225D366AA8}" type="presOf" srcId="{D7F194C9-460D-4428-8DAD-27328876CD00}" destId="{BE9488E2-9C27-483B-B140-932C121D667B}" srcOrd="0" destOrd="0" presId="urn:microsoft.com/office/officeart/2009/3/layout/HorizontalOrganizationChart"/>
    <dgm:cxn modelId="{180577E7-D9A8-405D-9791-8CFB2B323F59}" type="presOf" srcId="{D7F194C9-460D-4428-8DAD-27328876CD00}" destId="{C6DD4916-BE24-4DAF-983C-FC9F7FC647B6}" srcOrd="1" destOrd="0" presId="urn:microsoft.com/office/officeart/2009/3/layout/HorizontalOrganizationChart"/>
    <dgm:cxn modelId="{0A874EED-6616-4E28-BFA4-2C91532CB4DC}" type="presOf" srcId="{8B8CE38B-7826-4712-8494-ACE0CB55BE79}" destId="{E90EA27F-470A-49EF-A43B-E544A980766E}" srcOrd="0" destOrd="0" presId="urn:microsoft.com/office/officeart/2009/3/layout/HorizontalOrganizationChart"/>
    <dgm:cxn modelId="{F51488EE-0B09-4953-B590-CF0D3C1AFBC2}" type="presOf" srcId="{06CF80F7-768B-4B4C-9131-7AEFF4CFB6D5}" destId="{936D299E-4C0E-4018-99EA-7AA1360BEB46}" srcOrd="0" destOrd="0" presId="urn:microsoft.com/office/officeart/2009/3/layout/HorizontalOrganizationChart"/>
    <dgm:cxn modelId="{46A151FB-C297-4516-92A1-1872D007D42D}" type="presOf" srcId="{A07B75AD-874E-4EC1-B6CB-33EFF3BB8349}" destId="{035AEF21-827E-49A6-AB55-8F3D517366A5}" srcOrd="0" destOrd="0" presId="urn:microsoft.com/office/officeart/2009/3/layout/HorizontalOrganizationChart"/>
    <dgm:cxn modelId="{2C604FFF-1693-4956-951B-A0E66D710FE9}" srcId="{D7F194C9-460D-4428-8DAD-27328876CD00}" destId="{2D695CF7-0E5C-48DE-87AF-2B6CCA5A7020}" srcOrd="0" destOrd="0" parTransId="{737BA34C-FE2D-47D8-8108-5669817E7517}" sibTransId="{95965953-C576-496D-B136-A4FEFB640657}"/>
    <dgm:cxn modelId="{0967D275-E716-48F4-ACB5-28DEB5E8FC12}" type="presParOf" srcId="{F9ADA109-EA70-44A6-BD0C-84F0744DF8E9}" destId="{210334DD-E28A-47FD-9467-5627072A2D47}" srcOrd="0" destOrd="0" presId="urn:microsoft.com/office/officeart/2009/3/layout/HorizontalOrganizationChart"/>
    <dgm:cxn modelId="{FEE33F86-77E0-4910-A4DE-0EE1611943E9}" type="presParOf" srcId="{210334DD-E28A-47FD-9467-5627072A2D47}" destId="{29510DE1-08C0-474B-908A-21BCCF9D6751}" srcOrd="0" destOrd="0" presId="urn:microsoft.com/office/officeart/2009/3/layout/HorizontalOrganizationChart"/>
    <dgm:cxn modelId="{FD6FDDAE-CB05-4E60-AFB7-56B359263D97}" type="presParOf" srcId="{29510DE1-08C0-474B-908A-21BCCF9D6751}" destId="{C8E210BF-E856-4951-ADFE-EEDE8D9C8141}" srcOrd="0" destOrd="0" presId="urn:microsoft.com/office/officeart/2009/3/layout/HorizontalOrganizationChart"/>
    <dgm:cxn modelId="{D8CD04CD-E8CA-45F7-888F-6C14F8392BDC}" type="presParOf" srcId="{29510DE1-08C0-474B-908A-21BCCF9D6751}" destId="{579DEEF9-6C25-4EF7-A5F6-130E4701610D}" srcOrd="1" destOrd="0" presId="urn:microsoft.com/office/officeart/2009/3/layout/HorizontalOrganizationChart"/>
    <dgm:cxn modelId="{10CFBA36-B646-4831-B7D4-7CBDAC8A8461}" type="presParOf" srcId="{210334DD-E28A-47FD-9467-5627072A2D47}" destId="{4AE3D426-0B39-45FA-8402-B4CC904927EF}" srcOrd="1" destOrd="0" presId="urn:microsoft.com/office/officeart/2009/3/layout/HorizontalOrganizationChart"/>
    <dgm:cxn modelId="{A4298324-5131-4429-AFCA-8CA35B76C1CD}" type="presParOf" srcId="{4AE3D426-0B39-45FA-8402-B4CC904927EF}" destId="{347AB462-9920-4005-9523-427A9FD0D6D4}" srcOrd="0" destOrd="0" presId="urn:microsoft.com/office/officeart/2009/3/layout/HorizontalOrganizationChart"/>
    <dgm:cxn modelId="{FF347A7E-69AA-4173-AFDB-3B9B873997B2}" type="presParOf" srcId="{4AE3D426-0B39-45FA-8402-B4CC904927EF}" destId="{0388BFDB-F9F2-4A77-A61B-C4F00CE9D1A9}" srcOrd="1" destOrd="0" presId="urn:microsoft.com/office/officeart/2009/3/layout/HorizontalOrganizationChart"/>
    <dgm:cxn modelId="{50030676-44C1-4901-9E6D-702F8C5A0BCF}" type="presParOf" srcId="{0388BFDB-F9F2-4A77-A61B-C4F00CE9D1A9}" destId="{F31F9303-EC05-4FEC-977C-B585BE63A493}" srcOrd="0" destOrd="0" presId="urn:microsoft.com/office/officeart/2009/3/layout/HorizontalOrganizationChart"/>
    <dgm:cxn modelId="{F2523E95-3E53-4B1C-856E-766F17409E8D}" type="presParOf" srcId="{F31F9303-EC05-4FEC-977C-B585BE63A493}" destId="{26791B1E-B1F7-4B61-97AD-A0B5F38C08F6}" srcOrd="0" destOrd="0" presId="urn:microsoft.com/office/officeart/2009/3/layout/HorizontalOrganizationChart"/>
    <dgm:cxn modelId="{2A6033EA-0C29-464E-ACCB-E60D686FC2C7}" type="presParOf" srcId="{F31F9303-EC05-4FEC-977C-B585BE63A493}" destId="{CFCDC734-2C21-466B-8846-746E870BC8C7}" srcOrd="1" destOrd="0" presId="urn:microsoft.com/office/officeart/2009/3/layout/HorizontalOrganizationChart"/>
    <dgm:cxn modelId="{90783491-13FE-4827-990B-526B2E756D96}" type="presParOf" srcId="{0388BFDB-F9F2-4A77-A61B-C4F00CE9D1A9}" destId="{4FCBDE91-677D-4ABD-BCAD-2C6A6D71FD28}" srcOrd="1" destOrd="0" presId="urn:microsoft.com/office/officeart/2009/3/layout/HorizontalOrganizationChart"/>
    <dgm:cxn modelId="{0D806D03-CE3C-40C5-A31B-D4A3698FFE75}" type="presParOf" srcId="{4FCBDE91-677D-4ABD-BCAD-2C6A6D71FD28}" destId="{A477E907-F5DA-4B60-ADC6-3834BD45A9F0}" srcOrd="0" destOrd="0" presId="urn:microsoft.com/office/officeart/2009/3/layout/HorizontalOrganizationChart"/>
    <dgm:cxn modelId="{22824E77-30C0-4DB3-BD05-1ABA9A6C91DE}" type="presParOf" srcId="{4FCBDE91-677D-4ABD-BCAD-2C6A6D71FD28}" destId="{621E2FBE-0104-47FD-9925-2F32F9E60C12}" srcOrd="1" destOrd="0" presId="urn:microsoft.com/office/officeart/2009/3/layout/HorizontalOrganizationChart"/>
    <dgm:cxn modelId="{51CAF2C6-A81F-4EB4-BCAF-6DB10056D97A}" type="presParOf" srcId="{621E2FBE-0104-47FD-9925-2F32F9E60C12}" destId="{C01D45E3-7914-4699-A582-467E9823A57F}" srcOrd="0" destOrd="0" presId="urn:microsoft.com/office/officeart/2009/3/layout/HorizontalOrganizationChart"/>
    <dgm:cxn modelId="{59E27F86-1A84-4F30-A14E-CBD67A8AA3A6}" type="presParOf" srcId="{C01D45E3-7914-4699-A582-467E9823A57F}" destId="{22D69204-7B34-4DD2-93A5-8B92FB670F1F}" srcOrd="0" destOrd="0" presId="urn:microsoft.com/office/officeart/2009/3/layout/HorizontalOrganizationChart"/>
    <dgm:cxn modelId="{A31618F0-45A5-433F-ADD9-22C21C7289E1}" type="presParOf" srcId="{C01D45E3-7914-4699-A582-467E9823A57F}" destId="{2AB17954-F504-48CB-A045-5470386F7E8D}" srcOrd="1" destOrd="0" presId="urn:microsoft.com/office/officeart/2009/3/layout/HorizontalOrganizationChart"/>
    <dgm:cxn modelId="{AF1D3C7A-D97C-4719-AAD9-37BF4B213412}" type="presParOf" srcId="{621E2FBE-0104-47FD-9925-2F32F9E60C12}" destId="{31F19CAC-17B2-46E6-8F4E-7E5A61E4D7F1}" srcOrd="1" destOrd="0" presId="urn:microsoft.com/office/officeart/2009/3/layout/HorizontalOrganizationChart"/>
    <dgm:cxn modelId="{7745374D-F21B-4218-B5DA-8E52A49B3F73}" type="presParOf" srcId="{621E2FBE-0104-47FD-9925-2F32F9E60C12}" destId="{CC4C8BC8-2B3B-46D8-B37C-DDE222778813}" srcOrd="2" destOrd="0" presId="urn:microsoft.com/office/officeart/2009/3/layout/HorizontalOrganizationChart"/>
    <dgm:cxn modelId="{622C28C0-E871-4FB0-907C-75BC5E07ABC3}" type="presParOf" srcId="{4FCBDE91-677D-4ABD-BCAD-2C6A6D71FD28}" destId="{A7127B0C-B471-49ED-BE41-FB60BD38191A}" srcOrd="2" destOrd="0" presId="urn:microsoft.com/office/officeart/2009/3/layout/HorizontalOrganizationChart"/>
    <dgm:cxn modelId="{DAC81D49-9C26-40B6-8465-261BB75DA2FF}" type="presParOf" srcId="{4FCBDE91-677D-4ABD-BCAD-2C6A6D71FD28}" destId="{DE7B6635-EA7E-4E56-86B2-209DFD995348}" srcOrd="3" destOrd="0" presId="urn:microsoft.com/office/officeart/2009/3/layout/HorizontalOrganizationChart"/>
    <dgm:cxn modelId="{93DD1982-419C-4743-9D3D-C4569D7D0AC9}" type="presParOf" srcId="{DE7B6635-EA7E-4E56-86B2-209DFD995348}" destId="{5577834B-A4A8-4F8E-A9A8-52976861FBAE}" srcOrd="0" destOrd="0" presId="urn:microsoft.com/office/officeart/2009/3/layout/HorizontalOrganizationChart"/>
    <dgm:cxn modelId="{4547E81F-B4A7-4EAC-BA22-4F99D3A08B03}" type="presParOf" srcId="{5577834B-A4A8-4F8E-A9A8-52976861FBAE}" destId="{9D630D4C-9125-48F5-8B3F-F4B1E36298F3}" srcOrd="0" destOrd="0" presId="urn:microsoft.com/office/officeart/2009/3/layout/HorizontalOrganizationChart"/>
    <dgm:cxn modelId="{34B1FC5E-1A63-485D-8E6E-8B0A3A6CECFE}" type="presParOf" srcId="{5577834B-A4A8-4F8E-A9A8-52976861FBAE}" destId="{0CEA386C-06A6-4F01-9B98-47730E17DB80}" srcOrd="1" destOrd="0" presId="urn:microsoft.com/office/officeart/2009/3/layout/HorizontalOrganizationChart"/>
    <dgm:cxn modelId="{ECD464AE-5E98-496B-BD59-DE99913E2957}" type="presParOf" srcId="{DE7B6635-EA7E-4E56-86B2-209DFD995348}" destId="{5538811B-E581-4312-8348-FF03485D1214}" srcOrd="1" destOrd="0" presId="urn:microsoft.com/office/officeart/2009/3/layout/HorizontalOrganizationChart"/>
    <dgm:cxn modelId="{CC87CBA3-EE63-410F-9D36-421995AEB25B}" type="presParOf" srcId="{DE7B6635-EA7E-4E56-86B2-209DFD995348}" destId="{AF5433D0-9692-4F3A-AED4-92B08617B7F1}" srcOrd="2" destOrd="0" presId="urn:microsoft.com/office/officeart/2009/3/layout/HorizontalOrganizationChart"/>
    <dgm:cxn modelId="{D0F95A61-00E3-4804-8A56-276AA92423C8}" type="presParOf" srcId="{4FCBDE91-677D-4ABD-BCAD-2C6A6D71FD28}" destId="{E90EA27F-470A-49EF-A43B-E544A980766E}" srcOrd="4" destOrd="0" presId="urn:microsoft.com/office/officeart/2009/3/layout/HorizontalOrganizationChart"/>
    <dgm:cxn modelId="{C0CA68F7-175F-4B3A-96BB-E2AD99CCFDFB}" type="presParOf" srcId="{4FCBDE91-677D-4ABD-BCAD-2C6A6D71FD28}" destId="{2E454904-04C6-453E-A93F-0E8D807ABC60}" srcOrd="5" destOrd="0" presId="urn:microsoft.com/office/officeart/2009/3/layout/HorizontalOrganizationChart"/>
    <dgm:cxn modelId="{114239D4-2D62-4EC8-AFAB-37F548A814A0}" type="presParOf" srcId="{2E454904-04C6-453E-A93F-0E8D807ABC60}" destId="{DFA988E2-F9EE-4C0A-A22D-53603DBC53C2}" srcOrd="0" destOrd="0" presId="urn:microsoft.com/office/officeart/2009/3/layout/HorizontalOrganizationChart"/>
    <dgm:cxn modelId="{6F1611A7-DA8E-4F62-AD0F-74D6BDB04FBC}" type="presParOf" srcId="{DFA988E2-F9EE-4C0A-A22D-53603DBC53C2}" destId="{BE9488E2-9C27-483B-B140-932C121D667B}" srcOrd="0" destOrd="0" presId="urn:microsoft.com/office/officeart/2009/3/layout/HorizontalOrganizationChart"/>
    <dgm:cxn modelId="{4513A52D-CF37-4BA7-9A9A-D8D649FCA261}" type="presParOf" srcId="{DFA988E2-F9EE-4C0A-A22D-53603DBC53C2}" destId="{C6DD4916-BE24-4DAF-983C-FC9F7FC647B6}" srcOrd="1" destOrd="0" presId="urn:microsoft.com/office/officeart/2009/3/layout/HorizontalOrganizationChart"/>
    <dgm:cxn modelId="{14C4D785-4442-48AF-8EC9-99C410E7EDEF}" type="presParOf" srcId="{2E454904-04C6-453E-A93F-0E8D807ABC60}" destId="{C2160779-2E41-45F8-90F5-792F0FF59128}" srcOrd="1" destOrd="0" presId="urn:microsoft.com/office/officeart/2009/3/layout/HorizontalOrganizationChart"/>
    <dgm:cxn modelId="{149D798B-557D-474F-BDD6-DA9C564CE95F}" type="presParOf" srcId="{C2160779-2E41-45F8-90F5-792F0FF59128}" destId="{B6A6C214-CDD7-4FAC-87BE-4BDB97466B78}" srcOrd="0" destOrd="0" presId="urn:microsoft.com/office/officeart/2009/3/layout/HorizontalOrganizationChart"/>
    <dgm:cxn modelId="{7FD86603-C2DD-4C1E-BC4F-9C2299612038}" type="presParOf" srcId="{C2160779-2E41-45F8-90F5-792F0FF59128}" destId="{501FE016-40C2-42C7-BDBC-AA7C41AF2497}" srcOrd="1" destOrd="0" presId="urn:microsoft.com/office/officeart/2009/3/layout/HorizontalOrganizationChart"/>
    <dgm:cxn modelId="{CD2E84C0-2742-473A-966C-92B6BF6FED2E}" type="presParOf" srcId="{501FE016-40C2-42C7-BDBC-AA7C41AF2497}" destId="{E5344902-A4A2-4A52-85B7-60F2346870C3}" srcOrd="0" destOrd="0" presId="urn:microsoft.com/office/officeart/2009/3/layout/HorizontalOrganizationChart"/>
    <dgm:cxn modelId="{D1DDBA03-5363-4135-B278-64F206A65BFD}" type="presParOf" srcId="{E5344902-A4A2-4A52-85B7-60F2346870C3}" destId="{7AD64FD5-B238-4429-BC89-BCC2B76578A1}" srcOrd="0" destOrd="0" presId="urn:microsoft.com/office/officeart/2009/3/layout/HorizontalOrganizationChart"/>
    <dgm:cxn modelId="{EFC56423-BB28-42A6-9088-7E201FCF3068}" type="presParOf" srcId="{E5344902-A4A2-4A52-85B7-60F2346870C3}" destId="{1A3D357F-6DCA-4C4E-9F61-988ED43AC54D}" srcOrd="1" destOrd="0" presId="urn:microsoft.com/office/officeart/2009/3/layout/HorizontalOrganizationChart"/>
    <dgm:cxn modelId="{DB57E983-11FF-4009-83BC-5267A27B5974}" type="presParOf" srcId="{501FE016-40C2-42C7-BDBC-AA7C41AF2497}" destId="{4A6944C8-952D-4AA2-8FC1-AE1B191244BC}" srcOrd="1" destOrd="0" presId="urn:microsoft.com/office/officeart/2009/3/layout/HorizontalOrganizationChart"/>
    <dgm:cxn modelId="{7C97BC68-6DF9-4310-AFCC-2ECD5F92F4B4}" type="presParOf" srcId="{501FE016-40C2-42C7-BDBC-AA7C41AF2497}" destId="{8BBD6C36-78EB-4893-8633-C0B64CEE0EE1}" srcOrd="2" destOrd="0" presId="urn:microsoft.com/office/officeart/2009/3/layout/HorizontalOrganizationChart"/>
    <dgm:cxn modelId="{49C2E531-FAC9-4AFE-A17D-8D0448D5A492}" type="presParOf" srcId="{C2160779-2E41-45F8-90F5-792F0FF59128}" destId="{39D89538-BD51-44DB-873F-7A70B69C2E07}" srcOrd="2" destOrd="0" presId="urn:microsoft.com/office/officeart/2009/3/layout/HorizontalOrganizationChart"/>
    <dgm:cxn modelId="{9072E311-D4E2-4C86-B027-CB61F0167B80}" type="presParOf" srcId="{C2160779-2E41-45F8-90F5-792F0FF59128}" destId="{415197D1-A7E5-496D-8928-63F934DFE223}" srcOrd="3" destOrd="0" presId="urn:microsoft.com/office/officeart/2009/3/layout/HorizontalOrganizationChart"/>
    <dgm:cxn modelId="{80762A3E-5126-4FB7-A101-E37DD972476A}" type="presParOf" srcId="{415197D1-A7E5-496D-8928-63F934DFE223}" destId="{340C3546-5A3E-403A-A775-4A381D73BAE3}" srcOrd="0" destOrd="0" presId="urn:microsoft.com/office/officeart/2009/3/layout/HorizontalOrganizationChart"/>
    <dgm:cxn modelId="{2121EC36-22C4-4645-8A26-D568305C7F27}" type="presParOf" srcId="{340C3546-5A3E-403A-A775-4A381D73BAE3}" destId="{D2173092-EEAD-49B8-A945-C4EE36765139}" srcOrd="0" destOrd="0" presId="urn:microsoft.com/office/officeart/2009/3/layout/HorizontalOrganizationChart"/>
    <dgm:cxn modelId="{5C2669E2-479D-4BAF-8AD9-B31F5BDD0F50}" type="presParOf" srcId="{340C3546-5A3E-403A-A775-4A381D73BAE3}" destId="{21F14E94-2B79-40D3-9F10-FCF220E0394B}" srcOrd="1" destOrd="0" presId="urn:microsoft.com/office/officeart/2009/3/layout/HorizontalOrganizationChart"/>
    <dgm:cxn modelId="{09B0606B-F06D-4072-9B2E-7282948A1556}" type="presParOf" srcId="{415197D1-A7E5-496D-8928-63F934DFE223}" destId="{F7EED1BA-3E56-49A7-893E-AC7A8B6373FC}" srcOrd="1" destOrd="0" presId="urn:microsoft.com/office/officeart/2009/3/layout/HorizontalOrganizationChart"/>
    <dgm:cxn modelId="{E6C8853E-F7A0-4F9C-9BEA-DCA635C6BCF7}" type="presParOf" srcId="{415197D1-A7E5-496D-8928-63F934DFE223}" destId="{C19BA222-7DEC-4D83-B72A-FC02128EF74C}" srcOrd="2" destOrd="0" presId="urn:microsoft.com/office/officeart/2009/3/layout/HorizontalOrganizationChart"/>
    <dgm:cxn modelId="{092773AB-33F9-4AEE-A34F-522B892C445F}" type="presParOf" srcId="{C2160779-2E41-45F8-90F5-792F0FF59128}" destId="{95491267-118B-431C-B6E2-0A3212FF353E}" srcOrd="4" destOrd="0" presId="urn:microsoft.com/office/officeart/2009/3/layout/HorizontalOrganizationChart"/>
    <dgm:cxn modelId="{1B7FBF5E-DDC3-4D1A-A0E6-CFBCE674B54E}" type="presParOf" srcId="{C2160779-2E41-45F8-90F5-792F0FF59128}" destId="{63B4525C-31FB-43E4-83A0-21C81B4E766C}" srcOrd="5" destOrd="0" presId="urn:microsoft.com/office/officeart/2009/3/layout/HorizontalOrganizationChart"/>
    <dgm:cxn modelId="{7231D77B-249C-4662-B191-B15C289D8E59}" type="presParOf" srcId="{63B4525C-31FB-43E4-83A0-21C81B4E766C}" destId="{45CD3A4A-4847-401D-AF71-0EA5EB545423}" srcOrd="0" destOrd="0" presId="urn:microsoft.com/office/officeart/2009/3/layout/HorizontalOrganizationChart"/>
    <dgm:cxn modelId="{BBEFEC04-2FD9-460B-928A-6BD085AC00B0}" type="presParOf" srcId="{45CD3A4A-4847-401D-AF71-0EA5EB545423}" destId="{1603A8D6-D6B6-4F70-BCC8-9E01FF4D4028}" srcOrd="0" destOrd="0" presId="urn:microsoft.com/office/officeart/2009/3/layout/HorizontalOrganizationChart"/>
    <dgm:cxn modelId="{BB4FC8DA-0B44-4487-9869-B7C83C006122}" type="presParOf" srcId="{45CD3A4A-4847-401D-AF71-0EA5EB545423}" destId="{B85774B1-3DBA-4C8C-84FC-1F157C284AC0}" srcOrd="1" destOrd="0" presId="urn:microsoft.com/office/officeart/2009/3/layout/HorizontalOrganizationChart"/>
    <dgm:cxn modelId="{4CAE7CE0-E541-4000-A70F-D93324C2A142}" type="presParOf" srcId="{63B4525C-31FB-43E4-83A0-21C81B4E766C}" destId="{2822AC62-09B8-4996-B256-8B79743D38E7}" srcOrd="1" destOrd="0" presId="urn:microsoft.com/office/officeart/2009/3/layout/HorizontalOrganizationChart"/>
    <dgm:cxn modelId="{96085A9A-9E54-4FE9-A239-587FEB498AB9}" type="presParOf" srcId="{2822AC62-09B8-4996-B256-8B79743D38E7}" destId="{410C6F2F-2E7A-4762-B358-B15D816D43BF}" srcOrd="0" destOrd="0" presId="urn:microsoft.com/office/officeart/2009/3/layout/HorizontalOrganizationChart"/>
    <dgm:cxn modelId="{3292E030-3F6E-4242-B22D-52103C4881A3}" type="presParOf" srcId="{2822AC62-09B8-4996-B256-8B79743D38E7}" destId="{E912EA48-0AA2-42C7-8FDA-63F632FA14EC}" srcOrd="1" destOrd="0" presId="urn:microsoft.com/office/officeart/2009/3/layout/HorizontalOrganizationChart"/>
    <dgm:cxn modelId="{E61C7D70-4B03-4E08-A39B-D57100472806}" type="presParOf" srcId="{E912EA48-0AA2-42C7-8FDA-63F632FA14EC}" destId="{6FAECE3E-20C9-4E2F-A1E5-075CF1BD79CD}" srcOrd="0" destOrd="0" presId="urn:microsoft.com/office/officeart/2009/3/layout/HorizontalOrganizationChart"/>
    <dgm:cxn modelId="{B95CB124-2C09-40E7-8947-ED205BFFB290}" type="presParOf" srcId="{6FAECE3E-20C9-4E2F-A1E5-075CF1BD79CD}" destId="{69FF5F8A-6DD3-4EBF-966F-8D5E40B3CF4B}" srcOrd="0" destOrd="0" presId="urn:microsoft.com/office/officeart/2009/3/layout/HorizontalOrganizationChart"/>
    <dgm:cxn modelId="{D6EE8C09-BC8D-49BF-88CF-1147B7EE092E}" type="presParOf" srcId="{6FAECE3E-20C9-4E2F-A1E5-075CF1BD79CD}" destId="{DBAA4560-9304-4ED0-AEBB-37602DC9356C}" srcOrd="1" destOrd="0" presId="urn:microsoft.com/office/officeart/2009/3/layout/HorizontalOrganizationChart"/>
    <dgm:cxn modelId="{BDB5A1EC-9B7F-4B4F-891E-3E4844EF8D73}" type="presParOf" srcId="{E912EA48-0AA2-42C7-8FDA-63F632FA14EC}" destId="{4FB4B9FA-559B-454C-A8C2-45384A1EEC33}" srcOrd="1" destOrd="0" presId="urn:microsoft.com/office/officeart/2009/3/layout/HorizontalOrganizationChart"/>
    <dgm:cxn modelId="{75C6B7BC-527A-4870-99B4-FADCBAC1B7EB}" type="presParOf" srcId="{E912EA48-0AA2-42C7-8FDA-63F632FA14EC}" destId="{AB81FCA0-E5D0-4718-83A5-9D30AAC6EEE3}" srcOrd="2" destOrd="0" presId="urn:microsoft.com/office/officeart/2009/3/layout/HorizontalOrganizationChart"/>
    <dgm:cxn modelId="{DD41424B-92E6-461D-84C1-A9A39B107AD6}" type="presParOf" srcId="{2822AC62-09B8-4996-B256-8B79743D38E7}" destId="{C48657B3-8D9C-4909-9363-404F8C221C2E}" srcOrd="2" destOrd="0" presId="urn:microsoft.com/office/officeart/2009/3/layout/HorizontalOrganizationChart"/>
    <dgm:cxn modelId="{B0B6828A-F6F7-4F4E-89CF-D069E5BA27FD}" type="presParOf" srcId="{2822AC62-09B8-4996-B256-8B79743D38E7}" destId="{BE95D847-0BB7-442F-A74E-C19C962B501C}" srcOrd="3" destOrd="0" presId="urn:microsoft.com/office/officeart/2009/3/layout/HorizontalOrganizationChart"/>
    <dgm:cxn modelId="{29FD7D54-396D-4A74-B5E6-F68C9ECAF4C1}" type="presParOf" srcId="{BE95D847-0BB7-442F-A74E-C19C962B501C}" destId="{C7C5D618-7036-4334-BA5A-0A34CDB0A69D}" srcOrd="0" destOrd="0" presId="urn:microsoft.com/office/officeart/2009/3/layout/HorizontalOrganizationChart"/>
    <dgm:cxn modelId="{CB433414-2041-41D0-9A69-00BAB0069444}" type="presParOf" srcId="{C7C5D618-7036-4334-BA5A-0A34CDB0A69D}" destId="{A5A058E3-16F0-40FD-8C29-59C98215A2C5}" srcOrd="0" destOrd="0" presId="urn:microsoft.com/office/officeart/2009/3/layout/HorizontalOrganizationChart"/>
    <dgm:cxn modelId="{530FB876-DEF7-4044-ACBA-E1D983FF3916}" type="presParOf" srcId="{C7C5D618-7036-4334-BA5A-0A34CDB0A69D}" destId="{B0BA1494-7E60-419E-A4C2-966A924F4B36}" srcOrd="1" destOrd="0" presId="urn:microsoft.com/office/officeart/2009/3/layout/HorizontalOrganizationChart"/>
    <dgm:cxn modelId="{6249248F-6B07-4430-907D-707C9C10FDE9}" type="presParOf" srcId="{BE95D847-0BB7-442F-A74E-C19C962B501C}" destId="{78BD5474-6F45-42EB-ADF2-3A24473A1083}" srcOrd="1" destOrd="0" presId="urn:microsoft.com/office/officeart/2009/3/layout/HorizontalOrganizationChart"/>
    <dgm:cxn modelId="{64BD687B-2FFE-4303-80C7-73F92BEC8356}" type="presParOf" srcId="{BE95D847-0BB7-442F-A74E-C19C962B501C}" destId="{BACAB826-CD1F-40B7-B084-1579F8F73490}" srcOrd="2" destOrd="0" presId="urn:microsoft.com/office/officeart/2009/3/layout/HorizontalOrganizationChart"/>
    <dgm:cxn modelId="{8CB9B0E4-FA45-40AB-9E79-1D632F9CF424}" type="presParOf" srcId="{2822AC62-09B8-4996-B256-8B79743D38E7}" destId="{4980890A-FEE8-419B-AF3B-D832D6E2525A}" srcOrd="4" destOrd="0" presId="urn:microsoft.com/office/officeart/2009/3/layout/HorizontalOrganizationChart"/>
    <dgm:cxn modelId="{5ABC0D34-705D-4E30-B228-EB21F88454F2}" type="presParOf" srcId="{2822AC62-09B8-4996-B256-8B79743D38E7}" destId="{B64F7084-F622-4503-9071-DFF8838B6EDF}" srcOrd="5" destOrd="0" presId="urn:microsoft.com/office/officeart/2009/3/layout/HorizontalOrganizationChart"/>
    <dgm:cxn modelId="{B5068041-18DB-4FEB-8DC0-636408AB1E40}" type="presParOf" srcId="{B64F7084-F622-4503-9071-DFF8838B6EDF}" destId="{1C46768A-0624-4518-ADB5-38FD1B9671DF}" srcOrd="0" destOrd="0" presId="urn:microsoft.com/office/officeart/2009/3/layout/HorizontalOrganizationChart"/>
    <dgm:cxn modelId="{DD8B6090-3412-4A7E-9A86-FBA13D2C5A9D}" type="presParOf" srcId="{1C46768A-0624-4518-ADB5-38FD1B9671DF}" destId="{C3F7346D-6FDC-4AB9-AC91-807D672505CD}" srcOrd="0" destOrd="0" presId="urn:microsoft.com/office/officeart/2009/3/layout/HorizontalOrganizationChart"/>
    <dgm:cxn modelId="{E68BC0E8-D904-47C8-927F-0197874C4966}" type="presParOf" srcId="{1C46768A-0624-4518-ADB5-38FD1B9671DF}" destId="{3AE214B7-DB70-4352-9907-C1A10C9A61AC}" srcOrd="1" destOrd="0" presId="urn:microsoft.com/office/officeart/2009/3/layout/HorizontalOrganizationChart"/>
    <dgm:cxn modelId="{4420AEAF-2FE8-4EBB-B42E-17DBFB1CAC11}" type="presParOf" srcId="{B64F7084-F622-4503-9071-DFF8838B6EDF}" destId="{60549B53-B06A-455E-83C7-80549B563384}" srcOrd="1" destOrd="0" presId="urn:microsoft.com/office/officeart/2009/3/layout/HorizontalOrganizationChart"/>
    <dgm:cxn modelId="{630E0CAB-E825-4AE3-81DD-DB6F813E3371}" type="presParOf" srcId="{B64F7084-F622-4503-9071-DFF8838B6EDF}" destId="{86F24920-1377-4530-A3E4-600D4F504E64}" srcOrd="2" destOrd="0" presId="urn:microsoft.com/office/officeart/2009/3/layout/HorizontalOrganizationChart"/>
    <dgm:cxn modelId="{A410498D-65D6-482B-9CC4-FB01B05B05BF}" type="presParOf" srcId="{2822AC62-09B8-4996-B256-8B79743D38E7}" destId="{035AEF21-827E-49A6-AB55-8F3D517366A5}" srcOrd="6" destOrd="0" presId="urn:microsoft.com/office/officeart/2009/3/layout/HorizontalOrganizationChart"/>
    <dgm:cxn modelId="{DB0C3864-524E-4DE8-B7C4-F2ABD3563EF2}" type="presParOf" srcId="{2822AC62-09B8-4996-B256-8B79743D38E7}" destId="{8C84B823-0ECC-4B90-A91F-DE31C5F7F793}" srcOrd="7" destOrd="0" presId="urn:microsoft.com/office/officeart/2009/3/layout/HorizontalOrganizationChart"/>
    <dgm:cxn modelId="{E5860A7E-658D-4C70-BEB6-0663F5C2E743}" type="presParOf" srcId="{8C84B823-0ECC-4B90-A91F-DE31C5F7F793}" destId="{B8570981-9160-4E2C-AA57-025953AB4FD8}" srcOrd="0" destOrd="0" presId="urn:microsoft.com/office/officeart/2009/3/layout/HorizontalOrganizationChart"/>
    <dgm:cxn modelId="{04A1DBFC-9B9D-4CDB-927B-28A13A6873AE}" type="presParOf" srcId="{B8570981-9160-4E2C-AA57-025953AB4FD8}" destId="{936D299E-4C0E-4018-99EA-7AA1360BEB46}" srcOrd="0" destOrd="0" presId="urn:microsoft.com/office/officeart/2009/3/layout/HorizontalOrganizationChart"/>
    <dgm:cxn modelId="{633A5B34-3D1E-4216-BF6C-1B83F0260BDA}" type="presParOf" srcId="{B8570981-9160-4E2C-AA57-025953AB4FD8}" destId="{6AAD44FD-7BA2-4CA8-A446-16725CA0E6AA}" srcOrd="1" destOrd="0" presId="urn:microsoft.com/office/officeart/2009/3/layout/HorizontalOrganizationChart"/>
    <dgm:cxn modelId="{FFC5802C-49AB-4A4D-8BAF-4F40EB374D68}" type="presParOf" srcId="{8C84B823-0ECC-4B90-A91F-DE31C5F7F793}" destId="{46851EB3-9492-433D-9341-A519B2972769}" srcOrd="1" destOrd="0" presId="urn:microsoft.com/office/officeart/2009/3/layout/HorizontalOrganizationChart"/>
    <dgm:cxn modelId="{668142EA-BF17-4EF6-9449-AC6033B6AFF2}" type="presParOf" srcId="{8C84B823-0ECC-4B90-A91F-DE31C5F7F793}" destId="{8A75EA54-61B8-4878-A297-590F8C2213A5}" srcOrd="2" destOrd="0" presId="urn:microsoft.com/office/officeart/2009/3/layout/HorizontalOrganizationChart"/>
    <dgm:cxn modelId="{1177C3CA-57A0-4EDD-87CA-8B40A1D9B243}" type="presParOf" srcId="{63B4525C-31FB-43E4-83A0-21C81B4E766C}" destId="{B82096EF-C3B4-42FF-871D-F5BB8D98A22B}" srcOrd="2" destOrd="0" presId="urn:microsoft.com/office/officeart/2009/3/layout/HorizontalOrganizationChart"/>
    <dgm:cxn modelId="{1BA89917-D271-4B40-A2C8-B6451DB88DA4}" type="presParOf" srcId="{2E454904-04C6-453E-A93F-0E8D807ABC60}" destId="{E5C35A4B-D6B2-476A-BCB5-9971CC06D745}" srcOrd="2" destOrd="0" presId="urn:microsoft.com/office/officeart/2009/3/layout/HorizontalOrganizationChart"/>
    <dgm:cxn modelId="{2C62C86A-7A40-4CC5-9A80-5BF631BE5632}" type="presParOf" srcId="{0388BFDB-F9F2-4A77-A61B-C4F00CE9D1A9}" destId="{1D06E1A7-61EB-400A-8A74-F48FAF050605}" srcOrd="2" destOrd="0" presId="urn:microsoft.com/office/officeart/2009/3/layout/HorizontalOrganizationChart"/>
    <dgm:cxn modelId="{5736CD88-A40E-4414-A3D3-0C5D0650D615}" type="presParOf" srcId="{4AE3D426-0B39-45FA-8402-B4CC904927EF}" destId="{7AB8B1F8-0EDA-492F-B149-3DCBDF827773}" srcOrd="2" destOrd="0" presId="urn:microsoft.com/office/officeart/2009/3/layout/HorizontalOrganizationChart"/>
    <dgm:cxn modelId="{274FD83B-7F9D-43B9-B990-9DAFFCF75E85}" type="presParOf" srcId="{4AE3D426-0B39-45FA-8402-B4CC904927EF}" destId="{FA30974D-8A34-4E5E-9A0A-FD93736539E0}" srcOrd="3" destOrd="0" presId="urn:microsoft.com/office/officeart/2009/3/layout/HorizontalOrganizationChart"/>
    <dgm:cxn modelId="{DF107FE7-E853-452C-ADF5-44DD1C7C6FF3}" type="presParOf" srcId="{FA30974D-8A34-4E5E-9A0A-FD93736539E0}" destId="{8A507C57-774E-4559-8890-A9806C4DDAFE}" srcOrd="0" destOrd="0" presId="urn:microsoft.com/office/officeart/2009/3/layout/HorizontalOrganizationChart"/>
    <dgm:cxn modelId="{3BEB3161-53E6-470F-8245-1E2A005189FB}" type="presParOf" srcId="{8A507C57-774E-4559-8890-A9806C4DDAFE}" destId="{D21B0D53-EF34-4886-900A-68BE5E47FCD7}" srcOrd="0" destOrd="0" presId="urn:microsoft.com/office/officeart/2009/3/layout/HorizontalOrganizationChart"/>
    <dgm:cxn modelId="{DD7D6F47-ADF3-4333-B326-CA4A7AF5EC80}" type="presParOf" srcId="{8A507C57-774E-4559-8890-A9806C4DDAFE}" destId="{BB18E579-DBA7-490E-8B4B-21BDA471B149}" srcOrd="1" destOrd="0" presId="urn:microsoft.com/office/officeart/2009/3/layout/HorizontalOrganizationChart"/>
    <dgm:cxn modelId="{9D0F7099-2870-4D3C-B7F6-080408862281}" type="presParOf" srcId="{FA30974D-8A34-4E5E-9A0A-FD93736539E0}" destId="{5AF62D9F-D569-4C84-9E12-8FE5F6DB5E3C}" srcOrd="1" destOrd="0" presId="urn:microsoft.com/office/officeart/2009/3/layout/HorizontalOrganizationChart"/>
    <dgm:cxn modelId="{4B851524-0543-4D2D-B715-AF6F4F6F117C}" type="presParOf" srcId="{5AF62D9F-D569-4C84-9E12-8FE5F6DB5E3C}" destId="{193E3CDB-15E3-483D-A086-3C6FB5D1C66D}" srcOrd="0" destOrd="0" presId="urn:microsoft.com/office/officeart/2009/3/layout/HorizontalOrganizationChart"/>
    <dgm:cxn modelId="{F24CEE14-B896-42EB-8CE1-F7E3F9A240B7}" type="presParOf" srcId="{5AF62D9F-D569-4C84-9E12-8FE5F6DB5E3C}" destId="{0E1524A7-2C66-4017-9990-488D10EF7303}" srcOrd="1" destOrd="0" presId="urn:microsoft.com/office/officeart/2009/3/layout/HorizontalOrganizationChart"/>
    <dgm:cxn modelId="{F9E71660-4AB3-4FC5-99EF-5B7D0D086CF2}" type="presParOf" srcId="{0E1524A7-2C66-4017-9990-488D10EF7303}" destId="{83701AC3-884F-44AF-A020-E125F5117CF3}" srcOrd="0" destOrd="0" presId="urn:microsoft.com/office/officeart/2009/3/layout/HorizontalOrganizationChart"/>
    <dgm:cxn modelId="{E469A443-7CFE-4E4B-90B2-6D3310775AB7}" type="presParOf" srcId="{83701AC3-884F-44AF-A020-E125F5117CF3}" destId="{4867689D-1E09-4110-9229-69F19A1AABBE}" srcOrd="0" destOrd="0" presId="urn:microsoft.com/office/officeart/2009/3/layout/HorizontalOrganizationChart"/>
    <dgm:cxn modelId="{015A651C-2DC2-42A1-8F3E-7B0BF0EDCF69}" type="presParOf" srcId="{83701AC3-884F-44AF-A020-E125F5117CF3}" destId="{E54D22E4-5BA3-4EEC-B2DB-81C58C6D4777}" srcOrd="1" destOrd="0" presId="urn:microsoft.com/office/officeart/2009/3/layout/HorizontalOrganizationChart"/>
    <dgm:cxn modelId="{73738413-DEB7-45BF-A9CB-E78AF1BC1DEF}" type="presParOf" srcId="{0E1524A7-2C66-4017-9990-488D10EF7303}" destId="{E4F32FF6-7391-4214-8666-DA1591E0D1B4}" srcOrd="1" destOrd="0" presId="urn:microsoft.com/office/officeart/2009/3/layout/HorizontalOrganizationChart"/>
    <dgm:cxn modelId="{3FAA0BF5-F757-4B2D-A33F-7860CBC5E5E5}" type="presParOf" srcId="{0E1524A7-2C66-4017-9990-488D10EF7303}" destId="{FD05EB9B-2A03-4001-A909-899A5FF8939D}" srcOrd="2" destOrd="0" presId="urn:microsoft.com/office/officeart/2009/3/layout/HorizontalOrganizationChart"/>
    <dgm:cxn modelId="{81F91252-88CC-4FFA-BB6D-577A9FE82245}" type="presParOf" srcId="{5AF62D9F-D569-4C84-9E12-8FE5F6DB5E3C}" destId="{AB6510E4-88BA-4E3D-906B-A581A7D29C1F}" srcOrd="2" destOrd="0" presId="urn:microsoft.com/office/officeart/2009/3/layout/HorizontalOrganizationChart"/>
    <dgm:cxn modelId="{52E111D7-D5D5-48F1-A87C-0A5CD552D1A5}" type="presParOf" srcId="{5AF62D9F-D569-4C84-9E12-8FE5F6DB5E3C}" destId="{BA7B783A-5667-470F-9AB9-4FD56AC2D400}" srcOrd="3" destOrd="0" presId="urn:microsoft.com/office/officeart/2009/3/layout/HorizontalOrganizationChart"/>
    <dgm:cxn modelId="{B41D1C23-51D0-4C48-A583-2F368DCBC0A5}" type="presParOf" srcId="{BA7B783A-5667-470F-9AB9-4FD56AC2D400}" destId="{DFE92842-09EB-46D4-9398-A6FEC2A1B0A4}" srcOrd="0" destOrd="0" presId="urn:microsoft.com/office/officeart/2009/3/layout/HorizontalOrganizationChart"/>
    <dgm:cxn modelId="{97C8C79F-3C5D-4987-A58C-CD4D9355FFC6}" type="presParOf" srcId="{DFE92842-09EB-46D4-9398-A6FEC2A1B0A4}" destId="{C8F7F304-A14E-4F8C-B490-6B0D99B09DDA}" srcOrd="0" destOrd="0" presId="urn:microsoft.com/office/officeart/2009/3/layout/HorizontalOrganizationChart"/>
    <dgm:cxn modelId="{220E13D5-8EC9-455D-AD31-8D684B59A67A}" type="presParOf" srcId="{DFE92842-09EB-46D4-9398-A6FEC2A1B0A4}" destId="{DCA0D5B7-14C9-4195-A93E-B725E4B70B37}" srcOrd="1" destOrd="0" presId="urn:microsoft.com/office/officeart/2009/3/layout/HorizontalOrganizationChart"/>
    <dgm:cxn modelId="{7ED7CB1E-1659-4B9F-9C1F-1B2CA6E8F76E}" type="presParOf" srcId="{BA7B783A-5667-470F-9AB9-4FD56AC2D400}" destId="{E580E332-929C-4D63-9CEE-53E69A68DC33}" srcOrd="1" destOrd="0" presId="urn:microsoft.com/office/officeart/2009/3/layout/HorizontalOrganizationChart"/>
    <dgm:cxn modelId="{718D7777-4641-4C6F-95BE-5B4E8DCD0C96}" type="presParOf" srcId="{E580E332-929C-4D63-9CEE-53E69A68DC33}" destId="{61F17666-8B2F-4103-A3C5-40D953A1C4B1}" srcOrd="0" destOrd="0" presId="urn:microsoft.com/office/officeart/2009/3/layout/HorizontalOrganizationChart"/>
    <dgm:cxn modelId="{FB4AAE3B-090E-487B-BF15-ED476521F765}" type="presParOf" srcId="{E580E332-929C-4D63-9CEE-53E69A68DC33}" destId="{E49E856E-6E31-418D-B8ED-4608976EB374}" srcOrd="1" destOrd="0" presId="urn:microsoft.com/office/officeart/2009/3/layout/HorizontalOrganizationChart"/>
    <dgm:cxn modelId="{FA9AA7C6-3582-43B9-B744-1938B76FD923}" type="presParOf" srcId="{E49E856E-6E31-418D-B8ED-4608976EB374}" destId="{E7E6038D-4147-4191-9CB4-DC3312C32021}" srcOrd="0" destOrd="0" presId="urn:microsoft.com/office/officeart/2009/3/layout/HorizontalOrganizationChart"/>
    <dgm:cxn modelId="{1266F048-F8DE-42AF-B790-7EE7837958B5}" type="presParOf" srcId="{E7E6038D-4147-4191-9CB4-DC3312C32021}" destId="{672E47B1-C397-426A-B2FB-FFF8D43C3E1F}" srcOrd="0" destOrd="0" presId="urn:microsoft.com/office/officeart/2009/3/layout/HorizontalOrganizationChart"/>
    <dgm:cxn modelId="{45C2E372-D8FC-48D9-9FAA-FD84F65EDF36}" type="presParOf" srcId="{E7E6038D-4147-4191-9CB4-DC3312C32021}" destId="{9C3029BA-0671-434D-8811-3DFE2EEB02E8}" srcOrd="1" destOrd="0" presId="urn:microsoft.com/office/officeart/2009/3/layout/HorizontalOrganizationChart"/>
    <dgm:cxn modelId="{91B6F896-8BAF-4B72-8ACB-0F19C9C1903C}" type="presParOf" srcId="{E49E856E-6E31-418D-B8ED-4608976EB374}" destId="{A1A1E405-673E-4E22-8EA6-E704DA305BAE}" srcOrd="1" destOrd="0" presId="urn:microsoft.com/office/officeart/2009/3/layout/HorizontalOrganizationChart"/>
    <dgm:cxn modelId="{4A7B471E-C1E4-41E2-B077-5F66E964B16F}" type="presParOf" srcId="{E49E856E-6E31-418D-B8ED-4608976EB374}" destId="{DB0BF3DD-82F9-4187-B210-1C18FB7958E3}" srcOrd="2" destOrd="0" presId="urn:microsoft.com/office/officeart/2009/3/layout/HorizontalOrganizationChart"/>
    <dgm:cxn modelId="{28DFEAB0-F4C7-4965-8BBE-6EBC7369360A}" type="presParOf" srcId="{E580E332-929C-4D63-9CEE-53E69A68DC33}" destId="{FEADFA90-26F8-4E48-B7AE-EA3CD0DC40BF}" srcOrd="2" destOrd="0" presId="urn:microsoft.com/office/officeart/2009/3/layout/HorizontalOrganizationChart"/>
    <dgm:cxn modelId="{170C37FE-FBB3-40F4-995F-7A0AB0F3CAA5}" type="presParOf" srcId="{E580E332-929C-4D63-9CEE-53E69A68DC33}" destId="{EBCF7EF2-8866-4FBC-B30D-353A1B7A8B3F}" srcOrd="3" destOrd="0" presId="urn:microsoft.com/office/officeart/2009/3/layout/HorizontalOrganizationChart"/>
    <dgm:cxn modelId="{40BFEF38-F21E-43F4-80F6-C028E9864E49}" type="presParOf" srcId="{EBCF7EF2-8866-4FBC-B30D-353A1B7A8B3F}" destId="{206C6C16-BA98-4DB5-9DFF-8EB1FEE05B0E}" srcOrd="0" destOrd="0" presId="urn:microsoft.com/office/officeart/2009/3/layout/HorizontalOrganizationChart"/>
    <dgm:cxn modelId="{B16445F7-BB8E-4003-B412-3FA061D69244}" type="presParOf" srcId="{206C6C16-BA98-4DB5-9DFF-8EB1FEE05B0E}" destId="{3BDBCF45-881C-442B-AC71-B6A6169B9A08}" srcOrd="0" destOrd="0" presId="urn:microsoft.com/office/officeart/2009/3/layout/HorizontalOrganizationChart"/>
    <dgm:cxn modelId="{A40D46C4-F315-4F72-8FFB-46A5BE760F15}" type="presParOf" srcId="{206C6C16-BA98-4DB5-9DFF-8EB1FEE05B0E}" destId="{4D83731E-AB73-4A17-BF6C-79AE85079201}" srcOrd="1" destOrd="0" presId="urn:microsoft.com/office/officeart/2009/3/layout/HorizontalOrganizationChart"/>
    <dgm:cxn modelId="{FD082F05-D902-4E88-933A-74F123871823}" type="presParOf" srcId="{EBCF7EF2-8866-4FBC-B30D-353A1B7A8B3F}" destId="{1E1D5BAF-255C-4ACC-92D6-752F2A2A8215}" srcOrd="1" destOrd="0" presId="urn:microsoft.com/office/officeart/2009/3/layout/HorizontalOrganizationChart"/>
    <dgm:cxn modelId="{7F363FE7-D587-4685-9324-78AC8B23FE9F}" type="presParOf" srcId="{EBCF7EF2-8866-4FBC-B30D-353A1B7A8B3F}" destId="{FFAF9641-241E-4B4C-8D36-D8C204A609F0}" srcOrd="2" destOrd="0" presId="urn:microsoft.com/office/officeart/2009/3/layout/HorizontalOrganizationChart"/>
    <dgm:cxn modelId="{33468E70-ADDA-4675-A58B-D0BD57F24E59}" type="presParOf" srcId="{BA7B783A-5667-470F-9AB9-4FD56AC2D400}" destId="{B5EDE1EF-2A06-47B7-A7F2-4AC5FDC32642}" srcOrd="2" destOrd="0" presId="urn:microsoft.com/office/officeart/2009/3/layout/HorizontalOrganizationChart"/>
    <dgm:cxn modelId="{3CE6E0E9-6FDE-4627-8E2B-29D9CAF3ED89}" type="presParOf" srcId="{5AF62D9F-D569-4C84-9E12-8FE5F6DB5E3C}" destId="{95BED6DD-87C6-411D-A2EF-52973C6AD5EE}" srcOrd="4" destOrd="0" presId="urn:microsoft.com/office/officeart/2009/3/layout/HorizontalOrganizationChart"/>
    <dgm:cxn modelId="{6E8BC718-90DC-4DBA-ADD3-C6B10E6B030D}" type="presParOf" srcId="{5AF62D9F-D569-4C84-9E12-8FE5F6DB5E3C}" destId="{26C15C61-93D7-49C3-85CF-A6D05B13B4D8}" srcOrd="5" destOrd="0" presId="urn:microsoft.com/office/officeart/2009/3/layout/HorizontalOrganizationChart"/>
    <dgm:cxn modelId="{9DBDE016-88B7-4006-A78F-220E05FAA7B6}" type="presParOf" srcId="{26C15C61-93D7-49C3-85CF-A6D05B13B4D8}" destId="{78400FE2-0ED4-408B-8EDE-2E2D5AAE55B2}" srcOrd="0" destOrd="0" presId="urn:microsoft.com/office/officeart/2009/3/layout/HorizontalOrganizationChart"/>
    <dgm:cxn modelId="{8A1CF078-4A51-4F83-A6BC-C00032A82776}" type="presParOf" srcId="{78400FE2-0ED4-408B-8EDE-2E2D5AAE55B2}" destId="{7561933A-58B3-4EB4-81C9-48BF7C749057}" srcOrd="0" destOrd="0" presId="urn:microsoft.com/office/officeart/2009/3/layout/HorizontalOrganizationChart"/>
    <dgm:cxn modelId="{BC4594CC-DFE7-4EBC-B3AF-FF14BA68F1AD}" type="presParOf" srcId="{78400FE2-0ED4-408B-8EDE-2E2D5AAE55B2}" destId="{71A1659A-535A-44B4-A195-D19A7075486E}" srcOrd="1" destOrd="0" presId="urn:microsoft.com/office/officeart/2009/3/layout/HorizontalOrganizationChart"/>
    <dgm:cxn modelId="{CDA14620-C26C-4D73-9DAC-158B930BC695}" type="presParOf" srcId="{26C15C61-93D7-49C3-85CF-A6D05B13B4D8}" destId="{62FFB3AC-7E61-4BFF-866F-AE61A7F0E4B9}" srcOrd="1" destOrd="0" presId="urn:microsoft.com/office/officeart/2009/3/layout/HorizontalOrganizationChart"/>
    <dgm:cxn modelId="{06ABB939-A161-46FC-A550-B25363E6F5CA}" type="presParOf" srcId="{62FFB3AC-7E61-4BFF-866F-AE61A7F0E4B9}" destId="{08E3CF2A-4DC4-4E58-9416-BDDF3A084A4E}" srcOrd="0" destOrd="0" presId="urn:microsoft.com/office/officeart/2009/3/layout/HorizontalOrganizationChart"/>
    <dgm:cxn modelId="{A7D723CC-8760-4E69-8718-BAE73FB9F8F4}" type="presParOf" srcId="{62FFB3AC-7E61-4BFF-866F-AE61A7F0E4B9}" destId="{2ECA06F0-CF2E-4785-81B1-F5482F939E83}" srcOrd="1" destOrd="0" presId="urn:microsoft.com/office/officeart/2009/3/layout/HorizontalOrganizationChart"/>
    <dgm:cxn modelId="{9CFB363A-BFBF-4F8D-BA7D-AB760D0F7323}" type="presParOf" srcId="{2ECA06F0-CF2E-4785-81B1-F5482F939E83}" destId="{7F9A00FE-F4AB-4223-80B4-83E8162C37E8}" srcOrd="0" destOrd="0" presId="urn:microsoft.com/office/officeart/2009/3/layout/HorizontalOrganizationChart"/>
    <dgm:cxn modelId="{6F664CBE-49DE-4495-95EF-83BA9C4D0881}" type="presParOf" srcId="{7F9A00FE-F4AB-4223-80B4-83E8162C37E8}" destId="{729791A8-E393-4A93-9A2C-FA6AE7F8B55F}" srcOrd="0" destOrd="0" presId="urn:microsoft.com/office/officeart/2009/3/layout/HorizontalOrganizationChart"/>
    <dgm:cxn modelId="{B188855E-CD7B-4A4E-8ABA-926EF2D93148}" type="presParOf" srcId="{7F9A00FE-F4AB-4223-80B4-83E8162C37E8}" destId="{20B8DE26-503E-4196-987C-384B51B066E3}" srcOrd="1" destOrd="0" presId="urn:microsoft.com/office/officeart/2009/3/layout/HorizontalOrganizationChart"/>
    <dgm:cxn modelId="{0CF2FBD7-7B3D-4AB5-B70C-79721CBB38DF}" type="presParOf" srcId="{2ECA06F0-CF2E-4785-81B1-F5482F939E83}" destId="{5C62C72B-4E3F-45ED-8B71-CCF671DFCE3C}" srcOrd="1" destOrd="0" presId="urn:microsoft.com/office/officeart/2009/3/layout/HorizontalOrganizationChart"/>
    <dgm:cxn modelId="{18CC0414-8F91-45A4-81D4-8A813CCF6D07}" type="presParOf" srcId="{2ECA06F0-CF2E-4785-81B1-F5482F939E83}" destId="{8D87CFD5-1BD1-4F23-8D0F-D6F118B17072}" srcOrd="2" destOrd="0" presId="urn:microsoft.com/office/officeart/2009/3/layout/HorizontalOrganizationChart"/>
    <dgm:cxn modelId="{9A89FB0F-5E80-4876-BBFE-F0710E0720C5}" type="presParOf" srcId="{62FFB3AC-7E61-4BFF-866F-AE61A7F0E4B9}" destId="{D46C78ED-C254-421C-B7BF-7783E72662DA}" srcOrd="2" destOrd="0" presId="urn:microsoft.com/office/officeart/2009/3/layout/HorizontalOrganizationChart"/>
    <dgm:cxn modelId="{928B06CF-DB5B-4083-921D-DC18CEE5C3E4}" type="presParOf" srcId="{62FFB3AC-7E61-4BFF-866F-AE61A7F0E4B9}" destId="{D53EEE93-9472-45D5-A6B0-2E8F4D083167}" srcOrd="3" destOrd="0" presId="urn:microsoft.com/office/officeart/2009/3/layout/HorizontalOrganizationChart"/>
    <dgm:cxn modelId="{83153885-9E24-4AE5-971C-2D35EFA91E97}" type="presParOf" srcId="{D53EEE93-9472-45D5-A6B0-2E8F4D083167}" destId="{2D525FF1-9A4A-40A1-91F9-CA13C9D9B9A6}" srcOrd="0" destOrd="0" presId="urn:microsoft.com/office/officeart/2009/3/layout/HorizontalOrganizationChart"/>
    <dgm:cxn modelId="{3C5B893D-CF87-48F0-8990-32029792EA60}" type="presParOf" srcId="{2D525FF1-9A4A-40A1-91F9-CA13C9D9B9A6}" destId="{CBDF725A-B485-4ACE-973B-1C04A0CF5159}" srcOrd="0" destOrd="0" presId="urn:microsoft.com/office/officeart/2009/3/layout/HorizontalOrganizationChart"/>
    <dgm:cxn modelId="{03ED90A9-9B1C-44A8-8AAB-DFF2564839D8}" type="presParOf" srcId="{2D525FF1-9A4A-40A1-91F9-CA13C9D9B9A6}" destId="{7B2D3261-F5D1-446C-9F04-E781D6A9BE84}" srcOrd="1" destOrd="0" presId="urn:microsoft.com/office/officeart/2009/3/layout/HorizontalOrganizationChart"/>
    <dgm:cxn modelId="{D730CEA4-943A-435B-9F42-02BDB297D435}" type="presParOf" srcId="{D53EEE93-9472-45D5-A6B0-2E8F4D083167}" destId="{868E8E5C-96F4-4379-B4CD-DE822C604D3B}" srcOrd="1" destOrd="0" presId="urn:microsoft.com/office/officeart/2009/3/layout/HorizontalOrganizationChart"/>
    <dgm:cxn modelId="{6E1A160F-F9BF-436A-9E28-1237E388FBEB}" type="presParOf" srcId="{D53EEE93-9472-45D5-A6B0-2E8F4D083167}" destId="{D11C168A-4D36-4C43-AD77-5C9C731A28A1}" srcOrd="2" destOrd="0" presId="urn:microsoft.com/office/officeart/2009/3/layout/HorizontalOrganizationChart"/>
    <dgm:cxn modelId="{5852B82C-EB5D-45E1-B746-1A78E6D835EF}" type="presParOf" srcId="{26C15C61-93D7-49C3-85CF-A6D05B13B4D8}" destId="{97628B14-BFF3-489B-8385-719394B60EDD}" srcOrd="2" destOrd="0" presId="urn:microsoft.com/office/officeart/2009/3/layout/HorizontalOrganizationChart"/>
    <dgm:cxn modelId="{324242FB-D83A-4B00-85CA-FDE045E65FBA}" type="presParOf" srcId="{FA30974D-8A34-4E5E-9A0A-FD93736539E0}" destId="{365F1735-12C3-4DA6-B3A0-D4390B65F8BB}" srcOrd="2" destOrd="0" presId="urn:microsoft.com/office/officeart/2009/3/layout/HorizontalOrganizationChart"/>
    <dgm:cxn modelId="{009F954E-7014-47B2-A735-735E009CFD78}" type="presParOf" srcId="{4AE3D426-0B39-45FA-8402-B4CC904927EF}" destId="{AEAF602C-3C93-4700-875E-66756EEB2B78}" srcOrd="4" destOrd="0" presId="urn:microsoft.com/office/officeart/2009/3/layout/HorizontalOrganizationChart"/>
    <dgm:cxn modelId="{364840C2-7C37-4FD6-A3C6-51A519E2F044}" type="presParOf" srcId="{4AE3D426-0B39-45FA-8402-B4CC904927EF}" destId="{B34C68B6-7B96-4D3F-94DA-58C5E10AF081}" srcOrd="5" destOrd="0" presId="urn:microsoft.com/office/officeart/2009/3/layout/HorizontalOrganizationChart"/>
    <dgm:cxn modelId="{15330876-F949-4974-B4A5-5CAD052C6A19}" type="presParOf" srcId="{B34C68B6-7B96-4D3F-94DA-58C5E10AF081}" destId="{F053FA28-07D5-4722-B5F5-A45283AF06CA}" srcOrd="0" destOrd="0" presId="urn:microsoft.com/office/officeart/2009/3/layout/HorizontalOrganizationChart"/>
    <dgm:cxn modelId="{988824C9-97A6-4B40-A12B-CFF52F00AD58}" type="presParOf" srcId="{F053FA28-07D5-4722-B5F5-A45283AF06CA}" destId="{BCA54C35-DABB-4654-8441-4084A2E8F345}" srcOrd="0" destOrd="0" presId="urn:microsoft.com/office/officeart/2009/3/layout/HorizontalOrganizationChart"/>
    <dgm:cxn modelId="{1981050A-3E26-48F7-A1F0-DFDD4931D5E1}" type="presParOf" srcId="{F053FA28-07D5-4722-B5F5-A45283AF06CA}" destId="{39021822-0552-4E6F-B4AA-3CEAF59686D1}" srcOrd="1" destOrd="0" presId="urn:microsoft.com/office/officeart/2009/3/layout/HorizontalOrganizationChart"/>
    <dgm:cxn modelId="{C779703D-8AE3-41B2-AE08-B56C575676C9}" type="presParOf" srcId="{B34C68B6-7B96-4D3F-94DA-58C5E10AF081}" destId="{5325118C-FE79-4AFE-9C7D-C662A26F38EC}" srcOrd="1" destOrd="0" presId="urn:microsoft.com/office/officeart/2009/3/layout/HorizontalOrganizationChart"/>
    <dgm:cxn modelId="{E4E52ECE-7CA8-4B7E-AAC7-F3E3E9F9D8BB}" type="presParOf" srcId="{5325118C-FE79-4AFE-9C7D-C662A26F38EC}" destId="{881E151F-DE0C-4822-AA43-3C613FCC4431}" srcOrd="0" destOrd="0" presId="urn:microsoft.com/office/officeart/2009/3/layout/HorizontalOrganizationChart"/>
    <dgm:cxn modelId="{9D911613-0714-4054-8AE3-7FAF034B142E}" type="presParOf" srcId="{5325118C-FE79-4AFE-9C7D-C662A26F38EC}" destId="{1C9E8CA4-2FF7-4C13-ABAC-C5FD41A74C6D}" srcOrd="1" destOrd="0" presId="urn:microsoft.com/office/officeart/2009/3/layout/HorizontalOrganizationChart"/>
    <dgm:cxn modelId="{244C9564-1983-42A6-B5EF-71C956DFE8E4}" type="presParOf" srcId="{1C9E8CA4-2FF7-4C13-ABAC-C5FD41A74C6D}" destId="{D31CD9E6-02A4-4796-9ED1-491D5AC4FCD6}" srcOrd="0" destOrd="0" presId="urn:microsoft.com/office/officeart/2009/3/layout/HorizontalOrganizationChart"/>
    <dgm:cxn modelId="{7F6B8E80-BDA9-452B-A67E-6A9539E8C9D3}" type="presParOf" srcId="{D31CD9E6-02A4-4796-9ED1-491D5AC4FCD6}" destId="{6F9ECD70-F0AE-4EE3-B985-925B258A904F}" srcOrd="0" destOrd="0" presId="urn:microsoft.com/office/officeart/2009/3/layout/HorizontalOrganizationChart"/>
    <dgm:cxn modelId="{ADDF5E5E-DABC-45E1-AC29-8E3E94B8E47C}" type="presParOf" srcId="{D31CD9E6-02A4-4796-9ED1-491D5AC4FCD6}" destId="{32E28218-4C56-4DFA-94B6-62CADCA23FD7}" srcOrd="1" destOrd="0" presId="urn:microsoft.com/office/officeart/2009/3/layout/HorizontalOrganizationChart"/>
    <dgm:cxn modelId="{6DA721A8-9751-48EF-88D2-B068E51B3EA3}" type="presParOf" srcId="{1C9E8CA4-2FF7-4C13-ABAC-C5FD41A74C6D}" destId="{0A94386B-EA3A-4AA0-AD41-6EF37BABE1A8}" srcOrd="1" destOrd="0" presId="urn:microsoft.com/office/officeart/2009/3/layout/HorizontalOrganizationChart"/>
    <dgm:cxn modelId="{1C3B8EF2-69A2-455B-B306-BCF6C9DBB8BD}" type="presParOf" srcId="{1C9E8CA4-2FF7-4C13-ABAC-C5FD41A74C6D}" destId="{DAB932C5-3C78-4E3B-A3CE-10DC7FEB4EDC}" srcOrd="2" destOrd="0" presId="urn:microsoft.com/office/officeart/2009/3/layout/HorizontalOrganizationChart"/>
    <dgm:cxn modelId="{E907497D-0E49-476D-A72F-83E3FC75B4A7}" type="presParOf" srcId="{5325118C-FE79-4AFE-9C7D-C662A26F38EC}" destId="{5F4AD87B-7CE9-4C0C-B90A-D6E7C9BC963B}" srcOrd="2" destOrd="0" presId="urn:microsoft.com/office/officeart/2009/3/layout/HorizontalOrganizationChart"/>
    <dgm:cxn modelId="{C7C1E399-A1E5-4A2A-BC9B-10C2C0BE2B7E}" type="presParOf" srcId="{5325118C-FE79-4AFE-9C7D-C662A26F38EC}" destId="{2C9135FD-12AE-4088-B7B0-DC3404B895A7}" srcOrd="3" destOrd="0" presId="urn:microsoft.com/office/officeart/2009/3/layout/HorizontalOrganizationChart"/>
    <dgm:cxn modelId="{01EC34C3-35CD-42E1-B8DC-34F93BF8A80B}" type="presParOf" srcId="{2C9135FD-12AE-4088-B7B0-DC3404B895A7}" destId="{1F720B79-9CE1-4844-9EFB-2B96E29A31F2}" srcOrd="0" destOrd="0" presId="urn:microsoft.com/office/officeart/2009/3/layout/HorizontalOrganizationChart"/>
    <dgm:cxn modelId="{F61E5F44-D041-42DE-94C4-1D26EA925222}" type="presParOf" srcId="{1F720B79-9CE1-4844-9EFB-2B96E29A31F2}" destId="{8DBE3AA5-5F68-4378-97B2-26328B6B3A8A}" srcOrd="0" destOrd="0" presId="urn:microsoft.com/office/officeart/2009/3/layout/HorizontalOrganizationChart"/>
    <dgm:cxn modelId="{882B3553-7DC5-48E8-BEF3-D235E735EECC}" type="presParOf" srcId="{1F720B79-9CE1-4844-9EFB-2B96E29A31F2}" destId="{B87B7C00-0CA7-4A96-AABA-D1ED8FC0AEFC}" srcOrd="1" destOrd="0" presId="urn:microsoft.com/office/officeart/2009/3/layout/HorizontalOrganizationChart"/>
    <dgm:cxn modelId="{57541DA2-8C2D-4A71-A0C5-35952174941A}" type="presParOf" srcId="{2C9135FD-12AE-4088-B7B0-DC3404B895A7}" destId="{18CC4C67-33D8-4F55-BD3F-094C9EEE6C1A}" srcOrd="1" destOrd="0" presId="urn:microsoft.com/office/officeart/2009/3/layout/HorizontalOrganizationChart"/>
    <dgm:cxn modelId="{D23EB536-B225-46ED-A9AA-69456E2066F3}" type="presParOf" srcId="{2C9135FD-12AE-4088-B7B0-DC3404B895A7}" destId="{06487AC2-7B11-45ED-BACC-BF8F0E126F11}" srcOrd="2" destOrd="0" presId="urn:microsoft.com/office/officeart/2009/3/layout/HorizontalOrganizationChart"/>
    <dgm:cxn modelId="{B198ED46-9229-4E81-82C1-3A90E8FD5883}" type="presParOf" srcId="{B34C68B6-7B96-4D3F-94DA-58C5E10AF081}" destId="{DD9DB350-1DDA-4E8A-9C25-1D1B556110D3}" srcOrd="2" destOrd="0" presId="urn:microsoft.com/office/officeart/2009/3/layout/HorizontalOrganizationChart"/>
    <dgm:cxn modelId="{15A99813-C1FE-4A4C-AD6D-EE0F66EB77FA}" type="presParOf" srcId="{210334DD-E28A-47FD-9467-5627072A2D47}" destId="{A9C7F733-B813-4D9A-B609-AA0F5339608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60B0B0-3DAA-46B9-8032-E5428286FB75}" type="doc">
      <dgm:prSet loTypeId="urn:microsoft.com/office/officeart/2009/3/layout/HorizontalOrganizationChart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BF7E72C-4E0F-446F-92D3-016CE536F037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Warehousing/Dispatch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1.6MM</a:t>
          </a:r>
        </a:p>
      </dgm:t>
    </dgm:pt>
    <dgm:pt modelId="{AC509E5B-B2B8-4EF3-8492-5E63E990A724}" type="parTrans" cxnId="{294F8204-6EBA-4E7D-AAA4-ECD60E400FF6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3E0D8D96-629F-49A4-A7E6-1E006CBB63F8}" type="sibTrans" cxnId="{294F8204-6EBA-4E7D-AAA4-ECD60E400FF6}">
      <dgm:prSet/>
      <dgm:spPr/>
      <dgm:t>
        <a:bodyPr/>
        <a:lstStyle/>
        <a:p>
          <a:endParaRPr lang="en-US"/>
        </a:p>
      </dgm:t>
    </dgm:pt>
    <dgm:pt modelId="{D66E83B1-67E2-4C2F-8EC3-C11C2F07DEEA}">
      <dgm:prSet phldrT="[Text]" custT="1"/>
      <dgm:spPr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Trade Press 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0.3MM</a:t>
          </a:r>
        </a:p>
      </dgm:t>
    </dgm:pt>
    <dgm:pt modelId="{879B6BE7-ED29-4466-9351-5235B00AA0CC}" type="parTrans" cxnId="{2A04482C-CB96-4379-83ED-3205C5CBF936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540B6B90-E521-4974-8846-4FAD84894D60}" type="sibTrans" cxnId="{2A04482C-CB96-4379-83ED-3205C5CBF936}">
      <dgm:prSet/>
      <dgm:spPr/>
      <dgm:t>
        <a:bodyPr/>
        <a:lstStyle/>
        <a:p>
          <a:endParaRPr lang="en-US"/>
        </a:p>
      </dgm:t>
    </dgm:pt>
    <dgm:pt modelId="{96B803C4-7100-4F0D-906B-A1B671DD16CC}">
      <dgm:prSet phldrT="[Text]" custT="1"/>
      <dgm:spPr/>
      <dgm:t>
        <a:bodyPr/>
        <a:lstStyle/>
        <a:p>
          <a:r>
            <a:rPr lang="en-US" sz="900" b="1" dirty="0"/>
            <a:t>Gantries (Phase One)</a:t>
          </a:r>
        </a:p>
        <a:p>
          <a:r>
            <a:rPr lang="en-US" sz="900" b="0" dirty="0"/>
            <a:t>8.7MM</a:t>
          </a:r>
        </a:p>
      </dgm:t>
    </dgm:pt>
    <dgm:pt modelId="{8E79E24F-6EAE-467F-AE39-B05CE9AADAAA}" type="parTrans" cxnId="{84E29B81-DB0F-40B3-9529-F03AC55600D7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CFFE43A9-63E1-4834-BEC6-3391F958AEED}" type="sibTrans" cxnId="{84E29B81-DB0F-40B3-9529-F03AC55600D7}">
      <dgm:prSet/>
      <dgm:spPr/>
      <dgm:t>
        <a:bodyPr/>
        <a:lstStyle/>
        <a:p>
          <a:endParaRPr lang="en-US"/>
        </a:p>
      </dgm:t>
    </dgm:pt>
    <dgm:pt modelId="{3B6D6B4F-6DAE-43AF-89BF-862249FCDAF1}">
      <dgm:prSet phldrT="[Text]" custT="1"/>
      <dgm:spPr/>
      <dgm:t>
        <a:bodyPr/>
        <a:lstStyle/>
        <a:p>
          <a:r>
            <a:rPr lang="en-US" sz="900" b="1" dirty="0"/>
            <a:t>Trade Marketing</a:t>
          </a:r>
        </a:p>
        <a:p>
          <a:r>
            <a:rPr lang="en-US" sz="900" b="0" dirty="0"/>
            <a:t>10.7MM</a:t>
          </a:r>
        </a:p>
      </dgm:t>
    </dgm:pt>
    <dgm:pt modelId="{940FFA11-5249-4D58-8E66-A1CB18A9D634}" type="parTrans" cxnId="{61BD0382-FDA9-420C-B93D-C584A0170EAE}">
      <dgm:prSet/>
      <dgm:spPr/>
      <dgm:t>
        <a:bodyPr/>
        <a:lstStyle/>
        <a:p>
          <a:endParaRPr lang="en-US"/>
        </a:p>
      </dgm:t>
    </dgm:pt>
    <dgm:pt modelId="{1536CA02-9D29-4C8F-B0E1-9390B1864A72}" type="sibTrans" cxnId="{61BD0382-FDA9-420C-B93D-C584A0170EAE}">
      <dgm:prSet/>
      <dgm:spPr/>
      <dgm:t>
        <a:bodyPr/>
        <a:lstStyle/>
        <a:p>
          <a:endParaRPr lang="en-US"/>
        </a:p>
      </dgm:t>
    </dgm:pt>
    <dgm:pt modelId="{5B94A9E1-E8A5-4216-AD84-0167AD7B89E1}">
      <dgm:prSet phldrT="[Text]" custT="1"/>
      <dgm:spPr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Hardware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4.1MM</a:t>
          </a:r>
        </a:p>
      </dgm:t>
    </dgm:pt>
    <dgm:pt modelId="{3CF2EA8E-C14B-49D4-A3AA-226E5771C2E0}" type="parTrans" cxnId="{265C431A-C4AA-4238-8CA0-CB329E2D1634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CF4CB923-9925-4E5B-A390-B04AEC31D955}" type="sibTrans" cxnId="{265C431A-C4AA-4238-8CA0-CB329E2D1634}">
      <dgm:prSet/>
      <dgm:spPr/>
      <dgm:t>
        <a:bodyPr/>
        <a:lstStyle/>
        <a:p>
          <a:endParaRPr lang="en-US"/>
        </a:p>
      </dgm:t>
    </dgm:pt>
    <dgm:pt modelId="{22379259-F5C6-464D-9789-CA581421333A}">
      <dgm:prSet phldrT="[Text]" custT="1"/>
      <dgm:spPr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Installation/Maintenance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3.7MM</a:t>
          </a:r>
        </a:p>
      </dgm:t>
    </dgm:pt>
    <dgm:pt modelId="{E5EDEB65-AD35-4AB2-9979-A5C68B5D3B70}" type="parTrans" cxnId="{392C0A88-5EA4-4EDE-9C48-B85CE762ACC9}">
      <dgm:prSet/>
      <dgm:spPr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B06D80AA-BB73-4F94-B74F-DBD81CFA9390}" type="sibTrans" cxnId="{392C0A88-5EA4-4EDE-9C48-B85CE762ACC9}">
      <dgm:prSet/>
      <dgm:spPr/>
      <dgm:t>
        <a:bodyPr/>
        <a:lstStyle/>
        <a:p>
          <a:endParaRPr lang="en-US"/>
        </a:p>
      </dgm:t>
    </dgm:pt>
    <dgm:pt modelId="{C46210DF-04A3-47DE-87AB-DD5BA8FED1E6}">
      <dgm:prSet phldrT="[Text]" custT="1"/>
      <dgm:spPr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Others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0.9MM</a:t>
          </a:r>
        </a:p>
      </dgm:t>
    </dgm:pt>
    <dgm:pt modelId="{A61D0BB8-8420-405A-99E1-31EFEBC445C2}" type="parTrans" cxnId="{9FE9A78C-8908-460F-B00C-7664CECF8493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A6844890-6622-473E-8854-626C0D5DB886}" type="sibTrans" cxnId="{9FE9A78C-8908-460F-B00C-7664CECF8493}">
      <dgm:prSet/>
      <dgm:spPr/>
      <dgm:t>
        <a:bodyPr/>
        <a:lstStyle/>
        <a:p>
          <a:endParaRPr lang="en-US"/>
        </a:p>
      </dgm:t>
    </dgm:pt>
    <dgm:pt modelId="{F9ADA109-EA70-44A6-BD0C-84F0744DF8E9}" type="pres">
      <dgm:prSet presAssocID="{5160B0B0-3DAA-46B9-8032-E5428286FB7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0334DD-E28A-47FD-9467-5627072A2D47}" type="pres">
      <dgm:prSet presAssocID="{3B6D6B4F-6DAE-43AF-89BF-862249FCDAF1}" presName="hierRoot1" presStyleCnt="0">
        <dgm:presLayoutVars>
          <dgm:hierBranch val="init"/>
        </dgm:presLayoutVars>
      </dgm:prSet>
      <dgm:spPr/>
    </dgm:pt>
    <dgm:pt modelId="{29510DE1-08C0-474B-908A-21BCCF9D6751}" type="pres">
      <dgm:prSet presAssocID="{3B6D6B4F-6DAE-43AF-89BF-862249FCDAF1}" presName="rootComposite1" presStyleCnt="0"/>
      <dgm:spPr/>
    </dgm:pt>
    <dgm:pt modelId="{C8E210BF-E856-4951-ADFE-EEDE8D9C8141}" type="pres">
      <dgm:prSet presAssocID="{3B6D6B4F-6DAE-43AF-89BF-862249FCDAF1}" presName="rootText1" presStyleLbl="node0" presStyleIdx="0" presStyleCnt="1">
        <dgm:presLayoutVars>
          <dgm:chPref val="3"/>
        </dgm:presLayoutVars>
      </dgm:prSet>
      <dgm:spPr/>
    </dgm:pt>
    <dgm:pt modelId="{579DEEF9-6C25-4EF7-A5F6-130E4701610D}" type="pres">
      <dgm:prSet presAssocID="{3B6D6B4F-6DAE-43AF-89BF-862249FCDAF1}" presName="rootConnector1" presStyleLbl="node1" presStyleIdx="0" presStyleCnt="0"/>
      <dgm:spPr/>
    </dgm:pt>
    <dgm:pt modelId="{4AE3D426-0B39-45FA-8402-B4CC904927EF}" type="pres">
      <dgm:prSet presAssocID="{3B6D6B4F-6DAE-43AF-89BF-862249FCDAF1}" presName="hierChild2" presStyleCnt="0"/>
      <dgm:spPr/>
    </dgm:pt>
    <dgm:pt modelId="{347AB462-9920-4005-9523-427A9FD0D6D4}" type="pres">
      <dgm:prSet presAssocID="{AC509E5B-B2B8-4EF3-8492-5E63E990A724}" presName="Name64" presStyleLbl="parChTrans1D2" presStyleIdx="0" presStyleCnt="3"/>
      <dgm:spPr/>
    </dgm:pt>
    <dgm:pt modelId="{0388BFDB-F9F2-4A77-A61B-C4F00CE9D1A9}" type="pres">
      <dgm:prSet presAssocID="{7BF7E72C-4E0F-446F-92D3-016CE536F037}" presName="hierRoot2" presStyleCnt="0">
        <dgm:presLayoutVars>
          <dgm:hierBranch val="init"/>
        </dgm:presLayoutVars>
      </dgm:prSet>
      <dgm:spPr/>
    </dgm:pt>
    <dgm:pt modelId="{F31F9303-EC05-4FEC-977C-B585BE63A493}" type="pres">
      <dgm:prSet presAssocID="{7BF7E72C-4E0F-446F-92D3-016CE536F037}" presName="rootComposite" presStyleCnt="0"/>
      <dgm:spPr/>
    </dgm:pt>
    <dgm:pt modelId="{26791B1E-B1F7-4B61-97AD-A0B5F38C08F6}" type="pres">
      <dgm:prSet presAssocID="{7BF7E72C-4E0F-446F-92D3-016CE536F037}" presName="rootText" presStyleLbl="node2" presStyleIdx="0" presStyleCnt="3">
        <dgm:presLayoutVars>
          <dgm:chPref val="3"/>
        </dgm:presLayoutVars>
      </dgm:prSet>
      <dgm:spPr>
        <a:xfrm>
          <a:off x="3678332" y="737462"/>
          <a:ext cx="1137063" cy="346804"/>
        </a:xfrm>
        <a:prstGeom prst="rect">
          <a:avLst/>
        </a:prstGeom>
      </dgm:spPr>
    </dgm:pt>
    <dgm:pt modelId="{CFCDC734-2C21-466B-8846-746E870BC8C7}" type="pres">
      <dgm:prSet presAssocID="{7BF7E72C-4E0F-446F-92D3-016CE536F037}" presName="rootConnector" presStyleLbl="node2" presStyleIdx="0" presStyleCnt="3"/>
      <dgm:spPr/>
    </dgm:pt>
    <dgm:pt modelId="{4FCBDE91-677D-4ABD-BCAD-2C6A6D71FD28}" type="pres">
      <dgm:prSet presAssocID="{7BF7E72C-4E0F-446F-92D3-016CE536F037}" presName="hierChild4" presStyleCnt="0"/>
      <dgm:spPr/>
    </dgm:pt>
    <dgm:pt modelId="{1D06E1A7-61EB-400A-8A74-F48FAF050605}" type="pres">
      <dgm:prSet presAssocID="{7BF7E72C-4E0F-446F-92D3-016CE536F037}" presName="hierChild5" presStyleCnt="0"/>
      <dgm:spPr/>
    </dgm:pt>
    <dgm:pt modelId="{7AB8B1F8-0EDA-492F-B149-3DCBDF827773}" type="pres">
      <dgm:prSet presAssocID="{879B6BE7-ED29-4466-9351-5235B00AA0CC}" presName="Name64" presStyleLbl="parChTrans1D2" presStyleIdx="1" presStyleCnt="3"/>
      <dgm:spPr/>
    </dgm:pt>
    <dgm:pt modelId="{FA30974D-8A34-4E5E-9A0A-FD93736539E0}" type="pres">
      <dgm:prSet presAssocID="{D66E83B1-67E2-4C2F-8EC3-C11C2F07DEEA}" presName="hierRoot2" presStyleCnt="0">
        <dgm:presLayoutVars>
          <dgm:hierBranch val="init"/>
        </dgm:presLayoutVars>
      </dgm:prSet>
      <dgm:spPr/>
    </dgm:pt>
    <dgm:pt modelId="{8A507C57-774E-4559-8890-A9806C4DDAFE}" type="pres">
      <dgm:prSet presAssocID="{D66E83B1-67E2-4C2F-8EC3-C11C2F07DEEA}" presName="rootComposite" presStyleCnt="0"/>
      <dgm:spPr/>
    </dgm:pt>
    <dgm:pt modelId="{D21B0D53-EF34-4886-900A-68BE5E47FCD7}" type="pres">
      <dgm:prSet presAssocID="{D66E83B1-67E2-4C2F-8EC3-C11C2F07DEEA}" presName="rootText" presStyleLbl="node2" presStyleIdx="1" presStyleCnt="3">
        <dgm:presLayoutVars>
          <dgm:chPref val="3"/>
        </dgm:presLayoutVars>
      </dgm:prSet>
      <dgm:spPr>
        <a:xfrm>
          <a:off x="3678332" y="3548851"/>
          <a:ext cx="1137063" cy="346804"/>
        </a:xfrm>
        <a:prstGeom prst="rect">
          <a:avLst/>
        </a:prstGeom>
      </dgm:spPr>
    </dgm:pt>
    <dgm:pt modelId="{BB18E579-DBA7-490E-8B4B-21BDA471B149}" type="pres">
      <dgm:prSet presAssocID="{D66E83B1-67E2-4C2F-8EC3-C11C2F07DEEA}" presName="rootConnector" presStyleLbl="node2" presStyleIdx="1" presStyleCnt="3"/>
      <dgm:spPr/>
    </dgm:pt>
    <dgm:pt modelId="{5AF62D9F-D569-4C84-9E12-8FE5F6DB5E3C}" type="pres">
      <dgm:prSet presAssocID="{D66E83B1-67E2-4C2F-8EC3-C11C2F07DEEA}" presName="hierChild4" presStyleCnt="0"/>
      <dgm:spPr/>
    </dgm:pt>
    <dgm:pt modelId="{365F1735-12C3-4DA6-B3A0-D4390B65F8BB}" type="pres">
      <dgm:prSet presAssocID="{D66E83B1-67E2-4C2F-8EC3-C11C2F07DEEA}" presName="hierChild5" presStyleCnt="0"/>
      <dgm:spPr/>
    </dgm:pt>
    <dgm:pt modelId="{AEAF602C-3C93-4700-875E-66756EEB2B78}" type="pres">
      <dgm:prSet presAssocID="{8E79E24F-6EAE-467F-AE39-B05CE9AADAAA}" presName="Name64" presStyleLbl="parChTrans1D2" presStyleIdx="2" presStyleCnt="3"/>
      <dgm:spPr/>
    </dgm:pt>
    <dgm:pt modelId="{B34C68B6-7B96-4D3F-94DA-58C5E10AF081}" type="pres">
      <dgm:prSet presAssocID="{96B803C4-7100-4F0D-906B-A1B671DD16CC}" presName="hierRoot2" presStyleCnt="0">
        <dgm:presLayoutVars>
          <dgm:hierBranch val="init"/>
        </dgm:presLayoutVars>
      </dgm:prSet>
      <dgm:spPr/>
    </dgm:pt>
    <dgm:pt modelId="{F053FA28-07D5-4722-B5F5-A45283AF06CA}" type="pres">
      <dgm:prSet presAssocID="{96B803C4-7100-4F0D-906B-A1B671DD16CC}" presName="rootComposite" presStyleCnt="0"/>
      <dgm:spPr/>
    </dgm:pt>
    <dgm:pt modelId="{BCA54C35-DABB-4654-8441-4084A2E8F345}" type="pres">
      <dgm:prSet presAssocID="{96B803C4-7100-4F0D-906B-A1B671DD16CC}" presName="rootText" presStyleLbl="node2" presStyleIdx="2" presStyleCnt="3">
        <dgm:presLayoutVars>
          <dgm:chPref val="3"/>
        </dgm:presLayoutVars>
      </dgm:prSet>
      <dgm:spPr/>
    </dgm:pt>
    <dgm:pt modelId="{39021822-0552-4E6F-B4AA-3CEAF59686D1}" type="pres">
      <dgm:prSet presAssocID="{96B803C4-7100-4F0D-906B-A1B671DD16CC}" presName="rootConnector" presStyleLbl="node2" presStyleIdx="2" presStyleCnt="3"/>
      <dgm:spPr/>
    </dgm:pt>
    <dgm:pt modelId="{5325118C-FE79-4AFE-9C7D-C662A26F38EC}" type="pres">
      <dgm:prSet presAssocID="{96B803C4-7100-4F0D-906B-A1B671DD16CC}" presName="hierChild4" presStyleCnt="0"/>
      <dgm:spPr/>
    </dgm:pt>
    <dgm:pt modelId="{ABCB6BDE-0AB2-4365-9E4F-D2F467819534}" type="pres">
      <dgm:prSet presAssocID="{3CF2EA8E-C14B-49D4-A3AA-226E5771C2E0}" presName="Name64" presStyleLbl="parChTrans1D3" presStyleIdx="0" presStyleCnt="3"/>
      <dgm:spPr/>
    </dgm:pt>
    <dgm:pt modelId="{8951D5C2-461E-4334-AEE8-567972740978}" type="pres">
      <dgm:prSet presAssocID="{5B94A9E1-E8A5-4216-AD84-0167AD7B89E1}" presName="hierRoot2" presStyleCnt="0">
        <dgm:presLayoutVars>
          <dgm:hierBranch val="init"/>
        </dgm:presLayoutVars>
      </dgm:prSet>
      <dgm:spPr/>
    </dgm:pt>
    <dgm:pt modelId="{6CA152F8-5416-4528-9DAE-684A6704B539}" type="pres">
      <dgm:prSet presAssocID="{5B94A9E1-E8A5-4216-AD84-0167AD7B89E1}" presName="rootComposite" presStyleCnt="0"/>
      <dgm:spPr/>
    </dgm:pt>
    <dgm:pt modelId="{0BB8A912-A10F-4405-BDE2-6F77EA70C5F0}" type="pres">
      <dgm:prSet presAssocID="{5B94A9E1-E8A5-4216-AD84-0167AD7B89E1}" presName="rootText" presStyleLbl="node3" presStyleIdx="0" presStyleCnt="3">
        <dgm:presLayoutVars>
          <dgm:chPref val="3"/>
        </dgm:presLayoutVars>
      </dgm:prSet>
      <dgm:spPr>
        <a:xfrm>
          <a:off x="7059384" y="894356"/>
          <a:ext cx="2068633" cy="630933"/>
        </a:xfrm>
        <a:prstGeom prst="rect">
          <a:avLst/>
        </a:prstGeom>
      </dgm:spPr>
    </dgm:pt>
    <dgm:pt modelId="{B38C09A0-CB08-4B47-A49B-A077E40A165F}" type="pres">
      <dgm:prSet presAssocID="{5B94A9E1-E8A5-4216-AD84-0167AD7B89E1}" presName="rootConnector" presStyleLbl="node3" presStyleIdx="0" presStyleCnt="3"/>
      <dgm:spPr/>
    </dgm:pt>
    <dgm:pt modelId="{329A9F67-B334-474A-8E77-860CF182F3CE}" type="pres">
      <dgm:prSet presAssocID="{5B94A9E1-E8A5-4216-AD84-0167AD7B89E1}" presName="hierChild4" presStyleCnt="0"/>
      <dgm:spPr/>
    </dgm:pt>
    <dgm:pt modelId="{2DF18ED9-B82C-45A6-A42B-8EA965E58060}" type="pres">
      <dgm:prSet presAssocID="{5B94A9E1-E8A5-4216-AD84-0167AD7B89E1}" presName="hierChild5" presStyleCnt="0"/>
      <dgm:spPr/>
    </dgm:pt>
    <dgm:pt modelId="{FE85670E-7DDC-4DF6-B168-2FA127BAA4ED}" type="pres">
      <dgm:prSet presAssocID="{E5EDEB65-AD35-4AB2-9979-A5C68B5D3B70}" presName="Name64" presStyleLbl="parChTrans1D3" presStyleIdx="1" presStyleCnt="3"/>
      <dgm:spPr/>
    </dgm:pt>
    <dgm:pt modelId="{8908F9CE-F5BE-465B-B2CA-5C5970F0B6B0}" type="pres">
      <dgm:prSet presAssocID="{22379259-F5C6-464D-9789-CA581421333A}" presName="hierRoot2" presStyleCnt="0">
        <dgm:presLayoutVars>
          <dgm:hierBranch val="init"/>
        </dgm:presLayoutVars>
      </dgm:prSet>
      <dgm:spPr/>
    </dgm:pt>
    <dgm:pt modelId="{FB9E27B9-4726-41CD-9563-A22278EA2721}" type="pres">
      <dgm:prSet presAssocID="{22379259-F5C6-464D-9789-CA581421333A}" presName="rootComposite" presStyleCnt="0"/>
      <dgm:spPr/>
    </dgm:pt>
    <dgm:pt modelId="{E0828B10-B01F-4903-B134-428C28B0390F}" type="pres">
      <dgm:prSet presAssocID="{22379259-F5C6-464D-9789-CA581421333A}" presName="rootText" presStyleLbl="node3" presStyleIdx="1" presStyleCnt="3">
        <dgm:presLayoutVars>
          <dgm:chPref val="3"/>
        </dgm:presLayoutVars>
      </dgm:prSet>
      <dgm:spPr>
        <a:xfrm>
          <a:off x="7059384" y="1783868"/>
          <a:ext cx="2068633" cy="630933"/>
        </a:xfrm>
        <a:prstGeom prst="rect">
          <a:avLst/>
        </a:prstGeom>
      </dgm:spPr>
    </dgm:pt>
    <dgm:pt modelId="{20BEFFCA-CB18-47E1-B7D4-DC2556167AD2}" type="pres">
      <dgm:prSet presAssocID="{22379259-F5C6-464D-9789-CA581421333A}" presName="rootConnector" presStyleLbl="node3" presStyleIdx="1" presStyleCnt="3"/>
      <dgm:spPr/>
    </dgm:pt>
    <dgm:pt modelId="{467EF8BD-6EEC-4129-B9F3-58862AAB3581}" type="pres">
      <dgm:prSet presAssocID="{22379259-F5C6-464D-9789-CA581421333A}" presName="hierChild4" presStyleCnt="0"/>
      <dgm:spPr/>
    </dgm:pt>
    <dgm:pt modelId="{0258141B-F6FF-404A-8A76-2DE85BA1C9AD}" type="pres">
      <dgm:prSet presAssocID="{22379259-F5C6-464D-9789-CA581421333A}" presName="hierChild5" presStyleCnt="0"/>
      <dgm:spPr/>
    </dgm:pt>
    <dgm:pt modelId="{DB24C884-B495-460F-B939-17BF6A9C7F27}" type="pres">
      <dgm:prSet presAssocID="{A61D0BB8-8420-405A-99E1-31EFEBC445C2}" presName="Name64" presStyleLbl="parChTrans1D3" presStyleIdx="2" presStyleCnt="3"/>
      <dgm:spPr/>
    </dgm:pt>
    <dgm:pt modelId="{EDD415CB-7C8B-404B-9380-40DAB72BEA03}" type="pres">
      <dgm:prSet presAssocID="{C46210DF-04A3-47DE-87AB-DD5BA8FED1E6}" presName="hierRoot2" presStyleCnt="0">
        <dgm:presLayoutVars>
          <dgm:hierBranch val="init"/>
        </dgm:presLayoutVars>
      </dgm:prSet>
      <dgm:spPr/>
    </dgm:pt>
    <dgm:pt modelId="{199BA61E-5A57-4679-8B3F-5CA1E2A92B62}" type="pres">
      <dgm:prSet presAssocID="{C46210DF-04A3-47DE-87AB-DD5BA8FED1E6}" presName="rootComposite" presStyleCnt="0"/>
      <dgm:spPr/>
    </dgm:pt>
    <dgm:pt modelId="{74FFC213-AE85-4361-B2C4-A13CA431EA26}" type="pres">
      <dgm:prSet presAssocID="{C46210DF-04A3-47DE-87AB-DD5BA8FED1E6}" presName="rootText" presStyleLbl="node3" presStyleIdx="2" presStyleCnt="3">
        <dgm:presLayoutVars>
          <dgm:chPref val="3"/>
        </dgm:presLayoutVars>
      </dgm:prSet>
      <dgm:spPr>
        <a:xfrm>
          <a:off x="7059384" y="2673381"/>
          <a:ext cx="2068633" cy="630933"/>
        </a:xfrm>
        <a:prstGeom prst="rect">
          <a:avLst/>
        </a:prstGeom>
      </dgm:spPr>
    </dgm:pt>
    <dgm:pt modelId="{E364DA21-42C2-48BC-B4DB-D4DC1F4852F2}" type="pres">
      <dgm:prSet presAssocID="{C46210DF-04A3-47DE-87AB-DD5BA8FED1E6}" presName="rootConnector" presStyleLbl="node3" presStyleIdx="2" presStyleCnt="3"/>
      <dgm:spPr/>
    </dgm:pt>
    <dgm:pt modelId="{7C843FA3-2BDD-4455-9450-859C5F6B5092}" type="pres">
      <dgm:prSet presAssocID="{C46210DF-04A3-47DE-87AB-DD5BA8FED1E6}" presName="hierChild4" presStyleCnt="0"/>
      <dgm:spPr/>
    </dgm:pt>
    <dgm:pt modelId="{983630FE-8B62-47DE-A39B-A54DA3D239AF}" type="pres">
      <dgm:prSet presAssocID="{C46210DF-04A3-47DE-87AB-DD5BA8FED1E6}" presName="hierChild5" presStyleCnt="0"/>
      <dgm:spPr/>
    </dgm:pt>
    <dgm:pt modelId="{DD9DB350-1DDA-4E8A-9C25-1D1B556110D3}" type="pres">
      <dgm:prSet presAssocID="{96B803C4-7100-4F0D-906B-A1B671DD16CC}" presName="hierChild5" presStyleCnt="0"/>
      <dgm:spPr/>
    </dgm:pt>
    <dgm:pt modelId="{A9C7F733-B813-4D9A-B609-AA0F5339608F}" type="pres">
      <dgm:prSet presAssocID="{3B6D6B4F-6DAE-43AF-89BF-862249FCDAF1}" presName="hierChild3" presStyleCnt="0"/>
      <dgm:spPr/>
    </dgm:pt>
  </dgm:ptLst>
  <dgm:cxnLst>
    <dgm:cxn modelId="{37AF3900-3052-4F21-9D11-487163B2E355}" type="presOf" srcId="{22379259-F5C6-464D-9789-CA581421333A}" destId="{20BEFFCA-CB18-47E1-B7D4-DC2556167AD2}" srcOrd="1" destOrd="0" presId="urn:microsoft.com/office/officeart/2009/3/layout/HorizontalOrganizationChart"/>
    <dgm:cxn modelId="{294F8204-6EBA-4E7D-AAA4-ECD60E400FF6}" srcId="{3B6D6B4F-6DAE-43AF-89BF-862249FCDAF1}" destId="{7BF7E72C-4E0F-446F-92D3-016CE536F037}" srcOrd="0" destOrd="0" parTransId="{AC509E5B-B2B8-4EF3-8492-5E63E990A724}" sibTransId="{3E0D8D96-629F-49A4-A7E6-1E006CBB63F8}"/>
    <dgm:cxn modelId="{265C431A-C4AA-4238-8CA0-CB329E2D1634}" srcId="{96B803C4-7100-4F0D-906B-A1B671DD16CC}" destId="{5B94A9E1-E8A5-4216-AD84-0167AD7B89E1}" srcOrd="0" destOrd="0" parTransId="{3CF2EA8E-C14B-49D4-A3AA-226E5771C2E0}" sibTransId="{CF4CB923-9925-4E5B-A390-B04AEC31D955}"/>
    <dgm:cxn modelId="{2A04482C-CB96-4379-83ED-3205C5CBF936}" srcId="{3B6D6B4F-6DAE-43AF-89BF-862249FCDAF1}" destId="{D66E83B1-67E2-4C2F-8EC3-C11C2F07DEEA}" srcOrd="1" destOrd="0" parTransId="{879B6BE7-ED29-4466-9351-5235B00AA0CC}" sibTransId="{540B6B90-E521-4974-8846-4FAD84894D60}"/>
    <dgm:cxn modelId="{07B98333-67D9-492C-8DF7-BEB2E7FE2845}" type="presOf" srcId="{7BF7E72C-4E0F-446F-92D3-016CE536F037}" destId="{26791B1E-B1F7-4B61-97AD-A0B5F38C08F6}" srcOrd="0" destOrd="0" presId="urn:microsoft.com/office/officeart/2009/3/layout/HorizontalOrganizationChart"/>
    <dgm:cxn modelId="{D7D7503E-C4A6-4BD6-995B-6D989C3DEA54}" type="presOf" srcId="{96B803C4-7100-4F0D-906B-A1B671DD16CC}" destId="{39021822-0552-4E6F-B4AA-3CEAF59686D1}" srcOrd="1" destOrd="0" presId="urn:microsoft.com/office/officeart/2009/3/layout/HorizontalOrganizationChart"/>
    <dgm:cxn modelId="{2B7BE340-9C85-442F-A831-75C230A6B6D7}" type="presOf" srcId="{C46210DF-04A3-47DE-87AB-DD5BA8FED1E6}" destId="{E364DA21-42C2-48BC-B4DB-D4DC1F4852F2}" srcOrd="1" destOrd="0" presId="urn:microsoft.com/office/officeart/2009/3/layout/HorizontalOrganizationChart"/>
    <dgm:cxn modelId="{F17D7541-F191-42C9-BF0F-913E20842EE9}" type="presOf" srcId="{5160B0B0-3DAA-46B9-8032-E5428286FB75}" destId="{F9ADA109-EA70-44A6-BD0C-84F0744DF8E9}" srcOrd="0" destOrd="0" presId="urn:microsoft.com/office/officeart/2009/3/layout/HorizontalOrganizationChart"/>
    <dgm:cxn modelId="{E63BAD62-F58B-46CC-A7E0-07B2B39D678A}" type="presOf" srcId="{D66E83B1-67E2-4C2F-8EC3-C11C2F07DEEA}" destId="{D21B0D53-EF34-4886-900A-68BE5E47FCD7}" srcOrd="0" destOrd="0" presId="urn:microsoft.com/office/officeart/2009/3/layout/HorizontalOrganizationChart"/>
    <dgm:cxn modelId="{E0A30168-E915-4EA7-BB8B-0F1D20B5E5E3}" type="presOf" srcId="{8E79E24F-6EAE-467F-AE39-B05CE9AADAAA}" destId="{AEAF602C-3C93-4700-875E-66756EEB2B78}" srcOrd="0" destOrd="0" presId="urn:microsoft.com/office/officeart/2009/3/layout/HorizontalOrganizationChart"/>
    <dgm:cxn modelId="{60175169-7809-4235-AF24-7813A1C715B6}" type="presOf" srcId="{D66E83B1-67E2-4C2F-8EC3-C11C2F07DEEA}" destId="{BB18E579-DBA7-490E-8B4B-21BDA471B149}" srcOrd="1" destOrd="0" presId="urn:microsoft.com/office/officeart/2009/3/layout/HorizontalOrganizationChart"/>
    <dgm:cxn modelId="{5698E14D-7A67-41BE-BE1F-495E8D458008}" type="presOf" srcId="{5B94A9E1-E8A5-4216-AD84-0167AD7B89E1}" destId="{0BB8A912-A10F-4405-BDE2-6F77EA70C5F0}" srcOrd="0" destOrd="0" presId="urn:microsoft.com/office/officeart/2009/3/layout/HorizontalOrganizationChart"/>
    <dgm:cxn modelId="{D346F754-4F36-4BA7-BE1C-3DE2DB310DF0}" type="presOf" srcId="{3CF2EA8E-C14B-49D4-A3AA-226E5771C2E0}" destId="{ABCB6BDE-0AB2-4365-9E4F-D2F467819534}" srcOrd="0" destOrd="0" presId="urn:microsoft.com/office/officeart/2009/3/layout/HorizontalOrganizationChart"/>
    <dgm:cxn modelId="{0CCFA555-BD7D-457D-B403-3360CAF47992}" type="presOf" srcId="{879B6BE7-ED29-4466-9351-5235B00AA0CC}" destId="{7AB8B1F8-0EDA-492F-B149-3DCBDF827773}" srcOrd="0" destOrd="0" presId="urn:microsoft.com/office/officeart/2009/3/layout/HorizontalOrganizationChart"/>
    <dgm:cxn modelId="{84E29B81-DB0F-40B3-9529-F03AC55600D7}" srcId="{3B6D6B4F-6DAE-43AF-89BF-862249FCDAF1}" destId="{96B803C4-7100-4F0D-906B-A1B671DD16CC}" srcOrd="2" destOrd="0" parTransId="{8E79E24F-6EAE-467F-AE39-B05CE9AADAAA}" sibTransId="{CFFE43A9-63E1-4834-BEC6-3391F958AEED}"/>
    <dgm:cxn modelId="{61BD0382-FDA9-420C-B93D-C584A0170EAE}" srcId="{5160B0B0-3DAA-46B9-8032-E5428286FB75}" destId="{3B6D6B4F-6DAE-43AF-89BF-862249FCDAF1}" srcOrd="0" destOrd="0" parTransId="{940FFA11-5249-4D58-8E66-A1CB18A9D634}" sibTransId="{1536CA02-9D29-4C8F-B0E1-9390B1864A72}"/>
    <dgm:cxn modelId="{D869DE83-A35D-43C8-8C8B-C62814F7A5A5}" type="presOf" srcId="{22379259-F5C6-464D-9789-CA581421333A}" destId="{E0828B10-B01F-4903-B134-428C28B0390F}" srcOrd="0" destOrd="0" presId="urn:microsoft.com/office/officeart/2009/3/layout/HorizontalOrganizationChart"/>
    <dgm:cxn modelId="{392C0A88-5EA4-4EDE-9C48-B85CE762ACC9}" srcId="{96B803C4-7100-4F0D-906B-A1B671DD16CC}" destId="{22379259-F5C6-464D-9789-CA581421333A}" srcOrd="1" destOrd="0" parTransId="{E5EDEB65-AD35-4AB2-9979-A5C68B5D3B70}" sibTransId="{B06D80AA-BB73-4F94-B74F-DBD81CFA9390}"/>
    <dgm:cxn modelId="{6B623C89-2045-42DC-AC2B-E58DDE17DB42}" type="presOf" srcId="{3B6D6B4F-6DAE-43AF-89BF-862249FCDAF1}" destId="{C8E210BF-E856-4951-ADFE-EEDE8D9C8141}" srcOrd="0" destOrd="0" presId="urn:microsoft.com/office/officeart/2009/3/layout/HorizontalOrganizationChart"/>
    <dgm:cxn modelId="{9FE9A78C-8908-460F-B00C-7664CECF8493}" srcId="{96B803C4-7100-4F0D-906B-A1B671DD16CC}" destId="{C46210DF-04A3-47DE-87AB-DD5BA8FED1E6}" srcOrd="2" destOrd="0" parTransId="{A61D0BB8-8420-405A-99E1-31EFEBC445C2}" sibTransId="{A6844890-6622-473E-8854-626C0D5DB886}"/>
    <dgm:cxn modelId="{2C5F2395-B207-4DCB-9634-1E05CD083465}" type="presOf" srcId="{3B6D6B4F-6DAE-43AF-89BF-862249FCDAF1}" destId="{579DEEF9-6C25-4EF7-A5F6-130E4701610D}" srcOrd="1" destOrd="0" presId="urn:microsoft.com/office/officeart/2009/3/layout/HorizontalOrganizationChart"/>
    <dgm:cxn modelId="{FDFD8295-E14D-4D72-9783-88B1F43A2323}" type="presOf" srcId="{E5EDEB65-AD35-4AB2-9979-A5C68B5D3B70}" destId="{FE85670E-7DDC-4DF6-B168-2FA127BAA4ED}" srcOrd="0" destOrd="0" presId="urn:microsoft.com/office/officeart/2009/3/layout/HorizontalOrganizationChart"/>
    <dgm:cxn modelId="{3B9B769E-F76B-40AA-8A2E-47A61B0341ED}" type="presOf" srcId="{C46210DF-04A3-47DE-87AB-DD5BA8FED1E6}" destId="{74FFC213-AE85-4361-B2C4-A13CA431EA26}" srcOrd="0" destOrd="0" presId="urn:microsoft.com/office/officeart/2009/3/layout/HorizontalOrganizationChart"/>
    <dgm:cxn modelId="{237A4A9F-D925-4B48-9E3F-15FD9B6323B3}" type="presOf" srcId="{5B94A9E1-E8A5-4216-AD84-0167AD7B89E1}" destId="{B38C09A0-CB08-4B47-A49B-A077E40A165F}" srcOrd="1" destOrd="0" presId="urn:microsoft.com/office/officeart/2009/3/layout/HorizontalOrganizationChart"/>
    <dgm:cxn modelId="{083B50B8-45C3-40E9-A0B0-1F4EB9BAAE37}" type="presOf" srcId="{A61D0BB8-8420-405A-99E1-31EFEBC445C2}" destId="{DB24C884-B495-460F-B939-17BF6A9C7F27}" srcOrd="0" destOrd="0" presId="urn:microsoft.com/office/officeart/2009/3/layout/HorizontalOrganizationChart"/>
    <dgm:cxn modelId="{115214C9-B445-4EBE-B645-608B4762FABC}" type="presOf" srcId="{7BF7E72C-4E0F-446F-92D3-016CE536F037}" destId="{CFCDC734-2C21-466B-8846-746E870BC8C7}" srcOrd="1" destOrd="0" presId="urn:microsoft.com/office/officeart/2009/3/layout/HorizontalOrganizationChart"/>
    <dgm:cxn modelId="{2C751DCF-1648-4571-A8C2-BA0E33267E10}" type="presOf" srcId="{96B803C4-7100-4F0D-906B-A1B671DD16CC}" destId="{BCA54C35-DABB-4654-8441-4084A2E8F345}" srcOrd="0" destOrd="0" presId="urn:microsoft.com/office/officeart/2009/3/layout/HorizontalOrganizationChart"/>
    <dgm:cxn modelId="{5752F7DE-83DA-420D-987B-82DD0B050438}" type="presOf" srcId="{AC509E5B-B2B8-4EF3-8492-5E63E990A724}" destId="{347AB462-9920-4005-9523-427A9FD0D6D4}" srcOrd="0" destOrd="0" presId="urn:microsoft.com/office/officeart/2009/3/layout/HorizontalOrganizationChart"/>
    <dgm:cxn modelId="{0967D275-E716-48F4-ACB5-28DEB5E8FC12}" type="presParOf" srcId="{F9ADA109-EA70-44A6-BD0C-84F0744DF8E9}" destId="{210334DD-E28A-47FD-9467-5627072A2D47}" srcOrd="0" destOrd="0" presId="urn:microsoft.com/office/officeart/2009/3/layout/HorizontalOrganizationChart"/>
    <dgm:cxn modelId="{FEE33F86-77E0-4910-A4DE-0EE1611943E9}" type="presParOf" srcId="{210334DD-E28A-47FD-9467-5627072A2D47}" destId="{29510DE1-08C0-474B-908A-21BCCF9D6751}" srcOrd="0" destOrd="0" presId="urn:microsoft.com/office/officeart/2009/3/layout/HorizontalOrganizationChart"/>
    <dgm:cxn modelId="{FD6FDDAE-CB05-4E60-AFB7-56B359263D97}" type="presParOf" srcId="{29510DE1-08C0-474B-908A-21BCCF9D6751}" destId="{C8E210BF-E856-4951-ADFE-EEDE8D9C8141}" srcOrd="0" destOrd="0" presId="urn:microsoft.com/office/officeart/2009/3/layout/HorizontalOrganizationChart"/>
    <dgm:cxn modelId="{D8CD04CD-E8CA-45F7-888F-6C14F8392BDC}" type="presParOf" srcId="{29510DE1-08C0-474B-908A-21BCCF9D6751}" destId="{579DEEF9-6C25-4EF7-A5F6-130E4701610D}" srcOrd="1" destOrd="0" presId="urn:microsoft.com/office/officeart/2009/3/layout/HorizontalOrganizationChart"/>
    <dgm:cxn modelId="{10CFBA36-B646-4831-B7D4-7CBDAC8A8461}" type="presParOf" srcId="{210334DD-E28A-47FD-9467-5627072A2D47}" destId="{4AE3D426-0B39-45FA-8402-B4CC904927EF}" srcOrd="1" destOrd="0" presId="urn:microsoft.com/office/officeart/2009/3/layout/HorizontalOrganizationChart"/>
    <dgm:cxn modelId="{E6759818-77C3-421B-A083-4C977C4B64EC}" type="presParOf" srcId="{4AE3D426-0B39-45FA-8402-B4CC904927EF}" destId="{347AB462-9920-4005-9523-427A9FD0D6D4}" srcOrd="0" destOrd="0" presId="urn:microsoft.com/office/officeart/2009/3/layout/HorizontalOrganizationChart"/>
    <dgm:cxn modelId="{C129399C-8116-47D3-B440-1EBFADDEEF90}" type="presParOf" srcId="{4AE3D426-0B39-45FA-8402-B4CC904927EF}" destId="{0388BFDB-F9F2-4A77-A61B-C4F00CE9D1A9}" srcOrd="1" destOrd="0" presId="urn:microsoft.com/office/officeart/2009/3/layout/HorizontalOrganizationChart"/>
    <dgm:cxn modelId="{6E0EC6B0-889C-470B-8D30-0BA75C53227C}" type="presParOf" srcId="{0388BFDB-F9F2-4A77-A61B-C4F00CE9D1A9}" destId="{F31F9303-EC05-4FEC-977C-B585BE63A493}" srcOrd="0" destOrd="0" presId="urn:microsoft.com/office/officeart/2009/3/layout/HorizontalOrganizationChart"/>
    <dgm:cxn modelId="{5E001403-B86E-417B-A271-475C8A154742}" type="presParOf" srcId="{F31F9303-EC05-4FEC-977C-B585BE63A493}" destId="{26791B1E-B1F7-4B61-97AD-A0B5F38C08F6}" srcOrd="0" destOrd="0" presId="urn:microsoft.com/office/officeart/2009/3/layout/HorizontalOrganizationChart"/>
    <dgm:cxn modelId="{A71E4064-E83A-4D82-9E18-6DF64F557AC5}" type="presParOf" srcId="{F31F9303-EC05-4FEC-977C-B585BE63A493}" destId="{CFCDC734-2C21-466B-8846-746E870BC8C7}" srcOrd="1" destOrd="0" presId="urn:microsoft.com/office/officeart/2009/3/layout/HorizontalOrganizationChart"/>
    <dgm:cxn modelId="{6B484AE4-652E-43B9-AA7C-1F651F5B4A24}" type="presParOf" srcId="{0388BFDB-F9F2-4A77-A61B-C4F00CE9D1A9}" destId="{4FCBDE91-677D-4ABD-BCAD-2C6A6D71FD28}" srcOrd="1" destOrd="0" presId="urn:microsoft.com/office/officeart/2009/3/layout/HorizontalOrganizationChart"/>
    <dgm:cxn modelId="{5210AC79-3820-4F76-8685-550A28037A19}" type="presParOf" srcId="{0388BFDB-F9F2-4A77-A61B-C4F00CE9D1A9}" destId="{1D06E1A7-61EB-400A-8A74-F48FAF050605}" srcOrd="2" destOrd="0" presId="urn:microsoft.com/office/officeart/2009/3/layout/HorizontalOrganizationChart"/>
    <dgm:cxn modelId="{6FF630AC-D714-44AA-986F-E9B00063DA1C}" type="presParOf" srcId="{4AE3D426-0B39-45FA-8402-B4CC904927EF}" destId="{7AB8B1F8-0EDA-492F-B149-3DCBDF827773}" srcOrd="2" destOrd="0" presId="urn:microsoft.com/office/officeart/2009/3/layout/HorizontalOrganizationChart"/>
    <dgm:cxn modelId="{C2A1CDD8-335E-42BA-BA75-8095EEC0DE11}" type="presParOf" srcId="{4AE3D426-0B39-45FA-8402-B4CC904927EF}" destId="{FA30974D-8A34-4E5E-9A0A-FD93736539E0}" srcOrd="3" destOrd="0" presId="urn:microsoft.com/office/officeart/2009/3/layout/HorizontalOrganizationChart"/>
    <dgm:cxn modelId="{BD33D361-7BE8-4655-ABB6-20A73570EF5D}" type="presParOf" srcId="{FA30974D-8A34-4E5E-9A0A-FD93736539E0}" destId="{8A507C57-774E-4559-8890-A9806C4DDAFE}" srcOrd="0" destOrd="0" presId="urn:microsoft.com/office/officeart/2009/3/layout/HorizontalOrganizationChart"/>
    <dgm:cxn modelId="{CA70A408-3300-4F00-A635-D7130669930A}" type="presParOf" srcId="{8A507C57-774E-4559-8890-A9806C4DDAFE}" destId="{D21B0D53-EF34-4886-900A-68BE5E47FCD7}" srcOrd="0" destOrd="0" presId="urn:microsoft.com/office/officeart/2009/3/layout/HorizontalOrganizationChart"/>
    <dgm:cxn modelId="{9B76EA04-4E04-4B80-B9AB-D7D123D6874C}" type="presParOf" srcId="{8A507C57-774E-4559-8890-A9806C4DDAFE}" destId="{BB18E579-DBA7-490E-8B4B-21BDA471B149}" srcOrd="1" destOrd="0" presId="urn:microsoft.com/office/officeart/2009/3/layout/HorizontalOrganizationChart"/>
    <dgm:cxn modelId="{70F94962-BA87-4FA6-892A-595973FA00BE}" type="presParOf" srcId="{FA30974D-8A34-4E5E-9A0A-FD93736539E0}" destId="{5AF62D9F-D569-4C84-9E12-8FE5F6DB5E3C}" srcOrd="1" destOrd="0" presId="urn:microsoft.com/office/officeart/2009/3/layout/HorizontalOrganizationChart"/>
    <dgm:cxn modelId="{0250DBB3-A2A8-46E0-9A53-A800E3846F0A}" type="presParOf" srcId="{FA30974D-8A34-4E5E-9A0A-FD93736539E0}" destId="{365F1735-12C3-4DA6-B3A0-D4390B65F8BB}" srcOrd="2" destOrd="0" presId="urn:microsoft.com/office/officeart/2009/3/layout/HorizontalOrganizationChart"/>
    <dgm:cxn modelId="{ECBAD87C-4043-4081-A180-77017FEAD046}" type="presParOf" srcId="{4AE3D426-0B39-45FA-8402-B4CC904927EF}" destId="{AEAF602C-3C93-4700-875E-66756EEB2B78}" srcOrd="4" destOrd="0" presId="urn:microsoft.com/office/officeart/2009/3/layout/HorizontalOrganizationChart"/>
    <dgm:cxn modelId="{E76C2F8D-F752-40BD-B925-22EACC1189A0}" type="presParOf" srcId="{4AE3D426-0B39-45FA-8402-B4CC904927EF}" destId="{B34C68B6-7B96-4D3F-94DA-58C5E10AF081}" srcOrd="5" destOrd="0" presId="urn:microsoft.com/office/officeart/2009/3/layout/HorizontalOrganizationChart"/>
    <dgm:cxn modelId="{513AAB3B-A743-465D-904A-00C298D576FA}" type="presParOf" srcId="{B34C68B6-7B96-4D3F-94DA-58C5E10AF081}" destId="{F053FA28-07D5-4722-B5F5-A45283AF06CA}" srcOrd="0" destOrd="0" presId="urn:microsoft.com/office/officeart/2009/3/layout/HorizontalOrganizationChart"/>
    <dgm:cxn modelId="{F6E15F58-C992-4617-994E-1230488ECDE9}" type="presParOf" srcId="{F053FA28-07D5-4722-B5F5-A45283AF06CA}" destId="{BCA54C35-DABB-4654-8441-4084A2E8F345}" srcOrd="0" destOrd="0" presId="urn:microsoft.com/office/officeart/2009/3/layout/HorizontalOrganizationChart"/>
    <dgm:cxn modelId="{81C00E9F-2982-4063-93F8-B4C920681952}" type="presParOf" srcId="{F053FA28-07D5-4722-B5F5-A45283AF06CA}" destId="{39021822-0552-4E6F-B4AA-3CEAF59686D1}" srcOrd="1" destOrd="0" presId="urn:microsoft.com/office/officeart/2009/3/layout/HorizontalOrganizationChart"/>
    <dgm:cxn modelId="{328A071C-1736-4E55-9B66-5B6426F3C7E6}" type="presParOf" srcId="{B34C68B6-7B96-4D3F-94DA-58C5E10AF081}" destId="{5325118C-FE79-4AFE-9C7D-C662A26F38EC}" srcOrd="1" destOrd="0" presId="urn:microsoft.com/office/officeart/2009/3/layout/HorizontalOrganizationChart"/>
    <dgm:cxn modelId="{F3028AB6-E703-4D81-9396-62B3CAB1D19A}" type="presParOf" srcId="{5325118C-FE79-4AFE-9C7D-C662A26F38EC}" destId="{ABCB6BDE-0AB2-4365-9E4F-D2F467819534}" srcOrd="0" destOrd="0" presId="urn:microsoft.com/office/officeart/2009/3/layout/HorizontalOrganizationChart"/>
    <dgm:cxn modelId="{C73798D8-956B-4065-AD3A-5AFE97F1D4E6}" type="presParOf" srcId="{5325118C-FE79-4AFE-9C7D-C662A26F38EC}" destId="{8951D5C2-461E-4334-AEE8-567972740978}" srcOrd="1" destOrd="0" presId="urn:microsoft.com/office/officeart/2009/3/layout/HorizontalOrganizationChart"/>
    <dgm:cxn modelId="{D0DCFF37-7D9D-4A46-9913-403310A8F0DB}" type="presParOf" srcId="{8951D5C2-461E-4334-AEE8-567972740978}" destId="{6CA152F8-5416-4528-9DAE-684A6704B539}" srcOrd="0" destOrd="0" presId="urn:microsoft.com/office/officeart/2009/3/layout/HorizontalOrganizationChart"/>
    <dgm:cxn modelId="{59381693-41D7-4CA5-A8B8-EEC09C7A0AAB}" type="presParOf" srcId="{6CA152F8-5416-4528-9DAE-684A6704B539}" destId="{0BB8A912-A10F-4405-BDE2-6F77EA70C5F0}" srcOrd="0" destOrd="0" presId="urn:microsoft.com/office/officeart/2009/3/layout/HorizontalOrganizationChart"/>
    <dgm:cxn modelId="{F3B64A09-6B95-46E1-B3E8-78A38E46B695}" type="presParOf" srcId="{6CA152F8-5416-4528-9DAE-684A6704B539}" destId="{B38C09A0-CB08-4B47-A49B-A077E40A165F}" srcOrd="1" destOrd="0" presId="urn:microsoft.com/office/officeart/2009/3/layout/HorizontalOrganizationChart"/>
    <dgm:cxn modelId="{78FB8AEB-208D-494F-975B-E84BDB8A047E}" type="presParOf" srcId="{8951D5C2-461E-4334-AEE8-567972740978}" destId="{329A9F67-B334-474A-8E77-860CF182F3CE}" srcOrd="1" destOrd="0" presId="urn:microsoft.com/office/officeart/2009/3/layout/HorizontalOrganizationChart"/>
    <dgm:cxn modelId="{D1CCA101-765C-4806-BCEF-0CAB0A5D518D}" type="presParOf" srcId="{8951D5C2-461E-4334-AEE8-567972740978}" destId="{2DF18ED9-B82C-45A6-A42B-8EA965E58060}" srcOrd="2" destOrd="0" presId="urn:microsoft.com/office/officeart/2009/3/layout/HorizontalOrganizationChart"/>
    <dgm:cxn modelId="{EC49E91D-4F7C-443C-9E8F-24D3772E8B83}" type="presParOf" srcId="{5325118C-FE79-4AFE-9C7D-C662A26F38EC}" destId="{FE85670E-7DDC-4DF6-B168-2FA127BAA4ED}" srcOrd="2" destOrd="0" presId="urn:microsoft.com/office/officeart/2009/3/layout/HorizontalOrganizationChart"/>
    <dgm:cxn modelId="{B5E03BCF-027A-4782-B135-60BD89A793D9}" type="presParOf" srcId="{5325118C-FE79-4AFE-9C7D-C662A26F38EC}" destId="{8908F9CE-F5BE-465B-B2CA-5C5970F0B6B0}" srcOrd="3" destOrd="0" presId="urn:microsoft.com/office/officeart/2009/3/layout/HorizontalOrganizationChart"/>
    <dgm:cxn modelId="{DD25C07D-3062-4121-8358-8576E84064E8}" type="presParOf" srcId="{8908F9CE-F5BE-465B-B2CA-5C5970F0B6B0}" destId="{FB9E27B9-4726-41CD-9563-A22278EA2721}" srcOrd="0" destOrd="0" presId="urn:microsoft.com/office/officeart/2009/3/layout/HorizontalOrganizationChart"/>
    <dgm:cxn modelId="{EF4EB8C6-492F-4569-AB30-3F375105DAD6}" type="presParOf" srcId="{FB9E27B9-4726-41CD-9563-A22278EA2721}" destId="{E0828B10-B01F-4903-B134-428C28B0390F}" srcOrd="0" destOrd="0" presId="urn:microsoft.com/office/officeart/2009/3/layout/HorizontalOrganizationChart"/>
    <dgm:cxn modelId="{E8268FC5-7B79-41FC-B773-CBC7BCA48613}" type="presParOf" srcId="{FB9E27B9-4726-41CD-9563-A22278EA2721}" destId="{20BEFFCA-CB18-47E1-B7D4-DC2556167AD2}" srcOrd="1" destOrd="0" presId="urn:microsoft.com/office/officeart/2009/3/layout/HorizontalOrganizationChart"/>
    <dgm:cxn modelId="{6FF6B683-FBBA-4EAE-BF8B-8746B9584D6C}" type="presParOf" srcId="{8908F9CE-F5BE-465B-B2CA-5C5970F0B6B0}" destId="{467EF8BD-6EEC-4129-B9F3-58862AAB3581}" srcOrd="1" destOrd="0" presId="urn:microsoft.com/office/officeart/2009/3/layout/HorizontalOrganizationChart"/>
    <dgm:cxn modelId="{2246C3FE-B8E4-41F6-930E-CA9C535713D3}" type="presParOf" srcId="{8908F9CE-F5BE-465B-B2CA-5C5970F0B6B0}" destId="{0258141B-F6FF-404A-8A76-2DE85BA1C9AD}" srcOrd="2" destOrd="0" presId="urn:microsoft.com/office/officeart/2009/3/layout/HorizontalOrganizationChart"/>
    <dgm:cxn modelId="{75BC4E37-3DCB-462F-8AC9-1A174E7D7447}" type="presParOf" srcId="{5325118C-FE79-4AFE-9C7D-C662A26F38EC}" destId="{DB24C884-B495-460F-B939-17BF6A9C7F27}" srcOrd="4" destOrd="0" presId="urn:microsoft.com/office/officeart/2009/3/layout/HorizontalOrganizationChart"/>
    <dgm:cxn modelId="{EBCB9468-D70D-4503-803E-83B27AD23418}" type="presParOf" srcId="{5325118C-FE79-4AFE-9C7D-C662A26F38EC}" destId="{EDD415CB-7C8B-404B-9380-40DAB72BEA03}" srcOrd="5" destOrd="0" presId="urn:microsoft.com/office/officeart/2009/3/layout/HorizontalOrganizationChart"/>
    <dgm:cxn modelId="{0EDF5633-5124-480B-89F6-EA5FC0A3B3B3}" type="presParOf" srcId="{EDD415CB-7C8B-404B-9380-40DAB72BEA03}" destId="{199BA61E-5A57-4679-8B3F-5CA1E2A92B62}" srcOrd="0" destOrd="0" presId="urn:microsoft.com/office/officeart/2009/3/layout/HorizontalOrganizationChart"/>
    <dgm:cxn modelId="{8090BC0A-B5DC-44E0-8A68-171927354853}" type="presParOf" srcId="{199BA61E-5A57-4679-8B3F-5CA1E2A92B62}" destId="{74FFC213-AE85-4361-B2C4-A13CA431EA26}" srcOrd="0" destOrd="0" presId="urn:microsoft.com/office/officeart/2009/3/layout/HorizontalOrganizationChart"/>
    <dgm:cxn modelId="{38E293C7-3629-4833-865A-9B45231D7342}" type="presParOf" srcId="{199BA61E-5A57-4679-8B3F-5CA1E2A92B62}" destId="{E364DA21-42C2-48BC-B4DB-D4DC1F4852F2}" srcOrd="1" destOrd="0" presId="urn:microsoft.com/office/officeart/2009/3/layout/HorizontalOrganizationChart"/>
    <dgm:cxn modelId="{39DAB474-3D05-4F9E-96C3-067F53313C99}" type="presParOf" srcId="{EDD415CB-7C8B-404B-9380-40DAB72BEA03}" destId="{7C843FA3-2BDD-4455-9450-859C5F6B5092}" srcOrd="1" destOrd="0" presId="urn:microsoft.com/office/officeart/2009/3/layout/HorizontalOrganizationChart"/>
    <dgm:cxn modelId="{BD916248-2EC4-4109-ADC5-24CFEE6FCA2B}" type="presParOf" srcId="{EDD415CB-7C8B-404B-9380-40DAB72BEA03}" destId="{983630FE-8B62-47DE-A39B-A54DA3D239AF}" srcOrd="2" destOrd="0" presId="urn:microsoft.com/office/officeart/2009/3/layout/HorizontalOrganizationChart"/>
    <dgm:cxn modelId="{6E530DF3-C2FA-4BF3-9A98-00DBAC10E408}" type="presParOf" srcId="{B34C68B6-7B96-4D3F-94DA-58C5E10AF081}" destId="{DD9DB350-1DDA-4E8A-9C25-1D1B556110D3}" srcOrd="2" destOrd="0" presId="urn:microsoft.com/office/officeart/2009/3/layout/HorizontalOrganizationChart"/>
    <dgm:cxn modelId="{15A99813-C1FE-4A4C-AD6D-EE0F66EB77FA}" type="presParOf" srcId="{210334DD-E28A-47FD-9467-5627072A2D47}" destId="{A9C7F733-B813-4D9A-B609-AA0F5339608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60B0B0-3DAA-46B9-8032-E5428286FB75}" type="doc">
      <dgm:prSet loTypeId="urn:microsoft.com/office/officeart/2009/3/layout/HorizontalOrganizationChart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BF7E72C-4E0F-446F-92D3-016CE536F037}">
      <dgm:prSet phldrT="[Text]" custT="1"/>
      <dgm:spPr>
        <a:solidFill>
          <a:srgbClr val="ED7D31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" tIns="5715" rIns="5715" bIns="571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POS (Phase One)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7.7MM</a:t>
          </a:r>
        </a:p>
      </dgm:t>
    </dgm:pt>
    <dgm:pt modelId="{AC509E5B-B2B8-4EF3-8492-5E63E990A724}" type="parTrans" cxnId="{294F8204-6EBA-4E7D-AAA4-ECD60E400FF6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3E0D8D96-629F-49A4-A7E6-1E006CBB63F8}" type="sibTrans" cxnId="{294F8204-6EBA-4E7D-AAA4-ECD60E400FF6}">
      <dgm:prSet/>
      <dgm:spPr/>
      <dgm:t>
        <a:bodyPr/>
        <a:lstStyle/>
        <a:p>
          <a:endParaRPr lang="en-US"/>
        </a:p>
      </dgm:t>
    </dgm:pt>
    <dgm:pt modelId="{3B6D6B4F-6DAE-43AF-89BF-862249FCDAF1}">
      <dgm:prSet phldrT="[Text]" custT="1"/>
      <dgm:spPr/>
      <dgm:t>
        <a:bodyPr/>
        <a:lstStyle/>
        <a:p>
          <a:r>
            <a:rPr lang="en-US" sz="900" b="1" dirty="0"/>
            <a:t>Branded Trade Marketing</a:t>
          </a:r>
        </a:p>
        <a:p>
          <a:r>
            <a:rPr lang="en-US" sz="900" b="0" dirty="0"/>
            <a:t>7.7MM</a:t>
          </a:r>
        </a:p>
      </dgm:t>
    </dgm:pt>
    <dgm:pt modelId="{940FFA11-5249-4D58-8E66-A1CB18A9D634}" type="parTrans" cxnId="{61BD0382-FDA9-420C-B93D-C584A0170EAE}">
      <dgm:prSet/>
      <dgm:spPr/>
      <dgm:t>
        <a:bodyPr/>
        <a:lstStyle/>
        <a:p>
          <a:endParaRPr lang="en-US"/>
        </a:p>
      </dgm:t>
    </dgm:pt>
    <dgm:pt modelId="{1536CA02-9D29-4C8F-B0E1-9390B1864A72}" type="sibTrans" cxnId="{61BD0382-FDA9-420C-B93D-C584A0170EAE}">
      <dgm:prSet/>
      <dgm:spPr/>
      <dgm:t>
        <a:bodyPr/>
        <a:lstStyle/>
        <a:p>
          <a:endParaRPr lang="en-US"/>
        </a:p>
      </dgm:t>
    </dgm:pt>
    <dgm:pt modelId="{A731B77E-B39D-4AE3-AA9E-70DF8B737B14}">
      <dgm:prSet phldrT="[Text]" custT="1"/>
      <dgm:spPr>
        <a:solidFill>
          <a:srgbClr val="ED7D31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" tIns="5715" rIns="5715" bIns="571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Key Accounts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2.4MM</a:t>
          </a:r>
        </a:p>
      </dgm:t>
    </dgm:pt>
    <dgm:pt modelId="{C433740F-3C97-4EF2-A534-A253E0C34B58}" type="parTrans" cxnId="{3DEB3FDC-36A8-47D4-81E0-7A7E2F8FD607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6B2E04D5-C7E4-4CDB-87C5-3BD94BA82ADC}" type="sibTrans" cxnId="{3DEB3FDC-36A8-47D4-81E0-7A7E2F8FD607}">
      <dgm:prSet/>
      <dgm:spPr/>
      <dgm:t>
        <a:bodyPr/>
        <a:lstStyle/>
        <a:p>
          <a:endParaRPr lang="en-US"/>
        </a:p>
      </dgm:t>
    </dgm:pt>
    <dgm:pt modelId="{347BE5A1-FDCC-4A6B-A77D-A31EE9F26867}">
      <dgm:prSet phldrT="[Text]" custT="1"/>
      <dgm:spPr>
        <a:solidFill>
          <a:srgbClr val="ED7D31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" tIns="5715" rIns="5715" bIns="571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Retail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4.0MM</a:t>
          </a:r>
        </a:p>
      </dgm:t>
    </dgm:pt>
    <dgm:pt modelId="{A56B42D7-020F-4F82-8A3B-7A71D6BCA89E}" type="parTrans" cxnId="{13EBD493-2D93-4A9D-8773-D3181C0AA7F8}">
      <dgm:prSet/>
      <dgm:spPr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EEC06C1B-2C8E-4C66-9687-E228E1DBBDA3}" type="sibTrans" cxnId="{13EBD493-2D93-4A9D-8773-D3181C0AA7F8}">
      <dgm:prSet/>
      <dgm:spPr/>
      <dgm:t>
        <a:bodyPr/>
        <a:lstStyle/>
        <a:p>
          <a:endParaRPr lang="en-US"/>
        </a:p>
      </dgm:t>
    </dgm:pt>
    <dgm:pt modelId="{462807B0-A855-4723-904E-A4F6FD55DFE3}">
      <dgm:prSet phldrT="[Text]" custT="1"/>
      <dgm:spPr>
        <a:solidFill>
          <a:srgbClr val="ED7D31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" tIns="5715" rIns="5715" bIns="571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RLP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1.4MM</a:t>
          </a:r>
          <a:endParaRPr lang="en-US" sz="900" b="1" kern="120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BE1A13BE-508A-40A8-90A8-C037ADED4511}" type="parTrans" cxnId="{2E90276A-4C7A-49CC-B0C6-9149DCED109F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E62DFFE6-F3DB-4F15-8B80-1240BCBE9FE4}" type="sibTrans" cxnId="{2E90276A-4C7A-49CC-B0C6-9149DCED109F}">
      <dgm:prSet/>
      <dgm:spPr/>
      <dgm:t>
        <a:bodyPr/>
        <a:lstStyle/>
        <a:p>
          <a:endParaRPr lang="en-US"/>
        </a:p>
      </dgm:t>
    </dgm:pt>
    <dgm:pt modelId="{F9ADA109-EA70-44A6-BD0C-84F0744DF8E9}" type="pres">
      <dgm:prSet presAssocID="{5160B0B0-3DAA-46B9-8032-E5428286FB7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0334DD-E28A-47FD-9467-5627072A2D47}" type="pres">
      <dgm:prSet presAssocID="{3B6D6B4F-6DAE-43AF-89BF-862249FCDAF1}" presName="hierRoot1" presStyleCnt="0">
        <dgm:presLayoutVars>
          <dgm:hierBranch val="init"/>
        </dgm:presLayoutVars>
      </dgm:prSet>
      <dgm:spPr/>
    </dgm:pt>
    <dgm:pt modelId="{29510DE1-08C0-474B-908A-21BCCF9D6751}" type="pres">
      <dgm:prSet presAssocID="{3B6D6B4F-6DAE-43AF-89BF-862249FCDAF1}" presName="rootComposite1" presStyleCnt="0"/>
      <dgm:spPr/>
    </dgm:pt>
    <dgm:pt modelId="{C8E210BF-E856-4951-ADFE-EEDE8D9C8141}" type="pres">
      <dgm:prSet presAssocID="{3B6D6B4F-6DAE-43AF-89BF-862249FCDAF1}" presName="rootText1" presStyleLbl="node0" presStyleIdx="0" presStyleCnt="1">
        <dgm:presLayoutVars>
          <dgm:chPref val="3"/>
        </dgm:presLayoutVars>
      </dgm:prSet>
      <dgm:spPr/>
    </dgm:pt>
    <dgm:pt modelId="{579DEEF9-6C25-4EF7-A5F6-130E4701610D}" type="pres">
      <dgm:prSet presAssocID="{3B6D6B4F-6DAE-43AF-89BF-862249FCDAF1}" presName="rootConnector1" presStyleLbl="node1" presStyleIdx="0" presStyleCnt="0"/>
      <dgm:spPr/>
    </dgm:pt>
    <dgm:pt modelId="{4AE3D426-0B39-45FA-8402-B4CC904927EF}" type="pres">
      <dgm:prSet presAssocID="{3B6D6B4F-6DAE-43AF-89BF-862249FCDAF1}" presName="hierChild2" presStyleCnt="0"/>
      <dgm:spPr/>
    </dgm:pt>
    <dgm:pt modelId="{347AB462-9920-4005-9523-427A9FD0D6D4}" type="pres">
      <dgm:prSet presAssocID="{AC509E5B-B2B8-4EF3-8492-5E63E990A724}" presName="Name64" presStyleLbl="parChTrans1D2" presStyleIdx="0" presStyleCnt="1"/>
      <dgm:spPr/>
    </dgm:pt>
    <dgm:pt modelId="{0388BFDB-F9F2-4A77-A61B-C4F00CE9D1A9}" type="pres">
      <dgm:prSet presAssocID="{7BF7E72C-4E0F-446F-92D3-016CE536F037}" presName="hierRoot2" presStyleCnt="0">
        <dgm:presLayoutVars>
          <dgm:hierBranch val="init"/>
        </dgm:presLayoutVars>
      </dgm:prSet>
      <dgm:spPr/>
    </dgm:pt>
    <dgm:pt modelId="{F31F9303-EC05-4FEC-977C-B585BE63A493}" type="pres">
      <dgm:prSet presAssocID="{7BF7E72C-4E0F-446F-92D3-016CE536F037}" presName="rootComposite" presStyleCnt="0"/>
      <dgm:spPr/>
    </dgm:pt>
    <dgm:pt modelId="{26791B1E-B1F7-4B61-97AD-A0B5F38C08F6}" type="pres">
      <dgm:prSet presAssocID="{7BF7E72C-4E0F-446F-92D3-016CE536F037}" presName="rootText" presStyleLbl="node2" presStyleIdx="0" presStyleCnt="1">
        <dgm:presLayoutVars>
          <dgm:chPref val="3"/>
        </dgm:presLayoutVars>
      </dgm:prSet>
      <dgm:spPr>
        <a:xfrm>
          <a:off x="2330140" y="984193"/>
          <a:ext cx="1939601" cy="591578"/>
        </a:xfrm>
        <a:prstGeom prst="rect">
          <a:avLst/>
        </a:prstGeom>
      </dgm:spPr>
    </dgm:pt>
    <dgm:pt modelId="{CFCDC734-2C21-466B-8846-746E870BC8C7}" type="pres">
      <dgm:prSet presAssocID="{7BF7E72C-4E0F-446F-92D3-016CE536F037}" presName="rootConnector" presStyleLbl="node2" presStyleIdx="0" presStyleCnt="1"/>
      <dgm:spPr/>
    </dgm:pt>
    <dgm:pt modelId="{4FCBDE91-677D-4ABD-BCAD-2C6A6D71FD28}" type="pres">
      <dgm:prSet presAssocID="{7BF7E72C-4E0F-446F-92D3-016CE536F037}" presName="hierChild4" presStyleCnt="0"/>
      <dgm:spPr/>
    </dgm:pt>
    <dgm:pt modelId="{4C1D4648-FF1B-4600-AAF6-0010EF284C2F}" type="pres">
      <dgm:prSet presAssocID="{C433740F-3C97-4EF2-A534-A253E0C34B58}" presName="Name64" presStyleLbl="parChTrans1D3" presStyleIdx="0" presStyleCnt="3"/>
      <dgm:spPr/>
    </dgm:pt>
    <dgm:pt modelId="{8948AD3F-C34B-49D7-888D-70E098097F56}" type="pres">
      <dgm:prSet presAssocID="{A731B77E-B39D-4AE3-AA9E-70DF8B737B14}" presName="hierRoot2" presStyleCnt="0">
        <dgm:presLayoutVars>
          <dgm:hierBranch val="init"/>
        </dgm:presLayoutVars>
      </dgm:prSet>
      <dgm:spPr/>
    </dgm:pt>
    <dgm:pt modelId="{D9DB2BEE-E3F3-473E-B7B0-5D869BD68E32}" type="pres">
      <dgm:prSet presAssocID="{A731B77E-B39D-4AE3-AA9E-70DF8B737B14}" presName="rootComposite" presStyleCnt="0"/>
      <dgm:spPr/>
    </dgm:pt>
    <dgm:pt modelId="{BDB66A4A-7F82-4FA0-BB1B-EF0D55E2A37C}" type="pres">
      <dgm:prSet presAssocID="{A731B77E-B39D-4AE3-AA9E-70DF8B737B14}" presName="rootText" presStyleLbl="node3" presStyleIdx="0" presStyleCnt="3">
        <dgm:presLayoutVars>
          <dgm:chPref val="3"/>
        </dgm:presLayoutVars>
      </dgm:prSet>
      <dgm:spPr>
        <a:xfrm>
          <a:off x="4657662" y="150164"/>
          <a:ext cx="1939601" cy="591578"/>
        </a:xfrm>
        <a:prstGeom prst="rect">
          <a:avLst/>
        </a:prstGeom>
      </dgm:spPr>
    </dgm:pt>
    <dgm:pt modelId="{B3259619-5D44-4108-B1CA-AC5BBC567C95}" type="pres">
      <dgm:prSet presAssocID="{A731B77E-B39D-4AE3-AA9E-70DF8B737B14}" presName="rootConnector" presStyleLbl="node3" presStyleIdx="0" presStyleCnt="3"/>
      <dgm:spPr/>
    </dgm:pt>
    <dgm:pt modelId="{1ECD2549-6BF5-48AD-BF45-BDAF39CCD943}" type="pres">
      <dgm:prSet presAssocID="{A731B77E-B39D-4AE3-AA9E-70DF8B737B14}" presName="hierChild4" presStyleCnt="0"/>
      <dgm:spPr/>
    </dgm:pt>
    <dgm:pt modelId="{9AA91FDE-7ADC-45FE-A389-E639CC71A235}" type="pres">
      <dgm:prSet presAssocID="{A731B77E-B39D-4AE3-AA9E-70DF8B737B14}" presName="hierChild5" presStyleCnt="0"/>
      <dgm:spPr/>
    </dgm:pt>
    <dgm:pt modelId="{9A6735D6-C63F-4CF7-9FE7-2073B6CE7E5B}" type="pres">
      <dgm:prSet presAssocID="{A56B42D7-020F-4F82-8A3B-7A71D6BCA89E}" presName="Name64" presStyleLbl="parChTrans1D3" presStyleIdx="1" presStyleCnt="3"/>
      <dgm:spPr/>
    </dgm:pt>
    <dgm:pt modelId="{0B7EBF0F-8078-4D08-A52E-CD9EFD9912A5}" type="pres">
      <dgm:prSet presAssocID="{347BE5A1-FDCC-4A6B-A77D-A31EE9F26867}" presName="hierRoot2" presStyleCnt="0">
        <dgm:presLayoutVars>
          <dgm:hierBranch val="init"/>
        </dgm:presLayoutVars>
      </dgm:prSet>
      <dgm:spPr/>
    </dgm:pt>
    <dgm:pt modelId="{4C38ADAC-BA5A-4680-948C-18E3EC219D61}" type="pres">
      <dgm:prSet presAssocID="{347BE5A1-FDCC-4A6B-A77D-A31EE9F26867}" presName="rootComposite" presStyleCnt="0"/>
      <dgm:spPr/>
    </dgm:pt>
    <dgm:pt modelId="{72ABDF02-DF7F-4F08-9955-B4713497E020}" type="pres">
      <dgm:prSet presAssocID="{347BE5A1-FDCC-4A6B-A77D-A31EE9F26867}" presName="rootText" presStyleLbl="node3" presStyleIdx="1" presStyleCnt="3">
        <dgm:presLayoutVars>
          <dgm:chPref val="3"/>
        </dgm:presLayoutVars>
      </dgm:prSet>
      <dgm:spPr>
        <a:xfrm>
          <a:off x="4657662" y="984193"/>
          <a:ext cx="1939601" cy="591578"/>
        </a:xfrm>
        <a:prstGeom prst="rect">
          <a:avLst/>
        </a:prstGeom>
      </dgm:spPr>
    </dgm:pt>
    <dgm:pt modelId="{D0870B8F-560E-490F-AF21-8AF1B2EBD3B1}" type="pres">
      <dgm:prSet presAssocID="{347BE5A1-FDCC-4A6B-A77D-A31EE9F26867}" presName="rootConnector" presStyleLbl="node3" presStyleIdx="1" presStyleCnt="3"/>
      <dgm:spPr/>
    </dgm:pt>
    <dgm:pt modelId="{C9CB0607-8BC0-4407-9865-6909A3CD2CEC}" type="pres">
      <dgm:prSet presAssocID="{347BE5A1-FDCC-4A6B-A77D-A31EE9F26867}" presName="hierChild4" presStyleCnt="0"/>
      <dgm:spPr/>
    </dgm:pt>
    <dgm:pt modelId="{126C7201-7282-463E-9843-A990A6C081EB}" type="pres">
      <dgm:prSet presAssocID="{347BE5A1-FDCC-4A6B-A77D-A31EE9F26867}" presName="hierChild5" presStyleCnt="0"/>
      <dgm:spPr/>
    </dgm:pt>
    <dgm:pt modelId="{075AA4D0-2B26-4C0D-8961-A3FAB5C0A4A8}" type="pres">
      <dgm:prSet presAssocID="{BE1A13BE-508A-40A8-90A8-C037ADED4511}" presName="Name64" presStyleLbl="parChTrans1D3" presStyleIdx="2" presStyleCnt="3"/>
      <dgm:spPr/>
    </dgm:pt>
    <dgm:pt modelId="{BD317275-AE5B-4244-91C6-660414C5ACBC}" type="pres">
      <dgm:prSet presAssocID="{462807B0-A855-4723-904E-A4F6FD55DFE3}" presName="hierRoot2" presStyleCnt="0">
        <dgm:presLayoutVars>
          <dgm:hierBranch val="init"/>
        </dgm:presLayoutVars>
      </dgm:prSet>
      <dgm:spPr/>
    </dgm:pt>
    <dgm:pt modelId="{1EDBB18B-2A73-4479-B5EC-AFF3B0E836F8}" type="pres">
      <dgm:prSet presAssocID="{462807B0-A855-4723-904E-A4F6FD55DFE3}" presName="rootComposite" presStyleCnt="0"/>
      <dgm:spPr/>
    </dgm:pt>
    <dgm:pt modelId="{7384170F-E345-416D-981C-90239EB6442D}" type="pres">
      <dgm:prSet presAssocID="{462807B0-A855-4723-904E-A4F6FD55DFE3}" presName="rootText" presStyleLbl="node3" presStyleIdx="2" presStyleCnt="3">
        <dgm:presLayoutVars>
          <dgm:chPref val="3"/>
        </dgm:presLayoutVars>
      </dgm:prSet>
      <dgm:spPr>
        <a:xfrm>
          <a:off x="4657662" y="1818221"/>
          <a:ext cx="1939601" cy="591578"/>
        </a:xfrm>
        <a:prstGeom prst="rect">
          <a:avLst/>
        </a:prstGeom>
      </dgm:spPr>
    </dgm:pt>
    <dgm:pt modelId="{7BE48AA2-1E12-42B9-84C5-70FF64918F5E}" type="pres">
      <dgm:prSet presAssocID="{462807B0-A855-4723-904E-A4F6FD55DFE3}" presName="rootConnector" presStyleLbl="node3" presStyleIdx="2" presStyleCnt="3"/>
      <dgm:spPr/>
    </dgm:pt>
    <dgm:pt modelId="{C2C447B6-087C-446A-9F68-BDE5439B089C}" type="pres">
      <dgm:prSet presAssocID="{462807B0-A855-4723-904E-A4F6FD55DFE3}" presName="hierChild4" presStyleCnt="0"/>
      <dgm:spPr/>
    </dgm:pt>
    <dgm:pt modelId="{3CF990AD-54F1-4F4B-B44E-4FC2C00A6662}" type="pres">
      <dgm:prSet presAssocID="{462807B0-A855-4723-904E-A4F6FD55DFE3}" presName="hierChild5" presStyleCnt="0"/>
      <dgm:spPr/>
    </dgm:pt>
    <dgm:pt modelId="{1D06E1A7-61EB-400A-8A74-F48FAF050605}" type="pres">
      <dgm:prSet presAssocID="{7BF7E72C-4E0F-446F-92D3-016CE536F037}" presName="hierChild5" presStyleCnt="0"/>
      <dgm:spPr/>
    </dgm:pt>
    <dgm:pt modelId="{A9C7F733-B813-4D9A-B609-AA0F5339608F}" type="pres">
      <dgm:prSet presAssocID="{3B6D6B4F-6DAE-43AF-89BF-862249FCDAF1}" presName="hierChild3" presStyleCnt="0"/>
      <dgm:spPr/>
    </dgm:pt>
  </dgm:ptLst>
  <dgm:cxnLst>
    <dgm:cxn modelId="{294F8204-6EBA-4E7D-AAA4-ECD60E400FF6}" srcId="{3B6D6B4F-6DAE-43AF-89BF-862249FCDAF1}" destId="{7BF7E72C-4E0F-446F-92D3-016CE536F037}" srcOrd="0" destOrd="0" parTransId="{AC509E5B-B2B8-4EF3-8492-5E63E990A724}" sibTransId="{3E0D8D96-629F-49A4-A7E6-1E006CBB63F8}"/>
    <dgm:cxn modelId="{07B98333-67D9-492C-8DF7-BEB2E7FE2845}" type="presOf" srcId="{7BF7E72C-4E0F-446F-92D3-016CE536F037}" destId="{26791B1E-B1F7-4B61-97AD-A0B5F38C08F6}" srcOrd="0" destOrd="0" presId="urn:microsoft.com/office/officeart/2009/3/layout/HorizontalOrganizationChart"/>
    <dgm:cxn modelId="{09F9A35E-D012-487B-8CAE-E9F319DA94E3}" type="presOf" srcId="{347BE5A1-FDCC-4A6B-A77D-A31EE9F26867}" destId="{D0870B8F-560E-490F-AF21-8AF1B2EBD3B1}" srcOrd="1" destOrd="0" presId="urn:microsoft.com/office/officeart/2009/3/layout/HorizontalOrganizationChart"/>
    <dgm:cxn modelId="{F17D7541-F191-42C9-BF0F-913E20842EE9}" type="presOf" srcId="{5160B0B0-3DAA-46B9-8032-E5428286FB75}" destId="{F9ADA109-EA70-44A6-BD0C-84F0744DF8E9}" srcOrd="0" destOrd="0" presId="urn:microsoft.com/office/officeart/2009/3/layout/HorizontalOrganizationChart"/>
    <dgm:cxn modelId="{2E90276A-4C7A-49CC-B0C6-9149DCED109F}" srcId="{7BF7E72C-4E0F-446F-92D3-016CE536F037}" destId="{462807B0-A855-4723-904E-A4F6FD55DFE3}" srcOrd="2" destOrd="0" parTransId="{BE1A13BE-508A-40A8-90A8-C037ADED4511}" sibTransId="{E62DFFE6-F3DB-4F15-8B80-1240BCBE9FE4}"/>
    <dgm:cxn modelId="{E6C9FD4C-425C-4034-A21A-6F13BC5141E7}" type="presOf" srcId="{A56B42D7-020F-4F82-8A3B-7A71D6BCA89E}" destId="{9A6735D6-C63F-4CF7-9FE7-2073B6CE7E5B}" srcOrd="0" destOrd="0" presId="urn:microsoft.com/office/officeart/2009/3/layout/HorizontalOrganizationChart"/>
    <dgm:cxn modelId="{61BD0382-FDA9-420C-B93D-C584A0170EAE}" srcId="{5160B0B0-3DAA-46B9-8032-E5428286FB75}" destId="{3B6D6B4F-6DAE-43AF-89BF-862249FCDAF1}" srcOrd="0" destOrd="0" parTransId="{940FFA11-5249-4D58-8E66-A1CB18A9D634}" sibTransId="{1536CA02-9D29-4C8F-B0E1-9390B1864A72}"/>
    <dgm:cxn modelId="{C92E0B88-A2F3-4530-B728-53CBB7A8F78E}" type="presOf" srcId="{BE1A13BE-508A-40A8-90A8-C037ADED4511}" destId="{075AA4D0-2B26-4C0D-8961-A3FAB5C0A4A8}" srcOrd="0" destOrd="0" presId="urn:microsoft.com/office/officeart/2009/3/layout/HorizontalOrganizationChart"/>
    <dgm:cxn modelId="{6B623C89-2045-42DC-AC2B-E58DDE17DB42}" type="presOf" srcId="{3B6D6B4F-6DAE-43AF-89BF-862249FCDAF1}" destId="{C8E210BF-E856-4951-ADFE-EEDE8D9C8141}" srcOrd="0" destOrd="0" presId="urn:microsoft.com/office/officeart/2009/3/layout/HorizontalOrganizationChart"/>
    <dgm:cxn modelId="{13EBD493-2D93-4A9D-8773-D3181C0AA7F8}" srcId="{7BF7E72C-4E0F-446F-92D3-016CE536F037}" destId="{347BE5A1-FDCC-4A6B-A77D-A31EE9F26867}" srcOrd="1" destOrd="0" parTransId="{A56B42D7-020F-4F82-8A3B-7A71D6BCA89E}" sibTransId="{EEC06C1B-2C8E-4C66-9687-E228E1DBBDA3}"/>
    <dgm:cxn modelId="{2C5F2395-B207-4DCB-9634-1E05CD083465}" type="presOf" srcId="{3B6D6B4F-6DAE-43AF-89BF-862249FCDAF1}" destId="{579DEEF9-6C25-4EF7-A5F6-130E4701610D}" srcOrd="1" destOrd="0" presId="urn:microsoft.com/office/officeart/2009/3/layout/HorizontalOrganizationChart"/>
    <dgm:cxn modelId="{115214C9-B445-4EBE-B645-608B4762FABC}" type="presOf" srcId="{7BF7E72C-4E0F-446F-92D3-016CE536F037}" destId="{CFCDC734-2C21-466B-8846-746E870BC8C7}" srcOrd="1" destOrd="0" presId="urn:microsoft.com/office/officeart/2009/3/layout/HorizontalOrganizationChart"/>
    <dgm:cxn modelId="{E89857CB-5936-4D75-82C3-2CF89001127F}" type="presOf" srcId="{C433740F-3C97-4EF2-A534-A253E0C34B58}" destId="{4C1D4648-FF1B-4600-AAF6-0010EF284C2F}" srcOrd="0" destOrd="0" presId="urn:microsoft.com/office/officeart/2009/3/layout/HorizontalOrganizationChart"/>
    <dgm:cxn modelId="{69A958CE-BA12-4B77-BBC6-F6B075B1370E}" type="presOf" srcId="{347BE5A1-FDCC-4A6B-A77D-A31EE9F26867}" destId="{72ABDF02-DF7F-4F08-9955-B4713497E020}" srcOrd="0" destOrd="0" presId="urn:microsoft.com/office/officeart/2009/3/layout/HorizontalOrganizationChart"/>
    <dgm:cxn modelId="{BBDADBD3-23F8-49D7-BC42-6C9BBF9413E0}" type="presOf" srcId="{462807B0-A855-4723-904E-A4F6FD55DFE3}" destId="{7BE48AA2-1E12-42B9-84C5-70FF64918F5E}" srcOrd="1" destOrd="0" presId="urn:microsoft.com/office/officeart/2009/3/layout/HorizontalOrganizationChart"/>
    <dgm:cxn modelId="{AFE4E5DA-7EEB-41AA-A553-E3C37376DBB6}" type="presOf" srcId="{462807B0-A855-4723-904E-A4F6FD55DFE3}" destId="{7384170F-E345-416D-981C-90239EB6442D}" srcOrd="0" destOrd="0" presId="urn:microsoft.com/office/officeart/2009/3/layout/HorizontalOrganizationChart"/>
    <dgm:cxn modelId="{3DEB3FDC-36A8-47D4-81E0-7A7E2F8FD607}" srcId="{7BF7E72C-4E0F-446F-92D3-016CE536F037}" destId="{A731B77E-B39D-4AE3-AA9E-70DF8B737B14}" srcOrd="0" destOrd="0" parTransId="{C433740F-3C97-4EF2-A534-A253E0C34B58}" sibTransId="{6B2E04D5-C7E4-4CDB-87C5-3BD94BA82ADC}"/>
    <dgm:cxn modelId="{5752F7DE-83DA-420D-987B-82DD0B050438}" type="presOf" srcId="{AC509E5B-B2B8-4EF3-8492-5E63E990A724}" destId="{347AB462-9920-4005-9523-427A9FD0D6D4}" srcOrd="0" destOrd="0" presId="urn:microsoft.com/office/officeart/2009/3/layout/HorizontalOrganizationChart"/>
    <dgm:cxn modelId="{244AC9E6-99E1-4A62-8D77-3976D2886AEF}" type="presOf" srcId="{A731B77E-B39D-4AE3-AA9E-70DF8B737B14}" destId="{B3259619-5D44-4108-B1CA-AC5BBC567C95}" srcOrd="1" destOrd="0" presId="urn:microsoft.com/office/officeart/2009/3/layout/HorizontalOrganizationChart"/>
    <dgm:cxn modelId="{9D992CF5-7479-4F21-8EEC-90D0A247882A}" type="presOf" srcId="{A731B77E-B39D-4AE3-AA9E-70DF8B737B14}" destId="{BDB66A4A-7F82-4FA0-BB1B-EF0D55E2A37C}" srcOrd="0" destOrd="0" presId="urn:microsoft.com/office/officeart/2009/3/layout/HorizontalOrganizationChart"/>
    <dgm:cxn modelId="{0967D275-E716-48F4-ACB5-28DEB5E8FC12}" type="presParOf" srcId="{F9ADA109-EA70-44A6-BD0C-84F0744DF8E9}" destId="{210334DD-E28A-47FD-9467-5627072A2D47}" srcOrd="0" destOrd="0" presId="urn:microsoft.com/office/officeart/2009/3/layout/HorizontalOrganizationChart"/>
    <dgm:cxn modelId="{FEE33F86-77E0-4910-A4DE-0EE1611943E9}" type="presParOf" srcId="{210334DD-E28A-47FD-9467-5627072A2D47}" destId="{29510DE1-08C0-474B-908A-21BCCF9D6751}" srcOrd="0" destOrd="0" presId="urn:microsoft.com/office/officeart/2009/3/layout/HorizontalOrganizationChart"/>
    <dgm:cxn modelId="{FD6FDDAE-CB05-4E60-AFB7-56B359263D97}" type="presParOf" srcId="{29510DE1-08C0-474B-908A-21BCCF9D6751}" destId="{C8E210BF-E856-4951-ADFE-EEDE8D9C8141}" srcOrd="0" destOrd="0" presId="urn:microsoft.com/office/officeart/2009/3/layout/HorizontalOrganizationChart"/>
    <dgm:cxn modelId="{D8CD04CD-E8CA-45F7-888F-6C14F8392BDC}" type="presParOf" srcId="{29510DE1-08C0-474B-908A-21BCCF9D6751}" destId="{579DEEF9-6C25-4EF7-A5F6-130E4701610D}" srcOrd="1" destOrd="0" presId="urn:microsoft.com/office/officeart/2009/3/layout/HorizontalOrganizationChart"/>
    <dgm:cxn modelId="{10CFBA36-B646-4831-B7D4-7CBDAC8A8461}" type="presParOf" srcId="{210334DD-E28A-47FD-9467-5627072A2D47}" destId="{4AE3D426-0B39-45FA-8402-B4CC904927EF}" srcOrd="1" destOrd="0" presId="urn:microsoft.com/office/officeart/2009/3/layout/HorizontalOrganizationChart"/>
    <dgm:cxn modelId="{E6759818-77C3-421B-A083-4C977C4B64EC}" type="presParOf" srcId="{4AE3D426-0B39-45FA-8402-B4CC904927EF}" destId="{347AB462-9920-4005-9523-427A9FD0D6D4}" srcOrd="0" destOrd="0" presId="urn:microsoft.com/office/officeart/2009/3/layout/HorizontalOrganizationChart"/>
    <dgm:cxn modelId="{C129399C-8116-47D3-B440-1EBFADDEEF90}" type="presParOf" srcId="{4AE3D426-0B39-45FA-8402-B4CC904927EF}" destId="{0388BFDB-F9F2-4A77-A61B-C4F00CE9D1A9}" srcOrd="1" destOrd="0" presId="urn:microsoft.com/office/officeart/2009/3/layout/HorizontalOrganizationChart"/>
    <dgm:cxn modelId="{6E0EC6B0-889C-470B-8D30-0BA75C53227C}" type="presParOf" srcId="{0388BFDB-F9F2-4A77-A61B-C4F00CE9D1A9}" destId="{F31F9303-EC05-4FEC-977C-B585BE63A493}" srcOrd="0" destOrd="0" presId="urn:microsoft.com/office/officeart/2009/3/layout/HorizontalOrganizationChart"/>
    <dgm:cxn modelId="{5E001403-B86E-417B-A271-475C8A154742}" type="presParOf" srcId="{F31F9303-EC05-4FEC-977C-B585BE63A493}" destId="{26791B1E-B1F7-4B61-97AD-A0B5F38C08F6}" srcOrd="0" destOrd="0" presId="urn:microsoft.com/office/officeart/2009/3/layout/HorizontalOrganizationChart"/>
    <dgm:cxn modelId="{A71E4064-E83A-4D82-9E18-6DF64F557AC5}" type="presParOf" srcId="{F31F9303-EC05-4FEC-977C-B585BE63A493}" destId="{CFCDC734-2C21-466B-8846-746E870BC8C7}" srcOrd="1" destOrd="0" presId="urn:microsoft.com/office/officeart/2009/3/layout/HorizontalOrganizationChart"/>
    <dgm:cxn modelId="{6B484AE4-652E-43B9-AA7C-1F651F5B4A24}" type="presParOf" srcId="{0388BFDB-F9F2-4A77-A61B-C4F00CE9D1A9}" destId="{4FCBDE91-677D-4ABD-BCAD-2C6A6D71FD28}" srcOrd="1" destOrd="0" presId="urn:microsoft.com/office/officeart/2009/3/layout/HorizontalOrganizationChart"/>
    <dgm:cxn modelId="{F6464A09-8D8A-445B-A1FA-D37BEF59AF28}" type="presParOf" srcId="{4FCBDE91-677D-4ABD-BCAD-2C6A6D71FD28}" destId="{4C1D4648-FF1B-4600-AAF6-0010EF284C2F}" srcOrd="0" destOrd="0" presId="urn:microsoft.com/office/officeart/2009/3/layout/HorizontalOrganizationChart"/>
    <dgm:cxn modelId="{23FC1870-E9C9-4188-ABC8-D30FF9C6CC5D}" type="presParOf" srcId="{4FCBDE91-677D-4ABD-BCAD-2C6A6D71FD28}" destId="{8948AD3F-C34B-49D7-888D-70E098097F56}" srcOrd="1" destOrd="0" presId="urn:microsoft.com/office/officeart/2009/3/layout/HorizontalOrganizationChart"/>
    <dgm:cxn modelId="{DACF7C7D-6296-4B46-98D3-FF536C39D637}" type="presParOf" srcId="{8948AD3F-C34B-49D7-888D-70E098097F56}" destId="{D9DB2BEE-E3F3-473E-B7B0-5D869BD68E32}" srcOrd="0" destOrd="0" presId="urn:microsoft.com/office/officeart/2009/3/layout/HorizontalOrganizationChart"/>
    <dgm:cxn modelId="{2AAD6EA9-0383-45CD-9FE9-22B97E73B03B}" type="presParOf" srcId="{D9DB2BEE-E3F3-473E-B7B0-5D869BD68E32}" destId="{BDB66A4A-7F82-4FA0-BB1B-EF0D55E2A37C}" srcOrd="0" destOrd="0" presId="urn:microsoft.com/office/officeart/2009/3/layout/HorizontalOrganizationChart"/>
    <dgm:cxn modelId="{D98A9BAC-A182-4686-A91C-88917BB9791A}" type="presParOf" srcId="{D9DB2BEE-E3F3-473E-B7B0-5D869BD68E32}" destId="{B3259619-5D44-4108-B1CA-AC5BBC567C95}" srcOrd="1" destOrd="0" presId="urn:microsoft.com/office/officeart/2009/3/layout/HorizontalOrganizationChart"/>
    <dgm:cxn modelId="{F4D1E347-783E-4739-ACBB-D967249DFEC3}" type="presParOf" srcId="{8948AD3F-C34B-49D7-888D-70E098097F56}" destId="{1ECD2549-6BF5-48AD-BF45-BDAF39CCD943}" srcOrd="1" destOrd="0" presId="urn:microsoft.com/office/officeart/2009/3/layout/HorizontalOrganizationChart"/>
    <dgm:cxn modelId="{14E78143-EC0E-405D-A209-4E7327E0CBCE}" type="presParOf" srcId="{8948AD3F-C34B-49D7-888D-70E098097F56}" destId="{9AA91FDE-7ADC-45FE-A389-E639CC71A235}" srcOrd="2" destOrd="0" presId="urn:microsoft.com/office/officeart/2009/3/layout/HorizontalOrganizationChart"/>
    <dgm:cxn modelId="{AE60BACB-B1A7-4792-8648-863200CBCC80}" type="presParOf" srcId="{4FCBDE91-677D-4ABD-BCAD-2C6A6D71FD28}" destId="{9A6735D6-C63F-4CF7-9FE7-2073B6CE7E5B}" srcOrd="2" destOrd="0" presId="urn:microsoft.com/office/officeart/2009/3/layout/HorizontalOrganizationChart"/>
    <dgm:cxn modelId="{0FF42AFC-4D2F-423B-893D-22E9169F081F}" type="presParOf" srcId="{4FCBDE91-677D-4ABD-BCAD-2C6A6D71FD28}" destId="{0B7EBF0F-8078-4D08-A52E-CD9EFD9912A5}" srcOrd="3" destOrd="0" presId="urn:microsoft.com/office/officeart/2009/3/layout/HorizontalOrganizationChart"/>
    <dgm:cxn modelId="{80CD565D-0D9E-452A-A3F9-EEC26188A950}" type="presParOf" srcId="{0B7EBF0F-8078-4D08-A52E-CD9EFD9912A5}" destId="{4C38ADAC-BA5A-4680-948C-18E3EC219D61}" srcOrd="0" destOrd="0" presId="urn:microsoft.com/office/officeart/2009/3/layout/HorizontalOrganizationChart"/>
    <dgm:cxn modelId="{B9A78C04-F74B-4C17-AFCC-EC0732A86665}" type="presParOf" srcId="{4C38ADAC-BA5A-4680-948C-18E3EC219D61}" destId="{72ABDF02-DF7F-4F08-9955-B4713497E020}" srcOrd="0" destOrd="0" presId="urn:microsoft.com/office/officeart/2009/3/layout/HorizontalOrganizationChart"/>
    <dgm:cxn modelId="{F28CD1BF-9764-49D1-A1CA-E1E3694ECB47}" type="presParOf" srcId="{4C38ADAC-BA5A-4680-948C-18E3EC219D61}" destId="{D0870B8F-560E-490F-AF21-8AF1B2EBD3B1}" srcOrd="1" destOrd="0" presId="urn:microsoft.com/office/officeart/2009/3/layout/HorizontalOrganizationChart"/>
    <dgm:cxn modelId="{D02A8913-31A9-41EF-8EF2-0F852DEF240E}" type="presParOf" srcId="{0B7EBF0F-8078-4D08-A52E-CD9EFD9912A5}" destId="{C9CB0607-8BC0-4407-9865-6909A3CD2CEC}" srcOrd="1" destOrd="0" presId="urn:microsoft.com/office/officeart/2009/3/layout/HorizontalOrganizationChart"/>
    <dgm:cxn modelId="{36F2CA7A-AA05-4B9F-8913-A745FF7C6FF3}" type="presParOf" srcId="{0B7EBF0F-8078-4D08-A52E-CD9EFD9912A5}" destId="{126C7201-7282-463E-9843-A990A6C081EB}" srcOrd="2" destOrd="0" presId="urn:microsoft.com/office/officeart/2009/3/layout/HorizontalOrganizationChart"/>
    <dgm:cxn modelId="{34C0BDA9-5B14-4827-869A-2EE0F29DC329}" type="presParOf" srcId="{4FCBDE91-677D-4ABD-BCAD-2C6A6D71FD28}" destId="{075AA4D0-2B26-4C0D-8961-A3FAB5C0A4A8}" srcOrd="4" destOrd="0" presId="urn:microsoft.com/office/officeart/2009/3/layout/HorizontalOrganizationChart"/>
    <dgm:cxn modelId="{CF6554D9-B326-4C90-9C73-D4851EA5DA01}" type="presParOf" srcId="{4FCBDE91-677D-4ABD-BCAD-2C6A6D71FD28}" destId="{BD317275-AE5B-4244-91C6-660414C5ACBC}" srcOrd="5" destOrd="0" presId="urn:microsoft.com/office/officeart/2009/3/layout/HorizontalOrganizationChart"/>
    <dgm:cxn modelId="{9A1A421D-30B7-4338-B2F8-079B4A62A20B}" type="presParOf" srcId="{BD317275-AE5B-4244-91C6-660414C5ACBC}" destId="{1EDBB18B-2A73-4479-B5EC-AFF3B0E836F8}" srcOrd="0" destOrd="0" presId="urn:microsoft.com/office/officeart/2009/3/layout/HorizontalOrganizationChart"/>
    <dgm:cxn modelId="{3BC0E30C-E298-4CEF-87F1-09C63E308943}" type="presParOf" srcId="{1EDBB18B-2A73-4479-B5EC-AFF3B0E836F8}" destId="{7384170F-E345-416D-981C-90239EB6442D}" srcOrd="0" destOrd="0" presId="urn:microsoft.com/office/officeart/2009/3/layout/HorizontalOrganizationChart"/>
    <dgm:cxn modelId="{F106B97B-A21E-46C3-B9C9-481F1AE9A277}" type="presParOf" srcId="{1EDBB18B-2A73-4479-B5EC-AFF3B0E836F8}" destId="{7BE48AA2-1E12-42B9-84C5-70FF64918F5E}" srcOrd="1" destOrd="0" presId="urn:microsoft.com/office/officeart/2009/3/layout/HorizontalOrganizationChart"/>
    <dgm:cxn modelId="{D89F5942-1B64-4146-B181-D46BA960C21A}" type="presParOf" srcId="{BD317275-AE5B-4244-91C6-660414C5ACBC}" destId="{C2C447B6-087C-446A-9F68-BDE5439B089C}" srcOrd="1" destOrd="0" presId="urn:microsoft.com/office/officeart/2009/3/layout/HorizontalOrganizationChart"/>
    <dgm:cxn modelId="{CDE825DD-AC74-4E4F-818F-11080F64F203}" type="presParOf" srcId="{BD317275-AE5B-4244-91C6-660414C5ACBC}" destId="{3CF990AD-54F1-4F4B-B44E-4FC2C00A6662}" srcOrd="2" destOrd="0" presId="urn:microsoft.com/office/officeart/2009/3/layout/HorizontalOrganizationChart"/>
    <dgm:cxn modelId="{5210AC79-3820-4F76-8685-550A28037A19}" type="presParOf" srcId="{0388BFDB-F9F2-4A77-A61B-C4F00CE9D1A9}" destId="{1D06E1A7-61EB-400A-8A74-F48FAF050605}" srcOrd="2" destOrd="0" presId="urn:microsoft.com/office/officeart/2009/3/layout/HorizontalOrganizationChart"/>
    <dgm:cxn modelId="{15A99813-C1FE-4A4C-AD6D-EE0F66EB77FA}" type="presParOf" srcId="{210334DD-E28A-47FD-9467-5627072A2D47}" destId="{A9C7F733-B813-4D9A-B609-AA0F5339608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60B0B0-3DAA-46B9-8032-E5428286FB75}" type="doc">
      <dgm:prSet loTypeId="urn:microsoft.com/office/officeart/2009/3/layout/HorizontalOrganizationChart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BF7E72C-4E0F-446F-92D3-016CE536F037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Retail Audit (Phase One)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1.1MM</a:t>
          </a:r>
        </a:p>
      </dgm:t>
    </dgm:pt>
    <dgm:pt modelId="{AC509E5B-B2B8-4EF3-8492-5E63E990A724}" type="parTrans" cxnId="{294F8204-6EBA-4E7D-AAA4-ECD60E400FF6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3E0D8D96-629F-49A4-A7E6-1E006CBB63F8}" type="sibTrans" cxnId="{294F8204-6EBA-4E7D-AAA4-ECD60E400FF6}">
      <dgm:prSet/>
      <dgm:spPr/>
      <dgm:t>
        <a:bodyPr/>
        <a:lstStyle/>
        <a:p>
          <a:endParaRPr lang="en-US"/>
        </a:p>
      </dgm:t>
    </dgm:pt>
    <dgm:pt modelId="{D66E83B1-67E2-4C2F-8EC3-C11C2F07DEEA}">
      <dgm:prSet phldrT="[Text]" custT="1"/>
      <dgm:spPr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Consumer Tracker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0.4MM</a:t>
          </a:r>
        </a:p>
      </dgm:t>
    </dgm:pt>
    <dgm:pt modelId="{879B6BE7-ED29-4466-9351-5235B00AA0CC}" type="parTrans" cxnId="{2A04482C-CB96-4379-83ED-3205C5CBF936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540B6B90-E521-4974-8846-4FAD84894D60}" type="sibTrans" cxnId="{2A04482C-CB96-4379-83ED-3205C5CBF936}">
      <dgm:prSet/>
      <dgm:spPr/>
      <dgm:t>
        <a:bodyPr/>
        <a:lstStyle/>
        <a:p>
          <a:endParaRPr lang="en-US"/>
        </a:p>
      </dgm:t>
    </dgm:pt>
    <dgm:pt modelId="{96B803C4-7100-4F0D-906B-A1B671DD16CC}">
      <dgm:prSet phldrT="[Text]" custT="1"/>
      <dgm:spPr>
        <a:ln w="38100">
          <a:solidFill>
            <a:srgbClr val="66FFFF"/>
          </a:solidFill>
        </a:ln>
      </dgm:spPr>
      <dgm:t>
        <a:bodyPr/>
        <a:lstStyle/>
        <a:p>
          <a:r>
            <a:rPr lang="en-US" sz="900" b="1" dirty="0"/>
            <a:t>Qualitative and quantitative research costs</a:t>
          </a:r>
        </a:p>
        <a:p>
          <a:r>
            <a:rPr lang="en-US" sz="900" b="0" dirty="0"/>
            <a:t>0.3MM</a:t>
          </a:r>
        </a:p>
      </dgm:t>
    </dgm:pt>
    <dgm:pt modelId="{8E79E24F-6EAE-467F-AE39-B05CE9AADAAA}" type="parTrans" cxnId="{84E29B81-DB0F-40B3-9529-F03AC55600D7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CFFE43A9-63E1-4834-BEC6-3391F958AEED}" type="sibTrans" cxnId="{84E29B81-DB0F-40B3-9529-F03AC55600D7}">
      <dgm:prSet/>
      <dgm:spPr/>
      <dgm:t>
        <a:bodyPr/>
        <a:lstStyle/>
        <a:p>
          <a:endParaRPr lang="en-US"/>
        </a:p>
      </dgm:t>
    </dgm:pt>
    <dgm:pt modelId="{3B6D6B4F-6DAE-43AF-89BF-862249FCDAF1}">
      <dgm:prSet phldrT="[Text]" custT="1"/>
      <dgm:spPr/>
      <dgm:t>
        <a:bodyPr/>
        <a:lstStyle/>
        <a:p>
          <a:r>
            <a:rPr lang="en-US" sz="900" b="1" dirty="0"/>
            <a:t>Research</a:t>
          </a:r>
        </a:p>
        <a:p>
          <a:r>
            <a:rPr lang="en-US" sz="900" b="1" dirty="0"/>
            <a:t>1.8MM</a:t>
          </a:r>
        </a:p>
      </dgm:t>
    </dgm:pt>
    <dgm:pt modelId="{940FFA11-5249-4D58-8E66-A1CB18A9D634}" type="parTrans" cxnId="{61BD0382-FDA9-420C-B93D-C584A0170EAE}">
      <dgm:prSet/>
      <dgm:spPr/>
      <dgm:t>
        <a:bodyPr/>
        <a:lstStyle/>
        <a:p>
          <a:endParaRPr lang="en-US"/>
        </a:p>
      </dgm:t>
    </dgm:pt>
    <dgm:pt modelId="{1536CA02-9D29-4C8F-B0E1-9390B1864A72}" type="sibTrans" cxnId="{61BD0382-FDA9-420C-B93D-C584A0170EAE}">
      <dgm:prSet/>
      <dgm:spPr/>
      <dgm:t>
        <a:bodyPr/>
        <a:lstStyle/>
        <a:p>
          <a:endParaRPr lang="en-US"/>
        </a:p>
      </dgm:t>
    </dgm:pt>
    <dgm:pt modelId="{3653F3A3-3223-47D1-BF6D-7EF4435EFA5D}">
      <dgm:prSet phldrT="[Text]" custT="1"/>
      <dgm:spPr>
        <a:solidFill>
          <a:schemeClr val="accent2">
            <a:lumMod val="75000"/>
          </a:schemeClr>
        </a:solidFill>
        <a:ln w="38100">
          <a:solidFill>
            <a:srgbClr val="66FFFF"/>
          </a:solidFill>
        </a:ln>
      </dgm:spPr>
      <dgm:t>
        <a:bodyPr/>
        <a:lstStyle/>
        <a:p>
          <a:r>
            <a:rPr lang="en-US" sz="900" b="1" dirty="0"/>
            <a:t>Product, Pricing and Portfolio research</a:t>
          </a:r>
        </a:p>
        <a:p>
          <a:r>
            <a:rPr lang="en-US" sz="900" b="1" dirty="0"/>
            <a:t>0.0MM</a:t>
          </a:r>
        </a:p>
      </dgm:t>
    </dgm:pt>
    <dgm:pt modelId="{2B193A93-C606-4366-B983-48FFE138A62F}" type="parTrans" cxnId="{30A78340-D432-47F7-A0D2-65C5C3F6F1BB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E9389C1F-7502-48F6-857F-4E803C77242C}" type="sibTrans" cxnId="{30A78340-D432-47F7-A0D2-65C5C3F6F1BB}">
      <dgm:prSet/>
      <dgm:spPr/>
      <dgm:t>
        <a:bodyPr/>
        <a:lstStyle/>
        <a:p>
          <a:endParaRPr lang="en-US"/>
        </a:p>
      </dgm:t>
    </dgm:pt>
    <dgm:pt modelId="{84449A58-F711-46C5-88AB-FB56840357B5}">
      <dgm:prSet phldrT="[Text]" custT="1"/>
      <dgm:spPr>
        <a:solidFill>
          <a:schemeClr val="tx2">
            <a:lumMod val="75000"/>
          </a:schemeClr>
        </a:solidFill>
        <a:ln w="38100">
          <a:solidFill>
            <a:srgbClr val="66FFFF"/>
          </a:solidFill>
        </a:ln>
      </dgm:spPr>
      <dgm:t>
        <a:bodyPr/>
        <a:lstStyle/>
        <a:p>
          <a:r>
            <a:rPr lang="en-US" sz="900" b="1" dirty="0"/>
            <a:t>Other Strategic Insights &amp; Research Costs</a:t>
          </a:r>
        </a:p>
        <a:p>
          <a:r>
            <a:rPr lang="en-US" sz="900" b="0" dirty="0"/>
            <a:t>0.0MM</a:t>
          </a:r>
        </a:p>
      </dgm:t>
    </dgm:pt>
    <dgm:pt modelId="{FFB95827-F5A2-4ACE-BAA1-579B3A779E80}" type="parTrans" cxnId="{3624682C-E1AF-48EA-ACC6-5F37E17866AA}">
      <dgm:prSet/>
      <dgm:spPr/>
      <dgm:t>
        <a:bodyPr/>
        <a:lstStyle/>
        <a:p>
          <a:endParaRPr lang="en-US"/>
        </a:p>
      </dgm:t>
    </dgm:pt>
    <dgm:pt modelId="{EECC44DF-7C37-4EC7-88AE-BDDDE5B2908A}" type="sibTrans" cxnId="{3624682C-E1AF-48EA-ACC6-5F37E17866AA}">
      <dgm:prSet/>
      <dgm:spPr/>
      <dgm:t>
        <a:bodyPr/>
        <a:lstStyle/>
        <a:p>
          <a:endParaRPr lang="en-US"/>
        </a:p>
      </dgm:t>
    </dgm:pt>
    <dgm:pt modelId="{87E9A8E4-A834-4AC2-A64A-50BE71B2DC52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Nielsen Retail Data 18-22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0.6MM</a:t>
          </a:r>
        </a:p>
      </dgm:t>
    </dgm:pt>
    <dgm:pt modelId="{0E63F129-CC26-4D2D-A3A7-AB70F4514BF7}" type="parTrans" cxnId="{92CA99EE-4E6D-491E-A595-3C7B3E6B11A2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180DF534-D442-4199-B87E-9521D868D40F}" type="sibTrans" cxnId="{92CA99EE-4E6D-491E-A595-3C7B3E6B11A2}">
      <dgm:prSet/>
      <dgm:spPr/>
      <dgm:t>
        <a:bodyPr/>
        <a:lstStyle/>
        <a:p>
          <a:endParaRPr lang="en-US"/>
        </a:p>
      </dgm:t>
    </dgm:pt>
    <dgm:pt modelId="{86221B43-D955-43F8-8344-FC966D6F8210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Research Tracker/Ad Hoc/Industry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0.5MM</a:t>
          </a:r>
        </a:p>
      </dgm:t>
    </dgm:pt>
    <dgm:pt modelId="{7819C72C-A81D-4767-A856-B0F95FF3F32A}" type="parTrans" cxnId="{8CF5226F-FF59-451D-840B-02C9DE32CEF3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3A5D2705-6292-40DD-9E2F-BEC4D0EC2061}" type="sibTrans" cxnId="{8CF5226F-FF59-451D-840B-02C9DE32CEF3}">
      <dgm:prSet/>
      <dgm:spPr/>
      <dgm:t>
        <a:bodyPr/>
        <a:lstStyle/>
        <a:p>
          <a:endParaRPr lang="en-US"/>
        </a:p>
      </dgm:t>
    </dgm:pt>
    <dgm:pt modelId="{EF224045-A4DF-45A7-A2E0-C47F5F69C7D3}">
      <dgm:prSet phldrT="[Text]" custT="1"/>
      <dgm:spPr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FF0000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080" tIns="5080" rIns="5080" bIns="5080" numCol="1" spcCol="1270" anchor="ctr" anchorCtr="0"/>
        <a:lstStyle/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Nielsen Retail Data 15-17</a:t>
          </a:r>
        </a:p>
        <a:p>
          <a:pPr marL="0"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0.1MM</a:t>
          </a:r>
        </a:p>
      </dgm:t>
    </dgm:pt>
    <dgm:pt modelId="{69C19308-E1D2-4600-9CF3-5D8B6FCA8BDF}" type="parTrans" cxnId="{B44A0350-BD10-4C15-9A90-177500F39C9F}">
      <dgm:prSet/>
      <dgm:spPr>
        <a:solidFill>
          <a:schemeClr val="bg1">
            <a:lumMod val="65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endParaRPr lang="en-US"/>
        </a:p>
      </dgm:t>
    </dgm:pt>
    <dgm:pt modelId="{CBEED802-E2E6-4384-8EE7-52ABD13422AE}" type="sibTrans" cxnId="{B44A0350-BD10-4C15-9A90-177500F39C9F}">
      <dgm:prSet/>
      <dgm:spPr/>
      <dgm:t>
        <a:bodyPr/>
        <a:lstStyle/>
        <a:p>
          <a:endParaRPr lang="en-US"/>
        </a:p>
      </dgm:t>
    </dgm:pt>
    <dgm:pt modelId="{F9ADA109-EA70-44A6-BD0C-84F0744DF8E9}" type="pres">
      <dgm:prSet presAssocID="{5160B0B0-3DAA-46B9-8032-E5428286FB7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0334DD-E28A-47FD-9467-5627072A2D47}" type="pres">
      <dgm:prSet presAssocID="{3B6D6B4F-6DAE-43AF-89BF-862249FCDAF1}" presName="hierRoot1" presStyleCnt="0">
        <dgm:presLayoutVars>
          <dgm:hierBranch val="init"/>
        </dgm:presLayoutVars>
      </dgm:prSet>
      <dgm:spPr/>
    </dgm:pt>
    <dgm:pt modelId="{29510DE1-08C0-474B-908A-21BCCF9D6751}" type="pres">
      <dgm:prSet presAssocID="{3B6D6B4F-6DAE-43AF-89BF-862249FCDAF1}" presName="rootComposite1" presStyleCnt="0"/>
      <dgm:spPr/>
    </dgm:pt>
    <dgm:pt modelId="{C8E210BF-E856-4951-ADFE-EEDE8D9C8141}" type="pres">
      <dgm:prSet presAssocID="{3B6D6B4F-6DAE-43AF-89BF-862249FCDAF1}" presName="rootText1" presStyleLbl="node0" presStyleIdx="0" presStyleCnt="1">
        <dgm:presLayoutVars>
          <dgm:chPref val="3"/>
        </dgm:presLayoutVars>
      </dgm:prSet>
      <dgm:spPr/>
    </dgm:pt>
    <dgm:pt modelId="{579DEEF9-6C25-4EF7-A5F6-130E4701610D}" type="pres">
      <dgm:prSet presAssocID="{3B6D6B4F-6DAE-43AF-89BF-862249FCDAF1}" presName="rootConnector1" presStyleLbl="node1" presStyleIdx="0" presStyleCnt="0"/>
      <dgm:spPr/>
    </dgm:pt>
    <dgm:pt modelId="{4AE3D426-0B39-45FA-8402-B4CC904927EF}" type="pres">
      <dgm:prSet presAssocID="{3B6D6B4F-6DAE-43AF-89BF-862249FCDAF1}" presName="hierChild2" presStyleCnt="0"/>
      <dgm:spPr/>
    </dgm:pt>
    <dgm:pt modelId="{347AB462-9920-4005-9523-427A9FD0D6D4}" type="pres">
      <dgm:prSet presAssocID="{AC509E5B-B2B8-4EF3-8492-5E63E990A724}" presName="Name64" presStyleLbl="parChTrans1D2" presStyleIdx="0" presStyleCnt="5"/>
      <dgm:spPr/>
    </dgm:pt>
    <dgm:pt modelId="{0388BFDB-F9F2-4A77-A61B-C4F00CE9D1A9}" type="pres">
      <dgm:prSet presAssocID="{7BF7E72C-4E0F-446F-92D3-016CE536F037}" presName="hierRoot2" presStyleCnt="0">
        <dgm:presLayoutVars>
          <dgm:hierBranch val="init"/>
        </dgm:presLayoutVars>
      </dgm:prSet>
      <dgm:spPr/>
    </dgm:pt>
    <dgm:pt modelId="{F31F9303-EC05-4FEC-977C-B585BE63A493}" type="pres">
      <dgm:prSet presAssocID="{7BF7E72C-4E0F-446F-92D3-016CE536F037}" presName="rootComposite" presStyleCnt="0"/>
      <dgm:spPr/>
    </dgm:pt>
    <dgm:pt modelId="{26791B1E-B1F7-4B61-97AD-A0B5F38C08F6}" type="pres">
      <dgm:prSet presAssocID="{7BF7E72C-4E0F-446F-92D3-016CE536F037}" presName="rootText" presStyleLbl="node2" presStyleIdx="0" presStyleCnt="5">
        <dgm:presLayoutVars>
          <dgm:chPref val="3"/>
        </dgm:presLayoutVars>
      </dgm:prSet>
      <dgm:spPr>
        <a:xfrm>
          <a:off x="3678332" y="737462"/>
          <a:ext cx="1137063" cy="346804"/>
        </a:xfrm>
        <a:prstGeom prst="rect">
          <a:avLst/>
        </a:prstGeom>
      </dgm:spPr>
    </dgm:pt>
    <dgm:pt modelId="{CFCDC734-2C21-466B-8846-746E870BC8C7}" type="pres">
      <dgm:prSet presAssocID="{7BF7E72C-4E0F-446F-92D3-016CE536F037}" presName="rootConnector" presStyleLbl="node2" presStyleIdx="0" presStyleCnt="5"/>
      <dgm:spPr/>
    </dgm:pt>
    <dgm:pt modelId="{4FCBDE91-677D-4ABD-BCAD-2C6A6D71FD28}" type="pres">
      <dgm:prSet presAssocID="{7BF7E72C-4E0F-446F-92D3-016CE536F037}" presName="hierChild4" presStyleCnt="0"/>
      <dgm:spPr/>
    </dgm:pt>
    <dgm:pt modelId="{F314A4EC-CB67-417B-B6EB-80EE6970270D}" type="pres">
      <dgm:prSet presAssocID="{0E63F129-CC26-4D2D-A3A7-AB70F4514BF7}" presName="Name64" presStyleLbl="parChTrans1D3" presStyleIdx="0" presStyleCnt="3"/>
      <dgm:spPr/>
    </dgm:pt>
    <dgm:pt modelId="{1E17C6A7-F07B-4322-B586-CB9C8AAC5BBD}" type="pres">
      <dgm:prSet presAssocID="{87E9A8E4-A834-4AC2-A64A-50BE71B2DC52}" presName="hierRoot2" presStyleCnt="0">
        <dgm:presLayoutVars>
          <dgm:hierBranch val="init"/>
        </dgm:presLayoutVars>
      </dgm:prSet>
      <dgm:spPr/>
    </dgm:pt>
    <dgm:pt modelId="{24B2C4EB-5F9A-4FEC-9C83-8BA2D0945DE9}" type="pres">
      <dgm:prSet presAssocID="{87E9A8E4-A834-4AC2-A64A-50BE71B2DC52}" presName="rootComposite" presStyleCnt="0"/>
      <dgm:spPr/>
    </dgm:pt>
    <dgm:pt modelId="{53C11E56-1272-4868-9685-BB0612E0E1A5}" type="pres">
      <dgm:prSet presAssocID="{87E9A8E4-A834-4AC2-A64A-50BE71B2DC52}" presName="rootText" presStyleLbl="node3" presStyleIdx="0" presStyleCnt="3">
        <dgm:presLayoutVars>
          <dgm:chPref val="3"/>
        </dgm:presLayoutVars>
      </dgm:prSet>
      <dgm:spPr/>
    </dgm:pt>
    <dgm:pt modelId="{F3731B90-E81A-4D78-B80F-3D2599AFD6AB}" type="pres">
      <dgm:prSet presAssocID="{87E9A8E4-A834-4AC2-A64A-50BE71B2DC52}" presName="rootConnector" presStyleLbl="node3" presStyleIdx="0" presStyleCnt="3"/>
      <dgm:spPr/>
    </dgm:pt>
    <dgm:pt modelId="{703F685D-7605-4424-A7AC-C0DF1583C6C6}" type="pres">
      <dgm:prSet presAssocID="{87E9A8E4-A834-4AC2-A64A-50BE71B2DC52}" presName="hierChild4" presStyleCnt="0"/>
      <dgm:spPr/>
    </dgm:pt>
    <dgm:pt modelId="{C30FB6B8-354F-4086-8142-0E4CA2A52FDC}" type="pres">
      <dgm:prSet presAssocID="{87E9A8E4-A834-4AC2-A64A-50BE71B2DC52}" presName="hierChild5" presStyleCnt="0"/>
      <dgm:spPr/>
    </dgm:pt>
    <dgm:pt modelId="{38FF1458-378A-474B-B252-B2390C366243}" type="pres">
      <dgm:prSet presAssocID="{7819C72C-A81D-4767-A856-B0F95FF3F32A}" presName="Name64" presStyleLbl="parChTrans1D3" presStyleIdx="1" presStyleCnt="3"/>
      <dgm:spPr/>
    </dgm:pt>
    <dgm:pt modelId="{0E17F680-7639-4FC9-83B9-EAF9BDA06044}" type="pres">
      <dgm:prSet presAssocID="{86221B43-D955-43F8-8344-FC966D6F8210}" presName="hierRoot2" presStyleCnt="0">
        <dgm:presLayoutVars>
          <dgm:hierBranch val="init"/>
        </dgm:presLayoutVars>
      </dgm:prSet>
      <dgm:spPr/>
    </dgm:pt>
    <dgm:pt modelId="{40A30E5F-F0DB-4835-8CEA-F330A7BCB389}" type="pres">
      <dgm:prSet presAssocID="{86221B43-D955-43F8-8344-FC966D6F8210}" presName="rootComposite" presStyleCnt="0"/>
      <dgm:spPr/>
    </dgm:pt>
    <dgm:pt modelId="{9BEDE49A-2A1C-4135-BB40-37CF62F246FB}" type="pres">
      <dgm:prSet presAssocID="{86221B43-D955-43F8-8344-FC966D6F8210}" presName="rootText" presStyleLbl="node3" presStyleIdx="1" presStyleCnt="3">
        <dgm:presLayoutVars>
          <dgm:chPref val="3"/>
        </dgm:presLayoutVars>
      </dgm:prSet>
      <dgm:spPr/>
    </dgm:pt>
    <dgm:pt modelId="{CA29C24B-A75F-4CF8-871F-C5AFCF60DC7C}" type="pres">
      <dgm:prSet presAssocID="{86221B43-D955-43F8-8344-FC966D6F8210}" presName="rootConnector" presStyleLbl="node3" presStyleIdx="1" presStyleCnt="3"/>
      <dgm:spPr/>
    </dgm:pt>
    <dgm:pt modelId="{C891ED52-3A18-4AA5-941F-AC503D2CA2DA}" type="pres">
      <dgm:prSet presAssocID="{86221B43-D955-43F8-8344-FC966D6F8210}" presName="hierChild4" presStyleCnt="0"/>
      <dgm:spPr/>
    </dgm:pt>
    <dgm:pt modelId="{7CB4E61F-5880-40E7-A9B9-2B0278A02450}" type="pres">
      <dgm:prSet presAssocID="{86221B43-D955-43F8-8344-FC966D6F8210}" presName="hierChild5" presStyleCnt="0"/>
      <dgm:spPr/>
    </dgm:pt>
    <dgm:pt modelId="{516AD4B0-3213-47DC-B3CA-9385BAA912D1}" type="pres">
      <dgm:prSet presAssocID="{69C19308-E1D2-4600-9CF3-5D8B6FCA8BDF}" presName="Name64" presStyleLbl="parChTrans1D3" presStyleIdx="2" presStyleCnt="3"/>
      <dgm:spPr/>
    </dgm:pt>
    <dgm:pt modelId="{DD72E96F-E7E9-4101-B53D-77531559749E}" type="pres">
      <dgm:prSet presAssocID="{EF224045-A4DF-45A7-A2E0-C47F5F69C7D3}" presName="hierRoot2" presStyleCnt="0">
        <dgm:presLayoutVars>
          <dgm:hierBranch val="init"/>
        </dgm:presLayoutVars>
      </dgm:prSet>
      <dgm:spPr/>
    </dgm:pt>
    <dgm:pt modelId="{2F59EBF3-A690-44B7-B6B1-16F5E38A1138}" type="pres">
      <dgm:prSet presAssocID="{EF224045-A4DF-45A7-A2E0-C47F5F69C7D3}" presName="rootComposite" presStyleCnt="0"/>
      <dgm:spPr/>
    </dgm:pt>
    <dgm:pt modelId="{C54CFDF4-4CA6-4C72-B355-87268745B2D0}" type="pres">
      <dgm:prSet presAssocID="{EF224045-A4DF-45A7-A2E0-C47F5F69C7D3}" presName="rootText" presStyleLbl="node3" presStyleIdx="2" presStyleCnt="3">
        <dgm:presLayoutVars>
          <dgm:chPref val="3"/>
        </dgm:presLayoutVars>
      </dgm:prSet>
      <dgm:spPr/>
    </dgm:pt>
    <dgm:pt modelId="{7DB754B3-4F87-4764-A85C-668F72D4823A}" type="pres">
      <dgm:prSet presAssocID="{EF224045-A4DF-45A7-A2E0-C47F5F69C7D3}" presName="rootConnector" presStyleLbl="node3" presStyleIdx="2" presStyleCnt="3"/>
      <dgm:spPr/>
    </dgm:pt>
    <dgm:pt modelId="{BF207C09-7770-4DA8-A92E-EEE784B526AC}" type="pres">
      <dgm:prSet presAssocID="{EF224045-A4DF-45A7-A2E0-C47F5F69C7D3}" presName="hierChild4" presStyleCnt="0"/>
      <dgm:spPr/>
    </dgm:pt>
    <dgm:pt modelId="{C56C6914-8C8D-422D-9684-7FA87B96180F}" type="pres">
      <dgm:prSet presAssocID="{EF224045-A4DF-45A7-A2E0-C47F5F69C7D3}" presName="hierChild5" presStyleCnt="0"/>
      <dgm:spPr/>
    </dgm:pt>
    <dgm:pt modelId="{1D06E1A7-61EB-400A-8A74-F48FAF050605}" type="pres">
      <dgm:prSet presAssocID="{7BF7E72C-4E0F-446F-92D3-016CE536F037}" presName="hierChild5" presStyleCnt="0"/>
      <dgm:spPr/>
    </dgm:pt>
    <dgm:pt modelId="{7AB8B1F8-0EDA-492F-B149-3DCBDF827773}" type="pres">
      <dgm:prSet presAssocID="{879B6BE7-ED29-4466-9351-5235B00AA0CC}" presName="Name64" presStyleLbl="parChTrans1D2" presStyleIdx="1" presStyleCnt="5"/>
      <dgm:spPr/>
    </dgm:pt>
    <dgm:pt modelId="{FA30974D-8A34-4E5E-9A0A-FD93736539E0}" type="pres">
      <dgm:prSet presAssocID="{D66E83B1-67E2-4C2F-8EC3-C11C2F07DEEA}" presName="hierRoot2" presStyleCnt="0">
        <dgm:presLayoutVars>
          <dgm:hierBranch val="init"/>
        </dgm:presLayoutVars>
      </dgm:prSet>
      <dgm:spPr/>
    </dgm:pt>
    <dgm:pt modelId="{8A507C57-774E-4559-8890-A9806C4DDAFE}" type="pres">
      <dgm:prSet presAssocID="{D66E83B1-67E2-4C2F-8EC3-C11C2F07DEEA}" presName="rootComposite" presStyleCnt="0"/>
      <dgm:spPr/>
    </dgm:pt>
    <dgm:pt modelId="{D21B0D53-EF34-4886-900A-68BE5E47FCD7}" type="pres">
      <dgm:prSet presAssocID="{D66E83B1-67E2-4C2F-8EC3-C11C2F07DEEA}" presName="rootText" presStyleLbl="node2" presStyleIdx="1" presStyleCnt="5">
        <dgm:presLayoutVars>
          <dgm:chPref val="3"/>
        </dgm:presLayoutVars>
      </dgm:prSet>
      <dgm:spPr>
        <a:xfrm>
          <a:off x="3678332" y="3548851"/>
          <a:ext cx="1137063" cy="346804"/>
        </a:xfrm>
        <a:prstGeom prst="rect">
          <a:avLst/>
        </a:prstGeom>
      </dgm:spPr>
    </dgm:pt>
    <dgm:pt modelId="{BB18E579-DBA7-490E-8B4B-21BDA471B149}" type="pres">
      <dgm:prSet presAssocID="{D66E83B1-67E2-4C2F-8EC3-C11C2F07DEEA}" presName="rootConnector" presStyleLbl="node2" presStyleIdx="1" presStyleCnt="5"/>
      <dgm:spPr/>
    </dgm:pt>
    <dgm:pt modelId="{5AF62D9F-D569-4C84-9E12-8FE5F6DB5E3C}" type="pres">
      <dgm:prSet presAssocID="{D66E83B1-67E2-4C2F-8EC3-C11C2F07DEEA}" presName="hierChild4" presStyleCnt="0"/>
      <dgm:spPr/>
    </dgm:pt>
    <dgm:pt modelId="{365F1735-12C3-4DA6-B3A0-D4390B65F8BB}" type="pres">
      <dgm:prSet presAssocID="{D66E83B1-67E2-4C2F-8EC3-C11C2F07DEEA}" presName="hierChild5" presStyleCnt="0"/>
      <dgm:spPr/>
    </dgm:pt>
    <dgm:pt modelId="{AEAF602C-3C93-4700-875E-66756EEB2B78}" type="pres">
      <dgm:prSet presAssocID="{8E79E24F-6EAE-467F-AE39-B05CE9AADAAA}" presName="Name64" presStyleLbl="parChTrans1D2" presStyleIdx="2" presStyleCnt="5"/>
      <dgm:spPr/>
    </dgm:pt>
    <dgm:pt modelId="{B34C68B6-7B96-4D3F-94DA-58C5E10AF081}" type="pres">
      <dgm:prSet presAssocID="{96B803C4-7100-4F0D-906B-A1B671DD16CC}" presName="hierRoot2" presStyleCnt="0">
        <dgm:presLayoutVars>
          <dgm:hierBranch val="init"/>
        </dgm:presLayoutVars>
      </dgm:prSet>
      <dgm:spPr/>
    </dgm:pt>
    <dgm:pt modelId="{F053FA28-07D5-4722-B5F5-A45283AF06CA}" type="pres">
      <dgm:prSet presAssocID="{96B803C4-7100-4F0D-906B-A1B671DD16CC}" presName="rootComposite" presStyleCnt="0"/>
      <dgm:spPr/>
    </dgm:pt>
    <dgm:pt modelId="{BCA54C35-DABB-4654-8441-4084A2E8F345}" type="pres">
      <dgm:prSet presAssocID="{96B803C4-7100-4F0D-906B-A1B671DD16CC}" presName="rootText" presStyleLbl="node2" presStyleIdx="2" presStyleCnt="5">
        <dgm:presLayoutVars>
          <dgm:chPref val="3"/>
        </dgm:presLayoutVars>
      </dgm:prSet>
      <dgm:spPr/>
    </dgm:pt>
    <dgm:pt modelId="{39021822-0552-4E6F-B4AA-3CEAF59686D1}" type="pres">
      <dgm:prSet presAssocID="{96B803C4-7100-4F0D-906B-A1B671DD16CC}" presName="rootConnector" presStyleLbl="node2" presStyleIdx="2" presStyleCnt="5"/>
      <dgm:spPr/>
    </dgm:pt>
    <dgm:pt modelId="{5325118C-FE79-4AFE-9C7D-C662A26F38EC}" type="pres">
      <dgm:prSet presAssocID="{96B803C4-7100-4F0D-906B-A1B671DD16CC}" presName="hierChild4" presStyleCnt="0"/>
      <dgm:spPr/>
    </dgm:pt>
    <dgm:pt modelId="{DD9DB350-1DDA-4E8A-9C25-1D1B556110D3}" type="pres">
      <dgm:prSet presAssocID="{96B803C4-7100-4F0D-906B-A1B671DD16CC}" presName="hierChild5" presStyleCnt="0"/>
      <dgm:spPr/>
    </dgm:pt>
    <dgm:pt modelId="{8413BE2E-602F-4218-9A4D-653BDC8B0D2E}" type="pres">
      <dgm:prSet presAssocID="{2B193A93-C606-4366-B983-48FFE138A62F}" presName="Name64" presStyleLbl="parChTrans1D2" presStyleIdx="3" presStyleCnt="5"/>
      <dgm:spPr/>
    </dgm:pt>
    <dgm:pt modelId="{D980C8F0-6340-474A-9E8E-95B3BABA67F5}" type="pres">
      <dgm:prSet presAssocID="{3653F3A3-3223-47D1-BF6D-7EF4435EFA5D}" presName="hierRoot2" presStyleCnt="0">
        <dgm:presLayoutVars>
          <dgm:hierBranch val="init"/>
        </dgm:presLayoutVars>
      </dgm:prSet>
      <dgm:spPr/>
    </dgm:pt>
    <dgm:pt modelId="{0F9F81BE-EAC5-4C23-A371-7FA003086F84}" type="pres">
      <dgm:prSet presAssocID="{3653F3A3-3223-47D1-BF6D-7EF4435EFA5D}" presName="rootComposite" presStyleCnt="0"/>
      <dgm:spPr/>
    </dgm:pt>
    <dgm:pt modelId="{9FB07ABD-6CFC-4196-9364-7AFC07C97E7D}" type="pres">
      <dgm:prSet presAssocID="{3653F3A3-3223-47D1-BF6D-7EF4435EFA5D}" presName="rootText" presStyleLbl="node2" presStyleIdx="3" presStyleCnt="5">
        <dgm:presLayoutVars>
          <dgm:chPref val="3"/>
        </dgm:presLayoutVars>
      </dgm:prSet>
      <dgm:spPr/>
    </dgm:pt>
    <dgm:pt modelId="{995AC9D6-C72B-4A8A-8D2F-B11A9E61B02A}" type="pres">
      <dgm:prSet presAssocID="{3653F3A3-3223-47D1-BF6D-7EF4435EFA5D}" presName="rootConnector" presStyleLbl="node2" presStyleIdx="3" presStyleCnt="5"/>
      <dgm:spPr/>
    </dgm:pt>
    <dgm:pt modelId="{39E535D6-F171-4B9E-987B-E20AF24B3C25}" type="pres">
      <dgm:prSet presAssocID="{3653F3A3-3223-47D1-BF6D-7EF4435EFA5D}" presName="hierChild4" presStyleCnt="0"/>
      <dgm:spPr/>
    </dgm:pt>
    <dgm:pt modelId="{7C0FFED7-0290-4B96-9BE2-064A92428127}" type="pres">
      <dgm:prSet presAssocID="{3653F3A3-3223-47D1-BF6D-7EF4435EFA5D}" presName="hierChild5" presStyleCnt="0"/>
      <dgm:spPr/>
    </dgm:pt>
    <dgm:pt modelId="{96F6A8E4-7608-43C9-AD7F-06E094407342}" type="pres">
      <dgm:prSet presAssocID="{FFB95827-F5A2-4ACE-BAA1-579B3A779E80}" presName="Name64" presStyleLbl="parChTrans1D2" presStyleIdx="4" presStyleCnt="5"/>
      <dgm:spPr/>
    </dgm:pt>
    <dgm:pt modelId="{BF200A88-18BF-42D7-8B7B-CB477F74BBD6}" type="pres">
      <dgm:prSet presAssocID="{84449A58-F711-46C5-88AB-FB56840357B5}" presName="hierRoot2" presStyleCnt="0">
        <dgm:presLayoutVars>
          <dgm:hierBranch val="init"/>
        </dgm:presLayoutVars>
      </dgm:prSet>
      <dgm:spPr/>
    </dgm:pt>
    <dgm:pt modelId="{95B557CA-5BC7-4BDD-89A2-3461113A9684}" type="pres">
      <dgm:prSet presAssocID="{84449A58-F711-46C5-88AB-FB56840357B5}" presName="rootComposite" presStyleCnt="0"/>
      <dgm:spPr/>
    </dgm:pt>
    <dgm:pt modelId="{E42DC0D6-46F6-40BB-BD5D-3A8ED4825AA8}" type="pres">
      <dgm:prSet presAssocID="{84449A58-F711-46C5-88AB-FB56840357B5}" presName="rootText" presStyleLbl="node2" presStyleIdx="4" presStyleCnt="5">
        <dgm:presLayoutVars>
          <dgm:chPref val="3"/>
        </dgm:presLayoutVars>
      </dgm:prSet>
      <dgm:spPr/>
    </dgm:pt>
    <dgm:pt modelId="{A4FB7676-3801-4198-A2D0-8D23D5AF6C02}" type="pres">
      <dgm:prSet presAssocID="{84449A58-F711-46C5-88AB-FB56840357B5}" presName="rootConnector" presStyleLbl="node2" presStyleIdx="4" presStyleCnt="5"/>
      <dgm:spPr/>
    </dgm:pt>
    <dgm:pt modelId="{15788F6E-C7A8-4745-89FD-1AE72F9E3D83}" type="pres">
      <dgm:prSet presAssocID="{84449A58-F711-46C5-88AB-FB56840357B5}" presName="hierChild4" presStyleCnt="0"/>
      <dgm:spPr/>
    </dgm:pt>
    <dgm:pt modelId="{9DA3D3EF-5BDC-4FC1-88F9-6833DEB1CB1A}" type="pres">
      <dgm:prSet presAssocID="{84449A58-F711-46C5-88AB-FB56840357B5}" presName="hierChild5" presStyleCnt="0"/>
      <dgm:spPr/>
    </dgm:pt>
    <dgm:pt modelId="{A9C7F733-B813-4D9A-B609-AA0F5339608F}" type="pres">
      <dgm:prSet presAssocID="{3B6D6B4F-6DAE-43AF-89BF-862249FCDAF1}" presName="hierChild3" presStyleCnt="0"/>
      <dgm:spPr/>
    </dgm:pt>
  </dgm:ptLst>
  <dgm:cxnLst>
    <dgm:cxn modelId="{294F8204-6EBA-4E7D-AAA4-ECD60E400FF6}" srcId="{3B6D6B4F-6DAE-43AF-89BF-862249FCDAF1}" destId="{7BF7E72C-4E0F-446F-92D3-016CE536F037}" srcOrd="0" destOrd="0" parTransId="{AC509E5B-B2B8-4EF3-8492-5E63E990A724}" sibTransId="{3E0D8D96-629F-49A4-A7E6-1E006CBB63F8}"/>
    <dgm:cxn modelId="{8C31E90A-ED21-4134-816A-5951D90B32C3}" type="presOf" srcId="{87E9A8E4-A834-4AC2-A64A-50BE71B2DC52}" destId="{53C11E56-1272-4868-9685-BB0612E0E1A5}" srcOrd="0" destOrd="0" presId="urn:microsoft.com/office/officeart/2009/3/layout/HorizontalOrganizationChart"/>
    <dgm:cxn modelId="{6542AF12-73BE-4923-B066-5AA3AF633B98}" type="presOf" srcId="{FFB95827-F5A2-4ACE-BAA1-579B3A779E80}" destId="{96F6A8E4-7608-43C9-AD7F-06E094407342}" srcOrd="0" destOrd="0" presId="urn:microsoft.com/office/officeart/2009/3/layout/HorizontalOrganizationChart"/>
    <dgm:cxn modelId="{53E53D16-336B-4977-90ED-A825D59BBA59}" type="presOf" srcId="{86221B43-D955-43F8-8344-FC966D6F8210}" destId="{CA29C24B-A75F-4CF8-871F-C5AFCF60DC7C}" srcOrd="1" destOrd="0" presId="urn:microsoft.com/office/officeart/2009/3/layout/HorizontalOrganizationChart"/>
    <dgm:cxn modelId="{85E09A17-E2C4-492F-B3CE-CBB59F0FDD2A}" type="presOf" srcId="{0E63F129-CC26-4D2D-A3A7-AB70F4514BF7}" destId="{F314A4EC-CB67-417B-B6EB-80EE6970270D}" srcOrd="0" destOrd="0" presId="urn:microsoft.com/office/officeart/2009/3/layout/HorizontalOrganizationChart"/>
    <dgm:cxn modelId="{667A3F1B-EC39-41E6-AA3C-63398B0B9F43}" type="presOf" srcId="{69C19308-E1D2-4600-9CF3-5D8B6FCA8BDF}" destId="{516AD4B0-3213-47DC-B3CA-9385BAA912D1}" srcOrd="0" destOrd="0" presId="urn:microsoft.com/office/officeart/2009/3/layout/HorizontalOrganizationChart"/>
    <dgm:cxn modelId="{2A04482C-CB96-4379-83ED-3205C5CBF936}" srcId="{3B6D6B4F-6DAE-43AF-89BF-862249FCDAF1}" destId="{D66E83B1-67E2-4C2F-8EC3-C11C2F07DEEA}" srcOrd="1" destOrd="0" parTransId="{879B6BE7-ED29-4466-9351-5235B00AA0CC}" sibTransId="{540B6B90-E521-4974-8846-4FAD84894D60}"/>
    <dgm:cxn modelId="{3624682C-E1AF-48EA-ACC6-5F37E17866AA}" srcId="{3B6D6B4F-6DAE-43AF-89BF-862249FCDAF1}" destId="{84449A58-F711-46C5-88AB-FB56840357B5}" srcOrd="4" destOrd="0" parTransId="{FFB95827-F5A2-4ACE-BAA1-579B3A779E80}" sibTransId="{EECC44DF-7C37-4EC7-88AE-BDDDE5B2908A}"/>
    <dgm:cxn modelId="{07B98333-67D9-492C-8DF7-BEB2E7FE2845}" type="presOf" srcId="{7BF7E72C-4E0F-446F-92D3-016CE536F037}" destId="{26791B1E-B1F7-4B61-97AD-A0B5F38C08F6}" srcOrd="0" destOrd="0" presId="urn:microsoft.com/office/officeart/2009/3/layout/HorizontalOrganizationChart"/>
    <dgm:cxn modelId="{D7D7503E-C4A6-4BD6-995B-6D989C3DEA54}" type="presOf" srcId="{96B803C4-7100-4F0D-906B-A1B671DD16CC}" destId="{39021822-0552-4E6F-B4AA-3CEAF59686D1}" srcOrd="1" destOrd="0" presId="urn:microsoft.com/office/officeart/2009/3/layout/HorizontalOrganizationChart"/>
    <dgm:cxn modelId="{30A78340-D432-47F7-A0D2-65C5C3F6F1BB}" srcId="{3B6D6B4F-6DAE-43AF-89BF-862249FCDAF1}" destId="{3653F3A3-3223-47D1-BF6D-7EF4435EFA5D}" srcOrd="3" destOrd="0" parTransId="{2B193A93-C606-4366-B983-48FFE138A62F}" sibTransId="{E9389C1F-7502-48F6-857F-4E803C77242C}"/>
    <dgm:cxn modelId="{F17D7541-F191-42C9-BF0F-913E20842EE9}" type="presOf" srcId="{5160B0B0-3DAA-46B9-8032-E5428286FB75}" destId="{F9ADA109-EA70-44A6-BD0C-84F0744DF8E9}" srcOrd="0" destOrd="0" presId="urn:microsoft.com/office/officeart/2009/3/layout/HorizontalOrganizationChart"/>
    <dgm:cxn modelId="{E63BAD62-F58B-46CC-A7E0-07B2B39D678A}" type="presOf" srcId="{D66E83B1-67E2-4C2F-8EC3-C11C2F07DEEA}" destId="{D21B0D53-EF34-4886-900A-68BE5E47FCD7}" srcOrd="0" destOrd="0" presId="urn:microsoft.com/office/officeart/2009/3/layout/HorizontalOrganizationChart"/>
    <dgm:cxn modelId="{E0A30168-E915-4EA7-BB8B-0F1D20B5E5E3}" type="presOf" srcId="{8E79E24F-6EAE-467F-AE39-B05CE9AADAAA}" destId="{AEAF602C-3C93-4700-875E-66756EEB2B78}" srcOrd="0" destOrd="0" presId="urn:microsoft.com/office/officeart/2009/3/layout/HorizontalOrganizationChart"/>
    <dgm:cxn modelId="{60175169-7809-4235-AF24-7813A1C715B6}" type="presOf" srcId="{D66E83B1-67E2-4C2F-8EC3-C11C2F07DEEA}" destId="{BB18E579-DBA7-490E-8B4B-21BDA471B149}" srcOrd="1" destOrd="0" presId="urn:microsoft.com/office/officeart/2009/3/layout/HorizontalOrganizationChart"/>
    <dgm:cxn modelId="{8CF5226F-FF59-451D-840B-02C9DE32CEF3}" srcId="{7BF7E72C-4E0F-446F-92D3-016CE536F037}" destId="{86221B43-D955-43F8-8344-FC966D6F8210}" srcOrd="1" destOrd="0" parTransId="{7819C72C-A81D-4767-A856-B0F95FF3F32A}" sibTransId="{3A5D2705-6292-40DD-9E2F-BEC4D0EC2061}"/>
    <dgm:cxn modelId="{B44A0350-BD10-4C15-9A90-177500F39C9F}" srcId="{7BF7E72C-4E0F-446F-92D3-016CE536F037}" destId="{EF224045-A4DF-45A7-A2E0-C47F5F69C7D3}" srcOrd="2" destOrd="0" parTransId="{69C19308-E1D2-4600-9CF3-5D8B6FCA8BDF}" sibTransId="{CBEED802-E2E6-4384-8EE7-52ABD13422AE}"/>
    <dgm:cxn modelId="{2340AB72-1352-400F-A127-2C749E52B2DD}" type="presOf" srcId="{3653F3A3-3223-47D1-BF6D-7EF4435EFA5D}" destId="{995AC9D6-C72B-4A8A-8D2F-B11A9E61B02A}" srcOrd="1" destOrd="0" presId="urn:microsoft.com/office/officeart/2009/3/layout/HorizontalOrganizationChart"/>
    <dgm:cxn modelId="{CA9B2753-BFA5-49C9-90E7-B6B87A3C80C2}" type="presOf" srcId="{84449A58-F711-46C5-88AB-FB56840357B5}" destId="{A4FB7676-3801-4198-A2D0-8D23D5AF6C02}" srcOrd="1" destOrd="0" presId="urn:microsoft.com/office/officeart/2009/3/layout/HorizontalOrganizationChart"/>
    <dgm:cxn modelId="{0CCFA555-BD7D-457D-B403-3360CAF47992}" type="presOf" srcId="{879B6BE7-ED29-4466-9351-5235B00AA0CC}" destId="{7AB8B1F8-0EDA-492F-B149-3DCBDF827773}" srcOrd="0" destOrd="0" presId="urn:microsoft.com/office/officeart/2009/3/layout/HorizontalOrganizationChart"/>
    <dgm:cxn modelId="{F061C577-8463-4866-8BBD-6FEFF74F6DC9}" type="presOf" srcId="{87E9A8E4-A834-4AC2-A64A-50BE71B2DC52}" destId="{F3731B90-E81A-4D78-B80F-3D2599AFD6AB}" srcOrd="1" destOrd="0" presId="urn:microsoft.com/office/officeart/2009/3/layout/HorizontalOrganizationChart"/>
    <dgm:cxn modelId="{28F80F7E-60CB-43CE-8CC7-F39ACC2936C9}" type="presOf" srcId="{EF224045-A4DF-45A7-A2E0-C47F5F69C7D3}" destId="{7DB754B3-4F87-4764-A85C-668F72D4823A}" srcOrd="1" destOrd="0" presId="urn:microsoft.com/office/officeart/2009/3/layout/HorizontalOrganizationChart"/>
    <dgm:cxn modelId="{84E29B81-DB0F-40B3-9529-F03AC55600D7}" srcId="{3B6D6B4F-6DAE-43AF-89BF-862249FCDAF1}" destId="{96B803C4-7100-4F0D-906B-A1B671DD16CC}" srcOrd="2" destOrd="0" parTransId="{8E79E24F-6EAE-467F-AE39-B05CE9AADAAA}" sibTransId="{CFFE43A9-63E1-4834-BEC6-3391F958AEED}"/>
    <dgm:cxn modelId="{61BD0382-FDA9-420C-B93D-C584A0170EAE}" srcId="{5160B0B0-3DAA-46B9-8032-E5428286FB75}" destId="{3B6D6B4F-6DAE-43AF-89BF-862249FCDAF1}" srcOrd="0" destOrd="0" parTransId="{940FFA11-5249-4D58-8E66-A1CB18A9D634}" sibTransId="{1536CA02-9D29-4C8F-B0E1-9390B1864A72}"/>
    <dgm:cxn modelId="{6B623C89-2045-42DC-AC2B-E58DDE17DB42}" type="presOf" srcId="{3B6D6B4F-6DAE-43AF-89BF-862249FCDAF1}" destId="{C8E210BF-E856-4951-ADFE-EEDE8D9C8141}" srcOrd="0" destOrd="0" presId="urn:microsoft.com/office/officeart/2009/3/layout/HorizontalOrganizationChart"/>
    <dgm:cxn modelId="{2C5F2395-B207-4DCB-9634-1E05CD083465}" type="presOf" srcId="{3B6D6B4F-6DAE-43AF-89BF-862249FCDAF1}" destId="{579DEEF9-6C25-4EF7-A5F6-130E4701610D}" srcOrd="1" destOrd="0" presId="urn:microsoft.com/office/officeart/2009/3/layout/HorizontalOrganizationChart"/>
    <dgm:cxn modelId="{526269A1-1185-4304-AF4B-D161452B8FF0}" type="presOf" srcId="{7819C72C-A81D-4767-A856-B0F95FF3F32A}" destId="{38FF1458-378A-474B-B252-B2390C366243}" srcOrd="0" destOrd="0" presId="urn:microsoft.com/office/officeart/2009/3/layout/HorizontalOrganizationChart"/>
    <dgm:cxn modelId="{1A3235A4-BB9D-45D4-B699-07ECA1780659}" type="presOf" srcId="{EF224045-A4DF-45A7-A2E0-C47F5F69C7D3}" destId="{C54CFDF4-4CA6-4C72-B355-87268745B2D0}" srcOrd="0" destOrd="0" presId="urn:microsoft.com/office/officeart/2009/3/layout/HorizontalOrganizationChart"/>
    <dgm:cxn modelId="{485C36A6-C7EC-4655-B661-32E27D87DC5A}" type="presOf" srcId="{2B193A93-C606-4366-B983-48FFE138A62F}" destId="{8413BE2E-602F-4218-9A4D-653BDC8B0D2E}" srcOrd="0" destOrd="0" presId="urn:microsoft.com/office/officeart/2009/3/layout/HorizontalOrganizationChart"/>
    <dgm:cxn modelId="{7C72E5B1-62CA-4A22-820E-B1B62F319C56}" type="presOf" srcId="{84449A58-F711-46C5-88AB-FB56840357B5}" destId="{E42DC0D6-46F6-40BB-BD5D-3A8ED4825AA8}" srcOrd="0" destOrd="0" presId="urn:microsoft.com/office/officeart/2009/3/layout/HorizontalOrganizationChart"/>
    <dgm:cxn modelId="{115214C9-B445-4EBE-B645-608B4762FABC}" type="presOf" srcId="{7BF7E72C-4E0F-446F-92D3-016CE536F037}" destId="{CFCDC734-2C21-466B-8846-746E870BC8C7}" srcOrd="1" destOrd="0" presId="urn:microsoft.com/office/officeart/2009/3/layout/HorizontalOrganizationChart"/>
    <dgm:cxn modelId="{2C751DCF-1648-4571-A8C2-BA0E33267E10}" type="presOf" srcId="{96B803C4-7100-4F0D-906B-A1B671DD16CC}" destId="{BCA54C35-DABB-4654-8441-4084A2E8F345}" srcOrd="0" destOrd="0" presId="urn:microsoft.com/office/officeart/2009/3/layout/HorizontalOrganizationChart"/>
    <dgm:cxn modelId="{3CB288DD-AC64-4289-8BF4-7D44A8F828C3}" type="presOf" srcId="{86221B43-D955-43F8-8344-FC966D6F8210}" destId="{9BEDE49A-2A1C-4135-BB40-37CF62F246FB}" srcOrd="0" destOrd="0" presId="urn:microsoft.com/office/officeart/2009/3/layout/HorizontalOrganizationChart"/>
    <dgm:cxn modelId="{5752F7DE-83DA-420D-987B-82DD0B050438}" type="presOf" srcId="{AC509E5B-B2B8-4EF3-8492-5E63E990A724}" destId="{347AB462-9920-4005-9523-427A9FD0D6D4}" srcOrd="0" destOrd="0" presId="urn:microsoft.com/office/officeart/2009/3/layout/HorizontalOrganizationChart"/>
    <dgm:cxn modelId="{92CA99EE-4E6D-491E-A595-3C7B3E6B11A2}" srcId="{7BF7E72C-4E0F-446F-92D3-016CE536F037}" destId="{87E9A8E4-A834-4AC2-A64A-50BE71B2DC52}" srcOrd="0" destOrd="0" parTransId="{0E63F129-CC26-4D2D-A3A7-AB70F4514BF7}" sibTransId="{180DF534-D442-4199-B87E-9521D868D40F}"/>
    <dgm:cxn modelId="{89BFB8FA-097F-4319-A59B-A4B21BC44F26}" type="presOf" srcId="{3653F3A3-3223-47D1-BF6D-7EF4435EFA5D}" destId="{9FB07ABD-6CFC-4196-9364-7AFC07C97E7D}" srcOrd="0" destOrd="0" presId="urn:microsoft.com/office/officeart/2009/3/layout/HorizontalOrganizationChart"/>
    <dgm:cxn modelId="{0967D275-E716-48F4-ACB5-28DEB5E8FC12}" type="presParOf" srcId="{F9ADA109-EA70-44A6-BD0C-84F0744DF8E9}" destId="{210334DD-E28A-47FD-9467-5627072A2D47}" srcOrd="0" destOrd="0" presId="urn:microsoft.com/office/officeart/2009/3/layout/HorizontalOrganizationChart"/>
    <dgm:cxn modelId="{FEE33F86-77E0-4910-A4DE-0EE1611943E9}" type="presParOf" srcId="{210334DD-E28A-47FD-9467-5627072A2D47}" destId="{29510DE1-08C0-474B-908A-21BCCF9D6751}" srcOrd="0" destOrd="0" presId="urn:microsoft.com/office/officeart/2009/3/layout/HorizontalOrganizationChart"/>
    <dgm:cxn modelId="{FD6FDDAE-CB05-4E60-AFB7-56B359263D97}" type="presParOf" srcId="{29510DE1-08C0-474B-908A-21BCCF9D6751}" destId="{C8E210BF-E856-4951-ADFE-EEDE8D9C8141}" srcOrd="0" destOrd="0" presId="urn:microsoft.com/office/officeart/2009/3/layout/HorizontalOrganizationChart"/>
    <dgm:cxn modelId="{D8CD04CD-E8CA-45F7-888F-6C14F8392BDC}" type="presParOf" srcId="{29510DE1-08C0-474B-908A-21BCCF9D6751}" destId="{579DEEF9-6C25-4EF7-A5F6-130E4701610D}" srcOrd="1" destOrd="0" presId="urn:microsoft.com/office/officeart/2009/3/layout/HorizontalOrganizationChart"/>
    <dgm:cxn modelId="{10CFBA36-B646-4831-B7D4-7CBDAC8A8461}" type="presParOf" srcId="{210334DD-E28A-47FD-9467-5627072A2D47}" destId="{4AE3D426-0B39-45FA-8402-B4CC904927EF}" srcOrd="1" destOrd="0" presId="urn:microsoft.com/office/officeart/2009/3/layout/HorizontalOrganizationChart"/>
    <dgm:cxn modelId="{E6759818-77C3-421B-A083-4C977C4B64EC}" type="presParOf" srcId="{4AE3D426-0B39-45FA-8402-B4CC904927EF}" destId="{347AB462-9920-4005-9523-427A9FD0D6D4}" srcOrd="0" destOrd="0" presId="urn:microsoft.com/office/officeart/2009/3/layout/HorizontalOrganizationChart"/>
    <dgm:cxn modelId="{C129399C-8116-47D3-B440-1EBFADDEEF90}" type="presParOf" srcId="{4AE3D426-0B39-45FA-8402-B4CC904927EF}" destId="{0388BFDB-F9F2-4A77-A61B-C4F00CE9D1A9}" srcOrd="1" destOrd="0" presId="urn:microsoft.com/office/officeart/2009/3/layout/HorizontalOrganizationChart"/>
    <dgm:cxn modelId="{6E0EC6B0-889C-470B-8D30-0BA75C53227C}" type="presParOf" srcId="{0388BFDB-F9F2-4A77-A61B-C4F00CE9D1A9}" destId="{F31F9303-EC05-4FEC-977C-B585BE63A493}" srcOrd="0" destOrd="0" presId="urn:microsoft.com/office/officeart/2009/3/layout/HorizontalOrganizationChart"/>
    <dgm:cxn modelId="{5E001403-B86E-417B-A271-475C8A154742}" type="presParOf" srcId="{F31F9303-EC05-4FEC-977C-B585BE63A493}" destId="{26791B1E-B1F7-4B61-97AD-A0B5F38C08F6}" srcOrd="0" destOrd="0" presId="urn:microsoft.com/office/officeart/2009/3/layout/HorizontalOrganizationChart"/>
    <dgm:cxn modelId="{A71E4064-E83A-4D82-9E18-6DF64F557AC5}" type="presParOf" srcId="{F31F9303-EC05-4FEC-977C-B585BE63A493}" destId="{CFCDC734-2C21-466B-8846-746E870BC8C7}" srcOrd="1" destOrd="0" presId="urn:microsoft.com/office/officeart/2009/3/layout/HorizontalOrganizationChart"/>
    <dgm:cxn modelId="{6B484AE4-652E-43B9-AA7C-1F651F5B4A24}" type="presParOf" srcId="{0388BFDB-F9F2-4A77-A61B-C4F00CE9D1A9}" destId="{4FCBDE91-677D-4ABD-BCAD-2C6A6D71FD28}" srcOrd="1" destOrd="0" presId="urn:microsoft.com/office/officeart/2009/3/layout/HorizontalOrganizationChart"/>
    <dgm:cxn modelId="{03E31F74-F741-405E-B89C-CC4806EEB3A6}" type="presParOf" srcId="{4FCBDE91-677D-4ABD-BCAD-2C6A6D71FD28}" destId="{F314A4EC-CB67-417B-B6EB-80EE6970270D}" srcOrd="0" destOrd="0" presId="urn:microsoft.com/office/officeart/2009/3/layout/HorizontalOrganizationChart"/>
    <dgm:cxn modelId="{E91E2740-3235-4CEA-A622-1627A24E7927}" type="presParOf" srcId="{4FCBDE91-677D-4ABD-BCAD-2C6A6D71FD28}" destId="{1E17C6A7-F07B-4322-B586-CB9C8AAC5BBD}" srcOrd="1" destOrd="0" presId="urn:microsoft.com/office/officeart/2009/3/layout/HorizontalOrganizationChart"/>
    <dgm:cxn modelId="{6DEBEA28-FDDC-4E79-9432-3E6D6366A2D2}" type="presParOf" srcId="{1E17C6A7-F07B-4322-B586-CB9C8AAC5BBD}" destId="{24B2C4EB-5F9A-4FEC-9C83-8BA2D0945DE9}" srcOrd="0" destOrd="0" presId="urn:microsoft.com/office/officeart/2009/3/layout/HorizontalOrganizationChart"/>
    <dgm:cxn modelId="{EB3C9DF7-FC81-44D6-9EC4-D1002B35ECA1}" type="presParOf" srcId="{24B2C4EB-5F9A-4FEC-9C83-8BA2D0945DE9}" destId="{53C11E56-1272-4868-9685-BB0612E0E1A5}" srcOrd="0" destOrd="0" presId="urn:microsoft.com/office/officeart/2009/3/layout/HorizontalOrganizationChart"/>
    <dgm:cxn modelId="{572F55A0-250A-4171-83B2-A905ADC02508}" type="presParOf" srcId="{24B2C4EB-5F9A-4FEC-9C83-8BA2D0945DE9}" destId="{F3731B90-E81A-4D78-B80F-3D2599AFD6AB}" srcOrd="1" destOrd="0" presId="urn:microsoft.com/office/officeart/2009/3/layout/HorizontalOrganizationChart"/>
    <dgm:cxn modelId="{D3DF7AE7-3769-4984-88D2-99855CFF45F3}" type="presParOf" srcId="{1E17C6A7-F07B-4322-B586-CB9C8AAC5BBD}" destId="{703F685D-7605-4424-A7AC-C0DF1583C6C6}" srcOrd="1" destOrd="0" presId="urn:microsoft.com/office/officeart/2009/3/layout/HorizontalOrganizationChart"/>
    <dgm:cxn modelId="{726DBAAB-E62D-4266-B9B4-218A61D27A35}" type="presParOf" srcId="{1E17C6A7-F07B-4322-B586-CB9C8AAC5BBD}" destId="{C30FB6B8-354F-4086-8142-0E4CA2A52FDC}" srcOrd="2" destOrd="0" presId="urn:microsoft.com/office/officeart/2009/3/layout/HorizontalOrganizationChart"/>
    <dgm:cxn modelId="{41FB3A6D-57F5-4CB6-9AA5-124B0747E95C}" type="presParOf" srcId="{4FCBDE91-677D-4ABD-BCAD-2C6A6D71FD28}" destId="{38FF1458-378A-474B-B252-B2390C366243}" srcOrd="2" destOrd="0" presId="urn:microsoft.com/office/officeart/2009/3/layout/HorizontalOrganizationChart"/>
    <dgm:cxn modelId="{865940E4-9987-47FD-8CDE-A70C1378EE45}" type="presParOf" srcId="{4FCBDE91-677D-4ABD-BCAD-2C6A6D71FD28}" destId="{0E17F680-7639-4FC9-83B9-EAF9BDA06044}" srcOrd="3" destOrd="0" presId="urn:microsoft.com/office/officeart/2009/3/layout/HorizontalOrganizationChart"/>
    <dgm:cxn modelId="{A311B90B-838E-4E50-A4CB-F739606B102F}" type="presParOf" srcId="{0E17F680-7639-4FC9-83B9-EAF9BDA06044}" destId="{40A30E5F-F0DB-4835-8CEA-F330A7BCB389}" srcOrd="0" destOrd="0" presId="urn:microsoft.com/office/officeart/2009/3/layout/HorizontalOrganizationChart"/>
    <dgm:cxn modelId="{11FE2184-3789-49F8-9C38-D521831CDA6B}" type="presParOf" srcId="{40A30E5F-F0DB-4835-8CEA-F330A7BCB389}" destId="{9BEDE49A-2A1C-4135-BB40-37CF62F246FB}" srcOrd="0" destOrd="0" presId="urn:microsoft.com/office/officeart/2009/3/layout/HorizontalOrganizationChart"/>
    <dgm:cxn modelId="{E5C7080D-5D12-48C0-BDFF-9779C140134F}" type="presParOf" srcId="{40A30E5F-F0DB-4835-8CEA-F330A7BCB389}" destId="{CA29C24B-A75F-4CF8-871F-C5AFCF60DC7C}" srcOrd="1" destOrd="0" presId="urn:microsoft.com/office/officeart/2009/3/layout/HorizontalOrganizationChart"/>
    <dgm:cxn modelId="{C73E7BCF-B5CD-40C5-A614-4A252F1CC046}" type="presParOf" srcId="{0E17F680-7639-4FC9-83B9-EAF9BDA06044}" destId="{C891ED52-3A18-4AA5-941F-AC503D2CA2DA}" srcOrd="1" destOrd="0" presId="urn:microsoft.com/office/officeart/2009/3/layout/HorizontalOrganizationChart"/>
    <dgm:cxn modelId="{53D03552-25FD-43E0-AAD7-0C68DAB160A3}" type="presParOf" srcId="{0E17F680-7639-4FC9-83B9-EAF9BDA06044}" destId="{7CB4E61F-5880-40E7-A9B9-2B0278A02450}" srcOrd="2" destOrd="0" presId="urn:microsoft.com/office/officeart/2009/3/layout/HorizontalOrganizationChart"/>
    <dgm:cxn modelId="{27F755B1-322B-4C10-8B6D-B3633DD10CDF}" type="presParOf" srcId="{4FCBDE91-677D-4ABD-BCAD-2C6A6D71FD28}" destId="{516AD4B0-3213-47DC-B3CA-9385BAA912D1}" srcOrd="4" destOrd="0" presId="urn:microsoft.com/office/officeart/2009/3/layout/HorizontalOrganizationChart"/>
    <dgm:cxn modelId="{81A3F87B-0B89-457A-A487-41A76F25DCCE}" type="presParOf" srcId="{4FCBDE91-677D-4ABD-BCAD-2C6A6D71FD28}" destId="{DD72E96F-E7E9-4101-B53D-77531559749E}" srcOrd="5" destOrd="0" presId="urn:microsoft.com/office/officeart/2009/3/layout/HorizontalOrganizationChart"/>
    <dgm:cxn modelId="{DA68B8CE-A7EC-4F7B-BCA1-2F61B81D40B9}" type="presParOf" srcId="{DD72E96F-E7E9-4101-B53D-77531559749E}" destId="{2F59EBF3-A690-44B7-B6B1-16F5E38A1138}" srcOrd="0" destOrd="0" presId="urn:microsoft.com/office/officeart/2009/3/layout/HorizontalOrganizationChart"/>
    <dgm:cxn modelId="{B2B7D174-3670-4709-9606-C0A42E001FA8}" type="presParOf" srcId="{2F59EBF3-A690-44B7-B6B1-16F5E38A1138}" destId="{C54CFDF4-4CA6-4C72-B355-87268745B2D0}" srcOrd="0" destOrd="0" presId="urn:microsoft.com/office/officeart/2009/3/layout/HorizontalOrganizationChart"/>
    <dgm:cxn modelId="{DC0CF11E-BC40-4923-AF40-E97658BA52F2}" type="presParOf" srcId="{2F59EBF3-A690-44B7-B6B1-16F5E38A1138}" destId="{7DB754B3-4F87-4764-A85C-668F72D4823A}" srcOrd="1" destOrd="0" presId="urn:microsoft.com/office/officeart/2009/3/layout/HorizontalOrganizationChart"/>
    <dgm:cxn modelId="{0964D750-6581-4403-86EC-3ECEDF733540}" type="presParOf" srcId="{DD72E96F-E7E9-4101-B53D-77531559749E}" destId="{BF207C09-7770-4DA8-A92E-EEE784B526AC}" srcOrd="1" destOrd="0" presId="urn:microsoft.com/office/officeart/2009/3/layout/HorizontalOrganizationChart"/>
    <dgm:cxn modelId="{37338E48-FFB9-4743-9DCA-6D47B31BB002}" type="presParOf" srcId="{DD72E96F-E7E9-4101-B53D-77531559749E}" destId="{C56C6914-8C8D-422D-9684-7FA87B96180F}" srcOrd="2" destOrd="0" presId="urn:microsoft.com/office/officeart/2009/3/layout/HorizontalOrganizationChart"/>
    <dgm:cxn modelId="{5210AC79-3820-4F76-8685-550A28037A19}" type="presParOf" srcId="{0388BFDB-F9F2-4A77-A61B-C4F00CE9D1A9}" destId="{1D06E1A7-61EB-400A-8A74-F48FAF050605}" srcOrd="2" destOrd="0" presId="urn:microsoft.com/office/officeart/2009/3/layout/HorizontalOrganizationChart"/>
    <dgm:cxn modelId="{6FF630AC-D714-44AA-986F-E9B00063DA1C}" type="presParOf" srcId="{4AE3D426-0B39-45FA-8402-B4CC904927EF}" destId="{7AB8B1F8-0EDA-492F-B149-3DCBDF827773}" srcOrd="2" destOrd="0" presId="urn:microsoft.com/office/officeart/2009/3/layout/HorizontalOrganizationChart"/>
    <dgm:cxn modelId="{C2A1CDD8-335E-42BA-BA75-8095EEC0DE11}" type="presParOf" srcId="{4AE3D426-0B39-45FA-8402-B4CC904927EF}" destId="{FA30974D-8A34-4E5E-9A0A-FD93736539E0}" srcOrd="3" destOrd="0" presId="urn:microsoft.com/office/officeart/2009/3/layout/HorizontalOrganizationChart"/>
    <dgm:cxn modelId="{BD33D361-7BE8-4655-ABB6-20A73570EF5D}" type="presParOf" srcId="{FA30974D-8A34-4E5E-9A0A-FD93736539E0}" destId="{8A507C57-774E-4559-8890-A9806C4DDAFE}" srcOrd="0" destOrd="0" presId="urn:microsoft.com/office/officeart/2009/3/layout/HorizontalOrganizationChart"/>
    <dgm:cxn modelId="{CA70A408-3300-4F00-A635-D7130669930A}" type="presParOf" srcId="{8A507C57-774E-4559-8890-A9806C4DDAFE}" destId="{D21B0D53-EF34-4886-900A-68BE5E47FCD7}" srcOrd="0" destOrd="0" presId="urn:microsoft.com/office/officeart/2009/3/layout/HorizontalOrganizationChart"/>
    <dgm:cxn modelId="{9B76EA04-4E04-4B80-B9AB-D7D123D6874C}" type="presParOf" srcId="{8A507C57-774E-4559-8890-A9806C4DDAFE}" destId="{BB18E579-DBA7-490E-8B4B-21BDA471B149}" srcOrd="1" destOrd="0" presId="urn:microsoft.com/office/officeart/2009/3/layout/HorizontalOrganizationChart"/>
    <dgm:cxn modelId="{70F94962-BA87-4FA6-892A-595973FA00BE}" type="presParOf" srcId="{FA30974D-8A34-4E5E-9A0A-FD93736539E0}" destId="{5AF62D9F-D569-4C84-9E12-8FE5F6DB5E3C}" srcOrd="1" destOrd="0" presId="urn:microsoft.com/office/officeart/2009/3/layout/HorizontalOrganizationChart"/>
    <dgm:cxn modelId="{0250DBB3-A2A8-46E0-9A53-A800E3846F0A}" type="presParOf" srcId="{FA30974D-8A34-4E5E-9A0A-FD93736539E0}" destId="{365F1735-12C3-4DA6-B3A0-D4390B65F8BB}" srcOrd="2" destOrd="0" presId="urn:microsoft.com/office/officeart/2009/3/layout/HorizontalOrganizationChart"/>
    <dgm:cxn modelId="{ECBAD87C-4043-4081-A180-77017FEAD046}" type="presParOf" srcId="{4AE3D426-0B39-45FA-8402-B4CC904927EF}" destId="{AEAF602C-3C93-4700-875E-66756EEB2B78}" srcOrd="4" destOrd="0" presId="urn:microsoft.com/office/officeart/2009/3/layout/HorizontalOrganizationChart"/>
    <dgm:cxn modelId="{E76C2F8D-F752-40BD-B925-22EACC1189A0}" type="presParOf" srcId="{4AE3D426-0B39-45FA-8402-B4CC904927EF}" destId="{B34C68B6-7B96-4D3F-94DA-58C5E10AF081}" srcOrd="5" destOrd="0" presId="urn:microsoft.com/office/officeart/2009/3/layout/HorizontalOrganizationChart"/>
    <dgm:cxn modelId="{513AAB3B-A743-465D-904A-00C298D576FA}" type="presParOf" srcId="{B34C68B6-7B96-4D3F-94DA-58C5E10AF081}" destId="{F053FA28-07D5-4722-B5F5-A45283AF06CA}" srcOrd="0" destOrd="0" presId="urn:microsoft.com/office/officeart/2009/3/layout/HorizontalOrganizationChart"/>
    <dgm:cxn modelId="{F6E15F58-C992-4617-994E-1230488ECDE9}" type="presParOf" srcId="{F053FA28-07D5-4722-B5F5-A45283AF06CA}" destId="{BCA54C35-DABB-4654-8441-4084A2E8F345}" srcOrd="0" destOrd="0" presId="urn:microsoft.com/office/officeart/2009/3/layout/HorizontalOrganizationChart"/>
    <dgm:cxn modelId="{81C00E9F-2982-4063-93F8-B4C920681952}" type="presParOf" srcId="{F053FA28-07D5-4722-B5F5-A45283AF06CA}" destId="{39021822-0552-4E6F-B4AA-3CEAF59686D1}" srcOrd="1" destOrd="0" presId="urn:microsoft.com/office/officeart/2009/3/layout/HorizontalOrganizationChart"/>
    <dgm:cxn modelId="{328A071C-1736-4E55-9B66-5B6426F3C7E6}" type="presParOf" srcId="{B34C68B6-7B96-4D3F-94DA-58C5E10AF081}" destId="{5325118C-FE79-4AFE-9C7D-C662A26F38EC}" srcOrd="1" destOrd="0" presId="urn:microsoft.com/office/officeart/2009/3/layout/HorizontalOrganizationChart"/>
    <dgm:cxn modelId="{6E530DF3-C2FA-4BF3-9A98-00DBAC10E408}" type="presParOf" srcId="{B34C68B6-7B96-4D3F-94DA-58C5E10AF081}" destId="{DD9DB350-1DDA-4E8A-9C25-1D1B556110D3}" srcOrd="2" destOrd="0" presId="urn:microsoft.com/office/officeart/2009/3/layout/HorizontalOrganizationChart"/>
    <dgm:cxn modelId="{75C793AD-D65D-4485-A1AE-2FFD02955071}" type="presParOf" srcId="{4AE3D426-0B39-45FA-8402-B4CC904927EF}" destId="{8413BE2E-602F-4218-9A4D-653BDC8B0D2E}" srcOrd="6" destOrd="0" presId="urn:microsoft.com/office/officeart/2009/3/layout/HorizontalOrganizationChart"/>
    <dgm:cxn modelId="{D3D7EF61-E131-40E6-9E22-61F4070BF773}" type="presParOf" srcId="{4AE3D426-0B39-45FA-8402-B4CC904927EF}" destId="{D980C8F0-6340-474A-9E8E-95B3BABA67F5}" srcOrd="7" destOrd="0" presId="urn:microsoft.com/office/officeart/2009/3/layout/HorizontalOrganizationChart"/>
    <dgm:cxn modelId="{3412EE0E-37DB-4810-8689-A00C348AE495}" type="presParOf" srcId="{D980C8F0-6340-474A-9E8E-95B3BABA67F5}" destId="{0F9F81BE-EAC5-4C23-A371-7FA003086F84}" srcOrd="0" destOrd="0" presId="urn:microsoft.com/office/officeart/2009/3/layout/HorizontalOrganizationChart"/>
    <dgm:cxn modelId="{F85D7AFF-1529-4DDA-93E9-FB365A827AA9}" type="presParOf" srcId="{0F9F81BE-EAC5-4C23-A371-7FA003086F84}" destId="{9FB07ABD-6CFC-4196-9364-7AFC07C97E7D}" srcOrd="0" destOrd="0" presId="urn:microsoft.com/office/officeart/2009/3/layout/HorizontalOrganizationChart"/>
    <dgm:cxn modelId="{9EE34109-6AC9-497B-B6B6-7EE712DFADEA}" type="presParOf" srcId="{0F9F81BE-EAC5-4C23-A371-7FA003086F84}" destId="{995AC9D6-C72B-4A8A-8D2F-B11A9E61B02A}" srcOrd="1" destOrd="0" presId="urn:microsoft.com/office/officeart/2009/3/layout/HorizontalOrganizationChart"/>
    <dgm:cxn modelId="{CD510979-D2B6-486E-99F0-64306CB71BB7}" type="presParOf" srcId="{D980C8F0-6340-474A-9E8E-95B3BABA67F5}" destId="{39E535D6-F171-4B9E-987B-E20AF24B3C25}" srcOrd="1" destOrd="0" presId="urn:microsoft.com/office/officeart/2009/3/layout/HorizontalOrganizationChart"/>
    <dgm:cxn modelId="{03955563-3FFC-4FDF-B9B0-2FCAB5F5E4C6}" type="presParOf" srcId="{D980C8F0-6340-474A-9E8E-95B3BABA67F5}" destId="{7C0FFED7-0290-4B96-9BE2-064A92428127}" srcOrd="2" destOrd="0" presId="urn:microsoft.com/office/officeart/2009/3/layout/HorizontalOrganizationChart"/>
    <dgm:cxn modelId="{6F70EE92-1238-4508-A023-8B2099E2868C}" type="presParOf" srcId="{4AE3D426-0B39-45FA-8402-B4CC904927EF}" destId="{96F6A8E4-7608-43C9-AD7F-06E094407342}" srcOrd="8" destOrd="0" presId="urn:microsoft.com/office/officeart/2009/3/layout/HorizontalOrganizationChart"/>
    <dgm:cxn modelId="{F23C1D44-8263-4A9B-B694-8C9BAB850231}" type="presParOf" srcId="{4AE3D426-0B39-45FA-8402-B4CC904927EF}" destId="{BF200A88-18BF-42D7-8B7B-CB477F74BBD6}" srcOrd="9" destOrd="0" presId="urn:microsoft.com/office/officeart/2009/3/layout/HorizontalOrganizationChart"/>
    <dgm:cxn modelId="{59D39CD5-93C5-485D-BDFB-3E57154DB143}" type="presParOf" srcId="{BF200A88-18BF-42D7-8B7B-CB477F74BBD6}" destId="{95B557CA-5BC7-4BDD-89A2-3461113A9684}" srcOrd="0" destOrd="0" presId="urn:microsoft.com/office/officeart/2009/3/layout/HorizontalOrganizationChart"/>
    <dgm:cxn modelId="{8882D7A0-2652-4975-88ED-773C6A6B0B9E}" type="presParOf" srcId="{95B557CA-5BC7-4BDD-89A2-3461113A9684}" destId="{E42DC0D6-46F6-40BB-BD5D-3A8ED4825AA8}" srcOrd="0" destOrd="0" presId="urn:microsoft.com/office/officeart/2009/3/layout/HorizontalOrganizationChart"/>
    <dgm:cxn modelId="{AD150EFA-BA1D-43D4-82F0-E4DDD64920A9}" type="presParOf" srcId="{95B557CA-5BC7-4BDD-89A2-3461113A9684}" destId="{A4FB7676-3801-4198-A2D0-8D23D5AF6C02}" srcOrd="1" destOrd="0" presId="urn:microsoft.com/office/officeart/2009/3/layout/HorizontalOrganizationChart"/>
    <dgm:cxn modelId="{1EFB3F59-66EB-43E2-818F-9E164BBB28A2}" type="presParOf" srcId="{BF200A88-18BF-42D7-8B7B-CB477F74BBD6}" destId="{15788F6E-C7A8-4745-89FD-1AE72F9E3D83}" srcOrd="1" destOrd="0" presId="urn:microsoft.com/office/officeart/2009/3/layout/HorizontalOrganizationChart"/>
    <dgm:cxn modelId="{E50907AB-99A1-497E-A8B9-FDEBB9D7C1A6}" type="presParOf" srcId="{BF200A88-18BF-42D7-8B7B-CB477F74BBD6}" destId="{9DA3D3EF-5BDC-4FC1-88F9-6833DEB1CB1A}" srcOrd="2" destOrd="0" presId="urn:microsoft.com/office/officeart/2009/3/layout/HorizontalOrganizationChart"/>
    <dgm:cxn modelId="{15A99813-C1FE-4A4C-AD6D-EE0F66EB77FA}" type="presParOf" srcId="{210334DD-E28A-47FD-9467-5627072A2D47}" destId="{A9C7F733-B813-4D9A-B609-AA0F5339608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60B0B0-3DAA-46B9-8032-E5428286FB75}" type="doc">
      <dgm:prSet loTypeId="urn:microsoft.com/office/officeart/2005/8/layout/hierarchy4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BF7E72C-4E0F-446F-92D3-016CE536F037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Vending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7.1MM</a:t>
          </a:r>
        </a:p>
      </dgm:t>
    </dgm:pt>
    <dgm:pt modelId="{AC509E5B-B2B8-4EF3-8492-5E63E990A724}" type="parTrans" cxnId="{294F8204-6EBA-4E7D-AAA4-ECD60E400FF6}">
      <dgm:prSet/>
      <dgm:spPr/>
      <dgm:t>
        <a:bodyPr/>
        <a:lstStyle/>
        <a:p>
          <a:endParaRPr lang="en-US" sz="800"/>
        </a:p>
      </dgm:t>
    </dgm:pt>
    <dgm:pt modelId="{3E0D8D96-629F-49A4-A7E6-1E006CBB63F8}" type="sibTrans" cxnId="{294F8204-6EBA-4E7D-AAA4-ECD60E400FF6}">
      <dgm:prSet/>
      <dgm:spPr/>
      <dgm:t>
        <a:bodyPr/>
        <a:lstStyle/>
        <a:p>
          <a:endParaRPr lang="en-US" sz="800"/>
        </a:p>
      </dgm:t>
    </dgm:pt>
    <dgm:pt modelId="{D66E83B1-67E2-4C2F-8EC3-C11C2F07DEEA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Gas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9.4MM</a:t>
          </a:r>
        </a:p>
      </dgm:t>
    </dgm:pt>
    <dgm:pt modelId="{879B6BE7-ED29-4466-9351-5235B00AA0CC}" type="parTrans" cxnId="{2A04482C-CB96-4379-83ED-3205C5CBF936}">
      <dgm:prSet/>
      <dgm:spPr/>
      <dgm:t>
        <a:bodyPr/>
        <a:lstStyle/>
        <a:p>
          <a:endParaRPr lang="en-US" sz="800"/>
        </a:p>
      </dgm:t>
    </dgm:pt>
    <dgm:pt modelId="{540B6B90-E521-4974-8846-4FAD84894D60}" type="sibTrans" cxnId="{2A04482C-CB96-4379-83ED-3205C5CBF936}">
      <dgm:prSet/>
      <dgm:spPr/>
      <dgm:t>
        <a:bodyPr/>
        <a:lstStyle/>
        <a:p>
          <a:endParaRPr lang="en-US" sz="800"/>
        </a:p>
      </dgm:t>
    </dgm:pt>
    <dgm:pt modelId="{96B803C4-7100-4F0D-906B-A1B671DD16CC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Convenience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3.5MM</a:t>
          </a:r>
        </a:p>
      </dgm:t>
    </dgm:pt>
    <dgm:pt modelId="{8E79E24F-6EAE-467F-AE39-B05CE9AADAAA}" type="parTrans" cxnId="{84E29B81-DB0F-40B3-9529-F03AC55600D7}">
      <dgm:prSet/>
      <dgm:spPr/>
      <dgm:t>
        <a:bodyPr/>
        <a:lstStyle/>
        <a:p>
          <a:endParaRPr lang="en-US" sz="800"/>
        </a:p>
      </dgm:t>
    </dgm:pt>
    <dgm:pt modelId="{CFFE43A9-63E1-4834-BEC6-3391F958AEED}" type="sibTrans" cxnId="{84E29B81-DB0F-40B3-9529-F03AC55600D7}">
      <dgm:prSet/>
      <dgm:spPr/>
      <dgm:t>
        <a:bodyPr/>
        <a:lstStyle/>
        <a:p>
          <a:endParaRPr lang="en-US" sz="800"/>
        </a:p>
      </dgm:t>
    </dgm:pt>
    <dgm:pt modelId="{3B6D6B4F-6DAE-43AF-89BF-862249FCDAF1}">
      <dgm:prSet phldrT="[Text]" custT="1"/>
      <dgm:spPr/>
      <dgm:t>
        <a:bodyPr/>
        <a:lstStyle/>
        <a:p>
          <a:r>
            <a:rPr lang="en-US" sz="1600" b="1" dirty="0"/>
            <a:t>Marketing Allowances</a:t>
          </a:r>
        </a:p>
        <a:p>
          <a:r>
            <a:rPr lang="en-US" sz="1600" dirty="0"/>
            <a:t>39.5MM</a:t>
          </a:r>
          <a:endParaRPr lang="en-US" sz="800" dirty="0"/>
        </a:p>
      </dgm:t>
    </dgm:pt>
    <dgm:pt modelId="{940FFA11-5249-4D58-8E66-A1CB18A9D634}" type="parTrans" cxnId="{61BD0382-FDA9-420C-B93D-C584A0170EAE}">
      <dgm:prSet/>
      <dgm:spPr/>
      <dgm:t>
        <a:bodyPr/>
        <a:lstStyle/>
        <a:p>
          <a:endParaRPr lang="en-US" sz="800"/>
        </a:p>
      </dgm:t>
    </dgm:pt>
    <dgm:pt modelId="{1536CA02-9D29-4C8F-B0E1-9390B1864A72}" type="sibTrans" cxnId="{61BD0382-FDA9-420C-B93D-C584A0170EAE}">
      <dgm:prSet/>
      <dgm:spPr/>
      <dgm:t>
        <a:bodyPr/>
        <a:lstStyle/>
        <a:p>
          <a:endParaRPr lang="en-US" sz="800"/>
        </a:p>
      </dgm:t>
    </dgm:pt>
    <dgm:pt modelId="{3653F3A3-3223-47D1-BF6D-7EF4435EFA5D}">
      <dgm:prSet phldrT="[Text]" custT="1"/>
      <dgm:spPr/>
      <dgm:t>
        <a:bodyPr/>
        <a:lstStyle/>
        <a:p>
          <a:r>
            <a:rPr lang="en-US" sz="1400" b="1" dirty="0"/>
            <a:t>Food</a:t>
          </a:r>
        </a:p>
        <a:p>
          <a:r>
            <a:rPr lang="en-US" sz="1400" b="1" dirty="0"/>
            <a:t>(Phase Four)</a:t>
          </a:r>
        </a:p>
        <a:p>
          <a:r>
            <a:rPr lang="en-US" sz="1400" dirty="0"/>
            <a:t>12.6MM</a:t>
          </a:r>
        </a:p>
      </dgm:t>
    </dgm:pt>
    <dgm:pt modelId="{2B193A93-C606-4366-B983-48FFE138A62F}" type="parTrans" cxnId="{30A78340-D432-47F7-A0D2-65C5C3F6F1BB}">
      <dgm:prSet/>
      <dgm:spPr/>
      <dgm:t>
        <a:bodyPr/>
        <a:lstStyle/>
        <a:p>
          <a:endParaRPr lang="en-US" sz="800"/>
        </a:p>
      </dgm:t>
    </dgm:pt>
    <dgm:pt modelId="{E9389C1F-7502-48F6-857F-4E803C77242C}" type="sibTrans" cxnId="{30A78340-D432-47F7-A0D2-65C5C3F6F1BB}">
      <dgm:prSet/>
      <dgm:spPr/>
      <dgm:t>
        <a:bodyPr/>
        <a:lstStyle/>
        <a:p>
          <a:endParaRPr lang="en-US" sz="800"/>
        </a:p>
      </dgm:t>
    </dgm:pt>
    <dgm:pt modelId="{84449A58-F711-46C5-88AB-FB56840357B5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Retail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0.6</a:t>
          </a:r>
          <a:b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</a:b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MM</a:t>
          </a:r>
        </a:p>
      </dgm:t>
    </dgm:pt>
    <dgm:pt modelId="{FFB95827-F5A2-4ACE-BAA1-579B3A779E80}" type="parTrans" cxnId="{3624682C-E1AF-48EA-ACC6-5F37E17866AA}">
      <dgm:prSet/>
      <dgm:spPr/>
      <dgm:t>
        <a:bodyPr/>
        <a:lstStyle/>
        <a:p>
          <a:endParaRPr lang="en-US" sz="800"/>
        </a:p>
      </dgm:t>
    </dgm:pt>
    <dgm:pt modelId="{EECC44DF-7C37-4EC7-88AE-BDDDE5B2908A}" type="sibTrans" cxnId="{3624682C-E1AF-48EA-ACC6-5F37E17866AA}">
      <dgm:prSet/>
      <dgm:spPr/>
      <dgm:t>
        <a:bodyPr/>
        <a:lstStyle/>
        <a:p>
          <a:endParaRPr lang="en-US" sz="800"/>
        </a:p>
      </dgm:t>
    </dgm:pt>
    <dgm:pt modelId="{87E9A8E4-A834-4AC2-A64A-50BE71B2DC52}">
      <dgm:prSet phldrT="[Text]" custT="1"/>
      <dgm:spPr/>
      <dgm:t>
        <a:bodyPr vert="horz"/>
        <a:lstStyle/>
        <a:p>
          <a:r>
            <a:rPr lang="en-US" sz="800" dirty="0"/>
            <a:t>Vending KA 1</a:t>
          </a:r>
        </a:p>
      </dgm:t>
    </dgm:pt>
    <dgm:pt modelId="{0E63F129-CC26-4D2D-A3A7-AB70F4514BF7}" type="parTrans" cxnId="{92CA99EE-4E6D-491E-A595-3C7B3E6B11A2}">
      <dgm:prSet/>
      <dgm:spPr/>
      <dgm:t>
        <a:bodyPr/>
        <a:lstStyle/>
        <a:p>
          <a:endParaRPr lang="en-US" sz="800"/>
        </a:p>
      </dgm:t>
    </dgm:pt>
    <dgm:pt modelId="{180DF534-D442-4199-B87E-9521D868D40F}" type="sibTrans" cxnId="{92CA99EE-4E6D-491E-A595-3C7B3E6B11A2}">
      <dgm:prSet/>
      <dgm:spPr/>
      <dgm:t>
        <a:bodyPr/>
        <a:lstStyle/>
        <a:p>
          <a:endParaRPr lang="en-US" sz="800"/>
        </a:p>
      </dgm:t>
    </dgm:pt>
    <dgm:pt modelId="{86221B43-D955-43F8-8344-FC966D6F8210}">
      <dgm:prSet phldrT="[Text]" custT="1"/>
      <dgm:spPr/>
      <dgm:t>
        <a:bodyPr vert="horz"/>
        <a:lstStyle/>
        <a:p>
          <a:r>
            <a:rPr lang="en-US" sz="800" dirty="0"/>
            <a:t>Vending KA 2</a:t>
          </a:r>
        </a:p>
      </dgm:t>
    </dgm:pt>
    <dgm:pt modelId="{7819C72C-A81D-4767-A856-B0F95FF3F32A}" type="parTrans" cxnId="{8CF5226F-FF59-451D-840B-02C9DE32CEF3}">
      <dgm:prSet/>
      <dgm:spPr/>
      <dgm:t>
        <a:bodyPr/>
        <a:lstStyle/>
        <a:p>
          <a:endParaRPr lang="en-US" sz="800"/>
        </a:p>
      </dgm:t>
    </dgm:pt>
    <dgm:pt modelId="{3A5D2705-6292-40DD-9E2F-BEC4D0EC2061}" type="sibTrans" cxnId="{8CF5226F-FF59-451D-840B-02C9DE32CEF3}">
      <dgm:prSet/>
      <dgm:spPr/>
      <dgm:t>
        <a:bodyPr/>
        <a:lstStyle/>
        <a:p>
          <a:endParaRPr lang="en-US" sz="800"/>
        </a:p>
      </dgm:t>
    </dgm:pt>
    <dgm:pt modelId="{EF224045-A4DF-45A7-A2E0-C47F5F69C7D3}">
      <dgm:prSet phldrT="[Text]" custT="1"/>
      <dgm:spPr/>
      <dgm:t>
        <a:bodyPr vert="horz"/>
        <a:lstStyle/>
        <a:p>
          <a:r>
            <a:rPr lang="en-US" sz="800" dirty="0"/>
            <a:t>Vending KA 3</a:t>
          </a:r>
        </a:p>
      </dgm:t>
    </dgm:pt>
    <dgm:pt modelId="{69C19308-E1D2-4600-9CF3-5D8B6FCA8BDF}" type="parTrans" cxnId="{B44A0350-BD10-4C15-9A90-177500F39C9F}">
      <dgm:prSet/>
      <dgm:spPr/>
      <dgm:t>
        <a:bodyPr/>
        <a:lstStyle/>
        <a:p>
          <a:endParaRPr lang="en-US" sz="800"/>
        </a:p>
      </dgm:t>
    </dgm:pt>
    <dgm:pt modelId="{CBEED802-E2E6-4384-8EE7-52ABD13422AE}" type="sibTrans" cxnId="{B44A0350-BD10-4C15-9A90-177500F39C9F}">
      <dgm:prSet/>
      <dgm:spPr/>
      <dgm:t>
        <a:bodyPr/>
        <a:lstStyle/>
        <a:p>
          <a:endParaRPr lang="en-US" sz="800"/>
        </a:p>
      </dgm:t>
    </dgm:pt>
    <dgm:pt modelId="{40FA9CDB-E15E-459E-9A76-F3B23D6A3C4D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Cash &amp; Carry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0.5</a:t>
          </a:r>
          <a:b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</a:b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MM</a:t>
          </a:r>
        </a:p>
      </dgm:t>
    </dgm:pt>
    <dgm:pt modelId="{367697B3-F340-4997-8CE7-DA877A0EF6E8}" type="parTrans" cxnId="{E84AC7D3-09C6-4787-A0D1-A17ED1E8390F}">
      <dgm:prSet/>
      <dgm:spPr/>
      <dgm:t>
        <a:bodyPr/>
        <a:lstStyle/>
        <a:p>
          <a:endParaRPr lang="en-US" sz="800"/>
        </a:p>
      </dgm:t>
    </dgm:pt>
    <dgm:pt modelId="{0932BC4F-ABE5-4ED1-B31E-4784D93D480F}" type="sibTrans" cxnId="{E84AC7D3-09C6-4787-A0D1-A17ED1E8390F}">
      <dgm:prSet/>
      <dgm:spPr/>
      <dgm:t>
        <a:bodyPr/>
        <a:lstStyle/>
        <a:p>
          <a:endParaRPr lang="en-US" sz="800"/>
        </a:p>
      </dgm:t>
    </dgm:pt>
    <dgm:pt modelId="{5A991914-0FD9-492B-BBEB-9F3FC1738AA0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4290" tIns="34290" rIns="34290" bIns="34290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WH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4.6</a:t>
          </a:r>
          <a:b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</a:b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MM</a:t>
          </a:r>
        </a:p>
      </dgm:t>
    </dgm:pt>
    <dgm:pt modelId="{28515CF7-72CA-434E-9E84-9EF89F41091A}" type="parTrans" cxnId="{0EBA6E48-C510-4466-AEBB-E88CB89170D2}">
      <dgm:prSet/>
      <dgm:spPr/>
      <dgm:t>
        <a:bodyPr/>
        <a:lstStyle/>
        <a:p>
          <a:endParaRPr lang="en-US" sz="800"/>
        </a:p>
      </dgm:t>
    </dgm:pt>
    <dgm:pt modelId="{7AF43F73-F350-4485-8F64-68048E14D2A7}" type="sibTrans" cxnId="{0EBA6E48-C510-4466-AEBB-E88CB89170D2}">
      <dgm:prSet/>
      <dgm:spPr/>
      <dgm:t>
        <a:bodyPr/>
        <a:lstStyle/>
        <a:p>
          <a:endParaRPr lang="en-US" sz="800"/>
        </a:p>
      </dgm:t>
    </dgm:pt>
    <dgm:pt modelId="{4FCA54D6-E9AC-4616-B88F-68FB59E9838C}">
      <dgm:prSet phldrT="[Text]" custT="1"/>
      <dgm:spPr>
        <a:ln w="38100">
          <a:solidFill>
            <a:srgbClr val="66FFFF"/>
          </a:solidFill>
        </a:ln>
      </dgm:spPr>
      <dgm:t>
        <a:bodyPr/>
        <a:lstStyle/>
        <a:p>
          <a:r>
            <a:rPr lang="en-US" sz="900" b="1" dirty="0"/>
            <a:t>Travel Value</a:t>
          </a:r>
        </a:p>
        <a:p>
          <a:r>
            <a:rPr lang="en-US" sz="900" b="1" dirty="0"/>
            <a:t>1.3</a:t>
          </a:r>
          <a:br>
            <a:rPr lang="en-US" sz="900" b="1" dirty="0"/>
          </a:br>
          <a:r>
            <a:rPr lang="en-US" sz="900" b="1" dirty="0"/>
            <a:t>MM</a:t>
          </a:r>
          <a:endParaRPr lang="en-US" sz="900" dirty="0"/>
        </a:p>
      </dgm:t>
    </dgm:pt>
    <dgm:pt modelId="{018E6DB7-AA0A-4D59-BED9-70BAB042486F}" type="parTrans" cxnId="{FBA6C054-B859-471D-A193-05FC53FACA89}">
      <dgm:prSet/>
      <dgm:spPr/>
      <dgm:t>
        <a:bodyPr/>
        <a:lstStyle/>
        <a:p>
          <a:endParaRPr lang="en-US" sz="800"/>
        </a:p>
      </dgm:t>
    </dgm:pt>
    <dgm:pt modelId="{407312A8-9583-44B7-A5A2-F143D1F10FB7}" type="sibTrans" cxnId="{FBA6C054-B859-471D-A193-05FC53FACA89}">
      <dgm:prSet/>
      <dgm:spPr/>
      <dgm:t>
        <a:bodyPr/>
        <a:lstStyle/>
        <a:p>
          <a:endParaRPr lang="en-US" sz="800"/>
        </a:p>
      </dgm:t>
    </dgm:pt>
    <dgm:pt modelId="{8A8973A4-794D-4538-BA6D-2952EE7548DE}">
      <dgm:prSet phldrT="[Text]" custT="1"/>
      <dgm:spPr/>
      <dgm:t>
        <a:bodyPr vert="horz"/>
        <a:lstStyle/>
        <a:p>
          <a:r>
            <a:rPr lang="en-US" sz="800" dirty="0"/>
            <a:t>Gas KA 1</a:t>
          </a:r>
        </a:p>
      </dgm:t>
    </dgm:pt>
    <dgm:pt modelId="{14792F24-EC20-4F87-8300-418ECB197502}" type="parTrans" cxnId="{65AD1870-C42A-494E-89E4-9886C7E51F7D}">
      <dgm:prSet/>
      <dgm:spPr/>
      <dgm:t>
        <a:bodyPr/>
        <a:lstStyle/>
        <a:p>
          <a:endParaRPr lang="en-US" sz="800"/>
        </a:p>
      </dgm:t>
    </dgm:pt>
    <dgm:pt modelId="{76C23B3C-2BBA-46CC-911C-DC5925FF20E3}" type="sibTrans" cxnId="{65AD1870-C42A-494E-89E4-9886C7E51F7D}">
      <dgm:prSet/>
      <dgm:spPr/>
      <dgm:t>
        <a:bodyPr/>
        <a:lstStyle/>
        <a:p>
          <a:endParaRPr lang="en-US" sz="800"/>
        </a:p>
      </dgm:t>
    </dgm:pt>
    <dgm:pt modelId="{FDA5FDE9-D09B-4B4E-8C0F-B43DE64C86BF}">
      <dgm:prSet phldrT="[Text]" custT="1"/>
      <dgm:spPr/>
      <dgm:t>
        <a:bodyPr vert="horz"/>
        <a:lstStyle/>
        <a:p>
          <a:r>
            <a:rPr lang="en-US" sz="800" dirty="0"/>
            <a:t>Gas KA 2</a:t>
          </a:r>
        </a:p>
      </dgm:t>
    </dgm:pt>
    <dgm:pt modelId="{DF024691-5ED8-4195-B307-689AAED7E770}" type="parTrans" cxnId="{CDB8F9C9-A4C3-410A-8D15-6AFF982A3702}">
      <dgm:prSet/>
      <dgm:spPr/>
      <dgm:t>
        <a:bodyPr/>
        <a:lstStyle/>
        <a:p>
          <a:endParaRPr lang="en-US" sz="800"/>
        </a:p>
      </dgm:t>
    </dgm:pt>
    <dgm:pt modelId="{DD114D12-78CE-4D20-8619-8D51B04A0E92}" type="sibTrans" cxnId="{CDB8F9C9-A4C3-410A-8D15-6AFF982A3702}">
      <dgm:prSet/>
      <dgm:spPr/>
      <dgm:t>
        <a:bodyPr/>
        <a:lstStyle/>
        <a:p>
          <a:endParaRPr lang="en-US" sz="800"/>
        </a:p>
      </dgm:t>
    </dgm:pt>
    <dgm:pt modelId="{72A93AB3-821E-4990-B133-0B7116016B42}">
      <dgm:prSet phldrT="[Text]" custT="1"/>
      <dgm:spPr/>
      <dgm:t>
        <a:bodyPr vert="horz"/>
        <a:lstStyle/>
        <a:p>
          <a:r>
            <a:rPr lang="en-US" sz="800" dirty="0"/>
            <a:t>Gas KA 3</a:t>
          </a:r>
        </a:p>
      </dgm:t>
    </dgm:pt>
    <dgm:pt modelId="{88FF7E34-84C3-4E6B-9137-E1044698AFD3}" type="parTrans" cxnId="{F1000817-F889-42AE-B465-47D844792D77}">
      <dgm:prSet/>
      <dgm:spPr/>
      <dgm:t>
        <a:bodyPr/>
        <a:lstStyle/>
        <a:p>
          <a:endParaRPr lang="en-US" sz="800"/>
        </a:p>
      </dgm:t>
    </dgm:pt>
    <dgm:pt modelId="{21E68AF0-9C32-4B69-9409-1F80B72C06C7}" type="sibTrans" cxnId="{F1000817-F889-42AE-B465-47D844792D77}">
      <dgm:prSet/>
      <dgm:spPr/>
      <dgm:t>
        <a:bodyPr/>
        <a:lstStyle/>
        <a:p>
          <a:endParaRPr lang="en-US" sz="800"/>
        </a:p>
      </dgm:t>
    </dgm:pt>
    <dgm:pt modelId="{0CB4132D-23F9-4A7C-B14B-D51C69186E60}">
      <dgm:prSet phldrT="[Text]" custT="1"/>
      <dgm:spPr/>
      <dgm:t>
        <a:bodyPr/>
        <a:lstStyle/>
        <a:p>
          <a:r>
            <a:rPr lang="en-US" sz="800" dirty="0"/>
            <a:t>Convenience KA 1</a:t>
          </a:r>
        </a:p>
      </dgm:t>
    </dgm:pt>
    <dgm:pt modelId="{D14B8593-1D2D-4A20-AC11-0CD7C77A5EC9}" type="parTrans" cxnId="{1C2720B9-39FD-4ACD-B8D0-B1DBDCDF3617}">
      <dgm:prSet/>
      <dgm:spPr/>
      <dgm:t>
        <a:bodyPr/>
        <a:lstStyle/>
        <a:p>
          <a:endParaRPr lang="en-US" sz="800"/>
        </a:p>
      </dgm:t>
    </dgm:pt>
    <dgm:pt modelId="{92616E87-5FD1-4D2A-A1CB-2F049A7C68EE}" type="sibTrans" cxnId="{1C2720B9-39FD-4ACD-B8D0-B1DBDCDF3617}">
      <dgm:prSet/>
      <dgm:spPr/>
      <dgm:t>
        <a:bodyPr/>
        <a:lstStyle/>
        <a:p>
          <a:endParaRPr lang="en-US" sz="800"/>
        </a:p>
      </dgm:t>
    </dgm:pt>
    <dgm:pt modelId="{3B2F6840-CA3C-48EE-B351-BA3964702624}">
      <dgm:prSet phldrT="[Text]" custT="1"/>
      <dgm:spPr/>
      <dgm:t>
        <a:bodyPr/>
        <a:lstStyle/>
        <a:p>
          <a:r>
            <a:rPr lang="en-US" sz="800" dirty="0"/>
            <a:t>Convenience KA 2</a:t>
          </a:r>
        </a:p>
      </dgm:t>
    </dgm:pt>
    <dgm:pt modelId="{C7DE418F-EB9B-4112-BA28-88522A022BA2}" type="parTrans" cxnId="{56601E54-E35A-44C7-BB21-2F7CA125655F}">
      <dgm:prSet/>
      <dgm:spPr/>
      <dgm:t>
        <a:bodyPr/>
        <a:lstStyle/>
        <a:p>
          <a:endParaRPr lang="en-US" sz="800"/>
        </a:p>
      </dgm:t>
    </dgm:pt>
    <dgm:pt modelId="{0DA5ED58-FC4B-46F1-93F5-C74C42366288}" type="sibTrans" cxnId="{56601E54-E35A-44C7-BB21-2F7CA125655F}">
      <dgm:prSet/>
      <dgm:spPr/>
      <dgm:t>
        <a:bodyPr/>
        <a:lstStyle/>
        <a:p>
          <a:endParaRPr lang="en-US" sz="800"/>
        </a:p>
      </dgm:t>
    </dgm:pt>
    <dgm:pt modelId="{7B0CEA7F-E059-488F-8EC5-71F610573D32}">
      <dgm:prSet phldrT="[Text]" custT="1"/>
      <dgm:spPr/>
      <dgm:t>
        <a:bodyPr/>
        <a:lstStyle/>
        <a:p>
          <a:r>
            <a:rPr lang="en-US" sz="800" dirty="0"/>
            <a:t>Convenience KA 3</a:t>
          </a:r>
        </a:p>
      </dgm:t>
    </dgm:pt>
    <dgm:pt modelId="{F2769076-ED49-42CF-9AAB-489FC3D68DFC}" type="parTrans" cxnId="{B9FF31A5-3E66-448F-B0D2-49306DA57642}">
      <dgm:prSet/>
      <dgm:spPr/>
      <dgm:t>
        <a:bodyPr/>
        <a:lstStyle/>
        <a:p>
          <a:endParaRPr lang="en-US" sz="800"/>
        </a:p>
      </dgm:t>
    </dgm:pt>
    <dgm:pt modelId="{3F827110-9F9A-4CEC-812B-EB0FE6B29425}" type="sibTrans" cxnId="{B9FF31A5-3E66-448F-B0D2-49306DA57642}">
      <dgm:prSet/>
      <dgm:spPr/>
      <dgm:t>
        <a:bodyPr/>
        <a:lstStyle/>
        <a:p>
          <a:endParaRPr lang="en-US" sz="800"/>
        </a:p>
      </dgm:t>
    </dgm:pt>
    <dgm:pt modelId="{2A3B4D06-7344-4B4A-9399-9006C3C9999E}">
      <dgm:prSet phldrT="[Text]" custT="1"/>
      <dgm:spPr>
        <a:ln w="38100">
          <a:solidFill>
            <a:srgbClr val="66FFFF"/>
          </a:solidFill>
        </a:ln>
      </dgm:spPr>
      <dgm:t>
        <a:bodyPr vert="horz"/>
        <a:lstStyle/>
        <a:p>
          <a:r>
            <a:rPr lang="en-US" sz="900" dirty="0"/>
            <a:t>Discounter</a:t>
          </a:r>
        </a:p>
      </dgm:t>
    </dgm:pt>
    <dgm:pt modelId="{0B93875F-8F84-471D-B1FB-FDC6BAF95BC5}" type="parTrans" cxnId="{B50D79A2-8494-432E-A71E-3254F0D840A6}">
      <dgm:prSet/>
      <dgm:spPr/>
      <dgm:t>
        <a:bodyPr/>
        <a:lstStyle/>
        <a:p>
          <a:endParaRPr lang="en-US" sz="800"/>
        </a:p>
      </dgm:t>
    </dgm:pt>
    <dgm:pt modelId="{3CC4AE90-862C-4FB1-B706-4223C8A2BA1D}" type="sibTrans" cxnId="{B50D79A2-8494-432E-A71E-3254F0D840A6}">
      <dgm:prSet/>
      <dgm:spPr/>
      <dgm:t>
        <a:bodyPr/>
        <a:lstStyle/>
        <a:p>
          <a:endParaRPr lang="en-US" sz="800"/>
        </a:p>
      </dgm:t>
    </dgm:pt>
    <dgm:pt modelId="{2A3E92AD-68BA-4D41-A434-E9CE3390231F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Traditional Food</a:t>
          </a:r>
        </a:p>
      </dgm:t>
    </dgm:pt>
    <dgm:pt modelId="{48E2B292-23AF-474D-B1E5-ECE037F8611C}" type="parTrans" cxnId="{1C04BEFF-36AF-485D-9D10-9DC27CCC1A55}">
      <dgm:prSet/>
      <dgm:spPr/>
      <dgm:t>
        <a:bodyPr/>
        <a:lstStyle/>
        <a:p>
          <a:endParaRPr lang="en-US" sz="800"/>
        </a:p>
      </dgm:t>
    </dgm:pt>
    <dgm:pt modelId="{932C1A6A-97C6-4E36-8680-F5F6A60127EC}" type="sibTrans" cxnId="{1C04BEFF-36AF-485D-9D10-9DC27CCC1A55}">
      <dgm:prSet/>
      <dgm:spPr/>
      <dgm:t>
        <a:bodyPr/>
        <a:lstStyle/>
        <a:p>
          <a:endParaRPr lang="en-US" sz="800"/>
        </a:p>
      </dgm:t>
    </dgm:pt>
    <dgm:pt modelId="{28742EC7-BDE8-40A9-BCF8-5741D3FCB450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Regional North</a:t>
          </a:r>
        </a:p>
      </dgm:t>
    </dgm:pt>
    <dgm:pt modelId="{F1844516-6098-469E-A559-B4BE2E361A51}" type="parTrans" cxnId="{11A793A1-E6E5-48B8-B6C3-75CC238AD04B}">
      <dgm:prSet/>
      <dgm:spPr/>
      <dgm:t>
        <a:bodyPr/>
        <a:lstStyle/>
        <a:p>
          <a:endParaRPr lang="en-US" sz="800"/>
        </a:p>
      </dgm:t>
    </dgm:pt>
    <dgm:pt modelId="{ED860270-90EC-4CCA-8205-9A901B9AB2CE}" type="sibTrans" cxnId="{11A793A1-E6E5-48B8-B6C3-75CC238AD04B}">
      <dgm:prSet/>
      <dgm:spPr/>
      <dgm:t>
        <a:bodyPr/>
        <a:lstStyle/>
        <a:p>
          <a:endParaRPr lang="en-US" sz="800"/>
        </a:p>
      </dgm:t>
    </dgm:pt>
    <dgm:pt modelId="{49991257-346A-4332-B2B9-C32380B50419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Regional South</a:t>
          </a:r>
        </a:p>
      </dgm:t>
    </dgm:pt>
    <dgm:pt modelId="{235D2B17-F4D2-413B-83C1-6CE398B2F065}" type="parTrans" cxnId="{E860F155-2A9F-43A6-AFB9-4D0C0EDA224F}">
      <dgm:prSet/>
      <dgm:spPr/>
      <dgm:t>
        <a:bodyPr/>
        <a:lstStyle/>
        <a:p>
          <a:endParaRPr lang="en-US" sz="800"/>
        </a:p>
      </dgm:t>
    </dgm:pt>
    <dgm:pt modelId="{684ABF64-F4C2-4153-A4D5-2BABE728A263}" type="sibTrans" cxnId="{E860F155-2A9F-43A6-AFB9-4D0C0EDA224F}">
      <dgm:prSet/>
      <dgm:spPr/>
      <dgm:t>
        <a:bodyPr/>
        <a:lstStyle/>
        <a:p>
          <a:endParaRPr lang="en-US" sz="800"/>
        </a:p>
      </dgm:t>
    </dgm:pt>
    <dgm:pt modelId="{BDD05778-AB21-4F8A-8727-E4CE091CC308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Others non-regional</a:t>
          </a:r>
        </a:p>
      </dgm:t>
    </dgm:pt>
    <dgm:pt modelId="{8BE44559-27CF-4F0F-9F02-249BF04298B8}" type="parTrans" cxnId="{BD61CB84-853E-4EC1-B933-BE796A3F97BE}">
      <dgm:prSet/>
      <dgm:spPr/>
      <dgm:t>
        <a:bodyPr/>
        <a:lstStyle/>
        <a:p>
          <a:endParaRPr lang="en-US" sz="800"/>
        </a:p>
      </dgm:t>
    </dgm:pt>
    <dgm:pt modelId="{C3E34FB2-5D60-4041-A252-B458DEAA9D45}" type="sibTrans" cxnId="{BD61CB84-853E-4EC1-B933-BE796A3F97BE}">
      <dgm:prSet/>
      <dgm:spPr/>
      <dgm:t>
        <a:bodyPr/>
        <a:lstStyle/>
        <a:p>
          <a:endParaRPr lang="en-US" sz="800"/>
        </a:p>
      </dgm:t>
    </dgm:pt>
    <dgm:pt modelId="{10476C8D-C71D-4E5A-B9F8-C4C9DCEBD930}">
      <dgm:prSet phldrT="[Text]" custT="1"/>
      <dgm:spPr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Support</a:t>
          </a:r>
        </a:p>
      </dgm:t>
    </dgm:pt>
    <dgm:pt modelId="{365BE3CB-4FA9-4C63-917B-F8623A88C324}" type="parTrans" cxnId="{FB7E2B2E-3CD4-4A31-9F04-CAB1683DDA38}">
      <dgm:prSet/>
      <dgm:spPr/>
      <dgm:t>
        <a:bodyPr/>
        <a:lstStyle/>
        <a:p>
          <a:endParaRPr lang="en-US" sz="800"/>
        </a:p>
      </dgm:t>
    </dgm:pt>
    <dgm:pt modelId="{91D097F8-7FEE-4A36-A520-AD388013B18E}" type="sibTrans" cxnId="{FB7E2B2E-3CD4-4A31-9F04-CAB1683DDA38}">
      <dgm:prSet/>
      <dgm:spPr/>
      <dgm:t>
        <a:bodyPr/>
        <a:lstStyle/>
        <a:p>
          <a:endParaRPr lang="en-US" sz="800"/>
        </a:p>
      </dgm:t>
    </dgm:pt>
    <dgm:pt modelId="{B83660C4-6DD2-4BF5-8824-F7BCE4FF9AA3}">
      <dgm:prSet phldrT="[Text]" custT="1"/>
      <dgm:spPr/>
      <dgm:t>
        <a:bodyPr/>
        <a:lstStyle/>
        <a:p>
          <a:r>
            <a:rPr lang="en-US" sz="800" dirty="0"/>
            <a:t>Discounter KA 1</a:t>
          </a:r>
        </a:p>
      </dgm:t>
    </dgm:pt>
    <dgm:pt modelId="{0A8761C2-0005-4671-B5B9-4DA6FA790309}" type="parTrans" cxnId="{1DEB5FB0-80C3-4079-B113-27234047D980}">
      <dgm:prSet/>
      <dgm:spPr/>
      <dgm:t>
        <a:bodyPr/>
        <a:lstStyle/>
        <a:p>
          <a:endParaRPr lang="en-US" sz="800"/>
        </a:p>
      </dgm:t>
    </dgm:pt>
    <dgm:pt modelId="{A52CA00A-4B40-4870-9092-14645ACC2949}" type="sibTrans" cxnId="{1DEB5FB0-80C3-4079-B113-27234047D980}">
      <dgm:prSet/>
      <dgm:spPr/>
      <dgm:t>
        <a:bodyPr/>
        <a:lstStyle/>
        <a:p>
          <a:endParaRPr lang="en-US" sz="800"/>
        </a:p>
      </dgm:t>
    </dgm:pt>
    <dgm:pt modelId="{5CE20C40-0A38-434A-A4A4-97EFC4C38557}">
      <dgm:prSet phldrT="[Text]" custT="1"/>
      <dgm:spPr/>
      <dgm:t>
        <a:bodyPr/>
        <a:lstStyle/>
        <a:p>
          <a:r>
            <a:rPr lang="en-US" sz="800" dirty="0"/>
            <a:t>Discounter KA 2</a:t>
          </a:r>
        </a:p>
      </dgm:t>
    </dgm:pt>
    <dgm:pt modelId="{C5CBD505-E834-4082-9501-D92196E778E7}" type="parTrans" cxnId="{5BB0DD87-23FF-4BB3-9B53-DBFFF8ED6A0E}">
      <dgm:prSet/>
      <dgm:spPr/>
      <dgm:t>
        <a:bodyPr/>
        <a:lstStyle/>
        <a:p>
          <a:endParaRPr lang="en-US" sz="800"/>
        </a:p>
      </dgm:t>
    </dgm:pt>
    <dgm:pt modelId="{420286C7-4E21-4E1D-8B4B-CF7D380A8503}" type="sibTrans" cxnId="{5BB0DD87-23FF-4BB3-9B53-DBFFF8ED6A0E}">
      <dgm:prSet/>
      <dgm:spPr/>
      <dgm:t>
        <a:bodyPr/>
        <a:lstStyle/>
        <a:p>
          <a:endParaRPr lang="en-US" sz="800"/>
        </a:p>
      </dgm:t>
    </dgm:pt>
    <dgm:pt modelId="{6F6042E2-4F2B-42F5-A6E1-3B4A5A3A0E1A}">
      <dgm:prSet phldrT="[Text]" custT="1"/>
      <dgm:spPr/>
      <dgm:t>
        <a:bodyPr/>
        <a:lstStyle/>
        <a:p>
          <a:r>
            <a:rPr lang="en-US" sz="800" dirty="0"/>
            <a:t>Discounter KA 3</a:t>
          </a:r>
        </a:p>
      </dgm:t>
    </dgm:pt>
    <dgm:pt modelId="{CE66F92D-B5AF-4BE2-B248-FF01AB8963CD}" type="parTrans" cxnId="{22303218-3FB1-44C1-9C30-6ADF5A3B3DCE}">
      <dgm:prSet/>
      <dgm:spPr/>
      <dgm:t>
        <a:bodyPr/>
        <a:lstStyle/>
        <a:p>
          <a:endParaRPr lang="en-US" sz="800"/>
        </a:p>
      </dgm:t>
    </dgm:pt>
    <dgm:pt modelId="{E2DF43F5-050F-4616-83C2-F0ACFA44E9DB}" type="sibTrans" cxnId="{22303218-3FB1-44C1-9C30-6ADF5A3B3DCE}">
      <dgm:prSet/>
      <dgm:spPr/>
      <dgm:t>
        <a:bodyPr/>
        <a:lstStyle/>
        <a:p>
          <a:endParaRPr lang="en-US" sz="800"/>
        </a:p>
      </dgm:t>
    </dgm:pt>
    <dgm:pt modelId="{96511532-9BAE-4130-A811-94759DDE5239}">
      <dgm:prSet phldrT="[Text]" custT="1"/>
      <dgm:spPr/>
      <dgm:t>
        <a:bodyPr/>
        <a:lstStyle/>
        <a:p>
          <a:r>
            <a:rPr lang="en-US" sz="800" dirty="0"/>
            <a:t>Traditional Food KA 1</a:t>
          </a:r>
        </a:p>
      </dgm:t>
    </dgm:pt>
    <dgm:pt modelId="{6D6B01C3-8D66-4A86-8363-6045CF60679F}" type="parTrans" cxnId="{28B32C52-FA1D-4822-8307-8A996F78CE3C}">
      <dgm:prSet/>
      <dgm:spPr/>
      <dgm:t>
        <a:bodyPr/>
        <a:lstStyle/>
        <a:p>
          <a:endParaRPr lang="en-US" sz="800"/>
        </a:p>
      </dgm:t>
    </dgm:pt>
    <dgm:pt modelId="{9AFDE57A-C8A1-494F-9148-02399AEE78A5}" type="sibTrans" cxnId="{28B32C52-FA1D-4822-8307-8A996F78CE3C}">
      <dgm:prSet/>
      <dgm:spPr/>
      <dgm:t>
        <a:bodyPr/>
        <a:lstStyle/>
        <a:p>
          <a:endParaRPr lang="en-US" sz="800"/>
        </a:p>
      </dgm:t>
    </dgm:pt>
    <dgm:pt modelId="{7D6E6FFF-4DF1-4257-82D0-45C3A1A1E3AD}">
      <dgm:prSet phldrT="[Text]" custT="1"/>
      <dgm:spPr/>
      <dgm:t>
        <a:bodyPr/>
        <a:lstStyle/>
        <a:p>
          <a:r>
            <a:rPr lang="en-US" sz="800" dirty="0"/>
            <a:t>Traditional Food KA 2</a:t>
          </a:r>
        </a:p>
      </dgm:t>
    </dgm:pt>
    <dgm:pt modelId="{9896FD21-F41A-46DB-A447-F489FA8C205F}" type="parTrans" cxnId="{1F0F0C61-E75E-4192-B3CA-1B5658DE3003}">
      <dgm:prSet/>
      <dgm:spPr/>
      <dgm:t>
        <a:bodyPr/>
        <a:lstStyle/>
        <a:p>
          <a:endParaRPr lang="en-US" sz="800"/>
        </a:p>
      </dgm:t>
    </dgm:pt>
    <dgm:pt modelId="{BD65D646-E2F1-44BF-949F-52210DE6752F}" type="sibTrans" cxnId="{1F0F0C61-E75E-4192-B3CA-1B5658DE3003}">
      <dgm:prSet/>
      <dgm:spPr/>
      <dgm:t>
        <a:bodyPr/>
        <a:lstStyle/>
        <a:p>
          <a:endParaRPr lang="en-US" sz="800"/>
        </a:p>
      </dgm:t>
    </dgm:pt>
    <dgm:pt modelId="{73754722-E14E-4EF3-8005-6ACA0A9E853F}">
      <dgm:prSet phldrT="[Text]" custT="1"/>
      <dgm:spPr/>
      <dgm:t>
        <a:bodyPr/>
        <a:lstStyle/>
        <a:p>
          <a:r>
            <a:rPr lang="en-US" sz="800" dirty="0"/>
            <a:t>Traditional Food KA 3</a:t>
          </a:r>
        </a:p>
      </dgm:t>
    </dgm:pt>
    <dgm:pt modelId="{C26D2D6F-50E9-42E2-B53A-43C30EEC4F5D}" type="parTrans" cxnId="{D242B10C-4359-4A50-8955-495FB0F9A9A3}">
      <dgm:prSet/>
      <dgm:spPr/>
      <dgm:t>
        <a:bodyPr/>
        <a:lstStyle/>
        <a:p>
          <a:endParaRPr lang="en-US" sz="800"/>
        </a:p>
      </dgm:t>
    </dgm:pt>
    <dgm:pt modelId="{DAA7CA76-45E7-46E3-960F-90595D5A6EE4}" type="sibTrans" cxnId="{D242B10C-4359-4A50-8955-495FB0F9A9A3}">
      <dgm:prSet/>
      <dgm:spPr/>
      <dgm:t>
        <a:bodyPr/>
        <a:lstStyle/>
        <a:p>
          <a:endParaRPr lang="en-US" sz="800"/>
        </a:p>
      </dgm:t>
    </dgm:pt>
    <dgm:pt modelId="{612CAD0C-4092-47C7-8945-B88E660897C8}">
      <dgm:prSet phldrT="[Text]" custT="1"/>
      <dgm:spPr/>
      <dgm:t>
        <a:bodyPr/>
        <a:lstStyle/>
        <a:p>
          <a:r>
            <a:rPr lang="en-US" sz="800" dirty="0"/>
            <a:t>1</a:t>
          </a:r>
        </a:p>
      </dgm:t>
    </dgm:pt>
    <dgm:pt modelId="{8118B550-7D0D-4572-851B-DE252496CF17}" type="parTrans" cxnId="{A73EB01E-0942-4F68-8DFE-207D633B8A9C}">
      <dgm:prSet/>
      <dgm:spPr/>
      <dgm:t>
        <a:bodyPr/>
        <a:lstStyle/>
        <a:p>
          <a:endParaRPr lang="en-US" sz="800"/>
        </a:p>
      </dgm:t>
    </dgm:pt>
    <dgm:pt modelId="{6226F5FB-464E-444B-989F-BF8FD9C49CF6}" type="sibTrans" cxnId="{A73EB01E-0942-4F68-8DFE-207D633B8A9C}">
      <dgm:prSet/>
      <dgm:spPr/>
      <dgm:t>
        <a:bodyPr/>
        <a:lstStyle/>
        <a:p>
          <a:endParaRPr lang="en-US" sz="800"/>
        </a:p>
      </dgm:t>
    </dgm:pt>
    <dgm:pt modelId="{C0624922-3898-4011-BDE7-E39BDB67D742}">
      <dgm:prSet phldrT="[Text]" custT="1"/>
      <dgm:spPr/>
      <dgm:t>
        <a:bodyPr/>
        <a:lstStyle/>
        <a:p>
          <a:r>
            <a:rPr lang="en-US" sz="800" dirty="0"/>
            <a:t>2</a:t>
          </a:r>
        </a:p>
      </dgm:t>
    </dgm:pt>
    <dgm:pt modelId="{FC295D58-C2FA-4F7F-9B5B-2A9D7C99AEF3}" type="parTrans" cxnId="{22484702-E0E9-4A56-ACB9-2D9422F78AA8}">
      <dgm:prSet/>
      <dgm:spPr/>
      <dgm:t>
        <a:bodyPr/>
        <a:lstStyle/>
        <a:p>
          <a:endParaRPr lang="en-US" sz="800"/>
        </a:p>
      </dgm:t>
    </dgm:pt>
    <dgm:pt modelId="{5C2DAE57-7233-46BB-93CA-F243615CE91D}" type="sibTrans" cxnId="{22484702-E0E9-4A56-ACB9-2D9422F78AA8}">
      <dgm:prSet/>
      <dgm:spPr/>
      <dgm:t>
        <a:bodyPr/>
        <a:lstStyle/>
        <a:p>
          <a:endParaRPr lang="en-US" sz="800"/>
        </a:p>
      </dgm:t>
    </dgm:pt>
    <dgm:pt modelId="{32D153EE-F9E3-4155-A4FF-7683FAB6668A}">
      <dgm:prSet phldrT="[Text]" custT="1"/>
      <dgm:spPr/>
      <dgm:t>
        <a:bodyPr/>
        <a:lstStyle/>
        <a:p>
          <a:r>
            <a:rPr lang="en-US" sz="800" dirty="0"/>
            <a:t>3</a:t>
          </a:r>
        </a:p>
      </dgm:t>
    </dgm:pt>
    <dgm:pt modelId="{AA1C8C7B-CFA4-4607-A2D3-1175FA2B7DEE}" type="parTrans" cxnId="{C78E6778-B0A5-44E3-A5F3-35A4D63EBDD1}">
      <dgm:prSet/>
      <dgm:spPr/>
      <dgm:t>
        <a:bodyPr/>
        <a:lstStyle/>
        <a:p>
          <a:endParaRPr lang="en-US" sz="800"/>
        </a:p>
      </dgm:t>
    </dgm:pt>
    <dgm:pt modelId="{6571BC71-9230-446B-AC20-F638E747AA2D}" type="sibTrans" cxnId="{C78E6778-B0A5-44E3-A5F3-35A4D63EBDD1}">
      <dgm:prSet/>
      <dgm:spPr/>
      <dgm:t>
        <a:bodyPr/>
        <a:lstStyle/>
        <a:p>
          <a:endParaRPr lang="en-US" sz="800"/>
        </a:p>
      </dgm:t>
    </dgm:pt>
    <dgm:pt modelId="{594E9C4D-CA95-4CF8-B7DF-7485C7BE0EFB}">
      <dgm:prSet phldrT="[Text]" custT="1"/>
      <dgm:spPr/>
      <dgm:t>
        <a:bodyPr vert="horz"/>
        <a:lstStyle/>
        <a:p>
          <a:r>
            <a:rPr lang="en-US" sz="800" dirty="0"/>
            <a:t>1</a:t>
          </a:r>
        </a:p>
      </dgm:t>
    </dgm:pt>
    <dgm:pt modelId="{9D5FD0CD-F189-4073-816F-FB96125D5633}" type="parTrans" cxnId="{2D7641B5-4E98-4380-81C2-186A01507EC9}">
      <dgm:prSet/>
      <dgm:spPr/>
      <dgm:t>
        <a:bodyPr/>
        <a:lstStyle/>
        <a:p>
          <a:endParaRPr lang="en-US" sz="800"/>
        </a:p>
      </dgm:t>
    </dgm:pt>
    <dgm:pt modelId="{C546A5B3-C807-4F9A-B4F3-2CC0A4E192D6}" type="sibTrans" cxnId="{2D7641B5-4E98-4380-81C2-186A01507EC9}">
      <dgm:prSet/>
      <dgm:spPr/>
      <dgm:t>
        <a:bodyPr/>
        <a:lstStyle/>
        <a:p>
          <a:endParaRPr lang="en-US" sz="800"/>
        </a:p>
      </dgm:t>
    </dgm:pt>
    <dgm:pt modelId="{99B196CA-D8BD-4CCD-AD28-75F02A54E460}">
      <dgm:prSet phldrT="[Text]" custT="1"/>
      <dgm:spPr/>
      <dgm:t>
        <a:bodyPr vert="horz"/>
        <a:lstStyle/>
        <a:p>
          <a:r>
            <a:rPr lang="en-US" sz="800" dirty="0"/>
            <a:t>2</a:t>
          </a:r>
        </a:p>
      </dgm:t>
    </dgm:pt>
    <dgm:pt modelId="{637130BA-A80B-48D2-8402-E890CBB092B0}" type="parTrans" cxnId="{EFF8AE57-A8B7-46AE-A7B5-43AEE7D98AED}">
      <dgm:prSet/>
      <dgm:spPr/>
      <dgm:t>
        <a:bodyPr/>
        <a:lstStyle/>
        <a:p>
          <a:endParaRPr lang="en-US" sz="800"/>
        </a:p>
      </dgm:t>
    </dgm:pt>
    <dgm:pt modelId="{4F166BE7-F292-4800-8CAD-659100F18A11}" type="sibTrans" cxnId="{EFF8AE57-A8B7-46AE-A7B5-43AEE7D98AED}">
      <dgm:prSet/>
      <dgm:spPr/>
      <dgm:t>
        <a:bodyPr/>
        <a:lstStyle/>
        <a:p>
          <a:endParaRPr lang="en-US" sz="800"/>
        </a:p>
      </dgm:t>
    </dgm:pt>
    <dgm:pt modelId="{B430D8AE-79E8-4783-9C7E-DC699C8274F0}">
      <dgm:prSet phldrT="[Text]" custT="1"/>
      <dgm:spPr/>
      <dgm:t>
        <a:bodyPr vert="horz"/>
        <a:lstStyle/>
        <a:p>
          <a:r>
            <a:rPr lang="en-US" sz="800" dirty="0"/>
            <a:t>3</a:t>
          </a:r>
        </a:p>
      </dgm:t>
    </dgm:pt>
    <dgm:pt modelId="{275CAC98-0EA4-4611-9078-D2BA18A65F82}" type="parTrans" cxnId="{7571FCEC-D4A0-4351-BDC5-45AF6B5149AC}">
      <dgm:prSet/>
      <dgm:spPr/>
      <dgm:t>
        <a:bodyPr/>
        <a:lstStyle/>
        <a:p>
          <a:endParaRPr lang="en-US" sz="800"/>
        </a:p>
      </dgm:t>
    </dgm:pt>
    <dgm:pt modelId="{6FD2D167-C6C8-417D-B35D-B603EF43ED66}" type="sibTrans" cxnId="{7571FCEC-D4A0-4351-BDC5-45AF6B5149AC}">
      <dgm:prSet/>
      <dgm:spPr/>
      <dgm:t>
        <a:bodyPr/>
        <a:lstStyle/>
        <a:p>
          <a:endParaRPr lang="en-US" sz="800"/>
        </a:p>
      </dgm:t>
    </dgm:pt>
    <dgm:pt modelId="{7BFA04D6-BD98-4F4C-AA5F-9755312DE6DF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000" b="1" dirty="0"/>
            <a:t>TITP</a:t>
          </a:r>
        </a:p>
      </dgm:t>
    </dgm:pt>
    <dgm:pt modelId="{5811821B-068C-4F49-9C54-64259902A2B1}" type="parTrans" cxnId="{50A89BBA-B5E7-448B-A036-AD2B69CECF8C}">
      <dgm:prSet/>
      <dgm:spPr/>
      <dgm:t>
        <a:bodyPr/>
        <a:lstStyle/>
        <a:p>
          <a:endParaRPr lang="en-US"/>
        </a:p>
      </dgm:t>
    </dgm:pt>
    <dgm:pt modelId="{4D5DD0CF-3C00-4CC4-B766-EE2D116B97CA}" type="sibTrans" cxnId="{50A89BBA-B5E7-448B-A036-AD2B69CECF8C}">
      <dgm:prSet/>
      <dgm:spPr/>
      <dgm:t>
        <a:bodyPr/>
        <a:lstStyle/>
        <a:p>
          <a:endParaRPr lang="en-US"/>
        </a:p>
      </dgm:t>
    </dgm:pt>
    <dgm:pt modelId="{8EECE910-CE01-49A8-B6AA-19A0CF8BB9ED}">
      <dgm:prSet phldrT="[Text]" custT="1"/>
      <dgm:spPr/>
      <dgm:t>
        <a:bodyPr/>
        <a:lstStyle/>
        <a:p>
          <a:r>
            <a:rPr lang="en-US" sz="800" dirty="0"/>
            <a:t>Phase One</a:t>
          </a:r>
        </a:p>
      </dgm:t>
    </dgm:pt>
    <dgm:pt modelId="{C8C95014-C950-492E-AF7B-6C58F1982312}" type="parTrans" cxnId="{34D0DA96-011C-4048-9D9A-9AA2EBF78768}">
      <dgm:prSet/>
      <dgm:spPr/>
      <dgm:t>
        <a:bodyPr/>
        <a:lstStyle/>
        <a:p>
          <a:endParaRPr lang="en-US"/>
        </a:p>
      </dgm:t>
    </dgm:pt>
    <dgm:pt modelId="{7A685FD8-6AFF-4D1E-BF15-A73924CBC92C}" type="sibTrans" cxnId="{34D0DA96-011C-4048-9D9A-9AA2EBF78768}">
      <dgm:prSet/>
      <dgm:spPr/>
      <dgm:t>
        <a:bodyPr/>
        <a:lstStyle/>
        <a:p>
          <a:endParaRPr lang="en-US"/>
        </a:p>
      </dgm:t>
    </dgm:pt>
    <dgm:pt modelId="{C717FA72-8A9E-45DF-BE64-03F4590A5AA5}">
      <dgm:prSet phldrT="[Text]" custT="1"/>
      <dgm:spPr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Two</a:t>
          </a:r>
        </a:p>
      </dgm:t>
    </dgm:pt>
    <dgm:pt modelId="{45D38622-E2F2-4F92-B3CA-0E6389F9DED9}" type="parTrans" cxnId="{4B936FDD-CE6A-4DB9-B008-60B26B965931}">
      <dgm:prSet/>
      <dgm:spPr/>
      <dgm:t>
        <a:bodyPr/>
        <a:lstStyle/>
        <a:p>
          <a:endParaRPr lang="en-US"/>
        </a:p>
      </dgm:t>
    </dgm:pt>
    <dgm:pt modelId="{29E345E1-760E-479C-A8E5-822F8F0E4350}" type="sibTrans" cxnId="{4B936FDD-CE6A-4DB9-B008-60B26B965931}">
      <dgm:prSet/>
      <dgm:spPr/>
      <dgm:t>
        <a:bodyPr/>
        <a:lstStyle/>
        <a:p>
          <a:endParaRPr lang="en-US"/>
        </a:p>
      </dgm:t>
    </dgm:pt>
    <dgm:pt modelId="{CFE2EE26-0F1E-422E-9BD5-1682526F37AE}">
      <dgm:prSet phldrT="[Text]" custT="1"/>
      <dgm:spPr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Three</a:t>
          </a:r>
        </a:p>
      </dgm:t>
    </dgm:pt>
    <dgm:pt modelId="{D526FD9F-AFEA-4215-A625-D25598CB1F85}" type="parTrans" cxnId="{F2805598-74D8-4A5D-BCE4-521D7AA9FE94}">
      <dgm:prSet/>
      <dgm:spPr/>
      <dgm:t>
        <a:bodyPr/>
        <a:lstStyle/>
        <a:p>
          <a:endParaRPr lang="en-US"/>
        </a:p>
      </dgm:t>
    </dgm:pt>
    <dgm:pt modelId="{C2EA7325-C014-464C-AA14-6B38CB7CC4A9}" type="sibTrans" cxnId="{F2805598-74D8-4A5D-BCE4-521D7AA9FE94}">
      <dgm:prSet/>
      <dgm:spPr/>
      <dgm:t>
        <a:bodyPr/>
        <a:lstStyle/>
        <a:p>
          <a:endParaRPr lang="en-US"/>
        </a:p>
      </dgm:t>
    </dgm:pt>
    <dgm:pt modelId="{74AA6321-8D71-441D-8526-4FEB0CFE361A}">
      <dgm:prSet phldrT="[Text]" custT="1"/>
      <dgm:spPr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Five</a:t>
          </a:r>
        </a:p>
      </dgm:t>
    </dgm:pt>
    <dgm:pt modelId="{33F45D16-8E8F-482A-9691-ADD60E294895}" type="parTrans" cxnId="{8548606B-9688-4001-A0E3-FE3A18376429}">
      <dgm:prSet/>
      <dgm:spPr/>
      <dgm:t>
        <a:bodyPr/>
        <a:lstStyle/>
        <a:p>
          <a:endParaRPr lang="en-US"/>
        </a:p>
      </dgm:t>
    </dgm:pt>
    <dgm:pt modelId="{72F5CF47-41DF-403F-8775-9DAF67F6DB45}" type="sibTrans" cxnId="{8548606B-9688-4001-A0E3-FE3A18376429}">
      <dgm:prSet/>
      <dgm:spPr/>
      <dgm:t>
        <a:bodyPr/>
        <a:lstStyle/>
        <a:p>
          <a:endParaRPr lang="en-US"/>
        </a:p>
      </dgm:t>
    </dgm:pt>
    <dgm:pt modelId="{C6F41262-B0CA-4618-B2A6-10DCFAFAF19D}">
      <dgm:prSet phldrT="[Text]" custT="1"/>
      <dgm:spPr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Six</a:t>
          </a:r>
        </a:p>
      </dgm:t>
    </dgm:pt>
    <dgm:pt modelId="{D20EE008-F664-4D9B-A7B5-EDF09509D55A}" type="parTrans" cxnId="{CF10F230-D7C1-46B6-8FCB-0F954122CEDA}">
      <dgm:prSet/>
      <dgm:spPr/>
      <dgm:t>
        <a:bodyPr/>
        <a:lstStyle/>
        <a:p>
          <a:endParaRPr lang="en-US"/>
        </a:p>
      </dgm:t>
    </dgm:pt>
    <dgm:pt modelId="{3AEAF6F3-3ECF-42DD-AF54-F77B90389ED5}" type="sibTrans" cxnId="{CF10F230-D7C1-46B6-8FCB-0F954122CEDA}">
      <dgm:prSet/>
      <dgm:spPr/>
      <dgm:t>
        <a:bodyPr/>
        <a:lstStyle/>
        <a:p>
          <a:endParaRPr lang="en-US"/>
        </a:p>
      </dgm:t>
    </dgm:pt>
    <dgm:pt modelId="{50F0324A-324D-4D4C-BC5D-FB8765CA7DA9}">
      <dgm:prSet phldrT="[Text]" custT="1"/>
      <dgm:spPr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Seven</a:t>
          </a:r>
        </a:p>
      </dgm:t>
    </dgm:pt>
    <dgm:pt modelId="{9CCEA114-26AE-46B6-98FC-288638C5864B}" type="parTrans" cxnId="{8C3A76AF-BD85-433E-A002-7365801785B5}">
      <dgm:prSet/>
      <dgm:spPr/>
      <dgm:t>
        <a:bodyPr/>
        <a:lstStyle/>
        <a:p>
          <a:endParaRPr lang="en-US"/>
        </a:p>
      </dgm:t>
    </dgm:pt>
    <dgm:pt modelId="{176081F7-A22D-4C89-98FA-B067E409EC02}" type="sibTrans" cxnId="{8C3A76AF-BD85-433E-A002-7365801785B5}">
      <dgm:prSet/>
      <dgm:spPr/>
      <dgm:t>
        <a:bodyPr/>
        <a:lstStyle/>
        <a:p>
          <a:endParaRPr lang="en-US"/>
        </a:p>
      </dgm:t>
    </dgm:pt>
    <dgm:pt modelId="{F0A64884-B1DA-49B2-92AE-91057B0929DF}">
      <dgm:prSet phldrT="[Text]" custT="1"/>
      <dgm:spPr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Eight</a:t>
          </a:r>
        </a:p>
      </dgm:t>
    </dgm:pt>
    <dgm:pt modelId="{1515749C-5788-4435-AB23-56FB990BA1FC}" type="parTrans" cxnId="{3FF2906D-0AC1-4CCA-AF97-F6271EA61C72}">
      <dgm:prSet/>
      <dgm:spPr/>
      <dgm:t>
        <a:bodyPr/>
        <a:lstStyle/>
        <a:p>
          <a:endParaRPr lang="en-US"/>
        </a:p>
      </dgm:t>
    </dgm:pt>
    <dgm:pt modelId="{C0BE2572-D696-4803-82BD-5BC11576F015}" type="sibTrans" cxnId="{3FF2906D-0AC1-4CCA-AF97-F6271EA61C72}">
      <dgm:prSet/>
      <dgm:spPr/>
      <dgm:t>
        <a:bodyPr/>
        <a:lstStyle/>
        <a:p>
          <a:endParaRPr lang="en-US"/>
        </a:p>
      </dgm:t>
    </dgm:pt>
    <dgm:pt modelId="{FEA9F195-0AC2-4FA2-A1BF-1BA469C28C35}" type="pres">
      <dgm:prSet presAssocID="{5160B0B0-3DAA-46B9-8032-E5428286FB7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572E41-5DA2-4B73-B876-AFD63B3A5219}" type="pres">
      <dgm:prSet presAssocID="{3B6D6B4F-6DAE-43AF-89BF-862249FCDAF1}" presName="vertOne" presStyleCnt="0"/>
      <dgm:spPr/>
    </dgm:pt>
    <dgm:pt modelId="{BD70565D-DF9A-4DE9-B24E-1992AC83799F}" type="pres">
      <dgm:prSet presAssocID="{3B6D6B4F-6DAE-43AF-89BF-862249FCDAF1}" presName="txOne" presStyleLbl="node0" presStyleIdx="0" presStyleCnt="2">
        <dgm:presLayoutVars>
          <dgm:chPref val="3"/>
        </dgm:presLayoutVars>
      </dgm:prSet>
      <dgm:spPr/>
    </dgm:pt>
    <dgm:pt modelId="{C00AAEEF-6BC4-453D-BAE4-BC98C6FC0B09}" type="pres">
      <dgm:prSet presAssocID="{3B6D6B4F-6DAE-43AF-89BF-862249FCDAF1}" presName="parTransOne" presStyleCnt="0"/>
      <dgm:spPr/>
    </dgm:pt>
    <dgm:pt modelId="{2EE9C02E-AB86-4457-BCD8-389E4314A25D}" type="pres">
      <dgm:prSet presAssocID="{3B6D6B4F-6DAE-43AF-89BF-862249FCDAF1}" presName="horzOne" presStyleCnt="0"/>
      <dgm:spPr/>
    </dgm:pt>
    <dgm:pt modelId="{FE499F1E-921C-4AFC-93BE-BF3E07B05120}" type="pres">
      <dgm:prSet presAssocID="{8EECE910-CE01-49A8-B6AA-19A0CF8BB9ED}" presName="vertTwo" presStyleCnt="0"/>
      <dgm:spPr/>
    </dgm:pt>
    <dgm:pt modelId="{9E893BEC-1A90-4DBC-A587-8EE656BA32B8}" type="pres">
      <dgm:prSet presAssocID="{8EECE910-CE01-49A8-B6AA-19A0CF8BB9ED}" presName="txTwo" presStyleLbl="node2" presStyleIdx="0" presStyleCnt="8">
        <dgm:presLayoutVars>
          <dgm:chPref val="3"/>
        </dgm:presLayoutVars>
      </dgm:prSet>
      <dgm:spPr/>
    </dgm:pt>
    <dgm:pt modelId="{21826428-25A2-4C5F-B1C8-37D4C15E315A}" type="pres">
      <dgm:prSet presAssocID="{8EECE910-CE01-49A8-B6AA-19A0CF8BB9ED}" presName="parTransTwo" presStyleCnt="0"/>
      <dgm:spPr/>
    </dgm:pt>
    <dgm:pt modelId="{D81F1BAF-C849-40B3-A377-FFC8E16EC2E3}" type="pres">
      <dgm:prSet presAssocID="{8EECE910-CE01-49A8-B6AA-19A0CF8BB9ED}" presName="horzTwo" presStyleCnt="0"/>
      <dgm:spPr/>
    </dgm:pt>
    <dgm:pt modelId="{384F671B-C371-45EA-A771-0C1C78C1A2B0}" type="pres">
      <dgm:prSet presAssocID="{7BF7E72C-4E0F-446F-92D3-016CE536F037}" presName="vertThree" presStyleCnt="0"/>
      <dgm:spPr/>
    </dgm:pt>
    <dgm:pt modelId="{336AAF1B-1BF4-4267-9690-B28AB444BA66}" type="pres">
      <dgm:prSet presAssocID="{7BF7E72C-4E0F-446F-92D3-016CE536F037}" presName="txThree" presStyleLbl="node3" presStyleIdx="0" presStyleCnt="13">
        <dgm:presLayoutVars>
          <dgm:chPref val="3"/>
        </dgm:presLayoutVars>
      </dgm:prSet>
      <dgm:spPr>
        <a:xfrm>
          <a:off x="17292" y="2474134"/>
          <a:ext cx="1171412" cy="1090447"/>
        </a:xfrm>
        <a:prstGeom prst="roundRect">
          <a:avLst>
            <a:gd name="adj" fmla="val 10000"/>
          </a:avLst>
        </a:prstGeom>
      </dgm:spPr>
    </dgm:pt>
    <dgm:pt modelId="{9A16602E-66BA-4777-B5D2-537CEBD533B0}" type="pres">
      <dgm:prSet presAssocID="{7BF7E72C-4E0F-446F-92D3-016CE536F037}" presName="parTransThree" presStyleCnt="0"/>
      <dgm:spPr/>
    </dgm:pt>
    <dgm:pt modelId="{DBBAF183-B4C8-4788-AD95-42C0D4BE95AD}" type="pres">
      <dgm:prSet presAssocID="{7BF7E72C-4E0F-446F-92D3-016CE536F037}" presName="horzThree" presStyleCnt="0"/>
      <dgm:spPr/>
    </dgm:pt>
    <dgm:pt modelId="{642D7E0E-72D0-45C6-987E-29F2042B89F8}" type="pres">
      <dgm:prSet presAssocID="{87E9A8E4-A834-4AC2-A64A-50BE71B2DC52}" presName="vertFour" presStyleCnt="0">
        <dgm:presLayoutVars>
          <dgm:chPref val="3"/>
        </dgm:presLayoutVars>
      </dgm:prSet>
      <dgm:spPr/>
    </dgm:pt>
    <dgm:pt modelId="{481FD83D-F36B-4459-B9C9-FF4CCA69BE78}" type="pres">
      <dgm:prSet presAssocID="{87E9A8E4-A834-4AC2-A64A-50BE71B2DC52}" presName="txFour" presStyleLbl="node4" presStyleIdx="0" presStyleCnt="21">
        <dgm:presLayoutVars>
          <dgm:chPref val="3"/>
        </dgm:presLayoutVars>
      </dgm:prSet>
      <dgm:spPr/>
    </dgm:pt>
    <dgm:pt modelId="{2303E118-C0FD-46DD-9835-4B84C897B8E8}" type="pres">
      <dgm:prSet presAssocID="{87E9A8E4-A834-4AC2-A64A-50BE71B2DC52}" presName="horzFour" presStyleCnt="0"/>
      <dgm:spPr/>
    </dgm:pt>
    <dgm:pt modelId="{1CE5CD53-AEA5-4F4D-81EB-DB88390FFF99}" type="pres">
      <dgm:prSet presAssocID="{180DF534-D442-4199-B87E-9521D868D40F}" presName="sibSpaceFour" presStyleCnt="0"/>
      <dgm:spPr/>
    </dgm:pt>
    <dgm:pt modelId="{CA95885D-AE7D-47B8-A321-FFDC043D4FC7}" type="pres">
      <dgm:prSet presAssocID="{86221B43-D955-43F8-8344-FC966D6F8210}" presName="vertFour" presStyleCnt="0">
        <dgm:presLayoutVars>
          <dgm:chPref val="3"/>
        </dgm:presLayoutVars>
      </dgm:prSet>
      <dgm:spPr/>
    </dgm:pt>
    <dgm:pt modelId="{7655AC8E-440A-4E79-94AE-AA88F0F5D650}" type="pres">
      <dgm:prSet presAssocID="{86221B43-D955-43F8-8344-FC966D6F8210}" presName="txFour" presStyleLbl="node4" presStyleIdx="1" presStyleCnt="21">
        <dgm:presLayoutVars>
          <dgm:chPref val="3"/>
        </dgm:presLayoutVars>
      </dgm:prSet>
      <dgm:spPr/>
    </dgm:pt>
    <dgm:pt modelId="{84101687-84E6-4BFC-ABDD-92DDC2D02869}" type="pres">
      <dgm:prSet presAssocID="{86221B43-D955-43F8-8344-FC966D6F8210}" presName="horzFour" presStyleCnt="0"/>
      <dgm:spPr/>
    </dgm:pt>
    <dgm:pt modelId="{27B82FBC-20C0-4A6E-8C28-79CB3AEDA1E7}" type="pres">
      <dgm:prSet presAssocID="{3A5D2705-6292-40DD-9E2F-BEC4D0EC2061}" presName="sibSpaceFour" presStyleCnt="0"/>
      <dgm:spPr/>
    </dgm:pt>
    <dgm:pt modelId="{43EC17FC-A549-4D30-A0BC-B83CBF035CD8}" type="pres">
      <dgm:prSet presAssocID="{EF224045-A4DF-45A7-A2E0-C47F5F69C7D3}" presName="vertFour" presStyleCnt="0">
        <dgm:presLayoutVars>
          <dgm:chPref val="3"/>
        </dgm:presLayoutVars>
      </dgm:prSet>
      <dgm:spPr/>
    </dgm:pt>
    <dgm:pt modelId="{6FDF3875-C61E-4B65-8EA3-8199D90A589F}" type="pres">
      <dgm:prSet presAssocID="{EF224045-A4DF-45A7-A2E0-C47F5F69C7D3}" presName="txFour" presStyleLbl="node4" presStyleIdx="2" presStyleCnt="21">
        <dgm:presLayoutVars>
          <dgm:chPref val="3"/>
        </dgm:presLayoutVars>
      </dgm:prSet>
      <dgm:spPr/>
    </dgm:pt>
    <dgm:pt modelId="{050EE357-2625-42CC-A1B1-FD767D47BBFF}" type="pres">
      <dgm:prSet presAssocID="{EF224045-A4DF-45A7-A2E0-C47F5F69C7D3}" presName="horzFour" presStyleCnt="0"/>
      <dgm:spPr/>
    </dgm:pt>
    <dgm:pt modelId="{7142C0E0-35EE-4BFF-8E79-CE69A932A687}" type="pres">
      <dgm:prSet presAssocID="{7A685FD8-6AFF-4D1E-BF15-A73924CBC92C}" presName="sibSpaceTwo" presStyleCnt="0"/>
      <dgm:spPr/>
    </dgm:pt>
    <dgm:pt modelId="{14B0EFCE-3FEA-4194-A672-5B4A91BF5934}" type="pres">
      <dgm:prSet presAssocID="{C717FA72-8A9E-45DF-BE64-03F4590A5AA5}" presName="vertTwo" presStyleCnt="0"/>
      <dgm:spPr/>
    </dgm:pt>
    <dgm:pt modelId="{BE5C4FA0-3407-4992-8E98-A4F77A6E2D84}" type="pres">
      <dgm:prSet presAssocID="{C717FA72-8A9E-45DF-BE64-03F4590A5AA5}" presName="txTwo" presStyleLbl="node2" presStyleIdx="1" presStyleCnt="8">
        <dgm:presLayoutVars>
          <dgm:chPref val="3"/>
        </dgm:presLayoutVars>
      </dgm:prSet>
      <dgm:spPr>
        <a:xfrm>
          <a:off x="1221020" y="1238077"/>
          <a:ext cx="1171412" cy="1090447"/>
        </a:xfrm>
        <a:prstGeom prst="roundRect">
          <a:avLst>
            <a:gd name="adj" fmla="val 10000"/>
          </a:avLst>
        </a:prstGeom>
      </dgm:spPr>
    </dgm:pt>
    <dgm:pt modelId="{F3E0B170-CE0A-440B-831A-EEF97939B111}" type="pres">
      <dgm:prSet presAssocID="{C717FA72-8A9E-45DF-BE64-03F4590A5AA5}" presName="parTransTwo" presStyleCnt="0"/>
      <dgm:spPr/>
    </dgm:pt>
    <dgm:pt modelId="{E09D5F17-00BB-4C89-9D0E-10A5A79E251D}" type="pres">
      <dgm:prSet presAssocID="{C717FA72-8A9E-45DF-BE64-03F4590A5AA5}" presName="horzTwo" presStyleCnt="0"/>
      <dgm:spPr/>
    </dgm:pt>
    <dgm:pt modelId="{2FD930D1-BD33-4193-9252-120453A550BE}" type="pres">
      <dgm:prSet presAssocID="{D66E83B1-67E2-4C2F-8EC3-C11C2F07DEEA}" presName="vertThree" presStyleCnt="0"/>
      <dgm:spPr/>
    </dgm:pt>
    <dgm:pt modelId="{8F32877A-48DF-4C17-AE1E-31C3AFB55082}" type="pres">
      <dgm:prSet presAssocID="{D66E83B1-67E2-4C2F-8EC3-C11C2F07DEEA}" presName="txThree" presStyleLbl="node3" presStyleIdx="1" presStyleCnt="13">
        <dgm:presLayoutVars>
          <dgm:chPref val="3"/>
        </dgm:presLayoutVars>
      </dgm:prSet>
      <dgm:spPr>
        <a:xfrm>
          <a:off x="1221020" y="2474134"/>
          <a:ext cx="1171412" cy="1090447"/>
        </a:xfrm>
        <a:prstGeom prst="roundRect">
          <a:avLst>
            <a:gd name="adj" fmla="val 10000"/>
          </a:avLst>
        </a:prstGeom>
      </dgm:spPr>
    </dgm:pt>
    <dgm:pt modelId="{3949266D-461D-4DDB-BEED-34B9A3BBF1C0}" type="pres">
      <dgm:prSet presAssocID="{D66E83B1-67E2-4C2F-8EC3-C11C2F07DEEA}" presName="parTransThree" presStyleCnt="0"/>
      <dgm:spPr/>
    </dgm:pt>
    <dgm:pt modelId="{1ADD94E2-A765-4812-A6BA-E6C860E7DC01}" type="pres">
      <dgm:prSet presAssocID="{D66E83B1-67E2-4C2F-8EC3-C11C2F07DEEA}" presName="horzThree" presStyleCnt="0"/>
      <dgm:spPr/>
    </dgm:pt>
    <dgm:pt modelId="{97451AE1-EB31-4B34-AD09-A1EB7A03D6F4}" type="pres">
      <dgm:prSet presAssocID="{8A8973A4-794D-4538-BA6D-2952EE7548DE}" presName="vertFour" presStyleCnt="0">
        <dgm:presLayoutVars>
          <dgm:chPref val="3"/>
        </dgm:presLayoutVars>
      </dgm:prSet>
      <dgm:spPr/>
    </dgm:pt>
    <dgm:pt modelId="{ECC88F9D-46C8-4747-8A5A-B6E74231591D}" type="pres">
      <dgm:prSet presAssocID="{8A8973A4-794D-4538-BA6D-2952EE7548DE}" presName="txFour" presStyleLbl="node4" presStyleIdx="3" presStyleCnt="21">
        <dgm:presLayoutVars>
          <dgm:chPref val="3"/>
        </dgm:presLayoutVars>
      </dgm:prSet>
      <dgm:spPr/>
    </dgm:pt>
    <dgm:pt modelId="{DFCB57EB-62B6-49DA-9B4C-4A8F285B081D}" type="pres">
      <dgm:prSet presAssocID="{8A8973A4-794D-4538-BA6D-2952EE7548DE}" presName="horzFour" presStyleCnt="0"/>
      <dgm:spPr/>
    </dgm:pt>
    <dgm:pt modelId="{6440E920-9F5E-48D5-909D-D07D664993DD}" type="pres">
      <dgm:prSet presAssocID="{76C23B3C-2BBA-46CC-911C-DC5925FF20E3}" presName="sibSpaceFour" presStyleCnt="0"/>
      <dgm:spPr/>
    </dgm:pt>
    <dgm:pt modelId="{02A7582F-8ED6-48C1-A4F4-D50F42A31954}" type="pres">
      <dgm:prSet presAssocID="{FDA5FDE9-D09B-4B4E-8C0F-B43DE64C86BF}" presName="vertFour" presStyleCnt="0">
        <dgm:presLayoutVars>
          <dgm:chPref val="3"/>
        </dgm:presLayoutVars>
      </dgm:prSet>
      <dgm:spPr/>
    </dgm:pt>
    <dgm:pt modelId="{09307B59-877A-4CB9-8F26-F5C1592F2B08}" type="pres">
      <dgm:prSet presAssocID="{FDA5FDE9-D09B-4B4E-8C0F-B43DE64C86BF}" presName="txFour" presStyleLbl="node4" presStyleIdx="4" presStyleCnt="21">
        <dgm:presLayoutVars>
          <dgm:chPref val="3"/>
        </dgm:presLayoutVars>
      </dgm:prSet>
      <dgm:spPr/>
    </dgm:pt>
    <dgm:pt modelId="{9C725FD9-E3A2-4A9E-8C51-CB1AA44D9C38}" type="pres">
      <dgm:prSet presAssocID="{FDA5FDE9-D09B-4B4E-8C0F-B43DE64C86BF}" presName="horzFour" presStyleCnt="0"/>
      <dgm:spPr/>
    </dgm:pt>
    <dgm:pt modelId="{7D5BF038-2532-4B40-9998-9800C1965572}" type="pres">
      <dgm:prSet presAssocID="{DD114D12-78CE-4D20-8619-8D51B04A0E92}" presName="sibSpaceFour" presStyleCnt="0"/>
      <dgm:spPr/>
    </dgm:pt>
    <dgm:pt modelId="{87D2A31D-B31C-45F8-AD5F-5ADB3E66C477}" type="pres">
      <dgm:prSet presAssocID="{72A93AB3-821E-4990-B133-0B7116016B42}" presName="vertFour" presStyleCnt="0">
        <dgm:presLayoutVars>
          <dgm:chPref val="3"/>
        </dgm:presLayoutVars>
      </dgm:prSet>
      <dgm:spPr/>
    </dgm:pt>
    <dgm:pt modelId="{B388FA0A-2D9D-4772-AEEC-F4042FE08120}" type="pres">
      <dgm:prSet presAssocID="{72A93AB3-821E-4990-B133-0B7116016B42}" presName="txFour" presStyleLbl="node4" presStyleIdx="5" presStyleCnt="21">
        <dgm:presLayoutVars>
          <dgm:chPref val="3"/>
        </dgm:presLayoutVars>
      </dgm:prSet>
      <dgm:spPr/>
    </dgm:pt>
    <dgm:pt modelId="{2C000A92-2599-45AF-87AA-587062D5411F}" type="pres">
      <dgm:prSet presAssocID="{72A93AB3-821E-4990-B133-0B7116016B42}" presName="horzFour" presStyleCnt="0"/>
      <dgm:spPr/>
    </dgm:pt>
    <dgm:pt modelId="{A9AD836D-EFAF-4939-8C1F-5E1B081E6E57}" type="pres">
      <dgm:prSet presAssocID="{29E345E1-760E-479C-A8E5-822F8F0E4350}" presName="sibSpaceTwo" presStyleCnt="0"/>
      <dgm:spPr/>
    </dgm:pt>
    <dgm:pt modelId="{BAB16650-F796-457D-B9D6-568ED7CEC32E}" type="pres">
      <dgm:prSet presAssocID="{CFE2EE26-0F1E-422E-9BD5-1682526F37AE}" presName="vertTwo" presStyleCnt="0"/>
      <dgm:spPr/>
    </dgm:pt>
    <dgm:pt modelId="{0F79E8F4-9EFE-460B-9FDD-87A40B977F29}" type="pres">
      <dgm:prSet presAssocID="{CFE2EE26-0F1E-422E-9BD5-1682526F37AE}" presName="txTwo" presStyleLbl="node2" presStyleIdx="2" presStyleCnt="8">
        <dgm:presLayoutVars>
          <dgm:chPref val="3"/>
        </dgm:presLayoutVars>
      </dgm:prSet>
      <dgm:spPr>
        <a:xfrm>
          <a:off x="2424747" y="1238077"/>
          <a:ext cx="1171412" cy="1090447"/>
        </a:xfrm>
        <a:prstGeom prst="roundRect">
          <a:avLst>
            <a:gd name="adj" fmla="val 10000"/>
          </a:avLst>
        </a:prstGeom>
      </dgm:spPr>
    </dgm:pt>
    <dgm:pt modelId="{766CF77F-72FC-4058-9317-6B104C4E0A7E}" type="pres">
      <dgm:prSet presAssocID="{CFE2EE26-0F1E-422E-9BD5-1682526F37AE}" presName="parTransTwo" presStyleCnt="0"/>
      <dgm:spPr/>
    </dgm:pt>
    <dgm:pt modelId="{F496FBBB-C0E2-47B8-9C29-06B10D8769ED}" type="pres">
      <dgm:prSet presAssocID="{CFE2EE26-0F1E-422E-9BD5-1682526F37AE}" presName="horzTwo" presStyleCnt="0"/>
      <dgm:spPr/>
    </dgm:pt>
    <dgm:pt modelId="{3045539B-8C05-45C0-9446-0852941D6F49}" type="pres">
      <dgm:prSet presAssocID="{96B803C4-7100-4F0D-906B-A1B671DD16CC}" presName="vertThree" presStyleCnt="0"/>
      <dgm:spPr/>
    </dgm:pt>
    <dgm:pt modelId="{FF51203F-132C-4DD5-A300-C7484DF55985}" type="pres">
      <dgm:prSet presAssocID="{96B803C4-7100-4F0D-906B-A1B671DD16CC}" presName="txThree" presStyleLbl="node3" presStyleIdx="2" presStyleCnt="13">
        <dgm:presLayoutVars>
          <dgm:chPref val="3"/>
        </dgm:presLayoutVars>
      </dgm:prSet>
      <dgm:spPr>
        <a:xfrm>
          <a:off x="2424747" y="2474134"/>
          <a:ext cx="1171412" cy="1090447"/>
        </a:xfrm>
        <a:prstGeom prst="roundRect">
          <a:avLst>
            <a:gd name="adj" fmla="val 10000"/>
          </a:avLst>
        </a:prstGeom>
      </dgm:spPr>
    </dgm:pt>
    <dgm:pt modelId="{00543326-6432-492B-98CC-4AFD08994EAB}" type="pres">
      <dgm:prSet presAssocID="{96B803C4-7100-4F0D-906B-A1B671DD16CC}" presName="parTransThree" presStyleCnt="0"/>
      <dgm:spPr/>
    </dgm:pt>
    <dgm:pt modelId="{953A4F1E-5AEF-4570-B2BF-9E05C1379864}" type="pres">
      <dgm:prSet presAssocID="{96B803C4-7100-4F0D-906B-A1B671DD16CC}" presName="horzThree" presStyleCnt="0"/>
      <dgm:spPr/>
    </dgm:pt>
    <dgm:pt modelId="{FCF28676-52E2-4081-95DF-440D92992691}" type="pres">
      <dgm:prSet presAssocID="{0CB4132D-23F9-4A7C-B14B-D51C69186E60}" presName="vertFour" presStyleCnt="0">
        <dgm:presLayoutVars>
          <dgm:chPref val="3"/>
        </dgm:presLayoutVars>
      </dgm:prSet>
      <dgm:spPr/>
    </dgm:pt>
    <dgm:pt modelId="{0CD822A0-A68A-474A-BDDF-EA959BB79449}" type="pres">
      <dgm:prSet presAssocID="{0CB4132D-23F9-4A7C-B14B-D51C69186E60}" presName="txFour" presStyleLbl="node4" presStyleIdx="6" presStyleCnt="21">
        <dgm:presLayoutVars>
          <dgm:chPref val="3"/>
        </dgm:presLayoutVars>
      </dgm:prSet>
      <dgm:spPr/>
    </dgm:pt>
    <dgm:pt modelId="{629EB9E5-D4CB-41E8-B4F7-EB841CA3D7D1}" type="pres">
      <dgm:prSet presAssocID="{0CB4132D-23F9-4A7C-B14B-D51C69186E60}" presName="horzFour" presStyleCnt="0"/>
      <dgm:spPr/>
    </dgm:pt>
    <dgm:pt modelId="{60736EB4-95E0-4D80-B011-B171FFB636A9}" type="pres">
      <dgm:prSet presAssocID="{92616E87-5FD1-4D2A-A1CB-2F049A7C68EE}" presName="sibSpaceFour" presStyleCnt="0"/>
      <dgm:spPr/>
    </dgm:pt>
    <dgm:pt modelId="{41BEDC93-1173-4309-A207-5B2790713F05}" type="pres">
      <dgm:prSet presAssocID="{3B2F6840-CA3C-48EE-B351-BA3964702624}" presName="vertFour" presStyleCnt="0">
        <dgm:presLayoutVars>
          <dgm:chPref val="3"/>
        </dgm:presLayoutVars>
      </dgm:prSet>
      <dgm:spPr/>
    </dgm:pt>
    <dgm:pt modelId="{76FA4DAF-7A5A-462E-ACE1-CC6BD5E48A48}" type="pres">
      <dgm:prSet presAssocID="{3B2F6840-CA3C-48EE-B351-BA3964702624}" presName="txFour" presStyleLbl="node4" presStyleIdx="7" presStyleCnt="21">
        <dgm:presLayoutVars>
          <dgm:chPref val="3"/>
        </dgm:presLayoutVars>
      </dgm:prSet>
      <dgm:spPr/>
    </dgm:pt>
    <dgm:pt modelId="{4D2EB5C3-901C-4D8E-9158-9B9069A43E52}" type="pres">
      <dgm:prSet presAssocID="{3B2F6840-CA3C-48EE-B351-BA3964702624}" presName="horzFour" presStyleCnt="0"/>
      <dgm:spPr/>
    </dgm:pt>
    <dgm:pt modelId="{7A034DD7-5F29-4660-ADFD-FA6CC8ACD142}" type="pres">
      <dgm:prSet presAssocID="{0DA5ED58-FC4B-46F1-93F5-C74C42366288}" presName="sibSpaceFour" presStyleCnt="0"/>
      <dgm:spPr/>
    </dgm:pt>
    <dgm:pt modelId="{E66A8CE5-A50B-48E8-B71D-048F8B986A32}" type="pres">
      <dgm:prSet presAssocID="{7B0CEA7F-E059-488F-8EC5-71F610573D32}" presName="vertFour" presStyleCnt="0">
        <dgm:presLayoutVars>
          <dgm:chPref val="3"/>
        </dgm:presLayoutVars>
      </dgm:prSet>
      <dgm:spPr/>
    </dgm:pt>
    <dgm:pt modelId="{7846FD60-069D-4C50-BE9F-29DF824D3AA5}" type="pres">
      <dgm:prSet presAssocID="{7B0CEA7F-E059-488F-8EC5-71F610573D32}" presName="txFour" presStyleLbl="node4" presStyleIdx="8" presStyleCnt="21">
        <dgm:presLayoutVars>
          <dgm:chPref val="3"/>
        </dgm:presLayoutVars>
      </dgm:prSet>
      <dgm:spPr/>
    </dgm:pt>
    <dgm:pt modelId="{3A09187E-E994-4420-9C03-DE2E4CE20A17}" type="pres">
      <dgm:prSet presAssocID="{7B0CEA7F-E059-488F-8EC5-71F610573D32}" presName="horzFour" presStyleCnt="0"/>
      <dgm:spPr/>
    </dgm:pt>
    <dgm:pt modelId="{02AD18B5-E24F-47D9-ADFE-4A412C04F868}" type="pres">
      <dgm:prSet presAssocID="{C2EA7325-C014-464C-AA14-6B38CB7CC4A9}" presName="sibSpaceTwo" presStyleCnt="0"/>
      <dgm:spPr/>
    </dgm:pt>
    <dgm:pt modelId="{1A457853-E398-4DCE-B614-93950765EEBD}" type="pres">
      <dgm:prSet presAssocID="{3653F3A3-3223-47D1-BF6D-7EF4435EFA5D}" presName="vertTwo" presStyleCnt="0"/>
      <dgm:spPr/>
    </dgm:pt>
    <dgm:pt modelId="{56B9CBB9-34CA-43E5-A80D-51FC404DD39B}" type="pres">
      <dgm:prSet presAssocID="{3653F3A3-3223-47D1-BF6D-7EF4435EFA5D}" presName="txTwo" presStyleLbl="node2" presStyleIdx="3" presStyleCnt="8">
        <dgm:presLayoutVars>
          <dgm:chPref val="3"/>
        </dgm:presLayoutVars>
      </dgm:prSet>
      <dgm:spPr/>
    </dgm:pt>
    <dgm:pt modelId="{32CEED63-B7E4-4916-9D7E-9637D961806C}" type="pres">
      <dgm:prSet presAssocID="{3653F3A3-3223-47D1-BF6D-7EF4435EFA5D}" presName="parTransTwo" presStyleCnt="0"/>
      <dgm:spPr/>
    </dgm:pt>
    <dgm:pt modelId="{DCCE59B0-3F7B-44B2-A79D-5103B9153F9D}" type="pres">
      <dgm:prSet presAssocID="{3653F3A3-3223-47D1-BF6D-7EF4435EFA5D}" presName="horzTwo" presStyleCnt="0"/>
      <dgm:spPr/>
    </dgm:pt>
    <dgm:pt modelId="{E419E381-C101-4547-B5CB-56834657588E}" type="pres">
      <dgm:prSet presAssocID="{2A3B4D06-7344-4B4A-9399-9006C3C9999E}" presName="vertThree" presStyleCnt="0"/>
      <dgm:spPr/>
    </dgm:pt>
    <dgm:pt modelId="{47C56CC5-500A-42F2-BDB3-36D5F7717BFA}" type="pres">
      <dgm:prSet presAssocID="{2A3B4D06-7344-4B4A-9399-9006C3C9999E}" presName="txThree" presStyleLbl="node3" presStyleIdx="3" presStyleCnt="13">
        <dgm:presLayoutVars>
          <dgm:chPref val="3"/>
        </dgm:presLayoutVars>
      </dgm:prSet>
      <dgm:spPr/>
    </dgm:pt>
    <dgm:pt modelId="{977ED958-E301-479D-8003-04DFFDACCDEF}" type="pres">
      <dgm:prSet presAssocID="{2A3B4D06-7344-4B4A-9399-9006C3C9999E}" presName="parTransThree" presStyleCnt="0"/>
      <dgm:spPr/>
    </dgm:pt>
    <dgm:pt modelId="{288E2B4A-80F1-42B8-9E10-832015B9825C}" type="pres">
      <dgm:prSet presAssocID="{2A3B4D06-7344-4B4A-9399-9006C3C9999E}" presName="horzThree" presStyleCnt="0"/>
      <dgm:spPr/>
    </dgm:pt>
    <dgm:pt modelId="{EBD76E7D-D72C-4D4D-A694-4C0A43EAD2F9}" type="pres">
      <dgm:prSet presAssocID="{B83660C4-6DD2-4BF5-8824-F7BCE4FF9AA3}" presName="vertFour" presStyleCnt="0">
        <dgm:presLayoutVars>
          <dgm:chPref val="3"/>
        </dgm:presLayoutVars>
      </dgm:prSet>
      <dgm:spPr/>
    </dgm:pt>
    <dgm:pt modelId="{4A79C0DE-5B8A-4243-9EDA-60883688CAA0}" type="pres">
      <dgm:prSet presAssocID="{B83660C4-6DD2-4BF5-8824-F7BCE4FF9AA3}" presName="txFour" presStyleLbl="node4" presStyleIdx="9" presStyleCnt="21">
        <dgm:presLayoutVars>
          <dgm:chPref val="3"/>
        </dgm:presLayoutVars>
      </dgm:prSet>
      <dgm:spPr/>
    </dgm:pt>
    <dgm:pt modelId="{6D9B8D80-7E2D-4E39-AB29-BE3198C3EBD2}" type="pres">
      <dgm:prSet presAssocID="{B83660C4-6DD2-4BF5-8824-F7BCE4FF9AA3}" presName="horzFour" presStyleCnt="0"/>
      <dgm:spPr/>
    </dgm:pt>
    <dgm:pt modelId="{C5C96E61-8851-42F2-988A-F6617C111CE4}" type="pres">
      <dgm:prSet presAssocID="{A52CA00A-4B40-4870-9092-14645ACC2949}" presName="sibSpaceFour" presStyleCnt="0"/>
      <dgm:spPr/>
    </dgm:pt>
    <dgm:pt modelId="{558725B8-1C07-420F-95BD-3C6AFC25EC56}" type="pres">
      <dgm:prSet presAssocID="{5CE20C40-0A38-434A-A4A4-97EFC4C38557}" presName="vertFour" presStyleCnt="0">
        <dgm:presLayoutVars>
          <dgm:chPref val="3"/>
        </dgm:presLayoutVars>
      </dgm:prSet>
      <dgm:spPr/>
    </dgm:pt>
    <dgm:pt modelId="{A8C28A2C-B87E-4CB2-BF32-41F39EF8F312}" type="pres">
      <dgm:prSet presAssocID="{5CE20C40-0A38-434A-A4A4-97EFC4C38557}" presName="txFour" presStyleLbl="node4" presStyleIdx="10" presStyleCnt="21">
        <dgm:presLayoutVars>
          <dgm:chPref val="3"/>
        </dgm:presLayoutVars>
      </dgm:prSet>
      <dgm:spPr/>
    </dgm:pt>
    <dgm:pt modelId="{BD69816E-298B-4BE5-A0C9-103E6CF945E3}" type="pres">
      <dgm:prSet presAssocID="{5CE20C40-0A38-434A-A4A4-97EFC4C38557}" presName="horzFour" presStyleCnt="0"/>
      <dgm:spPr/>
    </dgm:pt>
    <dgm:pt modelId="{EE7EDBB6-221C-42C1-9295-EF750436ED94}" type="pres">
      <dgm:prSet presAssocID="{420286C7-4E21-4E1D-8B4B-CF7D380A8503}" presName="sibSpaceFour" presStyleCnt="0"/>
      <dgm:spPr/>
    </dgm:pt>
    <dgm:pt modelId="{5F33AD99-F2D1-492B-964E-15AB88613325}" type="pres">
      <dgm:prSet presAssocID="{6F6042E2-4F2B-42F5-A6E1-3B4A5A3A0E1A}" presName="vertFour" presStyleCnt="0">
        <dgm:presLayoutVars>
          <dgm:chPref val="3"/>
        </dgm:presLayoutVars>
      </dgm:prSet>
      <dgm:spPr/>
    </dgm:pt>
    <dgm:pt modelId="{C9650A37-CD41-4D43-BA6B-561D3AEA001B}" type="pres">
      <dgm:prSet presAssocID="{6F6042E2-4F2B-42F5-A6E1-3B4A5A3A0E1A}" presName="txFour" presStyleLbl="node4" presStyleIdx="11" presStyleCnt="21">
        <dgm:presLayoutVars>
          <dgm:chPref val="3"/>
        </dgm:presLayoutVars>
      </dgm:prSet>
      <dgm:spPr/>
    </dgm:pt>
    <dgm:pt modelId="{72FC8AA0-E4B3-43C3-83FA-7EBB105B1B1C}" type="pres">
      <dgm:prSet presAssocID="{6F6042E2-4F2B-42F5-A6E1-3B4A5A3A0E1A}" presName="horzFour" presStyleCnt="0"/>
      <dgm:spPr/>
    </dgm:pt>
    <dgm:pt modelId="{9611F525-D9B8-4313-8D01-BB15569F1638}" type="pres">
      <dgm:prSet presAssocID="{3CC4AE90-862C-4FB1-B706-4223C8A2BA1D}" presName="sibSpaceThree" presStyleCnt="0"/>
      <dgm:spPr/>
    </dgm:pt>
    <dgm:pt modelId="{3A2024BF-DD92-48D3-A520-A3A66BB616F4}" type="pres">
      <dgm:prSet presAssocID="{2A3E92AD-68BA-4D41-A434-E9CE3390231F}" presName="vertThree" presStyleCnt="0"/>
      <dgm:spPr/>
    </dgm:pt>
    <dgm:pt modelId="{5CCA8E86-A73D-4436-BDF0-E59E27244907}" type="pres">
      <dgm:prSet presAssocID="{2A3E92AD-68BA-4D41-A434-E9CE3390231F}" presName="txThree" presStyleLbl="node3" presStyleIdx="4" presStyleCnt="13">
        <dgm:presLayoutVars>
          <dgm:chPref val="3"/>
        </dgm:presLayoutVars>
      </dgm:prSet>
      <dgm:spPr>
        <a:xfrm>
          <a:off x="4740131" y="2474134"/>
          <a:ext cx="1135135" cy="1090447"/>
        </a:xfrm>
        <a:prstGeom prst="roundRect">
          <a:avLst>
            <a:gd name="adj" fmla="val 10000"/>
          </a:avLst>
        </a:prstGeom>
      </dgm:spPr>
    </dgm:pt>
    <dgm:pt modelId="{070341AA-6E5B-47D7-8312-40DE0DB91260}" type="pres">
      <dgm:prSet presAssocID="{2A3E92AD-68BA-4D41-A434-E9CE3390231F}" presName="parTransThree" presStyleCnt="0"/>
      <dgm:spPr/>
    </dgm:pt>
    <dgm:pt modelId="{8657FF4A-02F9-4279-AE06-C61F73E7931F}" type="pres">
      <dgm:prSet presAssocID="{2A3E92AD-68BA-4D41-A434-E9CE3390231F}" presName="horzThree" presStyleCnt="0"/>
      <dgm:spPr/>
    </dgm:pt>
    <dgm:pt modelId="{D47AB8E4-EA2B-4153-9E6D-0DAA29EC8431}" type="pres">
      <dgm:prSet presAssocID="{96511532-9BAE-4130-A811-94759DDE5239}" presName="vertFour" presStyleCnt="0">
        <dgm:presLayoutVars>
          <dgm:chPref val="3"/>
        </dgm:presLayoutVars>
      </dgm:prSet>
      <dgm:spPr/>
    </dgm:pt>
    <dgm:pt modelId="{22F300FA-3AA9-4E5D-A654-02625FAC1D0A}" type="pres">
      <dgm:prSet presAssocID="{96511532-9BAE-4130-A811-94759DDE5239}" presName="txFour" presStyleLbl="node4" presStyleIdx="12" presStyleCnt="21">
        <dgm:presLayoutVars>
          <dgm:chPref val="3"/>
        </dgm:presLayoutVars>
      </dgm:prSet>
      <dgm:spPr/>
    </dgm:pt>
    <dgm:pt modelId="{A1AFE004-E072-4831-9B78-B625089D6419}" type="pres">
      <dgm:prSet presAssocID="{96511532-9BAE-4130-A811-94759DDE5239}" presName="horzFour" presStyleCnt="0"/>
      <dgm:spPr/>
    </dgm:pt>
    <dgm:pt modelId="{DD5730AB-FEB3-4FB5-85B4-22E7C9B757CD}" type="pres">
      <dgm:prSet presAssocID="{9AFDE57A-C8A1-494F-9148-02399AEE78A5}" presName="sibSpaceFour" presStyleCnt="0"/>
      <dgm:spPr/>
    </dgm:pt>
    <dgm:pt modelId="{520BFC02-A139-491E-A252-119CD223F93A}" type="pres">
      <dgm:prSet presAssocID="{7D6E6FFF-4DF1-4257-82D0-45C3A1A1E3AD}" presName="vertFour" presStyleCnt="0">
        <dgm:presLayoutVars>
          <dgm:chPref val="3"/>
        </dgm:presLayoutVars>
      </dgm:prSet>
      <dgm:spPr/>
    </dgm:pt>
    <dgm:pt modelId="{0EF310C6-12A5-4E16-9463-729BB21140E6}" type="pres">
      <dgm:prSet presAssocID="{7D6E6FFF-4DF1-4257-82D0-45C3A1A1E3AD}" presName="txFour" presStyleLbl="node4" presStyleIdx="13" presStyleCnt="21">
        <dgm:presLayoutVars>
          <dgm:chPref val="3"/>
        </dgm:presLayoutVars>
      </dgm:prSet>
      <dgm:spPr/>
    </dgm:pt>
    <dgm:pt modelId="{D47F457E-E8DC-4F33-A00A-17380F29B877}" type="pres">
      <dgm:prSet presAssocID="{7D6E6FFF-4DF1-4257-82D0-45C3A1A1E3AD}" presName="horzFour" presStyleCnt="0"/>
      <dgm:spPr/>
    </dgm:pt>
    <dgm:pt modelId="{CB770ECE-BCAA-4ECC-89B0-6870490B63A2}" type="pres">
      <dgm:prSet presAssocID="{BD65D646-E2F1-44BF-949F-52210DE6752F}" presName="sibSpaceFour" presStyleCnt="0"/>
      <dgm:spPr/>
    </dgm:pt>
    <dgm:pt modelId="{36C67580-030F-4F20-AAB0-E95A8C5722A9}" type="pres">
      <dgm:prSet presAssocID="{73754722-E14E-4EF3-8005-6ACA0A9E853F}" presName="vertFour" presStyleCnt="0">
        <dgm:presLayoutVars>
          <dgm:chPref val="3"/>
        </dgm:presLayoutVars>
      </dgm:prSet>
      <dgm:spPr/>
    </dgm:pt>
    <dgm:pt modelId="{761EA637-EE96-41C0-A561-0D4BD1B178A3}" type="pres">
      <dgm:prSet presAssocID="{73754722-E14E-4EF3-8005-6ACA0A9E853F}" presName="txFour" presStyleLbl="node4" presStyleIdx="14" presStyleCnt="21">
        <dgm:presLayoutVars>
          <dgm:chPref val="3"/>
        </dgm:presLayoutVars>
      </dgm:prSet>
      <dgm:spPr/>
    </dgm:pt>
    <dgm:pt modelId="{3355436C-9BF3-4715-8411-1734D72B0C3B}" type="pres">
      <dgm:prSet presAssocID="{73754722-E14E-4EF3-8005-6ACA0A9E853F}" presName="horzFour" presStyleCnt="0"/>
      <dgm:spPr/>
    </dgm:pt>
    <dgm:pt modelId="{FE78F38F-4F6A-4A62-912C-1F7EADC68301}" type="pres">
      <dgm:prSet presAssocID="{932C1A6A-97C6-4E36-8680-F5F6A60127EC}" presName="sibSpaceThree" presStyleCnt="0"/>
      <dgm:spPr/>
    </dgm:pt>
    <dgm:pt modelId="{8DD2DED4-B610-4F7B-9346-48FCDAC170A9}" type="pres">
      <dgm:prSet presAssocID="{28742EC7-BDE8-40A9-BCF8-5741D3FCB450}" presName="vertThree" presStyleCnt="0"/>
      <dgm:spPr/>
    </dgm:pt>
    <dgm:pt modelId="{8F1793BD-8CCC-4504-8728-04F85CECBE51}" type="pres">
      <dgm:prSet presAssocID="{28742EC7-BDE8-40A9-BCF8-5741D3FCB450}" presName="txThree" presStyleLbl="node3" presStyleIdx="5" presStyleCnt="13">
        <dgm:presLayoutVars>
          <dgm:chPref val="3"/>
        </dgm:presLayoutVars>
      </dgm:prSet>
      <dgm:spPr>
        <a:xfrm>
          <a:off x="5890939" y="2474134"/>
          <a:ext cx="1135135" cy="1090447"/>
        </a:xfrm>
        <a:prstGeom prst="roundRect">
          <a:avLst>
            <a:gd name="adj" fmla="val 10000"/>
          </a:avLst>
        </a:prstGeom>
      </dgm:spPr>
    </dgm:pt>
    <dgm:pt modelId="{4A8AABE2-A611-4B3E-AA0E-7CBA16B0BA7E}" type="pres">
      <dgm:prSet presAssocID="{28742EC7-BDE8-40A9-BCF8-5741D3FCB450}" presName="parTransThree" presStyleCnt="0"/>
      <dgm:spPr/>
    </dgm:pt>
    <dgm:pt modelId="{61485B16-9050-4438-9E20-76BED7C2FE3B}" type="pres">
      <dgm:prSet presAssocID="{28742EC7-BDE8-40A9-BCF8-5741D3FCB450}" presName="horzThree" presStyleCnt="0"/>
      <dgm:spPr/>
    </dgm:pt>
    <dgm:pt modelId="{29112C2E-D7B4-454D-93EC-0F4CE36A9F21}" type="pres">
      <dgm:prSet presAssocID="{612CAD0C-4092-47C7-8945-B88E660897C8}" presName="vertFour" presStyleCnt="0">
        <dgm:presLayoutVars>
          <dgm:chPref val="3"/>
        </dgm:presLayoutVars>
      </dgm:prSet>
      <dgm:spPr/>
    </dgm:pt>
    <dgm:pt modelId="{41FCC162-5D47-4501-AC0D-1130AC2E9EA2}" type="pres">
      <dgm:prSet presAssocID="{612CAD0C-4092-47C7-8945-B88E660897C8}" presName="txFour" presStyleLbl="node4" presStyleIdx="15" presStyleCnt="21">
        <dgm:presLayoutVars>
          <dgm:chPref val="3"/>
        </dgm:presLayoutVars>
      </dgm:prSet>
      <dgm:spPr/>
    </dgm:pt>
    <dgm:pt modelId="{447D791E-99C7-46C2-9E86-CBD6B2376000}" type="pres">
      <dgm:prSet presAssocID="{612CAD0C-4092-47C7-8945-B88E660897C8}" presName="horzFour" presStyleCnt="0"/>
      <dgm:spPr/>
    </dgm:pt>
    <dgm:pt modelId="{98A14564-674B-4649-8A6A-9B09D535751F}" type="pres">
      <dgm:prSet presAssocID="{6226F5FB-464E-444B-989F-BF8FD9C49CF6}" presName="sibSpaceFour" presStyleCnt="0"/>
      <dgm:spPr/>
    </dgm:pt>
    <dgm:pt modelId="{42DDB6E2-6043-4C5F-B27D-0ABD36C3CD3D}" type="pres">
      <dgm:prSet presAssocID="{C0624922-3898-4011-BDE7-E39BDB67D742}" presName="vertFour" presStyleCnt="0">
        <dgm:presLayoutVars>
          <dgm:chPref val="3"/>
        </dgm:presLayoutVars>
      </dgm:prSet>
      <dgm:spPr/>
    </dgm:pt>
    <dgm:pt modelId="{5D8F16B9-80CF-4464-B7D2-42ADC1694D2F}" type="pres">
      <dgm:prSet presAssocID="{C0624922-3898-4011-BDE7-E39BDB67D742}" presName="txFour" presStyleLbl="node4" presStyleIdx="16" presStyleCnt="21">
        <dgm:presLayoutVars>
          <dgm:chPref val="3"/>
        </dgm:presLayoutVars>
      </dgm:prSet>
      <dgm:spPr/>
    </dgm:pt>
    <dgm:pt modelId="{B4A966A3-EDA3-4493-B30A-20D646361AB2}" type="pres">
      <dgm:prSet presAssocID="{C0624922-3898-4011-BDE7-E39BDB67D742}" presName="horzFour" presStyleCnt="0"/>
      <dgm:spPr/>
    </dgm:pt>
    <dgm:pt modelId="{B72E566A-34DD-4772-B159-25D7AEB16882}" type="pres">
      <dgm:prSet presAssocID="{5C2DAE57-7233-46BB-93CA-F243615CE91D}" presName="sibSpaceFour" presStyleCnt="0"/>
      <dgm:spPr/>
    </dgm:pt>
    <dgm:pt modelId="{ADE7DE40-55E8-4512-A916-EDB535FBA616}" type="pres">
      <dgm:prSet presAssocID="{32D153EE-F9E3-4155-A4FF-7683FAB6668A}" presName="vertFour" presStyleCnt="0">
        <dgm:presLayoutVars>
          <dgm:chPref val="3"/>
        </dgm:presLayoutVars>
      </dgm:prSet>
      <dgm:spPr/>
    </dgm:pt>
    <dgm:pt modelId="{5D46480D-AFEF-44D9-8254-F2AE4348FA46}" type="pres">
      <dgm:prSet presAssocID="{32D153EE-F9E3-4155-A4FF-7683FAB6668A}" presName="txFour" presStyleLbl="node4" presStyleIdx="17" presStyleCnt="21">
        <dgm:presLayoutVars>
          <dgm:chPref val="3"/>
        </dgm:presLayoutVars>
      </dgm:prSet>
      <dgm:spPr/>
    </dgm:pt>
    <dgm:pt modelId="{A4D4CDFE-A65D-4D6B-B579-4AB4CDAF5CFE}" type="pres">
      <dgm:prSet presAssocID="{32D153EE-F9E3-4155-A4FF-7683FAB6668A}" presName="horzFour" presStyleCnt="0"/>
      <dgm:spPr/>
    </dgm:pt>
    <dgm:pt modelId="{C68531B4-84BE-4089-9416-E8156B3D4847}" type="pres">
      <dgm:prSet presAssocID="{ED860270-90EC-4CCA-8205-9A901B9AB2CE}" presName="sibSpaceThree" presStyleCnt="0"/>
      <dgm:spPr/>
    </dgm:pt>
    <dgm:pt modelId="{0623A425-D3BF-49D6-8E43-17E56471C17C}" type="pres">
      <dgm:prSet presAssocID="{49991257-346A-4332-B2B9-C32380B50419}" presName="vertThree" presStyleCnt="0"/>
      <dgm:spPr/>
    </dgm:pt>
    <dgm:pt modelId="{81A809B6-090F-4405-8599-8B85C43D44DC}" type="pres">
      <dgm:prSet presAssocID="{49991257-346A-4332-B2B9-C32380B50419}" presName="txThree" presStyleLbl="node3" presStyleIdx="6" presStyleCnt="13">
        <dgm:presLayoutVars>
          <dgm:chPref val="3"/>
        </dgm:presLayoutVars>
      </dgm:prSet>
      <dgm:spPr>
        <a:xfrm>
          <a:off x="7041747" y="2474134"/>
          <a:ext cx="1135135" cy="1090447"/>
        </a:xfrm>
        <a:prstGeom prst="roundRect">
          <a:avLst>
            <a:gd name="adj" fmla="val 10000"/>
          </a:avLst>
        </a:prstGeom>
      </dgm:spPr>
    </dgm:pt>
    <dgm:pt modelId="{8FAD86E9-D14B-47B0-806E-83F24D773223}" type="pres">
      <dgm:prSet presAssocID="{49991257-346A-4332-B2B9-C32380B50419}" presName="parTransThree" presStyleCnt="0"/>
      <dgm:spPr/>
    </dgm:pt>
    <dgm:pt modelId="{163BBA54-C9EE-4B48-80D4-B11FF186FB86}" type="pres">
      <dgm:prSet presAssocID="{49991257-346A-4332-B2B9-C32380B50419}" presName="horzThree" presStyleCnt="0"/>
      <dgm:spPr/>
    </dgm:pt>
    <dgm:pt modelId="{511DE9A3-76D0-4303-B21C-DBCC9E476C1B}" type="pres">
      <dgm:prSet presAssocID="{594E9C4D-CA95-4CF8-B7DF-7485C7BE0EFB}" presName="vertFour" presStyleCnt="0">
        <dgm:presLayoutVars>
          <dgm:chPref val="3"/>
        </dgm:presLayoutVars>
      </dgm:prSet>
      <dgm:spPr/>
    </dgm:pt>
    <dgm:pt modelId="{34DB856F-485B-4B1F-8B0E-17187DF4FF2C}" type="pres">
      <dgm:prSet presAssocID="{594E9C4D-CA95-4CF8-B7DF-7485C7BE0EFB}" presName="txFour" presStyleLbl="node4" presStyleIdx="18" presStyleCnt="21">
        <dgm:presLayoutVars>
          <dgm:chPref val="3"/>
        </dgm:presLayoutVars>
      </dgm:prSet>
      <dgm:spPr/>
    </dgm:pt>
    <dgm:pt modelId="{EE3EAB8F-C64F-4ACA-8C7C-079E40BD92EA}" type="pres">
      <dgm:prSet presAssocID="{594E9C4D-CA95-4CF8-B7DF-7485C7BE0EFB}" presName="horzFour" presStyleCnt="0"/>
      <dgm:spPr/>
    </dgm:pt>
    <dgm:pt modelId="{AC96C131-658D-4C10-9F1C-2DE341739DBD}" type="pres">
      <dgm:prSet presAssocID="{C546A5B3-C807-4F9A-B4F3-2CC0A4E192D6}" presName="sibSpaceFour" presStyleCnt="0"/>
      <dgm:spPr/>
    </dgm:pt>
    <dgm:pt modelId="{F67FE804-FF48-45A8-ACDF-C0EEEF95E0E4}" type="pres">
      <dgm:prSet presAssocID="{99B196CA-D8BD-4CCD-AD28-75F02A54E460}" presName="vertFour" presStyleCnt="0">
        <dgm:presLayoutVars>
          <dgm:chPref val="3"/>
        </dgm:presLayoutVars>
      </dgm:prSet>
      <dgm:spPr/>
    </dgm:pt>
    <dgm:pt modelId="{A8ABA455-BC8D-4D54-B2ED-1A16682008A7}" type="pres">
      <dgm:prSet presAssocID="{99B196CA-D8BD-4CCD-AD28-75F02A54E460}" presName="txFour" presStyleLbl="node4" presStyleIdx="19" presStyleCnt="21">
        <dgm:presLayoutVars>
          <dgm:chPref val="3"/>
        </dgm:presLayoutVars>
      </dgm:prSet>
      <dgm:spPr/>
    </dgm:pt>
    <dgm:pt modelId="{5C6CC686-229F-4F4C-8243-2641F928F4DA}" type="pres">
      <dgm:prSet presAssocID="{99B196CA-D8BD-4CCD-AD28-75F02A54E460}" presName="horzFour" presStyleCnt="0"/>
      <dgm:spPr/>
    </dgm:pt>
    <dgm:pt modelId="{6DC02448-BF73-40E5-B5DF-AA8E89C33949}" type="pres">
      <dgm:prSet presAssocID="{4F166BE7-F292-4800-8CAD-659100F18A11}" presName="sibSpaceFour" presStyleCnt="0"/>
      <dgm:spPr/>
    </dgm:pt>
    <dgm:pt modelId="{66A43524-B08A-46DD-8FDB-BAD7DB3F0C71}" type="pres">
      <dgm:prSet presAssocID="{B430D8AE-79E8-4783-9C7E-DC699C8274F0}" presName="vertFour" presStyleCnt="0">
        <dgm:presLayoutVars>
          <dgm:chPref val="3"/>
        </dgm:presLayoutVars>
      </dgm:prSet>
      <dgm:spPr/>
    </dgm:pt>
    <dgm:pt modelId="{7BCA1C4B-D62B-4AD2-9585-09B9A4F49F5B}" type="pres">
      <dgm:prSet presAssocID="{B430D8AE-79E8-4783-9C7E-DC699C8274F0}" presName="txFour" presStyleLbl="node4" presStyleIdx="20" presStyleCnt="21">
        <dgm:presLayoutVars>
          <dgm:chPref val="3"/>
        </dgm:presLayoutVars>
      </dgm:prSet>
      <dgm:spPr/>
    </dgm:pt>
    <dgm:pt modelId="{EC5631D6-365F-442D-B284-123E909208A0}" type="pres">
      <dgm:prSet presAssocID="{B430D8AE-79E8-4783-9C7E-DC699C8274F0}" presName="horzFour" presStyleCnt="0"/>
      <dgm:spPr/>
    </dgm:pt>
    <dgm:pt modelId="{BBDCC36B-1C79-4180-A5AB-248BEA62BF23}" type="pres">
      <dgm:prSet presAssocID="{684ABF64-F4C2-4153-A4D5-2BABE728A263}" presName="sibSpaceThree" presStyleCnt="0"/>
      <dgm:spPr/>
    </dgm:pt>
    <dgm:pt modelId="{B2B20C0B-D66E-487E-A5A3-7943C5B80EAA}" type="pres">
      <dgm:prSet presAssocID="{BDD05778-AB21-4F8A-8727-E4CE091CC308}" presName="vertThree" presStyleCnt="0"/>
      <dgm:spPr/>
    </dgm:pt>
    <dgm:pt modelId="{B36ACDFB-35F5-46C2-ABC1-D006DB201E36}" type="pres">
      <dgm:prSet presAssocID="{BDD05778-AB21-4F8A-8727-E4CE091CC308}" presName="txThree" presStyleLbl="node3" presStyleIdx="7" presStyleCnt="13" custScaleX="122127">
        <dgm:presLayoutVars>
          <dgm:chPref val="3"/>
        </dgm:presLayoutVars>
      </dgm:prSet>
      <dgm:spPr>
        <a:xfrm>
          <a:off x="8192555" y="2474134"/>
          <a:ext cx="455722" cy="1090447"/>
        </a:xfrm>
        <a:prstGeom prst="roundRect">
          <a:avLst>
            <a:gd name="adj" fmla="val 10000"/>
          </a:avLst>
        </a:prstGeom>
      </dgm:spPr>
    </dgm:pt>
    <dgm:pt modelId="{606BBDF9-8A8F-4E1F-8D9F-A5504D28DE1D}" type="pres">
      <dgm:prSet presAssocID="{BDD05778-AB21-4F8A-8727-E4CE091CC308}" presName="horzThree" presStyleCnt="0"/>
      <dgm:spPr/>
    </dgm:pt>
    <dgm:pt modelId="{8178691D-3353-496A-A037-1EFE6B952CFB}" type="pres">
      <dgm:prSet presAssocID="{C3E34FB2-5D60-4041-A252-B458DEAA9D45}" presName="sibSpaceThree" presStyleCnt="0"/>
      <dgm:spPr/>
    </dgm:pt>
    <dgm:pt modelId="{C106114D-DBDF-4E52-81DB-E6EB57AD81BB}" type="pres">
      <dgm:prSet presAssocID="{10476C8D-C71D-4E5A-B9F8-C4C9DCEBD930}" presName="vertThree" presStyleCnt="0"/>
      <dgm:spPr/>
    </dgm:pt>
    <dgm:pt modelId="{F6088778-D41D-4F60-84FC-2DA6A669278B}" type="pres">
      <dgm:prSet presAssocID="{10476C8D-C71D-4E5A-B9F8-C4C9DCEBD930}" presName="txThree" presStyleLbl="node3" presStyleIdx="8" presStyleCnt="13" custScaleX="116675">
        <dgm:presLayoutVars>
          <dgm:chPref val="3"/>
        </dgm:presLayoutVars>
      </dgm:prSet>
      <dgm:spPr>
        <a:xfrm>
          <a:off x="8663950" y="2474134"/>
          <a:ext cx="435377" cy="1090447"/>
        </a:xfrm>
        <a:prstGeom prst="roundRect">
          <a:avLst>
            <a:gd name="adj" fmla="val 10000"/>
          </a:avLst>
        </a:prstGeom>
      </dgm:spPr>
    </dgm:pt>
    <dgm:pt modelId="{7C349EC1-0B56-43F8-ADED-34E7707E3DCF}" type="pres">
      <dgm:prSet presAssocID="{10476C8D-C71D-4E5A-B9F8-C4C9DCEBD930}" presName="horzThree" presStyleCnt="0"/>
      <dgm:spPr/>
    </dgm:pt>
    <dgm:pt modelId="{6FE55C1F-0083-41B3-9CC4-07340CB55040}" type="pres">
      <dgm:prSet presAssocID="{E9389C1F-7502-48F6-857F-4E803C77242C}" presName="sibSpaceTwo" presStyleCnt="0"/>
      <dgm:spPr/>
    </dgm:pt>
    <dgm:pt modelId="{0958D94F-82D6-46F7-B37B-E29BBB8090C1}" type="pres">
      <dgm:prSet presAssocID="{74AA6321-8D71-441D-8526-4FEB0CFE361A}" presName="vertTwo" presStyleCnt="0"/>
      <dgm:spPr/>
    </dgm:pt>
    <dgm:pt modelId="{D418EDB3-20B0-496D-80B3-D4C050A32FA5}" type="pres">
      <dgm:prSet presAssocID="{74AA6321-8D71-441D-8526-4FEB0CFE361A}" presName="txTwo" presStyleLbl="node2" presStyleIdx="4" presStyleCnt="8">
        <dgm:presLayoutVars>
          <dgm:chPref val="3"/>
        </dgm:presLayoutVars>
      </dgm:prSet>
      <dgm:spPr>
        <a:xfrm>
          <a:off x="9346884" y="1238077"/>
          <a:ext cx="385079" cy="1090447"/>
        </a:xfrm>
        <a:prstGeom prst="roundRect">
          <a:avLst>
            <a:gd name="adj" fmla="val 10000"/>
          </a:avLst>
        </a:prstGeom>
      </dgm:spPr>
    </dgm:pt>
    <dgm:pt modelId="{0A45637D-5C78-450D-BAA1-DBF42850A81A}" type="pres">
      <dgm:prSet presAssocID="{74AA6321-8D71-441D-8526-4FEB0CFE361A}" presName="parTransTwo" presStyleCnt="0"/>
      <dgm:spPr/>
    </dgm:pt>
    <dgm:pt modelId="{726FEC8A-F68D-4336-A6A6-EC7AD83E4EDA}" type="pres">
      <dgm:prSet presAssocID="{74AA6321-8D71-441D-8526-4FEB0CFE361A}" presName="horzTwo" presStyleCnt="0"/>
      <dgm:spPr/>
    </dgm:pt>
    <dgm:pt modelId="{5705A516-AAD6-4CC9-BBF6-BED4542A5497}" type="pres">
      <dgm:prSet presAssocID="{84449A58-F711-46C5-88AB-FB56840357B5}" presName="vertThree" presStyleCnt="0"/>
      <dgm:spPr/>
    </dgm:pt>
    <dgm:pt modelId="{F57A4F2D-6CD1-420A-97E7-73D9F80309C1}" type="pres">
      <dgm:prSet presAssocID="{84449A58-F711-46C5-88AB-FB56840357B5}" presName="txThree" presStyleLbl="node3" presStyleIdx="9" presStyleCnt="13">
        <dgm:presLayoutVars>
          <dgm:chPref val="3"/>
        </dgm:presLayoutVars>
      </dgm:prSet>
      <dgm:spPr>
        <a:xfrm>
          <a:off x="9346884" y="2474134"/>
          <a:ext cx="385079" cy="1090447"/>
        </a:xfrm>
        <a:prstGeom prst="roundRect">
          <a:avLst>
            <a:gd name="adj" fmla="val 10000"/>
          </a:avLst>
        </a:prstGeom>
      </dgm:spPr>
    </dgm:pt>
    <dgm:pt modelId="{3E57E210-F369-4C3F-837E-B69874AC4C82}" type="pres">
      <dgm:prSet presAssocID="{84449A58-F711-46C5-88AB-FB56840357B5}" presName="horzThree" presStyleCnt="0"/>
      <dgm:spPr/>
    </dgm:pt>
    <dgm:pt modelId="{D3A8EC47-1C83-4A33-9522-E1369E6F1518}" type="pres">
      <dgm:prSet presAssocID="{72F5CF47-41DF-403F-8775-9DAF67F6DB45}" presName="sibSpaceTwo" presStyleCnt="0"/>
      <dgm:spPr/>
    </dgm:pt>
    <dgm:pt modelId="{5E27F10C-B357-4E10-BAE3-5B4C38029E9D}" type="pres">
      <dgm:prSet presAssocID="{C6F41262-B0CA-4618-B2A6-10DCFAFAF19D}" presName="vertTwo" presStyleCnt="0"/>
      <dgm:spPr/>
    </dgm:pt>
    <dgm:pt modelId="{5FED656A-07B4-47C6-A242-E7DAC2C3867A}" type="pres">
      <dgm:prSet presAssocID="{C6F41262-B0CA-4618-B2A6-10DCFAFAF19D}" presName="txTwo" presStyleLbl="node2" presStyleIdx="5" presStyleCnt="8">
        <dgm:presLayoutVars>
          <dgm:chPref val="3"/>
        </dgm:presLayoutVars>
      </dgm:prSet>
      <dgm:spPr>
        <a:xfrm>
          <a:off x="9764278" y="1238077"/>
          <a:ext cx="385079" cy="1090447"/>
        </a:xfrm>
        <a:prstGeom prst="roundRect">
          <a:avLst>
            <a:gd name="adj" fmla="val 10000"/>
          </a:avLst>
        </a:prstGeom>
      </dgm:spPr>
    </dgm:pt>
    <dgm:pt modelId="{715B30EA-B74B-4952-8D69-EF5E0A5853EF}" type="pres">
      <dgm:prSet presAssocID="{C6F41262-B0CA-4618-B2A6-10DCFAFAF19D}" presName="parTransTwo" presStyleCnt="0"/>
      <dgm:spPr/>
    </dgm:pt>
    <dgm:pt modelId="{4B32A53F-102E-4BA1-8229-71A2FA705DD2}" type="pres">
      <dgm:prSet presAssocID="{C6F41262-B0CA-4618-B2A6-10DCFAFAF19D}" presName="horzTwo" presStyleCnt="0"/>
      <dgm:spPr/>
    </dgm:pt>
    <dgm:pt modelId="{7CE6A5D0-4793-47A2-B9C8-98728C3C0410}" type="pres">
      <dgm:prSet presAssocID="{40FA9CDB-E15E-459E-9A76-F3B23D6A3C4D}" presName="vertThree" presStyleCnt="0"/>
      <dgm:spPr/>
    </dgm:pt>
    <dgm:pt modelId="{CA3242E1-6B6D-4745-AC41-51EFE5C6CAB6}" type="pres">
      <dgm:prSet presAssocID="{40FA9CDB-E15E-459E-9A76-F3B23D6A3C4D}" presName="txThree" presStyleLbl="node3" presStyleIdx="10" presStyleCnt="13">
        <dgm:presLayoutVars>
          <dgm:chPref val="3"/>
        </dgm:presLayoutVars>
      </dgm:prSet>
      <dgm:spPr>
        <a:xfrm>
          <a:off x="9764278" y="2474134"/>
          <a:ext cx="385079" cy="1090447"/>
        </a:xfrm>
        <a:prstGeom prst="roundRect">
          <a:avLst>
            <a:gd name="adj" fmla="val 10000"/>
          </a:avLst>
        </a:prstGeom>
      </dgm:spPr>
    </dgm:pt>
    <dgm:pt modelId="{702C44C6-508B-46A1-A1F2-F92B87F9800B}" type="pres">
      <dgm:prSet presAssocID="{40FA9CDB-E15E-459E-9A76-F3B23D6A3C4D}" presName="horzThree" presStyleCnt="0"/>
      <dgm:spPr/>
    </dgm:pt>
    <dgm:pt modelId="{BA019C5F-BC42-4505-B9B5-6E4E77BFFF53}" type="pres">
      <dgm:prSet presAssocID="{3AEAF6F3-3ECF-42DD-AF54-F77B90389ED5}" presName="sibSpaceTwo" presStyleCnt="0"/>
      <dgm:spPr/>
    </dgm:pt>
    <dgm:pt modelId="{FD81F52A-9E1A-4443-A885-72F0D7413605}" type="pres">
      <dgm:prSet presAssocID="{50F0324A-324D-4D4C-BC5D-FB8765CA7DA9}" presName="vertTwo" presStyleCnt="0"/>
      <dgm:spPr/>
    </dgm:pt>
    <dgm:pt modelId="{10AA8F6F-0B00-4069-9954-43A3F3FC9255}" type="pres">
      <dgm:prSet presAssocID="{50F0324A-324D-4D4C-BC5D-FB8765CA7DA9}" presName="txTwo" presStyleLbl="node2" presStyleIdx="6" presStyleCnt="8">
        <dgm:presLayoutVars>
          <dgm:chPref val="3"/>
        </dgm:presLayoutVars>
      </dgm:prSet>
      <dgm:spPr>
        <a:xfrm>
          <a:off x="10181673" y="1238077"/>
          <a:ext cx="385079" cy="1090447"/>
        </a:xfrm>
        <a:prstGeom prst="roundRect">
          <a:avLst>
            <a:gd name="adj" fmla="val 10000"/>
          </a:avLst>
        </a:prstGeom>
      </dgm:spPr>
    </dgm:pt>
    <dgm:pt modelId="{2C14383F-42F5-4F6A-8B61-1B45A15F75F8}" type="pres">
      <dgm:prSet presAssocID="{50F0324A-324D-4D4C-BC5D-FB8765CA7DA9}" presName="parTransTwo" presStyleCnt="0"/>
      <dgm:spPr/>
    </dgm:pt>
    <dgm:pt modelId="{AE2B9BB1-5AC4-429D-A287-4E0AEE1CAA47}" type="pres">
      <dgm:prSet presAssocID="{50F0324A-324D-4D4C-BC5D-FB8765CA7DA9}" presName="horzTwo" presStyleCnt="0"/>
      <dgm:spPr/>
    </dgm:pt>
    <dgm:pt modelId="{0983C406-14E2-40D5-8D28-96205F02B382}" type="pres">
      <dgm:prSet presAssocID="{5A991914-0FD9-492B-BBEB-9F3FC1738AA0}" presName="vertThree" presStyleCnt="0"/>
      <dgm:spPr/>
    </dgm:pt>
    <dgm:pt modelId="{98B50A30-EA60-4A99-A3D9-DC83EA01E612}" type="pres">
      <dgm:prSet presAssocID="{5A991914-0FD9-492B-BBEB-9F3FC1738AA0}" presName="txThree" presStyleLbl="node3" presStyleIdx="11" presStyleCnt="13">
        <dgm:presLayoutVars>
          <dgm:chPref val="3"/>
        </dgm:presLayoutVars>
      </dgm:prSet>
      <dgm:spPr>
        <a:xfrm>
          <a:off x="10181673" y="2474134"/>
          <a:ext cx="385079" cy="1090447"/>
        </a:xfrm>
        <a:prstGeom prst="roundRect">
          <a:avLst>
            <a:gd name="adj" fmla="val 10000"/>
          </a:avLst>
        </a:prstGeom>
      </dgm:spPr>
    </dgm:pt>
    <dgm:pt modelId="{B2207C33-AD6B-44E4-A0F1-9630C43DB2A1}" type="pres">
      <dgm:prSet presAssocID="{5A991914-0FD9-492B-BBEB-9F3FC1738AA0}" presName="horzThree" presStyleCnt="0"/>
      <dgm:spPr/>
    </dgm:pt>
    <dgm:pt modelId="{29440782-5229-4A06-83DA-E13766F86EBD}" type="pres">
      <dgm:prSet presAssocID="{176081F7-A22D-4C89-98FA-B067E409EC02}" presName="sibSpaceTwo" presStyleCnt="0"/>
      <dgm:spPr/>
    </dgm:pt>
    <dgm:pt modelId="{CA326E3E-2817-4BE4-B170-7C55F70DE02F}" type="pres">
      <dgm:prSet presAssocID="{F0A64884-B1DA-49B2-92AE-91057B0929DF}" presName="vertTwo" presStyleCnt="0"/>
      <dgm:spPr/>
    </dgm:pt>
    <dgm:pt modelId="{73F6BFA5-9C2C-4559-A03E-089D9A704FD7}" type="pres">
      <dgm:prSet presAssocID="{F0A64884-B1DA-49B2-92AE-91057B0929DF}" presName="txTwo" presStyleLbl="node2" presStyleIdx="7" presStyleCnt="8">
        <dgm:presLayoutVars>
          <dgm:chPref val="3"/>
        </dgm:presLayoutVars>
      </dgm:prSet>
      <dgm:spPr>
        <a:xfrm>
          <a:off x="10599068" y="1238077"/>
          <a:ext cx="385079" cy="1090447"/>
        </a:xfrm>
        <a:prstGeom prst="roundRect">
          <a:avLst>
            <a:gd name="adj" fmla="val 10000"/>
          </a:avLst>
        </a:prstGeom>
      </dgm:spPr>
    </dgm:pt>
    <dgm:pt modelId="{31FA1658-5358-46C1-81FA-7B30126920C5}" type="pres">
      <dgm:prSet presAssocID="{F0A64884-B1DA-49B2-92AE-91057B0929DF}" presName="parTransTwo" presStyleCnt="0"/>
      <dgm:spPr/>
    </dgm:pt>
    <dgm:pt modelId="{F4E6414B-B4E2-41D8-B3D4-BE08562DAAD6}" type="pres">
      <dgm:prSet presAssocID="{F0A64884-B1DA-49B2-92AE-91057B0929DF}" presName="horzTwo" presStyleCnt="0"/>
      <dgm:spPr/>
    </dgm:pt>
    <dgm:pt modelId="{99FF423C-E7B6-4D8D-AAB1-6C1FF677AA6F}" type="pres">
      <dgm:prSet presAssocID="{4FCA54D6-E9AC-4616-B88F-68FB59E9838C}" presName="vertThree" presStyleCnt="0"/>
      <dgm:spPr/>
    </dgm:pt>
    <dgm:pt modelId="{98D45907-1E55-4C0E-9DE9-0A9CB2E68B85}" type="pres">
      <dgm:prSet presAssocID="{4FCA54D6-E9AC-4616-B88F-68FB59E9838C}" presName="txThree" presStyleLbl="node3" presStyleIdx="12" presStyleCnt="13">
        <dgm:presLayoutVars>
          <dgm:chPref val="3"/>
        </dgm:presLayoutVars>
      </dgm:prSet>
      <dgm:spPr/>
    </dgm:pt>
    <dgm:pt modelId="{42BF7620-E510-40F3-A064-2FF6AB66A866}" type="pres">
      <dgm:prSet presAssocID="{4FCA54D6-E9AC-4616-B88F-68FB59E9838C}" presName="horzThree" presStyleCnt="0"/>
      <dgm:spPr/>
    </dgm:pt>
    <dgm:pt modelId="{708F3754-D149-4A6B-9D53-894F61BF0402}" type="pres">
      <dgm:prSet presAssocID="{1536CA02-9D29-4C8F-B0E1-9390B1864A72}" presName="sibSpaceOne" presStyleCnt="0"/>
      <dgm:spPr/>
    </dgm:pt>
    <dgm:pt modelId="{D22F93B6-9FFF-4726-8DA1-161A2EDC509F}" type="pres">
      <dgm:prSet presAssocID="{7BFA04D6-BD98-4F4C-AA5F-9755312DE6DF}" presName="vertOne" presStyleCnt="0"/>
      <dgm:spPr/>
    </dgm:pt>
    <dgm:pt modelId="{BCDB3A6A-7143-44A8-B1C7-579D446DE2DB}" type="pres">
      <dgm:prSet presAssocID="{7BFA04D6-BD98-4F4C-AA5F-9755312DE6DF}" presName="txOne" presStyleLbl="node0" presStyleIdx="1" presStyleCnt="2">
        <dgm:presLayoutVars>
          <dgm:chPref val="3"/>
        </dgm:presLayoutVars>
      </dgm:prSet>
      <dgm:spPr/>
    </dgm:pt>
    <dgm:pt modelId="{9D7A1BE9-138F-43AC-A072-9CC308FBC351}" type="pres">
      <dgm:prSet presAssocID="{7BFA04D6-BD98-4F4C-AA5F-9755312DE6DF}" presName="horzOne" presStyleCnt="0"/>
      <dgm:spPr/>
    </dgm:pt>
  </dgm:ptLst>
  <dgm:cxnLst>
    <dgm:cxn modelId="{B2E4C200-A327-42A0-A4FE-DAD37D295F39}" type="presOf" srcId="{50F0324A-324D-4D4C-BC5D-FB8765CA7DA9}" destId="{10AA8F6F-0B00-4069-9954-43A3F3FC9255}" srcOrd="0" destOrd="0" presId="urn:microsoft.com/office/officeart/2005/8/layout/hierarchy4"/>
    <dgm:cxn modelId="{9FAA2201-749B-4502-85BA-3CA9205AF3F0}" type="presOf" srcId="{7BF7E72C-4E0F-446F-92D3-016CE536F037}" destId="{336AAF1B-1BF4-4267-9690-B28AB444BA66}" srcOrd="0" destOrd="0" presId="urn:microsoft.com/office/officeart/2005/8/layout/hierarchy4"/>
    <dgm:cxn modelId="{22484702-E0E9-4A56-ACB9-2D9422F78AA8}" srcId="{28742EC7-BDE8-40A9-BCF8-5741D3FCB450}" destId="{C0624922-3898-4011-BDE7-E39BDB67D742}" srcOrd="1" destOrd="0" parTransId="{FC295D58-C2FA-4F7F-9B5B-2A9D7C99AEF3}" sibTransId="{5C2DAE57-7233-46BB-93CA-F243615CE91D}"/>
    <dgm:cxn modelId="{294F8204-6EBA-4E7D-AAA4-ECD60E400FF6}" srcId="{8EECE910-CE01-49A8-B6AA-19A0CF8BB9ED}" destId="{7BF7E72C-4E0F-446F-92D3-016CE536F037}" srcOrd="0" destOrd="0" parTransId="{AC509E5B-B2B8-4EF3-8492-5E63E990A724}" sibTransId="{3E0D8D96-629F-49A4-A7E6-1E006CBB63F8}"/>
    <dgm:cxn modelId="{4275F90B-E923-4A38-8001-C79E3B53D960}" type="presOf" srcId="{BDD05778-AB21-4F8A-8727-E4CE091CC308}" destId="{B36ACDFB-35F5-46C2-ABC1-D006DB201E36}" srcOrd="0" destOrd="0" presId="urn:microsoft.com/office/officeart/2005/8/layout/hierarchy4"/>
    <dgm:cxn modelId="{D242B10C-4359-4A50-8955-495FB0F9A9A3}" srcId="{2A3E92AD-68BA-4D41-A434-E9CE3390231F}" destId="{73754722-E14E-4EF3-8005-6ACA0A9E853F}" srcOrd="2" destOrd="0" parTransId="{C26D2D6F-50E9-42E2-B53A-43C30EEC4F5D}" sibTransId="{DAA7CA76-45E7-46E3-960F-90595D5A6EE4}"/>
    <dgm:cxn modelId="{CB137B12-9374-4D22-808B-9021FD4F8909}" type="presOf" srcId="{87E9A8E4-A834-4AC2-A64A-50BE71B2DC52}" destId="{481FD83D-F36B-4459-B9C9-FF4CCA69BE78}" srcOrd="0" destOrd="0" presId="urn:microsoft.com/office/officeart/2005/8/layout/hierarchy4"/>
    <dgm:cxn modelId="{F1000817-F889-42AE-B465-47D844792D77}" srcId="{D66E83B1-67E2-4C2F-8EC3-C11C2F07DEEA}" destId="{72A93AB3-821E-4990-B133-0B7116016B42}" srcOrd="2" destOrd="0" parTransId="{88FF7E34-84C3-4E6B-9137-E1044698AFD3}" sibTransId="{21E68AF0-9C32-4B69-9409-1F80B72C06C7}"/>
    <dgm:cxn modelId="{22303218-3FB1-44C1-9C30-6ADF5A3B3DCE}" srcId="{2A3B4D06-7344-4B4A-9399-9006C3C9999E}" destId="{6F6042E2-4F2B-42F5-A6E1-3B4A5A3A0E1A}" srcOrd="2" destOrd="0" parTransId="{CE66F92D-B5AF-4BE2-B248-FF01AB8963CD}" sibTransId="{E2DF43F5-050F-4616-83C2-F0ACFA44E9DB}"/>
    <dgm:cxn modelId="{93BC291C-FB74-425B-AF82-3BE79C32716E}" type="presOf" srcId="{0CB4132D-23F9-4A7C-B14B-D51C69186E60}" destId="{0CD822A0-A68A-474A-BDDF-EA959BB79449}" srcOrd="0" destOrd="0" presId="urn:microsoft.com/office/officeart/2005/8/layout/hierarchy4"/>
    <dgm:cxn modelId="{A73EB01E-0942-4F68-8DFE-207D633B8A9C}" srcId="{28742EC7-BDE8-40A9-BCF8-5741D3FCB450}" destId="{612CAD0C-4092-47C7-8945-B88E660897C8}" srcOrd="0" destOrd="0" parTransId="{8118B550-7D0D-4572-851B-DE252496CF17}" sibTransId="{6226F5FB-464E-444B-989F-BF8FD9C49CF6}"/>
    <dgm:cxn modelId="{8C9A1E25-0711-414C-AA47-6D561430877E}" type="presOf" srcId="{8EECE910-CE01-49A8-B6AA-19A0CF8BB9ED}" destId="{9E893BEC-1A90-4DBC-A587-8EE656BA32B8}" srcOrd="0" destOrd="0" presId="urn:microsoft.com/office/officeart/2005/8/layout/hierarchy4"/>
    <dgm:cxn modelId="{2A04482C-CB96-4379-83ED-3205C5CBF936}" srcId="{C717FA72-8A9E-45DF-BE64-03F4590A5AA5}" destId="{D66E83B1-67E2-4C2F-8EC3-C11C2F07DEEA}" srcOrd="0" destOrd="0" parTransId="{879B6BE7-ED29-4466-9351-5235B00AA0CC}" sibTransId="{540B6B90-E521-4974-8846-4FAD84894D60}"/>
    <dgm:cxn modelId="{3624682C-E1AF-48EA-ACC6-5F37E17866AA}" srcId="{74AA6321-8D71-441D-8526-4FEB0CFE361A}" destId="{84449A58-F711-46C5-88AB-FB56840357B5}" srcOrd="0" destOrd="0" parTransId="{FFB95827-F5A2-4ACE-BAA1-579B3A779E80}" sibTransId="{EECC44DF-7C37-4EC7-88AE-BDDDE5B2908A}"/>
    <dgm:cxn modelId="{FB7E2B2E-3CD4-4A31-9F04-CAB1683DDA38}" srcId="{3653F3A3-3223-47D1-BF6D-7EF4435EFA5D}" destId="{10476C8D-C71D-4E5A-B9F8-C4C9DCEBD930}" srcOrd="5" destOrd="0" parTransId="{365BE3CB-4FA9-4C63-917B-F8623A88C324}" sibTransId="{91D097F8-7FEE-4A36-A520-AD388013B18E}"/>
    <dgm:cxn modelId="{CF10F230-D7C1-46B6-8FCB-0F954122CEDA}" srcId="{3B6D6B4F-6DAE-43AF-89BF-862249FCDAF1}" destId="{C6F41262-B0CA-4618-B2A6-10DCFAFAF19D}" srcOrd="5" destOrd="0" parTransId="{D20EE008-F664-4D9B-A7B5-EDF09509D55A}" sibTransId="{3AEAF6F3-3ECF-42DD-AF54-F77B90389ED5}"/>
    <dgm:cxn modelId="{9E339638-0FA4-4281-9883-0DB6D0C799B2}" type="presOf" srcId="{7B0CEA7F-E059-488F-8EC5-71F610573D32}" destId="{7846FD60-069D-4C50-BE9F-29DF824D3AA5}" srcOrd="0" destOrd="0" presId="urn:microsoft.com/office/officeart/2005/8/layout/hierarchy4"/>
    <dgm:cxn modelId="{30A78340-D432-47F7-A0D2-65C5C3F6F1BB}" srcId="{3B6D6B4F-6DAE-43AF-89BF-862249FCDAF1}" destId="{3653F3A3-3223-47D1-BF6D-7EF4435EFA5D}" srcOrd="3" destOrd="0" parTransId="{2B193A93-C606-4366-B983-48FFE138A62F}" sibTransId="{E9389C1F-7502-48F6-857F-4E803C77242C}"/>
    <dgm:cxn modelId="{8608CB5C-79A3-42E5-B1F4-306F4B821924}" type="presOf" srcId="{32D153EE-F9E3-4155-A4FF-7683FAB6668A}" destId="{5D46480D-AFEF-44D9-8254-F2AE4348FA46}" srcOrd="0" destOrd="0" presId="urn:microsoft.com/office/officeart/2005/8/layout/hierarchy4"/>
    <dgm:cxn modelId="{6C51B85D-AFAF-4CB5-9339-084333F703A5}" type="presOf" srcId="{6F6042E2-4F2B-42F5-A6E1-3B4A5A3A0E1A}" destId="{C9650A37-CD41-4D43-BA6B-561D3AEA001B}" srcOrd="0" destOrd="0" presId="urn:microsoft.com/office/officeart/2005/8/layout/hierarchy4"/>
    <dgm:cxn modelId="{0E605A60-CB0F-4303-9892-28CB2CFAFDD4}" type="presOf" srcId="{4FCA54D6-E9AC-4616-B88F-68FB59E9838C}" destId="{98D45907-1E55-4C0E-9DE9-0A9CB2E68B85}" srcOrd="0" destOrd="0" presId="urn:microsoft.com/office/officeart/2005/8/layout/hierarchy4"/>
    <dgm:cxn modelId="{446CBD60-0A1E-4023-B6CB-AACD895F8EC0}" type="presOf" srcId="{FDA5FDE9-D09B-4B4E-8C0F-B43DE64C86BF}" destId="{09307B59-877A-4CB9-8F26-F5C1592F2B08}" srcOrd="0" destOrd="0" presId="urn:microsoft.com/office/officeart/2005/8/layout/hierarchy4"/>
    <dgm:cxn modelId="{1F0F0C61-E75E-4192-B3CA-1B5658DE3003}" srcId="{2A3E92AD-68BA-4D41-A434-E9CE3390231F}" destId="{7D6E6FFF-4DF1-4257-82D0-45C3A1A1E3AD}" srcOrd="1" destOrd="0" parTransId="{9896FD21-F41A-46DB-A447-F489FA8C205F}" sibTransId="{BD65D646-E2F1-44BF-949F-52210DE6752F}"/>
    <dgm:cxn modelId="{88A8AD61-5BD8-43F7-A02D-332F37BD3C85}" type="presOf" srcId="{40FA9CDB-E15E-459E-9A76-F3B23D6A3C4D}" destId="{CA3242E1-6B6D-4745-AC41-51EFE5C6CAB6}" srcOrd="0" destOrd="0" presId="urn:microsoft.com/office/officeart/2005/8/layout/hierarchy4"/>
    <dgm:cxn modelId="{0EBA6E48-C510-4466-AEBB-E88CB89170D2}" srcId="{50F0324A-324D-4D4C-BC5D-FB8765CA7DA9}" destId="{5A991914-0FD9-492B-BBEB-9F3FC1738AA0}" srcOrd="0" destOrd="0" parTransId="{28515CF7-72CA-434E-9E84-9EF89F41091A}" sibTransId="{7AF43F73-F350-4485-8F64-68048E14D2A7}"/>
    <dgm:cxn modelId="{275A2C4B-7A31-4301-8B20-71A00ED88488}" type="presOf" srcId="{5160B0B0-3DAA-46B9-8032-E5428286FB75}" destId="{FEA9F195-0AC2-4FA2-A1BF-1BA469C28C35}" srcOrd="0" destOrd="0" presId="urn:microsoft.com/office/officeart/2005/8/layout/hierarchy4"/>
    <dgm:cxn modelId="{8548606B-9688-4001-A0E3-FE3A18376429}" srcId="{3B6D6B4F-6DAE-43AF-89BF-862249FCDAF1}" destId="{74AA6321-8D71-441D-8526-4FEB0CFE361A}" srcOrd="4" destOrd="0" parTransId="{33F45D16-8E8F-482A-9691-ADD60E294895}" sibTransId="{72F5CF47-41DF-403F-8775-9DAF67F6DB45}"/>
    <dgm:cxn modelId="{6678614C-60AB-4FF0-8F26-F44CEDAB844B}" type="presOf" srcId="{86221B43-D955-43F8-8344-FC966D6F8210}" destId="{7655AC8E-440A-4E79-94AE-AA88F0F5D650}" srcOrd="0" destOrd="0" presId="urn:microsoft.com/office/officeart/2005/8/layout/hierarchy4"/>
    <dgm:cxn modelId="{4A0D6F6D-E3B8-46DE-8D92-A71793F66F5E}" type="presOf" srcId="{F0A64884-B1DA-49B2-92AE-91057B0929DF}" destId="{73F6BFA5-9C2C-4559-A03E-089D9A704FD7}" srcOrd="0" destOrd="0" presId="urn:microsoft.com/office/officeart/2005/8/layout/hierarchy4"/>
    <dgm:cxn modelId="{3FF2906D-0AC1-4CCA-AF97-F6271EA61C72}" srcId="{3B6D6B4F-6DAE-43AF-89BF-862249FCDAF1}" destId="{F0A64884-B1DA-49B2-92AE-91057B0929DF}" srcOrd="7" destOrd="0" parTransId="{1515749C-5788-4435-AB23-56FB990BA1FC}" sibTransId="{C0BE2572-D696-4803-82BD-5BC11576F015}"/>
    <dgm:cxn modelId="{8CF5226F-FF59-451D-840B-02C9DE32CEF3}" srcId="{7BF7E72C-4E0F-446F-92D3-016CE536F037}" destId="{86221B43-D955-43F8-8344-FC966D6F8210}" srcOrd="1" destOrd="0" parTransId="{7819C72C-A81D-4767-A856-B0F95FF3F32A}" sibTransId="{3A5D2705-6292-40DD-9E2F-BEC4D0EC2061}"/>
    <dgm:cxn modelId="{CFE7F04F-0095-4FC3-A2FF-3B9421CCD5B6}" type="presOf" srcId="{3B2F6840-CA3C-48EE-B351-BA3964702624}" destId="{76FA4DAF-7A5A-462E-ACE1-CC6BD5E48A48}" srcOrd="0" destOrd="0" presId="urn:microsoft.com/office/officeart/2005/8/layout/hierarchy4"/>
    <dgm:cxn modelId="{B44A0350-BD10-4C15-9A90-177500F39C9F}" srcId="{7BF7E72C-4E0F-446F-92D3-016CE536F037}" destId="{EF224045-A4DF-45A7-A2E0-C47F5F69C7D3}" srcOrd="2" destOrd="0" parTransId="{69C19308-E1D2-4600-9CF3-5D8B6FCA8BDF}" sibTransId="{CBEED802-E2E6-4384-8EE7-52ABD13422AE}"/>
    <dgm:cxn modelId="{65AD1870-C42A-494E-89E4-9886C7E51F7D}" srcId="{D66E83B1-67E2-4C2F-8EC3-C11C2F07DEEA}" destId="{8A8973A4-794D-4538-BA6D-2952EE7548DE}" srcOrd="0" destOrd="0" parTransId="{14792F24-EC20-4F87-8300-418ECB197502}" sibTransId="{76C23B3C-2BBA-46CC-911C-DC5925FF20E3}"/>
    <dgm:cxn modelId="{601EE951-2B26-40AB-B33A-078E27715C40}" type="presOf" srcId="{B83660C4-6DD2-4BF5-8824-F7BCE4FF9AA3}" destId="{4A79C0DE-5B8A-4243-9EDA-60883688CAA0}" srcOrd="0" destOrd="0" presId="urn:microsoft.com/office/officeart/2005/8/layout/hierarchy4"/>
    <dgm:cxn modelId="{28B32C52-FA1D-4822-8307-8A996F78CE3C}" srcId="{2A3E92AD-68BA-4D41-A434-E9CE3390231F}" destId="{96511532-9BAE-4130-A811-94759DDE5239}" srcOrd="0" destOrd="0" parTransId="{6D6B01C3-8D66-4A86-8363-6045CF60679F}" sibTransId="{9AFDE57A-C8A1-494F-9148-02399AEE78A5}"/>
    <dgm:cxn modelId="{1862CC52-BFFE-4680-BDE7-272CC1581812}" type="presOf" srcId="{7BFA04D6-BD98-4F4C-AA5F-9755312DE6DF}" destId="{BCDB3A6A-7143-44A8-B1C7-579D446DE2DB}" srcOrd="0" destOrd="0" presId="urn:microsoft.com/office/officeart/2005/8/layout/hierarchy4"/>
    <dgm:cxn modelId="{56601E54-E35A-44C7-BB21-2F7CA125655F}" srcId="{96B803C4-7100-4F0D-906B-A1B671DD16CC}" destId="{3B2F6840-CA3C-48EE-B351-BA3964702624}" srcOrd="1" destOrd="0" parTransId="{C7DE418F-EB9B-4112-BA28-88522A022BA2}" sibTransId="{0DA5ED58-FC4B-46F1-93F5-C74C42366288}"/>
    <dgm:cxn modelId="{FBA6C054-B859-471D-A193-05FC53FACA89}" srcId="{F0A64884-B1DA-49B2-92AE-91057B0929DF}" destId="{4FCA54D6-E9AC-4616-B88F-68FB59E9838C}" srcOrd="0" destOrd="0" parTransId="{018E6DB7-AA0A-4D59-BED9-70BAB042486F}" sibTransId="{407312A8-9583-44B7-A5A2-F143D1F10FB7}"/>
    <dgm:cxn modelId="{E860F155-2A9F-43A6-AFB9-4D0C0EDA224F}" srcId="{3653F3A3-3223-47D1-BF6D-7EF4435EFA5D}" destId="{49991257-346A-4332-B2B9-C32380B50419}" srcOrd="3" destOrd="0" parTransId="{235D2B17-F4D2-413B-83C1-6CE398B2F065}" sibTransId="{684ABF64-F4C2-4153-A4D5-2BABE728A263}"/>
    <dgm:cxn modelId="{BC5A3156-5FCE-456F-A377-767C43B4EE47}" type="presOf" srcId="{594E9C4D-CA95-4CF8-B7DF-7485C7BE0EFB}" destId="{34DB856F-485B-4B1F-8B0E-17187DF4FF2C}" srcOrd="0" destOrd="0" presId="urn:microsoft.com/office/officeart/2005/8/layout/hierarchy4"/>
    <dgm:cxn modelId="{EC13DB76-9F7E-469C-AD6A-9BCF0972B90B}" type="presOf" srcId="{99B196CA-D8BD-4CCD-AD28-75F02A54E460}" destId="{A8ABA455-BC8D-4D54-B2ED-1A16682008A7}" srcOrd="0" destOrd="0" presId="urn:microsoft.com/office/officeart/2005/8/layout/hierarchy4"/>
    <dgm:cxn modelId="{EFF8AE57-A8B7-46AE-A7B5-43AEE7D98AED}" srcId="{49991257-346A-4332-B2B9-C32380B50419}" destId="{99B196CA-D8BD-4CCD-AD28-75F02A54E460}" srcOrd="1" destOrd="0" parTransId="{637130BA-A80B-48D2-8402-E890CBB092B0}" sibTransId="{4F166BE7-F292-4800-8CAD-659100F18A11}"/>
    <dgm:cxn modelId="{C78E6778-B0A5-44E3-A5F3-35A4D63EBDD1}" srcId="{28742EC7-BDE8-40A9-BCF8-5741D3FCB450}" destId="{32D153EE-F9E3-4155-A4FF-7683FAB6668A}" srcOrd="2" destOrd="0" parTransId="{AA1C8C7B-CFA4-4607-A2D3-1175FA2B7DEE}" sibTransId="{6571BC71-9230-446B-AC20-F638E747AA2D}"/>
    <dgm:cxn modelId="{C8A89A59-E0FB-459A-A9FA-0C41D6751FF5}" type="presOf" srcId="{EF224045-A4DF-45A7-A2E0-C47F5F69C7D3}" destId="{6FDF3875-C61E-4B65-8EA3-8199D90A589F}" srcOrd="0" destOrd="0" presId="urn:microsoft.com/office/officeart/2005/8/layout/hierarchy4"/>
    <dgm:cxn modelId="{9F24347A-BDFD-41F2-96E1-897C8521C2F6}" type="presOf" srcId="{96511532-9BAE-4130-A811-94759DDE5239}" destId="{22F300FA-3AA9-4E5D-A654-02625FAC1D0A}" srcOrd="0" destOrd="0" presId="urn:microsoft.com/office/officeart/2005/8/layout/hierarchy4"/>
    <dgm:cxn modelId="{E354527A-69BA-4CD2-9E5D-7DBBD0CBAADF}" type="presOf" srcId="{72A93AB3-821E-4990-B133-0B7116016B42}" destId="{B388FA0A-2D9D-4772-AEEC-F4042FE08120}" srcOrd="0" destOrd="0" presId="urn:microsoft.com/office/officeart/2005/8/layout/hierarchy4"/>
    <dgm:cxn modelId="{84E29B81-DB0F-40B3-9529-F03AC55600D7}" srcId="{CFE2EE26-0F1E-422E-9BD5-1682526F37AE}" destId="{96B803C4-7100-4F0D-906B-A1B671DD16CC}" srcOrd="0" destOrd="0" parTransId="{8E79E24F-6EAE-467F-AE39-B05CE9AADAAA}" sibTransId="{CFFE43A9-63E1-4834-BEC6-3391F958AEED}"/>
    <dgm:cxn modelId="{61BD0382-FDA9-420C-B93D-C584A0170EAE}" srcId="{5160B0B0-3DAA-46B9-8032-E5428286FB75}" destId="{3B6D6B4F-6DAE-43AF-89BF-862249FCDAF1}" srcOrd="0" destOrd="0" parTransId="{940FFA11-5249-4D58-8E66-A1CB18A9D634}" sibTransId="{1536CA02-9D29-4C8F-B0E1-9390B1864A72}"/>
    <dgm:cxn modelId="{CA25A082-FADD-4C6F-97BF-D98E2BE732C7}" type="presOf" srcId="{28742EC7-BDE8-40A9-BCF8-5741D3FCB450}" destId="{8F1793BD-8CCC-4504-8728-04F85CECBE51}" srcOrd="0" destOrd="0" presId="urn:microsoft.com/office/officeart/2005/8/layout/hierarchy4"/>
    <dgm:cxn modelId="{BD61CB84-853E-4EC1-B933-BE796A3F97BE}" srcId="{3653F3A3-3223-47D1-BF6D-7EF4435EFA5D}" destId="{BDD05778-AB21-4F8A-8727-E4CE091CC308}" srcOrd="4" destOrd="0" parTransId="{8BE44559-27CF-4F0F-9F02-249BF04298B8}" sibTransId="{C3E34FB2-5D60-4041-A252-B458DEAA9D45}"/>
    <dgm:cxn modelId="{5BB0DD87-23FF-4BB3-9B53-DBFFF8ED6A0E}" srcId="{2A3B4D06-7344-4B4A-9399-9006C3C9999E}" destId="{5CE20C40-0A38-434A-A4A4-97EFC4C38557}" srcOrd="1" destOrd="0" parTransId="{C5CBD505-E834-4082-9501-D92196E778E7}" sibTransId="{420286C7-4E21-4E1D-8B4B-CF7D380A8503}"/>
    <dgm:cxn modelId="{953A4A8A-9C4A-4EB9-8CA3-B07140D63423}" type="presOf" srcId="{612CAD0C-4092-47C7-8945-B88E660897C8}" destId="{41FCC162-5D47-4501-AC0D-1130AC2E9EA2}" srcOrd="0" destOrd="0" presId="urn:microsoft.com/office/officeart/2005/8/layout/hierarchy4"/>
    <dgm:cxn modelId="{BD5BB794-DBAA-48D0-A977-AA7E725F4452}" type="presOf" srcId="{5A991914-0FD9-492B-BBEB-9F3FC1738AA0}" destId="{98B50A30-EA60-4A99-A3D9-DC83EA01E612}" srcOrd="0" destOrd="0" presId="urn:microsoft.com/office/officeart/2005/8/layout/hierarchy4"/>
    <dgm:cxn modelId="{34D0DA96-011C-4048-9D9A-9AA2EBF78768}" srcId="{3B6D6B4F-6DAE-43AF-89BF-862249FCDAF1}" destId="{8EECE910-CE01-49A8-B6AA-19A0CF8BB9ED}" srcOrd="0" destOrd="0" parTransId="{C8C95014-C950-492E-AF7B-6C58F1982312}" sibTransId="{7A685FD8-6AFF-4D1E-BF15-A73924CBC92C}"/>
    <dgm:cxn modelId="{F2805598-74D8-4A5D-BCE4-521D7AA9FE94}" srcId="{3B6D6B4F-6DAE-43AF-89BF-862249FCDAF1}" destId="{CFE2EE26-0F1E-422E-9BD5-1682526F37AE}" srcOrd="2" destOrd="0" parTransId="{D526FD9F-AFEA-4215-A625-D25598CB1F85}" sibTransId="{C2EA7325-C014-464C-AA14-6B38CB7CC4A9}"/>
    <dgm:cxn modelId="{AA72D29F-FDC4-48DE-A5BF-8965BFCEA2CB}" type="presOf" srcId="{B430D8AE-79E8-4783-9C7E-DC699C8274F0}" destId="{7BCA1C4B-D62B-4AD2-9585-09B9A4F49F5B}" srcOrd="0" destOrd="0" presId="urn:microsoft.com/office/officeart/2005/8/layout/hierarchy4"/>
    <dgm:cxn modelId="{11A793A1-E6E5-48B8-B6C3-75CC238AD04B}" srcId="{3653F3A3-3223-47D1-BF6D-7EF4435EFA5D}" destId="{28742EC7-BDE8-40A9-BCF8-5741D3FCB450}" srcOrd="2" destOrd="0" parTransId="{F1844516-6098-469E-A559-B4BE2E361A51}" sibTransId="{ED860270-90EC-4CCA-8205-9A901B9AB2CE}"/>
    <dgm:cxn modelId="{B50D79A2-8494-432E-A71E-3254F0D840A6}" srcId="{3653F3A3-3223-47D1-BF6D-7EF4435EFA5D}" destId="{2A3B4D06-7344-4B4A-9399-9006C3C9999E}" srcOrd="0" destOrd="0" parTransId="{0B93875F-8F84-471D-B1FB-FDC6BAF95BC5}" sibTransId="{3CC4AE90-862C-4FB1-B706-4223C8A2BA1D}"/>
    <dgm:cxn modelId="{B9FF31A5-3E66-448F-B0D2-49306DA57642}" srcId="{96B803C4-7100-4F0D-906B-A1B671DD16CC}" destId="{7B0CEA7F-E059-488F-8EC5-71F610573D32}" srcOrd="2" destOrd="0" parTransId="{F2769076-ED49-42CF-9AAB-489FC3D68DFC}" sibTransId="{3F827110-9F9A-4CEC-812B-EB0FE6B29425}"/>
    <dgm:cxn modelId="{BE630BA6-244E-4E24-8A51-2AF9507B43AC}" type="presOf" srcId="{84449A58-F711-46C5-88AB-FB56840357B5}" destId="{F57A4F2D-6CD1-420A-97E7-73D9F80309C1}" srcOrd="0" destOrd="0" presId="urn:microsoft.com/office/officeart/2005/8/layout/hierarchy4"/>
    <dgm:cxn modelId="{D8A3CEAC-4CAE-443D-B6B2-14A4150237EC}" type="presOf" srcId="{74AA6321-8D71-441D-8526-4FEB0CFE361A}" destId="{D418EDB3-20B0-496D-80B3-D4C050A32FA5}" srcOrd="0" destOrd="0" presId="urn:microsoft.com/office/officeart/2005/8/layout/hierarchy4"/>
    <dgm:cxn modelId="{8C3A76AF-BD85-433E-A002-7365801785B5}" srcId="{3B6D6B4F-6DAE-43AF-89BF-862249FCDAF1}" destId="{50F0324A-324D-4D4C-BC5D-FB8765CA7DA9}" srcOrd="6" destOrd="0" parTransId="{9CCEA114-26AE-46B6-98FC-288638C5864B}" sibTransId="{176081F7-A22D-4C89-98FA-B067E409EC02}"/>
    <dgm:cxn modelId="{1DEB5FB0-80C3-4079-B113-27234047D980}" srcId="{2A3B4D06-7344-4B4A-9399-9006C3C9999E}" destId="{B83660C4-6DD2-4BF5-8824-F7BCE4FF9AA3}" srcOrd="0" destOrd="0" parTransId="{0A8761C2-0005-4671-B5B9-4DA6FA790309}" sibTransId="{A52CA00A-4B40-4870-9092-14645ACC2949}"/>
    <dgm:cxn modelId="{2D7641B5-4E98-4380-81C2-186A01507EC9}" srcId="{49991257-346A-4332-B2B9-C32380B50419}" destId="{594E9C4D-CA95-4CF8-B7DF-7485C7BE0EFB}" srcOrd="0" destOrd="0" parTransId="{9D5FD0CD-F189-4073-816F-FB96125D5633}" sibTransId="{C546A5B3-C807-4F9A-B4F3-2CC0A4E192D6}"/>
    <dgm:cxn modelId="{570941B6-EFF3-4189-93A3-025F99A595A6}" type="presOf" srcId="{C717FA72-8A9E-45DF-BE64-03F4590A5AA5}" destId="{BE5C4FA0-3407-4992-8E98-A4F77A6E2D84}" srcOrd="0" destOrd="0" presId="urn:microsoft.com/office/officeart/2005/8/layout/hierarchy4"/>
    <dgm:cxn modelId="{F24982B6-D584-4D9E-82AF-124CB794FDE8}" type="presOf" srcId="{49991257-346A-4332-B2B9-C32380B50419}" destId="{81A809B6-090F-4405-8599-8B85C43D44DC}" srcOrd="0" destOrd="0" presId="urn:microsoft.com/office/officeart/2005/8/layout/hierarchy4"/>
    <dgm:cxn modelId="{11BCC8B6-47AE-4515-A1C6-DC4B396FF5E4}" type="presOf" srcId="{C0624922-3898-4011-BDE7-E39BDB67D742}" destId="{5D8F16B9-80CF-4464-B7D2-42ADC1694D2F}" srcOrd="0" destOrd="0" presId="urn:microsoft.com/office/officeart/2005/8/layout/hierarchy4"/>
    <dgm:cxn modelId="{127430B7-72F5-47CA-A21D-3503A58003AF}" type="presOf" srcId="{73754722-E14E-4EF3-8005-6ACA0A9E853F}" destId="{761EA637-EE96-41C0-A561-0D4BD1B178A3}" srcOrd="0" destOrd="0" presId="urn:microsoft.com/office/officeart/2005/8/layout/hierarchy4"/>
    <dgm:cxn modelId="{46ACB9B7-210E-41F7-AC4A-F2ED40D8004E}" type="presOf" srcId="{8A8973A4-794D-4538-BA6D-2952EE7548DE}" destId="{ECC88F9D-46C8-4747-8A5A-B6E74231591D}" srcOrd="0" destOrd="0" presId="urn:microsoft.com/office/officeart/2005/8/layout/hierarchy4"/>
    <dgm:cxn modelId="{EB4D18B8-55CC-432C-8A69-45F73BF6BBF2}" type="presOf" srcId="{2A3E92AD-68BA-4D41-A434-E9CE3390231F}" destId="{5CCA8E86-A73D-4436-BDF0-E59E27244907}" srcOrd="0" destOrd="0" presId="urn:microsoft.com/office/officeart/2005/8/layout/hierarchy4"/>
    <dgm:cxn modelId="{1C2720B9-39FD-4ACD-B8D0-B1DBDCDF3617}" srcId="{96B803C4-7100-4F0D-906B-A1B671DD16CC}" destId="{0CB4132D-23F9-4A7C-B14B-D51C69186E60}" srcOrd="0" destOrd="0" parTransId="{D14B8593-1D2D-4A20-AC11-0CD7C77A5EC9}" sibTransId="{92616E87-5FD1-4D2A-A1CB-2F049A7C68EE}"/>
    <dgm:cxn modelId="{50A89BBA-B5E7-448B-A036-AD2B69CECF8C}" srcId="{5160B0B0-3DAA-46B9-8032-E5428286FB75}" destId="{7BFA04D6-BD98-4F4C-AA5F-9755312DE6DF}" srcOrd="1" destOrd="0" parTransId="{5811821B-068C-4F49-9C54-64259902A2B1}" sibTransId="{4D5DD0CF-3C00-4CC4-B766-EE2D116B97CA}"/>
    <dgm:cxn modelId="{2C33D6BA-9D0C-490E-A606-4B8877FC46BE}" type="presOf" srcId="{5CE20C40-0A38-434A-A4A4-97EFC4C38557}" destId="{A8C28A2C-B87E-4CB2-BF32-41F39EF8F312}" srcOrd="0" destOrd="0" presId="urn:microsoft.com/office/officeart/2005/8/layout/hierarchy4"/>
    <dgm:cxn modelId="{0B6A0EC3-FB7A-469E-8212-79123B338461}" type="presOf" srcId="{3B6D6B4F-6DAE-43AF-89BF-862249FCDAF1}" destId="{BD70565D-DF9A-4DE9-B24E-1992AC83799F}" srcOrd="0" destOrd="0" presId="urn:microsoft.com/office/officeart/2005/8/layout/hierarchy4"/>
    <dgm:cxn modelId="{E740A7C5-B42A-48DC-971E-06E894B587E0}" type="presOf" srcId="{C6F41262-B0CA-4618-B2A6-10DCFAFAF19D}" destId="{5FED656A-07B4-47C6-A242-E7DAC2C3867A}" srcOrd="0" destOrd="0" presId="urn:microsoft.com/office/officeart/2005/8/layout/hierarchy4"/>
    <dgm:cxn modelId="{CDB8F9C9-A4C3-410A-8D15-6AFF982A3702}" srcId="{D66E83B1-67E2-4C2F-8EC3-C11C2F07DEEA}" destId="{FDA5FDE9-D09B-4B4E-8C0F-B43DE64C86BF}" srcOrd="1" destOrd="0" parTransId="{DF024691-5ED8-4195-B307-689AAED7E770}" sibTransId="{DD114D12-78CE-4D20-8619-8D51B04A0E92}"/>
    <dgm:cxn modelId="{BD2D76CD-9FC5-4508-BCCE-898354F5EDDF}" type="presOf" srcId="{7D6E6FFF-4DF1-4257-82D0-45C3A1A1E3AD}" destId="{0EF310C6-12A5-4E16-9463-729BB21140E6}" srcOrd="0" destOrd="0" presId="urn:microsoft.com/office/officeart/2005/8/layout/hierarchy4"/>
    <dgm:cxn modelId="{E84AC7D3-09C6-4787-A0D1-A17ED1E8390F}" srcId="{C6F41262-B0CA-4618-B2A6-10DCFAFAF19D}" destId="{40FA9CDB-E15E-459E-9A76-F3B23D6A3C4D}" srcOrd="0" destOrd="0" parTransId="{367697B3-F340-4997-8CE7-DA877A0EF6E8}" sibTransId="{0932BC4F-ABE5-4ED1-B31E-4784D93D480F}"/>
    <dgm:cxn modelId="{4B936FDD-CE6A-4DB9-B008-60B26B965931}" srcId="{3B6D6B4F-6DAE-43AF-89BF-862249FCDAF1}" destId="{C717FA72-8A9E-45DF-BE64-03F4590A5AA5}" srcOrd="1" destOrd="0" parTransId="{45D38622-E2F2-4F92-B3CA-0E6389F9DED9}" sibTransId="{29E345E1-760E-479C-A8E5-822F8F0E4350}"/>
    <dgm:cxn modelId="{01E5B8E1-B7F1-4AF7-9BB7-EBB17809AC2C}" type="presOf" srcId="{96B803C4-7100-4F0D-906B-A1B671DD16CC}" destId="{FF51203F-132C-4DD5-A300-C7484DF55985}" srcOrd="0" destOrd="0" presId="urn:microsoft.com/office/officeart/2005/8/layout/hierarchy4"/>
    <dgm:cxn modelId="{324FE7E2-4D94-4E21-83CB-660F8D772FF9}" type="presOf" srcId="{2A3B4D06-7344-4B4A-9399-9006C3C9999E}" destId="{47C56CC5-500A-42F2-BDB3-36D5F7717BFA}" srcOrd="0" destOrd="0" presId="urn:microsoft.com/office/officeart/2005/8/layout/hierarchy4"/>
    <dgm:cxn modelId="{794B76E6-EBB9-4087-8F18-7E6232D35F5F}" type="presOf" srcId="{10476C8D-C71D-4E5A-B9F8-C4C9DCEBD930}" destId="{F6088778-D41D-4F60-84FC-2DA6A669278B}" srcOrd="0" destOrd="0" presId="urn:microsoft.com/office/officeart/2005/8/layout/hierarchy4"/>
    <dgm:cxn modelId="{5C955DE7-39C1-42F7-93F3-7917243E568F}" type="presOf" srcId="{CFE2EE26-0F1E-422E-9BD5-1682526F37AE}" destId="{0F79E8F4-9EFE-460B-9FDD-87A40B977F29}" srcOrd="0" destOrd="0" presId="urn:microsoft.com/office/officeart/2005/8/layout/hierarchy4"/>
    <dgm:cxn modelId="{7571FCEC-D4A0-4351-BDC5-45AF6B5149AC}" srcId="{49991257-346A-4332-B2B9-C32380B50419}" destId="{B430D8AE-79E8-4783-9C7E-DC699C8274F0}" srcOrd="2" destOrd="0" parTransId="{275CAC98-0EA4-4611-9078-D2BA18A65F82}" sibTransId="{6FD2D167-C6C8-417D-B35D-B603EF43ED66}"/>
    <dgm:cxn modelId="{92CA99EE-4E6D-491E-A595-3C7B3E6B11A2}" srcId="{7BF7E72C-4E0F-446F-92D3-016CE536F037}" destId="{87E9A8E4-A834-4AC2-A64A-50BE71B2DC52}" srcOrd="0" destOrd="0" parTransId="{0E63F129-CC26-4D2D-A3A7-AB70F4514BF7}" sibTransId="{180DF534-D442-4199-B87E-9521D868D40F}"/>
    <dgm:cxn modelId="{08AD59EF-AF60-4232-99D1-68308EADB651}" type="presOf" srcId="{D66E83B1-67E2-4C2F-8EC3-C11C2F07DEEA}" destId="{8F32877A-48DF-4C17-AE1E-31C3AFB55082}" srcOrd="0" destOrd="0" presId="urn:microsoft.com/office/officeart/2005/8/layout/hierarchy4"/>
    <dgm:cxn modelId="{2A4B6CF9-0411-48E6-B69A-A7609EE59684}" type="presOf" srcId="{3653F3A3-3223-47D1-BF6D-7EF4435EFA5D}" destId="{56B9CBB9-34CA-43E5-A80D-51FC404DD39B}" srcOrd="0" destOrd="0" presId="urn:microsoft.com/office/officeart/2005/8/layout/hierarchy4"/>
    <dgm:cxn modelId="{1C04BEFF-36AF-485D-9D10-9DC27CCC1A55}" srcId="{3653F3A3-3223-47D1-BF6D-7EF4435EFA5D}" destId="{2A3E92AD-68BA-4D41-A434-E9CE3390231F}" srcOrd="1" destOrd="0" parTransId="{48E2B292-23AF-474D-B1E5-ECE037F8611C}" sibTransId="{932C1A6A-97C6-4E36-8680-F5F6A60127EC}"/>
    <dgm:cxn modelId="{4BED76B8-15DD-4F30-8281-4523A6446644}" type="presParOf" srcId="{FEA9F195-0AC2-4FA2-A1BF-1BA469C28C35}" destId="{93572E41-5DA2-4B73-B876-AFD63B3A5219}" srcOrd="0" destOrd="0" presId="urn:microsoft.com/office/officeart/2005/8/layout/hierarchy4"/>
    <dgm:cxn modelId="{91AE132A-9E22-4490-8692-15722A59D396}" type="presParOf" srcId="{93572E41-5DA2-4B73-B876-AFD63B3A5219}" destId="{BD70565D-DF9A-4DE9-B24E-1992AC83799F}" srcOrd="0" destOrd="0" presId="urn:microsoft.com/office/officeart/2005/8/layout/hierarchy4"/>
    <dgm:cxn modelId="{EA2C33B7-A3E0-4D6D-AD77-B6BF72EE05D6}" type="presParOf" srcId="{93572E41-5DA2-4B73-B876-AFD63B3A5219}" destId="{C00AAEEF-6BC4-453D-BAE4-BC98C6FC0B09}" srcOrd="1" destOrd="0" presId="urn:microsoft.com/office/officeart/2005/8/layout/hierarchy4"/>
    <dgm:cxn modelId="{4CC6AC85-9139-46F3-9D43-3AA58BF44DB1}" type="presParOf" srcId="{93572E41-5DA2-4B73-B876-AFD63B3A5219}" destId="{2EE9C02E-AB86-4457-BCD8-389E4314A25D}" srcOrd="2" destOrd="0" presId="urn:microsoft.com/office/officeart/2005/8/layout/hierarchy4"/>
    <dgm:cxn modelId="{DAB6C359-2E60-4077-A124-1A7342E5D054}" type="presParOf" srcId="{2EE9C02E-AB86-4457-BCD8-389E4314A25D}" destId="{FE499F1E-921C-4AFC-93BE-BF3E07B05120}" srcOrd="0" destOrd="0" presId="urn:microsoft.com/office/officeart/2005/8/layout/hierarchy4"/>
    <dgm:cxn modelId="{9FF32893-F876-476F-8588-9ECCC153A6BC}" type="presParOf" srcId="{FE499F1E-921C-4AFC-93BE-BF3E07B05120}" destId="{9E893BEC-1A90-4DBC-A587-8EE656BA32B8}" srcOrd="0" destOrd="0" presId="urn:microsoft.com/office/officeart/2005/8/layout/hierarchy4"/>
    <dgm:cxn modelId="{3F610391-9550-4D61-9561-EC0B3BD7C5E6}" type="presParOf" srcId="{FE499F1E-921C-4AFC-93BE-BF3E07B05120}" destId="{21826428-25A2-4C5F-B1C8-37D4C15E315A}" srcOrd="1" destOrd="0" presId="urn:microsoft.com/office/officeart/2005/8/layout/hierarchy4"/>
    <dgm:cxn modelId="{81FA4C04-8CEC-4C19-8EDB-78AC49A5BD81}" type="presParOf" srcId="{FE499F1E-921C-4AFC-93BE-BF3E07B05120}" destId="{D81F1BAF-C849-40B3-A377-FFC8E16EC2E3}" srcOrd="2" destOrd="0" presId="urn:microsoft.com/office/officeart/2005/8/layout/hierarchy4"/>
    <dgm:cxn modelId="{3801917E-DA91-4740-981C-6A4751C52600}" type="presParOf" srcId="{D81F1BAF-C849-40B3-A377-FFC8E16EC2E3}" destId="{384F671B-C371-45EA-A771-0C1C78C1A2B0}" srcOrd="0" destOrd="0" presId="urn:microsoft.com/office/officeart/2005/8/layout/hierarchy4"/>
    <dgm:cxn modelId="{3342F8B1-B46F-4D51-BC3B-29E0986FEF5B}" type="presParOf" srcId="{384F671B-C371-45EA-A771-0C1C78C1A2B0}" destId="{336AAF1B-1BF4-4267-9690-B28AB444BA66}" srcOrd="0" destOrd="0" presId="urn:microsoft.com/office/officeart/2005/8/layout/hierarchy4"/>
    <dgm:cxn modelId="{CB49B159-1891-49E1-9AAB-50A7A87B613D}" type="presParOf" srcId="{384F671B-C371-45EA-A771-0C1C78C1A2B0}" destId="{9A16602E-66BA-4777-B5D2-537CEBD533B0}" srcOrd="1" destOrd="0" presId="urn:microsoft.com/office/officeart/2005/8/layout/hierarchy4"/>
    <dgm:cxn modelId="{EE4458B5-5D46-432F-B9F4-664F871BB9E5}" type="presParOf" srcId="{384F671B-C371-45EA-A771-0C1C78C1A2B0}" destId="{DBBAF183-B4C8-4788-AD95-42C0D4BE95AD}" srcOrd="2" destOrd="0" presId="urn:microsoft.com/office/officeart/2005/8/layout/hierarchy4"/>
    <dgm:cxn modelId="{DB4D27D6-A0F6-41D6-9F8B-97857834A37B}" type="presParOf" srcId="{DBBAF183-B4C8-4788-AD95-42C0D4BE95AD}" destId="{642D7E0E-72D0-45C6-987E-29F2042B89F8}" srcOrd="0" destOrd="0" presId="urn:microsoft.com/office/officeart/2005/8/layout/hierarchy4"/>
    <dgm:cxn modelId="{F0AD543C-7B02-431A-96FA-25FF9B054849}" type="presParOf" srcId="{642D7E0E-72D0-45C6-987E-29F2042B89F8}" destId="{481FD83D-F36B-4459-B9C9-FF4CCA69BE78}" srcOrd="0" destOrd="0" presId="urn:microsoft.com/office/officeart/2005/8/layout/hierarchy4"/>
    <dgm:cxn modelId="{F289EBAE-C48A-4195-BF6F-B0BAF7F44223}" type="presParOf" srcId="{642D7E0E-72D0-45C6-987E-29F2042B89F8}" destId="{2303E118-C0FD-46DD-9835-4B84C897B8E8}" srcOrd="1" destOrd="0" presId="urn:microsoft.com/office/officeart/2005/8/layout/hierarchy4"/>
    <dgm:cxn modelId="{27734652-DF9F-47C8-BB3F-84DD54CAFB55}" type="presParOf" srcId="{DBBAF183-B4C8-4788-AD95-42C0D4BE95AD}" destId="{1CE5CD53-AEA5-4F4D-81EB-DB88390FFF99}" srcOrd="1" destOrd="0" presId="urn:microsoft.com/office/officeart/2005/8/layout/hierarchy4"/>
    <dgm:cxn modelId="{A5617DD9-6E80-45DB-9D63-44EF46CC9D48}" type="presParOf" srcId="{DBBAF183-B4C8-4788-AD95-42C0D4BE95AD}" destId="{CA95885D-AE7D-47B8-A321-FFDC043D4FC7}" srcOrd="2" destOrd="0" presId="urn:microsoft.com/office/officeart/2005/8/layout/hierarchy4"/>
    <dgm:cxn modelId="{C0CA97D2-21A6-494C-A75F-9DD5033CF5BA}" type="presParOf" srcId="{CA95885D-AE7D-47B8-A321-FFDC043D4FC7}" destId="{7655AC8E-440A-4E79-94AE-AA88F0F5D650}" srcOrd="0" destOrd="0" presId="urn:microsoft.com/office/officeart/2005/8/layout/hierarchy4"/>
    <dgm:cxn modelId="{354765F1-866C-4B38-8B4F-E50B6C7656F5}" type="presParOf" srcId="{CA95885D-AE7D-47B8-A321-FFDC043D4FC7}" destId="{84101687-84E6-4BFC-ABDD-92DDC2D02869}" srcOrd="1" destOrd="0" presId="urn:microsoft.com/office/officeart/2005/8/layout/hierarchy4"/>
    <dgm:cxn modelId="{0FB3C0E8-0870-487F-B880-1D1072601599}" type="presParOf" srcId="{DBBAF183-B4C8-4788-AD95-42C0D4BE95AD}" destId="{27B82FBC-20C0-4A6E-8C28-79CB3AEDA1E7}" srcOrd="3" destOrd="0" presId="urn:microsoft.com/office/officeart/2005/8/layout/hierarchy4"/>
    <dgm:cxn modelId="{6DCFCC54-53AD-49C9-B325-0895E72C5B36}" type="presParOf" srcId="{DBBAF183-B4C8-4788-AD95-42C0D4BE95AD}" destId="{43EC17FC-A549-4D30-A0BC-B83CBF035CD8}" srcOrd="4" destOrd="0" presId="urn:microsoft.com/office/officeart/2005/8/layout/hierarchy4"/>
    <dgm:cxn modelId="{CEBA8337-52B7-448F-AC7A-1F2080F36378}" type="presParOf" srcId="{43EC17FC-A549-4D30-A0BC-B83CBF035CD8}" destId="{6FDF3875-C61E-4B65-8EA3-8199D90A589F}" srcOrd="0" destOrd="0" presId="urn:microsoft.com/office/officeart/2005/8/layout/hierarchy4"/>
    <dgm:cxn modelId="{E96DE6AD-55FF-410A-A50D-AC47D58C1328}" type="presParOf" srcId="{43EC17FC-A549-4D30-A0BC-B83CBF035CD8}" destId="{050EE357-2625-42CC-A1B1-FD767D47BBFF}" srcOrd="1" destOrd="0" presId="urn:microsoft.com/office/officeart/2005/8/layout/hierarchy4"/>
    <dgm:cxn modelId="{D2A192CA-5AA6-4729-A8D8-8D9693758617}" type="presParOf" srcId="{2EE9C02E-AB86-4457-BCD8-389E4314A25D}" destId="{7142C0E0-35EE-4BFF-8E79-CE69A932A687}" srcOrd="1" destOrd="0" presId="urn:microsoft.com/office/officeart/2005/8/layout/hierarchy4"/>
    <dgm:cxn modelId="{DF738B1D-16C1-4756-93B9-CD3B5F5E2C10}" type="presParOf" srcId="{2EE9C02E-AB86-4457-BCD8-389E4314A25D}" destId="{14B0EFCE-3FEA-4194-A672-5B4A91BF5934}" srcOrd="2" destOrd="0" presId="urn:microsoft.com/office/officeart/2005/8/layout/hierarchy4"/>
    <dgm:cxn modelId="{745BEA52-7D6E-423A-9487-DCB08AD61236}" type="presParOf" srcId="{14B0EFCE-3FEA-4194-A672-5B4A91BF5934}" destId="{BE5C4FA0-3407-4992-8E98-A4F77A6E2D84}" srcOrd="0" destOrd="0" presId="urn:microsoft.com/office/officeart/2005/8/layout/hierarchy4"/>
    <dgm:cxn modelId="{1D00A431-DAB6-422A-9444-F111F76FB9E3}" type="presParOf" srcId="{14B0EFCE-3FEA-4194-A672-5B4A91BF5934}" destId="{F3E0B170-CE0A-440B-831A-EEF97939B111}" srcOrd="1" destOrd="0" presId="urn:microsoft.com/office/officeart/2005/8/layout/hierarchy4"/>
    <dgm:cxn modelId="{B42D5C27-EBD0-4960-A84D-652E2D02A879}" type="presParOf" srcId="{14B0EFCE-3FEA-4194-A672-5B4A91BF5934}" destId="{E09D5F17-00BB-4C89-9D0E-10A5A79E251D}" srcOrd="2" destOrd="0" presId="urn:microsoft.com/office/officeart/2005/8/layout/hierarchy4"/>
    <dgm:cxn modelId="{00C56B92-2874-4DCF-AF33-24AAB0008033}" type="presParOf" srcId="{E09D5F17-00BB-4C89-9D0E-10A5A79E251D}" destId="{2FD930D1-BD33-4193-9252-120453A550BE}" srcOrd="0" destOrd="0" presId="urn:microsoft.com/office/officeart/2005/8/layout/hierarchy4"/>
    <dgm:cxn modelId="{41DA17D7-4D62-4FD7-8AC0-6D6BAC64E641}" type="presParOf" srcId="{2FD930D1-BD33-4193-9252-120453A550BE}" destId="{8F32877A-48DF-4C17-AE1E-31C3AFB55082}" srcOrd="0" destOrd="0" presId="urn:microsoft.com/office/officeart/2005/8/layout/hierarchy4"/>
    <dgm:cxn modelId="{74165477-00B3-4FA2-A6FA-6FF2FCD73362}" type="presParOf" srcId="{2FD930D1-BD33-4193-9252-120453A550BE}" destId="{3949266D-461D-4DDB-BEED-34B9A3BBF1C0}" srcOrd="1" destOrd="0" presId="urn:microsoft.com/office/officeart/2005/8/layout/hierarchy4"/>
    <dgm:cxn modelId="{F8144F08-659B-4489-B026-93D38ECE3D4D}" type="presParOf" srcId="{2FD930D1-BD33-4193-9252-120453A550BE}" destId="{1ADD94E2-A765-4812-A6BA-E6C860E7DC01}" srcOrd="2" destOrd="0" presId="urn:microsoft.com/office/officeart/2005/8/layout/hierarchy4"/>
    <dgm:cxn modelId="{9DAA08B5-3BD7-4AA5-A90F-D19CFAA7EF55}" type="presParOf" srcId="{1ADD94E2-A765-4812-A6BA-E6C860E7DC01}" destId="{97451AE1-EB31-4B34-AD09-A1EB7A03D6F4}" srcOrd="0" destOrd="0" presId="urn:microsoft.com/office/officeart/2005/8/layout/hierarchy4"/>
    <dgm:cxn modelId="{A42B093F-FDB0-48BF-885D-066FAB8836DD}" type="presParOf" srcId="{97451AE1-EB31-4B34-AD09-A1EB7A03D6F4}" destId="{ECC88F9D-46C8-4747-8A5A-B6E74231591D}" srcOrd="0" destOrd="0" presId="urn:microsoft.com/office/officeart/2005/8/layout/hierarchy4"/>
    <dgm:cxn modelId="{633CB30A-2C67-4CD3-9FAE-C20735448077}" type="presParOf" srcId="{97451AE1-EB31-4B34-AD09-A1EB7A03D6F4}" destId="{DFCB57EB-62B6-49DA-9B4C-4A8F285B081D}" srcOrd="1" destOrd="0" presId="urn:microsoft.com/office/officeart/2005/8/layout/hierarchy4"/>
    <dgm:cxn modelId="{85F636C6-BA94-429F-859E-4DAD9F60A499}" type="presParOf" srcId="{1ADD94E2-A765-4812-A6BA-E6C860E7DC01}" destId="{6440E920-9F5E-48D5-909D-D07D664993DD}" srcOrd="1" destOrd="0" presId="urn:microsoft.com/office/officeart/2005/8/layout/hierarchy4"/>
    <dgm:cxn modelId="{866E48C4-22CC-4928-B6C8-54EF011A41FD}" type="presParOf" srcId="{1ADD94E2-A765-4812-A6BA-E6C860E7DC01}" destId="{02A7582F-8ED6-48C1-A4F4-D50F42A31954}" srcOrd="2" destOrd="0" presId="urn:microsoft.com/office/officeart/2005/8/layout/hierarchy4"/>
    <dgm:cxn modelId="{E4C2272D-4E14-4319-8382-604406C134E4}" type="presParOf" srcId="{02A7582F-8ED6-48C1-A4F4-D50F42A31954}" destId="{09307B59-877A-4CB9-8F26-F5C1592F2B08}" srcOrd="0" destOrd="0" presId="urn:microsoft.com/office/officeart/2005/8/layout/hierarchy4"/>
    <dgm:cxn modelId="{DEDE0487-5DDB-4989-919D-D1C4C6D35AE3}" type="presParOf" srcId="{02A7582F-8ED6-48C1-A4F4-D50F42A31954}" destId="{9C725FD9-E3A2-4A9E-8C51-CB1AA44D9C38}" srcOrd="1" destOrd="0" presId="urn:microsoft.com/office/officeart/2005/8/layout/hierarchy4"/>
    <dgm:cxn modelId="{1A6FF330-4538-4C9D-B91C-A803AED4FC2C}" type="presParOf" srcId="{1ADD94E2-A765-4812-A6BA-E6C860E7DC01}" destId="{7D5BF038-2532-4B40-9998-9800C1965572}" srcOrd="3" destOrd="0" presId="urn:microsoft.com/office/officeart/2005/8/layout/hierarchy4"/>
    <dgm:cxn modelId="{34A62992-114D-4FF7-B134-E6F9C2C2A771}" type="presParOf" srcId="{1ADD94E2-A765-4812-A6BA-E6C860E7DC01}" destId="{87D2A31D-B31C-45F8-AD5F-5ADB3E66C477}" srcOrd="4" destOrd="0" presId="urn:microsoft.com/office/officeart/2005/8/layout/hierarchy4"/>
    <dgm:cxn modelId="{8D451325-BF8B-4A6C-8A55-814F2BEE2391}" type="presParOf" srcId="{87D2A31D-B31C-45F8-AD5F-5ADB3E66C477}" destId="{B388FA0A-2D9D-4772-AEEC-F4042FE08120}" srcOrd="0" destOrd="0" presId="urn:microsoft.com/office/officeart/2005/8/layout/hierarchy4"/>
    <dgm:cxn modelId="{BEA534C1-8B20-4F12-B285-4C5C664DD94E}" type="presParOf" srcId="{87D2A31D-B31C-45F8-AD5F-5ADB3E66C477}" destId="{2C000A92-2599-45AF-87AA-587062D5411F}" srcOrd="1" destOrd="0" presId="urn:microsoft.com/office/officeart/2005/8/layout/hierarchy4"/>
    <dgm:cxn modelId="{25099B0D-00F8-40BE-A913-C95455796E3C}" type="presParOf" srcId="{2EE9C02E-AB86-4457-BCD8-389E4314A25D}" destId="{A9AD836D-EFAF-4939-8C1F-5E1B081E6E57}" srcOrd="3" destOrd="0" presId="urn:microsoft.com/office/officeart/2005/8/layout/hierarchy4"/>
    <dgm:cxn modelId="{6D03B5A1-0CED-4997-B3A4-0450A99D7F55}" type="presParOf" srcId="{2EE9C02E-AB86-4457-BCD8-389E4314A25D}" destId="{BAB16650-F796-457D-B9D6-568ED7CEC32E}" srcOrd="4" destOrd="0" presId="urn:microsoft.com/office/officeart/2005/8/layout/hierarchy4"/>
    <dgm:cxn modelId="{E44D56B7-7835-46F1-B59A-89B2BC55AD4B}" type="presParOf" srcId="{BAB16650-F796-457D-B9D6-568ED7CEC32E}" destId="{0F79E8F4-9EFE-460B-9FDD-87A40B977F29}" srcOrd="0" destOrd="0" presId="urn:microsoft.com/office/officeart/2005/8/layout/hierarchy4"/>
    <dgm:cxn modelId="{0FD09BDA-51A0-44E1-8ADF-4A866559DD1C}" type="presParOf" srcId="{BAB16650-F796-457D-B9D6-568ED7CEC32E}" destId="{766CF77F-72FC-4058-9317-6B104C4E0A7E}" srcOrd="1" destOrd="0" presId="urn:microsoft.com/office/officeart/2005/8/layout/hierarchy4"/>
    <dgm:cxn modelId="{A9A58EBF-FF59-4316-B505-908B1D3BAFB1}" type="presParOf" srcId="{BAB16650-F796-457D-B9D6-568ED7CEC32E}" destId="{F496FBBB-C0E2-47B8-9C29-06B10D8769ED}" srcOrd="2" destOrd="0" presId="urn:microsoft.com/office/officeart/2005/8/layout/hierarchy4"/>
    <dgm:cxn modelId="{40A19D4E-4CF3-49F0-9329-EE1CA09D2162}" type="presParOf" srcId="{F496FBBB-C0E2-47B8-9C29-06B10D8769ED}" destId="{3045539B-8C05-45C0-9446-0852941D6F49}" srcOrd="0" destOrd="0" presId="urn:microsoft.com/office/officeart/2005/8/layout/hierarchy4"/>
    <dgm:cxn modelId="{5D9D6B10-94C1-4809-86FD-82129CC8356A}" type="presParOf" srcId="{3045539B-8C05-45C0-9446-0852941D6F49}" destId="{FF51203F-132C-4DD5-A300-C7484DF55985}" srcOrd="0" destOrd="0" presId="urn:microsoft.com/office/officeart/2005/8/layout/hierarchy4"/>
    <dgm:cxn modelId="{325BA2E9-27ED-4BC1-8956-861A26EEF418}" type="presParOf" srcId="{3045539B-8C05-45C0-9446-0852941D6F49}" destId="{00543326-6432-492B-98CC-4AFD08994EAB}" srcOrd="1" destOrd="0" presId="urn:microsoft.com/office/officeart/2005/8/layout/hierarchy4"/>
    <dgm:cxn modelId="{5C31C6DE-73A0-4876-915F-459102723CBC}" type="presParOf" srcId="{3045539B-8C05-45C0-9446-0852941D6F49}" destId="{953A4F1E-5AEF-4570-B2BF-9E05C1379864}" srcOrd="2" destOrd="0" presId="urn:microsoft.com/office/officeart/2005/8/layout/hierarchy4"/>
    <dgm:cxn modelId="{90F43D5F-7CEA-4475-9EB1-EC4469755E35}" type="presParOf" srcId="{953A4F1E-5AEF-4570-B2BF-9E05C1379864}" destId="{FCF28676-52E2-4081-95DF-440D92992691}" srcOrd="0" destOrd="0" presId="urn:microsoft.com/office/officeart/2005/8/layout/hierarchy4"/>
    <dgm:cxn modelId="{89BC27D9-5CC0-495C-AE13-EC4F30DDCF55}" type="presParOf" srcId="{FCF28676-52E2-4081-95DF-440D92992691}" destId="{0CD822A0-A68A-474A-BDDF-EA959BB79449}" srcOrd="0" destOrd="0" presId="urn:microsoft.com/office/officeart/2005/8/layout/hierarchy4"/>
    <dgm:cxn modelId="{3FEDA124-864A-4B99-9A9A-698A7333F004}" type="presParOf" srcId="{FCF28676-52E2-4081-95DF-440D92992691}" destId="{629EB9E5-D4CB-41E8-B4F7-EB841CA3D7D1}" srcOrd="1" destOrd="0" presId="urn:microsoft.com/office/officeart/2005/8/layout/hierarchy4"/>
    <dgm:cxn modelId="{17DCE9C4-CA78-4656-AE43-278273311EF0}" type="presParOf" srcId="{953A4F1E-5AEF-4570-B2BF-9E05C1379864}" destId="{60736EB4-95E0-4D80-B011-B171FFB636A9}" srcOrd="1" destOrd="0" presId="urn:microsoft.com/office/officeart/2005/8/layout/hierarchy4"/>
    <dgm:cxn modelId="{0D923828-D987-41B1-906D-F4D00633C115}" type="presParOf" srcId="{953A4F1E-5AEF-4570-B2BF-9E05C1379864}" destId="{41BEDC93-1173-4309-A207-5B2790713F05}" srcOrd="2" destOrd="0" presId="urn:microsoft.com/office/officeart/2005/8/layout/hierarchy4"/>
    <dgm:cxn modelId="{369C08F4-0E67-4F10-9EAF-44CB7D1B86DD}" type="presParOf" srcId="{41BEDC93-1173-4309-A207-5B2790713F05}" destId="{76FA4DAF-7A5A-462E-ACE1-CC6BD5E48A48}" srcOrd="0" destOrd="0" presId="urn:microsoft.com/office/officeart/2005/8/layout/hierarchy4"/>
    <dgm:cxn modelId="{B3EF934B-CC03-4F71-A76A-937BBC286BCE}" type="presParOf" srcId="{41BEDC93-1173-4309-A207-5B2790713F05}" destId="{4D2EB5C3-901C-4D8E-9158-9B9069A43E52}" srcOrd="1" destOrd="0" presId="urn:microsoft.com/office/officeart/2005/8/layout/hierarchy4"/>
    <dgm:cxn modelId="{4BFDF439-C996-4B75-88EB-F31B2D657C26}" type="presParOf" srcId="{953A4F1E-5AEF-4570-B2BF-9E05C1379864}" destId="{7A034DD7-5F29-4660-ADFD-FA6CC8ACD142}" srcOrd="3" destOrd="0" presId="urn:microsoft.com/office/officeart/2005/8/layout/hierarchy4"/>
    <dgm:cxn modelId="{230186E9-95E0-49FE-B3E0-82719C1D0DBF}" type="presParOf" srcId="{953A4F1E-5AEF-4570-B2BF-9E05C1379864}" destId="{E66A8CE5-A50B-48E8-B71D-048F8B986A32}" srcOrd="4" destOrd="0" presId="urn:microsoft.com/office/officeart/2005/8/layout/hierarchy4"/>
    <dgm:cxn modelId="{3F3F7018-7D5B-4DA6-8326-024068C78953}" type="presParOf" srcId="{E66A8CE5-A50B-48E8-B71D-048F8B986A32}" destId="{7846FD60-069D-4C50-BE9F-29DF824D3AA5}" srcOrd="0" destOrd="0" presId="urn:microsoft.com/office/officeart/2005/8/layout/hierarchy4"/>
    <dgm:cxn modelId="{62103948-8252-456C-8773-B43318F26101}" type="presParOf" srcId="{E66A8CE5-A50B-48E8-B71D-048F8B986A32}" destId="{3A09187E-E994-4420-9C03-DE2E4CE20A17}" srcOrd="1" destOrd="0" presId="urn:microsoft.com/office/officeart/2005/8/layout/hierarchy4"/>
    <dgm:cxn modelId="{0893D1CC-11E9-48E9-969D-5C9E66589FA5}" type="presParOf" srcId="{2EE9C02E-AB86-4457-BCD8-389E4314A25D}" destId="{02AD18B5-E24F-47D9-ADFE-4A412C04F868}" srcOrd="5" destOrd="0" presId="urn:microsoft.com/office/officeart/2005/8/layout/hierarchy4"/>
    <dgm:cxn modelId="{995A9E86-B22E-4CBD-95B5-FAF14EA4A2E0}" type="presParOf" srcId="{2EE9C02E-AB86-4457-BCD8-389E4314A25D}" destId="{1A457853-E398-4DCE-B614-93950765EEBD}" srcOrd="6" destOrd="0" presId="urn:microsoft.com/office/officeart/2005/8/layout/hierarchy4"/>
    <dgm:cxn modelId="{72933A0E-8D4B-4822-85C9-6F44EF970F41}" type="presParOf" srcId="{1A457853-E398-4DCE-B614-93950765EEBD}" destId="{56B9CBB9-34CA-43E5-A80D-51FC404DD39B}" srcOrd="0" destOrd="0" presId="urn:microsoft.com/office/officeart/2005/8/layout/hierarchy4"/>
    <dgm:cxn modelId="{04B70E62-4461-4F18-B6C3-601C04FBF8AE}" type="presParOf" srcId="{1A457853-E398-4DCE-B614-93950765EEBD}" destId="{32CEED63-B7E4-4916-9D7E-9637D961806C}" srcOrd="1" destOrd="0" presId="urn:microsoft.com/office/officeart/2005/8/layout/hierarchy4"/>
    <dgm:cxn modelId="{96E338EA-6E2D-4D5C-9D1B-ADD755C4BD73}" type="presParOf" srcId="{1A457853-E398-4DCE-B614-93950765EEBD}" destId="{DCCE59B0-3F7B-44B2-A79D-5103B9153F9D}" srcOrd="2" destOrd="0" presId="urn:microsoft.com/office/officeart/2005/8/layout/hierarchy4"/>
    <dgm:cxn modelId="{F87FC3D8-AF9C-41A0-B5EE-4D2F0C921CCD}" type="presParOf" srcId="{DCCE59B0-3F7B-44B2-A79D-5103B9153F9D}" destId="{E419E381-C101-4547-B5CB-56834657588E}" srcOrd="0" destOrd="0" presId="urn:microsoft.com/office/officeart/2005/8/layout/hierarchy4"/>
    <dgm:cxn modelId="{F233FFBD-677E-4257-A1A9-2195B99686CF}" type="presParOf" srcId="{E419E381-C101-4547-B5CB-56834657588E}" destId="{47C56CC5-500A-42F2-BDB3-36D5F7717BFA}" srcOrd="0" destOrd="0" presId="urn:microsoft.com/office/officeart/2005/8/layout/hierarchy4"/>
    <dgm:cxn modelId="{58B38C8A-6304-4FBD-8981-CFDEAF0E389E}" type="presParOf" srcId="{E419E381-C101-4547-B5CB-56834657588E}" destId="{977ED958-E301-479D-8003-04DFFDACCDEF}" srcOrd="1" destOrd="0" presId="urn:microsoft.com/office/officeart/2005/8/layout/hierarchy4"/>
    <dgm:cxn modelId="{DC6185E1-98C0-4E5D-AF24-EFA31CF9C495}" type="presParOf" srcId="{E419E381-C101-4547-B5CB-56834657588E}" destId="{288E2B4A-80F1-42B8-9E10-832015B9825C}" srcOrd="2" destOrd="0" presId="urn:microsoft.com/office/officeart/2005/8/layout/hierarchy4"/>
    <dgm:cxn modelId="{7E7EA63E-C546-40A0-BE9C-193EDE479560}" type="presParOf" srcId="{288E2B4A-80F1-42B8-9E10-832015B9825C}" destId="{EBD76E7D-D72C-4D4D-A694-4C0A43EAD2F9}" srcOrd="0" destOrd="0" presId="urn:microsoft.com/office/officeart/2005/8/layout/hierarchy4"/>
    <dgm:cxn modelId="{93EC6C37-25D7-4A25-9B25-745A9C629D20}" type="presParOf" srcId="{EBD76E7D-D72C-4D4D-A694-4C0A43EAD2F9}" destId="{4A79C0DE-5B8A-4243-9EDA-60883688CAA0}" srcOrd="0" destOrd="0" presId="urn:microsoft.com/office/officeart/2005/8/layout/hierarchy4"/>
    <dgm:cxn modelId="{26FC5A59-6972-4262-AFB5-2916CA89F2CA}" type="presParOf" srcId="{EBD76E7D-D72C-4D4D-A694-4C0A43EAD2F9}" destId="{6D9B8D80-7E2D-4E39-AB29-BE3198C3EBD2}" srcOrd="1" destOrd="0" presId="urn:microsoft.com/office/officeart/2005/8/layout/hierarchy4"/>
    <dgm:cxn modelId="{6BCD9055-5E88-4216-BB67-5DEC10DD2B72}" type="presParOf" srcId="{288E2B4A-80F1-42B8-9E10-832015B9825C}" destId="{C5C96E61-8851-42F2-988A-F6617C111CE4}" srcOrd="1" destOrd="0" presId="urn:microsoft.com/office/officeart/2005/8/layout/hierarchy4"/>
    <dgm:cxn modelId="{4CC1492E-BEB0-4FC9-BD72-0B0D53C423A6}" type="presParOf" srcId="{288E2B4A-80F1-42B8-9E10-832015B9825C}" destId="{558725B8-1C07-420F-95BD-3C6AFC25EC56}" srcOrd="2" destOrd="0" presId="urn:microsoft.com/office/officeart/2005/8/layout/hierarchy4"/>
    <dgm:cxn modelId="{3EC3373E-8A09-4AD3-9BBA-253B11E37100}" type="presParOf" srcId="{558725B8-1C07-420F-95BD-3C6AFC25EC56}" destId="{A8C28A2C-B87E-4CB2-BF32-41F39EF8F312}" srcOrd="0" destOrd="0" presId="urn:microsoft.com/office/officeart/2005/8/layout/hierarchy4"/>
    <dgm:cxn modelId="{B62B4C2C-3B2D-4355-B15D-93A9F33363B0}" type="presParOf" srcId="{558725B8-1C07-420F-95BD-3C6AFC25EC56}" destId="{BD69816E-298B-4BE5-A0C9-103E6CF945E3}" srcOrd="1" destOrd="0" presId="urn:microsoft.com/office/officeart/2005/8/layout/hierarchy4"/>
    <dgm:cxn modelId="{EB496676-0DBA-4553-9C49-842E65AEB742}" type="presParOf" srcId="{288E2B4A-80F1-42B8-9E10-832015B9825C}" destId="{EE7EDBB6-221C-42C1-9295-EF750436ED94}" srcOrd="3" destOrd="0" presId="urn:microsoft.com/office/officeart/2005/8/layout/hierarchy4"/>
    <dgm:cxn modelId="{2B7C72CE-B805-42F8-AF49-C64346F05174}" type="presParOf" srcId="{288E2B4A-80F1-42B8-9E10-832015B9825C}" destId="{5F33AD99-F2D1-492B-964E-15AB88613325}" srcOrd="4" destOrd="0" presId="urn:microsoft.com/office/officeart/2005/8/layout/hierarchy4"/>
    <dgm:cxn modelId="{AFA4FF3E-6797-4FA7-8F54-2AB28AF48765}" type="presParOf" srcId="{5F33AD99-F2D1-492B-964E-15AB88613325}" destId="{C9650A37-CD41-4D43-BA6B-561D3AEA001B}" srcOrd="0" destOrd="0" presId="urn:microsoft.com/office/officeart/2005/8/layout/hierarchy4"/>
    <dgm:cxn modelId="{F93F7B0F-D119-4BE8-9017-0D8BAF3D6248}" type="presParOf" srcId="{5F33AD99-F2D1-492B-964E-15AB88613325}" destId="{72FC8AA0-E4B3-43C3-83FA-7EBB105B1B1C}" srcOrd="1" destOrd="0" presId="urn:microsoft.com/office/officeart/2005/8/layout/hierarchy4"/>
    <dgm:cxn modelId="{9E496C4A-7600-4EA3-8211-684F51000160}" type="presParOf" srcId="{DCCE59B0-3F7B-44B2-A79D-5103B9153F9D}" destId="{9611F525-D9B8-4313-8D01-BB15569F1638}" srcOrd="1" destOrd="0" presId="urn:microsoft.com/office/officeart/2005/8/layout/hierarchy4"/>
    <dgm:cxn modelId="{F46FDA77-2236-4C3E-A913-5EFD9CCC4516}" type="presParOf" srcId="{DCCE59B0-3F7B-44B2-A79D-5103B9153F9D}" destId="{3A2024BF-DD92-48D3-A520-A3A66BB616F4}" srcOrd="2" destOrd="0" presId="urn:microsoft.com/office/officeart/2005/8/layout/hierarchy4"/>
    <dgm:cxn modelId="{905887F6-DD9C-413C-9393-45F44ED104F9}" type="presParOf" srcId="{3A2024BF-DD92-48D3-A520-A3A66BB616F4}" destId="{5CCA8E86-A73D-4436-BDF0-E59E27244907}" srcOrd="0" destOrd="0" presId="urn:microsoft.com/office/officeart/2005/8/layout/hierarchy4"/>
    <dgm:cxn modelId="{EE3B6BD4-9CF0-49EF-A2AA-54822028A8D3}" type="presParOf" srcId="{3A2024BF-DD92-48D3-A520-A3A66BB616F4}" destId="{070341AA-6E5B-47D7-8312-40DE0DB91260}" srcOrd="1" destOrd="0" presId="urn:microsoft.com/office/officeart/2005/8/layout/hierarchy4"/>
    <dgm:cxn modelId="{068408F6-F30B-4145-90DB-4F393FDDD1CF}" type="presParOf" srcId="{3A2024BF-DD92-48D3-A520-A3A66BB616F4}" destId="{8657FF4A-02F9-4279-AE06-C61F73E7931F}" srcOrd="2" destOrd="0" presId="urn:microsoft.com/office/officeart/2005/8/layout/hierarchy4"/>
    <dgm:cxn modelId="{C3F1A302-4C5D-40C8-B693-33B0EA2319F2}" type="presParOf" srcId="{8657FF4A-02F9-4279-AE06-C61F73E7931F}" destId="{D47AB8E4-EA2B-4153-9E6D-0DAA29EC8431}" srcOrd="0" destOrd="0" presId="urn:microsoft.com/office/officeart/2005/8/layout/hierarchy4"/>
    <dgm:cxn modelId="{FD779297-DB40-4F03-91A6-1DF4EC0C0F2A}" type="presParOf" srcId="{D47AB8E4-EA2B-4153-9E6D-0DAA29EC8431}" destId="{22F300FA-3AA9-4E5D-A654-02625FAC1D0A}" srcOrd="0" destOrd="0" presId="urn:microsoft.com/office/officeart/2005/8/layout/hierarchy4"/>
    <dgm:cxn modelId="{9090A899-A38A-4618-A9CE-73F2A0A7D161}" type="presParOf" srcId="{D47AB8E4-EA2B-4153-9E6D-0DAA29EC8431}" destId="{A1AFE004-E072-4831-9B78-B625089D6419}" srcOrd="1" destOrd="0" presId="urn:microsoft.com/office/officeart/2005/8/layout/hierarchy4"/>
    <dgm:cxn modelId="{558DBDC3-1860-4883-9E94-090427BD9763}" type="presParOf" srcId="{8657FF4A-02F9-4279-AE06-C61F73E7931F}" destId="{DD5730AB-FEB3-4FB5-85B4-22E7C9B757CD}" srcOrd="1" destOrd="0" presId="urn:microsoft.com/office/officeart/2005/8/layout/hierarchy4"/>
    <dgm:cxn modelId="{575A09B6-DFBF-44EB-B9C6-12CA3CB38C07}" type="presParOf" srcId="{8657FF4A-02F9-4279-AE06-C61F73E7931F}" destId="{520BFC02-A139-491E-A252-119CD223F93A}" srcOrd="2" destOrd="0" presId="urn:microsoft.com/office/officeart/2005/8/layout/hierarchy4"/>
    <dgm:cxn modelId="{255648A7-F509-4AAC-9683-BC2874AF6414}" type="presParOf" srcId="{520BFC02-A139-491E-A252-119CD223F93A}" destId="{0EF310C6-12A5-4E16-9463-729BB21140E6}" srcOrd="0" destOrd="0" presId="urn:microsoft.com/office/officeart/2005/8/layout/hierarchy4"/>
    <dgm:cxn modelId="{15848246-FF06-482F-8017-C53A7D9387C6}" type="presParOf" srcId="{520BFC02-A139-491E-A252-119CD223F93A}" destId="{D47F457E-E8DC-4F33-A00A-17380F29B877}" srcOrd="1" destOrd="0" presId="urn:microsoft.com/office/officeart/2005/8/layout/hierarchy4"/>
    <dgm:cxn modelId="{EDA624FA-CF19-40A0-9C8D-61471A280C32}" type="presParOf" srcId="{8657FF4A-02F9-4279-AE06-C61F73E7931F}" destId="{CB770ECE-BCAA-4ECC-89B0-6870490B63A2}" srcOrd="3" destOrd="0" presId="urn:microsoft.com/office/officeart/2005/8/layout/hierarchy4"/>
    <dgm:cxn modelId="{F537341E-EABF-4A0D-8B7F-2FD97BE9819E}" type="presParOf" srcId="{8657FF4A-02F9-4279-AE06-C61F73E7931F}" destId="{36C67580-030F-4F20-AAB0-E95A8C5722A9}" srcOrd="4" destOrd="0" presId="urn:microsoft.com/office/officeart/2005/8/layout/hierarchy4"/>
    <dgm:cxn modelId="{E7D4848E-40B8-45BD-B838-00A4F1ABA5C1}" type="presParOf" srcId="{36C67580-030F-4F20-AAB0-E95A8C5722A9}" destId="{761EA637-EE96-41C0-A561-0D4BD1B178A3}" srcOrd="0" destOrd="0" presId="urn:microsoft.com/office/officeart/2005/8/layout/hierarchy4"/>
    <dgm:cxn modelId="{DA8AE9A1-882D-493A-8BF6-64994DE2C5AB}" type="presParOf" srcId="{36C67580-030F-4F20-AAB0-E95A8C5722A9}" destId="{3355436C-9BF3-4715-8411-1734D72B0C3B}" srcOrd="1" destOrd="0" presId="urn:microsoft.com/office/officeart/2005/8/layout/hierarchy4"/>
    <dgm:cxn modelId="{C8F1750C-0F54-4BD3-9214-90A156A2AAD7}" type="presParOf" srcId="{DCCE59B0-3F7B-44B2-A79D-5103B9153F9D}" destId="{FE78F38F-4F6A-4A62-912C-1F7EADC68301}" srcOrd="3" destOrd="0" presId="urn:microsoft.com/office/officeart/2005/8/layout/hierarchy4"/>
    <dgm:cxn modelId="{AEF831FB-F6BF-46B3-8A23-0F7EFBCDAE0B}" type="presParOf" srcId="{DCCE59B0-3F7B-44B2-A79D-5103B9153F9D}" destId="{8DD2DED4-B610-4F7B-9346-48FCDAC170A9}" srcOrd="4" destOrd="0" presId="urn:microsoft.com/office/officeart/2005/8/layout/hierarchy4"/>
    <dgm:cxn modelId="{268983E2-2BA6-4DD9-8A38-3EBACB856777}" type="presParOf" srcId="{8DD2DED4-B610-4F7B-9346-48FCDAC170A9}" destId="{8F1793BD-8CCC-4504-8728-04F85CECBE51}" srcOrd="0" destOrd="0" presId="urn:microsoft.com/office/officeart/2005/8/layout/hierarchy4"/>
    <dgm:cxn modelId="{B0EAE575-F03A-4C4D-9C4A-618EF55B6B36}" type="presParOf" srcId="{8DD2DED4-B610-4F7B-9346-48FCDAC170A9}" destId="{4A8AABE2-A611-4B3E-AA0E-7CBA16B0BA7E}" srcOrd="1" destOrd="0" presId="urn:microsoft.com/office/officeart/2005/8/layout/hierarchy4"/>
    <dgm:cxn modelId="{2B0342B2-DCAD-4978-8087-F7C97DC1A193}" type="presParOf" srcId="{8DD2DED4-B610-4F7B-9346-48FCDAC170A9}" destId="{61485B16-9050-4438-9E20-76BED7C2FE3B}" srcOrd="2" destOrd="0" presId="urn:microsoft.com/office/officeart/2005/8/layout/hierarchy4"/>
    <dgm:cxn modelId="{F6E2404A-3E2F-495B-B9DD-367D253880F1}" type="presParOf" srcId="{61485B16-9050-4438-9E20-76BED7C2FE3B}" destId="{29112C2E-D7B4-454D-93EC-0F4CE36A9F21}" srcOrd="0" destOrd="0" presId="urn:microsoft.com/office/officeart/2005/8/layout/hierarchy4"/>
    <dgm:cxn modelId="{4D9F9FB7-0148-493A-887D-04F4D18E3FB1}" type="presParOf" srcId="{29112C2E-D7B4-454D-93EC-0F4CE36A9F21}" destId="{41FCC162-5D47-4501-AC0D-1130AC2E9EA2}" srcOrd="0" destOrd="0" presId="urn:microsoft.com/office/officeart/2005/8/layout/hierarchy4"/>
    <dgm:cxn modelId="{D5EBB547-19E7-4E1B-A59E-72BE0680CA0E}" type="presParOf" srcId="{29112C2E-D7B4-454D-93EC-0F4CE36A9F21}" destId="{447D791E-99C7-46C2-9E86-CBD6B2376000}" srcOrd="1" destOrd="0" presId="urn:microsoft.com/office/officeart/2005/8/layout/hierarchy4"/>
    <dgm:cxn modelId="{6DFF5FDA-03A9-4245-B3CB-3287765AEFBA}" type="presParOf" srcId="{61485B16-9050-4438-9E20-76BED7C2FE3B}" destId="{98A14564-674B-4649-8A6A-9B09D535751F}" srcOrd="1" destOrd="0" presId="urn:microsoft.com/office/officeart/2005/8/layout/hierarchy4"/>
    <dgm:cxn modelId="{4C7FAE4D-EE63-43B3-B409-1239F007F1D5}" type="presParOf" srcId="{61485B16-9050-4438-9E20-76BED7C2FE3B}" destId="{42DDB6E2-6043-4C5F-B27D-0ABD36C3CD3D}" srcOrd="2" destOrd="0" presId="urn:microsoft.com/office/officeart/2005/8/layout/hierarchy4"/>
    <dgm:cxn modelId="{B9AD5D68-5600-4D86-BD82-C7970D8F624E}" type="presParOf" srcId="{42DDB6E2-6043-4C5F-B27D-0ABD36C3CD3D}" destId="{5D8F16B9-80CF-4464-B7D2-42ADC1694D2F}" srcOrd="0" destOrd="0" presId="urn:microsoft.com/office/officeart/2005/8/layout/hierarchy4"/>
    <dgm:cxn modelId="{CC7748D7-34C9-4C7E-8E28-476D6694B4F0}" type="presParOf" srcId="{42DDB6E2-6043-4C5F-B27D-0ABD36C3CD3D}" destId="{B4A966A3-EDA3-4493-B30A-20D646361AB2}" srcOrd="1" destOrd="0" presId="urn:microsoft.com/office/officeart/2005/8/layout/hierarchy4"/>
    <dgm:cxn modelId="{A6EC7493-D7D9-453E-9A29-E78F76D496B9}" type="presParOf" srcId="{61485B16-9050-4438-9E20-76BED7C2FE3B}" destId="{B72E566A-34DD-4772-B159-25D7AEB16882}" srcOrd="3" destOrd="0" presId="urn:microsoft.com/office/officeart/2005/8/layout/hierarchy4"/>
    <dgm:cxn modelId="{7F910E8C-48EE-4A98-BF36-0C5C9E1269EB}" type="presParOf" srcId="{61485B16-9050-4438-9E20-76BED7C2FE3B}" destId="{ADE7DE40-55E8-4512-A916-EDB535FBA616}" srcOrd="4" destOrd="0" presId="urn:microsoft.com/office/officeart/2005/8/layout/hierarchy4"/>
    <dgm:cxn modelId="{B3A4E0C1-E97F-463D-82B3-E31E76C8D428}" type="presParOf" srcId="{ADE7DE40-55E8-4512-A916-EDB535FBA616}" destId="{5D46480D-AFEF-44D9-8254-F2AE4348FA46}" srcOrd="0" destOrd="0" presId="urn:microsoft.com/office/officeart/2005/8/layout/hierarchy4"/>
    <dgm:cxn modelId="{29A8EFB4-7CC4-471C-8EA7-683559A71F91}" type="presParOf" srcId="{ADE7DE40-55E8-4512-A916-EDB535FBA616}" destId="{A4D4CDFE-A65D-4D6B-B579-4AB4CDAF5CFE}" srcOrd="1" destOrd="0" presId="urn:microsoft.com/office/officeart/2005/8/layout/hierarchy4"/>
    <dgm:cxn modelId="{D52586D2-7B47-46FE-9121-BD91B4A1E446}" type="presParOf" srcId="{DCCE59B0-3F7B-44B2-A79D-5103B9153F9D}" destId="{C68531B4-84BE-4089-9416-E8156B3D4847}" srcOrd="5" destOrd="0" presId="urn:microsoft.com/office/officeart/2005/8/layout/hierarchy4"/>
    <dgm:cxn modelId="{854F44B5-C6B0-46BA-8674-53A3C11E5B79}" type="presParOf" srcId="{DCCE59B0-3F7B-44B2-A79D-5103B9153F9D}" destId="{0623A425-D3BF-49D6-8E43-17E56471C17C}" srcOrd="6" destOrd="0" presId="urn:microsoft.com/office/officeart/2005/8/layout/hierarchy4"/>
    <dgm:cxn modelId="{98A41CDF-FBC1-453A-BEFE-003BCE4875EB}" type="presParOf" srcId="{0623A425-D3BF-49D6-8E43-17E56471C17C}" destId="{81A809B6-090F-4405-8599-8B85C43D44DC}" srcOrd="0" destOrd="0" presId="urn:microsoft.com/office/officeart/2005/8/layout/hierarchy4"/>
    <dgm:cxn modelId="{387ACCF2-8945-4F2D-BF77-28253985B1B5}" type="presParOf" srcId="{0623A425-D3BF-49D6-8E43-17E56471C17C}" destId="{8FAD86E9-D14B-47B0-806E-83F24D773223}" srcOrd="1" destOrd="0" presId="urn:microsoft.com/office/officeart/2005/8/layout/hierarchy4"/>
    <dgm:cxn modelId="{BE9B8222-C009-47F5-AA55-1A8F366798A7}" type="presParOf" srcId="{0623A425-D3BF-49D6-8E43-17E56471C17C}" destId="{163BBA54-C9EE-4B48-80D4-B11FF186FB86}" srcOrd="2" destOrd="0" presId="urn:microsoft.com/office/officeart/2005/8/layout/hierarchy4"/>
    <dgm:cxn modelId="{3219207E-B5CC-4867-A2B1-8DB5D96CE78C}" type="presParOf" srcId="{163BBA54-C9EE-4B48-80D4-B11FF186FB86}" destId="{511DE9A3-76D0-4303-B21C-DBCC9E476C1B}" srcOrd="0" destOrd="0" presId="urn:microsoft.com/office/officeart/2005/8/layout/hierarchy4"/>
    <dgm:cxn modelId="{ECE74EA3-56EA-4EE8-94D4-588C29212409}" type="presParOf" srcId="{511DE9A3-76D0-4303-B21C-DBCC9E476C1B}" destId="{34DB856F-485B-4B1F-8B0E-17187DF4FF2C}" srcOrd="0" destOrd="0" presId="urn:microsoft.com/office/officeart/2005/8/layout/hierarchy4"/>
    <dgm:cxn modelId="{31D44E6A-7EFD-45B9-BD70-3E87A1D110E2}" type="presParOf" srcId="{511DE9A3-76D0-4303-B21C-DBCC9E476C1B}" destId="{EE3EAB8F-C64F-4ACA-8C7C-079E40BD92EA}" srcOrd="1" destOrd="0" presId="urn:microsoft.com/office/officeart/2005/8/layout/hierarchy4"/>
    <dgm:cxn modelId="{A6ABA6B2-0A93-4098-BFA1-2860F3724B18}" type="presParOf" srcId="{163BBA54-C9EE-4B48-80D4-B11FF186FB86}" destId="{AC96C131-658D-4C10-9F1C-2DE341739DBD}" srcOrd="1" destOrd="0" presId="urn:microsoft.com/office/officeart/2005/8/layout/hierarchy4"/>
    <dgm:cxn modelId="{A55AC4A5-1CC6-44E4-AFB0-9E0F152237BA}" type="presParOf" srcId="{163BBA54-C9EE-4B48-80D4-B11FF186FB86}" destId="{F67FE804-FF48-45A8-ACDF-C0EEEF95E0E4}" srcOrd="2" destOrd="0" presId="urn:microsoft.com/office/officeart/2005/8/layout/hierarchy4"/>
    <dgm:cxn modelId="{8FE0F2C8-CE21-4F8F-87DC-D985131C659D}" type="presParOf" srcId="{F67FE804-FF48-45A8-ACDF-C0EEEF95E0E4}" destId="{A8ABA455-BC8D-4D54-B2ED-1A16682008A7}" srcOrd="0" destOrd="0" presId="urn:microsoft.com/office/officeart/2005/8/layout/hierarchy4"/>
    <dgm:cxn modelId="{4E6A4235-5E47-4E5C-BE04-3AA053A5BB80}" type="presParOf" srcId="{F67FE804-FF48-45A8-ACDF-C0EEEF95E0E4}" destId="{5C6CC686-229F-4F4C-8243-2641F928F4DA}" srcOrd="1" destOrd="0" presId="urn:microsoft.com/office/officeart/2005/8/layout/hierarchy4"/>
    <dgm:cxn modelId="{EA1293B8-4C72-4A59-9A56-C6A55BD5B21A}" type="presParOf" srcId="{163BBA54-C9EE-4B48-80D4-B11FF186FB86}" destId="{6DC02448-BF73-40E5-B5DF-AA8E89C33949}" srcOrd="3" destOrd="0" presId="urn:microsoft.com/office/officeart/2005/8/layout/hierarchy4"/>
    <dgm:cxn modelId="{F0511841-883A-4AFF-9E75-9D8B4C89A0DB}" type="presParOf" srcId="{163BBA54-C9EE-4B48-80D4-B11FF186FB86}" destId="{66A43524-B08A-46DD-8FDB-BAD7DB3F0C71}" srcOrd="4" destOrd="0" presId="urn:microsoft.com/office/officeart/2005/8/layout/hierarchy4"/>
    <dgm:cxn modelId="{AFAA4720-B19E-4179-AC45-A6D0D3497798}" type="presParOf" srcId="{66A43524-B08A-46DD-8FDB-BAD7DB3F0C71}" destId="{7BCA1C4B-D62B-4AD2-9585-09B9A4F49F5B}" srcOrd="0" destOrd="0" presId="urn:microsoft.com/office/officeart/2005/8/layout/hierarchy4"/>
    <dgm:cxn modelId="{4155DB0D-8642-46AE-86F4-8A5CDBB86319}" type="presParOf" srcId="{66A43524-B08A-46DD-8FDB-BAD7DB3F0C71}" destId="{EC5631D6-365F-442D-B284-123E909208A0}" srcOrd="1" destOrd="0" presId="urn:microsoft.com/office/officeart/2005/8/layout/hierarchy4"/>
    <dgm:cxn modelId="{882A9F6C-E785-4D17-9746-43A9B94AE341}" type="presParOf" srcId="{DCCE59B0-3F7B-44B2-A79D-5103B9153F9D}" destId="{BBDCC36B-1C79-4180-A5AB-248BEA62BF23}" srcOrd="7" destOrd="0" presId="urn:microsoft.com/office/officeart/2005/8/layout/hierarchy4"/>
    <dgm:cxn modelId="{44213FAF-3FF9-4843-8038-862B78BD52EB}" type="presParOf" srcId="{DCCE59B0-3F7B-44B2-A79D-5103B9153F9D}" destId="{B2B20C0B-D66E-487E-A5A3-7943C5B80EAA}" srcOrd="8" destOrd="0" presId="urn:microsoft.com/office/officeart/2005/8/layout/hierarchy4"/>
    <dgm:cxn modelId="{9B952B1C-96BE-4FB5-8D0F-384368DAE833}" type="presParOf" srcId="{B2B20C0B-D66E-487E-A5A3-7943C5B80EAA}" destId="{B36ACDFB-35F5-46C2-ABC1-D006DB201E36}" srcOrd="0" destOrd="0" presId="urn:microsoft.com/office/officeart/2005/8/layout/hierarchy4"/>
    <dgm:cxn modelId="{61184D8A-D12F-421B-A577-96505B37E15F}" type="presParOf" srcId="{B2B20C0B-D66E-487E-A5A3-7943C5B80EAA}" destId="{606BBDF9-8A8F-4E1F-8D9F-A5504D28DE1D}" srcOrd="1" destOrd="0" presId="urn:microsoft.com/office/officeart/2005/8/layout/hierarchy4"/>
    <dgm:cxn modelId="{19DE74D9-7910-4CBD-B4FB-6A462E56DCB7}" type="presParOf" srcId="{DCCE59B0-3F7B-44B2-A79D-5103B9153F9D}" destId="{8178691D-3353-496A-A037-1EFE6B952CFB}" srcOrd="9" destOrd="0" presId="urn:microsoft.com/office/officeart/2005/8/layout/hierarchy4"/>
    <dgm:cxn modelId="{DFBF6E64-73ED-4A9B-9109-855D91AF767A}" type="presParOf" srcId="{DCCE59B0-3F7B-44B2-A79D-5103B9153F9D}" destId="{C106114D-DBDF-4E52-81DB-E6EB57AD81BB}" srcOrd="10" destOrd="0" presId="urn:microsoft.com/office/officeart/2005/8/layout/hierarchy4"/>
    <dgm:cxn modelId="{4AD8D2D2-FB70-4B14-9843-8EE4AFAC4F7E}" type="presParOf" srcId="{C106114D-DBDF-4E52-81DB-E6EB57AD81BB}" destId="{F6088778-D41D-4F60-84FC-2DA6A669278B}" srcOrd="0" destOrd="0" presId="urn:microsoft.com/office/officeart/2005/8/layout/hierarchy4"/>
    <dgm:cxn modelId="{C18C9645-1266-49E8-860A-0C8F47C1B35B}" type="presParOf" srcId="{C106114D-DBDF-4E52-81DB-E6EB57AD81BB}" destId="{7C349EC1-0B56-43F8-ADED-34E7707E3DCF}" srcOrd="1" destOrd="0" presId="urn:microsoft.com/office/officeart/2005/8/layout/hierarchy4"/>
    <dgm:cxn modelId="{863A53C9-9582-4219-9248-DB213FFC68D9}" type="presParOf" srcId="{2EE9C02E-AB86-4457-BCD8-389E4314A25D}" destId="{6FE55C1F-0083-41B3-9CC4-07340CB55040}" srcOrd="7" destOrd="0" presId="urn:microsoft.com/office/officeart/2005/8/layout/hierarchy4"/>
    <dgm:cxn modelId="{18938323-D056-437A-96E5-827EBD24C148}" type="presParOf" srcId="{2EE9C02E-AB86-4457-BCD8-389E4314A25D}" destId="{0958D94F-82D6-46F7-B37B-E29BBB8090C1}" srcOrd="8" destOrd="0" presId="urn:microsoft.com/office/officeart/2005/8/layout/hierarchy4"/>
    <dgm:cxn modelId="{7A7A257F-DA37-4F69-811B-3D2992CC794A}" type="presParOf" srcId="{0958D94F-82D6-46F7-B37B-E29BBB8090C1}" destId="{D418EDB3-20B0-496D-80B3-D4C050A32FA5}" srcOrd="0" destOrd="0" presId="urn:microsoft.com/office/officeart/2005/8/layout/hierarchy4"/>
    <dgm:cxn modelId="{8C28E7B0-0887-43EA-A472-395C372D4723}" type="presParOf" srcId="{0958D94F-82D6-46F7-B37B-E29BBB8090C1}" destId="{0A45637D-5C78-450D-BAA1-DBF42850A81A}" srcOrd="1" destOrd="0" presId="urn:microsoft.com/office/officeart/2005/8/layout/hierarchy4"/>
    <dgm:cxn modelId="{FF425CEF-8F86-4D7E-BEEC-73363DDF4F3F}" type="presParOf" srcId="{0958D94F-82D6-46F7-B37B-E29BBB8090C1}" destId="{726FEC8A-F68D-4336-A6A6-EC7AD83E4EDA}" srcOrd="2" destOrd="0" presId="urn:microsoft.com/office/officeart/2005/8/layout/hierarchy4"/>
    <dgm:cxn modelId="{82C001D2-E2B6-41F1-9A5A-BF76819D3870}" type="presParOf" srcId="{726FEC8A-F68D-4336-A6A6-EC7AD83E4EDA}" destId="{5705A516-AAD6-4CC9-BBF6-BED4542A5497}" srcOrd="0" destOrd="0" presId="urn:microsoft.com/office/officeart/2005/8/layout/hierarchy4"/>
    <dgm:cxn modelId="{855BD5F8-BCD8-48F7-A23A-84EBD7897F4C}" type="presParOf" srcId="{5705A516-AAD6-4CC9-BBF6-BED4542A5497}" destId="{F57A4F2D-6CD1-420A-97E7-73D9F80309C1}" srcOrd="0" destOrd="0" presId="urn:microsoft.com/office/officeart/2005/8/layout/hierarchy4"/>
    <dgm:cxn modelId="{4FBD80F1-7FA7-406B-B4D6-04814EED0B68}" type="presParOf" srcId="{5705A516-AAD6-4CC9-BBF6-BED4542A5497}" destId="{3E57E210-F369-4C3F-837E-B69874AC4C82}" srcOrd="1" destOrd="0" presId="urn:microsoft.com/office/officeart/2005/8/layout/hierarchy4"/>
    <dgm:cxn modelId="{46F08A61-A0CC-41AD-97F9-03EA6C7FEE8C}" type="presParOf" srcId="{2EE9C02E-AB86-4457-BCD8-389E4314A25D}" destId="{D3A8EC47-1C83-4A33-9522-E1369E6F1518}" srcOrd="9" destOrd="0" presId="urn:microsoft.com/office/officeart/2005/8/layout/hierarchy4"/>
    <dgm:cxn modelId="{03C1A3B4-21CC-4521-BF1C-B8EA55BE8752}" type="presParOf" srcId="{2EE9C02E-AB86-4457-BCD8-389E4314A25D}" destId="{5E27F10C-B357-4E10-BAE3-5B4C38029E9D}" srcOrd="10" destOrd="0" presId="urn:microsoft.com/office/officeart/2005/8/layout/hierarchy4"/>
    <dgm:cxn modelId="{F063F196-1C12-4CF7-A617-020331786066}" type="presParOf" srcId="{5E27F10C-B357-4E10-BAE3-5B4C38029E9D}" destId="{5FED656A-07B4-47C6-A242-E7DAC2C3867A}" srcOrd="0" destOrd="0" presId="urn:microsoft.com/office/officeart/2005/8/layout/hierarchy4"/>
    <dgm:cxn modelId="{1D72B92F-04CD-48A0-88CD-3A6C2B39357E}" type="presParOf" srcId="{5E27F10C-B357-4E10-BAE3-5B4C38029E9D}" destId="{715B30EA-B74B-4952-8D69-EF5E0A5853EF}" srcOrd="1" destOrd="0" presId="urn:microsoft.com/office/officeart/2005/8/layout/hierarchy4"/>
    <dgm:cxn modelId="{F29B2042-8EEC-476A-8169-06BB451A82FC}" type="presParOf" srcId="{5E27F10C-B357-4E10-BAE3-5B4C38029E9D}" destId="{4B32A53F-102E-4BA1-8229-71A2FA705DD2}" srcOrd="2" destOrd="0" presId="urn:microsoft.com/office/officeart/2005/8/layout/hierarchy4"/>
    <dgm:cxn modelId="{78D0078D-235C-4F9D-A763-AA4C2F5F3EDA}" type="presParOf" srcId="{4B32A53F-102E-4BA1-8229-71A2FA705DD2}" destId="{7CE6A5D0-4793-47A2-B9C8-98728C3C0410}" srcOrd="0" destOrd="0" presId="urn:microsoft.com/office/officeart/2005/8/layout/hierarchy4"/>
    <dgm:cxn modelId="{0B5F0D10-5F31-4D20-9DB3-766757B18640}" type="presParOf" srcId="{7CE6A5D0-4793-47A2-B9C8-98728C3C0410}" destId="{CA3242E1-6B6D-4745-AC41-51EFE5C6CAB6}" srcOrd="0" destOrd="0" presId="urn:microsoft.com/office/officeart/2005/8/layout/hierarchy4"/>
    <dgm:cxn modelId="{5A405645-D103-41FA-9C1D-5350F7DB713C}" type="presParOf" srcId="{7CE6A5D0-4793-47A2-B9C8-98728C3C0410}" destId="{702C44C6-508B-46A1-A1F2-F92B87F9800B}" srcOrd="1" destOrd="0" presId="urn:microsoft.com/office/officeart/2005/8/layout/hierarchy4"/>
    <dgm:cxn modelId="{C616A157-E5F3-4005-84B3-531D6AD1F202}" type="presParOf" srcId="{2EE9C02E-AB86-4457-BCD8-389E4314A25D}" destId="{BA019C5F-BC42-4505-B9B5-6E4E77BFFF53}" srcOrd="11" destOrd="0" presId="urn:microsoft.com/office/officeart/2005/8/layout/hierarchy4"/>
    <dgm:cxn modelId="{F64D9B67-7E47-43F5-8D61-9948E0639DCD}" type="presParOf" srcId="{2EE9C02E-AB86-4457-BCD8-389E4314A25D}" destId="{FD81F52A-9E1A-4443-A885-72F0D7413605}" srcOrd="12" destOrd="0" presId="urn:microsoft.com/office/officeart/2005/8/layout/hierarchy4"/>
    <dgm:cxn modelId="{8A559DF2-FAB0-4E10-B35B-C7CE9B68713F}" type="presParOf" srcId="{FD81F52A-9E1A-4443-A885-72F0D7413605}" destId="{10AA8F6F-0B00-4069-9954-43A3F3FC9255}" srcOrd="0" destOrd="0" presId="urn:microsoft.com/office/officeart/2005/8/layout/hierarchy4"/>
    <dgm:cxn modelId="{D275F61F-EC6F-4B7E-B221-C27C5D4EE5C5}" type="presParOf" srcId="{FD81F52A-9E1A-4443-A885-72F0D7413605}" destId="{2C14383F-42F5-4F6A-8B61-1B45A15F75F8}" srcOrd="1" destOrd="0" presId="urn:microsoft.com/office/officeart/2005/8/layout/hierarchy4"/>
    <dgm:cxn modelId="{025995EA-AAD3-428B-9C18-B44FD60712DD}" type="presParOf" srcId="{FD81F52A-9E1A-4443-A885-72F0D7413605}" destId="{AE2B9BB1-5AC4-429D-A287-4E0AEE1CAA47}" srcOrd="2" destOrd="0" presId="urn:microsoft.com/office/officeart/2005/8/layout/hierarchy4"/>
    <dgm:cxn modelId="{867D20F2-73D9-4396-A871-058998956A0D}" type="presParOf" srcId="{AE2B9BB1-5AC4-429D-A287-4E0AEE1CAA47}" destId="{0983C406-14E2-40D5-8D28-96205F02B382}" srcOrd="0" destOrd="0" presId="urn:microsoft.com/office/officeart/2005/8/layout/hierarchy4"/>
    <dgm:cxn modelId="{6B5BA817-421E-4D2E-AFA6-79CA925E9FB8}" type="presParOf" srcId="{0983C406-14E2-40D5-8D28-96205F02B382}" destId="{98B50A30-EA60-4A99-A3D9-DC83EA01E612}" srcOrd="0" destOrd="0" presId="urn:microsoft.com/office/officeart/2005/8/layout/hierarchy4"/>
    <dgm:cxn modelId="{CF667C15-18F6-4665-96FF-26D5FF1EC13E}" type="presParOf" srcId="{0983C406-14E2-40D5-8D28-96205F02B382}" destId="{B2207C33-AD6B-44E4-A0F1-9630C43DB2A1}" srcOrd="1" destOrd="0" presId="urn:microsoft.com/office/officeart/2005/8/layout/hierarchy4"/>
    <dgm:cxn modelId="{2724DFC3-76EB-4EAB-A53A-5236B2540D1C}" type="presParOf" srcId="{2EE9C02E-AB86-4457-BCD8-389E4314A25D}" destId="{29440782-5229-4A06-83DA-E13766F86EBD}" srcOrd="13" destOrd="0" presId="urn:microsoft.com/office/officeart/2005/8/layout/hierarchy4"/>
    <dgm:cxn modelId="{236FA6E2-3A30-4B72-B40A-57D35AE71129}" type="presParOf" srcId="{2EE9C02E-AB86-4457-BCD8-389E4314A25D}" destId="{CA326E3E-2817-4BE4-B170-7C55F70DE02F}" srcOrd="14" destOrd="0" presId="urn:microsoft.com/office/officeart/2005/8/layout/hierarchy4"/>
    <dgm:cxn modelId="{54DCD1F5-EF1E-46B2-91B2-2C5C4EC8960D}" type="presParOf" srcId="{CA326E3E-2817-4BE4-B170-7C55F70DE02F}" destId="{73F6BFA5-9C2C-4559-A03E-089D9A704FD7}" srcOrd="0" destOrd="0" presId="urn:microsoft.com/office/officeart/2005/8/layout/hierarchy4"/>
    <dgm:cxn modelId="{C347A694-9A82-46B7-A997-55EFE4983344}" type="presParOf" srcId="{CA326E3E-2817-4BE4-B170-7C55F70DE02F}" destId="{31FA1658-5358-46C1-81FA-7B30126920C5}" srcOrd="1" destOrd="0" presId="urn:microsoft.com/office/officeart/2005/8/layout/hierarchy4"/>
    <dgm:cxn modelId="{A5B53BF3-2906-44F3-9DA1-67A7C33AF9E8}" type="presParOf" srcId="{CA326E3E-2817-4BE4-B170-7C55F70DE02F}" destId="{F4E6414B-B4E2-41D8-B3D4-BE08562DAAD6}" srcOrd="2" destOrd="0" presId="urn:microsoft.com/office/officeart/2005/8/layout/hierarchy4"/>
    <dgm:cxn modelId="{C16A8361-DD0C-4088-AC62-CB234232C5AE}" type="presParOf" srcId="{F4E6414B-B4E2-41D8-B3D4-BE08562DAAD6}" destId="{99FF423C-E7B6-4D8D-AAB1-6C1FF677AA6F}" srcOrd="0" destOrd="0" presId="urn:microsoft.com/office/officeart/2005/8/layout/hierarchy4"/>
    <dgm:cxn modelId="{DEBE1E28-9670-4E40-8789-B265FFAFE0E3}" type="presParOf" srcId="{99FF423C-E7B6-4D8D-AAB1-6C1FF677AA6F}" destId="{98D45907-1E55-4C0E-9DE9-0A9CB2E68B85}" srcOrd="0" destOrd="0" presId="urn:microsoft.com/office/officeart/2005/8/layout/hierarchy4"/>
    <dgm:cxn modelId="{C1901521-F172-430D-91BD-9B312AF13788}" type="presParOf" srcId="{99FF423C-E7B6-4D8D-AAB1-6C1FF677AA6F}" destId="{42BF7620-E510-40F3-A064-2FF6AB66A866}" srcOrd="1" destOrd="0" presId="urn:microsoft.com/office/officeart/2005/8/layout/hierarchy4"/>
    <dgm:cxn modelId="{94825278-AD9B-4B3F-AAD8-4E73F60760B0}" type="presParOf" srcId="{FEA9F195-0AC2-4FA2-A1BF-1BA469C28C35}" destId="{708F3754-D149-4A6B-9D53-894F61BF0402}" srcOrd="1" destOrd="0" presId="urn:microsoft.com/office/officeart/2005/8/layout/hierarchy4"/>
    <dgm:cxn modelId="{05671B1C-1858-42B3-AE1C-501468F9AE13}" type="presParOf" srcId="{FEA9F195-0AC2-4FA2-A1BF-1BA469C28C35}" destId="{D22F93B6-9FFF-4726-8DA1-161A2EDC509F}" srcOrd="2" destOrd="0" presId="urn:microsoft.com/office/officeart/2005/8/layout/hierarchy4"/>
    <dgm:cxn modelId="{C85D0E71-96AE-4722-B8A8-85BDE7D6BEFD}" type="presParOf" srcId="{D22F93B6-9FFF-4726-8DA1-161A2EDC509F}" destId="{BCDB3A6A-7143-44A8-B1C7-579D446DE2DB}" srcOrd="0" destOrd="0" presId="urn:microsoft.com/office/officeart/2005/8/layout/hierarchy4"/>
    <dgm:cxn modelId="{8DA27286-C561-47F8-B956-C517E300E8F0}" type="presParOf" srcId="{D22F93B6-9FFF-4726-8DA1-161A2EDC509F}" destId="{9D7A1BE9-138F-43AC-A072-9CC308FBC351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AD87B-7CE9-4C0C-B90A-D6E7C9BC963B}">
      <dsp:nvSpPr>
        <dsp:cNvPr id="0" name=""/>
        <dsp:cNvSpPr/>
      </dsp:nvSpPr>
      <dsp:spPr>
        <a:xfrm>
          <a:off x="4560656" y="5389343"/>
          <a:ext cx="280498" cy="3738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373880"/>
              </a:lnTo>
              <a:lnTo>
                <a:pt x="280498" y="37388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1E151F-DE0C-4822-AA43-3C613FCC4431}">
      <dsp:nvSpPr>
        <dsp:cNvPr id="0" name=""/>
        <dsp:cNvSpPr/>
      </dsp:nvSpPr>
      <dsp:spPr>
        <a:xfrm>
          <a:off x="4560656" y="5087807"/>
          <a:ext cx="280498" cy="301535"/>
        </a:xfrm>
        <a:custGeom>
          <a:avLst/>
          <a:gdLst/>
          <a:ahLst/>
          <a:cxnLst/>
          <a:rect l="0" t="0" r="0" b="0"/>
          <a:pathLst>
            <a:path>
              <a:moveTo>
                <a:pt x="0" y="301535"/>
              </a:moveTo>
              <a:lnTo>
                <a:pt x="140249" y="301535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AF602C-3C93-4700-875E-66756EEB2B78}">
      <dsp:nvSpPr>
        <dsp:cNvPr id="0" name=""/>
        <dsp:cNvSpPr/>
      </dsp:nvSpPr>
      <dsp:spPr>
        <a:xfrm>
          <a:off x="2877664" y="3170009"/>
          <a:ext cx="280498" cy="22193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2219334"/>
              </a:lnTo>
              <a:lnTo>
                <a:pt x="280498" y="2219334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C78ED-C254-421C-B7BF-7783E72662DA}">
      <dsp:nvSpPr>
        <dsp:cNvPr id="0" name=""/>
        <dsp:cNvSpPr/>
      </dsp:nvSpPr>
      <dsp:spPr>
        <a:xfrm>
          <a:off x="6243647" y="4303637"/>
          <a:ext cx="280498" cy="301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301535"/>
              </a:lnTo>
              <a:lnTo>
                <a:pt x="280498" y="301535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E3CF2A-4DC4-4E58-9416-BDDF3A084A4E}">
      <dsp:nvSpPr>
        <dsp:cNvPr id="0" name=""/>
        <dsp:cNvSpPr/>
      </dsp:nvSpPr>
      <dsp:spPr>
        <a:xfrm>
          <a:off x="6243647" y="4002101"/>
          <a:ext cx="280498" cy="301535"/>
        </a:xfrm>
        <a:custGeom>
          <a:avLst/>
          <a:gdLst/>
          <a:ahLst/>
          <a:cxnLst/>
          <a:rect l="0" t="0" r="0" b="0"/>
          <a:pathLst>
            <a:path>
              <a:moveTo>
                <a:pt x="0" y="301535"/>
              </a:moveTo>
              <a:lnTo>
                <a:pt x="140249" y="301535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BED6DD-87C6-411D-A2EF-52973C6AD5EE}">
      <dsp:nvSpPr>
        <dsp:cNvPr id="0" name=""/>
        <dsp:cNvSpPr/>
      </dsp:nvSpPr>
      <dsp:spPr>
        <a:xfrm>
          <a:off x="4560656" y="3453406"/>
          <a:ext cx="280498" cy="850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850230"/>
              </a:lnTo>
              <a:lnTo>
                <a:pt x="280498" y="85023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ADFA90-26F8-4E48-B7AE-EA3CD0DC40BF}">
      <dsp:nvSpPr>
        <dsp:cNvPr id="0" name=""/>
        <dsp:cNvSpPr/>
      </dsp:nvSpPr>
      <dsp:spPr>
        <a:xfrm>
          <a:off x="6243647" y="3097493"/>
          <a:ext cx="280498" cy="301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301535"/>
              </a:lnTo>
              <a:lnTo>
                <a:pt x="280498" y="301535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F17666-8B2F-4103-A3C5-40D953A1C4B1}">
      <dsp:nvSpPr>
        <dsp:cNvPr id="0" name=""/>
        <dsp:cNvSpPr/>
      </dsp:nvSpPr>
      <dsp:spPr>
        <a:xfrm>
          <a:off x="6243647" y="2795957"/>
          <a:ext cx="280498" cy="301535"/>
        </a:xfrm>
        <a:custGeom>
          <a:avLst/>
          <a:gdLst/>
          <a:ahLst/>
          <a:cxnLst/>
          <a:rect l="0" t="0" r="0" b="0"/>
          <a:pathLst>
            <a:path>
              <a:moveTo>
                <a:pt x="0" y="301535"/>
              </a:moveTo>
              <a:lnTo>
                <a:pt x="140249" y="301535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6510E4-88BA-4E3D-906B-A581A7D29C1F}">
      <dsp:nvSpPr>
        <dsp:cNvPr id="0" name=""/>
        <dsp:cNvSpPr/>
      </dsp:nvSpPr>
      <dsp:spPr>
        <a:xfrm>
          <a:off x="4560656" y="3097493"/>
          <a:ext cx="280498" cy="355912"/>
        </a:xfrm>
        <a:custGeom>
          <a:avLst/>
          <a:gdLst/>
          <a:ahLst/>
          <a:cxnLst/>
          <a:rect l="0" t="0" r="0" b="0"/>
          <a:pathLst>
            <a:path>
              <a:moveTo>
                <a:pt x="0" y="355912"/>
              </a:moveTo>
              <a:lnTo>
                <a:pt x="140249" y="355912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3E3CDB-15E3-483D-A086-3C6FB5D1C66D}">
      <dsp:nvSpPr>
        <dsp:cNvPr id="0" name=""/>
        <dsp:cNvSpPr/>
      </dsp:nvSpPr>
      <dsp:spPr>
        <a:xfrm>
          <a:off x="4560656" y="2494421"/>
          <a:ext cx="280498" cy="958984"/>
        </a:xfrm>
        <a:custGeom>
          <a:avLst/>
          <a:gdLst/>
          <a:ahLst/>
          <a:cxnLst/>
          <a:rect l="0" t="0" r="0" b="0"/>
          <a:pathLst>
            <a:path>
              <a:moveTo>
                <a:pt x="0" y="958984"/>
              </a:moveTo>
              <a:lnTo>
                <a:pt x="140249" y="958984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B8B1F8-0EDA-492F-B149-3DCBDF827773}">
      <dsp:nvSpPr>
        <dsp:cNvPr id="0" name=""/>
        <dsp:cNvSpPr/>
      </dsp:nvSpPr>
      <dsp:spPr>
        <a:xfrm>
          <a:off x="2877664" y="3170009"/>
          <a:ext cx="280498" cy="283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283396"/>
              </a:lnTo>
              <a:lnTo>
                <a:pt x="280498" y="283396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5AEF21-827E-49A6-AB55-8F3D517366A5}">
      <dsp:nvSpPr>
        <dsp:cNvPr id="0" name=""/>
        <dsp:cNvSpPr/>
      </dsp:nvSpPr>
      <dsp:spPr>
        <a:xfrm>
          <a:off x="7926638" y="2192885"/>
          <a:ext cx="280498" cy="904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904607"/>
              </a:lnTo>
              <a:lnTo>
                <a:pt x="280498" y="904607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0890A-FEE8-419B-AF3B-D832D6E2525A}">
      <dsp:nvSpPr>
        <dsp:cNvPr id="0" name=""/>
        <dsp:cNvSpPr/>
      </dsp:nvSpPr>
      <dsp:spPr>
        <a:xfrm>
          <a:off x="7926638" y="2192885"/>
          <a:ext cx="280498" cy="301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301535"/>
              </a:lnTo>
              <a:lnTo>
                <a:pt x="280498" y="301535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8657B3-8D9C-4909-9363-404F8C221C2E}">
      <dsp:nvSpPr>
        <dsp:cNvPr id="0" name=""/>
        <dsp:cNvSpPr/>
      </dsp:nvSpPr>
      <dsp:spPr>
        <a:xfrm>
          <a:off x="7926638" y="1891349"/>
          <a:ext cx="280498" cy="301535"/>
        </a:xfrm>
        <a:custGeom>
          <a:avLst/>
          <a:gdLst/>
          <a:ahLst/>
          <a:cxnLst/>
          <a:rect l="0" t="0" r="0" b="0"/>
          <a:pathLst>
            <a:path>
              <a:moveTo>
                <a:pt x="0" y="301535"/>
              </a:moveTo>
              <a:lnTo>
                <a:pt x="140249" y="301535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C6F2F-2E7A-4762-B358-B15D816D43BF}">
      <dsp:nvSpPr>
        <dsp:cNvPr id="0" name=""/>
        <dsp:cNvSpPr/>
      </dsp:nvSpPr>
      <dsp:spPr>
        <a:xfrm>
          <a:off x="7926638" y="1288277"/>
          <a:ext cx="280498" cy="904607"/>
        </a:xfrm>
        <a:custGeom>
          <a:avLst/>
          <a:gdLst/>
          <a:ahLst/>
          <a:cxnLst/>
          <a:rect l="0" t="0" r="0" b="0"/>
          <a:pathLst>
            <a:path>
              <a:moveTo>
                <a:pt x="0" y="904607"/>
              </a:moveTo>
              <a:lnTo>
                <a:pt x="140249" y="904607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491267-118B-431C-B6E2-0A3212FF353E}">
      <dsp:nvSpPr>
        <dsp:cNvPr id="0" name=""/>
        <dsp:cNvSpPr/>
      </dsp:nvSpPr>
      <dsp:spPr>
        <a:xfrm>
          <a:off x="6243647" y="1589813"/>
          <a:ext cx="280498" cy="6030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603071"/>
              </a:lnTo>
              <a:lnTo>
                <a:pt x="280498" y="603071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D89538-BD51-44DB-873F-7A70B69C2E07}">
      <dsp:nvSpPr>
        <dsp:cNvPr id="0" name=""/>
        <dsp:cNvSpPr/>
      </dsp:nvSpPr>
      <dsp:spPr>
        <a:xfrm>
          <a:off x="6243647" y="1544093"/>
          <a:ext cx="2804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0498" y="4572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A6C214-CDD7-4FAC-87BE-4BDB97466B78}">
      <dsp:nvSpPr>
        <dsp:cNvPr id="0" name=""/>
        <dsp:cNvSpPr/>
      </dsp:nvSpPr>
      <dsp:spPr>
        <a:xfrm>
          <a:off x="6243647" y="986741"/>
          <a:ext cx="280498" cy="603071"/>
        </a:xfrm>
        <a:custGeom>
          <a:avLst/>
          <a:gdLst/>
          <a:ahLst/>
          <a:cxnLst/>
          <a:rect l="0" t="0" r="0" b="0"/>
          <a:pathLst>
            <a:path>
              <a:moveTo>
                <a:pt x="0" y="603071"/>
              </a:moveTo>
              <a:lnTo>
                <a:pt x="140249" y="603071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0EA27F-470A-49EF-A43B-E544A980766E}">
      <dsp:nvSpPr>
        <dsp:cNvPr id="0" name=""/>
        <dsp:cNvSpPr/>
      </dsp:nvSpPr>
      <dsp:spPr>
        <a:xfrm>
          <a:off x="4560656" y="950675"/>
          <a:ext cx="280498" cy="6391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0249" y="0"/>
              </a:lnTo>
              <a:lnTo>
                <a:pt x="140249" y="639138"/>
              </a:lnTo>
              <a:lnTo>
                <a:pt x="280498" y="639138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27B0C-B471-49ED-BE41-FB60BD38191A}">
      <dsp:nvSpPr>
        <dsp:cNvPr id="0" name=""/>
        <dsp:cNvSpPr/>
      </dsp:nvSpPr>
      <dsp:spPr>
        <a:xfrm>
          <a:off x="4560656" y="843956"/>
          <a:ext cx="2804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106718"/>
              </a:moveTo>
              <a:lnTo>
                <a:pt x="140249" y="106718"/>
              </a:lnTo>
              <a:lnTo>
                <a:pt x="140249" y="45720"/>
              </a:lnTo>
              <a:lnTo>
                <a:pt x="280498" y="4572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77E907-F5DA-4B60-ADC6-3834BD45A9F0}">
      <dsp:nvSpPr>
        <dsp:cNvPr id="0" name=""/>
        <dsp:cNvSpPr/>
      </dsp:nvSpPr>
      <dsp:spPr>
        <a:xfrm>
          <a:off x="4560656" y="250538"/>
          <a:ext cx="280498" cy="700137"/>
        </a:xfrm>
        <a:custGeom>
          <a:avLst/>
          <a:gdLst/>
          <a:ahLst/>
          <a:cxnLst/>
          <a:rect l="0" t="0" r="0" b="0"/>
          <a:pathLst>
            <a:path>
              <a:moveTo>
                <a:pt x="0" y="700137"/>
              </a:moveTo>
              <a:lnTo>
                <a:pt x="140249" y="700137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7AB462-9920-4005-9523-427A9FD0D6D4}">
      <dsp:nvSpPr>
        <dsp:cNvPr id="0" name=""/>
        <dsp:cNvSpPr/>
      </dsp:nvSpPr>
      <dsp:spPr>
        <a:xfrm>
          <a:off x="2877664" y="950675"/>
          <a:ext cx="280498" cy="2219334"/>
        </a:xfrm>
        <a:custGeom>
          <a:avLst/>
          <a:gdLst/>
          <a:ahLst/>
          <a:cxnLst/>
          <a:rect l="0" t="0" r="0" b="0"/>
          <a:pathLst>
            <a:path>
              <a:moveTo>
                <a:pt x="0" y="2219334"/>
              </a:moveTo>
              <a:lnTo>
                <a:pt x="140249" y="2219334"/>
              </a:lnTo>
              <a:lnTo>
                <a:pt x="140249" y="0"/>
              </a:lnTo>
              <a:lnTo>
                <a:pt x="280498" y="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210BF-E856-4951-ADFE-EEDE8D9C8141}">
      <dsp:nvSpPr>
        <dsp:cNvPr id="0" name=""/>
        <dsp:cNvSpPr/>
      </dsp:nvSpPr>
      <dsp:spPr>
        <a:xfrm>
          <a:off x="1475172" y="2956129"/>
          <a:ext cx="1402492" cy="42776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Marketing Programs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28.2MM</a:t>
          </a:r>
        </a:p>
      </dsp:txBody>
      <dsp:txXfrm>
        <a:off x="1475172" y="2956129"/>
        <a:ext cx="1402492" cy="427760"/>
      </dsp:txXfrm>
    </dsp:sp>
    <dsp:sp modelId="{26791B1E-B1F7-4B61-97AD-A0B5F38C08F6}">
      <dsp:nvSpPr>
        <dsp:cNvPr id="0" name=""/>
        <dsp:cNvSpPr/>
      </dsp:nvSpPr>
      <dsp:spPr>
        <a:xfrm>
          <a:off x="3158163" y="736795"/>
          <a:ext cx="1402492" cy="4277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Media (Phase One)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14.7MM</a:t>
          </a:r>
        </a:p>
      </dsp:txBody>
      <dsp:txXfrm>
        <a:off x="3158163" y="736795"/>
        <a:ext cx="1402492" cy="427760"/>
      </dsp:txXfrm>
    </dsp:sp>
    <dsp:sp modelId="{22D69204-7B34-4DD2-93A5-8B92FB670F1F}">
      <dsp:nvSpPr>
        <dsp:cNvPr id="0" name=""/>
        <dsp:cNvSpPr/>
      </dsp:nvSpPr>
      <dsp:spPr>
        <a:xfrm>
          <a:off x="4841154" y="591"/>
          <a:ext cx="1402492" cy="49989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OOH (Rent, Installation)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12.3MM</a:t>
          </a:r>
        </a:p>
      </dsp:txBody>
      <dsp:txXfrm>
        <a:off x="4841154" y="591"/>
        <a:ext cx="1402492" cy="499893"/>
      </dsp:txXfrm>
    </dsp:sp>
    <dsp:sp modelId="{9D630D4C-9125-48F5-8B3F-F4B1E36298F3}">
      <dsp:nvSpPr>
        <dsp:cNvPr id="0" name=""/>
        <dsp:cNvSpPr/>
      </dsp:nvSpPr>
      <dsp:spPr>
        <a:xfrm>
          <a:off x="4841154" y="675796"/>
          <a:ext cx="1402492" cy="4277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Cinema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0.3MM</a:t>
          </a:r>
        </a:p>
      </dsp:txBody>
      <dsp:txXfrm>
        <a:off x="4841154" y="675796"/>
        <a:ext cx="1402492" cy="427760"/>
      </dsp:txXfrm>
    </dsp:sp>
    <dsp:sp modelId="{BE9488E2-9C27-483B-B140-932C121D667B}">
      <dsp:nvSpPr>
        <dsp:cNvPr id="0" name=""/>
        <dsp:cNvSpPr/>
      </dsp:nvSpPr>
      <dsp:spPr>
        <a:xfrm>
          <a:off x="4841154" y="1278868"/>
          <a:ext cx="1402492" cy="62189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Production Development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2.1MM</a:t>
          </a:r>
        </a:p>
      </dsp:txBody>
      <dsp:txXfrm>
        <a:off x="4841154" y="1278868"/>
        <a:ext cx="1402492" cy="621890"/>
      </dsp:txXfrm>
    </dsp:sp>
    <dsp:sp modelId="{7AD64FD5-B238-4429-BC89-BCC2B76578A1}">
      <dsp:nvSpPr>
        <dsp:cNvPr id="0" name=""/>
        <dsp:cNvSpPr/>
      </dsp:nvSpPr>
      <dsp:spPr>
        <a:xfrm>
          <a:off x="6524145" y="772861"/>
          <a:ext cx="1402492" cy="4277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OOH Production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0.3MM</a:t>
          </a:r>
        </a:p>
      </dsp:txBody>
      <dsp:txXfrm>
        <a:off x="6524145" y="772861"/>
        <a:ext cx="1402492" cy="427760"/>
      </dsp:txXfrm>
    </dsp:sp>
    <dsp:sp modelId="{D2173092-EEAD-49B8-A945-C4EE36765139}">
      <dsp:nvSpPr>
        <dsp:cNvPr id="0" name=""/>
        <dsp:cNvSpPr/>
      </dsp:nvSpPr>
      <dsp:spPr>
        <a:xfrm>
          <a:off x="6524145" y="1375933"/>
          <a:ext cx="1402492" cy="4277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Cinema Production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0.0MM</a:t>
          </a:r>
        </a:p>
      </dsp:txBody>
      <dsp:txXfrm>
        <a:off x="6524145" y="1375933"/>
        <a:ext cx="1402492" cy="427760"/>
      </dsp:txXfrm>
    </dsp:sp>
    <dsp:sp modelId="{1603A8D6-D6B6-4F70-BCC8-9E01FF4D4028}">
      <dsp:nvSpPr>
        <dsp:cNvPr id="0" name=""/>
        <dsp:cNvSpPr/>
      </dsp:nvSpPr>
      <dsp:spPr>
        <a:xfrm>
          <a:off x="6524145" y="1979005"/>
          <a:ext cx="1402492" cy="4277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Development Costs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1.8MM</a:t>
          </a:r>
        </a:p>
      </dsp:txBody>
      <dsp:txXfrm>
        <a:off x="6524145" y="1979005"/>
        <a:ext cx="1402492" cy="427760"/>
      </dsp:txXfrm>
    </dsp:sp>
    <dsp:sp modelId="{69FF5F8A-6DD3-4EBF-966F-8D5E40B3CF4B}">
      <dsp:nvSpPr>
        <dsp:cNvPr id="0" name=""/>
        <dsp:cNvSpPr/>
      </dsp:nvSpPr>
      <dsp:spPr>
        <a:xfrm>
          <a:off x="8207136" y="1074397"/>
          <a:ext cx="1540371" cy="4277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Key Visuals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0.7MM</a:t>
          </a:r>
        </a:p>
      </dsp:txBody>
      <dsp:txXfrm>
        <a:off x="8207136" y="1074397"/>
        <a:ext cx="1540371" cy="427760"/>
      </dsp:txXfrm>
    </dsp:sp>
    <dsp:sp modelId="{A5A058E3-16F0-40FD-8C29-59C98215A2C5}">
      <dsp:nvSpPr>
        <dsp:cNvPr id="0" name=""/>
        <dsp:cNvSpPr/>
      </dsp:nvSpPr>
      <dsp:spPr>
        <a:xfrm>
          <a:off x="8207136" y="1677469"/>
          <a:ext cx="1540371" cy="4277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Packaging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0.4MM</a:t>
          </a:r>
        </a:p>
      </dsp:txBody>
      <dsp:txXfrm>
        <a:off x="8207136" y="1677469"/>
        <a:ext cx="1540371" cy="427760"/>
      </dsp:txXfrm>
    </dsp:sp>
    <dsp:sp modelId="{C3F7346D-6FDC-4AB9-AC91-807D672505CD}">
      <dsp:nvSpPr>
        <dsp:cNvPr id="0" name=""/>
        <dsp:cNvSpPr/>
      </dsp:nvSpPr>
      <dsp:spPr>
        <a:xfrm>
          <a:off x="8207136" y="2280541"/>
          <a:ext cx="1540371" cy="4277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Video Clips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0.3MM</a:t>
          </a:r>
        </a:p>
      </dsp:txBody>
      <dsp:txXfrm>
        <a:off x="8207136" y="2280541"/>
        <a:ext cx="1540371" cy="427760"/>
      </dsp:txXfrm>
    </dsp:sp>
    <dsp:sp modelId="{936D299E-4C0E-4018-99EA-7AA1360BEB46}">
      <dsp:nvSpPr>
        <dsp:cNvPr id="0" name=""/>
        <dsp:cNvSpPr/>
      </dsp:nvSpPr>
      <dsp:spPr>
        <a:xfrm>
          <a:off x="8207136" y="2883613"/>
          <a:ext cx="1540371" cy="4277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Others (incl. Int. Com.)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0.5MM</a:t>
          </a:r>
        </a:p>
      </dsp:txBody>
      <dsp:txXfrm>
        <a:off x="8207136" y="2883613"/>
        <a:ext cx="1540371" cy="427760"/>
      </dsp:txXfrm>
    </dsp:sp>
    <dsp:sp modelId="{D21B0D53-EF34-4886-900A-68BE5E47FCD7}">
      <dsp:nvSpPr>
        <dsp:cNvPr id="0" name=""/>
        <dsp:cNvSpPr/>
      </dsp:nvSpPr>
      <dsp:spPr>
        <a:xfrm>
          <a:off x="3158163" y="3239526"/>
          <a:ext cx="1402492" cy="427760"/>
        </a:xfrm>
        <a:prstGeom prst="rect">
          <a:avLst/>
        </a:prstGeom>
        <a:solidFill>
          <a:srgbClr val="70AD47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DTC (Phase Two)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12.4MM</a:t>
          </a:r>
        </a:p>
      </dsp:txBody>
      <dsp:txXfrm>
        <a:off x="3158163" y="3239526"/>
        <a:ext cx="1402492" cy="427760"/>
      </dsp:txXfrm>
    </dsp:sp>
    <dsp:sp modelId="{4867689D-1E09-4110-9229-69F19A1AABBE}">
      <dsp:nvSpPr>
        <dsp:cNvPr id="0" name=""/>
        <dsp:cNvSpPr/>
      </dsp:nvSpPr>
      <dsp:spPr>
        <a:xfrm>
          <a:off x="4841154" y="2280541"/>
          <a:ext cx="1402492" cy="427760"/>
        </a:xfrm>
        <a:prstGeom prst="rect">
          <a:avLst/>
        </a:prstGeom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Dialogue Marketing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1.2MM</a:t>
          </a:r>
        </a:p>
      </dsp:txBody>
      <dsp:txXfrm>
        <a:off x="4841154" y="2280541"/>
        <a:ext cx="1402492" cy="427760"/>
      </dsp:txXfrm>
    </dsp:sp>
    <dsp:sp modelId="{C8F7F304-A14E-4F8C-B490-6B0D99B09DDA}">
      <dsp:nvSpPr>
        <dsp:cNvPr id="0" name=""/>
        <dsp:cNvSpPr/>
      </dsp:nvSpPr>
      <dsp:spPr>
        <a:xfrm>
          <a:off x="4841154" y="2883613"/>
          <a:ext cx="1402492" cy="427760"/>
        </a:xfrm>
        <a:prstGeom prst="rect">
          <a:avLst/>
        </a:prstGeom>
        <a:solidFill>
          <a:srgbClr val="70AD47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Retail 1-2-1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3.5MM</a:t>
          </a:r>
        </a:p>
      </dsp:txBody>
      <dsp:txXfrm>
        <a:off x="4841154" y="2883613"/>
        <a:ext cx="1402492" cy="427760"/>
      </dsp:txXfrm>
    </dsp:sp>
    <dsp:sp modelId="{672E47B1-C397-426A-B2FB-FFF8D43C3E1F}">
      <dsp:nvSpPr>
        <dsp:cNvPr id="0" name=""/>
        <dsp:cNvSpPr/>
      </dsp:nvSpPr>
      <dsp:spPr>
        <a:xfrm>
          <a:off x="6524145" y="2582077"/>
          <a:ext cx="1402492" cy="427760"/>
        </a:xfrm>
        <a:prstGeom prst="rect">
          <a:avLst/>
        </a:prstGeom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Mono-brand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2.4MM</a:t>
          </a:r>
        </a:p>
      </dsp:txBody>
      <dsp:txXfrm>
        <a:off x="6524145" y="2582077"/>
        <a:ext cx="1402492" cy="427760"/>
      </dsp:txXfrm>
    </dsp:sp>
    <dsp:sp modelId="{3BDBCF45-881C-442B-AC71-B6A6169B9A08}">
      <dsp:nvSpPr>
        <dsp:cNvPr id="0" name=""/>
        <dsp:cNvSpPr/>
      </dsp:nvSpPr>
      <dsp:spPr>
        <a:xfrm>
          <a:off x="6524145" y="3185149"/>
          <a:ext cx="1402492" cy="427760"/>
        </a:xfrm>
        <a:prstGeom prst="rect">
          <a:avLst/>
        </a:prstGeom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Multi-brand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1.1MM</a:t>
          </a:r>
        </a:p>
      </dsp:txBody>
      <dsp:txXfrm>
        <a:off x="6524145" y="3185149"/>
        <a:ext cx="1402492" cy="427760"/>
      </dsp:txXfrm>
    </dsp:sp>
    <dsp:sp modelId="{7561933A-58B3-4EB4-81C9-48BF7C749057}">
      <dsp:nvSpPr>
        <dsp:cNvPr id="0" name=""/>
        <dsp:cNvSpPr/>
      </dsp:nvSpPr>
      <dsp:spPr>
        <a:xfrm>
          <a:off x="4841154" y="3981003"/>
          <a:ext cx="1402492" cy="645267"/>
        </a:xfrm>
        <a:prstGeom prst="rect">
          <a:avLst/>
        </a:prstGeom>
        <a:solidFill>
          <a:srgbClr val="70AD47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HORECA/</a:t>
          </a: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Festivals</a:t>
          </a:r>
          <a:r>
            <a:rPr lang="en-US" sz="900" b="1" kern="1200" dirty="0"/>
            <a:t>/ Events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7.6MM</a:t>
          </a:r>
        </a:p>
      </dsp:txBody>
      <dsp:txXfrm>
        <a:off x="4841154" y="3981003"/>
        <a:ext cx="1402492" cy="645267"/>
      </dsp:txXfrm>
    </dsp:sp>
    <dsp:sp modelId="{729791A8-E393-4A93-9A2C-FA6AE7F8B55F}">
      <dsp:nvSpPr>
        <dsp:cNvPr id="0" name=""/>
        <dsp:cNvSpPr/>
      </dsp:nvSpPr>
      <dsp:spPr>
        <a:xfrm>
          <a:off x="6524145" y="3788220"/>
          <a:ext cx="1402492" cy="427760"/>
        </a:xfrm>
        <a:prstGeom prst="rect">
          <a:avLst/>
        </a:prstGeom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HORECA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0.4MM</a:t>
          </a:r>
        </a:p>
      </dsp:txBody>
      <dsp:txXfrm>
        <a:off x="6524145" y="3788220"/>
        <a:ext cx="1402492" cy="427760"/>
      </dsp:txXfrm>
    </dsp:sp>
    <dsp:sp modelId="{CBDF725A-B485-4ACE-973B-1C04A0CF5159}">
      <dsp:nvSpPr>
        <dsp:cNvPr id="0" name=""/>
        <dsp:cNvSpPr/>
      </dsp:nvSpPr>
      <dsp:spPr>
        <a:xfrm>
          <a:off x="6524145" y="4391292"/>
          <a:ext cx="1402492" cy="427760"/>
        </a:xfrm>
        <a:prstGeom prst="rect">
          <a:avLst/>
        </a:prstGeom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Festivals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7.2MM</a:t>
          </a:r>
        </a:p>
      </dsp:txBody>
      <dsp:txXfrm>
        <a:off x="6524145" y="4391292"/>
        <a:ext cx="1402492" cy="427760"/>
      </dsp:txXfrm>
    </dsp:sp>
    <dsp:sp modelId="{BCA54C35-DABB-4654-8441-4084A2E8F345}">
      <dsp:nvSpPr>
        <dsp:cNvPr id="0" name=""/>
        <dsp:cNvSpPr/>
      </dsp:nvSpPr>
      <dsp:spPr>
        <a:xfrm>
          <a:off x="3158163" y="5175463"/>
          <a:ext cx="1402492" cy="42776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Other (Phase Three)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1.2MM</a:t>
          </a:r>
        </a:p>
      </dsp:txBody>
      <dsp:txXfrm>
        <a:off x="3158163" y="5175463"/>
        <a:ext cx="1402492" cy="427760"/>
      </dsp:txXfrm>
    </dsp:sp>
    <dsp:sp modelId="{6F9ECD70-F0AE-4EE3-B985-925B258A904F}">
      <dsp:nvSpPr>
        <dsp:cNvPr id="0" name=""/>
        <dsp:cNvSpPr/>
      </dsp:nvSpPr>
      <dsp:spPr>
        <a:xfrm>
          <a:off x="4841154" y="4801582"/>
          <a:ext cx="1402492" cy="572450"/>
        </a:xfrm>
        <a:prstGeom prst="rect">
          <a:avLst/>
        </a:prstGeom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Incremental Promo Cost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0.1MM</a:t>
          </a:r>
        </a:p>
      </dsp:txBody>
      <dsp:txXfrm>
        <a:off x="4841154" y="4801582"/>
        <a:ext cx="1402492" cy="572450"/>
      </dsp:txXfrm>
    </dsp:sp>
    <dsp:sp modelId="{8DBE3AA5-5F68-4378-97B2-26328B6B3A8A}">
      <dsp:nvSpPr>
        <dsp:cNvPr id="0" name=""/>
        <dsp:cNvSpPr/>
      </dsp:nvSpPr>
      <dsp:spPr>
        <a:xfrm>
          <a:off x="4841154" y="5549344"/>
          <a:ext cx="1402492" cy="427760"/>
        </a:xfrm>
        <a:prstGeom prst="rect">
          <a:avLst/>
        </a:prstGeom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One Time Costs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1.1MM</a:t>
          </a:r>
          <a:endParaRPr lang="en-US" sz="8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4841154" y="5549344"/>
        <a:ext cx="1402492" cy="427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24C884-B495-460F-B939-17BF6A9C7F27}">
      <dsp:nvSpPr>
        <dsp:cNvPr id="0" name=""/>
        <dsp:cNvSpPr/>
      </dsp:nvSpPr>
      <dsp:spPr>
        <a:xfrm>
          <a:off x="5383035" y="1994269"/>
          <a:ext cx="393612" cy="8462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806" y="0"/>
              </a:lnTo>
              <a:lnTo>
                <a:pt x="196806" y="846266"/>
              </a:lnTo>
              <a:lnTo>
                <a:pt x="393612" y="846266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85670E-7DDC-4DF6-B168-2FA127BAA4ED}">
      <dsp:nvSpPr>
        <dsp:cNvPr id="0" name=""/>
        <dsp:cNvSpPr/>
      </dsp:nvSpPr>
      <dsp:spPr>
        <a:xfrm>
          <a:off x="5383035" y="1948549"/>
          <a:ext cx="3936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612" y="4572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CB6BDE-0AB2-4365-9E4F-D2F467819534}">
      <dsp:nvSpPr>
        <dsp:cNvPr id="0" name=""/>
        <dsp:cNvSpPr/>
      </dsp:nvSpPr>
      <dsp:spPr>
        <a:xfrm>
          <a:off x="5383035" y="1148002"/>
          <a:ext cx="393612" cy="846266"/>
        </a:xfrm>
        <a:custGeom>
          <a:avLst/>
          <a:gdLst/>
          <a:ahLst/>
          <a:cxnLst/>
          <a:rect l="0" t="0" r="0" b="0"/>
          <a:pathLst>
            <a:path>
              <a:moveTo>
                <a:pt x="0" y="846266"/>
              </a:moveTo>
              <a:lnTo>
                <a:pt x="196806" y="846266"/>
              </a:lnTo>
              <a:lnTo>
                <a:pt x="196806" y="0"/>
              </a:lnTo>
              <a:lnTo>
                <a:pt x="393612" y="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AF602C-3C93-4700-875E-66756EEB2B78}">
      <dsp:nvSpPr>
        <dsp:cNvPr id="0" name=""/>
        <dsp:cNvSpPr/>
      </dsp:nvSpPr>
      <dsp:spPr>
        <a:xfrm>
          <a:off x="3021362" y="1148002"/>
          <a:ext cx="393612" cy="8462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806" y="0"/>
              </a:lnTo>
              <a:lnTo>
                <a:pt x="196806" y="846266"/>
              </a:lnTo>
              <a:lnTo>
                <a:pt x="393612" y="846266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B8B1F8-0EDA-492F-B149-3DCBDF827773}">
      <dsp:nvSpPr>
        <dsp:cNvPr id="0" name=""/>
        <dsp:cNvSpPr/>
      </dsp:nvSpPr>
      <dsp:spPr>
        <a:xfrm>
          <a:off x="3021362" y="1102282"/>
          <a:ext cx="3936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612" y="4572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7AB462-9920-4005-9523-427A9FD0D6D4}">
      <dsp:nvSpPr>
        <dsp:cNvPr id="0" name=""/>
        <dsp:cNvSpPr/>
      </dsp:nvSpPr>
      <dsp:spPr>
        <a:xfrm>
          <a:off x="3021362" y="301736"/>
          <a:ext cx="393612" cy="846266"/>
        </a:xfrm>
        <a:custGeom>
          <a:avLst/>
          <a:gdLst/>
          <a:ahLst/>
          <a:cxnLst/>
          <a:rect l="0" t="0" r="0" b="0"/>
          <a:pathLst>
            <a:path>
              <a:moveTo>
                <a:pt x="0" y="846266"/>
              </a:moveTo>
              <a:lnTo>
                <a:pt x="196806" y="846266"/>
              </a:lnTo>
              <a:lnTo>
                <a:pt x="196806" y="0"/>
              </a:lnTo>
              <a:lnTo>
                <a:pt x="393612" y="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210BF-E856-4951-ADFE-EEDE8D9C8141}">
      <dsp:nvSpPr>
        <dsp:cNvPr id="0" name=""/>
        <dsp:cNvSpPr/>
      </dsp:nvSpPr>
      <dsp:spPr>
        <a:xfrm>
          <a:off x="1053301" y="847873"/>
          <a:ext cx="1968060" cy="60025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Trade Marketing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/>
            <a:t>10.7MM</a:t>
          </a:r>
        </a:p>
      </dsp:txBody>
      <dsp:txXfrm>
        <a:off x="1053301" y="847873"/>
        <a:ext cx="1968060" cy="600258"/>
      </dsp:txXfrm>
    </dsp:sp>
    <dsp:sp modelId="{26791B1E-B1F7-4B61-97AD-A0B5F38C08F6}">
      <dsp:nvSpPr>
        <dsp:cNvPr id="0" name=""/>
        <dsp:cNvSpPr/>
      </dsp:nvSpPr>
      <dsp:spPr>
        <a:xfrm>
          <a:off x="3414975" y="1607"/>
          <a:ext cx="1968060" cy="600258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Warehousing/Dispatch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1.6MM</a:t>
          </a:r>
        </a:p>
      </dsp:txBody>
      <dsp:txXfrm>
        <a:off x="3414975" y="1607"/>
        <a:ext cx="1968060" cy="600258"/>
      </dsp:txXfrm>
    </dsp:sp>
    <dsp:sp modelId="{D21B0D53-EF34-4886-900A-68BE5E47FCD7}">
      <dsp:nvSpPr>
        <dsp:cNvPr id="0" name=""/>
        <dsp:cNvSpPr/>
      </dsp:nvSpPr>
      <dsp:spPr>
        <a:xfrm>
          <a:off x="3414975" y="847873"/>
          <a:ext cx="1968060" cy="600258"/>
        </a:xfrm>
        <a:prstGeom prst="rect">
          <a:avLst/>
        </a:prstGeom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Trade Press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0.3MM</a:t>
          </a:r>
        </a:p>
      </dsp:txBody>
      <dsp:txXfrm>
        <a:off x="3414975" y="847873"/>
        <a:ext cx="1968060" cy="600258"/>
      </dsp:txXfrm>
    </dsp:sp>
    <dsp:sp modelId="{BCA54C35-DABB-4654-8441-4084A2E8F345}">
      <dsp:nvSpPr>
        <dsp:cNvPr id="0" name=""/>
        <dsp:cNvSpPr/>
      </dsp:nvSpPr>
      <dsp:spPr>
        <a:xfrm>
          <a:off x="3414975" y="1694139"/>
          <a:ext cx="1968060" cy="60025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Gantries (Phase One)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/>
            <a:t>8.7MM</a:t>
          </a:r>
        </a:p>
      </dsp:txBody>
      <dsp:txXfrm>
        <a:off x="3414975" y="1694139"/>
        <a:ext cx="1968060" cy="600258"/>
      </dsp:txXfrm>
    </dsp:sp>
    <dsp:sp modelId="{0BB8A912-A10F-4405-BDE2-6F77EA70C5F0}">
      <dsp:nvSpPr>
        <dsp:cNvPr id="0" name=""/>
        <dsp:cNvSpPr/>
      </dsp:nvSpPr>
      <dsp:spPr>
        <a:xfrm>
          <a:off x="5776648" y="847873"/>
          <a:ext cx="1968060" cy="600258"/>
        </a:xfrm>
        <a:prstGeom prst="rect">
          <a:avLst/>
        </a:prstGeom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Hardware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4.1MM</a:t>
          </a:r>
        </a:p>
      </dsp:txBody>
      <dsp:txXfrm>
        <a:off x="5776648" y="847873"/>
        <a:ext cx="1968060" cy="600258"/>
      </dsp:txXfrm>
    </dsp:sp>
    <dsp:sp modelId="{E0828B10-B01F-4903-B134-428C28B0390F}">
      <dsp:nvSpPr>
        <dsp:cNvPr id="0" name=""/>
        <dsp:cNvSpPr/>
      </dsp:nvSpPr>
      <dsp:spPr>
        <a:xfrm>
          <a:off x="5776648" y="1694139"/>
          <a:ext cx="1968060" cy="600258"/>
        </a:xfrm>
        <a:prstGeom prst="rect">
          <a:avLst/>
        </a:prstGeom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Installation/Maintenance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3.7MM</a:t>
          </a:r>
        </a:p>
      </dsp:txBody>
      <dsp:txXfrm>
        <a:off x="5776648" y="1694139"/>
        <a:ext cx="1968060" cy="600258"/>
      </dsp:txXfrm>
    </dsp:sp>
    <dsp:sp modelId="{74FFC213-AE85-4361-B2C4-A13CA431EA26}">
      <dsp:nvSpPr>
        <dsp:cNvPr id="0" name=""/>
        <dsp:cNvSpPr/>
      </dsp:nvSpPr>
      <dsp:spPr>
        <a:xfrm>
          <a:off x="5776648" y="2540406"/>
          <a:ext cx="1968060" cy="600258"/>
        </a:xfrm>
        <a:prstGeom prst="rect">
          <a:avLst/>
        </a:prstGeom>
        <a:gradFill rotWithShape="0">
          <a:gsLst>
            <a:gs pos="0">
              <a:srgbClr val="A5A5A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A5A5A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5A5A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Others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0.9MM</a:t>
          </a:r>
        </a:p>
      </dsp:txBody>
      <dsp:txXfrm>
        <a:off x="5776648" y="2540406"/>
        <a:ext cx="1968060" cy="6002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AA4D0-2B26-4C0D-8961-A3FAB5C0A4A8}">
      <dsp:nvSpPr>
        <dsp:cNvPr id="0" name=""/>
        <dsp:cNvSpPr/>
      </dsp:nvSpPr>
      <dsp:spPr>
        <a:xfrm>
          <a:off x="4269741" y="1279982"/>
          <a:ext cx="387920" cy="834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3960" y="0"/>
              </a:lnTo>
              <a:lnTo>
                <a:pt x="193960" y="834028"/>
              </a:lnTo>
              <a:lnTo>
                <a:pt x="387920" y="834028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6735D6-C63F-4CF7-9FE7-2073B6CE7E5B}">
      <dsp:nvSpPr>
        <dsp:cNvPr id="0" name=""/>
        <dsp:cNvSpPr/>
      </dsp:nvSpPr>
      <dsp:spPr>
        <a:xfrm>
          <a:off x="4269741" y="1234262"/>
          <a:ext cx="3879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7920" y="4572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1D4648-FF1B-4600-AAF6-0010EF284C2F}">
      <dsp:nvSpPr>
        <dsp:cNvPr id="0" name=""/>
        <dsp:cNvSpPr/>
      </dsp:nvSpPr>
      <dsp:spPr>
        <a:xfrm>
          <a:off x="4269741" y="445953"/>
          <a:ext cx="387920" cy="834028"/>
        </a:xfrm>
        <a:custGeom>
          <a:avLst/>
          <a:gdLst/>
          <a:ahLst/>
          <a:cxnLst/>
          <a:rect l="0" t="0" r="0" b="0"/>
          <a:pathLst>
            <a:path>
              <a:moveTo>
                <a:pt x="0" y="834028"/>
              </a:moveTo>
              <a:lnTo>
                <a:pt x="193960" y="834028"/>
              </a:lnTo>
              <a:lnTo>
                <a:pt x="193960" y="0"/>
              </a:lnTo>
              <a:lnTo>
                <a:pt x="387920" y="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7AB462-9920-4005-9523-427A9FD0D6D4}">
      <dsp:nvSpPr>
        <dsp:cNvPr id="0" name=""/>
        <dsp:cNvSpPr/>
      </dsp:nvSpPr>
      <dsp:spPr>
        <a:xfrm>
          <a:off x="1942219" y="1234262"/>
          <a:ext cx="3879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7920" y="4572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210BF-E856-4951-ADFE-EEDE8D9C8141}">
      <dsp:nvSpPr>
        <dsp:cNvPr id="0" name=""/>
        <dsp:cNvSpPr/>
      </dsp:nvSpPr>
      <dsp:spPr>
        <a:xfrm>
          <a:off x="2618" y="984193"/>
          <a:ext cx="1939601" cy="59157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Branded Trade Marketing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/>
            <a:t>7.7MM</a:t>
          </a:r>
        </a:p>
      </dsp:txBody>
      <dsp:txXfrm>
        <a:off x="2618" y="984193"/>
        <a:ext cx="1939601" cy="591578"/>
      </dsp:txXfrm>
    </dsp:sp>
    <dsp:sp modelId="{26791B1E-B1F7-4B61-97AD-A0B5F38C08F6}">
      <dsp:nvSpPr>
        <dsp:cNvPr id="0" name=""/>
        <dsp:cNvSpPr/>
      </dsp:nvSpPr>
      <dsp:spPr>
        <a:xfrm>
          <a:off x="2330140" y="984193"/>
          <a:ext cx="1939601" cy="591578"/>
        </a:xfrm>
        <a:prstGeom prst="rect">
          <a:avLst/>
        </a:prstGeom>
        <a:solidFill>
          <a:srgbClr val="ED7D31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POS (Phase One)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7.7MM</a:t>
          </a:r>
        </a:p>
      </dsp:txBody>
      <dsp:txXfrm>
        <a:off x="2330140" y="984193"/>
        <a:ext cx="1939601" cy="591578"/>
      </dsp:txXfrm>
    </dsp:sp>
    <dsp:sp modelId="{BDB66A4A-7F82-4FA0-BB1B-EF0D55E2A37C}">
      <dsp:nvSpPr>
        <dsp:cNvPr id="0" name=""/>
        <dsp:cNvSpPr/>
      </dsp:nvSpPr>
      <dsp:spPr>
        <a:xfrm>
          <a:off x="4657662" y="150164"/>
          <a:ext cx="1939601" cy="591578"/>
        </a:xfrm>
        <a:prstGeom prst="rect">
          <a:avLst/>
        </a:prstGeom>
        <a:solidFill>
          <a:srgbClr val="ED7D31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Key Accounts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2.4MM</a:t>
          </a:r>
        </a:p>
      </dsp:txBody>
      <dsp:txXfrm>
        <a:off x="4657662" y="150164"/>
        <a:ext cx="1939601" cy="591578"/>
      </dsp:txXfrm>
    </dsp:sp>
    <dsp:sp modelId="{72ABDF02-DF7F-4F08-9955-B4713497E020}">
      <dsp:nvSpPr>
        <dsp:cNvPr id="0" name=""/>
        <dsp:cNvSpPr/>
      </dsp:nvSpPr>
      <dsp:spPr>
        <a:xfrm>
          <a:off x="4657662" y="984193"/>
          <a:ext cx="1939601" cy="591578"/>
        </a:xfrm>
        <a:prstGeom prst="rect">
          <a:avLst/>
        </a:prstGeom>
        <a:solidFill>
          <a:srgbClr val="ED7D31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Retail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4.0MM</a:t>
          </a:r>
        </a:p>
      </dsp:txBody>
      <dsp:txXfrm>
        <a:off x="4657662" y="984193"/>
        <a:ext cx="1939601" cy="591578"/>
      </dsp:txXfrm>
    </dsp:sp>
    <dsp:sp modelId="{7384170F-E345-416D-981C-90239EB6442D}">
      <dsp:nvSpPr>
        <dsp:cNvPr id="0" name=""/>
        <dsp:cNvSpPr/>
      </dsp:nvSpPr>
      <dsp:spPr>
        <a:xfrm>
          <a:off x="4657662" y="1818221"/>
          <a:ext cx="1939601" cy="591578"/>
        </a:xfrm>
        <a:prstGeom prst="rect">
          <a:avLst/>
        </a:prstGeom>
        <a:solidFill>
          <a:srgbClr val="ED7D31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RLP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1.4MM</a:t>
          </a:r>
          <a:endParaRPr lang="en-US" sz="900" b="1" kern="120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4657662" y="1818221"/>
        <a:ext cx="1939601" cy="5915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F6A8E4-7608-43C9-AD7F-06E094407342}">
      <dsp:nvSpPr>
        <dsp:cNvPr id="0" name=""/>
        <dsp:cNvSpPr/>
      </dsp:nvSpPr>
      <dsp:spPr>
        <a:xfrm>
          <a:off x="3909169" y="3511657"/>
          <a:ext cx="486334" cy="2091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3167" y="0"/>
              </a:lnTo>
              <a:lnTo>
                <a:pt x="243167" y="2091238"/>
              </a:lnTo>
              <a:lnTo>
                <a:pt x="486334" y="209123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13BE2E-602F-4218-9A4D-653BDC8B0D2E}">
      <dsp:nvSpPr>
        <dsp:cNvPr id="0" name=""/>
        <dsp:cNvSpPr/>
      </dsp:nvSpPr>
      <dsp:spPr>
        <a:xfrm>
          <a:off x="3909169" y="3511657"/>
          <a:ext cx="486334" cy="104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3167" y="0"/>
              </a:lnTo>
              <a:lnTo>
                <a:pt x="243167" y="1045619"/>
              </a:lnTo>
              <a:lnTo>
                <a:pt x="486334" y="1045619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AF602C-3C93-4700-875E-66756EEB2B78}">
      <dsp:nvSpPr>
        <dsp:cNvPr id="0" name=""/>
        <dsp:cNvSpPr/>
      </dsp:nvSpPr>
      <dsp:spPr>
        <a:xfrm>
          <a:off x="3909169" y="3465937"/>
          <a:ext cx="486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6334" y="4572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B8B1F8-0EDA-492F-B149-3DCBDF827773}">
      <dsp:nvSpPr>
        <dsp:cNvPr id="0" name=""/>
        <dsp:cNvSpPr/>
      </dsp:nvSpPr>
      <dsp:spPr>
        <a:xfrm>
          <a:off x="3909169" y="2466038"/>
          <a:ext cx="486334" cy="1045619"/>
        </a:xfrm>
        <a:custGeom>
          <a:avLst/>
          <a:gdLst/>
          <a:ahLst/>
          <a:cxnLst/>
          <a:rect l="0" t="0" r="0" b="0"/>
          <a:pathLst>
            <a:path>
              <a:moveTo>
                <a:pt x="0" y="1045619"/>
              </a:moveTo>
              <a:lnTo>
                <a:pt x="243167" y="1045619"/>
              </a:lnTo>
              <a:lnTo>
                <a:pt x="243167" y="0"/>
              </a:lnTo>
              <a:lnTo>
                <a:pt x="486334" y="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6AD4B0-3213-47DC-B3CA-9385BAA912D1}">
      <dsp:nvSpPr>
        <dsp:cNvPr id="0" name=""/>
        <dsp:cNvSpPr/>
      </dsp:nvSpPr>
      <dsp:spPr>
        <a:xfrm>
          <a:off x="6827176" y="1420419"/>
          <a:ext cx="486334" cy="104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3167" y="0"/>
              </a:lnTo>
              <a:lnTo>
                <a:pt x="243167" y="1045619"/>
              </a:lnTo>
              <a:lnTo>
                <a:pt x="486334" y="1045619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FF1458-378A-474B-B252-B2390C366243}">
      <dsp:nvSpPr>
        <dsp:cNvPr id="0" name=""/>
        <dsp:cNvSpPr/>
      </dsp:nvSpPr>
      <dsp:spPr>
        <a:xfrm>
          <a:off x="6827176" y="1374699"/>
          <a:ext cx="486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6334" y="4572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14A4EC-CB67-417B-B6EB-80EE6970270D}">
      <dsp:nvSpPr>
        <dsp:cNvPr id="0" name=""/>
        <dsp:cNvSpPr/>
      </dsp:nvSpPr>
      <dsp:spPr>
        <a:xfrm>
          <a:off x="6827176" y="374800"/>
          <a:ext cx="486334" cy="1045619"/>
        </a:xfrm>
        <a:custGeom>
          <a:avLst/>
          <a:gdLst/>
          <a:ahLst/>
          <a:cxnLst/>
          <a:rect l="0" t="0" r="0" b="0"/>
          <a:pathLst>
            <a:path>
              <a:moveTo>
                <a:pt x="0" y="1045619"/>
              </a:moveTo>
              <a:lnTo>
                <a:pt x="243167" y="1045619"/>
              </a:lnTo>
              <a:lnTo>
                <a:pt x="243167" y="0"/>
              </a:lnTo>
              <a:lnTo>
                <a:pt x="486334" y="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7AB462-9920-4005-9523-427A9FD0D6D4}">
      <dsp:nvSpPr>
        <dsp:cNvPr id="0" name=""/>
        <dsp:cNvSpPr/>
      </dsp:nvSpPr>
      <dsp:spPr>
        <a:xfrm>
          <a:off x="3909169" y="1420419"/>
          <a:ext cx="486334" cy="2091238"/>
        </a:xfrm>
        <a:custGeom>
          <a:avLst/>
          <a:gdLst/>
          <a:ahLst/>
          <a:cxnLst/>
          <a:rect l="0" t="0" r="0" b="0"/>
          <a:pathLst>
            <a:path>
              <a:moveTo>
                <a:pt x="0" y="2091238"/>
              </a:moveTo>
              <a:lnTo>
                <a:pt x="243167" y="2091238"/>
              </a:lnTo>
              <a:lnTo>
                <a:pt x="243167" y="0"/>
              </a:lnTo>
              <a:lnTo>
                <a:pt x="486334" y="0"/>
              </a:lnTo>
            </a:path>
          </a:pathLst>
        </a:custGeom>
        <a:noFill/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210BF-E856-4951-ADFE-EEDE8D9C8141}">
      <dsp:nvSpPr>
        <dsp:cNvPr id="0" name=""/>
        <dsp:cNvSpPr/>
      </dsp:nvSpPr>
      <dsp:spPr>
        <a:xfrm>
          <a:off x="1477497" y="3140827"/>
          <a:ext cx="2431672" cy="74166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Research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1.8MM</a:t>
          </a:r>
        </a:p>
      </dsp:txBody>
      <dsp:txXfrm>
        <a:off x="1477497" y="3140827"/>
        <a:ext cx="2431672" cy="741660"/>
      </dsp:txXfrm>
    </dsp:sp>
    <dsp:sp modelId="{26791B1E-B1F7-4B61-97AD-A0B5F38C08F6}">
      <dsp:nvSpPr>
        <dsp:cNvPr id="0" name=""/>
        <dsp:cNvSpPr/>
      </dsp:nvSpPr>
      <dsp:spPr>
        <a:xfrm>
          <a:off x="4395504" y="1049589"/>
          <a:ext cx="2431672" cy="7416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Retail Audit (Phase One)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1.1MM</a:t>
          </a:r>
        </a:p>
      </dsp:txBody>
      <dsp:txXfrm>
        <a:off x="4395504" y="1049589"/>
        <a:ext cx="2431672" cy="741660"/>
      </dsp:txXfrm>
    </dsp:sp>
    <dsp:sp modelId="{53C11E56-1272-4868-9685-BB0612E0E1A5}">
      <dsp:nvSpPr>
        <dsp:cNvPr id="0" name=""/>
        <dsp:cNvSpPr/>
      </dsp:nvSpPr>
      <dsp:spPr>
        <a:xfrm>
          <a:off x="7313511" y="3970"/>
          <a:ext cx="2431672" cy="7416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Nielsen Retail Data 18-22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0.6MM</a:t>
          </a:r>
        </a:p>
      </dsp:txBody>
      <dsp:txXfrm>
        <a:off x="7313511" y="3970"/>
        <a:ext cx="2431672" cy="741660"/>
      </dsp:txXfrm>
    </dsp:sp>
    <dsp:sp modelId="{9BEDE49A-2A1C-4135-BB40-37CF62F246FB}">
      <dsp:nvSpPr>
        <dsp:cNvPr id="0" name=""/>
        <dsp:cNvSpPr/>
      </dsp:nvSpPr>
      <dsp:spPr>
        <a:xfrm>
          <a:off x="7313511" y="1049589"/>
          <a:ext cx="2431672" cy="7416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Research Tracker/Ad Hoc/Industry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0.5MM</a:t>
          </a:r>
        </a:p>
      </dsp:txBody>
      <dsp:txXfrm>
        <a:off x="7313511" y="1049589"/>
        <a:ext cx="2431672" cy="741660"/>
      </dsp:txXfrm>
    </dsp:sp>
    <dsp:sp modelId="{C54CFDF4-4CA6-4C72-B355-87268745B2D0}">
      <dsp:nvSpPr>
        <dsp:cNvPr id="0" name=""/>
        <dsp:cNvSpPr/>
      </dsp:nvSpPr>
      <dsp:spPr>
        <a:xfrm>
          <a:off x="7313511" y="2095208"/>
          <a:ext cx="2431672" cy="741660"/>
        </a:xfrm>
        <a:prstGeom prst="rect">
          <a:avLst/>
        </a:prstGeom>
        <a:gradFill rotWithShape="0">
          <a:gsLst>
            <a:gs pos="0">
              <a:srgbClr val="FFC000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FFC000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FFC000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 w="38100">
          <a:solidFill>
            <a:srgbClr val="FF0000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Nielsen Retail Data 15-17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0.1MM</a:t>
          </a:r>
        </a:p>
      </dsp:txBody>
      <dsp:txXfrm>
        <a:off x="7313511" y="2095208"/>
        <a:ext cx="2431672" cy="741660"/>
      </dsp:txXfrm>
    </dsp:sp>
    <dsp:sp modelId="{D21B0D53-EF34-4886-900A-68BE5E47FCD7}">
      <dsp:nvSpPr>
        <dsp:cNvPr id="0" name=""/>
        <dsp:cNvSpPr/>
      </dsp:nvSpPr>
      <dsp:spPr>
        <a:xfrm>
          <a:off x="4395504" y="2095208"/>
          <a:ext cx="2431672" cy="741660"/>
        </a:xfrm>
        <a:prstGeom prst="rect">
          <a:avLst/>
        </a:prstGeom>
        <a:solidFill>
          <a:srgbClr val="70AD47">
            <a:lumMod val="75000"/>
          </a:srgb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Consumer Tracker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0.4MM</a:t>
          </a:r>
        </a:p>
      </dsp:txBody>
      <dsp:txXfrm>
        <a:off x="4395504" y="2095208"/>
        <a:ext cx="2431672" cy="741660"/>
      </dsp:txXfrm>
    </dsp:sp>
    <dsp:sp modelId="{BCA54C35-DABB-4654-8441-4084A2E8F345}">
      <dsp:nvSpPr>
        <dsp:cNvPr id="0" name=""/>
        <dsp:cNvSpPr/>
      </dsp:nvSpPr>
      <dsp:spPr>
        <a:xfrm>
          <a:off x="4395504" y="3140827"/>
          <a:ext cx="2431672" cy="74166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Qualitative and quantitative research costs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/>
            <a:t>0.3MM</a:t>
          </a:r>
        </a:p>
      </dsp:txBody>
      <dsp:txXfrm>
        <a:off x="4395504" y="3140827"/>
        <a:ext cx="2431672" cy="741660"/>
      </dsp:txXfrm>
    </dsp:sp>
    <dsp:sp modelId="{9FB07ABD-6CFC-4196-9364-7AFC07C97E7D}">
      <dsp:nvSpPr>
        <dsp:cNvPr id="0" name=""/>
        <dsp:cNvSpPr/>
      </dsp:nvSpPr>
      <dsp:spPr>
        <a:xfrm>
          <a:off x="4395504" y="4186446"/>
          <a:ext cx="2431672" cy="741660"/>
        </a:xfrm>
        <a:prstGeom prst="rect">
          <a:avLst/>
        </a:prstGeom>
        <a:solidFill>
          <a:schemeClr val="accent2">
            <a:lumMod val="75000"/>
          </a:scheme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Product, Pricing and Portfolio research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0.0MM</a:t>
          </a:r>
        </a:p>
      </dsp:txBody>
      <dsp:txXfrm>
        <a:off x="4395504" y="4186446"/>
        <a:ext cx="2431672" cy="741660"/>
      </dsp:txXfrm>
    </dsp:sp>
    <dsp:sp modelId="{E42DC0D6-46F6-40BB-BD5D-3A8ED4825AA8}">
      <dsp:nvSpPr>
        <dsp:cNvPr id="0" name=""/>
        <dsp:cNvSpPr/>
      </dsp:nvSpPr>
      <dsp:spPr>
        <a:xfrm>
          <a:off x="4395504" y="5232065"/>
          <a:ext cx="2431672" cy="741660"/>
        </a:xfrm>
        <a:prstGeom prst="rect">
          <a:avLst/>
        </a:prstGeom>
        <a:solidFill>
          <a:schemeClr val="tx2">
            <a:lumMod val="75000"/>
          </a:schemeClr>
        </a:solidFill>
        <a:ln w="38100">
          <a:solidFill>
            <a:srgbClr val="66FFFF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Other Strategic Insights &amp; Research Costs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/>
            <a:t>0.0MM</a:t>
          </a:r>
        </a:p>
      </dsp:txBody>
      <dsp:txXfrm>
        <a:off x="4395504" y="5232065"/>
        <a:ext cx="2431672" cy="7416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0565D-DF9A-4DE9-B24E-1992AC83799F}">
      <dsp:nvSpPr>
        <dsp:cNvPr id="0" name=""/>
        <dsp:cNvSpPr/>
      </dsp:nvSpPr>
      <dsp:spPr>
        <a:xfrm>
          <a:off x="6567" y="2019"/>
          <a:ext cx="10988306" cy="10904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Marketing Allowances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39.5MM</a:t>
          </a:r>
          <a:endParaRPr lang="en-US" sz="800" kern="1200" dirty="0"/>
        </a:p>
      </dsp:txBody>
      <dsp:txXfrm>
        <a:off x="38505" y="33957"/>
        <a:ext cx="10924430" cy="1026571"/>
      </dsp:txXfrm>
    </dsp:sp>
    <dsp:sp modelId="{9E893BEC-1A90-4DBC-A587-8EE656BA32B8}">
      <dsp:nvSpPr>
        <dsp:cNvPr id="0" name=""/>
        <dsp:cNvSpPr/>
      </dsp:nvSpPr>
      <dsp:spPr>
        <a:xfrm>
          <a:off x="17292" y="1238077"/>
          <a:ext cx="1171412" cy="109044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Phase One</a:t>
          </a:r>
        </a:p>
      </dsp:txBody>
      <dsp:txXfrm>
        <a:off x="49230" y="1270015"/>
        <a:ext cx="1107536" cy="1026571"/>
      </dsp:txXfrm>
    </dsp:sp>
    <dsp:sp modelId="{336AAF1B-1BF4-4267-9690-B28AB444BA66}">
      <dsp:nvSpPr>
        <dsp:cNvPr id="0" name=""/>
        <dsp:cNvSpPr/>
      </dsp:nvSpPr>
      <dsp:spPr>
        <a:xfrm>
          <a:off x="17292" y="2474134"/>
          <a:ext cx="1171412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Vending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7.1MM</a:t>
          </a:r>
        </a:p>
      </dsp:txBody>
      <dsp:txXfrm>
        <a:off x="49230" y="2506072"/>
        <a:ext cx="1107536" cy="1026571"/>
      </dsp:txXfrm>
    </dsp:sp>
    <dsp:sp modelId="{481FD83D-F36B-4459-B9C9-FF4CCA69BE78}">
      <dsp:nvSpPr>
        <dsp:cNvPr id="0" name=""/>
        <dsp:cNvSpPr/>
      </dsp:nvSpPr>
      <dsp:spPr>
        <a:xfrm>
          <a:off x="17324" y="3710191"/>
          <a:ext cx="385079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Vending KA 1</a:t>
          </a:r>
        </a:p>
      </dsp:txBody>
      <dsp:txXfrm>
        <a:off x="28603" y="3721470"/>
        <a:ext cx="362521" cy="1067889"/>
      </dsp:txXfrm>
    </dsp:sp>
    <dsp:sp modelId="{7655AC8E-440A-4E79-94AE-AA88F0F5D650}">
      <dsp:nvSpPr>
        <dsp:cNvPr id="0" name=""/>
        <dsp:cNvSpPr/>
      </dsp:nvSpPr>
      <dsp:spPr>
        <a:xfrm>
          <a:off x="410459" y="3710191"/>
          <a:ext cx="385079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Vending KA 2</a:t>
          </a:r>
        </a:p>
      </dsp:txBody>
      <dsp:txXfrm>
        <a:off x="421738" y="3721470"/>
        <a:ext cx="362521" cy="1067889"/>
      </dsp:txXfrm>
    </dsp:sp>
    <dsp:sp modelId="{6FDF3875-C61E-4B65-8EA3-8199D90A589F}">
      <dsp:nvSpPr>
        <dsp:cNvPr id="0" name=""/>
        <dsp:cNvSpPr/>
      </dsp:nvSpPr>
      <dsp:spPr>
        <a:xfrm>
          <a:off x="803593" y="3710191"/>
          <a:ext cx="385079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Vending KA 3</a:t>
          </a:r>
        </a:p>
      </dsp:txBody>
      <dsp:txXfrm>
        <a:off x="814872" y="3721470"/>
        <a:ext cx="362521" cy="1067889"/>
      </dsp:txXfrm>
    </dsp:sp>
    <dsp:sp modelId="{BE5C4FA0-3407-4992-8E98-A4F77A6E2D84}">
      <dsp:nvSpPr>
        <dsp:cNvPr id="0" name=""/>
        <dsp:cNvSpPr/>
      </dsp:nvSpPr>
      <dsp:spPr>
        <a:xfrm>
          <a:off x="1221020" y="1238077"/>
          <a:ext cx="1171412" cy="1090447"/>
        </a:xfrm>
        <a:prstGeom prst="roundRect">
          <a:avLst>
            <a:gd name="adj" fmla="val 10000"/>
          </a:avLst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Two</a:t>
          </a:r>
        </a:p>
      </dsp:txBody>
      <dsp:txXfrm>
        <a:off x="1252958" y="1270015"/>
        <a:ext cx="1107536" cy="1026571"/>
      </dsp:txXfrm>
    </dsp:sp>
    <dsp:sp modelId="{8F32877A-48DF-4C17-AE1E-31C3AFB55082}">
      <dsp:nvSpPr>
        <dsp:cNvPr id="0" name=""/>
        <dsp:cNvSpPr/>
      </dsp:nvSpPr>
      <dsp:spPr>
        <a:xfrm>
          <a:off x="1221020" y="2474134"/>
          <a:ext cx="1171412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Gas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9.4MM</a:t>
          </a:r>
        </a:p>
      </dsp:txBody>
      <dsp:txXfrm>
        <a:off x="1252958" y="2506072"/>
        <a:ext cx="1107536" cy="1026571"/>
      </dsp:txXfrm>
    </dsp:sp>
    <dsp:sp modelId="{ECC88F9D-46C8-4747-8A5A-B6E74231591D}">
      <dsp:nvSpPr>
        <dsp:cNvPr id="0" name=""/>
        <dsp:cNvSpPr/>
      </dsp:nvSpPr>
      <dsp:spPr>
        <a:xfrm>
          <a:off x="1221051" y="3710191"/>
          <a:ext cx="385079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Gas KA 1</a:t>
          </a:r>
        </a:p>
      </dsp:txBody>
      <dsp:txXfrm>
        <a:off x="1232330" y="3721470"/>
        <a:ext cx="362521" cy="1067889"/>
      </dsp:txXfrm>
    </dsp:sp>
    <dsp:sp modelId="{09307B59-877A-4CB9-8F26-F5C1592F2B08}">
      <dsp:nvSpPr>
        <dsp:cNvPr id="0" name=""/>
        <dsp:cNvSpPr/>
      </dsp:nvSpPr>
      <dsp:spPr>
        <a:xfrm>
          <a:off x="1614186" y="3710191"/>
          <a:ext cx="385079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Gas KA 2</a:t>
          </a:r>
        </a:p>
      </dsp:txBody>
      <dsp:txXfrm>
        <a:off x="1625465" y="3721470"/>
        <a:ext cx="362521" cy="1067889"/>
      </dsp:txXfrm>
    </dsp:sp>
    <dsp:sp modelId="{B388FA0A-2D9D-4772-AEEC-F4042FE08120}">
      <dsp:nvSpPr>
        <dsp:cNvPr id="0" name=""/>
        <dsp:cNvSpPr/>
      </dsp:nvSpPr>
      <dsp:spPr>
        <a:xfrm>
          <a:off x="2007321" y="3710191"/>
          <a:ext cx="385079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Gas KA 3</a:t>
          </a:r>
        </a:p>
      </dsp:txBody>
      <dsp:txXfrm>
        <a:off x="2018600" y="3721470"/>
        <a:ext cx="362521" cy="1067889"/>
      </dsp:txXfrm>
    </dsp:sp>
    <dsp:sp modelId="{0F79E8F4-9EFE-460B-9FDD-87A40B977F29}">
      <dsp:nvSpPr>
        <dsp:cNvPr id="0" name=""/>
        <dsp:cNvSpPr/>
      </dsp:nvSpPr>
      <dsp:spPr>
        <a:xfrm>
          <a:off x="2424747" y="1238077"/>
          <a:ext cx="1171412" cy="1090447"/>
        </a:xfrm>
        <a:prstGeom prst="roundRect">
          <a:avLst>
            <a:gd name="adj" fmla="val 10000"/>
          </a:avLst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Three</a:t>
          </a:r>
        </a:p>
      </dsp:txBody>
      <dsp:txXfrm>
        <a:off x="2456685" y="1270015"/>
        <a:ext cx="1107536" cy="1026571"/>
      </dsp:txXfrm>
    </dsp:sp>
    <dsp:sp modelId="{FF51203F-132C-4DD5-A300-C7484DF55985}">
      <dsp:nvSpPr>
        <dsp:cNvPr id="0" name=""/>
        <dsp:cNvSpPr/>
      </dsp:nvSpPr>
      <dsp:spPr>
        <a:xfrm>
          <a:off x="2424747" y="2474134"/>
          <a:ext cx="1171412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Convenience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3.5MM</a:t>
          </a:r>
        </a:p>
      </dsp:txBody>
      <dsp:txXfrm>
        <a:off x="2456685" y="2506072"/>
        <a:ext cx="1107536" cy="1026571"/>
      </dsp:txXfrm>
    </dsp:sp>
    <dsp:sp modelId="{0CD822A0-A68A-474A-BDDF-EA959BB79449}">
      <dsp:nvSpPr>
        <dsp:cNvPr id="0" name=""/>
        <dsp:cNvSpPr/>
      </dsp:nvSpPr>
      <dsp:spPr>
        <a:xfrm>
          <a:off x="2424779" y="3710191"/>
          <a:ext cx="385079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Convenience KA 1</a:t>
          </a:r>
        </a:p>
      </dsp:txBody>
      <dsp:txXfrm>
        <a:off x="2436058" y="3721470"/>
        <a:ext cx="362521" cy="1067889"/>
      </dsp:txXfrm>
    </dsp:sp>
    <dsp:sp modelId="{76FA4DAF-7A5A-462E-ACE1-CC6BD5E48A48}">
      <dsp:nvSpPr>
        <dsp:cNvPr id="0" name=""/>
        <dsp:cNvSpPr/>
      </dsp:nvSpPr>
      <dsp:spPr>
        <a:xfrm>
          <a:off x="2817913" y="3710191"/>
          <a:ext cx="385079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Convenience KA 2</a:t>
          </a:r>
        </a:p>
      </dsp:txBody>
      <dsp:txXfrm>
        <a:off x="2829192" y="3721470"/>
        <a:ext cx="362521" cy="1067889"/>
      </dsp:txXfrm>
    </dsp:sp>
    <dsp:sp modelId="{7846FD60-069D-4C50-BE9F-29DF824D3AA5}">
      <dsp:nvSpPr>
        <dsp:cNvPr id="0" name=""/>
        <dsp:cNvSpPr/>
      </dsp:nvSpPr>
      <dsp:spPr>
        <a:xfrm>
          <a:off x="3211048" y="3710191"/>
          <a:ext cx="385079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Convenience KA 3</a:t>
          </a:r>
        </a:p>
      </dsp:txBody>
      <dsp:txXfrm>
        <a:off x="3222327" y="3721470"/>
        <a:ext cx="362521" cy="1067889"/>
      </dsp:txXfrm>
    </dsp:sp>
    <dsp:sp modelId="{56B9CBB9-34CA-43E5-A80D-51FC404DD39B}">
      <dsp:nvSpPr>
        <dsp:cNvPr id="0" name=""/>
        <dsp:cNvSpPr/>
      </dsp:nvSpPr>
      <dsp:spPr>
        <a:xfrm>
          <a:off x="3628475" y="1238077"/>
          <a:ext cx="5686093" cy="109044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Food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(Phase Four)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12.6MM</a:t>
          </a:r>
        </a:p>
      </dsp:txBody>
      <dsp:txXfrm>
        <a:off x="3660413" y="1270015"/>
        <a:ext cx="5622217" cy="1026571"/>
      </dsp:txXfrm>
    </dsp:sp>
    <dsp:sp modelId="{47C56CC5-500A-42F2-BDB3-36D5F7717BFA}">
      <dsp:nvSpPr>
        <dsp:cNvPr id="0" name=""/>
        <dsp:cNvSpPr/>
      </dsp:nvSpPr>
      <dsp:spPr>
        <a:xfrm>
          <a:off x="3639564" y="2474134"/>
          <a:ext cx="1166843" cy="109044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Discounter</a:t>
          </a:r>
        </a:p>
      </dsp:txBody>
      <dsp:txXfrm>
        <a:off x="3671502" y="2506072"/>
        <a:ext cx="1102967" cy="1026571"/>
      </dsp:txXfrm>
    </dsp:sp>
    <dsp:sp modelId="{4A79C0DE-5B8A-4243-9EDA-60883688CAA0}">
      <dsp:nvSpPr>
        <dsp:cNvPr id="0" name=""/>
        <dsp:cNvSpPr/>
      </dsp:nvSpPr>
      <dsp:spPr>
        <a:xfrm>
          <a:off x="3639564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Discounter KA 1</a:t>
          </a:r>
        </a:p>
      </dsp:txBody>
      <dsp:txXfrm>
        <a:off x="3650799" y="3721426"/>
        <a:ext cx="361107" cy="1067977"/>
      </dsp:txXfrm>
    </dsp:sp>
    <dsp:sp modelId="{A8C28A2C-B87E-4CB2-BF32-41F39EF8F312}">
      <dsp:nvSpPr>
        <dsp:cNvPr id="0" name=""/>
        <dsp:cNvSpPr/>
      </dsp:nvSpPr>
      <dsp:spPr>
        <a:xfrm>
          <a:off x="4031197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Discounter KA 2</a:t>
          </a:r>
        </a:p>
      </dsp:txBody>
      <dsp:txXfrm>
        <a:off x="4042432" y="3721426"/>
        <a:ext cx="361107" cy="1067977"/>
      </dsp:txXfrm>
    </dsp:sp>
    <dsp:sp modelId="{C9650A37-CD41-4D43-BA6B-561D3AEA001B}">
      <dsp:nvSpPr>
        <dsp:cNvPr id="0" name=""/>
        <dsp:cNvSpPr/>
      </dsp:nvSpPr>
      <dsp:spPr>
        <a:xfrm>
          <a:off x="4422829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Discounter KA 3</a:t>
          </a:r>
        </a:p>
      </dsp:txBody>
      <dsp:txXfrm>
        <a:off x="4434064" y="3721426"/>
        <a:ext cx="361107" cy="1067977"/>
      </dsp:txXfrm>
    </dsp:sp>
    <dsp:sp modelId="{5CCA8E86-A73D-4436-BDF0-E59E27244907}">
      <dsp:nvSpPr>
        <dsp:cNvPr id="0" name=""/>
        <dsp:cNvSpPr/>
      </dsp:nvSpPr>
      <dsp:spPr>
        <a:xfrm>
          <a:off x="4822517" y="2474134"/>
          <a:ext cx="1166843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Traditional Food</a:t>
          </a:r>
        </a:p>
      </dsp:txBody>
      <dsp:txXfrm>
        <a:off x="4854455" y="2506072"/>
        <a:ext cx="1102967" cy="1026571"/>
      </dsp:txXfrm>
    </dsp:sp>
    <dsp:sp modelId="{22F300FA-3AA9-4E5D-A654-02625FAC1D0A}">
      <dsp:nvSpPr>
        <dsp:cNvPr id="0" name=""/>
        <dsp:cNvSpPr/>
      </dsp:nvSpPr>
      <dsp:spPr>
        <a:xfrm>
          <a:off x="4822517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Traditional Food KA 1</a:t>
          </a:r>
        </a:p>
      </dsp:txBody>
      <dsp:txXfrm>
        <a:off x="4833752" y="3721426"/>
        <a:ext cx="361107" cy="1067977"/>
      </dsp:txXfrm>
    </dsp:sp>
    <dsp:sp modelId="{0EF310C6-12A5-4E16-9463-729BB21140E6}">
      <dsp:nvSpPr>
        <dsp:cNvPr id="0" name=""/>
        <dsp:cNvSpPr/>
      </dsp:nvSpPr>
      <dsp:spPr>
        <a:xfrm>
          <a:off x="5214150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Traditional Food KA 2</a:t>
          </a:r>
        </a:p>
      </dsp:txBody>
      <dsp:txXfrm>
        <a:off x="5225385" y="3721426"/>
        <a:ext cx="361107" cy="1067977"/>
      </dsp:txXfrm>
    </dsp:sp>
    <dsp:sp modelId="{761EA637-EE96-41C0-A561-0D4BD1B178A3}">
      <dsp:nvSpPr>
        <dsp:cNvPr id="0" name=""/>
        <dsp:cNvSpPr/>
      </dsp:nvSpPr>
      <dsp:spPr>
        <a:xfrm>
          <a:off x="5605783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Traditional Food KA 3</a:t>
          </a:r>
        </a:p>
      </dsp:txBody>
      <dsp:txXfrm>
        <a:off x="5617018" y="3721426"/>
        <a:ext cx="361107" cy="1067977"/>
      </dsp:txXfrm>
    </dsp:sp>
    <dsp:sp modelId="{8F1793BD-8CCC-4504-8728-04F85CECBE51}">
      <dsp:nvSpPr>
        <dsp:cNvPr id="0" name=""/>
        <dsp:cNvSpPr/>
      </dsp:nvSpPr>
      <dsp:spPr>
        <a:xfrm>
          <a:off x="6005471" y="2474134"/>
          <a:ext cx="1166843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Regional North</a:t>
          </a:r>
        </a:p>
      </dsp:txBody>
      <dsp:txXfrm>
        <a:off x="6037409" y="2506072"/>
        <a:ext cx="1102967" cy="1026571"/>
      </dsp:txXfrm>
    </dsp:sp>
    <dsp:sp modelId="{41FCC162-5D47-4501-AC0D-1130AC2E9EA2}">
      <dsp:nvSpPr>
        <dsp:cNvPr id="0" name=""/>
        <dsp:cNvSpPr/>
      </dsp:nvSpPr>
      <dsp:spPr>
        <a:xfrm>
          <a:off x="6005471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1</a:t>
          </a:r>
        </a:p>
      </dsp:txBody>
      <dsp:txXfrm>
        <a:off x="6016706" y="3721426"/>
        <a:ext cx="361107" cy="1067977"/>
      </dsp:txXfrm>
    </dsp:sp>
    <dsp:sp modelId="{5D8F16B9-80CF-4464-B7D2-42ADC1694D2F}">
      <dsp:nvSpPr>
        <dsp:cNvPr id="0" name=""/>
        <dsp:cNvSpPr/>
      </dsp:nvSpPr>
      <dsp:spPr>
        <a:xfrm>
          <a:off x="6397104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2</a:t>
          </a:r>
        </a:p>
      </dsp:txBody>
      <dsp:txXfrm>
        <a:off x="6408339" y="3721426"/>
        <a:ext cx="361107" cy="1067977"/>
      </dsp:txXfrm>
    </dsp:sp>
    <dsp:sp modelId="{5D46480D-AFEF-44D9-8254-F2AE4348FA46}">
      <dsp:nvSpPr>
        <dsp:cNvPr id="0" name=""/>
        <dsp:cNvSpPr/>
      </dsp:nvSpPr>
      <dsp:spPr>
        <a:xfrm>
          <a:off x="6788736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3</a:t>
          </a:r>
        </a:p>
      </dsp:txBody>
      <dsp:txXfrm>
        <a:off x="6799971" y="3721426"/>
        <a:ext cx="361107" cy="1067977"/>
      </dsp:txXfrm>
    </dsp:sp>
    <dsp:sp modelId="{81A809B6-090F-4405-8599-8B85C43D44DC}">
      <dsp:nvSpPr>
        <dsp:cNvPr id="0" name=""/>
        <dsp:cNvSpPr/>
      </dsp:nvSpPr>
      <dsp:spPr>
        <a:xfrm>
          <a:off x="7188424" y="2474134"/>
          <a:ext cx="1166843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Regional South</a:t>
          </a:r>
        </a:p>
      </dsp:txBody>
      <dsp:txXfrm>
        <a:off x="7220362" y="2506072"/>
        <a:ext cx="1102967" cy="1026571"/>
      </dsp:txXfrm>
    </dsp:sp>
    <dsp:sp modelId="{34DB856F-485B-4B1F-8B0E-17187DF4FF2C}">
      <dsp:nvSpPr>
        <dsp:cNvPr id="0" name=""/>
        <dsp:cNvSpPr/>
      </dsp:nvSpPr>
      <dsp:spPr>
        <a:xfrm>
          <a:off x="7188424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1</a:t>
          </a:r>
        </a:p>
      </dsp:txBody>
      <dsp:txXfrm>
        <a:off x="7199659" y="3721426"/>
        <a:ext cx="361107" cy="1067977"/>
      </dsp:txXfrm>
    </dsp:sp>
    <dsp:sp modelId="{A8ABA455-BC8D-4D54-B2ED-1A16682008A7}">
      <dsp:nvSpPr>
        <dsp:cNvPr id="0" name=""/>
        <dsp:cNvSpPr/>
      </dsp:nvSpPr>
      <dsp:spPr>
        <a:xfrm>
          <a:off x="7580057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2</a:t>
          </a:r>
        </a:p>
      </dsp:txBody>
      <dsp:txXfrm>
        <a:off x="7591292" y="3721426"/>
        <a:ext cx="361107" cy="1067977"/>
      </dsp:txXfrm>
    </dsp:sp>
    <dsp:sp modelId="{7BCA1C4B-D62B-4AD2-9585-09B9A4F49F5B}">
      <dsp:nvSpPr>
        <dsp:cNvPr id="0" name=""/>
        <dsp:cNvSpPr/>
      </dsp:nvSpPr>
      <dsp:spPr>
        <a:xfrm>
          <a:off x="7971690" y="3710191"/>
          <a:ext cx="383577" cy="10904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3</a:t>
          </a:r>
        </a:p>
      </dsp:txBody>
      <dsp:txXfrm>
        <a:off x="7982925" y="3721426"/>
        <a:ext cx="361107" cy="1067977"/>
      </dsp:txXfrm>
    </dsp:sp>
    <dsp:sp modelId="{B36ACDFB-35F5-46C2-ABC1-D006DB201E36}">
      <dsp:nvSpPr>
        <dsp:cNvPr id="0" name=""/>
        <dsp:cNvSpPr/>
      </dsp:nvSpPr>
      <dsp:spPr>
        <a:xfrm>
          <a:off x="8371378" y="2474134"/>
          <a:ext cx="468451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Others non-regional</a:t>
          </a:r>
        </a:p>
      </dsp:txBody>
      <dsp:txXfrm>
        <a:off x="8385098" y="2487854"/>
        <a:ext cx="441011" cy="1063007"/>
      </dsp:txXfrm>
    </dsp:sp>
    <dsp:sp modelId="{F6088778-D41D-4F60-84FC-2DA6A669278B}">
      <dsp:nvSpPr>
        <dsp:cNvPr id="0" name=""/>
        <dsp:cNvSpPr/>
      </dsp:nvSpPr>
      <dsp:spPr>
        <a:xfrm>
          <a:off x="8855940" y="2474134"/>
          <a:ext cx="447539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Support</a:t>
          </a:r>
        </a:p>
      </dsp:txBody>
      <dsp:txXfrm>
        <a:off x="8869048" y="2487242"/>
        <a:ext cx="421323" cy="1064231"/>
      </dsp:txXfrm>
    </dsp:sp>
    <dsp:sp modelId="{D418EDB3-20B0-496D-80B3-D4C050A32FA5}">
      <dsp:nvSpPr>
        <dsp:cNvPr id="0" name=""/>
        <dsp:cNvSpPr/>
      </dsp:nvSpPr>
      <dsp:spPr>
        <a:xfrm>
          <a:off x="9346884" y="1238077"/>
          <a:ext cx="385079" cy="1090447"/>
        </a:xfrm>
        <a:prstGeom prst="roundRect">
          <a:avLst>
            <a:gd name="adj" fmla="val 10000"/>
          </a:avLst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Five</a:t>
          </a:r>
        </a:p>
      </dsp:txBody>
      <dsp:txXfrm>
        <a:off x="9358163" y="1249356"/>
        <a:ext cx="362521" cy="1067889"/>
      </dsp:txXfrm>
    </dsp:sp>
    <dsp:sp modelId="{F57A4F2D-6CD1-420A-97E7-73D9F80309C1}">
      <dsp:nvSpPr>
        <dsp:cNvPr id="0" name=""/>
        <dsp:cNvSpPr/>
      </dsp:nvSpPr>
      <dsp:spPr>
        <a:xfrm>
          <a:off x="9346884" y="2474134"/>
          <a:ext cx="385079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Retail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0.6</a:t>
          </a:r>
          <a:b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</a:b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MM</a:t>
          </a:r>
        </a:p>
      </dsp:txBody>
      <dsp:txXfrm>
        <a:off x="9358163" y="2485413"/>
        <a:ext cx="362521" cy="1067889"/>
      </dsp:txXfrm>
    </dsp:sp>
    <dsp:sp modelId="{5FED656A-07B4-47C6-A242-E7DAC2C3867A}">
      <dsp:nvSpPr>
        <dsp:cNvPr id="0" name=""/>
        <dsp:cNvSpPr/>
      </dsp:nvSpPr>
      <dsp:spPr>
        <a:xfrm>
          <a:off x="9764278" y="1238077"/>
          <a:ext cx="385079" cy="1090447"/>
        </a:xfrm>
        <a:prstGeom prst="roundRect">
          <a:avLst>
            <a:gd name="adj" fmla="val 10000"/>
          </a:avLst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Six</a:t>
          </a:r>
        </a:p>
      </dsp:txBody>
      <dsp:txXfrm>
        <a:off x="9775557" y="1249356"/>
        <a:ext cx="362521" cy="1067889"/>
      </dsp:txXfrm>
    </dsp:sp>
    <dsp:sp modelId="{CA3242E1-6B6D-4745-AC41-51EFE5C6CAB6}">
      <dsp:nvSpPr>
        <dsp:cNvPr id="0" name=""/>
        <dsp:cNvSpPr/>
      </dsp:nvSpPr>
      <dsp:spPr>
        <a:xfrm>
          <a:off x="9764278" y="2474134"/>
          <a:ext cx="385079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Cash &amp; Carry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0.5</a:t>
          </a:r>
          <a:b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</a:br>
          <a:r>
            <a:rPr lang="en-US" sz="9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MM</a:t>
          </a:r>
        </a:p>
      </dsp:txBody>
      <dsp:txXfrm>
        <a:off x="9775557" y="2485413"/>
        <a:ext cx="362521" cy="1067889"/>
      </dsp:txXfrm>
    </dsp:sp>
    <dsp:sp modelId="{10AA8F6F-0B00-4069-9954-43A3F3FC9255}">
      <dsp:nvSpPr>
        <dsp:cNvPr id="0" name=""/>
        <dsp:cNvSpPr/>
      </dsp:nvSpPr>
      <dsp:spPr>
        <a:xfrm>
          <a:off x="10181673" y="1238077"/>
          <a:ext cx="385079" cy="1090447"/>
        </a:xfrm>
        <a:prstGeom prst="roundRect">
          <a:avLst>
            <a:gd name="adj" fmla="val 10000"/>
          </a:avLst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Seven</a:t>
          </a:r>
        </a:p>
      </dsp:txBody>
      <dsp:txXfrm>
        <a:off x="10192952" y="1249356"/>
        <a:ext cx="362521" cy="1067889"/>
      </dsp:txXfrm>
    </dsp:sp>
    <dsp:sp modelId="{98B50A30-EA60-4A99-A3D9-DC83EA01E612}">
      <dsp:nvSpPr>
        <dsp:cNvPr id="0" name=""/>
        <dsp:cNvSpPr/>
      </dsp:nvSpPr>
      <dsp:spPr>
        <a:xfrm>
          <a:off x="10181673" y="2474134"/>
          <a:ext cx="385079" cy="1090447"/>
        </a:xfrm>
        <a:prstGeom prst="roundRect">
          <a:avLst>
            <a:gd name="adj" fmla="val 10000"/>
          </a:avLst>
        </a:prstGeom>
        <a:solidFill>
          <a:srgbClr val="5B9BD5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WH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4.6</a:t>
          </a:r>
          <a:b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</a:br>
          <a:r>
            <a:rPr lang="en-US" sz="9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MM</a:t>
          </a:r>
        </a:p>
      </dsp:txBody>
      <dsp:txXfrm>
        <a:off x="10192952" y="2485413"/>
        <a:ext cx="362521" cy="1067889"/>
      </dsp:txXfrm>
    </dsp:sp>
    <dsp:sp modelId="{73F6BFA5-9C2C-4559-A03E-089D9A704FD7}">
      <dsp:nvSpPr>
        <dsp:cNvPr id="0" name=""/>
        <dsp:cNvSpPr/>
      </dsp:nvSpPr>
      <dsp:spPr>
        <a:xfrm>
          <a:off x="10599068" y="1238077"/>
          <a:ext cx="385079" cy="1090447"/>
        </a:xfrm>
        <a:prstGeom prst="roundRect">
          <a:avLst>
            <a:gd name="adj" fmla="val 10000"/>
          </a:avLst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Phase Eight</a:t>
          </a:r>
        </a:p>
      </dsp:txBody>
      <dsp:txXfrm>
        <a:off x="10610347" y="1249356"/>
        <a:ext cx="362521" cy="1067889"/>
      </dsp:txXfrm>
    </dsp:sp>
    <dsp:sp modelId="{98D45907-1E55-4C0E-9DE9-0A9CB2E68B85}">
      <dsp:nvSpPr>
        <dsp:cNvPr id="0" name=""/>
        <dsp:cNvSpPr/>
      </dsp:nvSpPr>
      <dsp:spPr>
        <a:xfrm>
          <a:off x="10599068" y="2474134"/>
          <a:ext cx="385079" cy="109044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66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Travel Value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1.3</a:t>
          </a:r>
          <a:br>
            <a:rPr lang="en-US" sz="900" b="1" kern="1200" dirty="0"/>
          </a:br>
          <a:r>
            <a:rPr lang="en-US" sz="900" b="1" kern="1200" dirty="0"/>
            <a:t>MM</a:t>
          </a:r>
          <a:endParaRPr lang="en-US" sz="900" kern="1200" dirty="0"/>
        </a:p>
      </dsp:txBody>
      <dsp:txXfrm>
        <a:off x="10610347" y="2485413"/>
        <a:ext cx="362521" cy="1067889"/>
      </dsp:txXfrm>
    </dsp:sp>
    <dsp:sp modelId="{BCDB3A6A-7143-44A8-B1C7-579D446DE2DB}">
      <dsp:nvSpPr>
        <dsp:cNvPr id="0" name=""/>
        <dsp:cNvSpPr/>
      </dsp:nvSpPr>
      <dsp:spPr>
        <a:xfrm>
          <a:off x="11059566" y="2019"/>
          <a:ext cx="385832" cy="109044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TITP</a:t>
          </a:r>
        </a:p>
      </dsp:txBody>
      <dsp:txXfrm>
        <a:off x="11070867" y="13320"/>
        <a:ext cx="363230" cy="10678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802F-5901-4669-A658-6FA6D92D5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06FE1-F892-4831-9A48-C46876715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B2B7A-2EFB-4816-BAF4-9C1EFFE5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A5728-DD35-4040-8D92-EE1C2F713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1C555-380C-4109-835F-C29FBB69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A34A7-03AB-40BA-9822-886776FE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1B5A9-1A56-4F1E-8018-CC8AF410B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7B5B4-1BF3-46B3-B9BE-4C0C887D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176A3-330E-42C1-AA06-2018A537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EF13-551C-464A-8222-AD0235D7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0C6C-02E2-45AC-9697-C550CD67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CF6E7-C076-4D31-9557-2BF25EE8A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B64FB-7837-4414-A656-79ADEB16D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DBA27-FD19-4D85-A051-FB81DD7E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988C-5903-477A-A582-2679C7BA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9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1861-1F98-4BE0-9007-23195CBE9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0068A-82D1-4E30-8F8C-6DEA52992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49BB8-7F0C-442D-9243-432DAAB8F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7F5E0-11E5-45E4-AE28-5CC7B476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B7DC7-4AB7-4872-9DD7-AFB7E9CC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B26DC-3765-4073-A7CA-E5ABBD2B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61B2-DCE2-43C8-AC7E-6DCA6731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7F5E6-5592-4DBC-A23B-BBF4A14DC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940F7-CCD2-4A62-84DC-A4D4678B3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011B8-A386-4A15-8954-D83068AAE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34126-E31C-45C8-BF79-9635213E7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4B3C1-8C1D-4C48-A9B2-B565AC49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72DD53-608C-428E-9594-1BB689B3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C91CBF-9315-4219-A795-7A868C61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7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2B6A-1D4E-4A08-BBBE-92D47AB4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4729F-FBCD-48DC-B13A-9B9641D1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3B313-55FA-4C50-A082-A121162E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66012-C027-4572-962F-958A03AF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3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26225-484A-48DB-8C2C-A8EF2DDA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A0E9A3-C0DB-4522-BD2C-D64C3F6A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53ED6-1A70-492F-BA11-C4B77208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5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38C6-2A34-4F59-8A74-089FCD98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0A738-8D54-4C86-B5A3-3C8D595A6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9C033-36E6-402A-94AE-ED6301DF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8C424-9232-47DA-BDCF-53A36E8A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A199B-E0A1-4A39-BE96-3AFCBC98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78B82-504E-413F-958A-DBA12C74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6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AE15-AE28-421C-8D64-CE66E3AD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BE0DF-91DD-4868-AFFF-045D00381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DBEDB-93F3-4707-BEF7-6C3643690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BDB01-3EB8-4A3C-88B1-F0D304C5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F0A41-C192-4EB5-85B8-BC33D7E8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B6B67-CC4D-4704-892D-7FA25E41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AC07-97F1-4CF1-8204-8EC86E996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5A137-70DF-45BC-9DA0-8282F9724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FFABE-39B6-442A-9C45-59C3F0709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56928-99BC-4064-BC20-CBAE738F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84F43-4C2E-44ED-95E6-1327059A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8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FA987-9290-46BA-953F-C8695714A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0C7F2-664E-40BE-B8AB-52E712719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9DFDA-8978-468D-BDBB-24E7A3DB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5829E-BBDF-4FF1-A748-799CE0CC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2A777-6BEA-4C66-89E2-6010900B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7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18CD57-E309-40B5-A9AB-84A2080B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C1EC2-08A6-49BA-A97D-F92C8D671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2A132-9BBE-44BF-8CCE-98E04DFC9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F53D2-5CB4-4CFD-93BA-A6AA9B3A463F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D167E-F255-4A1D-A533-BBE425EA3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0BA9B-BFB9-42C6-9A89-47FE2C9FB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EA616-8A6D-4175-97F6-173A2A676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32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slideLayout" Target="../slideLayouts/slideLayout1.xml"/><Relationship Id="rId7" Type="http://schemas.openxmlformats.org/officeDocument/2006/relationships/diagramLayout" Target="../diagrams/layout1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diagramData" Target="../diagrams/data1.xml"/><Relationship Id="rId5" Type="http://schemas.openxmlformats.org/officeDocument/2006/relationships/image" Target="../media/image1.emf"/><Relationship Id="rId10" Type="http://schemas.microsoft.com/office/2007/relationships/diagramDrawing" Target="../diagrams/drawing1.xml"/><Relationship Id="rId4" Type="http://schemas.openxmlformats.org/officeDocument/2006/relationships/oleObject" Target="../embeddings/oleObject1.bin"/><Relationship Id="rId9" Type="http://schemas.openxmlformats.org/officeDocument/2006/relationships/diagramColors" Target="../diagrams/colors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13" Type="http://schemas.openxmlformats.org/officeDocument/2006/relationships/diagramQuickStyle" Target="../diagrams/quickStyle3.xml"/><Relationship Id="rId3" Type="http://schemas.openxmlformats.org/officeDocument/2006/relationships/slideLayout" Target="../slideLayouts/slideLayout1.xml"/><Relationship Id="rId7" Type="http://schemas.openxmlformats.org/officeDocument/2006/relationships/diagramLayout" Target="../diagrams/layout2.xml"/><Relationship Id="rId12" Type="http://schemas.openxmlformats.org/officeDocument/2006/relationships/diagramLayout" Target="../diagrams/layout3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diagramData" Target="../diagrams/data2.xml"/><Relationship Id="rId11" Type="http://schemas.openxmlformats.org/officeDocument/2006/relationships/diagramData" Target="../diagrams/data3.xml"/><Relationship Id="rId5" Type="http://schemas.openxmlformats.org/officeDocument/2006/relationships/image" Target="../media/image1.emf"/><Relationship Id="rId15" Type="http://schemas.microsoft.com/office/2007/relationships/diagramDrawing" Target="../diagrams/drawing3.xml"/><Relationship Id="rId10" Type="http://schemas.microsoft.com/office/2007/relationships/diagramDrawing" Target="../diagrams/drawing2.xml"/><Relationship Id="rId4" Type="http://schemas.openxmlformats.org/officeDocument/2006/relationships/oleObject" Target="../embeddings/oleObject2.bin"/><Relationship Id="rId9" Type="http://schemas.openxmlformats.org/officeDocument/2006/relationships/diagramColors" Target="../diagrams/colors2.xml"/><Relationship Id="rId14" Type="http://schemas.openxmlformats.org/officeDocument/2006/relationships/diagramColors" Target="../diagrams/colors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slideLayout" Target="../slideLayouts/slideLayout1.xml"/><Relationship Id="rId7" Type="http://schemas.openxmlformats.org/officeDocument/2006/relationships/diagramLayout" Target="../diagrams/layout4.xml"/><Relationship Id="rId12" Type="http://schemas.openxmlformats.org/officeDocument/2006/relationships/image" Target="../media/image3.svg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diagramData" Target="../diagrams/data4.xml"/><Relationship Id="rId11" Type="http://schemas.openxmlformats.org/officeDocument/2006/relationships/image" Target="../media/image2.png"/><Relationship Id="rId5" Type="http://schemas.openxmlformats.org/officeDocument/2006/relationships/image" Target="../media/image1.emf"/><Relationship Id="rId10" Type="http://schemas.microsoft.com/office/2007/relationships/diagramDrawing" Target="../diagrams/drawing4.xml"/><Relationship Id="rId4" Type="http://schemas.openxmlformats.org/officeDocument/2006/relationships/oleObject" Target="../embeddings/oleObject3.bin"/><Relationship Id="rId9" Type="http://schemas.openxmlformats.org/officeDocument/2006/relationships/diagramColors" Target="../diagrams/colors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slideLayout" Target="../slideLayouts/slideLayout1.xml"/><Relationship Id="rId7" Type="http://schemas.openxmlformats.org/officeDocument/2006/relationships/diagramLayout" Target="../diagrams/layout5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diagramData" Target="../diagrams/data5.xml"/><Relationship Id="rId5" Type="http://schemas.openxmlformats.org/officeDocument/2006/relationships/image" Target="../media/image1.emf"/><Relationship Id="rId10" Type="http://schemas.microsoft.com/office/2007/relationships/diagramDrawing" Target="../diagrams/drawing5.xml"/><Relationship Id="rId4" Type="http://schemas.openxmlformats.org/officeDocument/2006/relationships/oleObject" Target="../embeddings/oleObject4.bin"/><Relationship Id="rId9" Type="http://schemas.openxmlformats.org/officeDocument/2006/relationships/diagramColors" Target="../diagrams/colors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813C11A-FFD6-4603-AFB1-0E1FB11FE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813C11A-FFD6-4603-AFB1-0E1FB11FE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6BE398-AD1C-4332-B06E-F9D4CB4EE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6929590"/>
              </p:ext>
            </p:extLst>
          </p:nvPr>
        </p:nvGraphicFramePr>
        <p:xfrm>
          <a:off x="484660" y="620812"/>
          <a:ext cx="11222681" cy="597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0AE6DEE-BD69-4E14-A428-7502FCDFBCAC}"/>
              </a:ext>
            </a:extLst>
          </p:cNvPr>
          <p:cNvSpPr txBox="1"/>
          <p:nvPr/>
        </p:nvSpPr>
        <p:spPr>
          <a:xfrm>
            <a:off x="484659" y="414866"/>
            <a:ext cx="4753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Marketing Programs</a:t>
            </a:r>
          </a:p>
          <a:p>
            <a:r>
              <a:rPr lang="en-US" sz="2400" dirty="0"/>
              <a:t>(excl. Trade Marketing &amp; Research)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TO-BE</a:t>
            </a:r>
            <a:r>
              <a:rPr lang="en-US" sz="2400" dirty="0"/>
              <a:t> (2018 ACT @ EUR)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D866DC-3F7C-4328-8F6C-17FB0BAB614C}"/>
              </a:ext>
            </a:extLst>
          </p:cNvPr>
          <p:cNvSpPr txBox="1"/>
          <p:nvPr/>
        </p:nvSpPr>
        <p:spPr>
          <a:xfrm>
            <a:off x="484659" y="2430162"/>
            <a:ext cx="224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 WBSs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14AAEE-B99B-4223-A90C-B021D45674EB}"/>
              </a:ext>
            </a:extLst>
          </p:cNvPr>
          <p:cNvSpPr/>
          <p:nvPr/>
        </p:nvSpPr>
        <p:spPr>
          <a:xfrm>
            <a:off x="484659" y="1659923"/>
            <a:ext cx="1408670" cy="444844"/>
          </a:xfrm>
          <a:prstGeom prst="rect">
            <a:avLst/>
          </a:prstGeom>
          <a:noFill/>
          <a:ln w="38100"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WBS Element (actual postings)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86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813C11A-FFD6-4603-AFB1-0E1FB11FE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813C11A-FFD6-4603-AFB1-0E1FB11FE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954F3-CF70-46EC-B632-D7A8B2F232B2}"/>
              </a:ext>
            </a:extLst>
          </p:cNvPr>
          <p:cNvSpPr/>
          <p:nvPr/>
        </p:nvSpPr>
        <p:spPr>
          <a:xfrm>
            <a:off x="3805881" y="329515"/>
            <a:ext cx="7901460" cy="366583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4C00F4-4610-4440-AA3D-0AFDFCE99D79}"/>
              </a:ext>
            </a:extLst>
          </p:cNvPr>
          <p:cNvSpPr/>
          <p:nvPr/>
        </p:nvSpPr>
        <p:spPr>
          <a:xfrm>
            <a:off x="3805881" y="4058507"/>
            <a:ext cx="7901460" cy="267180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6BE398-AD1C-4332-B06E-F9D4CB4EE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0897256"/>
              </p:ext>
            </p:extLst>
          </p:nvPr>
        </p:nvGraphicFramePr>
        <p:xfrm>
          <a:off x="708454" y="620812"/>
          <a:ext cx="8798011" cy="3142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0AE6DEE-BD69-4E14-A428-7502FCDFBCAC}"/>
              </a:ext>
            </a:extLst>
          </p:cNvPr>
          <p:cNvSpPr txBox="1"/>
          <p:nvPr/>
        </p:nvSpPr>
        <p:spPr>
          <a:xfrm>
            <a:off x="484659" y="414866"/>
            <a:ext cx="4753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Trade Marketing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TO-BE</a:t>
            </a:r>
            <a:r>
              <a:rPr lang="en-US" sz="2400" dirty="0"/>
              <a:t> (2018 ACT @ EUR)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E2F90-60E4-4896-922B-04511B2FC415}"/>
              </a:ext>
            </a:extLst>
          </p:cNvPr>
          <p:cNvSpPr txBox="1"/>
          <p:nvPr/>
        </p:nvSpPr>
        <p:spPr>
          <a:xfrm>
            <a:off x="8567351" y="1617589"/>
            <a:ext cx="29161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5</a:t>
            </a:r>
            <a:r>
              <a:rPr lang="en-US" dirty="0"/>
              <a:t> </a:t>
            </a:r>
            <a:r>
              <a:rPr lang="en-US" b="1" dirty="0"/>
              <a:t>Multi-brand WBSs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month-end allocation based on specific key (e.g. Share of Space)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3CBE9-663B-41DA-B1EF-8C64F701B44C}"/>
              </a:ext>
            </a:extLst>
          </p:cNvPr>
          <p:cNvSpPr txBox="1"/>
          <p:nvPr/>
        </p:nvSpPr>
        <p:spPr>
          <a:xfrm>
            <a:off x="8567350" y="4501747"/>
            <a:ext cx="29161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Single-brand WBSs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Costs directly allocated to specific brand and product type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B7B9D8B-B354-4B9E-9183-0E074FC584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1078088"/>
              </p:ext>
            </p:extLst>
          </p:nvPr>
        </p:nvGraphicFramePr>
        <p:xfrm>
          <a:off x="1807518" y="3968520"/>
          <a:ext cx="6599882" cy="2559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C5F0A0D-3DA2-4BEB-B4C2-043269BC84BE}"/>
              </a:ext>
            </a:extLst>
          </p:cNvPr>
          <p:cNvSpPr/>
          <p:nvPr/>
        </p:nvSpPr>
        <p:spPr>
          <a:xfrm>
            <a:off x="196335" y="1331214"/>
            <a:ext cx="1408670" cy="444844"/>
          </a:xfrm>
          <a:prstGeom prst="rect">
            <a:avLst/>
          </a:prstGeom>
          <a:noFill/>
          <a:ln w="38100"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WBS Element (actual postings)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64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813C11A-FFD6-4603-AFB1-0E1FB11FE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813C11A-FFD6-4603-AFB1-0E1FB11FE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6BE398-AD1C-4332-B06E-F9D4CB4EE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1323518"/>
              </p:ext>
            </p:extLst>
          </p:nvPr>
        </p:nvGraphicFramePr>
        <p:xfrm>
          <a:off x="484660" y="620812"/>
          <a:ext cx="11222681" cy="597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0AE6DEE-BD69-4E14-A428-7502FCDFBCAC}"/>
              </a:ext>
            </a:extLst>
          </p:cNvPr>
          <p:cNvSpPr txBox="1"/>
          <p:nvPr/>
        </p:nvSpPr>
        <p:spPr>
          <a:xfrm>
            <a:off x="484659" y="414866"/>
            <a:ext cx="4753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Research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TO-BE</a:t>
            </a:r>
            <a:r>
              <a:rPr lang="en-US" sz="2400" dirty="0"/>
              <a:t> (2018 ACT @ EUR)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F3F283-1B76-44BB-B1C1-6B52F72636B4}"/>
              </a:ext>
            </a:extLst>
          </p:cNvPr>
          <p:cNvSpPr txBox="1"/>
          <p:nvPr/>
        </p:nvSpPr>
        <p:spPr>
          <a:xfrm>
            <a:off x="484659" y="2430162"/>
            <a:ext cx="2868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6 Multi-brand WBSs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month-end allocation based on specific key (e.g. Share of Space)</a:t>
            </a:r>
          </a:p>
          <a:p>
            <a:endParaRPr lang="en-US" b="1" dirty="0"/>
          </a:p>
        </p:txBody>
      </p:sp>
      <p:pic>
        <p:nvPicPr>
          <p:cNvPr id="6" name="Graphic 5" descr="Close">
            <a:extLst>
              <a:ext uri="{FF2B5EF4-FFF2-40B4-BE49-F238E27FC236}">
                <a16:creationId xmlns:a16="http://schemas.microsoft.com/office/drawing/2014/main" id="{1B0F9750-6B9E-4566-A457-2449C58340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76702" y="2877066"/>
            <a:ext cx="407773" cy="4077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D0BA3D-7DFC-4F55-9F28-F9EC4193792F}"/>
              </a:ext>
            </a:extLst>
          </p:cNvPr>
          <p:cNvSpPr/>
          <p:nvPr/>
        </p:nvSpPr>
        <p:spPr>
          <a:xfrm>
            <a:off x="510059" y="1305696"/>
            <a:ext cx="1408670" cy="444844"/>
          </a:xfrm>
          <a:prstGeom prst="rect">
            <a:avLst/>
          </a:prstGeom>
          <a:noFill/>
          <a:ln w="38100"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WBS Element (actual postings)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14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813C11A-FFD6-4603-AFB1-0E1FB11FE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813C11A-FFD6-4603-AFB1-0E1FB11FE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6BE398-AD1C-4332-B06E-F9D4CB4EE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8558798"/>
              </p:ext>
            </p:extLst>
          </p:nvPr>
        </p:nvGraphicFramePr>
        <p:xfrm>
          <a:off x="484660" y="1795848"/>
          <a:ext cx="11451967" cy="4802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0AE6DEE-BD69-4E14-A428-7502FCDFBCAC}"/>
              </a:ext>
            </a:extLst>
          </p:cNvPr>
          <p:cNvSpPr txBox="1"/>
          <p:nvPr/>
        </p:nvSpPr>
        <p:spPr>
          <a:xfrm>
            <a:off x="484659" y="414866"/>
            <a:ext cx="10224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Marketing Allowances (excl. RRP)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TO-BE</a:t>
            </a:r>
            <a:r>
              <a:rPr lang="en-US" sz="2400" dirty="0"/>
              <a:t> (2018 ACT @ EUR) </a:t>
            </a:r>
            <a:r>
              <a:rPr lang="en-US" sz="2400" dirty="0">
                <a:solidFill>
                  <a:srgbClr val="FF0000"/>
                </a:solidFill>
              </a:rPr>
              <a:t>WBS ELEMENTS ON </a:t>
            </a:r>
            <a:r>
              <a:rPr lang="en-US" sz="2400" u="sng" dirty="0">
                <a:solidFill>
                  <a:srgbClr val="FF0000"/>
                </a:solidFill>
              </a:rPr>
              <a:t>THE SAME</a:t>
            </a:r>
            <a:r>
              <a:rPr lang="en-US" sz="2400" dirty="0">
                <a:solidFill>
                  <a:srgbClr val="FF0000"/>
                </a:solidFill>
              </a:rPr>
              <a:t> LEVEL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A56D53-F913-442B-B219-0B721AB0963F}"/>
              </a:ext>
            </a:extLst>
          </p:cNvPr>
          <p:cNvSpPr/>
          <p:nvPr/>
        </p:nvSpPr>
        <p:spPr>
          <a:xfrm>
            <a:off x="584200" y="1245863"/>
            <a:ext cx="1408670" cy="444844"/>
          </a:xfrm>
          <a:prstGeom prst="rect">
            <a:avLst/>
          </a:prstGeom>
          <a:noFill/>
          <a:ln w="38100"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WBS Element (actual postings)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8186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C59A58C7-2640-4EE4-BC66-A02D500AE943}" vid="{48B05CB5-067F-4D04-BDE8-6F26B200ED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A691DA1475FED40816A34A9887BD419" ma:contentTypeVersion="26" ma:contentTypeDescription="Создание документа." ma:contentTypeScope="" ma:versionID="559e90d719ff0254e378a0bb7967f071">
  <xsd:schema xmlns:xsd="http://www.w3.org/2001/XMLSchema" xmlns:xs="http://www.w3.org/2001/XMLSchema" xmlns:p="http://schemas.microsoft.com/office/2006/metadata/properties" xmlns:ns1="http://schemas.microsoft.com/sharepoint/v3" xmlns:ns2="91871c47-af2e-43ea-ad3f-7bb4c536bc45" xmlns:ns3="ba249638-b5c4-4b59-8094-70d8491c2e9c" xmlns:ns4="cb52ee0d-5346-4ae8-a9f9-d746adffeb6b" targetNamespace="http://schemas.microsoft.com/office/2006/metadata/properties" ma:root="true" ma:fieldsID="a3b096dd063bdcacd4429cc4e08033be" ns1:_="" ns2:_="" ns3:_="" ns4:_="">
    <xsd:import namespace="http://schemas.microsoft.com/sharepoint/v3"/>
    <xsd:import namespace="91871c47-af2e-43ea-ad3f-7bb4c536bc45"/>
    <xsd:import namespace="ba249638-b5c4-4b59-8094-70d8491c2e9c"/>
    <xsd:import namespace="cb52ee0d-5346-4ae8-a9f9-d746adff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ReportDate" minOccurs="0"/>
                <xsd:element ref="ns2:MediaServiceAutoTag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Remarks" minOccurs="0"/>
                <xsd:element ref="ns2:Details" minOccurs="0"/>
                <xsd:element ref="ns2:FolderInfo" minOccurs="0"/>
                <xsd:element ref="ns2:T_x002d_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71c47-af2e-43ea-ad3f-7bb4c536b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ReportDate" ma:index="16" nillable="true" ma:displayName="Report Date" ma:format="DateOnly" ma:internalName="ReportDate">
      <xsd:simpleType>
        <xsd:restriction base="dms:DateTime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c3dfe741-475c-44cf-bcd4-46bfd3fd06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marks" ma:index="29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Details" ma:index="30" nillable="true" ma:displayName="Details" ma:format="Dropdown" ma:internalName="Details">
      <xsd:simpleType>
        <xsd:restriction base="dms:Note">
          <xsd:maxLength value="255"/>
        </xsd:restriction>
      </xsd:simpleType>
    </xsd:element>
    <xsd:element name="FolderInfo" ma:index="31" nillable="true" ma:displayName="Folder/File Info" ma:format="Dropdown" ma:internalName="FolderInfo">
      <xsd:simpleType>
        <xsd:restriction base="dms:Note">
          <xsd:maxLength value="255"/>
        </xsd:restriction>
      </xsd:simpleType>
    </xsd:element>
    <xsd:element name="T_x002d_Code" ma:index="32" nillable="true" ma:displayName="T-Code" ma:format="Dropdown" ma:internalName="T_x002d_Code">
      <xsd:simpleType>
        <xsd:restriction base="dms:Text">
          <xsd:maxLength value="255"/>
        </xsd:restriction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49638-b5c4-4b59-8094-70d8491c2e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2ee0d-5346-4ae8-a9f9-d746adffeb6b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4cb22aed-3451-4198-9f27-006c28665e31}" ma:internalName="TaxCatchAll" ma:showField="CatchAllData" ma:web="cb52ee0d-5346-4ae8-a9f9-d746adffeb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a249638-b5c4-4b59-8094-70d8491c2e9c">
      <UserInfo>
        <DisplayName/>
        <AccountId xsi:nil="true"/>
        <AccountType/>
      </UserInfo>
    </SharedWithUsers>
    <ReportDate xmlns="91871c47-af2e-43ea-ad3f-7bb4c536bc45" xsi:nil="true"/>
    <lcf76f155ced4ddcb4097134ff3c332f xmlns="91871c47-af2e-43ea-ad3f-7bb4c536bc4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TaxCatchAll xmlns="cb52ee0d-5346-4ae8-a9f9-d746adffeb6b" xsi:nil="true"/>
    <Details xmlns="91871c47-af2e-43ea-ad3f-7bb4c536bc45" xsi:nil="true"/>
    <FolderInfo xmlns="91871c47-af2e-43ea-ad3f-7bb4c536bc45" xsi:nil="true"/>
    <Remarks xmlns="91871c47-af2e-43ea-ad3f-7bb4c536bc45" xsi:nil="true"/>
    <T_x002d_Code xmlns="91871c47-af2e-43ea-ad3f-7bb4c536bc45" xsi:nil="true"/>
  </documentManagement>
</p:properties>
</file>

<file path=customXml/itemProps1.xml><?xml version="1.0" encoding="utf-8"?>
<ds:datastoreItem xmlns:ds="http://schemas.openxmlformats.org/officeDocument/2006/customXml" ds:itemID="{8B870E59-BFD8-4BF8-B977-A343A7075226}"/>
</file>

<file path=customXml/itemProps2.xml><?xml version="1.0" encoding="utf-8"?>
<ds:datastoreItem xmlns:ds="http://schemas.openxmlformats.org/officeDocument/2006/customXml" ds:itemID="{AF5B12D8-35A3-4A00-BE44-1DD7E4FA8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E0096F-9E78-44A0-A3C1-5D99752293B2}">
  <ds:schemaRefs>
    <ds:schemaRef ds:uri="033d2065-0f41-4cc7-b07b-20f12998cf87"/>
    <ds:schemaRef ds:uri="http://purl.org/dc/elements/1.1/"/>
    <ds:schemaRef ds:uri="http://purl.org/dc/dcmitype/"/>
    <ds:schemaRef ds:uri="http://schemas.openxmlformats.org/package/2006/metadata/core-properties"/>
    <ds:schemaRef ds:uri="da913ec1-a210-4093-97d6-83558d020e4c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514</TotalTime>
  <Words>413</Words>
  <Application>Microsoft Office PowerPoint</Application>
  <PresentationFormat>Widescreen</PresentationFormat>
  <Paragraphs>162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Theme1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Dimitrova, Michaela</dc:creator>
  <cp:lastModifiedBy>O'Neill, Shauna</cp:lastModifiedBy>
  <cp:revision>45</cp:revision>
  <dcterms:created xsi:type="dcterms:W3CDTF">2019-01-28T10:39:08Z</dcterms:created>
  <dcterms:modified xsi:type="dcterms:W3CDTF">2019-10-10T10:28:28Z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0x010100EA691DA1475FED40816A34A9887BD419</vt:lpwstr>
  </property>
  <property fmtid="{D5CDD505-2E9C-101B-9397-08002B2CF9AE}" pid="3" name="Order">
    <vt:r8>1278900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