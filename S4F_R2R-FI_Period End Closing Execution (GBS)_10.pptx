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4"/>
    <p:sldMasterId id="2147483926" r:id="rId5"/>
    <p:sldMasterId id="2147483931" r:id="rId6"/>
  </p:sldMasterIdLst>
  <p:notesMasterIdLst>
    <p:notesMasterId r:id="rId10"/>
  </p:notesMasterIdLst>
  <p:sldIdLst>
    <p:sldId id="3353" r:id="rId7"/>
    <p:sldId id="3354" r:id="rId8"/>
    <p:sldId id="33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, Wei" initials="WW" lastIdx="20" clrIdx="0">
    <p:extLst>
      <p:ext uri="{19B8F6BF-5375-455C-9EA6-DF929625EA0E}">
        <p15:presenceInfo xmlns:p15="http://schemas.microsoft.com/office/powerpoint/2012/main" userId="S-1-5-21-1645522239-1214440339-682003330-696358" providerId="AD"/>
      </p:ext>
    </p:extLst>
  </p:cmAuthor>
  <p:cmAuthor id="2" name="Riggien, Samantha" initials="RS" lastIdx="3" clrIdx="1">
    <p:extLst>
      <p:ext uri="{19B8F6BF-5375-455C-9EA6-DF929625EA0E}">
        <p15:presenceInfo xmlns:p15="http://schemas.microsoft.com/office/powerpoint/2012/main" userId="S-1-5-21-1645522239-1214440339-682003330-754366" providerId="AD"/>
      </p:ext>
    </p:extLst>
  </p:cmAuthor>
  <p:cmAuthor id="3" name="Wang, Wei" initials="WW [2]" lastIdx="304" clrIdx="2">
    <p:extLst>
      <p:ext uri="{19B8F6BF-5375-455C-9EA6-DF929625EA0E}">
        <p15:presenceInfo xmlns:p15="http://schemas.microsoft.com/office/powerpoint/2012/main" userId="S::CSTWANGW@CORP.JTI.COM::627587dd-935f-4f2b-a6c6-edd4e0dcbff5" providerId="AD"/>
      </p:ext>
    </p:extLst>
  </p:cmAuthor>
  <p:cmAuthor id="4" name="Aardse, Leone" initials="AL" lastIdx="24" clrIdx="3">
    <p:extLst>
      <p:ext uri="{19B8F6BF-5375-455C-9EA6-DF929625EA0E}">
        <p15:presenceInfo xmlns:p15="http://schemas.microsoft.com/office/powerpoint/2012/main" userId="S::GVAAARDSL@CORP.JTI.COM::739cd3d2-ccb6-46e7-9410-591a9a971dee" providerId="AD"/>
      </p:ext>
    </p:extLst>
  </p:cmAuthor>
  <p:cmAuthor id="5" name="Vostrenkova, Anna" initials="VA" lastIdx="5" clrIdx="4">
    <p:extLst>
      <p:ext uri="{19B8F6BF-5375-455C-9EA6-DF929625EA0E}">
        <p15:presenceInfo xmlns:p15="http://schemas.microsoft.com/office/powerpoint/2012/main" userId="S::SPBVOSTRA@CORP.JTI.COM::714b791a-f154-4e8e-a89b-2941418e6a84" providerId="AD"/>
      </p:ext>
    </p:extLst>
  </p:cmAuthor>
  <p:cmAuthor id="6" name="Kandrotiene, Ilmante" initials="KI" lastIdx="55" clrIdx="5">
    <p:extLst>
      <p:ext uri="{19B8F6BF-5375-455C-9EA6-DF929625EA0E}">
        <p15:presenceInfo xmlns:p15="http://schemas.microsoft.com/office/powerpoint/2012/main" userId="S::GVAKANDRI@CORP.JTI.COM::9c9540c0-163c-4c36-9d78-d3fff8b35cb9" providerId="AD"/>
      </p:ext>
    </p:extLst>
  </p:cmAuthor>
  <p:cmAuthor id="7" name="Hill, Daniel" initials="HD" lastIdx="72" clrIdx="6">
    <p:extLst>
      <p:ext uri="{19B8F6BF-5375-455C-9EA6-DF929625EA0E}">
        <p15:presenceInfo xmlns:p15="http://schemas.microsoft.com/office/powerpoint/2012/main" userId="S::MANHILLD@CORP.JTI.COM::e75359db-c6a9-4245-8308-303af67184cd" providerId="AD"/>
      </p:ext>
    </p:extLst>
  </p:cmAuthor>
  <p:cmAuthor id="8" name="Sandler, Marina" initials="SM" lastIdx="7" clrIdx="7">
    <p:extLst>
      <p:ext uri="{19B8F6BF-5375-455C-9EA6-DF929625EA0E}">
        <p15:presenceInfo xmlns:p15="http://schemas.microsoft.com/office/powerpoint/2012/main" userId="S::GVASANDLMB@CORP.JTI.COM::b711e7c6-a7ab-441a-b8e7-d5e5b2cdc6ec" providerId="AD"/>
      </p:ext>
    </p:extLst>
  </p:cmAuthor>
  <p:cmAuthor id="9" name="Parshina, Olga" initials="PO" lastIdx="8" clrIdx="8">
    <p:extLst>
      <p:ext uri="{19B8F6BF-5375-455C-9EA6-DF929625EA0E}">
        <p15:presenceInfo xmlns:p15="http://schemas.microsoft.com/office/powerpoint/2012/main" userId="S::SPBPARSHOD@CORP.JTI.COM::873a8ef6-ff3d-4f50-8df2-5293041e8e5f" providerId="AD"/>
      </p:ext>
    </p:extLst>
  </p:cmAuthor>
  <p:cmAuthor id="10" name="Marchais, Helene" initials="MH" lastIdx="2" clrIdx="9">
    <p:extLst>
      <p:ext uri="{19B8F6BF-5375-455C-9EA6-DF929625EA0E}">
        <p15:presenceInfo xmlns:p15="http://schemas.microsoft.com/office/powerpoint/2012/main" userId="S::GVAMARCHH@CORP.JTI.COM::17418108-8412-4e41-8311-0d6f205b872e" providerId="AD"/>
      </p:ext>
    </p:extLst>
  </p:cmAuthor>
  <p:cmAuthor id="11" name="McVey, Suzanne" initials="MS" lastIdx="2" clrIdx="10">
    <p:extLst>
      <p:ext uri="{19B8F6BF-5375-455C-9EA6-DF929625EA0E}">
        <p15:presenceInfo xmlns:p15="http://schemas.microsoft.com/office/powerpoint/2012/main" userId="S::gvamcveys@corp.jti.com::d4086ca4-ef1f-4ada-91cc-91d6702702bb" providerId="AD"/>
      </p:ext>
    </p:extLst>
  </p:cmAuthor>
  <p:cmAuthor id="12" name="Tierney, Jacqueline" initials="TJ" lastIdx="2" clrIdx="11">
    <p:extLst>
      <p:ext uri="{19B8F6BF-5375-455C-9EA6-DF929625EA0E}">
        <p15:presenceInfo xmlns:p15="http://schemas.microsoft.com/office/powerpoint/2012/main" userId="S::mantiernj@corp.jti.com::c724e8cc-4489-4c36-9411-a0d84306cb81" providerId="AD"/>
      </p:ext>
    </p:extLst>
  </p:cmAuthor>
  <p:cmAuthor id="13" name="Ng, Leo" initials="NL" lastIdx="20" clrIdx="12">
    <p:extLst>
      <p:ext uri="{19B8F6BF-5375-455C-9EA6-DF929625EA0E}">
        <p15:presenceInfo xmlns:p15="http://schemas.microsoft.com/office/powerpoint/2012/main" userId="S::KUANGL@CORP.JTI.COM::ab3a9736-2aae-4d22-bdfd-26ab630f437e" providerId="AD"/>
      </p:ext>
    </p:extLst>
  </p:cmAuthor>
  <p:cmAuthor id="14" name="O'Neill, Shauna" initials="OS" lastIdx="9" clrIdx="13">
    <p:extLst>
      <p:ext uri="{19B8F6BF-5375-455C-9EA6-DF929625EA0E}">
        <p15:presenceInfo xmlns:p15="http://schemas.microsoft.com/office/powerpoint/2012/main" userId="S::cstoneils2@corp.jti.com::1d0a8ccc-c260-429c-86e4-d406a5ac1d3d" providerId="AD"/>
      </p:ext>
    </p:extLst>
  </p:cmAuthor>
  <p:cmAuthor id="15" name="McDonald, Pippa" initials="MP" lastIdx="6" clrIdx="14">
    <p:extLst>
      <p:ext uri="{19B8F6BF-5375-455C-9EA6-DF929625EA0E}">
        <p15:presenceInfo xmlns:p15="http://schemas.microsoft.com/office/powerpoint/2012/main" userId="S::manmcdonp@corp.jti.com::2ed36ef8-ebae-4e24-821e-a2650104ad6d" providerId="AD"/>
      </p:ext>
    </p:extLst>
  </p:cmAuthor>
  <p:cmAuthor id="16" name="Lim, Yen Ping (Fynn)" initials="L(" lastIdx="8" clrIdx="15">
    <p:extLst>
      <p:ext uri="{19B8F6BF-5375-455C-9EA6-DF929625EA0E}">
        <p15:presenceInfo xmlns:p15="http://schemas.microsoft.com/office/powerpoint/2012/main" userId="S::kualimyp@corp.jti.com::525a2945-a468-48a4-8798-4320c60077ff" providerId="AD"/>
      </p:ext>
    </p:extLst>
  </p:cmAuthor>
  <p:cmAuthor id="17" name="Chong, Crystal" initials="CC" lastIdx="4" clrIdx="16">
    <p:extLst>
      <p:ext uri="{19B8F6BF-5375-455C-9EA6-DF929625EA0E}">
        <p15:presenceInfo xmlns:p15="http://schemas.microsoft.com/office/powerpoint/2012/main" userId="S::kuachongc@corp.jti.com::d3b25bd2-e090-4a14-88fa-ea464c19b5b9" providerId="AD"/>
      </p:ext>
    </p:extLst>
  </p:cmAuthor>
  <p:cmAuthor id="18" name="Polyakova, Alexandra" initials="PA" lastIdx="13" clrIdx="17">
    <p:extLst>
      <p:ext uri="{19B8F6BF-5375-455C-9EA6-DF929625EA0E}">
        <p15:presenceInfo xmlns:p15="http://schemas.microsoft.com/office/powerpoint/2012/main" userId="S::spbpolyaa@corp.jti.com::8426ce0f-1f14-446c-9762-b32f13d7d8d4" providerId="AD"/>
      </p:ext>
    </p:extLst>
  </p:cmAuthor>
  <p:cmAuthor id="19" name="Jarvis, Aaron" initials="JA" lastIdx="17" clrIdx="18">
    <p:extLst>
      <p:ext uri="{19B8F6BF-5375-455C-9EA6-DF929625EA0E}">
        <p15:presenceInfo xmlns:p15="http://schemas.microsoft.com/office/powerpoint/2012/main" userId="S::MANJARVIA@CORP.JTI.COM::26a134ec-3939-4533-807c-1ff3cfe41ae7" providerId="AD"/>
      </p:ext>
    </p:extLst>
  </p:cmAuthor>
  <p:cmAuthor id="20" name="Jarvis, Chris" initials="JC" lastIdx="4" clrIdx="19">
    <p:extLst>
      <p:ext uri="{19B8F6BF-5375-455C-9EA6-DF929625EA0E}">
        <p15:presenceInfo xmlns:p15="http://schemas.microsoft.com/office/powerpoint/2012/main" userId="S::manjarvic1@corp.jti.com::4151bf10-c6f8-44fb-9722-90b2018781db" providerId="AD"/>
      </p:ext>
    </p:extLst>
  </p:cmAuthor>
  <p:cmAuthor id="21" name="Kovzhik, Lina" initials="KL" lastIdx="10" clrIdx="20">
    <p:extLst>
      <p:ext uri="{19B8F6BF-5375-455C-9EA6-DF929625EA0E}">
        <p15:presenceInfo xmlns:p15="http://schemas.microsoft.com/office/powerpoint/2012/main" userId="S::spbkovzhl@corp.jti.com::666477bb-32b9-4dd3-90a8-a3c49814c101" providerId="AD"/>
      </p:ext>
    </p:extLst>
  </p:cmAuthor>
  <p:cmAuthor id="22" name="Harvey-Ascroft, Mike" initials="HM" lastIdx="1" clrIdx="21">
    <p:extLst>
      <p:ext uri="{19B8F6BF-5375-455C-9EA6-DF929625EA0E}">
        <p15:presenceInfo xmlns:p15="http://schemas.microsoft.com/office/powerpoint/2012/main" userId="S::manharvem@corp.jti.com::4d8eba1c-0aef-42c6-8f5f-fb79cd2a516a" providerId="AD"/>
      </p:ext>
    </p:extLst>
  </p:cmAuthor>
  <p:cmAuthor id="23" name="Vrzhesnevskaya, Eugenia" initials="VE" lastIdx="6" clrIdx="22">
    <p:extLst>
      <p:ext uri="{19B8F6BF-5375-455C-9EA6-DF929625EA0E}">
        <p15:presenceInfo xmlns:p15="http://schemas.microsoft.com/office/powerpoint/2012/main" userId="S::spbvrzhee@corp.jti.com::76edc36c-0c8b-48b9-8f3a-b38671d2a9a2" providerId="AD"/>
      </p:ext>
    </p:extLst>
  </p:cmAuthor>
  <p:cmAuthor id="24" name="Tolstaya, Aleksandra" initials="TA" lastIdx="8" clrIdx="23">
    <p:extLst>
      <p:ext uri="{19B8F6BF-5375-455C-9EA6-DF929625EA0E}">
        <p15:presenceInfo xmlns:p15="http://schemas.microsoft.com/office/powerpoint/2012/main" userId="S::spbtolsta@corp.jti.com::b1d6c31e-3cf3-468b-8ba5-69804c559cd4" providerId="AD"/>
      </p:ext>
    </p:extLst>
  </p:cmAuthor>
  <p:cmAuthor id="25" name="Matthews, Tamsin" initials="MT" lastIdx="5" clrIdx="24">
    <p:extLst>
      <p:ext uri="{19B8F6BF-5375-455C-9EA6-DF929625EA0E}">
        <p15:presenceInfo xmlns:p15="http://schemas.microsoft.com/office/powerpoint/2012/main" userId="S::manmattht@corp.jti.com::9da61704-b5a9-4579-add8-ec9a9822e6e4" providerId="AD"/>
      </p:ext>
    </p:extLst>
  </p:cmAuthor>
  <p:cmAuthor id="26" name="Koay, Li Min" initials="KM" lastIdx="2" clrIdx="25">
    <p:extLst>
      <p:ext uri="{19B8F6BF-5375-455C-9EA6-DF929625EA0E}">
        <p15:presenceInfo xmlns:p15="http://schemas.microsoft.com/office/powerpoint/2012/main" userId="S::kuakoaylm@corp.jti.com::703457b3-a307-46c3-8549-6b5de8d482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AA00"/>
    <a:srgbClr val="C3EBE9"/>
    <a:srgbClr val="33C781"/>
    <a:srgbClr val="7DD9A2"/>
    <a:srgbClr val="74D9D5"/>
    <a:srgbClr val="E6E6E6"/>
    <a:srgbClr val="0D3919"/>
    <a:srgbClr val="005855"/>
    <a:srgbClr val="005955"/>
    <a:srgbClr val="606F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Wei" userId="627587dd-935f-4f2b-a6c6-edd4e0dcbff5" providerId="ADAL" clId="{1A6A61D7-BC2B-4521-B9AF-F44E3D5FD3D7}"/>
    <pc:docChg chg="custSel modSld">
      <pc:chgData name="Wang, Wei" userId="627587dd-935f-4f2b-a6c6-edd4e0dcbff5" providerId="ADAL" clId="{1A6A61D7-BC2B-4521-B9AF-F44E3D5FD3D7}" dt="2024-04-25T18:24:38.758" v="6" actId="313"/>
      <pc:docMkLst>
        <pc:docMk/>
      </pc:docMkLst>
      <pc:sldChg chg="modSp mod">
        <pc:chgData name="Wang, Wei" userId="627587dd-935f-4f2b-a6c6-edd4e0dcbff5" providerId="ADAL" clId="{1A6A61D7-BC2B-4521-B9AF-F44E3D5FD3D7}" dt="2024-04-25T18:24:38.758" v="6" actId="313"/>
        <pc:sldMkLst>
          <pc:docMk/>
          <pc:sldMk cId="1271632320" sldId="3346"/>
        </pc:sldMkLst>
        <pc:spChg chg="mod">
          <ac:chgData name="Wang, Wei" userId="627587dd-935f-4f2b-a6c6-edd4e0dcbff5" providerId="ADAL" clId="{1A6A61D7-BC2B-4521-B9AF-F44E3D5FD3D7}" dt="2024-04-25T18:24:37.380" v="5" actId="313"/>
          <ac:spMkLst>
            <pc:docMk/>
            <pc:sldMk cId="1271632320" sldId="3346"/>
            <ac:spMk id="10" creationId="{EC73FFE8-A21B-40B8-944A-3AA8E6E365F5}"/>
          </ac:spMkLst>
        </pc:spChg>
        <pc:spChg chg="mod">
          <ac:chgData name="Wang, Wei" userId="627587dd-935f-4f2b-a6c6-edd4e0dcbff5" providerId="ADAL" clId="{1A6A61D7-BC2B-4521-B9AF-F44E3D5FD3D7}" dt="2024-04-25T18:24:38.758" v="6" actId="313"/>
          <ac:spMkLst>
            <pc:docMk/>
            <pc:sldMk cId="1271632320" sldId="3346"/>
            <ac:spMk id="13" creationId="{E82960B1-32F1-4F7F-A999-50570FBAA503}"/>
          </ac:spMkLst>
        </pc:spChg>
      </pc:sldChg>
      <pc:sldChg chg="modSp mod">
        <pc:chgData name="Wang, Wei" userId="627587dd-935f-4f2b-a6c6-edd4e0dcbff5" providerId="ADAL" clId="{1A6A61D7-BC2B-4521-B9AF-F44E3D5FD3D7}" dt="2024-04-25T18:24:29.827" v="0" actId="313"/>
        <pc:sldMkLst>
          <pc:docMk/>
          <pc:sldMk cId="2944446884" sldId="3353"/>
        </pc:sldMkLst>
        <pc:spChg chg="mod">
          <ac:chgData name="Wang, Wei" userId="627587dd-935f-4f2b-a6c6-edd4e0dcbff5" providerId="ADAL" clId="{1A6A61D7-BC2B-4521-B9AF-F44E3D5FD3D7}" dt="2024-04-25T18:24:29.827" v="0" actId="313"/>
          <ac:spMkLst>
            <pc:docMk/>
            <pc:sldMk cId="2944446884" sldId="3353"/>
            <ac:spMk id="34" creationId="{00000000-0000-0000-0000-000000000000}"/>
          </ac:spMkLst>
        </pc:spChg>
      </pc:sldChg>
      <pc:sldChg chg="modSp mod">
        <pc:chgData name="Wang, Wei" userId="627587dd-935f-4f2b-a6c6-edd4e0dcbff5" providerId="ADAL" clId="{1A6A61D7-BC2B-4521-B9AF-F44E3D5FD3D7}" dt="2024-04-25T18:24:35.205" v="3" actId="313"/>
        <pc:sldMkLst>
          <pc:docMk/>
          <pc:sldMk cId="2195433763" sldId="3354"/>
        </pc:sldMkLst>
        <pc:spChg chg="mod">
          <ac:chgData name="Wang, Wei" userId="627587dd-935f-4f2b-a6c6-edd4e0dcbff5" providerId="ADAL" clId="{1A6A61D7-BC2B-4521-B9AF-F44E3D5FD3D7}" dt="2024-04-25T18:24:33.857" v="2" actId="313"/>
          <ac:spMkLst>
            <pc:docMk/>
            <pc:sldMk cId="2195433763" sldId="3354"/>
            <ac:spMk id="10" creationId="{9CBE313D-0F17-4327-A80B-DFAD3C212574}"/>
          </ac:spMkLst>
        </pc:spChg>
        <pc:graphicFrameChg chg="modGraphic">
          <ac:chgData name="Wang, Wei" userId="627587dd-935f-4f2b-a6c6-edd4e0dcbff5" providerId="ADAL" clId="{1A6A61D7-BC2B-4521-B9AF-F44E3D5FD3D7}" dt="2024-04-25T18:24:35.205" v="3" actId="313"/>
          <ac:graphicFrameMkLst>
            <pc:docMk/>
            <pc:sldMk cId="2195433763" sldId="3354"/>
            <ac:graphicFrameMk id="11" creationId="{7E4CAEA5-63FC-405A-ACCC-EE7DE436EC60}"/>
          </ac:graphicFrameMkLst>
        </pc:graphicFrameChg>
      </pc:sldChg>
    </pc:docChg>
  </pc:docChgLst>
  <pc:docChgLst>
    <pc:chgData name="Wang, Wei" userId="627587dd-935f-4f2b-a6c6-edd4e0dcbff5" providerId="ADAL" clId="{057DEAD7-F1E7-4C55-AFB6-A6611C9C4E5D}"/>
    <pc:docChg chg="delSld delMainMaster">
      <pc:chgData name="Wang, Wei" userId="627587dd-935f-4f2b-a6c6-edd4e0dcbff5" providerId="ADAL" clId="{057DEAD7-F1E7-4C55-AFB6-A6611C9C4E5D}" dt="2020-05-21T16:01:02.316" v="191" actId="2696"/>
      <pc:docMkLst>
        <pc:docMk/>
      </pc:docMkLst>
      <pc:sldChg chg="del">
        <pc:chgData name="Wang, Wei" userId="627587dd-935f-4f2b-a6c6-edd4e0dcbff5" providerId="ADAL" clId="{057DEAD7-F1E7-4C55-AFB6-A6611C9C4E5D}" dt="2020-05-21T16:00:59.939" v="48" actId="2696"/>
        <pc:sldMkLst>
          <pc:docMk/>
          <pc:sldMk cId="3466899689" sldId="264"/>
        </pc:sldMkLst>
      </pc:sldChg>
      <pc:sldChg chg="del">
        <pc:chgData name="Wang, Wei" userId="627587dd-935f-4f2b-a6c6-edd4e0dcbff5" providerId="ADAL" clId="{057DEAD7-F1E7-4C55-AFB6-A6611C9C4E5D}" dt="2020-05-21T16:00:59.453" v="34" actId="2696"/>
        <pc:sldMkLst>
          <pc:docMk/>
          <pc:sldMk cId="3804357427" sldId="2298"/>
        </pc:sldMkLst>
      </pc:sldChg>
      <pc:sldChg chg="del">
        <pc:chgData name="Wang, Wei" userId="627587dd-935f-4f2b-a6c6-edd4e0dcbff5" providerId="ADAL" clId="{057DEAD7-F1E7-4C55-AFB6-A6611C9C4E5D}" dt="2020-05-21T16:00:59.424" v="33" actId="2696"/>
        <pc:sldMkLst>
          <pc:docMk/>
          <pc:sldMk cId="885530237" sldId="2309"/>
        </pc:sldMkLst>
      </pc:sldChg>
      <pc:sldChg chg="del">
        <pc:chgData name="Wang, Wei" userId="627587dd-935f-4f2b-a6c6-edd4e0dcbff5" providerId="ADAL" clId="{057DEAD7-F1E7-4C55-AFB6-A6611C9C4E5D}" dt="2020-05-21T16:01:02.022" v="150" actId="2696"/>
        <pc:sldMkLst>
          <pc:docMk/>
          <pc:sldMk cId="3774687517" sldId="2313"/>
        </pc:sldMkLst>
      </pc:sldChg>
      <pc:sldChg chg="del">
        <pc:chgData name="Wang, Wei" userId="627587dd-935f-4f2b-a6c6-edd4e0dcbff5" providerId="ADAL" clId="{057DEAD7-F1E7-4C55-AFB6-A6611C9C4E5D}" dt="2020-05-21T16:01:02.038" v="151" actId="2696"/>
        <pc:sldMkLst>
          <pc:docMk/>
          <pc:sldMk cId="4032403608" sldId="2314"/>
        </pc:sldMkLst>
      </pc:sldChg>
      <pc:sldChg chg="del">
        <pc:chgData name="Wang, Wei" userId="627587dd-935f-4f2b-a6c6-edd4e0dcbff5" providerId="ADAL" clId="{057DEAD7-F1E7-4C55-AFB6-A6611C9C4E5D}" dt="2020-05-21T16:01:02.062" v="152" actId="2696"/>
        <pc:sldMkLst>
          <pc:docMk/>
          <pc:sldMk cId="3720918296" sldId="2315"/>
        </pc:sldMkLst>
      </pc:sldChg>
      <pc:sldChg chg="del">
        <pc:chgData name="Wang, Wei" userId="627587dd-935f-4f2b-a6c6-edd4e0dcbff5" providerId="ADAL" clId="{057DEAD7-F1E7-4C55-AFB6-A6611C9C4E5D}" dt="2020-05-21T16:01:02.093" v="153" actId="2696"/>
        <pc:sldMkLst>
          <pc:docMk/>
          <pc:sldMk cId="1848472487" sldId="2316"/>
        </pc:sldMkLst>
      </pc:sldChg>
      <pc:sldChg chg="del">
        <pc:chgData name="Wang, Wei" userId="627587dd-935f-4f2b-a6c6-edd4e0dcbff5" providerId="ADAL" clId="{057DEAD7-F1E7-4C55-AFB6-A6611C9C4E5D}" dt="2020-05-21T16:01:02.110" v="154" actId="2696"/>
        <pc:sldMkLst>
          <pc:docMk/>
          <pc:sldMk cId="225359671" sldId="2317"/>
        </pc:sldMkLst>
      </pc:sldChg>
      <pc:sldChg chg="del">
        <pc:chgData name="Wang, Wei" userId="627587dd-935f-4f2b-a6c6-edd4e0dcbff5" providerId="ADAL" clId="{057DEAD7-F1E7-4C55-AFB6-A6611C9C4E5D}" dt="2020-05-21T16:01:02.125" v="155" actId="2696"/>
        <pc:sldMkLst>
          <pc:docMk/>
          <pc:sldMk cId="822791018" sldId="2318"/>
        </pc:sldMkLst>
      </pc:sldChg>
      <pc:sldChg chg="del">
        <pc:chgData name="Wang, Wei" userId="627587dd-935f-4f2b-a6c6-edd4e0dcbff5" providerId="ADAL" clId="{057DEAD7-F1E7-4C55-AFB6-A6611C9C4E5D}" dt="2020-05-21T16:00:58.275" v="3" actId="2696"/>
        <pc:sldMkLst>
          <pc:docMk/>
          <pc:sldMk cId="3610868713" sldId="2342"/>
        </pc:sldMkLst>
      </pc:sldChg>
      <pc:sldChg chg="del">
        <pc:chgData name="Wang, Wei" userId="627587dd-935f-4f2b-a6c6-edd4e0dcbff5" providerId="ADAL" clId="{057DEAD7-F1E7-4C55-AFB6-A6611C9C4E5D}" dt="2020-05-21T16:01:01.951" v="147" actId="2696"/>
        <pc:sldMkLst>
          <pc:docMk/>
          <pc:sldMk cId="22907484" sldId="2522"/>
        </pc:sldMkLst>
      </pc:sldChg>
      <pc:sldChg chg="del">
        <pc:chgData name="Wang, Wei" userId="627587dd-935f-4f2b-a6c6-edd4e0dcbff5" providerId="ADAL" clId="{057DEAD7-F1E7-4C55-AFB6-A6611C9C4E5D}" dt="2020-05-21T16:01:00.023" v="50" actId="2696"/>
        <pc:sldMkLst>
          <pc:docMk/>
          <pc:sldMk cId="3228592079" sldId="2529"/>
        </pc:sldMkLst>
      </pc:sldChg>
      <pc:sldChg chg="del">
        <pc:chgData name="Wang, Wei" userId="627587dd-935f-4f2b-a6c6-edd4e0dcbff5" providerId="ADAL" clId="{057DEAD7-F1E7-4C55-AFB6-A6611C9C4E5D}" dt="2020-05-21T16:01:00.219" v="57" actId="2696"/>
        <pc:sldMkLst>
          <pc:docMk/>
          <pc:sldMk cId="2993275869" sldId="2530"/>
        </pc:sldMkLst>
      </pc:sldChg>
      <pc:sldChg chg="del">
        <pc:chgData name="Wang, Wei" userId="627587dd-935f-4f2b-a6c6-edd4e0dcbff5" providerId="ADAL" clId="{057DEAD7-F1E7-4C55-AFB6-A6611C9C4E5D}" dt="2020-05-21T16:01:00.085" v="52" actId="2696"/>
        <pc:sldMkLst>
          <pc:docMk/>
          <pc:sldMk cId="3687469778" sldId="2537"/>
        </pc:sldMkLst>
      </pc:sldChg>
      <pc:sldChg chg="del">
        <pc:chgData name="Wang, Wei" userId="627587dd-935f-4f2b-a6c6-edd4e0dcbff5" providerId="ADAL" clId="{057DEAD7-F1E7-4C55-AFB6-A6611C9C4E5D}" dt="2020-05-21T16:01:00.429" v="64" actId="2696"/>
        <pc:sldMkLst>
          <pc:docMk/>
          <pc:sldMk cId="1679945427" sldId="2538"/>
        </pc:sldMkLst>
      </pc:sldChg>
      <pc:sldChg chg="del">
        <pc:chgData name="Wang, Wei" userId="627587dd-935f-4f2b-a6c6-edd4e0dcbff5" providerId="ADAL" clId="{057DEAD7-F1E7-4C55-AFB6-A6611C9C4E5D}" dt="2020-05-21T16:01:01.380" v="120" actId="2696"/>
        <pc:sldMkLst>
          <pc:docMk/>
          <pc:sldMk cId="1713380516" sldId="2558"/>
        </pc:sldMkLst>
      </pc:sldChg>
      <pc:sldChg chg="del">
        <pc:chgData name="Wang, Wei" userId="627587dd-935f-4f2b-a6c6-edd4e0dcbff5" providerId="ADAL" clId="{057DEAD7-F1E7-4C55-AFB6-A6611C9C4E5D}" dt="2020-05-21T16:01:00.761" v="99" actId="2696"/>
        <pc:sldMkLst>
          <pc:docMk/>
          <pc:sldMk cId="2955668432" sldId="2559"/>
        </pc:sldMkLst>
      </pc:sldChg>
      <pc:sldChg chg="del">
        <pc:chgData name="Wang, Wei" userId="627587dd-935f-4f2b-a6c6-edd4e0dcbff5" providerId="ADAL" clId="{057DEAD7-F1E7-4C55-AFB6-A6611C9C4E5D}" dt="2020-05-21T16:01:01.185" v="113" actId="2696"/>
        <pc:sldMkLst>
          <pc:docMk/>
          <pc:sldMk cId="523632826" sldId="2560"/>
        </pc:sldMkLst>
      </pc:sldChg>
      <pc:sldChg chg="del">
        <pc:chgData name="Wang, Wei" userId="627587dd-935f-4f2b-a6c6-edd4e0dcbff5" providerId="ADAL" clId="{057DEAD7-F1E7-4C55-AFB6-A6611C9C4E5D}" dt="2020-05-21T16:01:00.975" v="106" actId="2696"/>
        <pc:sldMkLst>
          <pc:docMk/>
          <pc:sldMk cId="167443583" sldId="2561"/>
        </pc:sldMkLst>
      </pc:sldChg>
      <pc:sldChg chg="del">
        <pc:chgData name="Wang, Wei" userId="627587dd-935f-4f2b-a6c6-edd4e0dcbff5" providerId="ADAL" clId="{057DEAD7-F1E7-4C55-AFB6-A6611C9C4E5D}" dt="2020-05-21T16:01:01.213" v="114" actId="2696"/>
        <pc:sldMkLst>
          <pc:docMk/>
          <pc:sldMk cId="881083979" sldId="2564"/>
        </pc:sldMkLst>
      </pc:sldChg>
      <pc:sldChg chg="del">
        <pc:chgData name="Wang, Wei" userId="627587dd-935f-4f2b-a6c6-edd4e0dcbff5" providerId="ADAL" clId="{057DEAD7-F1E7-4C55-AFB6-A6611C9C4E5D}" dt="2020-05-21T16:01:00.495" v="66" actId="2696"/>
        <pc:sldMkLst>
          <pc:docMk/>
          <pc:sldMk cId="3797758620" sldId="2574"/>
        </pc:sldMkLst>
      </pc:sldChg>
      <pc:sldChg chg="del">
        <pc:chgData name="Wang, Wei" userId="627587dd-935f-4f2b-a6c6-edd4e0dcbff5" providerId="ADAL" clId="{057DEAD7-F1E7-4C55-AFB6-A6611C9C4E5D}" dt="2020-05-21T16:01:01.939" v="145" actId="2696"/>
        <pc:sldMkLst>
          <pc:docMk/>
          <pc:sldMk cId="391170887" sldId="2638"/>
        </pc:sldMkLst>
      </pc:sldChg>
      <pc:sldChg chg="del">
        <pc:chgData name="Wang, Wei" userId="627587dd-935f-4f2b-a6c6-edd4e0dcbff5" providerId="ADAL" clId="{057DEAD7-F1E7-4C55-AFB6-A6611C9C4E5D}" dt="2020-05-21T16:00:58.310" v="4" actId="2696"/>
        <pc:sldMkLst>
          <pc:docMk/>
          <pc:sldMk cId="656517287" sldId="2987"/>
        </pc:sldMkLst>
      </pc:sldChg>
      <pc:sldChg chg="del">
        <pc:chgData name="Wang, Wei" userId="627587dd-935f-4f2b-a6c6-edd4e0dcbff5" providerId="ADAL" clId="{057DEAD7-F1E7-4C55-AFB6-A6611C9C4E5D}" dt="2020-05-21T16:00:58.343" v="5" actId="2696"/>
        <pc:sldMkLst>
          <pc:docMk/>
          <pc:sldMk cId="2823534408" sldId="2988"/>
        </pc:sldMkLst>
      </pc:sldChg>
      <pc:sldChg chg="del">
        <pc:chgData name="Wang, Wei" userId="627587dd-935f-4f2b-a6c6-edd4e0dcbff5" providerId="ADAL" clId="{057DEAD7-F1E7-4C55-AFB6-A6611C9C4E5D}" dt="2020-05-21T16:00:59.495" v="36" actId="2696"/>
        <pc:sldMkLst>
          <pc:docMk/>
          <pc:sldMk cId="1416977938" sldId="3032"/>
        </pc:sldMkLst>
      </pc:sldChg>
      <pc:sldChg chg="del">
        <pc:chgData name="Wang, Wei" userId="627587dd-935f-4f2b-a6c6-edd4e0dcbff5" providerId="ADAL" clId="{057DEAD7-F1E7-4C55-AFB6-A6611C9C4E5D}" dt="2020-05-21T16:00:59.475" v="35" actId="2696"/>
        <pc:sldMkLst>
          <pc:docMk/>
          <pc:sldMk cId="4269338773" sldId="3034"/>
        </pc:sldMkLst>
      </pc:sldChg>
      <pc:sldChg chg="del">
        <pc:chgData name="Wang, Wei" userId="627587dd-935f-4f2b-a6c6-edd4e0dcbff5" providerId="ADAL" clId="{057DEAD7-F1E7-4C55-AFB6-A6611C9C4E5D}" dt="2020-05-21T16:00:59.226" v="28" actId="2696"/>
        <pc:sldMkLst>
          <pc:docMk/>
          <pc:sldMk cId="885568083" sldId="3044"/>
        </pc:sldMkLst>
      </pc:sldChg>
      <pc:sldChg chg="del">
        <pc:chgData name="Wang, Wei" userId="627587dd-935f-4f2b-a6c6-edd4e0dcbff5" providerId="ADAL" clId="{057DEAD7-F1E7-4C55-AFB6-A6611C9C4E5D}" dt="2020-05-21T16:01:02.217" v="186" actId="2696"/>
        <pc:sldMkLst>
          <pc:docMk/>
          <pc:sldMk cId="2221406117" sldId="3051"/>
        </pc:sldMkLst>
      </pc:sldChg>
      <pc:sldChg chg="del">
        <pc:chgData name="Wang, Wei" userId="627587dd-935f-4f2b-a6c6-edd4e0dcbff5" providerId="ADAL" clId="{057DEAD7-F1E7-4C55-AFB6-A6611C9C4E5D}" dt="2020-05-21T16:01:02.242" v="187" actId="2696"/>
        <pc:sldMkLst>
          <pc:docMk/>
          <pc:sldMk cId="3256214767" sldId="3052"/>
        </pc:sldMkLst>
      </pc:sldChg>
      <pc:sldChg chg="del">
        <pc:chgData name="Wang, Wei" userId="627587dd-935f-4f2b-a6c6-edd4e0dcbff5" providerId="ADAL" clId="{057DEAD7-F1E7-4C55-AFB6-A6611C9C4E5D}" dt="2020-05-21T16:01:02.259" v="188" actId="2696"/>
        <pc:sldMkLst>
          <pc:docMk/>
          <pc:sldMk cId="2788603205" sldId="3053"/>
        </pc:sldMkLst>
      </pc:sldChg>
      <pc:sldChg chg="del">
        <pc:chgData name="Wang, Wei" userId="627587dd-935f-4f2b-a6c6-edd4e0dcbff5" providerId="ADAL" clId="{057DEAD7-F1E7-4C55-AFB6-A6611C9C4E5D}" dt="2020-05-21T16:01:02.275" v="189" actId="2696"/>
        <pc:sldMkLst>
          <pc:docMk/>
          <pc:sldMk cId="487834608" sldId="3054"/>
        </pc:sldMkLst>
      </pc:sldChg>
      <pc:sldChg chg="del">
        <pc:chgData name="Wang, Wei" userId="627587dd-935f-4f2b-a6c6-edd4e0dcbff5" providerId="ADAL" clId="{057DEAD7-F1E7-4C55-AFB6-A6611C9C4E5D}" dt="2020-05-21T16:01:00.161" v="55" actId="2696"/>
        <pc:sldMkLst>
          <pc:docMk/>
          <pc:sldMk cId="2156271036" sldId="3180"/>
        </pc:sldMkLst>
      </pc:sldChg>
      <pc:sldChg chg="del">
        <pc:chgData name="Wang, Wei" userId="627587dd-935f-4f2b-a6c6-edd4e0dcbff5" providerId="ADAL" clId="{057DEAD7-F1E7-4C55-AFB6-A6611C9C4E5D}" dt="2020-05-21T16:00:59.154" v="27" actId="2696"/>
        <pc:sldMkLst>
          <pc:docMk/>
          <pc:sldMk cId="1347930657" sldId="3190"/>
        </pc:sldMkLst>
      </pc:sldChg>
      <pc:sldChg chg="del">
        <pc:chgData name="Wang, Wei" userId="627587dd-935f-4f2b-a6c6-edd4e0dcbff5" providerId="ADAL" clId="{057DEAD7-F1E7-4C55-AFB6-A6611C9C4E5D}" dt="2020-05-21T16:00:59.293" v="29" actId="2696"/>
        <pc:sldMkLst>
          <pc:docMk/>
          <pc:sldMk cId="1761783579" sldId="3192"/>
        </pc:sldMkLst>
      </pc:sldChg>
      <pc:sldChg chg="del">
        <pc:chgData name="Wang, Wei" userId="627587dd-935f-4f2b-a6c6-edd4e0dcbff5" providerId="ADAL" clId="{057DEAD7-F1E7-4C55-AFB6-A6611C9C4E5D}" dt="2020-05-21T16:00:59.315" v="30" actId="2696"/>
        <pc:sldMkLst>
          <pc:docMk/>
          <pc:sldMk cId="3842869934" sldId="3193"/>
        </pc:sldMkLst>
      </pc:sldChg>
      <pc:sldChg chg="del">
        <pc:chgData name="Wang, Wei" userId="627587dd-935f-4f2b-a6c6-edd4e0dcbff5" providerId="ADAL" clId="{057DEAD7-F1E7-4C55-AFB6-A6611C9C4E5D}" dt="2020-05-21T16:00:58.190" v="1" actId="2696"/>
        <pc:sldMkLst>
          <pc:docMk/>
          <pc:sldMk cId="3650905765" sldId="3245"/>
        </pc:sldMkLst>
      </pc:sldChg>
      <pc:sldChg chg="del">
        <pc:chgData name="Wang, Wei" userId="627587dd-935f-4f2b-a6c6-edd4e0dcbff5" providerId="ADAL" clId="{057DEAD7-F1E7-4C55-AFB6-A6611C9C4E5D}" dt="2020-05-21T16:00:58.229" v="2" actId="2696"/>
        <pc:sldMkLst>
          <pc:docMk/>
          <pc:sldMk cId="3318895836" sldId="3246"/>
        </pc:sldMkLst>
      </pc:sldChg>
      <pc:sldChg chg="del">
        <pc:chgData name="Wang, Wei" userId="627587dd-935f-4f2b-a6c6-edd4e0dcbff5" providerId="ADAL" clId="{057DEAD7-F1E7-4C55-AFB6-A6611C9C4E5D}" dt="2020-05-21T16:00:58.592" v="12" actId="2696"/>
        <pc:sldMkLst>
          <pc:docMk/>
          <pc:sldMk cId="410940375" sldId="3247"/>
        </pc:sldMkLst>
      </pc:sldChg>
      <pc:sldChg chg="del">
        <pc:chgData name="Wang, Wei" userId="627587dd-935f-4f2b-a6c6-edd4e0dcbff5" providerId="ADAL" clId="{057DEAD7-F1E7-4C55-AFB6-A6611C9C4E5D}" dt="2020-05-21T16:00:58.482" v="9" actId="2696"/>
        <pc:sldMkLst>
          <pc:docMk/>
          <pc:sldMk cId="991313656" sldId="3248"/>
        </pc:sldMkLst>
      </pc:sldChg>
      <pc:sldChg chg="del">
        <pc:chgData name="Wang, Wei" userId="627587dd-935f-4f2b-a6c6-edd4e0dcbff5" providerId="ADAL" clId="{057DEAD7-F1E7-4C55-AFB6-A6611C9C4E5D}" dt="2020-05-21T16:00:58.414" v="7" actId="2696"/>
        <pc:sldMkLst>
          <pc:docMk/>
          <pc:sldMk cId="4163159633" sldId="3249"/>
        </pc:sldMkLst>
      </pc:sldChg>
      <pc:sldChg chg="del">
        <pc:chgData name="Wang, Wei" userId="627587dd-935f-4f2b-a6c6-edd4e0dcbff5" providerId="ADAL" clId="{057DEAD7-F1E7-4C55-AFB6-A6611C9C4E5D}" dt="2020-05-21T16:00:58.443" v="8" actId="2696"/>
        <pc:sldMkLst>
          <pc:docMk/>
          <pc:sldMk cId="1078204521" sldId="3250"/>
        </pc:sldMkLst>
      </pc:sldChg>
      <pc:sldChg chg="del">
        <pc:chgData name="Wang, Wei" userId="627587dd-935f-4f2b-a6c6-edd4e0dcbff5" providerId="ADAL" clId="{057DEAD7-F1E7-4C55-AFB6-A6611C9C4E5D}" dt="2020-05-21T16:00:58.516" v="10" actId="2696"/>
        <pc:sldMkLst>
          <pc:docMk/>
          <pc:sldMk cId="1715815920" sldId="3251"/>
        </pc:sldMkLst>
      </pc:sldChg>
      <pc:sldChg chg="del">
        <pc:chgData name="Wang, Wei" userId="627587dd-935f-4f2b-a6c6-edd4e0dcbff5" providerId="ADAL" clId="{057DEAD7-F1E7-4C55-AFB6-A6611C9C4E5D}" dt="2020-05-21T16:00:58.622" v="13" actId="2696"/>
        <pc:sldMkLst>
          <pc:docMk/>
          <pc:sldMk cId="1954399707" sldId="3252"/>
        </pc:sldMkLst>
      </pc:sldChg>
      <pc:sldChg chg="del">
        <pc:chgData name="Wang, Wei" userId="627587dd-935f-4f2b-a6c6-edd4e0dcbff5" providerId="ADAL" clId="{057DEAD7-F1E7-4C55-AFB6-A6611C9C4E5D}" dt="2020-05-21T16:00:58.382" v="6" actId="2696"/>
        <pc:sldMkLst>
          <pc:docMk/>
          <pc:sldMk cId="1692271070" sldId="3253"/>
        </pc:sldMkLst>
      </pc:sldChg>
      <pc:sldChg chg="del">
        <pc:chgData name="Wang, Wei" userId="627587dd-935f-4f2b-a6c6-edd4e0dcbff5" providerId="ADAL" clId="{057DEAD7-F1E7-4C55-AFB6-A6611C9C4E5D}" dt="2020-05-21T16:00:58.648" v="14" actId="2696"/>
        <pc:sldMkLst>
          <pc:docMk/>
          <pc:sldMk cId="3626943776" sldId="3254"/>
        </pc:sldMkLst>
      </pc:sldChg>
      <pc:sldChg chg="del">
        <pc:chgData name="Wang, Wei" userId="627587dd-935f-4f2b-a6c6-edd4e0dcbff5" providerId="ADAL" clId="{057DEAD7-F1E7-4C55-AFB6-A6611C9C4E5D}" dt="2020-05-21T16:00:58.554" v="11" actId="2696"/>
        <pc:sldMkLst>
          <pc:docMk/>
          <pc:sldMk cId="2984461346" sldId="3255"/>
        </pc:sldMkLst>
      </pc:sldChg>
      <pc:sldChg chg="del">
        <pc:chgData name="Wang, Wei" userId="627587dd-935f-4f2b-a6c6-edd4e0dcbff5" providerId="ADAL" clId="{057DEAD7-F1E7-4C55-AFB6-A6611C9C4E5D}" dt="2020-05-21T16:00:58.697" v="15" actId="2696"/>
        <pc:sldMkLst>
          <pc:docMk/>
          <pc:sldMk cId="1985833319" sldId="3256"/>
        </pc:sldMkLst>
      </pc:sldChg>
      <pc:sldChg chg="del">
        <pc:chgData name="Wang, Wei" userId="627587dd-935f-4f2b-a6c6-edd4e0dcbff5" providerId="ADAL" clId="{057DEAD7-F1E7-4C55-AFB6-A6611C9C4E5D}" dt="2020-05-21T16:00:58.839" v="19" actId="2696"/>
        <pc:sldMkLst>
          <pc:docMk/>
          <pc:sldMk cId="924062676" sldId="3257"/>
        </pc:sldMkLst>
      </pc:sldChg>
      <pc:sldChg chg="del">
        <pc:chgData name="Wang, Wei" userId="627587dd-935f-4f2b-a6c6-edd4e0dcbff5" providerId="ADAL" clId="{057DEAD7-F1E7-4C55-AFB6-A6611C9C4E5D}" dt="2020-05-21T16:00:58.736" v="16" actId="2696"/>
        <pc:sldMkLst>
          <pc:docMk/>
          <pc:sldMk cId="1768402278" sldId="3258"/>
        </pc:sldMkLst>
      </pc:sldChg>
      <pc:sldChg chg="del">
        <pc:chgData name="Wang, Wei" userId="627587dd-935f-4f2b-a6c6-edd4e0dcbff5" providerId="ADAL" clId="{057DEAD7-F1E7-4C55-AFB6-A6611C9C4E5D}" dt="2020-05-21T16:00:58.870" v="20" actId="2696"/>
        <pc:sldMkLst>
          <pc:docMk/>
          <pc:sldMk cId="716511567" sldId="3259"/>
        </pc:sldMkLst>
      </pc:sldChg>
      <pc:sldChg chg="del">
        <pc:chgData name="Wang, Wei" userId="627587dd-935f-4f2b-a6c6-edd4e0dcbff5" providerId="ADAL" clId="{057DEAD7-F1E7-4C55-AFB6-A6611C9C4E5D}" dt="2020-05-21T16:00:58.775" v="17" actId="2696"/>
        <pc:sldMkLst>
          <pc:docMk/>
          <pc:sldMk cId="3234899859" sldId="3260"/>
        </pc:sldMkLst>
      </pc:sldChg>
      <pc:sldChg chg="del">
        <pc:chgData name="Wang, Wei" userId="627587dd-935f-4f2b-a6c6-edd4e0dcbff5" providerId="ADAL" clId="{057DEAD7-F1E7-4C55-AFB6-A6611C9C4E5D}" dt="2020-05-21T16:00:58.812" v="18" actId="2696"/>
        <pc:sldMkLst>
          <pc:docMk/>
          <pc:sldMk cId="3066737904" sldId="3261"/>
        </pc:sldMkLst>
      </pc:sldChg>
      <pc:sldChg chg="del">
        <pc:chgData name="Wang, Wei" userId="627587dd-935f-4f2b-a6c6-edd4e0dcbff5" providerId="ADAL" clId="{057DEAD7-F1E7-4C55-AFB6-A6611C9C4E5D}" dt="2020-05-21T16:00:58.912" v="21" actId="2696"/>
        <pc:sldMkLst>
          <pc:docMk/>
          <pc:sldMk cId="244349391" sldId="3262"/>
        </pc:sldMkLst>
      </pc:sldChg>
      <pc:sldChg chg="del">
        <pc:chgData name="Wang, Wei" userId="627587dd-935f-4f2b-a6c6-edd4e0dcbff5" providerId="ADAL" clId="{057DEAD7-F1E7-4C55-AFB6-A6611C9C4E5D}" dt="2020-05-21T16:00:58.943" v="22" actId="2696"/>
        <pc:sldMkLst>
          <pc:docMk/>
          <pc:sldMk cId="1346862001" sldId="3263"/>
        </pc:sldMkLst>
      </pc:sldChg>
      <pc:sldChg chg="del">
        <pc:chgData name="Wang, Wei" userId="627587dd-935f-4f2b-a6c6-edd4e0dcbff5" providerId="ADAL" clId="{057DEAD7-F1E7-4C55-AFB6-A6611C9C4E5D}" dt="2020-05-21T16:00:58.973" v="23" actId="2696"/>
        <pc:sldMkLst>
          <pc:docMk/>
          <pc:sldMk cId="1391415964" sldId="3264"/>
        </pc:sldMkLst>
      </pc:sldChg>
      <pc:sldChg chg="del">
        <pc:chgData name="Wang, Wei" userId="627587dd-935f-4f2b-a6c6-edd4e0dcbff5" providerId="ADAL" clId="{057DEAD7-F1E7-4C55-AFB6-A6611C9C4E5D}" dt="2020-05-21T16:00:59.009" v="24" actId="2696"/>
        <pc:sldMkLst>
          <pc:docMk/>
          <pc:sldMk cId="2212679919" sldId="3265"/>
        </pc:sldMkLst>
      </pc:sldChg>
      <pc:sldChg chg="del">
        <pc:chgData name="Wang, Wei" userId="627587dd-935f-4f2b-a6c6-edd4e0dcbff5" providerId="ADAL" clId="{057DEAD7-F1E7-4C55-AFB6-A6611C9C4E5D}" dt="2020-05-21T16:00:59.094" v="26" actId="2696"/>
        <pc:sldMkLst>
          <pc:docMk/>
          <pc:sldMk cId="126287035" sldId="3267"/>
        </pc:sldMkLst>
      </pc:sldChg>
      <pc:sldChg chg="del">
        <pc:chgData name="Wang, Wei" userId="627587dd-935f-4f2b-a6c6-edd4e0dcbff5" providerId="ADAL" clId="{057DEAD7-F1E7-4C55-AFB6-A6611C9C4E5D}" dt="2020-05-21T16:00:59.344" v="31" actId="2696"/>
        <pc:sldMkLst>
          <pc:docMk/>
          <pc:sldMk cId="1679015854" sldId="3268"/>
        </pc:sldMkLst>
      </pc:sldChg>
      <pc:sldChg chg="del">
        <pc:chgData name="Wang, Wei" userId="627587dd-935f-4f2b-a6c6-edd4e0dcbff5" providerId="ADAL" clId="{057DEAD7-F1E7-4C55-AFB6-A6611C9C4E5D}" dt="2020-05-21T16:00:59.376" v="32" actId="2696"/>
        <pc:sldMkLst>
          <pc:docMk/>
          <pc:sldMk cId="996068935" sldId="3269"/>
        </pc:sldMkLst>
      </pc:sldChg>
      <pc:sldChg chg="del">
        <pc:chgData name="Wang, Wei" userId="627587dd-935f-4f2b-a6c6-edd4e0dcbff5" providerId="ADAL" clId="{057DEAD7-F1E7-4C55-AFB6-A6611C9C4E5D}" dt="2020-05-21T16:00:59.524" v="37" actId="2696"/>
        <pc:sldMkLst>
          <pc:docMk/>
          <pc:sldMk cId="742174932" sldId="3275"/>
        </pc:sldMkLst>
      </pc:sldChg>
      <pc:sldChg chg="del">
        <pc:chgData name="Wang, Wei" userId="627587dd-935f-4f2b-a6c6-edd4e0dcbff5" providerId="ADAL" clId="{057DEAD7-F1E7-4C55-AFB6-A6611C9C4E5D}" dt="2020-05-21T16:00:59.547" v="38" actId="2696"/>
        <pc:sldMkLst>
          <pc:docMk/>
          <pc:sldMk cId="503339778" sldId="3276"/>
        </pc:sldMkLst>
      </pc:sldChg>
      <pc:sldChg chg="del">
        <pc:chgData name="Wang, Wei" userId="627587dd-935f-4f2b-a6c6-edd4e0dcbff5" providerId="ADAL" clId="{057DEAD7-F1E7-4C55-AFB6-A6611C9C4E5D}" dt="2020-05-21T16:00:59.588" v="39" actId="2696"/>
        <pc:sldMkLst>
          <pc:docMk/>
          <pc:sldMk cId="3108903484" sldId="3277"/>
        </pc:sldMkLst>
      </pc:sldChg>
      <pc:sldChg chg="del">
        <pc:chgData name="Wang, Wei" userId="627587dd-935f-4f2b-a6c6-edd4e0dcbff5" providerId="ADAL" clId="{057DEAD7-F1E7-4C55-AFB6-A6611C9C4E5D}" dt="2020-05-21T16:00:59.674" v="41" actId="2696"/>
        <pc:sldMkLst>
          <pc:docMk/>
          <pc:sldMk cId="1068174136" sldId="3279"/>
        </pc:sldMkLst>
      </pc:sldChg>
      <pc:sldChg chg="del">
        <pc:chgData name="Wang, Wei" userId="627587dd-935f-4f2b-a6c6-edd4e0dcbff5" providerId="ADAL" clId="{057DEAD7-F1E7-4C55-AFB6-A6611C9C4E5D}" dt="2020-05-21T16:00:59.701" v="42" actId="2696"/>
        <pc:sldMkLst>
          <pc:docMk/>
          <pc:sldMk cId="1016294463" sldId="3280"/>
        </pc:sldMkLst>
      </pc:sldChg>
      <pc:sldChg chg="del">
        <pc:chgData name="Wang, Wei" userId="627587dd-935f-4f2b-a6c6-edd4e0dcbff5" providerId="ADAL" clId="{057DEAD7-F1E7-4C55-AFB6-A6611C9C4E5D}" dt="2020-05-21T16:00:59.732" v="43" actId="2696"/>
        <pc:sldMkLst>
          <pc:docMk/>
          <pc:sldMk cId="2375318970" sldId="3281"/>
        </pc:sldMkLst>
      </pc:sldChg>
      <pc:sldChg chg="del">
        <pc:chgData name="Wang, Wei" userId="627587dd-935f-4f2b-a6c6-edd4e0dcbff5" providerId="ADAL" clId="{057DEAD7-F1E7-4C55-AFB6-A6611C9C4E5D}" dt="2020-05-21T16:00:59.766" v="44" actId="2696"/>
        <pc:sldMkLst>
          <pc:docMk/>
          <pc:sldMk cId="3139898537" sldId="3282"/>
        </pc:sldMkLst>
      </pc:sldChg>
      <pc:sldChg chg="del">
        <pc:chgData name="Wang, Wei" userId="627587dd-935f-4f2b-a6c6-edd4e0dcbff5" providerId="ADAL" clId="{057DEAD7-F1E7-4C55-AFB6-A6611C9C4E5D}" dt="2020-05-21T16:00:59.807" v="45" actId="2696"/>
        <pc:sldMkLst>
          <pc:docMk/>
          <pc:sldMk cId="3981214641" sldId="3284"/>
        </pc:sldMkLst>
      </pc:sldChg>
      <pc:sldChg chg="del">
        <pc:chgData name="Wang, Wei" userId="627587dd-935f-4f2b-a6c6-edd4e0dcbff5" providerId="ADAL" clId="{057DEAD7-F1E7-4C55-AFB6-A6611C9C4E5D}" dt="2020-05-21T16:00:59.910" v="47" actId="2696"/>
        <pc:sldMkLst>
          <pc:docMk/>
          <pc:sldMk cId="3197551137" sldId="3287"/>
        </pc:sldMkLst>
      </pc:sldChg>
      <pc:sldChg chg="del">
        <pc:chgData name="Wang, Wei" userId="627587dd-935f-4f2b-a6c6-edd4e0dcbff5" providerId="ADAL" clId="{057DEAD7-F1E7-4C55-AFB6-A6611C9C4E5D}" dt="2020-05-21T16:01:00.245" v="58" actId="2696"/>
        <pc:sldMkLst>
          <pc:docMk/>
          <pc:sldMk cId="3798856135" sldId="3288"/>
        </pc:sldMkLst>
      </pc:sldChg>
      <pc:sldChg chg="del">
        <pc:chgData name="Wang, Wei" userId="627587dd-935f-4f2b-a6c6-edd4e0dcbff5" providerId="ADAL" clId="{057DEAD7-F1E7-4C55-AFB6-A6611C9C4E5D}" dt="2020-05-21T16:01:00.274" v="59" actId="2696"/>
        <pc:sldMkLst>
          <pc:docMk/>
          <pc:sldMk cId="19228181" sldId="3289"/>
        </pc:sldMkLst>
      </pc:sldChg>
      <pc:sldChg chg="del">
        <pc:chgData name="Wang, Wei" userId="627587dd-935f-4f2b-a6c6-edd4e0dcbff5" providerId="ADAL" clId="{057DEAD7-F1E7-4C55-AFB6-A6611C9C4E5D}" dt="2020-05-21T16:01:00.052" v="51" actId="2696"/>
        <pc:sldMkLst>
          <pc:docMk/>
          <pc:sldMk cId="2303224268" sldId="3290"/>
        </pc:sldMkLst>
      </pc:sldChg>
      <pc:sldChg chg="del">
        <pc:chgData name="Wang, Wei" userId="627587dd-935f-4f2b-a6c6-edd4e0dcbff5" providerId="ADAL" clId="{057DEAD7-F1E7-4C55-AFB6-A6611C9C4E5D}" dt="2020-05-21T16:01:00.318" v="60" actId="2696"/>
        <pc:sldMkLst>
          <pc:docMk/>
          <pc:sldMk cId="864121547" sldId="3291"/>
        </pc:sldMkLst>
      </pc:sldChg>
      <pc:sldChg chg="del">
        <pc:chgData name="Wang, Wei" userId="627587dd-935f-4f2b-a6c6-edd4e0dcbff5" providerId="ADAL" clId="{057DEAD7-F1E7-4C55-AFB6-A6611C9C4E5D}" dt="2020-05-21T16:01:00.601" v="93" actId="2696"/>
        <pc:sldMkLst>
          <pc:docMk/>
          <pc:sldMk cId="2795661269" sldId="3292"/>
        </pc:sldMkLst>
      </pc:sldChg>
      <pc:sldChg chg="del">
        <pc:chgData name="Wang, Wei" userId="627587dd-935f-4f2b-a6c6-edd4e0dcbff5" providerId="ADAL" clId="{057DEAD7-F1E7-4C55-AFB6-A6611C9C4E5D}" dt="2020-05-21T16:01:00.569" v="91" actId="2696"/>
        <pc:sldMkLst>
          <pc:docMk/>
          <pc:sldMk cId="1553453907" sldId="3293"/>
        </pc:sldMkLst>
      </pc:sldChg>
      <pc:sldChg chg="del">
        <pc:chgData name="Wang, Wei" userId="627587dd-935f-4f2b-a6c6-edd4e0dcbff5" providerId="ADAL" clId="{057DEAD7-F1E7-4C55-AFB6-A6611C9C4E5D}" dt="2020-05-21T16:01:00.869" v="102" actId="2696"/>
        <pc:sldMkLst>
          <pc:docMk/>
          <pc:sldMk cId="929812060" sldId="3294"/>
        </pc:sldMkLst>
      </pc:sldChg>
      <pc:sldChg chg="del">
        <pc:chgData name="Wang, Wei" userId="627587dd-935f-4f2b-a6c6-edd4e0dcbff5" providerId="ADAL" clId="{057DEAD7-F1E7-4C55-AFB6-A6611C9C4E5D}" dt="2020-05-21T16:01:00.628" v="94" actId="2696"/>
        <pc:sldMkLst>
          <pc:docMk/>
          <pc:sldMk cId="1479512413" sldId="3295"/>
        </pc:sldMkLst>
      </pc:sldChg>
      <pc:sldChg chg="del">
        <pc:chgData name="Wang, Wei" userId="627587dd-935f-4f2b-a6c6-edd4e0dcbff5" providerId="ADAL" clId="{057DEAD7-F1E7-4C55-AFB6-A6611C9C4E5D}" dt="2020-05-21T16:01:00.658" v="95" actId="2696"/>
        <pc:sldMkLst>
          <pc:docMk/>
          <pc:sldMk cId="3954248733" sldId="3296"/>
        </pc:sldMkLst>
      </pc:sldChg>
      <pc:sldChg chg="del">
        <pc:chgData name="Wang, Wei" userId="627587dd-935f-4f2b-a6c6-edd4e0dcbff5" providerId="ADAL" clId="{057DEAD7-F1E7-4C55-AFB6-A6611C9C4E5D}" dt="2020-05-21T16:01:00.687" v="96" actId="2696"/>
        <pc:sldMkLst>
          <pc:docMk/>
          <pc:sldMk cId="3156802134" sldId="3297"/>
        </pc:sldMkLst>
      </pc:sldChg>
      <pc:sldChg chg="del">
        <pc:chgData name="Wang, Wei" userId="627587dd-935f-4f2b-a6c6-edd4e0dcbff5" providerId="ADAL" clId="{057DEAD7-F1E7-4C55-AFB6-A6611C9C4E5D}" dt="2020-05-21T16:01:00.709" v="97" actId="2696"/>
        <pc:sldMkLst>
          <pc:docMk/>
          <pc:sldMk cId="2403325956" sldId="3298"/>
        </pc:sldMkLst>
      </pc:sldChg>
      <pc:sldChg chg="del">
        <pc:chgData name="Wang, Wei" userId="627587dd-935f-4f2b-a6c6-edd4e0dcbff5" providerId="ADAL" clId="{057DEAD7-F1E7-4C55-AFB6-A6611C9C4E5D}" dt="2020-05-21T16:01:00.737" v="98" actId="2696"/>
        <pc:sldMkLst>
          <pc:docMk/>
          <pc:sldMk cId="4278664167" sldId="3299"/>
        </pc:sldMkLst>
      </pc:sldChg>
      <pc:sldChg chg="del">
        <pc:chgData name="Wang, Wei" userId="627587dd-935f-4f2b-a6c6-edd4e0dcbff5" providerId="ADAL" clId="{057DEAD7-F1E7-4C55-AFB6-A6611C9C4E5D}" dt="2020-05-21T16:01:01.056" v="108" actId="2696"/>
        <pc:sldMkLst>
          <pc:docMk/>
          <pc:sldMk cId="2813254392" sldId="3300"/>
        </pc:sldMkLst>
      </pc:sldChg>
      <pc:sldChg chg="del">
        <pc:chgData name="Wang, Wei" userId="627587dd-935f-4f2b-a6c6-edd4e0dcbff5" providerId="ADAL" clId="{057DEAD7-F1E7-4C55-AFB6-A6611C9C4E5D}" dt="2020-05-21T16:01:01.080" v="109" actId="2696"/>
        <pc:sldMkLst>
          <pc:docMk/>
          <pc:sldMk cId="2168276619" sldId="3301"/>
        </pc:sldMkLst>
      </pc:sldChg>
      <pc:sldChg chg="del">
        <pc:chgData name="Wang, Wei" userId="627587dd-935f-4f2b-a6c6-edd4e0dcbff5" providerId="ADAL" clId="{057DEAD7-F1E7-4C55-AFB6-A6611C9C4E5D}" dt="2020-05-21T16:01:01.119" v="110" actId="2696"/>
        <pc:sldMkLst>
          <pc:docMk/>
          <pc:sldMk cId="606603448" sldId="3302"/>
        </pc:sldMkLst>
      </pc:sldChg>
      <pc:sldChg chg="del">
        <pc:chgData name="Wang, Wei" userId="627587dd-935f-4f2b-a6c6-edd4e0dcbff5" providerId="ADAL" clId="{057DEAD7-F1E7-4C55-AFB6-A6611C9C4E5D}" dt="2020-05-21T16:01:01.141" v="111" actId="2696"/>
        <pc:sldMkLst>
          <pc:docMk/>
          <pc:sldMk cId="83612990" sldId="3305"/>
        </pc:sldMkLst>
      </pc:sldChg>
      <pc:sldChg chg="del">
        <pc:chgData name="Wang, Wei" userId="627587dd-935f-4f2b-a6c6-edd4e0dcbff5" providerId="ADAL" clId="{057DEAD7-F1E7-4C55-AFB6-A6611C9C4E5D}" dt="2020-05-21T16:01:01.162" v="112" actId="2696"/>
        <pc:sldMkLst>
          <pc:docMk/>
          <pc:sldMk cId="1312951834" sldId="3306"/>
        </pc:sldMkLst>
      </pc:sldChg>
      <pc:sldChg chg="del">
        <pc:chgData name="Wang, Wei" userId="627587dd-935f-4f2b-a6c6-edd4e0dcbff5" providerId="ADAL" clId="{057DEAD7-F1E7-4C55-AFB6-A6611C9C4E5D}" dt="2020-05-21T16:01:00.897" v="103" actId="2696"/>
        <pc:sldMkLst>
          <pc:docMk/>
          <pc:sldMk cId="1996300682" sldId="3307"/>
        </pc:sldMkLst>
      </pc:sldChg>
      <pc:sldChg chg="del">
        <pc:chgData name="Wang, Wei" userId="627587dd-935f-4f2b-a6c6-edd4e0dcbff5" providerId="ADAL" clId="{057DEAD7-F1E7-4C55-AFB6-A6611C9C4E5D}" dt="2020-05-21T16:01:00.923" v="104" actId="2696"/>
        <pc:sldMkLst>
          <pc:docMk/>
          <pc:sldMk cId="2269029745" sldId="3309"/>
        </pc:sldMkLst>
      </pc:sldChg>
      <pc:sldChg chg="del">
        <pc:chgData name="Wang, Wei" userId="627587dd-935f-4f2b-a6c6-edd4e0dcbff5" providerId="ADAL" clId="{057DEAD7-F1E7-4C55-AFB6-A6611C9C4E5D}" dt="2020-05-21T16:01:00.952" v="105" actId="2696"/>
        <pc:sldMkLst>
          <pc:docMk/>
          <pc:sldMk cId="667677968" sldId="3310"/>
        </pc:sldMkLst>
      </pc:sldChg>
      <pc:sldChg chg="del">
        <pc:chgData name="Wang, Wei" userId="627587dd-935f-4f2b-a6c6-edd4e0dcbff5" providerId="ADAL" clId="{057DEAD7-F1E7-4C55-AFB6-A6611C9C4E5D}" dt="2020-05-21T16:01:00.830" v="101" actId="2696"/>
        <pc:sldMkLst>
          <pc:docMk/>
          <pc:sldMk cId="1892545769" sldId="3311"/>
        </pc:sldMkLst>
      </pc:sldChg>
      <pc:sldChg chg="del">
        <pc:chgData name="Wang, Wei" userId="627587dd-935f-4f2b-a6c6-edd4e0dcbff5" providerId="ADAL" clId="{057DEAD7-F1E7-4C55-AFB6-A6611C9C4E5D}" dt="2020-05-21T16:01:01.016" v="107" actId="2696"/>
        <pc:sldMkLst>
          <pc:docMk/>
          <pc:sldMk cId="2194838920" sldId="3312"/>
        </pc:sldMkLst>
      </pc:sldChg>
      <pc:sldChg chg="del">
        <pc:chgData name="Wang, Wei" userId="627587dd-935f-4f2b-a6c6-edd4e0dcbff5" providerId="ADAL" clId="{057DEAD7-F1E7-4C55-AFB6-A6611C9C4E5D}" dt="2020-05-21T16:01:01.279" v="116" actId="2696"/>
        <pc:sldMkLst>
          <pc:docMk/>
          <pc:sldMk cId="215748073" sldId="3313"/>
        </pc:sldMkLst>
      </pc:sldChg>
      <pc:sldChg chg="del">
        <pc:chgData name="Wang, Wei" userId="627587dd-935f-4f2b-a6c6-edd4e0dcbff5" providerId="ADAL" clId="{057DEAD7-F1E7-4C55-AFB6-A6611C9C4E5D}" dt="2020-05-21T16:01:01.313" v="117" actId="2696"/>
        <pc:sldMkLst>
          <pc:docMk/>
          <pc:sldMk cId="4262673835" sldId="3314"/>
        </pc:sldMkLst>
      </pc:sldChg>
      <pc:sldChg chg="del">
        <pc:chgData name="Wang, Wei" userId="627587dd-935f-4f2b-a6c6-edd4e0dcbff5" providerId="ADAL" clId="{057DEAD7-F1E7-4C55-AFB6-A6611C9C4E5D}" dt="2020-05-21T16:01:01.338" v="118" actId="2696"/>
        <pc:sldMkLst>
          <pc:docMk/>
          <pc:sldMk cId="3335184793" sldId="3315"/>
        </pc:sldMkLst>
      </pc:sldChg>
      <pc:sldChg chg="del">
        <pc:chgData name="Wang, Wei" userId="627587dd-935f-4f2b-a6c6-edd4e0dcbff5" providerId="ADAL" clId="{057DEAD7-F1E7-4C55-AFB6-A6611C9C4E5D}" dt="2020-05-21T16:01:01.401" v="121" actId="2696"/>
        <pc:sldMkLst>
          <pc:docMk/>
          <pc:sldMk cId="2416137483" sldId="3316"/>
        </pc:sldMkLst>
      </pc:sldChg>
      <pc:sldChg chg="del">
        <pc:chgData name="Wang, Wei" userId="627587dd-935f-4f2b-a6c6-edd4e0dcbff5" providerId="ADAL" clId="{057DEAD7-F1E7-4C55-AFB6-A6611C9C4E5D}" dt="2020-05-21T16:01:01.623" v="130" actId="2696"/>
        <pc:sldMkLst>
          <pc:docMk/>
          <pc:sldMk cId="526447841" sldId="3317"/>
        </pc:sldMkLst>
      </pc:sldChg>
      <pc:sldChg chg="del">
        <pc:chgData name="Wang, Wei" userId="627587dd-935f-4f2b-a6c6-edd4e0dcbff5" providerId="ADAL" clId="{057DEAD7-F1E7-4C55-AFB6-A6611C9C4E5D}" dt="2020-05-21T16:01:01.360" v="119" actId="2696"/>
        <pc:sldMkLst>
          <pc:docMk/>
          <pc:sldMk cId="2947608363" sldId="3318"/>
        </pc:sldMkLst>
      </pc:sldChg>
      <pc:sldChg chg="del">
        <pc:chgData name="Wang, Wei" userId="627587dd-935f-4f2b-a6c6-edd4e0dcbff5" providerId="ADAL" clId="{057DEAD7-F1E7-4C55-AFB6-A6611C9C4E5D}" dt="2020-05-21T16:01:01.438" v="122" actId="2696"/>
        <pc:sldMkLst>
          <pc:docMk/>
          <pc:sldMk cId="2127992302" sldId="3319"/>
        </pc:sldMkLst>
      </pc:sldChg>
      <pc:sldChg chg="del">
        <pc:chgData name="Wang, Wei" userId="627587dd-935f-4f2b-a6c6-edd4e0dcbff5" providerId="ADAL" clId="{057DEAD7-F1E7-4C55-AFB6-A6611C9C4E5D}" dt="2020-05-21T16:01:01.462" v="123" actId="2696"/>
        <pc:sldMkLst>
          <pc:docMk/>
          <pc:sldMk cId="2777060430" sldId="3320"/>
        </pc:sldMkLst>
      </pc:sldChg>
      <pc:sldChg chg="del">
        <pc:chgData name="Wang, Wei" userId="627587dd-935f-4f2b-a6c6-edd4e0dcbff5" providerId="ADAL" clId="{057DEAD7-F1E7-4C55-AFB6-A6611C9C4E5D}" dt="2020-05-21T16:01:01.490" v="125" actId="2696"/>
        <pc:sldMkLst>
          <pc:docMk/>
          <pc:sldMk cId="1945554767" sldId="3321"/>
        </pc:sldMkLst>
      </pc:sldChg>
      <pc:sldChg chg="del">
        <pc:chgData name="Wang, Wei" userId="627587dd-935f-4f2b-a6c6-edd4e0dcbff5" providerId="ADAL" clId="{057DEAD7-F1E7-4C55-AFB6-A6611C9C4E5D}" dt="2020-05-21T16:01:01.508" v="126" actId="2696"/>
        <pc:sldMkLst>
          <pc:docMk/>
          <pc:sldMk cId="2127991632" sldId="3322"/>
        </pc:sldMkLst>
      </pc:sldChg>
      <pc:sldChg chg="del">
        <pc:chgData name="Wang, Wei" userId="627587dd-935f-4f2b-a6c6-edd4e0dcbff5" providerId="ADAL" clId="{057DEAD7-F1E7-4C55-AFB6-A6611C9C4E5D}" dt="2020-05-21T16:01:01.544" v="127" actId="2696"/>
        <pc:sldMkLst>
          <pc:docMk/>
          <pc:sldMk cId="4281611941" sldId="3323"/>
        </pc:sldMkLst>
      </pc:sldChg>
      <pc:sldChg chg="del">
        <pc:chgData name="Wang, Wei" userId="627587dd-935f-4f2b-a6c6-edd4e0dcbff5" providerId="ADAL" clId="{057DEAD7-F1E7-4C55-AFB6-A6611C9C4E5D}" dt="2020-05-21T16:01:01.586" v="129" actId="2696"/>
        <pc:sldMkLst>
          <pc:docMk/>
          <pc:sldMk cId="3390179843" sldId="3326"/>
        </pc:sldMkLst>
      </pc:sldChg>
      <pc:sldChg chg="del">
        <pc:chgData name="Wang, Wei" userId="627587dd-935f-4f2b-a6c6-edd4e0dcbff5" providerId="ADAL" clId="{057DEAD7-F1E7-4C55-AFB6-A6611C9C4E5D}" dt="2020-05-21T16:01:01.567" v="128" actId="2696"/>
        <pc:sldMkLst>
          <pc:docMk/>
          <pc:sldMk cId="3124520466" sldId="3327"/>
        </pc:sldMkLst>
      </pc:sldChg>
      <pc:sldChg chg="del">
        <pc:chgData name="Wang, Wei" userId="627587dd-935f-4f2b-a6c6-edd4e0dcbff5" providerId="ADAL" clId="{057DEAD7-F1E7-4C55-AFB6-A6611C9C4E5D}" dt="2020-05-21T16:01:01.668" v="132" actId="2696"/>
        <pc:sldMkLst>
          <pc:docMk/>
          <pc:sldMk cId="3477645088" sldId="3328"/>
        </pc:sldMkLst>
      </pc:sldChg>
      <pc:sldChg chg="del">
        <pc:chgData name="Wang, Wei" userId="627587dd-935f-4f2b-a6c6-edd4e0dcbff5" providerId="ADAL" clId="{057DEAD7-F1E7-4C55-AFB6-A6611C9C4E5D}" dt="2020-05-21T16:01:01.691" v="133" actId="2696"/>
        <pc:sldMkLst>
          <pc:docMk/>
          <pc:sldMk cId="1662053451" sldId="3329"/>
        </pc:sldMkLst>
      </pc:sldChg>
      <pc:sldChg chg="del">
        <pc:chgData name="Wang, Wei" userId="627587dd-935f-4f2b-a6c6-edd4e0dcbff5" providerId="ADAL" clId="{057DEAD7-F1E7-4C55-AFB6-A6611C9C4E5D}" dt="2020-05-21T16:01:01.751" v="136" actId="2696"/>
        <pc:sldMkLst>
          <pc:docMk/>
          <pc:sldMk cId="346396587" sldId="3330"/>
        </pc:sldMkLst>
      </pc:sldChg>
      <pc:sldChg chg="del">
        <pc:chgData name="Wang, Wei" userId="627587dd-935f-4f2b-a6c6-edd4e0dcbff5" providerId="ADAL" clId="{057DEAD7-F1E7-4C55-AFB6-A6611C9C4E5D}" dt="2020-05-21T16:01:01.794" v="138" actId="2696"/>
        <pc:sldMkLst>
          <pc:docMk/>
          <pc:sldMk cId="1291678737" sldId="3331"/>
        </pc:sldMkLst>
      </pc:sldChg>
      <pc:sldChg chg="del">
        <pc:chgData name="Wang, Wei" userId="627587dd-935f-4f2b-a6c6-edd4e0dcbff5" providerId="ADAL" clId="{057DEAD7-F1E7-4C55-AFB6-A6611C9C4E5D}" dt="2020-05-21T16:01:01.842" v="140" actId="2696"/>
        <pc:sldMkLst>
          <pc:docMk/>
          <pc:sldMk cId="3148421959" sldId="3332"/>
        </pc:sldMkLst>
      </pc:sldChg>
      <pc:sldChg chg="del">
        <pc:chgData name="Wang, Wei" userId="627587dd-935f-4f2b-a6c6-edd4e0dcbff5" providerId="ADAL" clId="{057DEAD7-F1E7-4C55-AFB6-A6611C9C4E5D}" dt="2020-05-21T16:01:01.644" v="131" actId="2696"/>
        <pc:sldMkLst>
          <pc:docMk/>
          <pc:sldMk cId="3111119971" sldId="3334"/>
        </pc:sldMkLst>
      </pc:sldChg>
      <pc:sldChg chg="del">
        <pc:chgData name="Wang, Wei" userId="627587dd-935f-4f2b-a6c6-edd4e0dcbff5" providerId="ADAL" clId="{057DEAD7-F1E7-4C55-AFB6-A6611C9C4E5D}" dt="2020-05-21T16:01:01.709" v="134" actId="2696"/>
        <pc:sldMkLst>
          <pc:docMk/>
          <pc:sldMk cId="380740504" sldId="3335"/>
        </pc:sldMkLst>
      </pc:sldChg>
      <pc:sldChg chg="del">
        <pc:chgData name="Wang, Wei" userId="627587dd-935f-4f2b-a6c6-edd4e0dcbff5" providerId="ADAL" clId="{057DEAD7-F1E7-4C55-AFB6-A6611C9C4E5D}" dt="2020-05-21T16:01:01.887" v="142" actId="2696"/>
        <pc:sldMkLst>
          <pc:docMk/>
          <pc:sldMk cId="4214234733" sldId="3337"/>
        </pc:sldMkLst>
      </pc:sldChg>
      <pc:sldChg chg="del">
        <pc:chgData name="Wang, Wei" userId="627587dd-935f-4f2b-a6c6-edd4e0dcbff5" providerId="ADAL" clId="{057DEAD7-F1E7-4C55-AFB6-A6611C9C4E5D}" dt="2020-05-21T16:01:01.929" v="144" actId="2696"/>
        <pc:sldMkLst>
          <pc:docMk/>
          <pc:sldMk cId="3949925884" sldId="3338"/>
        </pc:sldMkLst>
      </pc:sldChg>
      <pc:sldChg chg="del">
        <pc:chgData name="Wang, Wei" userId="627587dd-935f-4f2b-a6c6-edd4e0dcbff5" providerId="ADAL" clId="{057DEAD7-F1E7-4C55-AFB6-A6611C9C4E5D}" dt="2020-05-21T16:01:01.908" v="143" actId="2696"/>
        <pc:sldMkLst>
          <pc:docMk/>
          <pc:sldMk cId="4188551729" sldId="3339"/>
        </pc:sldMkLst>
      </pc:sldChg>
      <pc:sldChg chg="del">
        <pc:chgData name="Wang, Wei" userId="627587dd-935f-4f2b-a6c6-edd4e0dcbff5" providerId="ADAL" clId="{057DEAD7-F1E7-4C55-AFB6-A6611C9C4E5D}" dt="2020-05-21T16:01:01.732" v="135" actId="2696"/>
        <pc:sldMkLst>
          <pc:docMk/>
          <pc:sldMk cId="3603535866" sldId="3340"/>
        </pc:sldMkLst>
      </pc:sldChg>
      <pc:sldChg chg="del">
        <pc:chgData name="Wang, Wei" userId="627587dd-935f-4f2b-a6c6-edd4e0dcbff5" providerId="ADAL" clId="{057DEAD7-F1E7-4C55-AFB6-A6611C9C4E5D}" dt="2020-05-21T16:01:01.776" v="137" actId="2696"/>
        <pc:sldMkLst>
          <pc:docMk/>
          <pc:sldMk cId="3144107531" sldId="3341"/>
        </pc:sldMkLst>
      </pc:sldChg>
      <pc:sldChg chg="del">
        <pc:chgData name="Wang, Wei" userId="627587dd-935f-4f2b-a6c6-edd4e0dcbff5" providerId="ADAL" clId="{057DEAD7-F1E7-4C55-AFB6-A6611C9C4E5D}" dt="2020-05-21T16:01:01.819" v="139" actId="2696"/>
        <pc:sldMkLst>
          <pc:docMk/>
          <pc:sldMk cId="2740622052" sldId="3342"/>
        </pc:sldMkLst>
      </pc:sldChg>
      <pc:sldChg chg="del">
        <pc:chgData name="Wang, Wei" userId="627587dd-935f-4f2b-a6c6-edd4e0dcbff5" providerId="ADAL" clId="{057DEAD7-F1E7-4C55-AFB6-A6611C9C4E5D}" dt="2020-05-21T16:00:58.141" v="0" actId="2696"/>
        <pc:sldMkLst>
          <pc:docMk/>
          <pc:sldMk cId="3347548171" sldId="3355"/>
        </pc:sldMkLst>
      </pc:sldChg>
      <pc:sldChg chg="del">
        <pc:chgData name="Wang, Wei" userId="627587dd-935f-4f2b-a6c6-edd4e0dcbff5" providerId="ADAL" clId="{057DEAD7-F1E7-4C55-AFB6-A6611C9C4E5D}" dt="2020-05-21T16:00:59.041" v="25" actId="2696"/>
        <pc:sldMkLst>
          <pc:docMk/>
          <pc:sldMk cId="2383908075" sldId="3356"/>
        </pc:sldMkLst>
      </pc:sldChg>
      <pc:sldChg chg="del">
        <pc:chgData name="Wang, Wei" userId="627587dd-935f-4f2b-a6c6-edd4e0dcbff5" providerId="ADAL" clId="{057DEAD7-F1E7-4C55-AFB6-A6611C9C4E5D}" dt="2020-05-21T16:00:59.638" v="40" actId="2696"/>
        <pc:sldMkLst>
          <pc:docMk/>
          <pc:sldMk cId="1258555308" sldId="3357"/>
        </pc:sldMkLst>
      </pc:sldChg>
      <pc:sldChg chg="del">
        <pc:chgData name="Wang, Wei" userId="627587dd-935f-4f2b-a6c6-edd4e0dcbff5" providerId="ADAL" clId="{057DEAD7-F1E7-4C55-AFB6-A6611C9C4E5D}" dt="2020-05-21T16:00:59.861" v="46" actId="2696"/>
        <pc:sldMkLst>
          <pc:docMk/>
          <pc:sldMk cId="981708690" sldId="3358"/>
        </pc:sldMkLst>
      </pc:sldChg>
      <pc:sldChg chg="del">
        <pc:chgData name="Wang, Wei" userId="627587dd-935f-4f2b-a6c6-edd4e0dcbff5" providerId="ADAL" clId="{057DEAD7-F1E7-4C55-AFB6-A6611C9C4E5D}" dt="2020-05-21T16:01:00.455" v="65" actId="2696"/>
        <pc:sldMkLst>
          <pc:docMk/>
          <pc:sldMk cId="644571749" sldId="3359"/>
        </pc:sldMkLst>
      </pc:sldChg>
      <pc:sldChg chg="del">
        <pc:chgData name="Wang, Wei" userId="627587dd-935f-4f2b-a6c6-edd4e0dcbff5" providerId="ADAL" clId="{057DEAD7-F1E7-4C55-AFB6-A6611C9C4E5D}" dt="2020-05-21T16:01:01.963" v="148" actId="2696"/>
        <pc:sldMkLst>
          <pc:docMk/>
          <pc:sldMk cId="1224844810" sldId="3379"/>
        </pc:sldMkLst>
      </pc:sldChg>
      <pc:sldChg chg="del">
        <pc:chgData name="Wang, Wei" userId="627587dd-935f-4f2b-a6c6-edd4e0dcbff5" providerId="ADAL" clId="{057DEAD7-F1E7-4C55-AFB6-A6611C9C4E5D}" dt="2020-05-21T16:01:02.155" v="157" actId="2696"/>
        <pc:sldMkLst>
          <pc:docMk/>
          <pc:sldMk cId="1670647803" sldId="3380"/>
        </pc:sldMkLst>
      </pc:sldChg>
      <pc:sldChg chg="del">
        <pc:chgData name="Wang, Wei" userId="627587dd-935f-4f2b-a6c6-edd4e0dcbff5" providerId="ADAL" clId="{057DEAD7-F1E7-4C55-AFB6-A6611C9C4E5D}" dt="2020-05-21T16:01:01.990" v="149" actId="2696"/>
        <pc:sldMkLst>
          <pc:docMk/>
          <pc:sldMk cId="1014139772" sldId="3381"/>
        </pc:sldMkLst>
      </pc:sldChg>
      <pc:sldChg chg="del">
        <pc:chgData name="Wang, Wei" userId="627587dd-935f-4f2b-a6c6-edd4e0dcbff5" providerId="ADAL" clId="{057DEAD7-F1E7-4C55-AFB6-A6611C9C4E5D}" dt="2020-05-21T16:01:02.288" v="190" actId="2696"/>
        <pc:sldMkLst>
          <pc:docMk/>
          <pc:sldMk cId="3166199077" sldId="3382"/>
        </pc:sldMkLst>
      </pc:sldChg>
      <pc:sldChg chg="del">
        <pc:chgData name="Wang, Wei" userId="627587dd-935f-4f2b-a6c6-edd4e0dcbff5" providerId="ADAL" clId="{057DEAD7-F1E7-4C55-AFB6-A6611C9C4E5D}" dt="2020-05-21T16:01:02.316" v="191" actId="2696"/>
        <pc:sldMkLst>
          <pc:docMk/>
          <pc:sldMk cId="1004978973" sldId="3383"/>
        </pc:sldMkLst>
      </pc:sldChg>
      <pc:sldChg chg="del">
        <pc:chgData name="Wang, Wei" userId="627587dd-935f-4f2b-a6c6-edd4e0dcbff5" providerId="ADAL" clId="{057DEAD7-F1E7-4C55-AFB6-A6611C9C4E5D}" dt="2020-05-21T16:01:01.861" v="141" actId="2696"/>
        <pc:sldMkLst>
          <pc:docMk/>
          <pc:sldMk cId="2567629624" sldId="3394"/>
        </pc:sldMkLst>
      </pc:sldChg>
      <pc:sldChg chg="del">
        <pc:chgData name="Wang, Wei" userId="627587dd-935f-4f2b-a6c6-edd4e0dcbff5" providerId="ADAL" clId="{057DEAD7-F1E7-4C55-AFB6-A6611C9C4E5D}" dt="2020-05-21T16:01:00.191" v="56" actId="2696"/>
        <pc:sldMkLst>
          <pc:docMk/>
          <pc:sldMk cId="947442939" sldId="3395"/>
        </pc:sldMkLst>
      </pc:sldChg>
      <pc:sldChg chg="del">
        <pc:chgData name="Wang, Wei" userId="627587dd-935f-4f2b-a6c6-edd4e0dcbff5" providerId="ADAL" clId="{057DEAD7-F1E7-4C55-AFB6-A6611C9C4E5D}" dt="2020-05-21T16:00:59.980" v="49" actId="2696"/>
        <pc:sldMkLst>
          <pc:docMk/>
          <pc:sldMk cId="3504699625" sldId="3396"/>
        </pc:sldMkLst>
      </pc:sldChg>
      <pc:sldChg chg="del">
        <pc:chgData name="Wang, Wei" userId="627587dd-935f-4f2b-a6c6-edd4e0dcbff5" providerId="ADAL" clId="{057DEAD7-F1E7-4C55-AFB6-A6611C9C4E5D}" dt="2020-05-21T16:01:00.113" v="53" actId="2696"/>
        <pc:sldMkLst>
          <pc:docMk/>
          <pc:sldMk cId="328478141" sldId="3397"/>
        </pc:sldMkLst>
      </pc:sldChg>
      <pc:sldChg chg="del">
        <pc:chgData name="Wang, Wei" userId="627587dd-935f-4f2b-a6c6-edd4e0dcbff5" providerId="ADAL" clId="{057DEAD7-F1E7-4C55-AFB6-A6611C9C4E5D}" dt="2020-05-21T16:01:00.343" v="61" actId="2696"/>
        <pc:sldMkLst>
          <pc:docMk/>
          <pc:sldMk cId="1157161006" sldId="3398"/>
        </pc:sldMkLst>
      </pc:sldChg>
      <pc:sldChg chg="del">
        <pc:chgData name="Wang, Wei" userId="627587dd-935f-4f2b-a6c6-edd4e0dcbff5" providerId="ADAL" clId="{057DEAD7-F1E7-4C55-AFB6-A6611C9C4E5D}" dt="2020-05-21T16:01:00.143" v="54" actId="2696"/>
        <pc:sldMkLst>
          <pc:docMk/>
          <pc:sldMk cId="2824584400" sldId="3399"/>
        </pc:sldMkLst>
      </pc:sldChg>
      <pc:sldChg chg="del">
        <pc:chgData name="Wang, Wei" userId="627587dd-935f-4f2b-a6c6-edd4e0dcbff5" providerId="ADAL" clId="{057DEAD7-F1E7-4C55-AFB6-A6611C9C4E5D}" dt="2020-05-21T16:01:00.368" v="62" actId="2696"/>
        <pc:sldMkLst>
          <pc:docMk/>
          <pc:sldMk cId="3420566958" sldId="3400"/>
        </pc:sldMkLst>
      </pc:sldChg>
      <pc:sldChg chg="del">
        <pc:chgData name="Wang, Wei" userId="627587dd-935f-4f2b-a6c6-edd4e0dcbff5" providerId="ADAL" clId="{057DEAD7-F1E7-4C55-AFB6-A6611C9C4E5D}" dt="2020-05-21T16:01:00.395" v="63" actId="2696"/>
        <pc:sldMkLst>
          <pc:docMk/>
          <pc:sldMk cId="4176833171" sldId="3401"/>
        </pc:sldMkLst>
      </pc:sldChg>
      <pc:sldChg chg="del">
        <pc:chgData name="Wang, Wei" userId="627587dd-935f-4f2b-a6c6-edd4e0dcbff5" providerId="ADAL" clId="{057DEAD7-F1E7-4C55-AFB6-A6611C9C4E5D}" dt="2020-05-21T16:01:00.786" v="100" actId="2696"/>
        <pc:sldMkLst>
          <pc:docMk/>
          <pc:sldMk cId="2707993506" sldId="3402"/>
        </pc:sldMkLst>
      </pc:sldChg>
      <pc:sldChg chg="del">
        <pc:chgData name="Wang, Wei" userId="627587dd-935f-4f2b-a6c6-edd4e0dcbff5" providerId="ADAL" clId="{057DEAD7-F1E7-4C55-AFB6-A6611C9C4E5D}" dt="2020-05-21T16:01:01.239" v="115" actId="2696"/>
        <pc:sldMkLst>
          <pc:docMk/>
          <pc:sldMk cId="3615517084" sldId="3403"/>
        </pc:sldMkLst>
      </pc:sldChg>
      <pc:sldMasterChg chg="del delSldLayout">
        <pc:chgData name="Wang, Wei" userId="627587dd-935f-4f2b-a6c6-edd4e0dcbff5" providerId="ADAL" clId="{057DEAD7-F1E7-4C55-AFB6-A6611C9C4E5D}" dt="2020-05-21T16:01:00.532" v="90" actId="2696"/>
        <pc:sldMasterMkLst>
          <pc:docMk/>
          <pc:sldMasterMk cId="1583574900" sldId="2147483648"/>
        </pc:sldMasterMkLst>
        <pc:sldLayoutChg chg="del">
          <pc:chgData name="Wang, Wei" userId="627587dd-935f-4f2b-a6c6-edd4e0dcbff5" providerId="ADAL" clId="{057DEAD7-F1E7-4C55-AFB6-A6611C9C4E5D}" dt="2020-05-21T16:01:00.506" v="72" actId="2696"/>
          <pc:sldLayoutMkLst>
            <pc:docMk/>
            <pc:sldMasterMk cId="1583574900" sldId="2147483648"/>
            <pc:sldLayoutMk cId="1650472377" sldId="2147483650"/>
          </pc:sldLayoutMkLst>
        </pc:sldLayoutChg>
        <pc:sldLayoutChg chg="del">
          <pc:chgData name="Wang, Wei" userId="627587dd-935f-4f2b-a6c6-edd4e0dcbff5" providerId="ADAL" clId="{057DEAD7-F1E7-4C55-AFB6-A6611C9C4E5D}" dt="2020-05-21T16:01:00.508" v="74" actId="2696"/>
          <pc:sldLayoutMkLst>
            <pc:docMk/>
            <pc:sldMasterMk cId="1583574900" sldId="2147483648"/>
            <pc:sldLayoutMk cId="1636589590" sldId="2147483654"/>
          </pc:sldLayoutMkLst>
        </pc:sldLayoutChg>
        <pc:sldLayoutChg chg="del">
          <pc:chgData name="Wang, Wei" userId="627587dd-935f-4f2b-a6c6-edd4e0dcbff5" providerId="ADAL" clId="{057DEAD7-F1E7-4C55-AFB6-A6611C9C4E5D}" dt="2020-05-21T16:01:00.522" v="82" actId="2696"/>
          <pc:sldLayoutMkLst>
            <pc:docMk/>
            <pc:sldMasterMk cId="1583574900" sldId="2147483648"/>
            <pc:sldLayoutMk cId="2202305574" sldId="2147483655"/>
          </pc:sldLayoutMkLst>
        </pc:sldLayoutChg>
        <pc:sldLayoutChg chg="del">
          <pc:chgData name="Wang, Wei" userId="627587dd-935f-4f2b-a6c6-edd4e0dcbff5" providerId="ADAL" clId="{057DEAD7-F1E7-4C55-AFB6-A6611C9C4E5D}" dt="2020-05-21T16:01:00.507" v="73" actId="2696"/>
          <pc:sldLayoutMkLst>
            <pc:docMk/>
            <pc:sldMasterMk cId="1583574900" sldId="2147483648"/>
            <pc:sldLayoutMk cId="1882155853" sldId="2147483657"/>
          </pc:sldLayoutMkLst>
        </pc:sldLayoutChg>
        <pc:sldLayoutChg chg="del">
          <pc:chgData name="Wang, Wei" userId="627587dd-935f-4f2b-a6c6-edd4e0dcbff5" providerId="ADAL" clId="{057DEAD7-F1E7-4C55-AFB6-A6611C9C4E5D}" dt="2020-05-21T16:01:00.510" v="76" actId="2696"/>
          <pc:sldLayoutMkLst>
            <pc:docMk/>
            <pc:sldMasterMk cId="1583574900" sldId="2147483648"/>
            <pc:sldLayoutMk cId="1265934994" sldId="2147483664"/>
          </pc:sldLayoutMkLst>
        </pc:sldLayoutChg>
        <pc:sldLayoutChg chg="del">
          <pc:chgData name="Wang, Wei" userId="627587dd-935f-4f2b-a6c6-edd4e0dcbff5" providerId="ADAL" clId="{057DEAD7-F1E7-4C55-AFB6-A6611C9C4E5D}" dt="2020-05-21T16:01:00.503" v="70" actId="2696"/>
          <pc:sldLayoutMkLst>
            <pc:docMk/>
            <pc:sldMasterMk cId="1583574900" sldId="2147483648"/>
            <pc:sldLayoutMk cId="3792690241" sldId="2147483668"/>
          </pc:sldLayoutMkLst>
        </pc:sldLayoutChg>
        <pc:sldLayoutChg chg="del">
          <pc:chgData name="Wang, Wei" userId="627587dd-935f-4f2b-a6c6-edd4e0dcbff5" providerId="ADAL" clId="{057DEAD7-F1E7-4C55-AFB6-A6611C9C4E5D}" dt="2020-05-21T16:01:00.509" v="75" actId="2696"/>
          <pc:sldLayoutMkLst>
            <pc:docMk/>
            <pc:sldMasterMk cId="1583574900" sldId="2147483648"/>
            <pc:sldLayoutMk cId="1239496803" sldId="2147483679"/>
          </pc:sldLayoutMkLst>
        </pc:sldLayoutChg>
        <pc:sldLayoutChg chg="del">
          <pc:chgData name="Wang, Wei" userId="627587dd-935f-4f2b-a6c6-edd4e0dcbff5" providerId="ADAL" clId="{057DEAD7-F1E7-4C55-AFB6-A6611C9C4E5D}" dt="2020-05-21T16:01:00.527" v="86" actId="2696"/>
          <pc:sldLayoutMkLst>
            <pc:docMk/>
            <pc:sldMasterMk cId="1583574900" sldId="2147483648"/>
            <pc:sldLayoutMk cId="1669711868" sldId="2147483684"/>
          </pc:sldLayoutMkLst>
        </pc:sldLayoutChg>
        <pc:sldLayoutChg chg="del">
          <pc:chgData name="Wang, Wei" userId="627587dd-935f-4f2b-a6c6-edd4e0dcbff5" providerId="ADAL" clId="{057DEAD7-F1E7-4C55-AFB6-A6611C9C4E5D}" dt="2020-05-21T16:01:00.524" v="84" actId="2696"/>
          <pc:sldLayoutMkLst>
            <pc:docMk/>
            <pc:sldMasterMk cId="1583574900" sldId="2147483648"/>
            <pc:sldLayoutMk cId="0" sldId="2147483685"/>
          </pc:sldLayoutMkLst>
        </pc:sldLayoutChg>
        <pc:sldLayoutChg chg="del">
          <pc:chgData name="Wang, Wei" userId="627587dd-935f-4f2b-a6c6-edd4e0dcbff5" providerId="ADAL" clId="{057DEAD7-F1E7-4C55-AFB6-A6611C9C4E5D}" dt="2020-05-21T16:01:00.511" v="77" actId="2696"/>
          <pc:sldLayoutMkLst>
            <pc:docMk/>
            <pc:sldMasterMk cId="1583574900" sldId="2147483648"/>
            <pc:sldLayoutMk cId="673999311" sldId="2147483688"/>
          </pc:sldLayoutMkLst>
        </pc:sldLayoutChg>
        <pc:sldLayoutChg chg="del">
          <pc:chgData name="Wang, Wei" userId="627587dd-935f-4f2b-a6c6-edd4e0dcbff5" providerId="ADAL" clId="{057DEAD7-F1E7-4C55-AFB6-A6611C9C4E5D}" dt="2020-05-21T16:01:00.526" v="85" actId="2696"/>
          <pc:sldLayoutMkLst>
            <pc:docMk/>
            <pc:sldMasterMk cId="1583574900" sldId="2147483648"/>
            <pc:sldLayoutMk cId="0" sldId="2147483691"/>
          </pc:sldLayoutMkLst>
        </pc:sldLayoutChg>
        <pc:sldLayoutChg chg="del">
          <pc:chgData name="Wang, Wei" userId="627587dd-935f-4f2b-a6c6-edd4e0dcbff5" providerId="ADAL" clId="{057DEAD7-F1E7-4C55-AFB6-A6611C9C4E5D}" dt="2020-05-21T16:01:00.502" v="69" actId="2696"/>
          <pc:sldLayoutMkLst>
            <pc:docMk/>
            <pc:sldMasterMk cId="1583574900" sldId="2147483648"/>
            <pc:sldLayoutMk cId="0" sldId="2147483692"/>
          </pc:sldLayoutMkLst>
        </pc:sldLayoutChg>
        <pc:sldLayoutChg chg="del">
          <pc:chgData name="Wang, Wei" userId="627587dd-935f-4f2b-a6c6-edd4e0dcbff5" providerId="ADAL" clId="{057DEAD7-F1E7-4C55-AFB6-A6611C9C4E5D}" dt="2020-05-21T16:01:00.523" v="83" actId="2696"/>
          <pc:sldLayoutMkLst>
            <pc:docMk/>
            <pc:sldMasterMk cId="1583574900" sldId="2147483648"/>
            <pc:sldLayoutMk cId="1283683246" sldId="2147483693"/>
          </pc:sldLayoutMkLst>
        </pc:sldLayoutChg>
        <pc:sldLayoutChg chg="del">
          <pc:chgData name="Wang, Wei" userId="627587dd-935f-4f2b-a6c6-edd4e0dcbff5" providerId="ADAL" clId="{057DEAD7-F1E7-4C55-AFB6-A6611C9C4E5D}" dt="2020-05-21T16:01:00.504" v="71" actId="2696"/>
          <pc:sldLayoutMkLst>
            <pc:docMk/>
            <pc:sldMasterMk cId="1583574900" sldId="2147483648"/>
            <pc:sldLayoutMk cId="0" sldId="2147483695"/>
          </pc:sldLayoutMkLst>
        </pc:sldLayoutChg>
        <pc:sldLayoutChg chg="del">
          <pc:chgData name="Wang, Wei" userId="627587dd-935f-4f2b-a6c6-edd4e0dcbff5" providerId="ADAL" clId="{057DEAD7-F1E7-4C55-AFB6-A6611C9C4E5D}" dt="2020-05-21T16:01:00.496" v="67" actId="2696"/>
          <pc:sldLayoutMkLst>
            <pc:docMk/>
            <pc:sldMasterMk cId="1583574900" sldId="2147483648"/>
            <pc:sldLayoutMk cId="0" sldId="2147483696"/>
          </pc:sldLayoutMkLst>
        </pc:sldLayoutChg>
        <pc:sldLayoutChg chg="del">
          <pc:chgData name="Wang, Wei" userId="627587dd-935f-4f2b-a6c6-edd4e0dcbff5" providerId="ADAL" clId="{057DEAD7-F1E7-4C55-AFB6-A6611C9C4E5D}" dt="2020-05-21T16:01:00.518" v="80" actId="2696"/>
          <pc:sldLayoutMkLst>
            <pc:docMk/>
            <pc:sldMasterMk cId="1583574900" sldId="2147483648"/>
            <pc:sldLayoutMk cId="0" sldId="2147483698"/>
          </pc:sldLayoutMkLst>
        </pc:sldLayoutChg>
        <pc:sldLayoutChg chg="del">
          <pc:chgData name="Wang, Wei" userId="627587dd-935f-4f2b-a6c6-edd4e0dcbff5" providerId="ADAL" clId="{057DEAD7-F1E7-4C55-AFB6-A6611C9C4E5D}" dt="2020-05-21T16:01:00.520" v="81" actId="2696"/>
          <pc:sldLayoutMkLst>
            <pc:docMk/>
            <pc:sldMasterMk cId="1583574900" sldId="2147483648"/>
            <pc:sldLayoutMk cId="0" sldId="2147483699"/>
          </pc:sldLayoutMkLst>
        </pc:sldLayoutChg>
        <pc:sldLayoutChg chg="del">
          <pc:chgData name="Wang, Wei" userId="627587dd-935f-4f2b-a6c6-edd4e0dcbff5" providerId="ADAL" clId="{057DEAD7-F1E7-4C55-AFB6-A6611C9C4E5D}" dt="2020-05-21T16:01:00.513" v="78" actId="2696"/>
          <pc:sldLayoutMkLst>
            <pc:docMk/>
            <pc:sldMasterMk cId="1583574900" sldId="2147483648"/>
            <pc:sldLayoutMk cId="0" sldId="2147483700"/>
          </pc:sldLayoutMkLst>
        </pc:sldLayoutChg>
        <pc:sldLayoutChg chg="del">
          <pc:chgData name="Wang, Wei" userId="627587dd-935f-4f2b-a6c6-edd4e0dcbff5" providerId="ADAL" clId="{057DEAD7-F1E7-4C55-AFB6-A6611C9C4E5D}" dt="2020-05-21T16:01:00.514" v="79" actId="2696"/>
          <pc:sldLayoutMkLst>
            <pc:docMk/>
            <pc:sldMasterMk cId="1583574900" sldId="2147483648"/>
            <pc:sldLayoutMk cId="0" sldId="2147483701"/>
          </pc:sldLayoutMkLst>
        </pc:sldLayoutChg>
        <pc:sldLayoutChg chg="del">
          <pc:chgData name="Wang, Wei" userId="627587dd-935f-4f2b-a6c6-edd4e0dcbff5" providerId="ADAL" clId="{057DEAD7-F1E7-4C55-AFB6-A6611C9C4E5D}" dt="2020-05-21T16:01:00.527" v="87" actId="2696"/>
          <pc:sldLayoutMkLst>
            <pc:docMk/>
            <pc:sldMasterMk cId="1583574900" sldId="2147483648"/>
            <pc:sldLayoutMk cId="0" sldId="2147483717"/>
          </pc:sldLayoutMkLst>
        </pc:sldLayoutChg>
        <pc:sldLayoutChg chg="del">
          <pc:chgData name="Wang, Wei" userId="627587dd-935f-4f2b-a6c6-edd4e0dcbff5" providerId="ADAL" clId="{057DEAD7-F1E7-4C55-AFB6-A6611C9C4E5D}" dt="2020-05-21T16:01:00.529" v="88" actId="2696"/>
          <pc:sldLayoutMkLst>
            <pc:docMk/>
            <pc:sldMasterMk cId="1583574900" sldId="2147483648"/>
            <pc:sldLayoutMk cId="1228748614" sldId="2147483817"/>
          </pc:sldLayoutMkLst>
        </pc:sldLayoutChg>
        <pc:sldLayoutChg chg="del">
          <pc:chgData name="Wang, Wei" userId="627587dd-935f-4f2b-a6c6-edd4e0dcbff5" providerId="ADAL" clId="{057DEAD7-F1E7-4C55-AFB6-A6611C9C4E5D}" dt="2020-05-21T16:01:00.499" v="68" actId="2696"/>
          <pc:sldLayoutMkLst>
            <pc:docMk/>
            <pc:sldMasterMk cId="1583574900" sldId="2147483648"/>
            <pc:sldLayoutMk cId="4061941092" sldId="2147483818"/>
          </pc:sldLayoutMkLst>
        </pc:sldLayoutChg>
        <pc:sldLayoutChg chg="del">
          <pc:chgData name="Wang, Wei" userId="627587dd-935f-4f2b-a6c6-edd4e0dcbff5" providerId="ADAL" clId="{057DEAD7-F1E7-4C55-AFB6-A6611C9C4E5D}" dt="2020-05-21T16:01:00.530" v="89" actId="2696"/>
          <pc:sldLayoutMkLst>
            <pc:docMk/>
            <pc:sldMasterMk cId="1583574900" sldId="2147483648"/>
            <pc:sldLayoutMk cId="280407589" sldId="2147483819"/>
          </pc:sldLayoutMkLst>
        </pc:sldLayoutChg>
      </pc:sldMasterChg>
      <pc:sldMasterChg chg="del delSldLayout">
        <pc:chgData name="Wang, Wei" userId="627587dd-935f-4f2b-a6c6-edd4e0dcbff5" providerId="ADAL" clId="{057DEAD7-F1E7-4C55-AFB6-A6611C9C4E5D}" dt="2020-05-21T16:01:02.192" v="185" actId="2696"/>
        <pc:sldMasterMkLst>
          <pc:docMk/>
          <pc:sldMasterMk cId="3877396151" sldId="2147483849"/>
        </pc:sldMasterMkLst>
        <pc:sldLayoutChg chg="del">
          <pc:chgData name="Wang, Wei" userId="627587dd-935f-4f2b-a6c6-edd4e0dcbff5" providerId="ADAL" clId="{057DEAD7-F1E7-4C55-AFB6-A6611C9C4E5D}" dt="2020-05-21T16:01:02.156" v="158" actId="2696"/>
          <pc:sldLayoutMkLst>
            <pc:docMk/>
            <pc:sldMasterMk cId="3877396151" sldId="2147483849"/>
            <pc:sldLayoutMk cId="2809059773" sldId="2147483850"/>
          </pc:sldLayoutMkLst>
        </pc:sldLayoutChg>
        <pc:sldLayoutChg chg="del">
          <pc:chgData name="Wang, Wei" userId="627587dd-935f-4f2b-a6c6-edd4e0dcbff5" providerId="ADAL" clId="{057DEAD7-F1E7-4C55-AFB6-A6611C9C4E5D}" dt="2020-05-21T16:01:02.157" v="159" actId="2696"/>
          <pc:sldLayoutMkLst>
            <pc:docMk/>
            <pc:sldMasterMk cId="3877396151" sldId="2147483849"/>
            <pc:sldLayoutMk cId="4210182259" sldId="2147483851"/>
          </pc:sldLayoutMkLst>
        </pc:sldLayoutChg>
        <pc:sldLayoutChg chg="del">
          <pc:chgData name="Wang, Wei" userId="627587dd-935f-4f2b-a6c6-edd4e0dcbff5" providerId="ADAL" clId="{057DEAD7-F1E7-4C55-AFB6-A6611C9C4E5D}" dt="2020-05-21T16:01:02.158" v="160" actId="2696"/>
          <pc:sldLayoutMkLst>
            <pc:docMk/>
            <pc:sldMasterMk cId="3877396151" sldId="2147483849"/>
            <pc:sldLayoutMk cId="3881125674" sldId="2147483852"/>
          </pc:sldLayoutMkLst>
        </pc:sldLayoutChg>
        <pc:sldLayoutChg chg="del">
          <pc:chgData name="Wang, Wei" userId="627587dd-935f-4f2b-a6c6-edd4e0dcbff5" providerId="ADAL" clId="{057DEAD7-F1E7-4C55-AFB6-A6611C9C4E5D}" dt="2020-05-21T16:01:02.160" v="161" actId="2696"/>
          <pc:sldLayoutMkLst>
            <pc:docMk/>
            <pc:sldMasterMk cId="3877396151" sldId="2147483849"/>
            <pc:sldLayoutMk cId="214291803" sldId="2147483853"/>
          </pc:sldLayoutMkLst>
        </pc:sldLayoutChg>
        <pc:sldLayoutChg chg="del">
          <pc:chgData name="Wang, Wei" userId="627587dd-935f-4f2b-a6c6-edd4e0dcbff5" providerId="ADAL" clId="{057DEAD7-F1E7-4C55-AFB6-A6611C9C4E5D}" dt="2020-05-21T16:01:02.161" v="162" actId="2696"/>
          <pc:sldLayoutMkLst>
            <pc:docMk/>
            <pc:sldMasterMk cId="3877396151" sldId="2147483849"/>
            <pc:sldLayoutMk cId="1474066911" sldId="2147483854"/>
          </pc:sldLayoutMkLst>
        </pc:sldLayoutChg>
        <pc:sldLayoutChg chg="del">
          <pc:chgData name="Wang, Wei" userId="627587dd-935f-4f2b-a6c6-edd4e0dcbff5" providerId="ADAL" clId="{057DEAD7-F1E7-4C55-AFB6-A6611C9C4E5D}" dt="2020-05-21T16:01:02.164" v="163" actId="2696"/>
          <pc:sldLayoutMkLst>
            <pc:docMk/>
            <pc:sldMasterMk cId="3877396151" sldId="2147483849"/>
            <pc:sldLayoutMk cId="1847845935" sldId="2147483855"/>
          </pc:sldLayoutMkLst>
        </pc:sldLayoutChg>
        <pc:sldLayoutChg chg="del">
          <pc:chgData name="Wang, Wei" userId="627587dd-935f-4f2b-a6c6-edd4e0dcbff5" providerId="ADAL" clId="{057DEAD7-F1E7-4C55-AFB6-A6611C9C4E5D}" dt="2020-05-21T16:01:02.166" v="164" actId="2696"/>
          <pc:sldLayoutMkLst>
            <pc:docMk/>
            <pc:sldMasterMk cId="3877396151" sldId="2147483849"/>
            <pc:sldLayoutMk cId="4057498967" sldId="2147483856"/>
          </pc:sldLayoutMkLst>
        </pc:sldLayoutChg>
        <pc:sldLayoutChg chg="del">
          <pc:chgData name="Wang, Wei" userId="627587dd-935f-4f2b-a6c6-edd4e0dcbff5" providerId="ADAL" clId="{057DEAD7-F1E7-4C55-AFB6-A6611C9C4E5D}" dt="2020-05-21T16:01:02.168" v="165" actId="2696"/>
          <pc:sldLayoutMkLst>
            <pc:docMk/>
            <pc:sldMasterMk cId="3877396151" sldId="2147483849"/>
            <pc:sldLayoutMk cId="439931139" sldId="2147483857"/>
          </pc:sldLayoutMkLst>
        </pc:sldLayoutChg>
        <pc:sldLayoutChg chg="del">
          <pc:chgData name="Wang, Wei" userId="627587dd-935f-4f2b-a6c6-edd4e0dcbff5" providerId="ADAL" clId="{057DEAD7-F1E7-4C55-AFB6-A6611C9C4E5D}" dt="2020-05-21T16:01:02.169" v="166" actId="2696"/>
          <pc:sldLayoutMkLst>
            <pc:docMk/>
            <pc:sldMasterMk cId="3877396151" sldId="2147483849"/>
            <pc:sldLayoutMk cId="740488066" sldId="2147483858"/>
          </pc:sldLayoutMkLst>
        </pc:sldLayoutChg>
        <pc:sldLayoutChg chg="del">
          <pc:chgData name="Wang, Wei" userId="627587dd-935f-4f2b-a6c6-edd4e0dcbff5" providerId="ADAL" clId="{057DEAD7-F1E7-4C55-AFB6-A6611C9C4E5D}" dt="2020-05-21T16:01:02.171" v="167" actId="2696"/>
          <pc:sldLayoutMkLst>
            <pc:docMk/>
            <pc:sldMasterMk cId="3877396151" sldId="2147483849"/>
            <pc:sldLayoutMk cId="1760919890" sldId="2147483859"/>
          </pc:sldLayoutMkLst>
        </pc:sldLayoutChg>
        <pc:sldLayoutChg chg="del">
          <pc:chgData name="Wang, Wei" userId="627587dd-935f-4f2b-a6c6-edd4e0dcbff5" providerId="ADAL" clId="{057DEAD7-F1E7-4C55-AFB6-A6611C9C4E5D}" dt="2020-05-21T16:01:02.172" v="168" actId="2696"/>
          <pc:sldLayoutMkLst>
            <pc:docMk/>
            <pc:sldMasterMk cId="3877396151" sldId="2147483849"/>
            <pc:sldLayoutMk cId="2694469045" sldId="2147483860"/>
          </pc:sldLayoutMkLst>
        </pc:sldLayoutChg>
        <pc:sldLayoutChg chg="del">
          <pc:chgData name="Wang, Wei" userId="627587dd-935f-4f2b-a6c6-edd4e0dcbff5" providerId="ADAL" clId="{057DEAD7-F1E7-4C55-AFB6-A6611C9C4E5D}" dt="2020-05-21T16:01:02.173" v="169" actId="2696"/>
          <pc:sldLayoutMkLst>
            <pc:docMk/>
            <pc:sldMasterMk cId="3877396151" sldId="2147483849"/>
            <pc:sldLayoutMk cId="2180933198" sldId="2147483861"/>
          </pc:sldLayoutMkLst>
        </pc:sldLayoutChg>
        <pc:sldLayoutChg chg="del">
          <pc:chgData name="Wang, Wei" userId="627587dd-935f-4f2b-a6c6-edd4e0dcbff5" providerId="ADAL" clId="{057DEAD7-F1E7-4C55-AFB6-A6611C9C4E5D}" dt="2020-05-21T16:01:02.173" v="170" actId="2696"/>
          <pc:sldLayoutMkLst>
            <pc:docMk/>
            <pc:sldMasterMk cId="3877396151" sldId="2147483849"/>
            <pc:sldLayoutMk cId="3841452663" sldId="2147483862"/>
          </pc:sldLayoutMkLst>
        </pc:sldLayoutChg>
        <pc:sldLayoutChg chg="del">
          <pc:chgData name="Wang, Wei" userId="627587dd-935f-4f2b-a6c6-edd4e0dcbff5" providerId="ADAL" clId="{057DEAD7-F1E7-4C55-AFB6-A6611C9C4E5D}" dt="2020-05-21T16:01:02.175" v="171" actId="2696"/>
          <pc:sldLayoutMkLst>
            <pc:docMk/>
            <pc:sldMasterMk cId="3877396151" sldId="2147483849"/>
            <pc:sldLayoutMk cId="1875997094" sldId="2147483863"/>
          </pc:sldLayoutMkLst>
        </pc:sldLayoutChg>
        <pc:sldLayoutChg chg="del">
          <pc:chgData name="Wang, Wei" userId="627587dd-935f-4f2b-a6c6-edd4e0dcbff5" providerId="ADAL" clId="{057DEAD7-F1E7-4C55-AFB6-A6611C9C4E5D}" dt="2020-05-21T16:01:02.176" v="172" actId="2696"/>
          <pc:sldLayoutMkLst>
            <pc:docMk/>
            <pc:sldMasterMk cId="3877396151" sldId="2147483849"/>
            <pc:sldLayoutMk cId="2610778980" sldId="2147483864"/>
          </pc:sldLayoutMkLst>
        </pc:sldLayoutChg>
        <pc:sldLayoutChg chg="del">
          <pc:chgData name="Wang, Wei" userId="627587dd-935f-4f2b-a6c6-edd4e0dcbff5" providerId="ADAL" clId="{057DEAD7-F1E7-4C55-AFB6-A6611C9C4E5D}" dt="2020-05-21T16:01:02.177" v="173" actId="2696"/>
          <pc:sldLayoutMkLst>
            <pc:docMk/>
            <pc:sldMasterMk cId="3877396151" sldId="2147483849"/>
            <pc:sldLayoutMk cId="2535699597" sldId="2147483865"/>
          </pc:sldLayoutMkLst>
        </pc:sldLayoutChg>
        <pc:sldLayoutChg chg="del">
          <pc:chgData name="Wang, Wei" userId="627587dd-935f-4f2b-a6c6-edd4e0dcbff5" providerId="ADAL" clId="{057DEAD7-F1E7-4C55-AFB6-A6611C9C4E5D}" dt="2020-05-21T16:01:02.178" v="174" actId="2696"/>
          <pc:sldLayoutMkLst>
            <pc:docMk/>
            <pc:sldMasterMk cId="3877396151" sldId="2147483849"/>
            <pc:sldLayoutMk cId="3601425507" sldId="2147483866"/>
          </pc:sldLayoutMkLst>
        </pc:sldLayoutChg>
        <pc:sldLayoutChg chg="del">
          <pc:chgData name="Wang, Wei" userId="627587dd-935f-4f2b-a6c6-edd4e0dcbff5" providerId="ADAL" clId="{057DEAD7-F1E7-4C55-AFB6-A6611C9C4E5D}" dt="2020-05-21T16:01:02.179" v="175" actId="2696"/>
          <pc:sldLayoutMkLst>
            <pc:docMk/>
            <pc:sldMasterMk cId="3877396151" sldId="2147483849"/>
            <pc:sldLayoutMk cId="2609394409" sldId="2147483867"/>
          </pc:sldLayoutMkLst>
        </pc:sldLayoutChg>
        <pc:sldLayoutChg chg="del">
          <pc:chgData name="Wang, Wei" userId="627587dd-935f-4f2b-a6c6-edd4e0dcbff5" providerId="ADAL" clId="{057DEAD7-F1E7-4C55-AFB6-A6611C9C4E5D}" dt="2020-05-21T16:01:02.183" v="176" actId="2696"/>
          <pc:sldLayoutMkLst>
            <pc:docMk/>
            <pc:sldMasterMk cId="3877396151" sldId="2147483849"/>
            <pc:sldLayoutMk cId="3610381843" sldId="2147483868"/>
          </pc:sldLayoutMkLst>
        </pc:sldLayoutChg>
        <pc:sldLayoutChg chg="del">
          <pc:chgData name="Wang, Wei" userId="627587dd-935f-4f2b-a6c6-edd4e0dcbff5" providerId="ADAL" clId="{057DEAD7-F1E7-4C55-AFB6-A6611C9C4E5D}" dt="2020-05-21T16:01:02.184" v="177" actId="2696"/>
          <pc:sldLayoutMkLst>
            <pc:docMk/>
            <pc:sldMasterMk cId="3877396151" sldId="2147483849"/>
            <pc:sldLayoutMk cId="286573086" sldId="2147483869"/>
          </pc:sldLayoutMkLst>
        </pc:sldLayoutChg>
        <pc:sldLayoutChg chg="del">
          <pc:chgData name="Wang, Wei" userId="627587dd-935f-4f2b-a6c6-edd4e0dcbff5" providerId="ADAL" clId="{057DEAD7-F1E7-4C55-AFB6-A6611C9C4E5D}" dt="2020-05-21T16:01:02.185" v="178" actId="2696"/>
          <pc:sldLayoutMkLst>
            <pc:docMk/>
            <pc:sldMasterMk cId="3877396151" sldId="2147483849"/>
            <pc:sldLayoutMk cId="1939716253" sldId="2147483870"/>
          </pc:sldLayoutMkLst>
        </pc:sldLayoutChg>
        <pc:sldLayoutChg chg="del">
          <pc:chgData name="Wang, Wei" userId="627587dd-935f-4f2b-a6c6-edd4e0dcbff5" providerId="ADAL" clId="{057DEAD7-F1E7-4C55-AFB6-A6611C9C4E5D}" dt="2020-05-21T16:01:02.187" v="179" actId="2696"/>
          <pc:sldLayoutMkLst>
            <pc:docMk/>
            <pc:sldMasterMk cId="3877396151" sldId="2147483849"/>
            <pc:sldLayoutMk cId="3360775297" sldId="2147483871"/>
          </pc:sldLayoutMkLst>
        </pc:sldLayoutChg>
        <pc:sldLayoutChg chg="del">
          <pc:chgData name="Wang, Wei" userId="627587dd-935f-4f2b-a6c6-edd4e0dcbff5" providerId="ADAL" clId="{057DEAD7-F1E7-4C55-AFB6-A6611C9C4E5D}" dt="2020-05-21T16:01:02.187" v="180" actId="2696"/>
          <pc:sldLayoutMkLst>
            <pc:docMk/>
            <pc:sldMasterMk cId="3877396151" sldId="2147483849"/>
            <pc:sldLayoutMk cId="1765900942" sldId="2147483872"/>
          </pc:sldLayoutMkLst>
        </pc:sldLayoutChg>
        <pc:sldLayoutChg chg="del">
          <pc:chgData name="Wang, Wei" userId="627587dd-935f-4f2b-a6c6-edd4e0dcbff5" providerId="ADAL" clId="{057DEAD7-F1E7-4C55-AFB6-A6611C9C4E5D}" dt="2020-05-21T16:01:02.188" v="181" actId="2696"/>
          <pc:sldLayoutMkLst>
            <pc:docMk/>
            <pc:sldMasterMk cId="3877396151" sldId="2147483849"/>
            <pc:sldLayoutMk cId="1953932773" sldId="2147483873"/>
          </pc:sldLayoutMkLst>
        </pc:sldLayoutChg>
        <pc:sldLayoutChg chg="del">
          <pc:chgData name="Wang, Wei" userId="627587dd-935f-4f2b-a6c6-edd4e0dcbff5" providerId="ADAL" clId="{057DEAD7-F1E7-4C55-AFB6-A6611C9C4E5D}" dt="2020-05-21T16:01:02.189" v="182" actId="2696"/>
          <pc:sldLayoutMkLst>
            <pc:docMk/>
            <pc:sldMasterMk cId="3877396151" sldId="2147483849"/>
            <pc:sldLayoutMk cId="2795723551" sldId="2147483874"/>
          </pc:sldLayoutMkLst>
        </pc:sldLayoutChg>
        <pc:sldLayoutChg chg="del">
          <pc:chgData name="Wang, Wei" userId="627587dd-935f-4f2b-a6c6-edd4e0dcbff5" providerId="ADAL" clId="{057DEAD7-F1E7-4C55-AFB6-A6611C9C4E5D}" dt="2020-05-21T16:01:02.190" v="183" actId="2696"/>
          <pc:sldLayoutMkLst>
            <pc:docMk/>
            <pc:sldMasterMk cId="3877396151" sldId="2147483849"/>
            <pc:sldLayoutMk cId="3625183382" sldId="2147483875"/>
          </pc:sldLayoutMkLst>
        </pc:sldLayoutChg>
        <pc:sldLayoutChg chg="del">
          <pc:chgData name="Wang, Wei" userId="627587dd-935f-4f2b-a6c6-edd4e0dcbff5" providerId="ADAL" clId="{057DEAD7-F1E7-4C55-AFB6-A6611C9C4E5D}" dt="2020-05-21T16:01:02.191" v="184" actId="2696"/>
          <pc:sldLayoutMkLst>
            <pc:docMk/>
            <pc:sldMasterMk cId="3877396151" sldId="2147483849"/>
            <pc:sldLayoutMk cId="3754326233" sldId="2147483876"/>
          </pc:sldLayoutMkLst>
        </pc:sldLayoutChg>
        <pc:sldLayoutChg chg="del">
          <pc:chgData name="Wang, Wei" userId="627587dd-935f-4f2b-a6c6-edd4e0dcbff5" providerId="ADAL" clId="{057DEAD7-F1E7-4C55-AFB6-A6611C9C4E5D}" dt="2020-05-21T16:01:02.127" v="156" actId="2696"/>
          <pc:sldLayoutMkLst>
            <pc:docMk/>
            <pc:sldMasterMk cId="3877396151" sldId="2147483849"/>
            <pc:sldLayoutMk cId="1039443579" sldId="2147483993"/>
          </pc:sldLayoutMkLst>
        </pc:sldLayoutChg>
      </pc:sldMasterChg>
      <pc:sldMasterChg chg="delSldLayout">
        <pc:chgData name="Wang, Wei" userId="627587dd-935f-4f2b-a6c6-edd4e0dcbff5" providerId="ADAL" clId="{057DEAD7-F1E7-4C55-AFB6-A6611C9C4E5D}" dt="2020-05-21T16:01:00.572" v="92" actId="2696"/>
        <pc:sldMasterMkLst>
          <pc:docMk/>
          <pc:sldMasterMk cId="2027459739" sldId="2147483926"/>
        </pc:sldMasterMkLst>
        <pc:sldLayoutChg chg="del">
          <pc:chgData name="Wang, Wei" userId="627587dd-935f-4f2b-a6c6-edd4e0dcbff5" providerId="ADAL" clId="{057DEAD7-F1E7-4C55-AFB6-A6611C9C4E5D}" dt="2020-05-21T16:01:00.572" v="92" actId="2696"/>
          <pc:sldLayoutMkLst>
            <pc:docMk/>
            <pc:sldMasterMk cId="2027459739" sldId="2147483926"/>
            <pc:sldLayoutMk cId="1571272697" sldId="2147483992"/>
          </pc:sldLayoutMkLst>
        </pc:sldLayoutChg>
      </pc:sldMasterChg>
      <pc:sldMasterChg chg="delSldLayout">
        <pc:chgData name="Wang, Wei" userId="627587dd-935f-4f2b-a6c6-edd4e0dcbff5" providerId="ADAL" clId="{057DEAD7-F1E7-4C55-AFB6-A6611C9C4E5D}" dt="2020-05-21T16:01:01.940" v="146" actId="2696"/>
        <pc:sldMasterMkLst>
          <pc:docMk/>
          <pc:sldMasterMk cId="2216067138" sldId="2147483931"/>
        </pc:sldMasterMkLst>
        <pc:sldLayoutChg chg="del">
          <pc:chgData name="Wang, Wei" userId="627587dd-935f-4f2b-a6c6-edd4e0dcbff5" providerId="ADAL" clId="{057DEAD7-F1E7-4C55-AFB6-A6611C9C4E5D}" dt="2020-05-21T16:01:01.467" v="124" actId="2696"/>
          <pc:sldLayoutMkLst>
            <pc:docMk/>
            <pc:sldMasterMk cId="2216067138" sldId="2147483931"/>
            <pc:sldLayoutMk cId="3162750045" sldId="2147483996"/>
          </pc:sldLayoutMkLst>
        </pc:sldLayoutChg>
        <pc:sldLayoutChg chg="del">
          <pc:chgData name="Wang, Wei" userId="627587dd-935f-4f2b-a6c6-edd4e0dcbff5" providerId="ADAL" clId="{057DEAD7-F1E7-4C55-AFB6-A6611C9C4E5D}" dt="2020-05-21T16:01:01.940" v="146" actId="2696"/>
          <pc:sldLayoutMkLst>
            <pc:docMk/>
            <pc:sldMasterMk cId="2216067138" sldId="2147483931"/>
            <pc:sldLayoutMk cId="852366077" sldId="2147483997"/>
          </pc:sldLayoutMkLst>
        </pc:sldLayoutChg>
      </pc:sldMasterChg>
    </pc:docChg>
  </pc:docChgLst>
  <pc:docChgLst>
    <pc:chgData name="Shust, Tatiana" userId="S::cstshustt@corp.jti.com::83f76e49-8fcc-4b3e-99fe-2ba8ae2bd8b0" providerId="AD" clId="Web-{35E40CA7-5206-085B-49F9-B747BBBE9F3D}"/>
    <pc:docChg chg="mod">
      <pc:chgData name="Shust, Tatiana" userId="S::cstshustt@corp.jti.com::83f76e49-8fcc-4b3e-99fe-2ba8ae2bd8b0" providerId="AD" clId="Web-{35E40CA7-5206-085B-49F9-B747BBBE9F3D}" dt="2022-06-08T07:04:36.922" v="0" actId="33475"/>
      <pc:docMkLst>
        <pc:docMk/>
      </pc:docMkLst>
    </pc:docChg>
  </pc:docChgLst>
  <pc:docChgLst>
    <pc:chgData name="Wang, Wei" userId="627587dd-935f-4f2b-a6c6-edd4e0dcbff5" providerId="ADAL" clId="{CA4E89E4-842A-4FC6-8E2B-51B2DA5662AB}"/>
    <pc:docChg chg="delSld">
      <pc:chgData name="Wang, Wei" userId="627587dd-935f-4f2b-a6c6-edd4e0dcbff5" providerId="ADAL" clId="{CA4E89E4-842A-4FC6-8E2B-51B2DA5662AB}" dt="2020-05-21T15:40:53.868" v="26" actId="2696"/>
      <pc:docMkLst>
        <pc:docMk/>
      </pc:docMkLst>
      <pc:sldChg chg="del">
        <pc:chgData name="Wang, Wei" userId="627587dd-935f-4f2b-a6c6-edd4e0dcbff5" providerId="ADAL" clId="{CA4E89E4-842A-4FC6-8E2B-51B2DA5662AB}" dt="2020-05-21T15:39:42.999" v="1" actId="2696"/>
        <pc:sldMkLst>
          <pc:docMk/>
          <pc:sldMk cId="4020754754" sldId="3213"/>
        </pc:sldMkLst>
      </pc:sldChg>
      <pc:sldChg chg="del">
        <pc:chgData name="Wang, Wei" userId="627587dd-935f-4f2b-a6c6-edd4e0dcbff5" providerId="ADAL" clId="{CA4E89E4-842A-4FC6-8E2B-51B2DA5662AB}" dt="2020-05-21T15:39:43.033" v="2" actId="2696"/>
        <pc:sldMkLst>
          <pc:docMk/>
          <pc:sldMk cId="2246022790" sldId="3215"/>
        </pc:sldMkLst>
      </pc:sldChg>
      <pc:sldChg chg="del">
        <pc:chgData name="Wang, Wei" userId="627587dd-935f-4f2b-a6c6-edd4e0dcbff5" providerId="ADAL" clId="{CA4E89E4-842A-4FC6-8E2B-51B2DA5662AB}" dt="2020-05-21T15:39:43.065" v="3" actId="2696"/>
        <pc:sldMkLst>
          <pc:docMk/>
          <pc:sldMk cId="2119841619" sldId="3216"/>
        </pc:sldMkLst>
      </pc:sldChg>
      <pc:sldChg chg="del">
        <pc:chgData name="Wang, Wei" userId="627587dd-935f-4f2b-a6c6-edd4e0dcbff5" providerId="ADAL" clId="{CA4E89E4-842A-4FC6-8E2B-51B2DA5662AB}" dt="2020-05-21T15:39:43.192" v="6" actId="2696"/>
        <pc:sldMkLst>
          <pc:docMk/>
          <pc:sldMk cId="3857299536" sldId="3217"/>
        </pc:sldMkLst>
      </pc:sldChg>
      <pc:sldChg chg="del">
        <pc:chgData name="Wang, Wei" userId="627587dd-935f-4f2b-a6c6-edd4e0dcbff5" providerId="ADAL" clId="{CA4E89E4-842A-4FC6-8E2B-51B2DA5662AB}" dt="2020-05-21T15:39:43.219" v="7" actId="2696"/>
        <pc:sldMkLst>
          <pc:docMk/>
          <pc:sldMk cId="246017269" sldId="3218"/>
        </pc:sldMkLst>
      </pc:sldChg>
      <pc:sldChg chg="del">
        <pc:chgData name="Wang, Wei" userId="627587dd-935f-4f2b-a6c6-edd4e0dcbff5" providerId="ADAL" clId="{CA4E89E4-842A-4FC6-8E2B-51B2DA5662AB}" dt="2020-05-21T15:39:43.282" v="9" actId="2696"/>
        <pc:sldMkLst>
          <pc:docMk/>
          <pc:sldMk cId="3408671469" sldId="3219"/>
        </pc:sldMkLst>
      </pc:sldChg>
      <pc:sldChg chg="del">
        <pc:chgData name="Wang, Wei" userId="627587dd-935f-4f2b-a6c6-edd4e0dcbff5" providerId="ADAL" clId="{CA4E89E4-842A-4FC6-8E2B-51B2DA5662AB}" dt="2020-05-21T15:39:43.253" v="8" actId="2696"/>
        <pc:sldMkLst>
          <pc:docMk/>
          <pc:sldMk cId="1897169788" sldId="3220"/>
        </pc:sldMkLst>
      </pc:sldChg>
      <pc:sldChg chg="del">
        <pc:chgData name="Wang, Wei" userId="627587dd-935f-4f2b-a6c6-edd4e0dcbff5" providerId="ADAL" clId="{CA4E89E4-842A-4FC6-8E2B-51B2DA5662AB}" dt="2020-05-21T15:39:43.318" v="10" actId="2696"/>
        <pc:sldMkLst>
          <pc:docMk/>
          <pc:sldMk cId="204676027" sldId="3222"/>
        </pc:sldMkLst>
      </pc:sldChg>
      <pc:sldChg chg="del">
        <pc:chgData name="Wang, Wei" userId="627587dd-935f-4f2b-a6c6-edd4e0dcbff5" providerId="ADAL" clId="{CA4E89E4-842A-4FC6-8E2B-51B2DA5662AB}" dt="2020-05-21T15:39:43.441" v="13" actId="2696"/>
        <pc:sldMkLst>
          <pc:docMk/>
          <pc:sldMk cId="2373195931" sldId="3223"/>
        </pc:sldMkLst>
      </pc:sldChg>
      <pc:sldChg chg="del">
        <pc:chgData name="Wang, Wei" userId="627587dd-935f-4f2b-a6c6-edd4e0dcbff5" providerId="ADAL" clId="{CA4E89E4-842A-4FC6-8E2B-51B2DA5662AB}" dt="2020-05-21T15:39:43.400" v="12" actId="2696"/>
        <pc:sldMkLst>
          <pc:docMk/>
          <pc:sldMk cId="877100948" sldId="3224"/>
        </pc:sldMkLst>
      </pc:sldChg>
      <pc:sldChg chg="del">
        <pc:chgData name="Wang, Wei" userId="627587dd-935f-4f2b-a6c6-edd4e0dcbff5" providerId="ADAL" clId="{CA4E89E4-842A-4FC6-8E2B-51B2DA5662AB}" dt="2020-05-21T15:39:43.467" v="14" actId="2696"/>
        <pc:sldMkLst>
          <pc:docMk/>
          <pc:sldMk cId="1460641953" sldId="3226"/>
        </pc:sldMkLst>
      </pc:sldChg>
      <pc:sldChg chg="del">
        <pc:chgData name="Wang, Wei" userId="627587dd-935f-4f2b-a6c6-edd4e0dcbff5" providerId="ADAL" clId="{CA4E89E4-842A-4FC6-8E2B-51B2DA5662AB}" dt="2020-05-21T15:39:43.659" v="19" actId="2696"/>
        <pc:sldMkLst>
          <pc:docMk/>
          <pc:sldMk cId="709152779" sldId="3227"/>
        </pc:sldMkLst>
      </pc:sldChg>
      <pc:sldChg chg="del">
        <pc:chgData name="Wang, Wei" userId="627587dd-935f-4f2b-a6c6-edd4e0dcbff5" providerId="ADAL" clId="{CA4E89E4-842A-4FC6-8E2B-51B2DA5662AB}" dt="2020-05-21T15:39:43.830" v="23" actId="2696"/>
        <pc:sldMkLst>
          <pc:docMk/>
          <pc:sldMk cId="1157975152" sldId="3228"/>
        </pc:sldMkLst>
      </pc:sldChg>
      <pc:sldChg chg="del">
        <pc:chgData name="Wang, Wei" userId="627587dd-935f-4f2b-a6c6-edd4e0dcbff5" providerId="ADAL" clId="{CA4E89E4-842A-4FC6-8E2B-51B2DA5662AB}" dt="2020-05-21T15:39:43.549" v="16" actId="2696"/>
        <pc:sldMkLst>
          <pc:docMk/>
          <pc:sldMk cId="654653082" sldId="3229"/>
        </pc:sldMkLst>
      </pc:sldChg>
      <pc:sldChg chg="del">
        <pc:chgData name="Wang, Wei" userId="627587dd-935f-4f2b-a6c6-edd4e0dcbff5" providerId="ADAL" clId="{CA4E89E4-842A-4FC6-8E2B-51B2DA5662AB}" dt="2020-05-21T15:39:43.592" v="17" actId="2696"/>
        <pc:sldMkLst>
          <pc:docMk/>
          <pc:sldMk cId="3816839617" sldId="3230"/>
        </pc:sldMkLst>
      </pc:sldChg>
      <pc:sldChg chg="del">
        <pc:chgData name="Wang, Wei" userId="627587dd-935f-4f2b-a6c6-edd4e0dcbff5" providerId="ADAL" clId="{CA4E89E4-842A-4FC6-8E2B-51B2DA5662AB}" dt="2020-05-21T15:39:43.503" v="15" actId="2696"/>
        <pc:sldMkLst>
          <pc:docMk/>
          <pc:sldMk cId="3155281055" sldId="3231"/>
        </pc:sldMkLst>
      </pc:sldChg>
      <pc:sldChg chg="del">
        <pc:chgData name="Wang, Wei" userId="627587dd-935f-4f2b-a6c6-edd4e0dcbff5" providerId="ADAL" clId="{CA4E89E4-842A-4FC6-8E2B-51B2DA5662AB}" dt="2020-05-21T15:39:43.626" v="18" actId="2696"/>
        <pc:sldMkLst>
          <pc:docMk/>
          <pc:sldMk cId="509975017" sldId="3232"/>
        </pc:sldMkLst>
      </pc:sldChg>
      <pc:sldChg chg="del">
        <pc:chgData name="Wang, Wei" userId="627587dd-935f-4f2b-a6c6-edd4e0dcbff5" providerId="ADAL" clId="{CA4E89E4-842A-4FC6-8E2B-51B2DA5662AB}" dt="2020-05-21T15:39:43.696" v="20" actId="2696"/>
        <pc:sldMkLst>
          <pc:docMk/>
          <pc:sldMk cId="1649909049" sldId="3233"/>
        </pc:sldMkLst>
      </pc:sldChg>
      <pc:sldChg chg="del">
        <pc:chgData name="Wang, Wei" userId="627587dd-935f-4f2b-a6c6-edd4e0dcbff5" providerId="ADAL" clId="{CA4E89E4-842A-4FC6-8E2B-51B2DA5662AB}" dt="2020-05-21T15:39:43.751" v="21" actId="2696"/>
        <pc:sldMkLst>
          <pc:docMk/>
          <pc:sldMk cId="3548260843" sldId="3235"/>
        </pc:sldMkLst>
      </pc:sldChg>
      <pc:sldChg chg="del">
        <pc:chgData name="Wang, Wei" userId="627587dd-935f-4f2b-a6c6-edd4e0dcbff5" providerId="ADAL" clId="{CA4E89E4-842A-4FC6-8E2B-51B2DA5662AB}" dt="2020-05-21T15:39:43.793" v="22" actId="2696"/>
        <pc:sldMkLst>
          <pc:docMk/>
          <pc:sldMk cId="763565562" sldId="3236"/>
        </pc:sldMkLst>
      </pc:sldChg>
      <pc:sldChg chg="del">
        <pc:chgData name="Wang, Wei" userId="627587dd-935f-4f2b-a6c6-edd4e0dcbff5" providerId="ADAL" clId="{CA4E89E4-842A-4FC6-8E2B-51B2DA5662AB}" dt="2020-05-21T15:40:53.830" v="24" actId="2696"/>
        <pc:sldMkLst>
          <pc:docMk/>
          <pc:sldMk cId="1984202630" sldId="3241"/>
        </pc:sldMkLst>
      </pc:sldChg>
      <pc:sldChg chg="del">
        <pc:chgData name="Wang, Wei" userId="627587dd-935f-4f2b-a6c6-edd4e0dcbff5" providerId="ADAL" clId="{CA4E89E4-842A-4FC6-8E2B-51B2DA5662AB}" dt="2020-05-21T15:40:53.857" v="25" actId="2696"/>
        <pc:sldMkLst>
          <pc:docMk/>
          <pc:sldMk cId="1888640879" sldId="3242"/>
        </pc:sldMkLst>
      </pc:sldChg>
      <pc:sldChg chg="del">
        <pc:chgData name="Wang, Wei" userId="627587dd-935f-4f2b-a6c6-edd4e0dcbff5" providerId="ADAL" clId="{CA4E89E4-842A-4FC6-8E2B-51B2DA5662AB}" dt="2020-05-21T15:39:42.970" v="0" actId="2696"/>
        <pc:sldMkLst>
          <pc:docMk/>
          <pc:sldMk cId="842741756" sldId="3350"/>
        </pc:sldMkLst>
      </pc:sldChg>
      <pc:sldChg chg="del">
        <pc:chgData name="Wang, Wei" userId="627587dd-935f-4f2b-a6c6-edd4e0dcbff5" providerId="ADAL" clId="{CA4E89E4-842A-4FC6-8E2B-51B2DA5662AB}" dt="2020-05-21T15:39:43.366" v="11" actId="2696"/>
        <pc:sldMkLst>
          <pc:docMk/>
          <pc:sldMk cId="3109476665" sldId="3351"/>
        </pc:sldMkLst>
      </pc:sldChg>
      <pc:sldChg chg="del">
        <pc:chgData name="Wang, Wei" userId="627587dd-935f-4f2b-a6c6-edd4e0dcbff5" providerId="ADAL" clId="{CA4E89E4-842A-4FC6-8E2B-51B2DA5662AB}" dt="2020-05-21T15:40:53.868" v="26" actId="2696"/>
        <pc:sldMkLst>
          <pc:docMk/>
          <pc:sldMk cId="3704800372" sldId="3352"/>
        </pc:sldMkLst>
      </pc:sldChg>
      <pc:sldChg chg="del">
        <pc:chgData name="Wang, Wei" userId="627587dd-935f-4f2b-a6c6-edd4e0dcbff5" providerId="ADAL" clId="{CA4E89E4-842A-4FC6-8E2B-51B2DA5662AB}" dt="2020-05-21T15:39:43.115" v="4" actId="2696"/>
        <pc:sldMkLst>
          <pc:docMk/>
          <pc:sldMk cId="3510057645" sldId="3392"/>
        </pc:sldMkLst>
      </pc:sldChg>
      <pc:sldChg chg="del">
        <pc:chgData name="Wang, Wei" userId="627587dd-935f-4f2b-a6c6-edd4e0dcbff5" providerId="ADAL" clId="{CA4E89E4-842A-4FC6-8E2B-51B2DA5662AB}" dt="2020-05-21T15:39:43.152" v="5" actId="2696"/>
        <pc:sldMkLst>
          <pc:docMk/>
          <pc:sldMk cId="3242740702" sldId="33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2E298-1248-4401-9F3E-79067294A229}" type="datetimeFigureOut">
              <a:rPr lang="en-GB" smtClean="0"/>
              <a:t>25/04/2024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944EB3-E743-414B-A21A-64E051E5FA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677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944EB3-E743-414B-A21A-64E051E5FA0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83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19BDA20-998B-457A-B579-10860DCD0A1C}"/>
              </a:ext>
            </a:extLst>
          </p:cNvPr>
          <p:cNvGrpSpPr/>
          <p:nvPr userDrawn="1"/>
        </p:nvGrpSpPr>
        <p:grpSpPr>
          <a:xfrm>
            <a:off x="534277" y="380597"/>
            <a:ext cx="902611" cy="902611"/>
            <a:chOff x="515937" y="326276"/>
            <a:chExt cx="902611" cy="902611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61574AA-36DC-4AA1-8288-BB699FC616CA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46EE58-4E15-4047-BA0A-08D806BDD0C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491A383-0A05-4DB6-8C35-81A9AE683911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B915A6A-1CF1-4842-9A60-D4810548BD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36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121BA3-DFDA-4363-BC31-122FB93EABAF}"/>
              </a:ext>
            </a:extLst>
          </p:cNvPr>
          <p:cNvGrpSpPr/>
          <p:nvPr userDrawn="1"/>
        </p:nvGrpSpPr>
        <p:grpSpPr>
          <a:xfrm>
            <a:off x="480180" y="350564"/>
            <a:ext cx="902611" cy="902611"/>
            <a:chOff x="515937" y="326276"/>
            <a:chExt cx="902611" cy="90261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2474FB6-94CF-4B97-ACDD-CA64BE8D759B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9F5856B-5698-43AD-BCFC-2C10B8A97B78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1963F15-A1C0-4470-B411-E0046E12E4B7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1FC43D5-4C18-40D6-9BB7-C5A28C7442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034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0" y="-11151"/>
            <a:ext cx="12192000" cy="6869151"/>
            <a:chOff x="0" y="-11151"/>
            <a:chExt cx="12192000" cy="6869151"/>
          </a:xfrm>
        </p:grpSpPr>
        <p:grpSp>
          <p:nvGrpSpPr>
            <p:cNvPr id="7" name="Group 6"/>
            <p:cNvGrpSpPr/>
            <p:nvPr/>
          </p:nvGrpSpPr>
          <p:grpSpPr>
            <a:xfrm>
              <a:off x="0" y="30978"/>
              <a:ext cx="7346443" cy="6827022"/>
              <a:chOff x="0" y="30978"/>
              <a:chExt cx="7346443" cy="6827022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0" y="30978"/>
                <a:ext cx="7346443" cy="6827022"/>
              </a:xfrm>
              <a:custGeom>
                <a:avLst/>
                <a:gdLst>
                  <a:gd name="connsiteX0" fmla="*/ 0 w 7346443"/>
                  <a:gd name="connsiteY0" fmla="*/ 0 h 6827022"/>
                  <a:gd name="connsiteX1" fmla="*/ 7346443 w 7346443"/>
                  <a:gd name="connsiteY1" fmla="*/ 6827022 h 6827022"/>
                  <a:gd name="connsiteX2" fmla="*/ 0 w 7346443"/>
                  <a:gd name="connsiteY2" fmla="*/ 6827022 h 6827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346443" h="6827022">
                    <a:moveTo>
                      <a:pt x="0" y="0"/>
                    </a:moveTo>
                    <a:lnTo>
                      <a:pt x="7346443" y="6827022"/>
                    </a:lnTo>
                    <a:lnTo>
                      <a:pt x="0" y="6827022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ru-RU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0" y="1696574"/>
                <a:ext cx="802656" cy="1625366"/>
              </a:xfrm>
              <a:custGeom>
                <a:avLst/>
                <a:gdLst>
                  <a:gd name="connsiteX0" fmla="*/ 0 w 802656"/>
                  <a:gd name="connsiteY0" fmla="*/ 0 h 1625366"/>
                  <a:gd name="connsiteX1" fmla="*/ 152859 w 802656"/>
                  <a:gd name="connsiteY1" fmla="*/ 15410 h 1625366"/>
                  <a:gd name="connsiteX2" fmla="*/ 802656 w 802656"/>
                  <a:gd name="connsiteY2" fmla="*/ 812683 h 1625366"/>
                  <a:gd name="connsiteX3" fmla="*/ 152859 w 802656"/>
                  <a:gd name="connsiteY3" fmla="*/ 1609956 h 1625366"/>
                  <a:gd name="connsiteX4" fmla="*/ 0 w 802656"/>
                  <a:gd name="connsiteY4" fmla="*/ 1625366 h 162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2656" h="1625366">
                    <a:moveTo>
                      <a:pt x="0" y="0"/>
                    </a:moveTo>
                    <a:lnTo>
                      <a:pt x="152859" y="15410"/>
                    </a:lnTo>
                    <a:cubicBezTo>
                      <a:pt x="523697" y="91294"/>
                      <a:pt x="802656" y="419412"/>
                      <a:pt x="802656" y="812683"/>
                    </a:cubicBezTo>
                    <a:cubicBezTo>
                      <a:pt x="802656" y="1205955"/>
                      <a:pt x="523697" y="1534072"/>
                      <a:pt x="152859" y="1609956"/>
                    </a:cubicBezTo>
                    <a:lnTo>
                      <a:pt x="0" y="1625366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6096000" y="-11151"/>
              <a:ext cx="6096000" cy="6869151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A2304-23DC-2B46-BD14-F082077842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15939" y="1340547"/>
            <a:ext cx="989806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335" y="210344"/>
            <a:ext cx="8881665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3E3ED3-E1D0-48F5-B172-777303D896C3}"/>
              </a:ext>
            </a:extLst>
          </p:cNvPr>
          <p:cNvGrpSpPr/>
          <p:nvPr userDrawn="1"/>
        </p:nvGrpSpPr>
        <p:grpSpPr>
          <a:xfrm>
            <a:off x="445437" y="339706"/>
            <a:ext cx="902611" cy="902611"/>
            <a:chOff x="515937" y="326276"/>
            <a:chExt cx="902611" cy="90261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1A762A3-16E6-49DD-8A26-37F5555A1037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ACDF384-011B-4FDE-A421-145C11992406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C7C968A-376D-438A-92CD-5E062A0ACAE8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0ADBB0A-57B8-4C48-B096-6520C0B734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665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rgbClr val="005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3E30CAE-C48E-4C10-823D-7B7B055C1621}"/>
              </a:ext>
            </a:extLst>
          </p:cNvPr>
          <p:cNvGrpSpPr/>
          <p:nvPr userDrawn="1"/>
        </p:nvGrpSpPr>
        <p:grpSpPr>
          <a:xfrm>
            <a:off x="445437" y="339706"/>
            <a:ext cx="902611" cy="902611"/>
            <a:chOff x="515937" y="326276"/>
            <a:chExt cx="902611" cy="90261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48B2734-2F5C-4117-AEB7-A94237D67448}"/>
                </a:ext>
              </a:extLst>
            </p:cNvPr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4C76669-00B0-4607-8644-F90CB369E0B5}"/>
                  </a:ext>
                </a:extLst>
              </p:cNvPr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CEA192E-2BDC-4203-AC54-8AD16575143B}"/>
                  </a:ext>
                </a:extLst>
              </p:cNvPr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905EC3A-FD2E-44C9-BC8C-D41A7528EB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6064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809"/>
            <a:ext cx="12192017" cy="499263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3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975" y="434793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247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2" name="Group 21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8" name="Picture 2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167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9" name="Group 18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102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521" y="19143"/>
            <a:ext cx="10837863" cy="1325563"/>
          </a:xfrm>
        </p:spPr>
        <p:txBody>
          <a:bodyPr>
            <a:normAutofit/>
          </a:bodyPr>
          <a:lstStyle>
            <a:lvl1pPr>
              <a:defRPr sz="30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139383" y="6465095"/>
            <a:ext cx="2743200" cy="365125"/>
          </a:xfrm>
        </p:spPr>
        <p:txBody>
          <a:bodyPr/>
          <a:lstStyle>
            <a:lvl1pPr>
              <a:defRPr sz="800"/>
            </a:lvl1pPr>
          </a:lstStyle>
          <a:p>
            <a:fld id="{1A6A2304-23DC-2B46-BD14-F082077842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8875"/>
            <a:ext cx="207818" cy="5968783"/>
          </a:xfrm>
          <a:prstGeom prst="rect">
            <a:avLst/>
          </a:prstGeom>
          <a:solidFill>
            <a:srgbClr val="A7E6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695453"/>
            <a:ext cx="10837863" cy="496548"/>
          </a:xfrm>
        </p:spPr>
        <p:txBody>
          <a:bodyPr/>
          <a:lstStyle>
            <a:lvl3pPr marL="399930" indent="-195204">
              <a:defRPr/>
            </a:lvl3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15939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C8EE6D-3E29-41D5-BCF4-F699C8F035C9}"/>
              </a:ext>
            </a:extLst>
          </p:cNvPr>
          <p:cNvSpPr txBox="1"/>
          <p:nvPr/>
        </p:nvSpPr>
        <p:spPr>
          <a:xfrm>
            <a:off x="515938" y="6282533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JTI 2018 Confidential 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086109" y="394278"/>
            <a:ext cx="2105891" cy="569193"/>
            <a:chOff x="10086109" y="5763491"/>
            <a:chExt cx="2105891" cy="569193"/>
          </a:xfrm>
        </p:grpSpPr>
        <p:sp>
          <p:nvSpPr>
            <p:cNvPr id="10" name="Rectangle 9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rgbClr val="A7E6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rgbClr val="1A3140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126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799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Rounded Rectangle 14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126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3" name="TextBox 12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1999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5613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809"/>
            <a:ext cx="12192017" cy="499263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4199439"/>
            <a:ext cx="12192000" cy="1440000"/>
          </a:xfrm>
          <a:prstGeom prst="rect">
            <a:avLst/>
          </a:prstGeom>
          <a:solidFill>
            <a:schemeClr val="accent3">
              <a:lumMod val="5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80B215-A81F-481D-8C0E-6BF46A6156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38999" y="5879560"/>
            <a:ext cx="829976" cy="6212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C11B0-82D2-4B1D-A080-5DEC7B98E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4199439"/>
            <a:ext cx="8472253" cy="1440000"/>
          </a:xfrm>
        </p:spPr>
        <p:txBody>
          <a:bodyPr anchor="ctr" anchorCtr="0"/>
          <a:lstStyle>
            <a:lvl1pPr algn="l">
              <a:defRPr sz="4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975" y="4347939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0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6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3pPr marL="400050" indent="-195263"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7" name="Group 16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8914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2BE79-9CF6-49D0-828F-83304EE1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1794-EBBB-48C2-B2AE-5771C52F0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695450"/>
            <a:ext cx="4824413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396C8-82EE-4828-BB90-F70077CC6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CAEA2-92AB-4512-A9D7-FD0A724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63241-5450-4976-8525-5C06611D08B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91175" y="1695450"/>
            <a:ext cx="6084886" cy="4587081"/>
          </a:xfrm>
        </p:spPr>
        <p:txBody>
          <a:bodyPr/>
          <a:lstStyle>
            <a:lvl1pPr>
              <a:defRPr sz="1400"/>
            </a:lvl1pPr>
            <a:lvl2pPr marL="165100" indent="-165100">
              <a:defRPr sz="1400"/>
            </a:lvl2pPr>
            <a:lvl3pPr marL="344488" indent="-160338">
              <a:defRPr sz="1200"/>
            </a:lvl3pPr>
            <a:lvl4pPr marL="544513" indent="-184150">
              <a:defRPr sz="1100"/>
            </a:lvl4pPr>
            <a:lvl5pPr marL="746125" indent="-176213"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15938" y="1344706"/>
            <a:ext cx="1116012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11" name="Rectangle 10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4" name="TextBox 13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7" name="Rectangle 16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22" name="Group 21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8" name="Picture 27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5145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08513E-D1D6-4909-A6A1-E798C384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1A9FA-9619-43AB-B085-D7F02109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11277" y="210344"/>
            <a:ext cx="8902723" cy="9842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0086109" y="417870"/>
            <a:ext cx="2105891" cy="569193"/>
            <a:chOff x="10086109" y="5763491"/>
            <a:chExt cx="2105891" cy="569193"/>
          </a:xfrm>
        </p:grpSpPr>
        <p:sp>
          <p:nvSpPr>
            <p:cNvPr id="8" name="Rectangle 7"/>
            <p:cNvSpPr/>
            <p:nvPr/>
          </p:nvSpPr>
          <p:spPr>
            <a:xfrm>
              <a:off x="10086109" y="5763491"/>
              <a:ext cx="2105891" cy="51904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0538695" y="5812704"/>
              <a:ext cx="1343888" cy="519980"/>
              <a:chOff x="515938" y="466803"/>
              <a:chExt cx="2499478" cy="967103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15938" y="466803"/>
                <a:ext cx="281354" cy="780960"/>
                <a:chOff x="4342156" y="2541184"/>
                <a:chExt cx="219003" cy="683186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342156" y="2541184"/>
                  <a:ext cx="92606" cy="544709"/>
                </a:xfrm>
                <a:prstGeom prst="rect">
                  <a:avLst/>
                </a:prstGeom>
                <a:solidFill>
                  <a:schemeClr val="tx2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 bwMode="auto">
                <a:xfrm>
                  <a:off x="4475003" y="2541184"/>
                  <a:ext cx="86156" cy="683186"/>
                </a:xfrm>
                <a:prstGeom prst="roundRect">
                  <a:avLst>
                    <a:gd name="adj" fmla="val 659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txBody>
                <a:bodyPr vert="horz" wrap="square" lIns="0" tIns="0" rIns="0" bIns="0" numCol="1" rtlCol="0" anchor="ctr" anchorCtr="1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500" b="0" i="0" u="none" strike="noStrike" kern="0" cap="none" spc="0" normalizeH="0" baseline="0" noProof="0">
                    <a:ln>
                      <a:noFill/>
                    </a:ln>
                    <a:solidFill>
                      <a:srgbClr val="122632"/>
                    </a:solidFill>
                    <a:effectLst/>
                    <a:uLnTx/>
                    <a:uFillTx/>
                    <a:ea typeface="ＭＳ Ｐゴシック" charset="0"/>
                  </a:endParaRPr>
                </a:p>
              </p:txBody>
            </p:sp>
          </p:grpSp>
          <p:sp>
            <p:nvSpPr>
              <p:cNvPr id="11" name="TextBox 10"/>
              <p:cNvSpPr txBox="1"/>
              <p:nvPr/>
            </p:nvSpPr>
            <p:spPr>
              <a:xfrm>
                <a:off x="891194" y="589844"/>
                <a:ext cx="2124222" cy="8440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/>
                <a:r>
                  <a:rPr lang="en-US" sz="2000" b="1">
                    <a:solidFill>
                      <a:schemeClr val="bg1"/>
                    </a:solidFill>
                  </a:rPr>
                  <a:t>S4F-ERP</a:t>
                </a:r>
              </a:p>
            </p:txBody>
          </p:sp>
        </p:grpSp>
      </p:grpSp>
      <p:sp>
        <p:nvSpPr>
          <p:cNvPr id="14" name="Rectangle 13"/>
          <p:cNvSpPr/>
          <p:nvPr userDrawn="1"/>
        </p:nvSpPr>
        <p:spPr>
          <a:xfrm>
            <a:off x="0" y="678873"/>
            <a:ext cx="207818" cy="596878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8" name="Group 17"/>
          <p:cNvGrpSpPr/>
          <p:nvPr userDrawn="1"/>
        </p:nvGrpSpPr>
        <p:grpSpPr>
          <a:xfrm>
            <a:off x="515937" y="326276"/>
            <a:ext cx="902611" cy="902611"/>
            <a:chOff x="515937" y="326276"/>
            <a:chExt cx="902611" cy="902611"/>
          </a:xfrm>
        </p:grpSpPr>
        <p:grpSp>
          <p:nvGrpSpPr>
            <p:cNvPr id="19" name="Group 18"/>
            <p:cNvGrpSpPr/>
            <p:nvPr/>
          </p:nvGrpSpPr>
          <p:grpSpPr>
            <a:xfrm>
              <a:off x="515937" y="326276"/>
              <a:ext cx="902611" cy="902611"/>
              <a:chOff x="4492144" y="190843"/>
              <a:chExt cx="855656" cy="855656"/>
            </a:xfrm>
          </p:grpSpPr>
          <p:sp>
            <p:nvSpPr>
              <p:cNvPr id="26" name="Oval 25"/>
              <p:cNvSpPr/>
              <p:nvPr/>
            </p:nvSpPr>
            <p:spPr>
              <a:xfrm>
                <a:off x="4492144" y="190843"/>
                <a:ext cx="855656" cy="855656"/>
              </a:xfrm>
              <a:prstGeom prst="ellipse">
                <a:avLst/>
              </a:prstGeom>
              <a:solidFill>
                <a:schemeClr val="bg1"/>
              </a:solidFill>
              <a:ln w="76200">
                <a:noFill/>
              </a:ln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4551137" y="249836"/>
                <a:ext cx="737671" cy="737671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 w="76200"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659" y="554912"/>
              <a:ext cx="457200" cy="457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070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105994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991" r:id="rId3"/>
    <p:sldLayoutId id="2147483848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202745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94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19571F-E128-4FF8-A846-91352A10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10344"/>
            <a:ext cx="9898061" cy="98424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EE3A9-E955-4AFD-9C72-3106238E9A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95450"/>
            <a:ext cx="9898063" cy="4587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7185E-8EC7-42C4-875B-7957276D60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 in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505A6-DE1E-455A-9F96-B1BC2DE26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8800" y="6297521"/>
            <a:ext cx="397261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94289-3309-4C35-850A-56FD49B3E346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515938" y="6282531"/>
            <a:ext cx="1799722" cy="3651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en-GB" sz="800"/>
              <a:t>© </a:t>
            </a:r>
            <a:r>
              <a:rPr lang="en-GB" sz="800" err="1"/>
              <a:t>JTI</a:t>
            </a:r>
            <a:r>
              <a:rPr lang="en-GB" sz="800"/>
              <a:t> 2019 Confidential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558707-958B-46B5-B09F-9B53C1657C43}"/>
              </a:ext>
            </a:extLst>
          </p:cNvPr>
          <p:cNvCxnSpPr/>
          <p:nvPr userDrawn="1"/>
        </p:nvCxnSpPr>
        <p:spPr>
          <a:xfrm>
            <a:off x="515937" y="1343026"/>
            <a:ext cx="1116012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1E89007-8C14-45BA-9B75-C9A19A48430E}"/>
              </a:ext>
            </a:extLst>
          </p:cNvPr>
          <p:cNvSpPr txBox="1"/>
          <p:nvPr userDrawn="1"/>
        </p:nvSpPr>
        <p:spPr>
          <a:xfrm>
            <a:off x="4703985" y="6535710"/>
            <a:ext cx="2802070" cy="2768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/>
            <a:r>
              <a:rPr lang="en-US" sz="1000">
                <a:latin typeface="+mn-lt"/>
                <a:ea typeface="Roboto" charset="0"/>
                <a:cs typeface="Roboto" charset="0"/>
              </a:rPr>
              <a:t>Simplify, Standardize, Accelerate </a:t>
            </a:r>
          </a:p>
        </p:txBody>
      </p:sp>
    </p:spTree>
    <p:extLst>
      <p:ext uri="{BB962C8B-B14F-4D97-AF65-F5344CB8AC3E}">
        <p14:creationId xmlns:p14="http://schemas.microsoft.com/office/powerpoint/2010/main" val="221606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07963" indent="182563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08013" indent="-19843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31850" indent="-204788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25">
          <p15:clr>
            <a:srgbClr val="F26B43"/>
          </p15:clr>
        </p15:guide>
        <p15:guide id="3" pos="7355">
          <p15:clr>
            <a:srgbClr val="F26B43"/>
          </p15:clr>
        </p15:guide>
        <p15:guide id="4" pos="3364">
          <p15:clr>
            <a:srgbClr val="F26B43"/>
          </p15:clr>
        </p15:guide>
        <p15:guide id="5" pos="3522">
          <p15:clr>
            <a:srgbClr val="F26B43"/>
          </p15:clr>
        </p15:guide>
        <p15:guide id="6" orient="horz" pos="1068">
          <p15:clr>
            <a:srgbClr val="F26B43"/>
          </p15:clr>
        </p15:guide>
        <p15:guide id="7" orient="horz" pos="3959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603"/>
            <a:ext cx="12192000" cy="4902408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1340095"/>
            <a:ext cx="12192000" cy="4902409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100000">
                <a:schemeClr val="accent1">
                  <a:lumMod val="20000"/>
                  <a:lumOff val="80000"/>
                  <a:alpha val="41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C94289-3309-4C35-850A-56FD49B3E346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itle 3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Period End Closing Execution (GBS)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81078" y="1399526"/>
            <a:ext cx="6098522" cy="503694"/>
          </a:xfrm>
          <a:prstGeom prst="roundRect">
            <a:avLst>
              <a:gd name="adj" fmla="val 31330"/>
            </a:avLst>
          </a:prstGeom>
          <a:solidFill>
            <a:schemeClr val="accent1"/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Period End Closing Key Process Areas and New Period End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3313" y="2910726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Lease Accounting and Period End Closing</a:t>
            </a:r>
          </a:p>
        </p:txBody>
      </p:sp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091BB016-E8F1-4AAD-AF98-88E474CD8BB2}"/>
              </a:ext>
            </a:extLst>
          </p:cNvPr>
          <p:cNvSpPr/>
          <p:nvPr/>
        </p:nvSpPr>
        <p:spPr>
          <a:xfrm>
            <a:off x="673313" y="3593671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Period End Closing for Accruals and Recurring Entries</a:t>
            </a:r>
          </a:p>
        </p:txBody>
      </p:sp>
      <p:sp>
        <p:nvSpPr>
          <p:cNvPr id="23" name="Rounded Rectangle 40">
            <a:extLst>
              <a:ext uri="{FF2B5EF4-FFF2-40B4-BE49-F238E27FC236}">
                <a16:creationId xmlns:a16="http://schemas.microsoft.com/office/drawing/2014/main" id="{205DE5C2-7760-4191-BCD4-8195DDE0BF39}"/>
              </a:ext>
            </a:extLst>
          </p:cNvPr>
          <p:cNvSpPr/>
          <p:nvPr/>
        </p:nvSpPr>
        <p:spPr>
          <a:xfrm>
            <a:off x="673313" y="4276616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Asset Accounting Closing Activities</a:t>
            </a:r>
          </a:p>
        </p:txBody>
      </p:sp>
      <p:sp>
        <p:nvSpPr>
          <p:cNvPr id="24" name="Rounded Rectangle 40">
            <a:extLst>
              <a:ext uri="{FF2B5EF4-FFF2-40B4-BE49-F238E27FC236}">
                <a16:creationId xmlns:a16="http://schemas.microsoft.com/office/drawing/2014/main" id="{8FFA192F-87C5-48EB-9C2E-BEAA28CDE5C6}"/>
              </a:ext>
            </a:extLst>
          </p:cNvPr>
          <p:cNvSpPr/>
          <p:nvPr/>
        </p:nvSpPr>
        <p:spPr>
          <a:xfrm>
            <a:off x="673313" y="4959561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GR/IR Closing Activities</a:t>
            </a:r>
          </a:p>
        </p:txBody>
      </p:sp>
      <p:sp>
        <p:nvSpPr>
          <p:cNvPr id="25" name="Rounded Rectangle 40">
            <a:extLst>
              <a:ext uri="{FF2B5EF4-FFF2-40B4-BE49-F238E27FC236}">
                <a16:creationId xmlns:a16="http://schemas.microsoft.com/office/drawing/2014/main" id="{E379EF69-99DA-4912-A17E-41FCD589B730}"/>
              </a:ext>
            </a:extLst>
          </p:cNvPr>
          <p:cNvSpPr/>
          <p:nvPr/>
        </p:nvSpPr>
        <p:spPr>
          <a:xfrm>
            <a:off x="673313" y="5642505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Automatic Clearing of LSC</a:t>
            </a:r>
            <a:r>
              <a:rPr lang="en-GB" sz="1400" i="1" baseline="30000">
                <a:solidFill>
                  <a:srgbClr val="FF0000"/>
                </a:solidFill>
                <a:latin typeface="Arial" charset="0"/>
                <a:cs typeface="Arial" charset="0"/>
              </a:rPr>
              <a:t>1)</a:t>
            </a: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  Accounts</a:t>
            </a:r>
          </a:p>
        </p:txBody>
      </p:sp>
      <p:sp>
        <p:nvSpPr>
          <p:cNvPr id="26" name="Rounded Rectangle 40">
            <a:extLst>
              <a:ext uri="{FF2B5EF4-FFF2-40B4-BE49-F238E27FC236}">
                <a16:creationId xmlns:a16="http://schemas.microsoft.com/office/drawing/2014/main" id="{4329EBC2-8992-4195-8E13-999726E21761}"/>
              </a:ext>
            </a:extLst>
          </p:cNvPr>
          <p:cNvSpPr/>
          <p:nvPr/>
        </p:nvSpPr>
        <p:spPr>
          <a:xfrm>
            <a:off x="6695134" y="2910726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Cost Management Closing Activities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Rounded Rectangle 40">
            <a:extLst>
              <a:ext uri="{FF2B5EF4-FFF2-40B4-BE49-F238E27FC236}">
                <a16:creationId xmlns:a16="http://schemas.microsoft.com/office/drawing/2014/main" id="{478B7F94-42EC-425F-9F47-5A42225822AD}"/>
              </a:ext>
            </a:extLst>
          </p:cNvPr>
          <p:cNvSpPr/>
          <p:nvPr/>
        </p:nvSpPr>
        <p:spPr>
          <a:xfrm>
            <a:off x="6695134" y="3593671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Period End Data Checks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ounded Rectangle 40">
            <a:extLst>
              <a:ext uri="{FF2B5EF4-FFF2-40B4-BE49-F238E27FC236}">
                <a16:creationId xmlns:a16="http://schemas.microsoft.com/office/drawing/2014/main" id="{1C57AD5B-BBB5-4766-909A-B0F414925B5B}"/>
              </a:ext>
            </a:extLst>
          </p:cNvPr>
          <p:cNvSpPr/>
          <p:nvPr/>
        </p:nvSpPr>
        <p:spPr>
          <a:xfrm>
            <a:off x="6695134" y="4276616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VAT Clearing and Reporting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ounded Rectangle 40">
            <a:extLst>
              <a:ext uri="{FF2B5EF4-FFF2-40B4-BE49-F238E27FC236}">
                <a16:creationId xmlns:a16="http://schemas.microsoft.com/office/drawing/2014/main" id="{D796FE03-AABA-4EB3-BA42-BC9F43C15FD3}"/>
              </a:ext>
            </a:extLst>
          </p:cNvPr>
          <p:cNvSpPr/>
          <p:nvPr/>
        </p:nvSpPr>
        <p:spPr>
          <a:xfrm>
            <a:off x="6695134" y="4959561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Material Ledger Closing (Non-GSC Activities)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Rounded Rectangle 40">
            <a:extLst>
              <a:ext uri="{FF2B5EF4-FFF2-40B4-BE49-F238E27FC236}">
                <a16:creationId xmlns:a16="http://schemas.microsoft.com/office/drawing/2014/main" id="{7DD719F9-E985-4F5E-A70A-5AFC7C99D2CE}"/>
              </a:ext>
            </a:extLst>
          </p:cNvPr>
          <p:cNvSpPr/>
          <p:nvPr/>
        </p:nvSpPr>
        <p:spPr>
          <a:xfrm>
            <a:off x="6695134" y="5642505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G/L Closing Activities for Financial Statement Preparation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4E3B551-8A19-41F9-B96A-F3D36604A60A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1718" y="2082470"/>
            <a:ext cx="5657025" cy="3811882"/>
          </a:xfrm>
          <a:prstGeom prst="bentConnector3">
            <a:avLst>
              <a:gd name="adj1" fmla="val 105978"/>
            </a:avLst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91E4123E-477A-425D-9FBC-58AF1A698C84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05376" y="3706192"/>
            <a:ext cx="3991130" cy="385189"/>
          </a:xfrm>
          <a:prstGeom prst="bentConnector3">
            <a:avLst>
              <a:gd name="adj1" fmla="val 100163"/>
            </a:avLst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3EBEE6B-2DD2-4C84-98CD-E5ED4E58D20C}"/>
              </a:ext>
            </a:extLst>
          </p:cNvPr>
          <p:cNvCxnSpPr>
            <a:cxnSpLocks/>
          </p:cNvCxnSpPr>
          <p:nvPr/>
        </p:nvCxnSpPr>
        <p:spPr>
          <a:xfrm>
            <a:off x="237114" y="3099962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88FA4E5-5E3C-4BAB-8D83-7A18F42B78B6}"/>
              </a:ext>
            </a:extLst>
          </p:cNvPr>
          <p:cNvCxnSpPr>
            <a:cxnSpLocks/>
          </p:cNvCxnSpPr>
          <p:nvPr/>
        </p:nvCxnSpPr>
        <p:spPr>
          <a:xfrm>
            <a:off x="237114" y="3771108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5E2183E-AF10-4629-B7B8-E9B9986DB435}"/>
              </a:ext>
            </a:extLst>
          </p:cNvPr>
          <p:cNvCxnSpPr>
            <a:cxnSpLocks/>
          </p:cNvCxnSpPr>
          <p:nvPr/>
        </p:nvCxnSpPr>
        <p:spPr>
          <a:xfrm>
            <a:off x="237114" y="4559975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638197A-BD05-4467-A0B3-1123B54A7910}"/>
              </a:ext>
            </a:extLst>
          </p:cNvPr>
          <p:cNvCxnSpPr>
            <a:cxnSpLocks/>
          </p:cNvCxnSpPr>
          <p:nvPr/>
        </p:nvCxnSpPr>
        <p:spPr>
          <a:xfrm>
            <a:off x="237114" y="5211408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BA6438-1A74-436F-9160-CB0FB704C8A4}"/>
              </a:ext>
            </a:extLst>
          </p:cNvPr>
          <p:cNvCxnSpPr>
            <a:cxnSpLocks/>
          </p:cNvCxnSpPr>
          <p:nvPr/>
        </p:nvCxnSpPr>
        <p:spPr>
          <a:xfrm>
            <a:off x="6235949" y="3094104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933A4AA-F545-4E3B-B48D-08711E8FCF6A}"/>
              </a:ext>
            </a:extLst>
          </p:cNvPr>
          <p:cNvCxnSpPr>
            <a:cxnSpLocks/>
          </p:cNvCxnSpPr>
          <p:nvPr/>
        </p:nvCxnSpPr>
        <p:spPr>
          <a:xfrm>
            <a:off x="6235949" y="3818002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46830C5-8D0A-496A-9F17-E7945754D25C}"/>
              </a:ext>
            </a:extLst>
          </p:cNvPr>
          <p:cNvCxnSpPr>
            <a:cxnSpLocks/>
          </p:cNvCxnSpPr>
          <p:nvPr/>
        </p:nvCxnSpPr>
        <p:spPr>
          <a:xfrm>
            <a:off x="6235949" y="4554117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A8D59F-EA27-49EC-A25F-785761157405}"/>
              </a:ext>
            </a:extLst>
          </p:cNvPr>
          <p:cNvCxnSpPr>
            <a:cxnSpLocks/>
          </p:cNvCxnSpPr>
          <p:nvPr/>
        </p:nvCxnSpPr>
        <p:spPr>
          <a:xfrm>
            <a:off x="6235949" y="5205550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40">
            <a:extLst>
              <a:ext uri="{FF2B5EF4-FFF2-40B4-BE49-F238E27FC236}">
                <a16:creationId xmlns:a16="http://schemas.microsoft.com/office/drawing/2014/main" id="{BDACF3D3-2286-4EE6-939F-BD6495EE430E}"/>
              </a:ext>
            </a:extLst>
          </p:cNvPr>
          <p:cNvSpPr/>
          <p:nvPr/>
        </p:nvSpPr>
        <p:spPr>
          <a:xfrm>
            <a:off x="6675312" y="2211643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1"/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000000"/>
                </a:solidFill>
                <a:latin typeface="Arial" charset="0"/>
                <a:cs typeface="Arial" charset="0"/>
              </a:rPr>
              <a:t>Intercompany and Period End Closing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4238E6-E8C6-46A4-A65E-938DFAE16828}"/>
              </a:ext>
            </a:extLst>
          </p:cNvPr>
          <p:cNvCxnSpPr>
            <a:cxnSpLocks/>
          </p:cNvCxnSpPr>
          <p:nvPr/>
        </p:nvCxnSpPr>
        <p:spPr>
          <a:xfrm>
            <a:off x="6228742" y="2420025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035EF1-E9BE-44DE-BA35-80386C719969}"/>
              </a:ext>
            </a:extLst>
          </p:cNvPr>
          <p:cNvSpPr txBox="1"/>
          <p:nvPr/>
        </p:nvSpPr>
        <p:spPr>
          <a:xfrm>
            <a:off x="1978269" y="6409592"/>
            <a:ext cx="3490546" cy="3651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900" i="1" baseline="30000">
                <a:solidFill>
                  <a:srgbClr val="FF0000"/>
                </a:solidFill>
              </a:rPr>
              <a:t>1) </a:t>
            </a:r>
            <a:r>
              <a:rPr lang="en-US" sz="900" b="1" i="1"/>
              <a:t>LSC</a:t>
            </a:r>
            <a:r>
              <a:rPr lang="en-US" sz="900" i="1"/>
              <a:t> – Accounts with indicator “Clearing Specific to Ledger Groups” active.</a:t>
            </a:r>
          </a:p>
        </p:txBody>
      </p:sp>
      <p:sp>
        <p:nvSpPr>
          <p:cNvPr id="33" name="Rounded Rectangle 40">
            <a:extLst>
              <a:ext uri="{FF2B5EF4-FFF2-40B4-BE49-F238E27FC236}">
                <a16:creationId xmlns:a16="http://schemas.microsoft.com/office/drawing/2014/main" id="{3B7A6A7E-D54B-4464-8203-DF984ED60F8B}"/>
              </a:ext>
            </a:extLst>
          </p:cNvPr>
          <p:cNvSpPr/>
          <p:nvPr/>
        </p:nvSpPr>
        <p:spPr>
          <a:xfrm>
            <a:off x="673313" y="2223801"/>
            <a:ext cx="4944971" cy="503694"/>
          </a:xfrm>
          <a:prstGeom prst="roundRect">
            <a:avLst>
              <a:gd name="adj" fmla="val 31330"/>
            </a:avLst>
          </a:prstGeom>
          <a:solidFill>
            <a:schemeClr val="accent6">
              <a:lumMod val="75000"/>
            </a:schemeClr>
          </a:solidFill>
          <a:ln w="50800"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rIns="90000" rtlCol="0" anchor="ctr"/>
          <a:lstStyle/>
          <a:p>
            <a:pPr algn="ctr">
              <a:spcAft>
                <a:spcPts val="1000"/>
              </a:spcAft>
            </a:pPr>
            <a:r>
              <a:rPr lang="en-GB" sz="1400" b="1">
                <a:solidFill>
                  <a:srgbClr val="FFFFFF"/>
                </a:solidFill>
                <a:latin typeface="Arial" charset="0"/>
                <a:cs typeface="Arial" charset="0"/>
              </a:rPr>
              <a:t>Posting Period Control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01AB3D3-7BD8-4F78-9906-C339BF054918}"/>
              </a:ext>
            </a:extLst>
          </p:cNvPr>
          <p:cNvCxnSpPr>
            <a:cxnSpLocks/>
          </p:cNvCxnSpPr>
          <p:nvPr/>
        </p:nvCxnSpPr>
        <p:spPr>
          <a:xfrm>
            <a:off x="247717" y="2450265"/>
            <a:ext cx="324000" cy="0"/>
          </a:xfrm>
          <a:prstGeom prst="line">
            <a:avLst/>
          </a:prstGeom>
          <a:ln w="28575"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44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3DA7-F696-487C-8115-B2F22973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Intercompany Process Overview and Period End Closing (1/2)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1642C-BE8A-4E5F-9296-5B0DE5289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77073" y="6297521"/>
            <a:ext cx="42017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Presentation title in footer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AEFCF1-FE7A-46FB-B94A-1120F8B1DC5B}"/>
              </a:ext>
            </a:extLst>
          </p:cNvPr>
          <p:cNvSpPr/>
          <p:nvPr/>
        </p:nvSpPr>
        <p:spPr>
          <a:xfrm>
            <a:off x="262467" y="1358159"/>
            <a:ext cx="11440540" cy="696418"/>
          </a:xfrm>
          <a:prstGeom prst="roundRect">
            <a:avLst>
              <a:gd name="adj" fmla="val 861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0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F0700CAF-EC37-48E3-870B-2AB841E05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966" y="1358159"/>
            <a:ext cx="377268" cy="377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BE313D-0F17-4327-A80B-DFAD3C212574}"/>
              </a:ext>
            </a:extLst>
          </p:cNvPr>
          <p:cNvSpPr txBox="1"/>
          <p:nvPr/>
        </p:nvSpPr>
        <p:spPr>
          <a:xfrm>
            <a:off x="605234" y="1410344"/>
            <a:ext cx="10962062" cy="4411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200"/>
              </a:spcBef>
            </a:pPr>
            <a:r>
              <a:rPr lang="en-GB" sz="1200" i="1" dirty="0">
                <a:latin typeface="Georgia" panose="02040502050405020303" pitchFamily="18" charset="0"/>
              </a:rPr>
              <a:t>Intercompany Non-trade Cross-charges are managed centrally </a:t>
            </a:r>
            <a:r>
              <a:rPr lang="en-GB" sz="1200" b="1" i="1" dirty="0">
                <a:latin typeface="Georgia" panose="02040502050405020303" pitchFamily="18" charset="0"/>
              </a:rPr>
              <a:t>by GBS Intercompany Team</a:t>
            </a:r>
            <a:r>
              <a:rPr lang="en-GB" sz="1200" i="1" dirty="0">
                <a:latin typeface="Georgia" panose="02040502050405020303" pitchFamily="18" charset="0"/>
              </a:rPr>
              <a:t>. The team also performs Intercompany data checks to ensure that consolidation can be performed smoothly. </a:t>
            </a:r>
          </a:p>
          <a:p>
            <a:pPr>
              <a:spcBef>
                <a:spcPts val="200"/>
              </a:spcBef>
            </a:pPr>
            <a:r>
              <a:rPr lang="en-GB" sz="1200" i="1" dirty="0">
                <a:latin typeface="Georgia" panose="02040502050405020303" pitchFamily="18" charset="0"/>
              </a:rPr>
              <a:t>The GBS Intercompany process including </a:t>
            </a:r>
            <a:r>
              <a:rPr lang="en-GB" sz="1200" b="1" i="1" dirty="0">
                <a:latin typeface="Georgia" panose="02040502050405020303" pitchFamily="18" charset="0"/>
              </a:rPr>
              <a:t>Transactional </a:t>
            </a:r>
            <a:r>
              <a:rPr lang="en-GB" sz="1200" i="1" dirty="0">
                <a:latin typeface="Georgia" panose="02040502050405020303" pitchFamily="18" charset="0"/>
              </a:rPr>
              <a:t>processes, </a:t>
            </a:r>
            <a:r>
              <a:rPr lang="en-GB" sz="1200" b="1" i="1" dirty="0">
                <a:latin typeface="Georgia" panose="02040502050405020303" pitchFamily="18" charset="0"/>
              </a:rPr>
              <a:t>Customizing</a:t>
            </a:r>
            <a:r>
              <a:rPr lang="en-GB" sz="1200" i="1" dirty="0">
                <a:latin typeface="Georgia" panose="02040502050405020303" pitchFamily="18" charset="0"/>
              </a:rPr>
              <a:t> maintenance and </a:t>
            </a:r>
            <a:r>
              <a:rPr lang="en-GB" sz="1200" b="1" i="1" dirty="0">
                <a:latin typeface="Georgia" panose="02040502050405020303" pitchFamily="18" charset="0"/>
              </a:rPr>
              <a:t>Data Reconciliation/Checks </a:t>
            </a:r>
            <a:r>
              <a:rPr lang="en-GB" sz="1200" i="1" dirty="0">
                <a:latin typeface="Georgia" panose="02040502050405020303" pitchFamily="18" charset="0"/>
              </a:rPr>
              <a:t>as listed below.</a:t>
            </a:r>
            <a:endParaRPr lang="en-GB" sz="12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4CAEA5-63FC-405A-ACCC-EE7DE436E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578130"/>
              </p:ext>
            </p:extLst>
          </p:nvPr>
        </p:nvGraphicFramePr>
        <p:xfrm>
          <a:off x="272092" y="2106762"/>
          <a:ext cx="11413594" cy="46080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1657">
                  <a:extLst>
                    <a:ext uri="{9D8B030D-6E8A-4147-A177-3AD203B41FA5}">
                      <a16:colId xmlns:a16="http://schemas.microsoft.com/office/drawing/2014/main" val="2956562806"/>
                    </a:ext>
                  </a:extLst>
                </a:gridCol>
                <a:gridCol w="2122451">
                  <a:extLst>
                    <a:ext uri="{9D8B030D-6E8A-4147-A177-3AD203B41FA5}">
                      <a16:colId xmlns:a16="http://schemas.microsoft.com/office/drawing/2014/main" val="1361516894"/>
                    </a:ext>
                  </a:extLst>
                </a:gridCol>
                <a:gridCol w="7173883">
                  <a:extLst>
                    <a:ext uri="{9D8B030D-6E8A-4147-A177-3AD203B41FA5}">
                      <a16:colId xmlns:a16="http://schemas.microsoft.com/office/drawing/2014/main" val="2383006886"/>
                    </a:ext>
                  </a:extLst>
                </a:gridCol>
                <a:gridCol w="1775603">
                  <a:extLst>
                    <a:ext uri="{9D8B030D-6E8A-4147-A177-3AD203B41FA5}">
                      <a16:colId xmlns:a16="http://schemas.microsoft.com/office/drawing/2014/main" val="2832271025"/>
                    </a:ext>
                  </a:extLst>
                </a:gridCol>
              </a:tblGrid>
              <a:tr h="506099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When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82354"/>
                  </a:ext>
                </a:extLst>
              </a:tr>
              <a:tr h="226814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Transactional</a:t>
                      </a:r>
                    </a:p>
                  </a:txBody>
                  <a:tcPr vert="vert27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Prepare </a:t>
                      </a:r>
                      <a:r>
                        <a:rPr lang="en-US" sz="1200" err="1">
                          <a:latin typeface="Calibri"/>
                          <a:cs typeface="Calibri"/>
                        </a:rPr>
                        <a:t>MyRequest</a:t>
                      </a:r>
                      <a:r>
                        <a:rPr lang="en-US" sz="1200">
                          <a:latin typeface="Calibri"/>
                          <a:cs typeface="Calibri"/>
                        </a:rPr>
                        <a:t> templates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Calibri"/>
                          <a:cs typeface="Calibri"/>
                        </a:rPr>
                        <a:t>Raise </a:t>
                      </a:r>
                      <a:r>
                        <a:rPr lang="en-GB" sz="1200" err="1">
                          <a:latin typeface="Calibri"/>
                          <a:cs typeface="Calibri"/>
                        </a:rPr>
                        <a:t>MyRequest</a:t>
                      </a:r>
                      <a:r>
                        <a:rPr lang="en-GB" sz="1200">
                          <a:latin typeface="Calibri"/>
                          <a:cs typeface="Calibri"/>
                        </a:rPr>
                        <a:t> in relation to IC cross-charges, adjustments, Cost </a:t>
                      </a:r>
                      <a:r>
                        <a:rPr lang="en-GB" sz="1200" err="1">
                          <a:latin typeface="Calibri"/>
                          <a:cs typeface="Calibri"/>
                        </a:rPr>
                        <a:t>Center</a:t>
                      </a:r>
                      <a:r>
                        <a:rPr lang="en-GB" sz="1200">
                          <a:latin typeface="Calibri"/>
                          <a:cs typeface="Calibri"/>
                        </a:rPr>
                        <a:t> allocation cycles  for G/L to process</a:t>
                      </a:r>
                      <a:endParaRPr lang="en-US" sz="120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During the month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316439"/>
                  </a:ext>
                </a:extLst>
              </a:tr>
              <a:tr h="299004">
                <a:tc vMerge="1">
                  <a:txBody>
                    <a:bodyPr/>
                    <a:lstStyle/>
                    <a:p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Calibri"/>
                          <a:cs typeface="Calibri"/>
                        </a:rPr>
                        <a:t>IC Cross-charge invoices – manual</a:t>
                      </a:r>
                      <a:endParaRPr lang="en-US" sz="120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Process IC cross-charge based submitted </a:t>
                      </a:r>
                      <a:r>
                        <a:rPr lang="en-US" sz="1200" err="1">
                          <a:latin typeface="Calibri"/>
                          <a:cs typeface="Calibri"/>
                        </a:rPr>
                        <a:t>MyRequest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During the month, up to WD2</a:t>
                      </a:r>
                      <a:endParaRPr lang="en-US" sz="120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313284"/>
                  </a:ext>
                </a:extLst>
              </a:tr>
              <a:tr h="400069">
                <a:tc vMerge="1">
                  <a:txBody>
                    <a:bodyPr/>
                    <a:lstStyle/>
                    <a:p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IC Cross-charge automation Master Data maintenance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Maintain IC Database, WBS elements, Service Materials, Sales Orders, etc. which are part of the automated IC Non-trade Cross-charge solution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During the month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585930"/>
                  </a:ext>
                </a:extLst>
              </a:tr>
              <a:tr h="478766">
                <a:tc vMerge="1">
                  <a:txBody>
                    <a:bodyPr/>
                    <a:lstStyle/>
                    <a:p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Billing Plan and Resource Related Billing (RRB)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Issue IC Non-trade Cross-charge billings using Billing Plan or RRB monthly or quarterly based on Service Agreements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During the month, up to WD2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487813"/>
                  </a:ext>
                </a:extLst>
              </a:tr>
              <a:tr h="243749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Sales Order upload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Sales Order upload (primarily Royalty, DA and Non-Russian GBS service changes) and subsequent billing of these sales orders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M/E WD2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152959"/>
                  </a:ext>
                </a:extLst>
              </a:tr>
              <a:tr h="315939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Monitor IC Cost Center Allocation Cycles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kern="120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Calibri"/>
                        </a:rPr>
                        <a:t>These are cycles related to IC cross-charges and consignment manufacturing, which are scheduled to run in FCC. IC team to review the results.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M/E between WD-5 and WD1 </a:t>
                      </a:r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491738"/>
                  </a:ext>
                </a:extLst>
              </a:tr>
              <a:tr h="176373">
                <a:tc v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IC accruals and adjustments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Any accruals or adjustments related to IC transactions or corrections before closing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latin typeface="Calibri"/>
                          <a:cs typeface="Calibri"/>
                        </a:rPr>
                        <a:t>M/E WD1/2/3</a:t>
                      </a:r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623903"/>
                  </a:ext>
                </a:extLst>
              </a:tr>
              <a:tr h="12457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Calibri"/>
                        </a:rPr>
                        <a:t>Customizing</a:t>
                      </a:r>
                    </a:p>
                  </a:txBody>
                  <a:tcPr vert="vert27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>
                          <a:latin typeface="Calibri"/>
                          <a:cs typeface="Calibri"/>
                        </a:rPr>
                        <a:t>Maintain IC cross-charge customizing files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>
                          <a:latin typeface="Calibri"/>
                          <a:cs typeface="Calibri"/>
                        </a:rPr>
                        <a:t>Customizing files need to be maintained when business requirements change. These files ensure the correct postings and key fields information are generated in the automated IC Cross-charge process</a:t>
                      </a:r>
                    </a:p>
                    <a:p>
                      <a:pPr lvl="0">
                        <a:buNone/>
                      </a:pPr>
                      <a:r>
                        <a:rPr lang="en-GB" sz="1200">
                          <a:latin typeface="Calibri"/>
                          <a:cs typeface="Calibri"/>
                        </a:rPr>
                        <a:t>Dependent on the change, BTS support is required to make some of these changes in S4.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During the month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413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37ED0-57E6-4D2C-BF96-AC1BCD2E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43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E3DA7-F696-487C-8115-B2F22973E66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/>
              <a:t>Intercompany Process Overview and Period End Closing (2/2)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57B50C-3AFA-4C21-9C80-89F8CF483377}"/>
              </a:ext>
            </a:extLst>
          </p:cNvPr>
          <p:cNvSpPr/>
          <p:nvPr/>
        </p:nvSpPr>
        <p:spPr>
          <a:xfrm>
            <a:off x="262467" y="1358159"/>
            <a:ext cx="11440540" cy="756680"/>
          </a:xfrm>
          <a:prstGeom prst="roundRect">
            <a:avLst>
              <a:gd name="adj" fmla="val 8611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0000">
                <a:schemeClr val="accent2">
                  <a:lumMod val="20000"/>
                  <a:lumOff val="80000"/>
                </a:schemeClr>
              </a:gs>
              <a:gs pos="8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B2156A8-6E01-4403-9171-2B3BCC7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966" y="1358159"/>
            <a:ext cx="377268" cy="377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73FFE8-A21B-40B8-944A-3AA8E6E365F5}"/>
              </a:ext>
            </a:extLst>
          </p:cNvPr>
          <p:cNvSpPr txBox="1"/>
          <p:nvPr/>
        </p:nvSpPr>
        <p:spPr>
          <a:xfrm>
            <a:off x="605234" y="1410344"/>
            <a:ext cx="10962062" cy="44116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200"/>
              </a:spcBef>
            </a:pPr>
            <a:r>
              <a:rPr lang="en-GB" sz="1200" i="1" dirty="0">
                <a:latin typeface="Georgia" panose="02040502050405020303" pitchFamily="18" charset="0"/>
              </a:rPr>
              <a:t>Intercompany Non-trade Cross-charges are managed centrally </a:t>
            </a:r>
            <a:r>
              <a:rPr lang="en-GB" sz="1200" b="1" i="1" dirty="0">
                <a:latin typeface="Georgia" panose="02040502050405020303" pitchFamily="18" charset="0"/>
              </a:rPr>
              <a:t>by GBS Intercompany Team</a:t>
            </a:r>
            <a:r>
              <a:rPr lang="en-GB" sz="1200" i="1" dirty="0">
                <a:latin typeface="Georgia" panose="02040502050405020303" pitchFamily="18" charset="0"/>
              </a:rPr>
              <a:t>. The team also performs Intercompany data checks to ensure that consolidation can be performed smoothly. </a:t>
            </a:r>
          </a:p>
          <a:p>
            <a:pPr>
              <a:spcBef>
                <a:spcPts val="200"/>
              </a:spcBef>
            </a:pPr>
            <a:r>
              <a:rPr lang="en-GB" sz="1200" i="1" dirty="0">
                <a:latin typeface="Georgia" panose="02040502050405020303" pitchFamily="18" charset="0"/>
              </a:rPr>
              <a:t>The GBS Intercompany process including </a:t>
            </a:r>
            <a:r>
              <a:rPr lang="en-GB" sz="1200" b="1" i="1" dirty="0">
                <a:latin typeface="Georgia" panose="02040502050405020303" pitchFamily="18" charset="0"/>
              </a:rPr>
              <a:t>Transactional </a:t>
            </a:r>
            <a:r>
              <a:rPr lang="en-GB" sz="1200" i="1" dirty="0">
                <a:latin typeface="Georgia" panose="02040502050405020303" pitchFamily="18" charset="0"/>
              </a:rPr>
              <a:t>processes, </a:t>
            </a:r>
            <a:r>
              <a:rPr lang="en-GB" sz="1200" b="1" i="1" dirty="0">
                <a:latin typeface="Georgia" panose="02040502050405020303" pitchFamily="18" charset="0"/>
              </a:rPr>
              <a:t>Customizing</a:t>
            </a:r>
            <a:r>
              <a:rPr lang="en-GB" sz="1200" i="1" dirty="0">
                <a:latin typeface="Georgia" panose="02040502050405020303" pitchFamily="18" charset="0"/>
              </a:rPr>
              <a:t> maintenance and </a:t>
            </a:r>
            <a:r>
              <a:rPr lang="en-GB" sz="1200" b="1" i="1" dirty="0">
                <a:latin typeface="Georgia" panose="02040502050405020303" pitchFamily="18" charset="0"/>
              </a:rPr>
              <a:t>Data Reconciliation/Checks </a:t>
            </a:r>
            <a:r>
              <a:rPr lang="en-GB" sz="1200" i="1" dirty="0">
                <a:latin typeface="Georgia" panose="02040502050405020303" pitchFamily="18" charset="0"/>
              </a:rPr>
              <a:t>as listed below.</a:t>
            </a:r>
            <a:endParaRPr lang="en-GB" sz="12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E1C563-30A8-4E95-97B0-30DA5BE5C9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105348"/>
              </p:ext>
            </p:extLst>
          </p:nvPr>
        </p:nvGraphicFramePr>
        <p:xfrm>
          <a:off x="275940" y="2241293"/>
          <a:ext cx="11413594" cy="367681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1657">
                  <a:extLst>
                    <a:ext uri="{9D8B030D-6E8A-4147-A177-3AD203B41FA5}">
                      <a16:colId xmlns:a16="http://schemas.microsoft.com/office/drawing/2014/main" val="2956562806"/>
                    </a:ext>
                  </a:extLst>
                </a:gridCol>
                <a:gridCol w="2122451">
                  <a:extLst>
                    <a:ext uri="{9D8B030D-6E8A-4147-A177-3AD203B41FA5}">
                      <a16:colId xmlns:a16="http://schemas.microsoft.com/office/drawing/2014/main" val="1361516894"/>
                    </a:ext>
                  </a:extLst>
                </a:gridCol>
                <a:gridCol w="6432828">
                  <a:extLst>
                    <a:ext uri="{9D8B030D-6E8A-4147-A177-3AD203B41FA5}">
                      <a16:colId xmlns:a16="http://schemas.microsoft.com/office/drawing/2014/main" val="2383006886"/>
                    </a:ext>
                  </a:extLst>
                </a:gridCol>
                <a:gridCol w="2516658">
                  <a:extLst>
                    <a:ext uri="{9D8B030D-6E8A-4147-A177-3AD203B41FA5}">
                      <a16:colId xmlns:a16="http://schemas.microsoft.com/office/drawing/2014/main" val="2832271025"/>
                    </a:ext>
                  </a:extLst>
                </a:gridCol>
              </a:tblGrid>
              <a:tr h="7328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/>
                    </a:p>
                  </a:txBody>
                  <a:tcPr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When</a:t>
                      </a:r>
                    </a:p>
                  </a:txBody>
                  <a:tcPr anchor="ctr"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8782354"/>
                  </a:ext>
                </a:extLst>
              </a:tr>
              <a:tr h="926796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Reconciliation/Data Checks</a:t>
                      </a:r>
                    </a:p>
                  </a:txBody>
                  <a:tcPr vert="vert27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IDOC monitoring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This now includes both Trade and Non-trade flows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During the month, up to WD1 for Trade and WD2 for Non-trade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316439"/>
                  </a:ext>
                </a:extLst>
              </a:tr>
              <a:tr h="661998">
                <a:tc vMerge="1">
                  <a:txBody>
                    <a:bodyPr/>
                    <a:lstStyle/>
                    <a:p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Ensure all billings are done as per Service Agreements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IC Team to follow Period End task list to check and confirm that all Billing documents which should be issued are posted as per Service Agreements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During the month, up to WD2 </a:t>
                      </a:r>
                      <a:endParaRPr lang="en-US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313284"/>
                  </a:ext>
                </a:extLst>
              </a:tr>
              <a:tr h="661998">
                <a:tc vMerge="1">
                  <a:txBody>
                    <a:bodyPr/>
                    <a:lstStyle/>
                    <a:p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IC Reconciliation using ICR Tool &amp; Macros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ICR Tool and Macros reconciliation cover the IC AR/AP &amp; adjustments posted on customers/vendors and GL accounts, IC P&amp;Ls </a:t>
                      </a:r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During the month, up to WD3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585930"/>
                  </a:ext>
                </a:extLst>
              </a:tr>
              <a:tr h="693224">
                <a:tc vMerge="1">
                  <a:txBody>
                    <a:bodyPr/>
                    <a:lstStyle/>
                    <a:p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IC Data check using CDS Views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CDS Views (TB and G/L line items)  are used to check IC P&amp;L which is not charged at period end on JTIG 73050, as well as IC Sales/COGS reconciliation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ibri"/>
                          <a:cs typeface="Calibri"/>
                        </a:rPr>
                        <a:t>M/E by WD3</a:t>
                      </a:r>
                      <a:endParaRPr lang="en-US" sz="12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48781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82960B1-32F1-4F7F-A999-50570FBAA503}"/>
              </a:ext>
            </a:extLst>
          </p:cNvPr>
          <p:cNvSpPr txBox="1"/>
          <p:nvPr/>
        </p:nvSpPr>
        <p:spPr>
          <a:xfrm>
            <a:off x="227966" y="6297521"/>
            <a:ext cx="11475041" cy="431255"/>
          </a:xfrm>
          <a:prstGeom prst="rect">
            <a:avLst/>
          </a:prstGeom>
          <a:solidFill>
            <a:schemeClr val="bg1"/>
          </a:solidFill>
        </p:spPr>
        <p:txBody>
          <a:bodyPr wrap="square" lIns="792000" tIns="0" rIns="0" bIns="0" rtlCol="0">
            <a:noAutofit/>
          </a:bodyPr>
          <a:lstStyle/>
          <a:p>
            <a:pPr marL="144000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200" i="1" dirty="0">
                <a:latin typeface="Georgia" panose="02040502050405020303" pitchFamily="18" charset="0"/>
              </a:rPr>
              <a:t>Please refer to GBS process documentation for details of how to perform the above mentioned Intercompany process tasks.</a:t>
            </a:r>
          </a:p>
          <a:p>
            <a:pPr marL="144000" indent="-144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GB" sz="1200" i="1" dirty="0">
              <a:latin typeface="Georgia" panose="02040502050405020303" pitchFamily="18" charset="0"/>
            </a:endParaRPr>
          </a:p>
        </p:txBody>
      </p:sp>
      <p:pic>
        <p:nvPicPr>
          <p:cNvPr id="12" name="Graphic 11" descr="Person with idea">
            <a:extLst>
              <a:ext uri="{FF2B5EF4-FFF2-40B4-BE49-F238E27FC236}">
                <a16:creationId xmlns:a16="http://schemas.microsoft.com/office/drawing/2014/main" id="{A6C3C9DE-F586-4E39-A388-D4D4FECE2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0590" y="5918109"/>
            <a:ext cx="810667" cy="81066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37ED0-57E6-4D2C-BF96-AC1BCD2E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94289-3309-4C35-850A-56FD49B3E34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632320"/>
      </p:ext>
    </p:extLst>
  </p:cSld>
  <p:clrMapOvr>
    <a:masterClrMapping/>
  </p:clrMapOvr>
</p:sld>
</file>

<file path=ppt/theme/theme1.xml><?xml version="1.0" encoding="utf-8"?>
<a:theme xmlns:a="http://schemas.openxmlformats.org/drawingml/2006/main" name="1_S4F-ERP Clean IFRS Stat &amp; Tax Rep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2.xml><?xml version="1.0" encoding="utf-8"?>
<a:theme xmlns:a="http://schemas.openxmlformats.org/drawingml/2006/main" name="S4F-ERP Period End Closing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3.xml><?xml version="1.0" encoding="utf-8"?>
<a:theme xmlns:a="http://schemas.openxmlformats.org/drawingml/2006/main" name="1_S4F-ERP Period End Closing">
  <a:themeElements>
    <a:clrScheme name="Custom 9">
      <a:dk1>
        <a:srgbClr val="000000"/>
      </a:dk1>
      <a:lt1>
        <a:srgbClr val="FFFFFF"/>
      </a:lt1>
      <a:dk2>
        <a:srgbClr val="1A3040"/>
      </a:dk2>
      <a:lt2>
        <a:srgbClr val="DDDDDD"/>
      </a:lt2>
      <a:accent1>
        <a:srgbClr val="74D9D5"/>
      </a:accent1>
      <a:accent2>
        <a:srgbClr val="EAAA00"/>
      </a:accent2>
      <a:accent3>
        <a:srgbClr val="00B2A9"/>
      </a:accent3>
      <a:accent4>
        <a:srgbClr val="8031A7"/>
      </a:accent4>
      <a:accent5>
        <a:srgbClr val="E782A9"/>
      </a:accent5>
      <a:accent6>
        <a:srgbClr val="407EC9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rgbClr val="FF0000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FF0000"/>
          </a:solidFill>
          <a:tailEnd type="triangle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4F Template" id="{8187A0D7-44D4-4A4B-A36D-CEF7DE641DC2}" vid="{E04EDAD1-AFC5-BE4E-A44C-E641ABC5FF6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a249638-b5c4-4b59-8094-70d8491c2e9c">
      <UserInfo>
        <DisplayName>Kovzhik, Lina</DisplayName>
        <AccountId>3249</AccountId>
        <AccountType/>
      </UserInfo>
      <UserInfo>
        <DisplayName>Eliseeva, Julia</DisplayName>
        <AccountId>2595</AccountId>
        <AccountType/>
      </UserInfo>
    </SharedWithUsers>
    <ReportDate xmlns="91871c47-af2e-43ea-ad3f-7bb4c536bc45" xsi:nil="true"/>
    <lcf76f155ced4ddcb4097134ff3c332f xmlns="91871c47-af2e-43ea-ad3f-7bb4c536bc45">
      <Terms xmlns="http://schemas.microsoft.com/office/infopath/2007/PartnerControls"/>
    </lcf76f155ced4ddcb4097134ff3c332f>
    <TaxCatchAll xmlns="cb52ee0d-5346-4ae8-a9f9-d746adffeb6b" xsi:nil="true"/>
    <Details xmlns="91871c47-af2e-43ea-ad3f-7bb4c536bc45" xsi:nil="true"/>
    <_ip_UnifiedCompliancePolicyUIAction xmlns="http://schemas.microsoft.com/sharepoint/v3" xsi:nil="true"/>
    <FolderInfo xmlns="91871c47-af2e-43ea-ad3f-7bb4c536bc45" xsi:nil="true"/>
    <_ip_UnifiedCompliancePolicyProperties xmlns="http://schemas.microsoft.com/sharepoint/v3" xsi:nil="true"/>
    <Remarks xmlns="91871c47-af2e-43ea-ad3f-7bb4c536bc45" xsi:nil="true"/>
    <T_x002d_Code xmlns="91871c47-af2e-43ea-ad3f-7bb4c536bc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691DA1475FED40816A34A9887BD419" ma:contentTypeVersion="26" ma:contentTypeDescription="Create a new document." ma:contentTypeScope="" ma:versionID="f1bfec99b7120fc41ecdfe5db34ab04d">
  <xsd:schema xmlns:xsd="http://www.w3.org/2001/XMLSchema" xmlns:xs="http://www.w3.org/2001/XMLSchema" xmlns:p="http://schemas.microsoft.com/office/2006/metadata/properties" xmlns:ns1="http://schemas.microsoft.com/sharepoint/v3" xmlns:ns2="91871c47-af2e-43ea-ad3f-7bb4c536bc45" xmlns:ns3="ba249638-b5c4-4b59-8094-70d8491c2e9c" xmlns:ns4="cb52ee0d-5346-4ae8-a9f9-d746adffeb6b" targetNamespace="http://schemas.microsoft.com/office/2006/metadata/properties" ma:root="true" ma:fieldsID="6fb91d6a9c4b20f36a20c4886e61de75" ns1:_="" ns2:_="" ns3:_="" ns4:_="">
    <xsd:import namespace="http://schemas.microsoft.com/sharepoint/v3"/>
    <xsd:import namespace="91871c47-af2e-43ea-ad3f-7bb4c536bc45"/>
    <xsd:import namespace="ba249638-b5c4-4b59-8094-70d8491c2e9c"/>
    <xsd:import namespace="cb52ee0d-5346-4ae8-a9f9-d746adffeb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ReportDate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Remarks" minOccurs="0"/>
                <xsd:element ref="ns2:Details" minOccurs="0"/>
                <xsd:element ref="ns2:FolderInfo" minOccurs="0"/>
                <xsd:element ref="ns2:T_x002d_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871c47-af2e-43ea-ad3f-7bb4c536b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ReportDate" ma:index="16" nillable="true" ma:displayName="Report Date" ma:format="DateOnly" ma:internalName="ReportDate">
      <xsd:simpleType>
        <xsd:restriction base="dms:DateTime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dfe741-475c-44cf-bcd4-46bfd3fd06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s" ma:index="29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Details" ma:index="30" nillable="true" ma:displayName="Details" ma:format="Dropdown" ma:internalName="Details">
      <xsd:simpleType>
        <xsd:restriction base="dms:Note">
          <xsd:maxLength value="255"/>
        </xsd:restriction>
      </xsd:simpleType>
    </xsd:element>
    <xsd:element name="FolderInfo" ma:index="31" nillable="true" ma:displayName="Folder/File Info" ma:format="Dropdown" ma:internalName="FolderInfo">
      <xsd:simpleType>
        <xsd:restriction base="dms:Note">
          <xsd:maxLength value="255"/>
        </xsd:restriction>
      </xsd:simpleType>
    </xsd:element>
    <xsd:element name="T_x002d_Code" ma:index="32" nillable="true" ma:displayName="T-Code" ma:format="Dropdown" ma:internalName="T_x002d_Code">
      <xsd:simpleType>
        <xsd:restriction base="dms:Text">
          <xsd:maxLength value="255"/>
        </xsd:restriction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249638-b5c4-4b59-8094-70d8491c2e9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52ee0d-5346-4ae8-a9f9-d746adffeb6b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4cb22aed-3451-4198-9f27-006c28665e31}" ma:internalName="TaxCatchAll" ma:showField="CatchAllData" ma:web="cb52ee0d-5346-4ae8-a9f9-d746adffeb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BC77B7-89BE-45D2-B43A-94AB4C5F40F4}">
  <ds:schemaRefs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91871c47-af2e-43ea-ad3f-7bb4c536bc45"/>
    <ds:schemaRef ds:uri="http://purl.org/dc/elements/1.1/"/>
    <ds:schemaRef ds:uri="cb52ee0d-5346-4ae8-a9f9-d746adffeb6b"/>
    <ds:schemaRef ds:uri="http://purl.org/dc/dcmitype/"/>
    <ds:schemaRef ds:uri="http://schemas.openxmlformats.org/package/2006/metadata/core-properties"/>
    <ds:schemaRef ds:uri="ba249638-b5c4-4b59-8094-70d8491c2e9c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384B1BF-8060-4624-B647-C7FF40EDBDED}"/>
</file>

<file path=customXml/itemProps3.xml><?xml version="1.0" encoding="utf-8"?>
<ds:datastoreItem xmlns:ds="http://schemas.openxmlformats.org/officeDocument/2006/customXml" ds:itemID="{5F43394D-A9A2-4315-AC7E-DD8C77BEB1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S4F Template</Template>
  <TotalTime>54</TotalTime>
  <Words>657</Words>
  <Application>Microsoft Office PowerPoint</Application>
  <PresentationFormat>Widescreen</PresentationFormat>
  <Paragraphs>73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Georgia</vt:lpstr>
      <vt:lpstr>1_S4F-ERP Clean IFRS Stat &amp; Tax Rep</vt:lpstr>
      <vt:lpstr>S4F-ERP Period End Closing</vt:lpstr>
      <vt:lpstr>1_S4F-ERP Period End Closing</vt:lpstr>
      <vt:lpstr>Period End Closing Execution (GBS) </vt:lpstr>
      <vt:lpstr>Intercompany Process Overview and Period End Closing (1/2)</vt:lpstr>
      <vt:lpstr>Intercompany Process Overview and Period End Closing (2/2)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 Griffiths</dc:creator>
  <cp:lastModifiedBy>Wang, Wei</cp:lastModifiedBy>
  <cp:revision>2</cp:revision>
  <dcterms:created xsi:type="dcterms:W3CDTF">2019-04-11T09:35:08Z</dcterms:created>
  <dcterms:modified xsi:type="dcterms:W3CDTF">2024-04-25T18:24:39Z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0x010100EA691DA1475FED40816A34A9887BD419</vt:lpwstr>
  </property>
  <property fmtid="{D5CDD505-2E9C-101B-9397-08002B2CF9AE}" pid="3" name="Order">
    <vt:r8>1337900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MSIP_Label_b020b37f-db72-473e-ae54-fb16df408069_Enabled">
    <vt:lpwstr>true</vt:lpwstr>
  </property>
  <property fmtid="{D5CDD505-2E9C-101B-9397-08002B2CF9AE}" pid="9" name="MSIP_Label_b020b37f-db72-473e-ae54-fb16df408069_SetDate">
    <vt:lpwstr>2022-06-08T07:04:36Z</vt:lpwstr>
  </property>
  <property fmtid="{D5CDD505-2E9C-101B-9397-08002B2CF9AE}" pid="10" name="MSIP_Label_b020b37f-db72-473e-ae54-fb16df408069_Method">
    <vt:lpwstr>Standard</vt:lpwstr>
  </property>
  <property fmtid="{D5CDD505-2E9C-101B-9397-08002B2CF9AE}" pid="11" name="MSIP_Label_b020b37f-db72-473e-ae54-fb16df408069_Name">
    <vt:lpwstr>General</vt:lpwstr>
  </property>
  <property fmtid="{D5CDD505-2E9C-101B-9397-08002B2CF9AE}" pid="12" name="MSIP_Label_b020b37f-db72-473e-ae54-fb16df408069_SiteId">
    <vt:lpwstr>705d07a3-2eea-4f3b-ab59-65ca29abeb26</vt:lpwstr>
  </property>
  <property fmtid="{D5CDD505-2E9C-101B-9397-08002B2CF9AE}" pid="13" name="MSIP_Label_b020b37f-db72-473e-ae54-fb16df408069_ActionId">
    <vt:lpwstr>2d28556c-1a51-4cbe-9711-a0a88a65872d</vt:lpwstr>
  </property>
  <property fmtid="{D5CDD505-2E9C-101B-9397-08002B2CF9AE}" pid="14" name="MSIP_Label_b020b37f-db72-473e-ae54-fb16df408069_ContentBits">
    <vt:lpwstr>0</vt:lpwstr>
  </property>
  <property fmtid="{D5CDD505-2E9C-101B-9397-08002B2CF9AE}" pid="15" name="MediaServiceImageTags">
    <vt:lpwstr/>
  </property>
  <property fmtid="{D5CDD505-2E9C-101B-9397-08002B2CF9AE}" pid="16" name="_SourceUrl">
    <vt:lpwstr/>
  </property>
  <property fmtid="{D5CDD505-2E9C-101B-9397-08002B2CF9AE}" pid="17" name="_SharedFileIndex">
    <vt:lpwstr/>
  </property>
</Properties>
</file>