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648" r:id="rId5"/>
    <p:sldMasterId id="2147483926" r:id="rId6"/>
    <p:sldMasterId id="2147483931" r:id="rId7"/>
  </p:sldMasterIdLst>
  <p:notesMasterIdLst>
    <p:notesMasterId r:id="rId16"/>
  </p:notesMasterIdLst>
  <p:sldIdLst>
    <p:sldId id="3196" r:id="rId8"/>
    <p:sldId id="3343" r:id="rId9"/>
    <p:sldId id="3197" r:id="rId10"/>
    <p:sldId id="3198" r:id="rId11"/>
    <p:sldId id="3199" r:id="rId12"/>
    <p:sldId id="3200" r:id="rId13"/>
    <p:sldId id="3201" r:id="rId14"/>
    <p:sldId id="320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9C7B09-526E-45C6-B3AA-9AFCE1C8F560}" v="1" dt="2024-04-25T17:12:11.2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A69C7B09-526E-45C6-B3AA-9AFCE1C8F560}"/>
    <pc:docChg chg="delSld">
      <pc:chgData name="Wang, Wei" userId="627587dd-935f-4f2b-a6c6-edd4e0dcbff5" providerId="ADAL" clId="{A69C7B09-526E-45C6-B3AA-9AFCE1C8F560}" dt="2024-04-25T17:11:55.160" v="0" actId="47"/>
      <pc:docMkLst>
        <pc:docMk/>
      </pc:docMkLst>
      <pc:sldChg chg="del">
        <pc:chgData name="Wang, Wei" userId="627587dd-935f-4f2b-a6c6-edd4e0dcbff5" providerId="ADAL" clId="{A69C7B09-526E-45C6-B3AA-9AFCE1C8F560}" dt="2024-04-25T17:11:55.160" v="0" actId="47"/>
        <pc:sldMkLst>
          <pc:docMk/>
          <pc:sldMk cId="1451686496" sldId="3197"/>
        </pc:sldMkLst>
      </pc:sldChg>
      <pc:sldChg chg="del">
        <pc:chgData name="Wang, Wei" userId="627587dd-935f-4f2b-a6c6-edd4e0dcbff5" providerId="ADAL" clId="{A69C7B09-526E-45C6-B3AA-9AFCE1C8F560}" dt="2024-04-25T17:11:55.160" v="0" actId="47"/>
        <pc:sldMkLst>
          <pc:docMk/>
          <pc:sldMk cId="615656619" sldId="3198"/>
        </pc:sldMkLst>
      </pc:sldChg>
      <pc:sldChg chg="del">
        <pc:chgData name="Wang, Wei" userId="627587dd-935f-4f2b-a6c6-edd4e0dcbff5" providerId="ADAL" clId="{A69C7B09-526E-45C6-B3AA-9AFCE1C8F560}" dt="2024-04-25T17:11:55.160" v="0" actId="47"/>
        <pc:sldMkLst>
          <pc:docMk/>
          <pc:sldMk cId="3932808795" sldId="3199"/>
        </pc:sldMkLst>
      </pc:sldChg>
      <pc:sldChg chg="del">
        <pc:chgData name="Wang, Wei" userId="627587dd-935f-4f2b-a6c6-edd4e0dcbff5" providerId="ADAL" clId="{A69C7B09-526E-45C6-B3AA-9AFCE1C8F560}" dt="2024-04-25T17:11:55.160" v="0" actId="47"/>
        <pc:sldMkLst>
          <pc:docMk/>
          <pc:sldMk cId="2409233393" sldId="3200"/>
        </pc:sldMkLst>
      </pc:sldChg>
      <pc:sldChg chg="del">
        <pc:chgData name="Wang, Wei" userId="627587dd-935f-4f2b-a6c6-edd4e0dcbff5" providerId="ADAL" clId="{A69C7B09-526E-45C6-B3AA-9AFCE1C8F560}" dt="2024-04-25T17:11:55.160" v="0" actId="47"/>
        <pc:sldMkLst>
          <pc:docMk/>
          <pc:sldMk cId="3403919418" sldId="3201"/>
        </pc:sldMkLst>
      </pc:sldChg>
      <pc:sldChg chg="del">
        <pc:chgData name="Wang, Wei" userId="627587dd-935f-4f2b-a6c6-edd4e0dcbff5" providerId="ADAL" clId="{A69C7B09-526E-45C6-B3AA-9AFCE1C8F560}" dt="2024-04-25T17:11:55.160" v="0" actId="47"/>
        <pc:sldMkLst>
          <pc:docMk/>
          <pc:sldMk cId="1897824491" sldId="3202"/>
        </pc:sldMkLst>
      </pc:sldChg>
    </pc:docChg>
  </pc:docChgLst>
  <pc:docChgLst>
    <pc:chgData name="Wang, Wei" userId="627587dd-935f-4f2b-a6c6-edd4e0dcbff5" providerId="ADAL" clId="{298B78E7-289E-44D3-AE64-26EF3BBB669D}"/>
    <pc:docChg chg="delSld delMainMaster">
      <pc:chgData name="Wang, Wei" userId="627587dd-935f-4f2b-a6c6-edd4e0dcbff5" providerId="ADAL" clId="{298B78E7-289E-44D3-AE64-26EF3BBB669D}" dt="2020-05-21T14:47:10.073" v="264" actId="2696"/>
      <pc:docMkLst>
        <pc:docMk/>
      </pc:docMkLst>
      <pc:sldChg chg="del">
        <pc:chgData name="Wang, Wei" userId="627587dd-935f-4f2b-a6c6-edd4e0dcbff5" providerId="ADAL" clId="{298B78E7-289E-44D3-AE64-26EF3BBB669D}" dt="2020-05-21T14:47:07.456" v="147" actId="2696"/>
        <pc:sldMkLst>
          <pc:docMk/>
          <pc:sldMk cId="3466899689" sldId="264"/>
        </pc:sldMkLst>
      </pc:sldChg>
      <pc:sldChg chg="del">
        <pc:chgData name="Wang, Wei" userId="627587dd-935f-4f2b-a6c6-edd4e0dcbff5" providerId="ADAL" clId="{298B78E7-289E-44D3-AE64-26EF3BBB669D}" dt="2020-05-21T14:46:44.473" v="0" actId="2696"/>
        <pc:sldMkLst>
          <pc:docMk/>
          <pc:sldMk cId="1859003141" sldId="403"/>
        </pc:sldMkLst>
      </pc:sldChg>
      <pc:sldChg chg="del">
        <pc:chgData name="Wang, Wei" userId="627587dd-935f-4f2b-a6c6-edd4e0dcbff5" providerId="ADAL" clId="{298B78E7-289E-44D3-AE64-26EF3BBB669D}" dt="2020-05-21T14:46:44.508" v="2" actId="2696"/>
        <pc:sldMkLst>
          <pc:docMk/>
          <pc:sldMk cId="1292908463" sldId="404"/>
        </pc:sldMkLst>
      </pc:sldChg>
      <pc:sldChg chg="del">
        <pc:chgData name="Wang, Wei" userId="627587dd-935f-4f2b-a6c6-edd4e0dcbff5" providerId="ADAL" clId="{298B78E7-289E-44D3-AE64-26EF3BBB669D}" dt="2020-05-21T14:46:44.579" v="4" actId="2696"/>
        <pc:sldMkLst>
          <pc:docMk/>
          <pc:sldMk cId="446603853" sldId="409"/>
        </pc:sldMkLst>
      </pc:sldChg>
      <pc:sldChg chg="del">
        <pc:chgData name="Wang, Wei" userId="627587dd-935f-4f2b-a6c6-edd4e0dcbff5" providerId="ADAL" clId="{298B78E7-289E-44D3-AE64-26EF3BBB669D}" dt="2020-05-21T14:46:44.555" v="3" actId="2696"/>
        <pc:sldMkLst>
          <pc:docMk/>
          <pc:sldMk cId="2082923428" sldId="454"/>
        </pc:sldMkLst>
      </pc:sldChg>
      <pc:sldChg chg="del">
        <pc:chgData name="Wang, Wei" userId="627587dd-935f-4f2b-a6c6-edd4e0dcbff5" providerId="ADAL" clId="{298B78E7-289E-44D3-AE64-26EF3BBB669D}" dt="2020-05-21T14:46:44.699" v="7" actId="2696"/>
        <pc:sldMkLst>
          <pc:docMk/>
          <pc:sldMk cId="3715361786" sldId="1704"/>
        </pc:sldMkLst>
      </pc:sldChg>
      <pc:sldChg chg="del">
        <pc:chgData name="Wang, Wei" userId="627587dd-935f-4f2b-a6c6-edd4e0dcbff5" providerId="ADAL" clId="{298B78E7-289E-44D3-AE64-26EF3BBB669D}" dt="2020-05-21T14:46:44.853" v="9" actId="2696"/>
        <pc:sldMkLst>
          <pc:docMk/>
          <pc:sldMk cId="3964538499" sldId="1705"/>
        </pc:sldMkLst>
      </pc:sldChg>
      <pc:sldChg chg="del">
        <pc:chgData name="Wang, Wei" userId="627587dd-935f-4f2b-a6c6-edd4e0dcbff5" providerId="ADAL" clId="{298B78E7-289E-44D3-AE64-26EF3BBB669D}" dt="2020-05-21T14:47:06.834" v="133" actId="2696"/>
        <pc:sldMkLst>
          <pc:docMk/>
          <pc:sldMk cId="3804357427" sldId="2298"/>
        </pc:sldMkLst>
      </pc:sldChg>
      <pc:sldChg chg="del">
        <pc:chgData name="Wang, Wei" userId="627587dd-935f-4f2b-a6c6-edd4e0dcbff5" providerId="ADAL" clId="{298B78E7-289E-44D3-AE64-26EF3BBB669D}" dt="2020-05-21T14:47:06.805" v="132" actId="2696"/>
        <pc:sldMkLst>
          <pc:docMk/>
          <pc:sldMk cId="885530237" sldId="2309"/>
        </pc:sldMkLst>
      </pc:sldChg>
      <pc:sldChg chg="del">
        <pc:chgData name="Wang, Wei" userId="627587dd-935f-4f2b-a6c6-edd4e0dcbff5" providerId="ADAL" clId="{298B78E7-289E-44D3-AE64-26EF3BBB669D}" dt="2020-05-21T14:47:09.769" v="223" actId="2696"/>
        <pc:sldMkLst>
          <pc:docMk/>
          <pc:sldMk cId="3774687517" sldId="2313"/>
        </pc:sldMkLst>
      </pc:sldChg>
      <pc:sldChg chg="del">
        <pc:chgData name="Wang, Wei" userId="627587dd-935f-4f2b-a6c6-edd4e0dcbff5" providerId="ADAL" clId="{298B78E7-289E-44D3-AE64-26EF3BBB669D}" dt="2020-05-21T14:47:09.787" v="224" actId="2696"/>
        <pc:sldMkLst>
          <pc:docMk/>
          <pc:sldMk cId="4032403608" sldId="2314"/>
        </pc:sldMkLst>
      </pc:sldChg>
      <pc:sldChg chg="del">
        <pc:chgData name="Wang, Wei" userId="627587dd-935f-4f2b-a6c6-edd4e0dcbff5" providerId="ADAL" clId="{298B78E7-289E-44D3-AE64-26EF3BBB669D}" dt="2020-05-21T14:47:09.814" v="225" actId="2696"/>
        <pc:sldMkLst>
          <pc:docMk/>
          <pc:sldMk cId="3720918296" sldId="2315"/>
        </pc:sldMkLst>
      </pc:sldChg>
      <pc:sldChg chg="del">
        <pc:chgData name="Wang, Wei" userId="627587dd-935f-4f2b-a6c6-edd4e0dcbff5" providerId="ADAL" clId="{298B78E7-289E-44D3-AE64-26EF3BBB669D}" dt="2020-05-21T14:47:09.847" v="226" actId="2696"/>
        <pc:sldMkLst>
          <pc:docMk/>
          <pc:sldMk cId="1848472487" sldId="2316"/>
        </pc:sldMkLst>
      </pc:sldChg>
      <pc:sldChg chg="del">
        <pc:chgData name="Wang, Wei" userId="627587dd-935f-4f2b-a6c6-edd4e0dcbff5" providerId="ADAL" clId="{298B78E7-289E-44D3-AE64-26EF3BBB669D}" dt="2020-05-21T14:47:09.864" v="227" actId="2696"/>
        <pc:sldMkLst>
          <pc:docMk/>
          <pc:sldMk cId="225359671" sldId="2317"/>
        </pc:sldMkLst>
      </pc:sldChg>
      <pc:sldChg chg="del">
        <pc:chgData name="Wang, Wei" userId="627587dd-935f-4f2b-a6c6-edd4e0dcbff5" providerId="ADAL" clId="{298B78E7-289E-44D3-AE64-26EF3BBB669D}" dt="2020-05-21T14:47:09.877" v="228" actId="2696"/>
        <pc:sldMkLst>
          <pc:docMk/>
          <pc:sldMk cId="822791018" sldId="2318"/>
        </pc:sldMkLst>
      </pc:sldChg>
      <pc:sldChg chg="del">
        <pc:chgData name="Wang, Wei" userId="627587dd-935f-4f2b-a6c6-edd4e0dcbff5" providerId="ADAL" clId="{298B78E7-289E-44D3-AE64-26EF3BBB669D}" dt="2020-05-21T14:47:03.809" v="33" actId="2696"/>
        <pc:sldMkLst>
          <pc:docMk/>
          <pc:sldMk cId="1886563594" sldId="2327"/>
        </pc:sldMkLst>
      </pc:sldChg>
      <pc:sldChg chg="del">
        <pc:chgData name="Wang, Wei" userId="627587dd-935f-4f2b-a6c6-edd4e0dcbff5" providerId="ADAL" clId="{298B78E7-289E-44D3-AE64-26EF3BBB669D}" dt="2020-05-21T14:47:05.652" v="102" actId="2696"/>
        <pc:sldMkLst>
          <pc:docMk/>
          <pc:sldMk cId="3610868713" sldId="2342"/>
        </pc:sldMkLst>
      </pc:sldChg>
      <pc:sldChg chg="del">
        <pc:chgData name="Wang, Wei" userId="627587dd-935f-4f2b-a6c6-edd4e0dcbff5" providerId="ADAL" clId="{298B78E7-289E-44D3-AE64-26EF3BBB669D}" dt="2020-05-21T14:47:09.693" v="220" actId="2696"/>
        <pc:sldMkLst>
          <pc:docMk/>
          <pc:sldMk cId="22907484" sldId="2522"/>
        </pc:sldMkLst>
      </pc:sldChg>
      <pc:sldChg chg="del">
        <pc:chgData name="Wang, Wei" userId="627587dd-935f-4f2b-a6c6-edd4e0dcbff5" providerId="ADAL" clId="{298B78E7-289E-44D3-AE64-26EF3BBB669D}" dt="2020-05-21T14:47:07.554" v="149" actId="2696"/>
        <pc:sldMkLst>
          <pc:docMk/>
          <pc:sldMk cId="3228592079" sldId="2529"/>
        </pc:sldMkLst>
      </pc:sldChg>
      <pc:sldChg chg="del">
        <pc:chgData name="Wang, Wei" userId="627587dd-935f-4f2b-a6c6-edd4e0dcbff5" providerId="ADAL" clId="{298B78E7-289E-44D3-AE64-26EF3BBB669D}" dt="2020-05-21T14:47:07.789" v="156" actId="2696"/>
        <pc:sldMkLst>
          <pc:docMk/>
          <pc:sldMk cId="2993275869" sldId="2530"/>
        </pc:sldMkLst>
      </pc:sldChg>
      <pc:sldChg chg="del">
        <pc:chgData name="Wang, Wei" userId="627587dd-935f-4f2b-a6c6-edd4e0dcbff5" providerId="ADAL" clId="{298B78E7-289E-44D3-AE64-26EF3BBB669D}" dt="2020-05-21T14:47:07.635" v="151" actId="2696"/>
        <pc:sldMkLst>
          <pc:docMk/>
          <pc:sldMk cId="3687469778" sldId="2537"/>
        </pc:sldMkLst>
      </pc:sldChg>
      <pc:sldChg chg="del">
        <pc:chgData name="Wang, Wei" userId="627587dd-935f-4f2b-a6c6-edd4e0dcbff5" providerId="ADAL" clId="{298B78E7-289E-44D3-AE64-26EF3BBB669D}" dt="2020-05-21T14:47:08.056" v="163" actId="2696"/>
        <pc:sldMkLst>
          <pc:docMk/>
          <pc:sldMk cId="1679945427" sldId="2538"/>
        </pc:sldMkLst>
      </pc:sldChg>
      <pc:sldChg chg="del">
        <pc:chgData name="Wang, Wei" userId="627587dd-935f-4f2b-a6c6-edd4e0dcbff5" providerId="ADAL" clId="{298B78E7-289E-44D3-AE64-26EF3BBB669D}" dt="2020-05-21T14:47:09.115" v="193" actId="2696"/>
        <pc:sldMkLst>
          <pc:docMk/>
          <pc:sldMk cId="1713380516" sldId="2558"/>
        </pc:sldMkLst>
      </pc:sldChg>
      <pc:sldChg chg="del">
        <pc:chgData name="Wang, Wei" userId="627587dd-935f-4f2b-a6c6-edd4e0dcbff5" providerId="ADAL" clId="{298B78E7-289E-44D3-AE64-26EF3BBB669D}" dt="2020-05-21T14:47:08.423" v="174" actId="2696"/>
        <pc:sldMkLst>
          <pc:docMk/>
          <pc:sldMk cId="2955668432" sldId="2559"/>
        </pc:sldMkLst>
      </pc:sldChg>
      <pc:sldChg chg="del">
        <pc:chgData name="Wang, Wei" userId="627587dd-935f-4f2b-a6c6-edd4e0dcbff5" providerId="ADAL" clId="{298B78E7-289E-44D3-AE64-26EF3BBB669D}" dt="2020-05-21T14:47:08.932" v="187" actId="2696"/>
        <pc:sldMkLst>
          <pc:docMk/>
          <pc:sldMk cId="523632826" sldId="2560"/>
        </pc:sldMkLst>
      </pc:sldChg>
      <pc:sldChg chg="del">
        <pc:chgData name="Wang, Wei" userId="627587dd-935f-4f2b-a6c6-edd4e0dcbff5" providerId="ADAL" clId="{298B78E7-289E-44D3-AE64-26EF3BBB669D}" dt="2020-05-21T14:47:08.656" v="180" actId="2696"/>
        <pc:sldMkLst>
          <pc:docMk/>
          <pc:sldMk cId="167443583" sldId="2561"/>
        </pc:sldMkLst>
      </pc:sldChg>
      <pc:sldChg chg="del">
        <pc:chgData name="Wang, Wei" userId="627587dd-935f-4f2b-a6c6-edd4e0dcbff5" providerId="ADAL" clId="{298B78E7-289E-44D3-AE64-26EF3BBB669D}" dt="2020-05-21T14:47:08.953" v="188" actId="2696"/>
        <pc:sldMkLst>
          <pc:docMk/>
          <pc:sldMk cId="881083979" sldId="2564"/>
        </pc:sldMkLst>
      </pc:sldChg>
      <pc:sldChg chg="del">
        <pc:chgData name="Wang, Wei" userId="627587dd-935f-4f2b-a6c6-edd4e0dcbff5" providerId="ADAL" clId="{298B78E7-289E-44D3-AE64-26EF3BBB669D}" dt="2020-05-21T14:47:08.139" v="165" actId="2696"/>
        <pc:sldMkLst>
          <pc:docMk/>
          <pc:sldMk cId="3797758620" sldId="2574"/>
        </pc:sldMkLst>
      </pc:sldChg>
      <pc:sldChg chg="del">
        <pc:chgData name="Wang, Wei" userId="627587dd-935f-4f2b-a6c6-edd4e0dcbff5" providerId="ADAL" clId="{298B78E7-289E-44D3-AE64-26EF3BBB669D}" dt="2020-05-21T14:47:09.683" v="218" actId="2696"/>
        <pc:sldMkLst>
          <pc:docMk/>
          <pc:sldMk cId="391170887" sldId="2638"/>
        </pc:sldMkLst>
      </pc:sldChg>
      <pc:sldChg chg="del">
        <pc:chgData name="Wang, Wei" userId="627587dd-935f-4f2b-a6c6-edd4e0dcbff5" providerId="ADAL" clId="{298B78E7-289E-44D3-AE64-26EF3BBB669D}" dt="2020-05-21T14:47:05.686" v="103" actId="2696"/>
        <pc:sldMkLst>
          <pc:docMk/>
          <pc:sldMk cId="656517287" sldId="2987"/>
        </pc:sldMkLst>
      </pc:sldChg>
      <pc:sldChg chg="del">
        <pc:chgData name="Wang, Wei" userId="627587dd-935f-4f2b-a6c6-edd4e0dcbff5" providerId="ADAL" clId="{298B78E7-289E-44D3-AE64-26EF3BBB669D}" dt="2020-05-21T14:47:05.712" v="104" actId="2696"/>
        <pc:sldMkLst>
          <pc:docMk/>
          <pc:sldMk cId="2823534408" sldId="2988"/>
        </pc:sldMkLst>
      </pc:sldChg>
      <pc:sldChg chg="del">
        <pc:chgData name="Wang, Wei" userId="627587dd-935f-4f2b-a6c6-edd4e0dcbff5" providerId="ADAL" clId="{298B78E7-289E-44D3-AE64-26EF3BBB669D}" dt="2020-05-21T14:47:06.907" v="135" actId="2696"/>
        <pc:sldMkLst>
          <pc:docMk/>
          <pc:sldMk cId="1416977938" sldId="3032"/>
        </pc:sldMkLst>
      </pc:sldChg>
      <pc:sldChg chg="del">
        <pc:chgData name="Wang, Wei" userId="627587dd-935f-4f2b-a6c6-edd4e0dcbff5" providerId="ADAL" clId="{298B78E7-289E-44D3-AE64-26EF3BBB669D}" dt="2020-05-21T14:47:06.873" v="134" actId="2696"/>
        <pc:sldMkLst>
          <pc:docMk/>
          <pc:sldMk cId="4269338773" sldId="3034"/>
        </pc:sldMkLst>
      </pc:sldChg>
      <pc:sldChg chg="del">
        <pc:chgData name="Wang, Wei" userId="627587dd-935f-4f2b-a6c6-edd4e0dcbff5" providerId="ADAL" clId="{298B78E7-289E-44D3-AE64-26EF3BBB669D}" dt="2020-05-21T14:47:06.600" v="127" actId="2696"/>
        <pc:sldMkLst>
          <pc:docMk/>
          <pc:sldMk cId="885568083" sldId="3044"/>
        </pc:sldMkLst>
      </pc:sldChg>
      <pc:sldChg chg="del">
        <pc:chgData name="Wang, Wei" userId="627587dd-935f-4f2b-a6c6-edd4e0dcbff5" providerId="ADAL" clId="{298B78E7-289E-44D3-AE64-26EF3BBB669D}" dt="2020-05-21T14:47:09.980" v="259" actId="2696"/>
        <pc:sldMkLst>
          <pc:docMk/>
          <pc:sldMk cId="2221406117" sldId="3051"/>
        </pc:sldMkLst>
      </pc:sldChg>
      <pc:sldChg chg="del">
        <pc:chgData name="Wang, Wei" userId="627587dd-935f-4f2b-a6c6-edd4e0dcbff5" providerId="ADAL" clId="{298B78E7-289E-44D3-AE64-26EF3BBB669D}" dt="2020-05-21T14:47:10.004" v="260" actId="2696"/>
        <pc:sldMkLst>
          <pc:docMk/>
          <pc:sldMk cId="3256214767" sldId="3052"/>
        </pc:sldMkLst>
      </pc:sldChg>
      <pc:sldChg chg="del">
        <pc:chgData name="Wang, Wei" userId="627587dd-935f-4f2b-a6c6-edd4e0dcbff5" providerId="ADAL" clId="{298B78E7-289E-44D3-AE64-26EF3BBB669D}" dt="2020-05-21T14:47:10.021" v="261" actId="2696"/>
        <pc:sldMkLst>
          <pc:docMk/>
          <pc:sldMk cId="2788603205" sldId="3053"/>
        </pc:sldMkLst>
      </pc:sldChg>
      <pc:sldChg chg="del">
        <pc:chgData name="Wang, Wei" userId="627587dd-935f-4f2b-a6c6-edd4e0dcbff5" providerId="ADAL" clId="{298B78E7-289E-44D3-AE64-26EF3BBB669D}" dt="2020-05-21T14:47:10.039" v="262" actId="2696"/>
        <pc:sldMkLst>
          <pc:docMk/>
          <pc:sldMk cId="487834608" sldId="3054"/>
        </pc:sldMkLst>
      </pc:sldChg>
      <pc:sldChg chg="del">
        <pc:chgData name="Wang, Wei" userId="627587dd-935f-4f2b-a6c6-edd4e0dcbff5" providerId="ADAL" clId="{298B78E7-289E-44D3-AE64-26EF3BBB669D}" dt="2020-05-21T14:47:07.720" v="154" actId="2696"/>
        <pc:sldMkLst>
          <pc:docMk/>
          <pc:sldMk cId="2156271036" sldId="3180"/>
        </pc:sldMkLst>
      </pc:sldChg>
      <pc:sldChg chg="del">
        <pc:chgData name="Wang, Wei" userId="627587dd-935f-4f2b-a6c6-edd4e0dcbff5" providerId="ADAL" clId="{298B78E7-289E-44D3-AE64-26EF3BBB669D}" dt="2020-05-21T14:47:03.772" v="32" actId="2696"/>
        <pc:sldMkLst>
          <pc:docMk/>
          <pc:sldMk cId="3225735422" sldId="3185"/>
        </pc:sldMkLst>
      </pc:sldChg>
      <pc:sldChg chg="del">
        <pc:chgData name="Wang, Wei" userId="627587dd-935f-4f2b-a6c6-edd4e0dcbff5" providerId="ADAL" clId="{298B78E7-289E-44D3-AE64-26EF3BBB669D}" dt="2020-05-21T14:46:44.790" v="8" actId="2696"/>
        <pc:sldMkLst>
          <pc:docMk/>
          <pc:sldMk cId="1652393144" sldId="3188"/>
        </pc:sldMkLst>
      </pc:sldChg>
      <pc:sldChg chg="del">
        <pc:chgData name="Wang, Wei" userId="627587dd-935f-4f2b-a6c6-edd4e0dcbff5" providerId="ADAL" clId="{298B78E7-289E-44D3-AE64-26EF3BBB669D}" dt="2020-05-21T14:47:06.503" v="126" actId="2696"/>
        <pc:sldMkLst>
          <pc:docMk/>
          <pc:sldMk cId="1347930657" sldId="3190"/>
        </pc:sldMkLst>
      </pc:sldChg>
      <pc:sldChg chg="del">
        <pc:chgData name="Wang, Wei" userId="627587dd-935f-4f2b-a6c6-edd4e0dcbff5" providerId="ADAL" clId="{298B78E7-289E-44D3-AE64-26EF3BBB669D}" dt="2020-05-21T14:47:06.679" v="128" actId="2696"/>
        <pc:sldMkLst>
          <pc:docMk/>
          <pc:sldMk cId="1761783579" sldId="3192"/>
        </pc:sldMkLst>
      </pc:sldChg>
      <pc:sldChg chg="del">
        <pc:chgData name="Wang, Wei" userId="627587dd-935f-4f2b-a6c6-edd4e0dcbff5" providerId="ADAL" clId="{298B78E7-289E-44D3-AE64-26EF3BBB669D}" dt="2020-05-21T14:47:06.704" v="129" actId="2696"/>
        <pc:sldMkLst>
          <pc:docMk/>
          <pc:sldMk cId="3842869934" sldId="3193"/>
        </pc:sldMkLst>
      </pc:sldChg>
      <pc:sldChg chg="del">
        <pc:chgData name="Wang, Wei" userId="627587dd-935f-4f2b-a6c6-edd4e0dcbff5" providerId="ADAL" clId="{298B78E7-289E-44D3-AE64-26EF3BBB669D}" dt="2020-05-21T14:46:44.603" v="5" actId="2696"/>
        <pc:sldMkLst>
          <pc:docMk/>
          <pc:sldMk cId="659576491" sldId="3195"/>
        </pc:sldMkLst>
      </pc:sldChg>
      <pc:sldChg chg="del">
        <pc:chgData name="Wang, Wei" userId="627587dd-935f-4f2b-a6c6-edd4e0dcbff5" providerId="ADAL" clId="{298B78E7-289E-44D3-AE64-26EF3BBB669D}" dt="2020-05-21T14:47:03.845" v="34" actId="2696"/>
        <pc:sldMkLst>
          <pc:docMk/>
          <pc:sldMk cId="881279817" sldId="3204"/>
        </pc:sldMkLst>
      </pc:sldChg>
      <pc:sldChg chg="del">
        <pc:chgData name="Wang, Wei" userId="627587dd-935f-4f2b-a6c6-edd4e0dcbff5" providerId="ADAL" clId="{298B78E7-289E-44D3-AE64-26EF3BBB669D}" dt="2020-05-21T14:47:03.887" v="35" actId="2696"/>
        <pc:sldMkLst>
          <pc:docMk/>
          <pc:sldMk cId="2173968615" sldId="3205"/>
        </pc:sldMkLst>
      </pc:sldChg>
      <pc:sldChg chg="del">
        <pc:chgData name="Wang, Wei" userId="627587dd-935f-4f2b-a6c6-edd4e0dcbff5" providerId="ADAL" clId="{298B78E7-289E-44D3-AE64-26EF3BBB669D}" dt="2020-05-21T14:47:04.040" v="39" actId="2696"/>
        <pc:sldMkLst>
          <pc:docMk/>
          <pc:sldMk cId="3993921764" sldId="3206"/>
        </pc:sldMkLst>
      </pc:sldChg>
      <pc:sldChg chg="del">
        <pc:chgData name="Wang, Wei" userId="627587dd-935f-4f2b-a6c6-edd4e0dcbff5" providerId="ADAL" clId="{298B78E7-289E-44D3-AE64-26EF3BBB669D}" dt="2020-05-21T14:47:03.923" v="36" actId="2696"/>
        <pc:sldMkLst>
          <pc:docMk/>
          <pc:sldMk cId="1666393814" sldId="3207"/>
        </pc:sldMkLst>
      </pc:sldChg>
      <pc:sldChg chg="del">
        <pc:chgData name="Wang, Wei" userId="627587dd-935f-4f2b-a6c6-edd4e0dcbff5" providerId="ADAL" clId="{298B78E7-289E-44D3-AE64-26EF3BBB669D}" dt="2020-05-21T14:47:03.959" v="37" actId="2696"/>
        <pc:sldMkLst>
          <pc:docMk/>
          <pc:sldMk cId="263658791" sldId="3208"/>
        </pc:sldMkLst>
      </pc:sldChg>
      <pc:sldChg chg="del">
        <pc:chgData name="Wang, Wei" userId="627587dd-935f-4f2b-a6c6-edd4e0dcbff5" providerId="ADAL" clId="{298B78E7-289E-44D3-AE64-26EF3BBB669D}" dt="2020-05-21T14:47:04.080" v="40" actId="2696"/>
        <pc:sldMkLst>
          <pc:docMk/>
          <pc:sldMk cId="1981241024" sldId="3209"/>
        </pc:sldMkLst>
      </pc:sldChg>
      <pc:sldChg chg="del">
        <pc:chgData name="Wang, Wei" userId="627587dd-935f-4f2b-a6c6-edd4e0dcbff5" providerId="ADAL" clId="{298B78E7-289E-44D3-AE64-26EF3BBB669D}" dt="2020-05-21T14:47:04.208" v="67" actId="2696"/>
        <pc:sldMkLst>
          <pc:docMk/>
          <pc:sldMk cId="2805832465" sldId="3210"/>
        </pc:sldMkLst>
      </pc:sldChg>
      <pc:sldChg chg="del">
        <pc:chgData name="Wang, Wei" userId="627587dd-935f-4f2b-a6c6-edd4e0dcbff5" providerId="ADAL" clId="{298B78E7-289E-44D3-AE64-26EF3BBB669D}" dt="2020-05-21T14:47:04.258" v="68" actId="2696"/>
        <pc:sldMkLst>
          <pc:docMk/>
          <pc:sldMk cId="2052222845" sldId="3211"/>
        </pc:sldMkLst>
      </pc:sldChg>
      <pc:sldChg chg="del">
        <pc:chgData name="Wang, Wei" userId="627587dd-935f-4f2b-a6c6-edd4e0dcbff5" providerId="ADAL" clId="{298B78E7-289E-44D3-AE64-26EF3BBB669D}" dt="2020-05-21T14:47:04.354" v="70" actId="2696"/>
        <pc:sldMkLst>
          <pc:docMk/>
          <pc:sldMk cId="4020754754" sldId="3213"/>
        </pc:sldMkLst>
      </pc:sldChg>
      <pc:sldChg chg="del">
        <pc:chgData name="Wang, Wei" userId="627587dd-935f-4f2b-a6c6-edd4e0dcbff5" providerId="ADAL" clId="{298B78E7-289E-44D3-AE64-26EF3BBB669D}" dt="2020-05-21T14:47:03.993" v="38" actId="2696"/>
        <pc:sldMkLst>
          <pc:docMk/>
          <pc:sldMk cId="2518968447" sldId="3214"/>
        </pc:sldMkLst>
      </pc:sldChg>
      <pc:sldChg chg="del">
        <pc:chgData name="Wang, Wei" userId="627587dd-935f-4f2b-a6c6-edd4e0dcbff5" providerId="ADAL" clId="{298B78E7-289E-44D3-AE64-26EF3BBB669D}" dt="2020-05-21T14:47:04.392" v="71" actId="2696"/>
        <pc:sldMkLst>
          <pc:docMk/>
          <pc:sldMk cId="2246022790" sldId="3215"/>
        </pc:sldMkLst>
      </pc:sldChg>
      <pc:sldChg chg="del">
        <pc:chgData name="Wang, Wei" userId="627587dd-935f-4f2b-a6c6-edd4e0dcbff5" providerId="ADAL" clId="{298B78E7-289E-44D3-AE64-26EF3BBB669D}" dt="2020-05-21T14:47:04.426" v="72" actId="2696"/>
        <pc:sldMkLst>
          <pc:docMk/>
          <pc:sldMk cId="2119841619" sldId="3216"/>
        </pc:sldMkLst>
      </pc:sldChg>
      <pc:sldChg chg="del">
        <pc:chgData name="Wang, Wei" userId="627587dd-935f-4f2b-a6c6-edd4e0dcbff5" providerId="ADAL" clId="{298B78E7-289E-44D3-AE64-26EF3BBB669D}" dt="2020-05-21T14:47:04.569" v="75" actId="2696"/>
        <pc:sldMkLst>
          <pc:docMk/>
          <pc:sldMk cId="3857299536" sldId="3217"/>
        </pc:sldMkLst>
      </pc:sldChg>
      <pc:sldChg chg="del">
        <pc:chgData name="Wang, Wei" userId="627587dd-935f-4f2b-a6c6-edd4e0dcbff5" providerId="ADAL" clId="{298B78E7-289E-44D3-AE64-26EF3BBB669D}" dt="2020-05-21T14:47:04.605" v="76" actId="2696"/>
        <pc:sldMkLst>
          <pc:docMk/>
          <pc:sldMk cId="246017269" sldId="3218"/>
        </pc:sldMkLst>
      </pc:sldChg>
      <pc:sldChg chg="del">
        <pc:chgData name="Wang, Wei" userId="627587dd-935f-4f2b-a6c6-edd4e0dcbff5" providerId="ADAL" clId="{298B78E7-289E-44D3-AE64-26EF3BBB669D}" dt="2020-05-21T14:47:04.669" v="78" actId="2696"/>
        <pc:sldMkLst>
          <pc:docMk/>
          <pc:sldMk cId="3408671469" sldId="3219"/>
        </pc:sldMkLst>
      </pc:sldChg>
      <pc:sldChg chg="del">
        <pc:chgData name="Wang, Wei" userId="627587dd-935f-4f2b-a6c6-edd4e0dcbff5" providerId="ADAL" clId="{298B78E7-289E-44D3-AE64-26EF3BBB669D}" dt="2020-05-21T14:47:04.641" v="77" actId="2696"/>
        <pc:sldMkLst>
          <pc:docMk/>
          <pc:sldMk cId="1897169788" sldId="3220"/>
        </pc:sldMkLst>
      </pc:sldChg>
      <pc:sldChg chg="del">
        <pc:chgData name="Wang, Wei" userId="627587dd-935f-4f2b-a6c6-edd4e0dcbff5" providerId="ADAL" clId="{298B78E7-289E-44D3-AE64-26EF3BBB669D}" dt="2020-05-21T14:47:04.704" v="79" actId="2696"/>
        <pc:sldMkLst>
          <pc:docMk/>
          <pc:sldMk cId="204676027" sldId="3222"/>
        </pc:sldMkLst>
      </pc:sldChg>
      <pc:sldChg chg="del">
        <pc:chgData name="Wang, Wei" userId="627587dd-935f-4f2b-a6c6-edd4e0dcbff5" providerId="ADAL" clId="{298B78E7-289E-44D3-AE64-26EF3BBB669D}" dt="2020-05-21T14:47:04.830" v="82" actId="2696"/>
        <pc:sldMkLst>
          <pc:docMk/>
          <pc:sldMk cId="2373195931" sldId="3223"/>
        </pc:sldMkLst>
      </pc:sldChg>
      <pc:sldChg chg="del">
        <pc:chgData name="Wang, Wei" userId="627587dd-935f-4f2b-a6c6-edd4e0dcbff5" providerId="ADAL" clId="{298B78E7-289E-44D3-AE64-26EF3BBB669D}" dt="2020-05-21T14:47:04.790" v="81" actId="2696"/>
        <pc:sldMkLst>
          <pc:docMk/>
          <pc:sldMk cId="877100948" sldId="3224"/>
        </pc:sldMkLst>
      </pc:sldChg>
      <pc:sldChg chg="del">
        <pc:chgData name="Wang, Wei" userId="627587dd-935f-4f2b-a6c6-edd4e0dcbff5" providerId="ADAL" clId="{298B78E7-289E-44D3-AE64-26EF3BBB669D}" dt="2020-05-21T14:47:04.862" v="83" actId="2696"/>
        <pc:sldMkLst>
          <pc:docMk/>
          <pc:sldMk cId="1460641953" sldId="3226"/>
        </pc:sldMkLst>
      </pc:sldChg>
      <pc:sldChg chg="del">
        <pc:chgData name="Wang, Wei" userId="627587dd-935f-4f2b-a6c6-edd4e0dcbff5" providerId="ADAL" clId="{298B78E7-289E-44D3-AE64-26EF3BBB669D}" dt="2020-05-21T14:47:05.062" v="88" actId="2696"/>
        <pc:sldMkLst>
          <pc:docMk/>
          <pc:sldMk cId="709152779" sldId="3227"/>
        </pc:sldMkLst>
      </pc:sldChg>
      <pc:sldChg chg="del">
        <pc:chgData name="Wang, Wei" userId="627587dd-935f-4f2b-a6c6-edd4e0dcbff5" providerId="ADAL" clId="{298B78E7-289E-44D3-AE64-26EF3BBB669D}" dt="2020-05-21T14:47:05.238" v="92" actId="2696"/>
        <pc:sldMkLst>
          <pc:docMk/>
          <pc:sldMk cId="1157975152" sldId="3228"/>
        </pc:sldMkLst>
      </pc:sldChg>
      <pc:sldChg chg="del">
        <pc:chgData name="Wang, Wei" userId="627587dd-935f-4f2b-a6c6-edd4e0dcbff5" providerId="ADAL" clId="{298B78E7-289E-44D3-AE64-26EF3BBB669D}" dt="2020-05-21T14:47:04.946" v="85" actId="2696"/>
        <pc:sldMkLst>
          <pc:docMk/>
          <pc:sldMk cId="654653082" sldId="3229"/>
        </pc:sldMkLst>
      </pc:sldChg>
      <pc:sldChg chg="del">
        <pc:chgData name="Wang, Wei" userId="627587dd-935f-4f2b-a6c6-edd4e0dcbff5" providerId="ADAL" clId="{298B78E7-289E-44D3-AE64-26EF3BBB669D}" dt="2020-05-21T14:47:04.986" v="86" actId="2696"/>
        <pc:sldMkLst>
          <pc:docMk/>
          <pc:sldMk cId="3816839617" sldId="3230"/>
        </pc:sldMkLst>
      </pc:sldChg>
      <pc:sldChg chg="del">
        <pc:chgData name="Wang, Wei" userId="627587dd-935f-4f2b-a6c6-edd4e0dcbff5" providerId="ADAL" clId="{298B78E7-289E-44D3-AE64-26EF3BBB669D}" dt="2020-05-21T14:47:04.904" v="84" actId="2696"/>
        <pc:sldMkLst>
          <pc:docMk/>
          <pc:sldMk cId="3155281055" sldId="3231"/>
        </pc:sldMkLst>
      </pc:sldChg>
      <pc:sldChg chg="del">
        <pc:chgData name="Wang, Wei" userId="627587dd-935f-4f2b-a6c6-edd4e0dcbff5" providerId="ADAL" clId="{298B78E7-289E-44D3-AE64-26EF3BBB669D}" dt="2020-05-21T14:47:05.024" v="87" actId="2696"/>
        <pc:sldMkLst>
          <pc:docMk/>
          <pc:sldMk cId="509975017" sldId="3232"/>
        </pc:sldMkLst>
      </pc:sldChg>
      <pc:sldChg chg="del">
        <pc:chgData name="Wang, Wei" userId="627587dd-935f-4f2b-a6c6-edd4e0dcbff5" providerId="ADAL" clId="{298B78E7-289E-44D3-AE64-26EF3BBB669D}" dt="2020-05-21T14:47:05.096" v="89" actId="2696"/>
        <pc:sldMkLst>
          <pc:docMk/>
          <pc:sldMk cId="1649909049" sldId="3233"/>
        </pc:sldMkLst>
      </pc:sldChg>
      <pc:sldChg chg="del">
        <pc:chgData name="Wang, Wei" userId="627587dd-935f-4f2b-a6c6-edd4e0dcbff5" providerId="ADAL" clId="{298B78E7-289E-44D3-AE64-26EF3BBB669D}" dt="2020-05-21T14:47:05.153" v="90" actId="2696"/>
        <pc:sldMkLst>
          <pc:docMk/>
          <pc:sldMk cId="3548260843" sldId="3235"/>
        </pc:sldMkLst>
      </pc:sldChg>
      <pc:sldChg chg="del">
        <pc:chgData name="Wang, Wei" userId="627587dd-935f-4f2b-a6c6-edd4e0dcbff5" providerId="ADAL" clId="{298B78E7-289E-44D3-AE64-26EF3BBB669D}" dt="2020-05-21T14:47:05.194" v="91" actId="2696"/>
        <pc:sldMkLst>
          <pc:docMk/>
          <pc:sldMk cId="763565562" sldId="3236"/>
        </pc:sldMkLst>
      </pc:sldChg>
      <pc:sldChg chg="del">
        <pc:chgData name="Wang, Wei" userId="627587dd-935f-4f2b-a6c6-edd4e0dcbff5" providerId="ADAL" clId="{298B78E7-289E-44D3-AE64-26EF3BBB669D}" dt="2020-05-21T14:47:05.321" v="94" actId="2696"/>
        <pc:sldMkLst>
          <pc:docMk/>
          <pc:sldMk cId="1984202630" sldId="3241"/>
        </pc:sldMkLst>
      </pc:sldChg>
      <pc:sldChg chg="del">
        <pc:chgData name="Wang, Wei" userId="627587dd-935f-4f2b-a6c6-edd4e0dcbff5" providerId="ADAL" clId="{298B78E7-289E-44D3-AE64-26EF3BBB669D}" dt="2020-05-21T14:47:05.355" v="95" actId="2696"/>
        <pc:sldMkLst>
          <pc:docMk/>
          <pc:sldMk cId="1888640879" sldId="3242"/>
        </pc:sldMkLst>
      </pc:sldChg>
      <pc:sldChg chg="del">
        <pc:chgData name="Wang, Wei" userId="627587dd-935f-4f2b-a6c6-edd4e0dcbff5" providerId="ADAL" clId="{298B78E7-289E-44D3-AE64-26EF3BBB669D}" dt="2020-05-21T14:47:05.562" v="100" actId="2696"/>
        <pc:sldMkLst>
          <pc:docMk/>
          <pc:sldMk cId="3650905765" sldId="3245"/>
        </pc:sldMkLst>
      </pc:sldChg>
      <pc:sldChg chg="del">
        <pc:chgData name="Wang, Wei" userId="627587dd-935f-4f2b-a6c6-edd4e0dcbff5" providerId="ADAL" clId="{298B78E7-289E-44D3-AE64-26EF3BBB669D}" dt="2020-05-21T14:47:05.608" v="101" actId="2696"/>
        <pc:sldMkLst>
          <pc:docMk/>
          <pc:sldMk cId="3318895836" sldId="3246"/>
        </pc:sldMkLst>
      </pc:sldChg>
      <pc:sldChg chg="del">
        <pc:chgData name="Wang, Wei" userId="627587dd-935f-4f2b-a6c6-edd4e0dcbff5" providerId="ADAL" clId="{298B78E7-289E-44D3-AE64-26EF3BBB669D}" dt="2020-05-21T14:47:05.936" v="111" actId="2696"/>
        <pc:sldMkLst>
          <pc:docMk/>
          <pc:sldMk cId="410940375" sldId="3247"/>
        </pc:sldMkLst>
      </pc:sldChg>
      <pc:sldChg chg="del">
        <pc:chgData name="Wang, Wei" userId="627587dd-935f-4f2b-a6c6-edd4e0dcbff5" providerId="ADAL" clId="{298B78E7-289E-44D3-AE64-26EF3BBB669D}" dt="2020-05-21T14:47:05.836" v="108" actId="2696"/>
        <pc:sldMkLst>
          <pc:docMk/>
          <pc:sldMk cId="991313656" sldId="3248"/>
        </pc:sldMkLst>
      </pc:sldChg>
      <pc:sldChg chg="del">
        <pc:chgData name="Wang, Wei" userId="627587dd-935f-4f2b-a6c6-edd4e0dcbff5" providerId="ADAL" clId="{298B78E7-289E-44D3-AE64-26EF3BBB669D}" dt="2020-05-21T14:47:05.774" v="106" actId="2696"/>
        <pc:sldMkLst>
          <pc:docMk/>
          <pc:sldMk cId="4163159633" sldId="3249"/>
        </pc:sldMkLst>
      </pc:sldChg>
      <pc:sldChg chg="del">
        <pc:chgData name="Wang, Wei" userId="627587dd-935f-4f2b-a6c6-edd4e0dcbff5" providerId="ADAL" clId="{298B78E7-289E-44D3-AE64-26EF3BBB669D}" dt="2020-05-21T14:47:05.802" v="107" actId="2696"/>
        <pc:sldMkLst>
          <pc:docMk/>
          <pc:sldMk cId="1078204521" sldId="3250"/>
        </pc:sldMkLst>
      </pc:sldChg>
      <pc:sldChg chg="del">
        <pc:chgData name="Wang, Wei" userId="627587dd-935f-4f2b-a6c6-edd4e0dcbff5" providerId="ADAL" clId="{298B78E7-289E-44D3-AE64-26EF3BBB669D}" dt="2020-05-21T14:47:05.862" v="109" actId="2696"/>
        <pc:sldMkLst>
          <pc:docMk/>
          <pc:sldMk cId="1715815920" sldId="3251"/>
        </pc:sldMkLst>
      </pc:sldChg>
      <pc:sldChg chg="del">
        <pc:chgData name="Wang, Wei" userId="627587dd-935f-4f2b-a6c6-edd4e0dcbff5" providerId="ADAL" clId="{298B78E7-289E-44D3-AE64-26EF3BBB669D}" dt="2020-05-21T14:47:05.962" v="112" actId="2696"/>
        <pc:sldMkLst>
          <pc:docMk/>
          <pc:sldMk cId="1954399707" sldId="3252"/>
        </pc:sldMkLst>
      </pc:sldChg>
      <pc:sldChg chg="del">
        <pc:chgData name="Wang, Wei" userId="627587dd-935f-4f2b-a6c6-edd4e0dcbff5" providerId="ADAL" clId="{298B78E7-289E-44D3-AE64-26EF3BBB669D}" dt="2020-05-21T14:47:05.745" v="105" actId="2696"/>
        <pc:sldMkLst>
          <pc:docMk/>
          <pc:sldMk cId="1692271070" sldId="3253"/>
        </pc:sldMkLst>
      </pc:sldChg>
      <pc:sldChg chg="del">
        <pc:chgData name="Wang, Wei" userId="627587dd-935f-4f2b-a6c6-edd4e0dcbff5" providerId="ADAL" clId="{298B78E7-289E-44D3-AE64-26EF3BBB669D}" dt="2020-05-21T14:47:06" v="113" actId="2696"/>
        <pc:sldMkLst>
          <pc:docMk/>
          <pc:sldMk cId="3626943776" sldId="3254"/>
        </pc:sldMkLst>
      </pc:sldChg>
      <pc:sldChg chg="del">
        <pc:chgData name="Wang, Wei" userId="627587dd-935f-4f2b-a6c6-edd4e0dcbff5" providerId="ADAL" clId="{298B78E7-289E-44D3-AE64-26EF3BBB669D}" dt="2020-05-21T14:47:05.903" v="110" actId="2696"/>
        <pc:sldMkLst>
          <pc:docMk/>
          <pc:sldMk cId="2984461346" sldId="3255"/>
        </pc:sldMkLst>
      </pc:sldChg>
      <pc:sldChg chg="del">
        <pc:chgData name="Wang, Wei" userId="627587dd-935f-4f2b-a6c6-edd4e0dcbff5" providerId="ADAL" clId="{298B78E7-289E-44D3-AE64-26EF3BBB669D}" dt="2020-05-21T14:47:06.051" v="114" actId="2696"/>
        <pc:sldMkLst>
          <pc:docMk/>
          <pc:sldMk cId="1985833319" sldId="3256"/>
        </pc:sldMkLst>
      </pc:sldChg>
      <pc:sldChg chg="del">
        <pc:chgData name="Wang, Wei" userId="627587dd-935f-4f2b-a6c6-edd4e0dcbff5" providerId="ADAL" clId="{298B78E7-289E-44D3-AE64-26EF3BBB669D}" dt="2020-05-21T14:47:06.203" v="118" actId="2696"/>
        <pc:sldMkLst>
          <pc:docMk/>
          <pc:sldMk cId="924062676" sldId="3257"/>
        </pc:sldMkLst>
      </pc:sldChg>
      <pc:sldChg chg="del">
        <pc:chgData name="Wang, Wei" userId="627587dd-935f-4f2b-a6c6-edd4e0dcbff5" providerId="ADAL" clId="{298B78E7-289E-44D3-AE64-26EF3BBB669D}" dt="2020-05-21T14:47:06.090" v="115" actId="2696"/>
        <pc:sldMkLst>
          <pc:docMk/>
          <pc:sldMk cId="1768402278" sldId="3258"/>
        </pc:sldMkLst>
      </pc:sldChg>
      <pc:sldChg chg="del">
        <pc:chgData name="Wang, Wei" userId="627587dd-935f-4f2b-a6c6-edd4e0dcbff5" providerId="ADAL" clId="{298B78E7-289E-44D3-AE64-26EF3BBB669D}" dt="2020-05-21T14:47:06.232" v="119" actId="2696"/>
        <pc:sldMkLst>
          <pc:docMk/>
          <pc:sldMk cId="716511567" sldId="3259"/>
        </pc:sldMkLst>
      </pc:sldChg>
      <pc:sldChg chg="del">
        <pc:chgData name="Wang, Wei" userId="627587dd-935f-4f2b-a6c6-edd4e0dcbff5" providerId="ADAL" clId="{298B78E7-289E-44D3-AE64-26EF3BBB669D}" dt="2020-05-21T14:47:06.137" v="116" actId="2696"/>
        <pc:sldMkLst>
          <pc:docMk/>
          <pc:sldMk cId="3234899859" sldId="3260"/>
        </pc:sldMkLst>
      </pc:sldChg>
      <pc:sldChg chg="del">
        <pc:chgData name="Wang, Wei" userId="627587dd-935f-4f2b-a6c6-edd4e0dcbff5" providerId="ADAL" clId="{298B78E7-289E-44D3-AE64-26EF3BBB669D}" dt="2020-05-21T14:47:06.172" v="117" actId="2696"/>
        <pc:sldMkLst>
          <pc:docMk/>
          <pc:sldMk cId="3066737904" sldId="3261"/>
        </pc:sldMkLst>
      </pc:sldChg>
      <pc:sldChg chg="del">
        <pc:chgData name="Wang, Wei" userId="627587dd-935f-4f2b-a6c6-edd4e0dcbff5" providerId="ADAL" clId="{298B78E7-289E-44D3-AE64-26EF3BBB669D}" dt="2020-05-21T14:47:06.276" v="120" actId="2696"/>
        <pc:sldMkLst>
          <pc:docMk/>
          <pc:sldMk cId="244349391" sldId="3262"/>
        </pc:sldMkLst>
      </pc:sldChg>
      <pc:sldChg chg="del">
        <pc:chgData name="Wang, Wei" userId="627587dd-935f-4f2b-a6c6-edd4e0dcbff5" providerId="ADAL" clId="{298B78E7-289E-44D3-AE64-26EF3BBB669D}" dt="2020-05-21T14:47:06.307" v="121" actId="2696"/>
        <pc:sldMkLst>
          <pc:docMk/>
          <pc:sldMk cId="1346862001" sldId="3263"/>
        </pc:sldMkLst>
      </pc:sldChg>
      <pc:sldChg chg="del">
        <pc:chgData name="Wang, Wei" userId="627587dd-935f-4f2b-a6c6-edd4e0dcbff5" providerId="ADAL" clId="{298B78E7-289E-44D3-AE64-26EF3BBB669D}" dt="2020-05-21T14:47:06.335" v="122" actId="2696"/>
        <pc:sldMkLst>
          <pc:docMk/>
          <pc:sldMk cId="1391415964" sldId="3264"/>
        </pc:sldMkLst>
      </pc:sldChg>
      <pc:sldChg chg="del">
        <pc:chgData name="Wang, Wei" userId="627587dd-935f-4f2b-a6c6-edd4e0dcbff5" providerId="ADAL" clId="{298B78E7-289E-44D3-AE64-26EF3BBB669D}" dt="2020-05-21T14:47:06.372" v="123" actId="2696"/>
        <pc:sldMkLst>
          <pc:docMk/>
          <pc:sldMk cId="2212679919" sldId="3265"/>
        </pc:sldMkLst>
      </pc:sldChg>
      <pc:sldChg chg="del">
        <pc:chgData name="Wang, Wei" userId="627587dd-935f-4f2b-a6c6-edd4e0dcbff5" providerId="ADAL" clId="{298B78E7-289E-44D3-AE64-26EF3BBB669D}" dt="2020-05-21T14:47:06.446" v="125" actId="2696"/>
        <pc:sldMkLst>
          <pc:docMk/>
          <pc:sldMk cId="126287035" sldId="3267"/>
        </pc:sldMkLst>
      </pc:sldChg>
      <pc:sldChg chg="del">
        <pc:chgData name="Wang, Wei" userId="627587dd-935f-4f2b-a6c6-edd4e0dcbff5" providerId="ADAL" clId="{298B78E7-289E-44D3-AE64-26EF3BBB669D}" dt="2020-05-21T14:47:06.734" v="130" actId="2696"/>
        <pc:sldMkLst>
          <pc:docMk/>
          <pc:sldMk cId="1679015854" sldId="3268"/>
        </pc:sldMkLst>
      </pc:sldChg>
      <pc:sldChg chg="del">
        <pc:chgData name="Wang, Wei" userId="627587dd-935f-4f2b-a6c6-edd4e0dcbff5" providerId="ADAL" clId="{298B78E7-289E-44D3-AE64-26EF3BBB669D}" dt="2020-05-21T14:47:06.761" v="131" actId="2696"/>
        <pc:sldMkLst>
          <pc:docMk/>
          <pc:sldMk cId="996068935" sldId="3269"/>
        </pc:sldMkLst>
      </pc:sldChg>
      <pc:sldChg chg="del">
        <pc:chgData name="Wang, Wei" userId="627587dd-935f-4f2b-a6c6-edd4e0dcbff5" providerId="ADAL" clId="{298B78E7-289E-44D3-AE64-26EF3BBB669D}" dt="2020-05-21T14:47:06.937" v="136" actId="2696"/>
        <pc:sldMkLst>
          <pc:docMk/>
          <pc:sldMk cId="742174932" sldId="3275"/>
        </pc:sldMkLst>
      </pc:sldChg>
      <pc:sldChg chg="del">
        <pc:chgData name="Wang, Wei" userId="627587dd-935f-4f2b-a6c6-edd4e0dcbff5" providerId="ADAL" clId="{298B78E7-289E-44D3-AE64-26EF3BBB669D}" dt="2020-05-21T14:47:06.961" v="137" actId="2696"/>
        <pc:sldMkLst>
          <pc:docMk/>
          <pc:sldMk cId="503339778" sldId="3276"/>
        </pc:sldMkLst>
      </pc:sldChg>
      <pc:sldChg chg="del">
        <pc:chgData name="Wang, Wei" userId="627587dd-935f-4f2b-a6c6-edd4e0dcbff5" providerId="ADAL" clId="{298B78E7-289E-44D3-AE64-26EF3BBB669D}" dt="2020-05-21T14:47:07.019" v="138" actId="2696"/>
        <pc:sldMkLst>
          <pc:docMk/>
          <pc:sldMk cId="3108903484" sldId="3277"/>
        </pc:sldMkLst>
      </pc:sldChg>
      <pc:sldChg chg="del">
        <pc:chgData name="Wang, Wei" userId="627587dd-935f-4f2b-a6c6-edd4e0dcbff5" providerId="ADAL" clId="{298B78E7-289E-44D3-AE64-26EF3BBB669D}" dt="2020-05-21T14:47:07.121" v="140" actId="2696"/>
        <pc:sldMkLst>
          <pc:docMk/>
          <pc:sldMk cId="1068174136" sldId="3279"/>
        </pc:sldMkLst>
      </pc:sldChg>
      <pc:sldChg chg="del">
        <pc:chgData name="Wang, Wei" userId="627587dd-935f-4f2b-a6c6-edd4e0dcbff5" providerId="ADAL" clId="{298B78E7-289E-44D3-AE64-26EF3BBB669D}" dt="2020-05-21T14:47:07.159" v="141" actId="2696"/>
        <pc:sldMkLst>
          <pc:docMk/>
          <pc:sldMk cId="1016294463" sldId="3280"/>
        </pc:sldMkLst>
      </pc:sldChg>
      <pc:sldChg chg="del">
        <pc:chgData name="Wang, Wei" userId="627587dd-935f-4f2b-a6c6-edd4e0dcbff5" providerId="ADAL" clId="{298B78E7-289E-44D3-AE64-26EF3BBB669D}" dt="2020-05-21T14:47:07.201" v="142" actId="2696"/>
        <pc:sldMkLst>
          <pc:docMk/>
          <pc:sldMk cId="2375318970" sldId="3281"/>
        </pc:sldMkLst>
      </pc:sldChg>
      <pc:sldChg chg="del">
        <pc:chgData name="Wang, Wei" userId="627587dd-935f-4f2b-a6c6-edd4e0dcbff5" providerId="ADAL" clId="{298B78E7-289E-44D3-AE64-26EF3BBB669D}" dt="2020-05-21T14:47:07.239" v="143" actId="2696"/>
        <pc:sldMkLst>
          <pc:docMk/>
          <pc:sldMk cId="3139898537" sldId="3282"/>
        </pc:sldMkLst>
      </pc:sldChg>
      <pc:sldChg chg="del">
        <pc:chgData name="Wang, Wei" userId="627587dd-935f-4f2b-a6c6-edd4e0dcbff5" providerId="ADAL" clId="{298B78E7-289E-44D3-AE64-26EF3BBB669D}" dt="2020-05-21T14:47:07.288" v="144" actId="2696"/>
        <pc:sldMkLst>
          <pc:docMk/>
          <pc:sldMk cId="3981214641" sldId="3284"/>
        </pc:sldMkLst>
      </pc:sldChg>
      <pc:sldChg chg="del">
        <pc:chgData name="Wang, Wei" userId="627587dd-935f-4f2b-a6c6-edd4e0dcbff5" providerId="ADAL" clId="{298B78E7-289E-44D3-AE64-26EF3BBB669D}" dt="2020-05-21T14:47:07.419" v="146" actId="2696"/>
        <pc:sldMkLst>
          <pc:docMk/>
          <pc:sldMk cId="3197551137" sldId="3287"/>
        </pc:sldMkLst>
      </pc:sldChg>
      <pc:sldChg chg="del">
        <pc:chgData name="Wang, Wei" userId="627587dd-935f-4f2b-a6c6-edd4e0dcbff5" providerId="ADAL" clId="{298B78E7-289E-44D3-AE64-26EF3BBB669D}" dt="2020-05-21T14:47:07.824" v="157" actId="2696"/>
        <pc:sldMkLst>
          <pc:docMk/>
          <pc:sldMk cId="3798856135" sldId="3288"/>
        </pc:sldMkLst>
      </pc:sldChg>
      <pc:sldChg chg="del">
        <pc:chgData name="Wang, Wei" userId="627587dd-935f-4f2b-a6c6-edd4e0dcbff5" providerId="ADAL" clId="{298B78E7-289E-44D3-AE64-26EF3BBB669D}" dt="2020-05-21T14:47:07.856" v="158" actId="2696"/>
        <pc:sldMkLst>
          <pc:docMk/>
          <pc:sldMk cId="19228181" sldId="3289"/>
        </pc:sldMkLst>
      </pc:sldChg>
      <pc:sldChg chg="del">
        <pc:chgData name="Wang, Wei" userId="627587dd-935f-4f2b-a6c6-edd4e0dcbff5" providerId="ADAL" clId="{298B78E7-289E-44D3-AE64-26EF3BBB669D}" dt="2020-05-21T14:47:07.589" v="150" actId="2696"/>
        <pc:sldMkLst>
          <pc:docMk/>
          <pc:sldMk cId="2303224268" sldId="3290"/>
        </pc:sldMkLst>
      </pc:sldChg>
      <pc:sldChg chg="del">
        <pc:chgData name="Wang, Wei" userId="627587dd-935f-4f2b-a6c6-edd4e0dcbff5" providerId="ADAL" clId="{298B78E7-289E-44D3-AE64-26EF3BBB669D}" dt="2020-05-21T14:47:07.916" v="159" actId="2696"/>
        <pc:sldMkLst>
          <pc:docMk/>
          <pc:sldMk cId="864121547" sldId="3291"/>
        </pc:sldMkLst>
      </pc:sldChg>
      <pc:sldChg chg="del">
        <pc:chgData name="Wang, Wei" userId="627587dd-935f-4f2b-a6c6-edd4e0dcbff5" providerId="ADAL" clId="{298B78E7-289E-44D3-AE64-26EF3BBB669D}" dt="2020-05-21T14:47:08.226" v="168" actId="2696"/>
        <pc:sldMkLst>
          <pc:docMk/>
          <pc:sldMk cId="2795661269" sldId="3292"/>
        </pc:sldMkLst>
      </pc:sldChg>
      <pc:sldChg chg="del">
        <pc:chgData name="Wang, Wei" userId="627587dd-935f-4f2b-a6c6-edd4e0dcbff5" providerId="ADAL" clId="{298B78E7-289E-44D3-AE64-26EF3BBB669D}" dt="2020-05-21T14:47:08.185" v="166" actId="2696"/>
        <pc:sldMkLst>
          <pc:docMk/>
          <pc:sldMk cId="1553453907" sldId="3293"/>
        </pc:sldMkLst>
      </pc:sldChg>
      <pc:sldChg chg="del">
        <pc:chgData name="Wang, Wei" userId="627587dd-935f-4f2b-a6c6-edd4e0dcbff5" providerId="ADAL" clId="{298B78E7-289E-44D3-AE64-26EF3BBB669D}" dt="2020-05-21T14:47:08.526" v="176" actId="2696"/>
        <pc:sldMkLst>
          <pc:docMk/>
          <pc:sldMk cId="929812060" sldId="3294"/>
        </pc:sldMkLst>
      </pc:sldChg>
      <pc:sldChg chg="del">
        <pc:chgData name="Wang, Wei" userId="627587dd-935f-4f2b-a6c6-edd4e0dcbff5" providerId="ADAL" clId="{298B78E7-289E-44D3-AE64-26EF3BBB669D}" dt="2020-05-21T14:47:08.260" v="169" actId="2696"/>
        <pc:sldMkLst>
          <pc:docMk/>
          <pc:sldMk cId="1479512413" sldId="3295"/>
        </pc:sldMkLst>
      </pc:sldChg>
      <pc:sldChg chg="del">
        <pc:chgData name="Wang, Wei" userId="627587dd-935f-4f2b-a6c6-edd4e0dcbff5" providerId="ADAL" clId="{298B78E7-289E-44D3-AE64-26EF3BBB669D}" dt="2020-05-21T14:47:08.297" v="170" actId="2696"/>
        <pc:sldMkLst>
          <pc:docMk/>
          <pc:sldMk cId="3954248733" sldId="3296"/>
        </pc:sldMkLst>
      </pc:sldChg>
      <pc:sldChg chg="del">
        <pc:chgData name="Wang, Wei" userId="627587dd-935f-4f2b-a6c6-edd4e0dcbff5" providerId="ADAL" clId="{298B78E7-289E-44D3-AE64-26EF3BBB669D}" dt="2020-05-21T14:47:08.336" v="171" actId="2696"/>
        <pc:sldMkLst>
          <pc:docMk/>
          <pc:sldMk cId="3156802134" sldId="3297"/>
        </pc:sldMkLst>
      </pc:sldChg>
      <pc:sldChg chg="del">
        <pc:chgData name="Wang, Wei" userId="627587dd-935f-4f2b-a6c6-edd4e0dcbff5" providerId="ADAL" clId="{298B78E7-289E-44D3-AE64-26EF3BBB669D}" dt="2020-05-21T14:47:08.369" v="172" actId="2696"/>
        <pc:sldMkLst>
          <pc:docMk/>
          <pc:sldMk cId="2403325956" sldId="3298"/>
        </pc:sldMkLst>
      </pc:sldChg>
      <pc:sldChg chg="del">
        <pc:chgData name="Wang, Wei" userId="627587dd-935f-4f2b-a6c6-edd4e0dcbff5" providerId="ADAL" clId="{298B78E7-289E-44D3-AE64-26EF3BBB669D}" dt="2020-05-21T14:47:08.400" v="173" actId="2696"/>
        <pc:sldMkLst>
          <pc:docMk/>
          <pc:sldMk cId="4278664167" sldId="3299"/>
        </pc:sldMkLst>
      </pc:sldChg>
      <pc:sldChg chg="del">
        <pc:chgData name="Wang, Wei" userId="627587dd-935f-4f2b-a6c6-edd4e0dcbff5" providerId="ADAL" clId="{298B78E7-289E-44D3-AE64-26EF3BBB669D}" dt="2020-05-21T14:47:08.749" v="182" actId="2696"/>
        <pc:sldMkLst>
          <pc:docMk/>
          <pc:sldMk cId="2813254392" sldId="3300"/>
        </pc:sldMkLst>
      </pc:sldChg>
      <pc:sldChg chg="del">
        <pc:chgData name="Wang, Wei" userId="627587dd-935f-4f2b-a6c6-edd4e0dcbff5" providerId="ADAL" clId="{298B78E7-289E-44D3-AE64-26EF3BBB669D}" dt="2020-05-21T14:47:08.786" v="183" actId="2696"/>
        <pc:sldMkLst>
          <pc:docMk/>
          <pc:sldMk cId="2168276619" sldId="3301"/>
        </pc:sldMkLst>
      </pc:sldChg>
      <pc:sldChg chg="del">
        <pc:chgData name="Wang, Wei" userId="627587dd-935f-4f2b-a6c6-edd4e0dcbff5" providerId="ADAL" clId="{298B78E7-289E-44D3-AE64-26EF3BBB669D}" dt="2020-05-21T14:47:08.833" v="184" actId="2696"/>
        <pc:sldMkLst>
          <pc:docMk/>
          <pc:sldMk cId="606603448" sldId="3302"/>
        </pc:sldMkLst>
      </pc:sldChg>
      <pc:sldChg chg="del">
        <pc:chgData name="Wang, Wei" userId="627587dd-935f-4f2b-a6c6-edd4e0dcbff5" providerId="ADAL" clId="{298B78E7-289E-44D3-AE64-26EF3BBB669D}" dt="2020-05-21T14:47:08.857" v="185" actId="2696"/>
        <pc:sldMkLst>
          <pc:docMk/>
          <pc:sldMk cId="83612990" sldId="3305"/>
        </pc:sldMkLst>
      </pc:sldChg>
      <pc:sldChg chg="del">
        <pc:chgData name="Wang, Wei" userId="627587dd-935f-4f2b-a6c6-edd4e0dcbff5" providerId="ADAL" clId="{298B78E7-289E-44D3-AE64-26EF3BBB669D}" dt="2020-05-21T14:47:08.904" v="186" actId="2696"/>
        <pc:sldMkLst>
          <pc:docMk/>
          <pc:sldMk cId="1312951834" sldId="3306"/>
        </pc:sldMkLst>
      </pc:sldChg>
      <pc:sldChg chg="del">
        <pc:chgData name="Wang, Wei" userId="627587dd-935f-4f2b-a6c6-edd4e0dcbff5" providerId="ADAL" clId="{298B78E7-289E-44D3-AE64-26EF3BBB669D}" dt="2020-05-21T14:47:08.564" v="177" actId="2696"/>
        <pc:sldMkLst>
          <pc:docMk/>
          <pc:sldMk cId="1996300682" sldId="3307"/>
        </pc:sldMkLst>
      </pc:sldChg>
      <pc:sldChg chg="del">
        <pc:chgData name="Wang, Wei" userId="627587dd-935f-4f2b-a6c6-edd4e0dcbff5" providerId="ADAL" clId="{298B78E7-289E-44D3-AE64-26EF3BBB669D}" dt="2020-05-21T14:47:08.598" v="178" actId="2696"/>
        <pc:sldMkLst>
          <pc:docMk/>
          <pc:sldMk cId="2269029745" sldId="3309"/>
        </pc:sldMkLst>
      </pc:sldChg>
      <pc:sldChg chg="del">
        <pc:chgData name="Wang, Wei" userId="627587dd-935f-4f2b-a6c6-edd4e0dcbff5" providerId="ADAL" clId="{298B78E7-289E-44D3-AE64-26EF3BBB669D}" dt="2020-05-21T14:47:08.632" v="179" actId="2696"/>
        <pc:sldMkLst>
          <pc:docMk/>
          <pc:sldMk cId="667677968" sldId="3310"/>
        </pc:sldMkLst>
      </pc:sldChg>
      <pc:sldChg chg="del">
        <pc:chgData name="Wang, Wei" userId="627587dd-935f-4f2b-a6c6-edd4e0dcbff5" providerId="ADAL" clId="{298B78E7-289E-44D3-AE64-26EF3BBB669D}" dt="2020-05-21T14:47:08.479" v="175" actId="2696"/>
        <pc:sldMkLst>
          <pc:docMk/>
          <pc:sldMk cId="1892545769" sldId="3311"/>
        </pc:sldMkLst>
      </pc:sldChg>
      <pc:sldChg chg="del">
        <pc:chgData name="Wang, Wei" userId="627587dd-935f-4f2b-a6c6-edd4e0dcbff5" providerId="ADAL" clId="{298B78E7-289E-44D3-AE64-26EF3BBB669D}" dt="2020-05-21T14:47:08.702" v="181" actId="2696"/>
        <pc:sldMkLst>
          <pc:docMk/>
          <pc:sldMk cId="2194838920" sldId="3312"/>
        </pc:sldMkLst>
      </pc:sldChg>
      <pc:sldChg chg="del">
        <pc:chgData name="Wang, Wei" userId="627587dd-935f-4f2b-a6c6-edd4e0dcbff5" providerId="ADAL" clId="{298B78E7-289E-44D3-AE64-26EF3BBB669D}" dt="2020-05-21T14:47:08.993" v="189" actId="2696"/>
        <pc:sldMkLst>
          <pc:docMk/>
          <pc:sldMk cId="215748073" sldId="3313"/>
        </pc:sldMkLst>
      </pc:sldChg>
      <pc:sldChg chg="del">
        <pc:chgData name="Wang, Wei" userId="627587dd-935f-4f2b-a6c6-edd4e0dcbff5" providerId="ADAL" clId="{298B78E7-289E-44D3-AE64-26EF3BBB669D}" dt="2020-05-21T14:47:09.025" v="190" actId="2696"/>
        <pc:sldMkLst>
          <pc:docMk/>
          <pc:sldMk cId="4262673835" sldId="3314"/>
        </pc:sldMkLst>
      </pc:sldChg>
      <pc:sldChg chg="del">
        <pc:chgData name="Wang, Wei" userId="627587dd-935f-4f2b-a6c6-edd4e0dcbff5" providerId="ADAL" clId="{298B78E7-289E-44D3-AE64-26EF3BBB669D}" dt="2020-05-21T14:47:09.050" v="191" actId="2696"/>
        <pc:sldMkLst>
          <pc:docMk/>
          <pc:sldMk cId="3335184793" sldId="3315"/>
        </pc:sldMkLst>
      </pc:sldChg>
      <pc:sldChg chg="del">
        <pc:chgData name="Wang, Wei" userId="627587dd-935f-4f2b-a6c6-edd4e0dcbff5" providerId="ADAL" clId="{298B78E7-289E-44D3-AE64-26EF3BBB669D}" dt="2020-05-21T14:47:09.134" v="194" actId="2696"/>
        <pc:sldMkLst>
          <pc:docMk/>
          <pc:sldMk cId="2416137483" sldId="3316"/>
        </pc:sldMkLst>
      </pc:sldChg>
      <pc:sldChg chg="del">
        <pc:chgData name="Wang, Wei" userId="627587dd-935f-4f2b-a6c6-edd4e0dcbff5" providerId="ADAL" clId="{298B78E7-289E-44D3-AE64-26EF3BBB669D}" dt="2020-05-21T14:47:09.362" v="203" actId="2696"/>
        <pc:sldMkLst>
          <pc:docMk/>
          <pc:sldMk cId="526447841" sldId="3317"/>
        </pc:sldMkLst>
      </pc:sldChg>
      <pc:sldChg chg="del">
        <pc:chgData name="Wang, Wei" userId="627587dd-935f-4f2b-a6c6-edd4e0dcbff5" providerId="ADAL" clId="{298B78E7-289E-44D3-AE64-26EF3BBB669D}" dt="2020-05-21T14:47:09.093" v="192" actId="2696"/>
        <pc:sldMkLst>
          <pc:docMk/>
          <pc:sldMk cId="2947608363" sldId="3318"/>
        </pc:sldMkLst>
      </pc:sldChg>
      <pc:sldChg chg="del">
        <pc:chgData name="Wang, Wei" userId="627587dd-935f-4f2b-a6c6-edd4e0dcbff5" providerId="ADAL" clId="{298B78E7-289E-44D3-AE64-26EF3BBB669D}" dt="2020-05-21T14:47:09.171" v="195" actId="2696"/>
        <pc:sldMkLst>
          <pc:docMk/>
          <pc:sldMk cId="2127992302" sldId="3319"/>
        </pc:sldMkLst>
      </pc:sldChg>
      <pc:sldChg chg="del">
        <pc:chgData name="Wang, Wei" userId="627587dd-935f-4f2b-a6c6-edd4e0dcbff5" providerId="ADAL" clId="{298B78E7-289E-44D3-AE64-26EF3BBB669D}" dt="2020-05-21T14:47:09.200" v="196" actId="2696"/>
        <pc:sldMkLst>
          <pc:docMk/>
          <pc:sldMk cId="2777060430" sldId="3320"/>
        </pc:sldMkLst>
      </pc:sldChg>
      <pc:sldChg chg="del">
        <pc:chgData name="Wang, Wei" userId="627587dd-935f-4f2b-a6c6-edd4e0dcbff5" providerId="ADAL" clId="{298B78E7-289E-44D3-AE64-26EF3BBB669D}" dt="2020-05-21T14:47:09.225" v="198" actId="2696"/>
        <pc:sldMkLst>
          <pc:docMk/>
          <pc:sldMk cId="1945554767" sldId="3321"/>
        </pc:sldMkLst>
      </pc:sldChg>
      <pc:sldChg chg="del">
        <pc:chgData name="Wang, Wei" userId="627587dd-935f-4f2b-a6c6-edd4e0dcbff5" providerId="ADAL" clId="{298B78E7-289E-44D3-AE64-26EF3BBB669D}" dt="2020-05-21T14:47:09.248" v="199" actId="2696"/>
        <pc:sldMkLst>
          <pc:docMk/>
          <pc:sldMk cId="2127991632" sldId="3322"/>
        </pc:sldMkLst>
      </pc:sldChg>
      <pc:sldChg chg="del">
        <pc:chgData name="Wang, Wei" userId="627587dd-935f-4f2b-a6c6-edd4e0dcbff5" providerId="ADAL" clId="{298B78E7-289E-44D3-AE64-26EF3BBB669D}" dt="2020-05-21T14:47:09.282" v="200" actId="2696"/>
        <pc:sldMkLst>
          <pc:docMk/>
          <pc:sldMk cId="4281611941" sldId="3323"/>
        </pc:sldMkLst>
      </pc:sldChg>
      <pc:sldChg chg="del">
        <pc:chgData name="Wang, Wei" userId="627587dd-935f-4f2b-a6c6-edd4e0dcbff5" providerId="ADAL" clId="{298B78E7-289E-44D3-AE64-26EF3BBB669D}" dt="2020-05-21T14:47:09.323" v="202" actId="2696"/>
        <pc:sldMkLst>
          <pc:docMk/>
          <pc:sldMk cId="3390179843" sldId="3326"/>
        </pc:sldMkLst>
      </pc:sldChg>
      <pc:sldChg chg="del">
        <pc:chgData name="Wang, Wei" userId="627587dd-935f-4f2b-a6c6-edd4e0dcbff5" providerId="ADAL" clId="{298B78E7-289E-44D3-AE64-26EF3BBB669D}" dt="2020-05-21T14:47:09.304" v="201" actId="2696"/>
        <pc:sldMkLst>
          <pc:docMk/>
          <pc:sldMk cId="3124520466" sldId="3327"/>
        </pc:sldMkLst>
      </pc:sldChg>
      <pc:sldChg chg="del">
        <pc:chgData name="Wang, Wei" userId="627587dd-935f-4f2b-a6c6-edd4e0dcbff5" providerId="ADAL" clId="{298B78E7-289E-44D3-AE64-26EF3BBB669D}" dt="2020-05-21T14:47:09.407" v="205" actId="2696"/>
        <pc:sldMkLst>
          <pc:docMk/>
          <pc:sldMk cId="3477645088" sldId="3328"/>
        </pc:sldMkLst>
      </pc:sldChg>
      <pc:sldChg chg="del">
        <pc:chgData name="Wang, Wei" userId="627587dd-935f-4f2b-a6c6-edd4e0dcbff5" providerId="ADAL" clId="{298B78E7-289E-44D3-AE64-26EF3BBB669D}" dt="2020-05-21T14:47:09.434" v="206" actId="2696"/>
        <pc:sldMkLst>
          <pc:docMk/>
          <pc:sldMk cId="1662053451" sldId="3329"/>
        </pc:sldMkLst>
      </pc:sldChg>
      <pc:sldChg chg="del">
        <pc:chgData name="Wang, Wei" userId="627587dd-935f-4f2b-a6c6-edd4e0dcbff5" providerId="ADAL" clId="{298B78E7-289E-44D3-AE64-26EF3BBB669D}" dt="2020-05-21T14:47:09.493" v="209" actId="2696"/>
        <pc:sldMkLst>
          <pc:docMk/>
          <pc:sldMk cId="346396587" sldId="3330"/>
        </pc:sldMkLst>
      </pc:sldChg>
      <pc:sldChg chg="del">
        <pc:chgData name="Wang, Wei" userId="627587dd-935f-4f2b-a6c6-edd4e0dcbff5" providerId="ADAL" clId="{298B78E7-289E-44D3-AE64-26EF3BBB669D}" dt="2020-05-21T14:47:09.538" v="211" actId="2696"/>
        <pc:sldMkLst>
          <pc:docMk/>
          <pc:sldMk cId="1291678737" sldId="3331"/>
        </pc:sldMkLst>
      </pc:sldChg>
      <pc:sldChg chg="del">
        <pc:chgData name="Wang, Wei" userId="627587dd-935f-4f2b-a6c6-edd4e0dcbff5" providerId="ADAL" clId="{298B78E7-289E-44D3-AE64-26EF3BBB669D}" dt="2020-05-21T14:47:09.586" v="213" actId="2696"/>
        <pc:sldMkLst>
          <pc:docMk/>
          <pc:sldMk cId="3148421959" sldId="3332"/>
        </pc:sldMkLst>
      </pc:sldChg>
      <pc:sldChg chg="del">
        <pc:chgData name="Wang, Wei" userId="627587dd-935f-4f2b-a6c6-edd4e0dcbff5" providerId="ADAL" clId="{298B78E7-289E-44D3-AE64-26EF3BBB669D}" dt="2020-05-21T14:47:09.385" v="204" actId="2696"/>
        <pc:sldMkLst>
          <pc:docMk/>
          <pc:sldMk cId="3111119971" sldId="3334"/>
        </pc:sldMkLst>
      </pc:sldChg>
      <pc:sldChg chg="del">
        <pc:chgData name="Wang, Wei" userId="627587dd-935f-4f2b-a6c6-edd4e0dcbff5" providerId="ADAL" clId="{298B78E7-289E-44D3-AE64-26EF3BBB669D}" dt="2020-05-21T14:47:09.453" v="207" actId="2696"/>
        <pc:sldMkLst>
          <pc:docMk/>
          <pc:sldMk cId="380740504" sldId="3335"/>
        </pc:sldMkLst>
      </pc:sldChg>
      <pc:sldChg chg="del">
        <pc:chgData name="Wang, Wei" userId="627587dd-935f-4f2b-a6c6-edd4e0dcbff5" providerId="ADAL" clId="{298B78E7-289E-44D3-AE64-26EF3BBB669D}" dt="2020-05-21T14:47:09.632" v="215" actId="2696"/>
        <pc:sldMkLst>
          <pc:docMk/>
          <pc:sldMk cId="4214234733" sldId="3337"/>
        </pc:sldMkLst>
      </pc:sldChg>
      <pc:sldChg chg="del">
        <pc:chgData name="Wang, Wei" userId="627587dd-935f-4f2b-a6c6-edd4e0dcbff5" providerId="ADAL" clId="{298B78E7-289E-44D3-AE64-26EF3BBB669D}" dt="2020-05-21T14:47:09.674" v="217" actId="2696"/>
        <pc:sldMkLst>
          <pc:docMk/>
          <pc:sldMk cId="3949925884" sldId="3338"/>
        </pc:sldMkLst>
      </pc:sldChg>
      <pc:sldChg chg="del">
        <pc:chgData name="Wang, Wei" userId="627587dd-935f-4f2b-a6c6-edd4e0dcbff5" providerId="ADAL" clId="{298B78E7-289E-44D3-AE64-26EF3BBB669D}" dt="2020-05-21T14:47:09.655" v="216" actId="2696"/>
        <pc:sldMkLst>
          <pc:docMk/>
          <pc:sldMk cId="4188551729" sldId="3339"/>
        </pc:sldMkLst>
      </pc:sldChg>
      <pc:sldChg chg="del">
        <pc:chgData name="Wang, Wei" userId="627587dd-935f-4f2b-a6c6-edd4e0dcbff5" providerId="ADAL" clId="{298B78E7-289E-44D3-AE64-26EF3BBB669D}" dt="2020-05-21T14:47:09.473" v="208" actId="2696"/>
        <pc:sldMkLst>
          <pc:docMk/>
          <pc:sldMk cId="3603535866" sldId="3340"/>
        </pc:sldMkLst>
      </pc:sldChg>
      <pc:sldChg chg="del">
        <pc:chgData name="Wang, Wei" userId="627587dd-935f-4f2b-a6c6-edd4e0dcbff5" providerId="ADAL" clId="{298B78E7-289E-44D3-AE64-26EF3BBB669D}" dt="2020-05-21T14:47:09.520" v="210" actId="2696"/>
        <pc:sldMkLst>
          <pc:docMk/>
          <pc:sldMk cId="3144107531" sldId="3341"/>
        </pc:sldMkLst>
      </pc:sldChg>
      <pc:sldChg chg="del">
        <pc:chgData name="Wang, Wei" userId="627587dd-935f-4f2b-a6c6-edd4e0dcbff5" providerId="ADAL" clId="{298B78E7-289E-44D3-AE64-26EF3BBB669D}" dt="2020-05-21T14:47:09.560" v="212" actId="2696"/>
        <pc:sldMkLst>
          <pc:docMk/>
          <pc:sldMk cId="2740622052" sldId="3342"/>
        </pc:sldMkLst>
      </pc:sldChg>
      <pc:sldChg chg="del">
        <pc:chgData name="Wang, Wei" userId="627587dd-935f-4f2b-a6c6-edd4e0dcbff5" providerId="ADAL" clId="{298B78E7-289E-44D3-AE64-26EF3BBB669D}" dt="2020-05-21T14:47:03.697" v="30" actId="2696"/>
        <pc:sldMkLst>
          <pc:docMk/>
          <pc:sldMk cId="254823969" sldId="3344"/>
        </pc:sldMkLst>
      </pc:sldChg>
      <pc:sldChg chg="del">
        <pc:chgData name="Wang, Wei" userId="627587dd-935f-4f2b-a6c6-edd4e0dcbff5" providerId="ADAL" clId="{298B78E7-289E-44D3-AE64-26EF3BBB669D}" dt="2020-05-21T14:47:05.481" v="98" actId="2696"/>
        <pc:sldMkLst>
          <pc:docMk/>
          <pc:sldMk cId="1271632320" sldId="3346"/>
        </pc:sldMkLst>
      </pc:sldChg>
      <pc:sldChg chg="del">
        <pc:chgData name="Wang, Wei" userId="627587dd-935f-4f2b-a6c6-edd4e0dcbff5" providerId="ADAL" clId="{298B78E7-289E-44D3-AE64-26EF3BBB669D}" dt="2020-05-21T14:47:03.662" v="29" actId="2696"/>
        <pc:sldMkLst>
          <pc:docMk/>
          <pc:sldMk cId="2979927466" sldId="3348"/>
        </pc:sldMkLst>
      </pc:sldChg>
      <pc:sldChg chg="del">
        <pc:chgData name="Wang, Wei" userId="627587dd-935f-4f2b-a6c6-edd4e0dcbff5" providerId="ADAL" clId="{298B78E7-289E-44D3-AE64-26EF3BBB669D}" dt="2020-05-21T14:47:03.725" v="31" actId="2696"/>
        <pc:sldMkLst>
          <pc:docMk/>
          <pc:sldMk cId="1899842097" sldId="3349"/>
        </pc:sldMkLst>
      </pc:sldChg>
      <pc:sldChg chg="del">
        <pc:chgData name="Wang, Wei" userId="627587dd-935f-4f2b-a6c6-edd4e0dcbff5" providerId="ADAL" clId="{298B78E7-289E-44D3-AE64-26EF3BBB669D}" dt="2020-05-21T14:47:04.312" v="69" actId="2696"/>
        <pc:sldMkLst>
          <pc:docMk/>
          <pc:sldMk cId="842741756" sldId="3350"/>
        </pc:sldMkLst>
      </pc:sldChg>
      <pc:sldChg chg="del">
        <pc:chgData name="Wang, Wei" userId="627587dd-935f-4f2b-a6c6-edd4e0dcbff5" providerId="ADAL" clId="{298B78E7-289E-44D3-AE64-26EF3BBB669D}" dt="2020-05-21T14:47:04.751" v="80" actId="2696"/>
        <pc:sldMkLst>
          <pc:docMk/>
          <pc:sldMk cId="3109476665" sldId="3351"/>
        </pc:sldMkLst>
      </pc:sldChg>
      <pc:sldChg chg="del">
        <pc:chgData name="Wang, Wei" userId="627587dd-935f-4f2b-a6c6-edd4e0dcbff5" providerId="ADAL" clId="{298B78E7-289E-44D3-AE64-26EF3BBB669D}" dt="2020-05-21T14:47:05.283" v="93" actId="2696"/>
        <pc:sldMkLst>
          <pc:docMk/>
          <pc:sldMk cId="3704800372" sldId="3352"/>
        </pc:sldMkLst>
      </pc:sldChg>
      <pc:sldChg chg="del">
        <pc:chgData name="Wang, Wei" userId="627587dd-935f-4f2b-a6c6-edd4e0dcbff5" providerId="ADAL" clId="{298B78E7-289E-44D3-AE64-26EF3BBB669D}" dt="2020-05-21T14:47:05.407" v="96" actId="2696"/>
        <pc:sldMkLst>
          <pc:docMk/>
          <pc:sldMk cId="2944446884" sldId="3353"/>
        </pc:sldMkLst>
      </pc:sldChg>
      <pc:sldChg chg="del">
        <pc:chgData name="Wang, Wei" userId="627587dd-935f-4f2b-a6c6-edd4e0dcbff5" providerId="ADAL" clId="{298B78E7-289E-44D3-AE64-26EF3BBB669D}" dt="2020-05-21T14:47:05.444" v="97" actId="2696"/>
        <pc:sldMkLst>
          <pc:docMk/>
          <pc:sldMk cId="2195433763" sldId="3354"/>
        </pc:sldMkLst>
      </pc:sldChg>
      <pc:sldChg chg="del">
        <pc:chgData name="Wang, Wei" userId="627587dd-935f-4f2b-a6c6-edd4e0dcbff5" providerId="ADAL" clId="{298B78E7-289E-44D3-AE64-26EF3BBB669D}" dt="2020-05-21T14:47:05.513" v="99" actId="2696"/>
        <pc:sldMkLst>
          <pc:docMk/>
          <pc:sldMk cId="3347548171" sldId="3355"/>
        </pc:sldMkLst>
      </pc:sldChg>
      <pc:sldChg chg="del">
        <pc:chgData name="Wang, Wei" userId="627587dd-935f-4f2b-a6c6-edd4e0dcbff5" providerId="ADAL" clId="{298B78E7-289E-44D3-AE64-26EF3BBB669D}" dt="2020-05-21T14:47:06.402" v="124" actId="2696"/>
        <pc:sldMkLst>
          <pc:docMk/>
          <pc:sldMk cId="2383908075" sldId="3356"/>
        </pc:sldMkLst>
      </pc:sldChg>
      <pc:sldChg chg="del">
        <pc:chgData name="Wang, Wei" userId="627587dd-935f-4f2b-a6c6-edd4e0dcbff5" providerId="ADAL" clId="{298B78E7-289E-44D3-AE64-26EF3BBB669D}" dt="2020-05-21T14:47:07.083" v="139" actId="2696"/>
        <pc:sldMkLst>
          <pc:docMk/>
          <pc:sldMk cId="1258555308" sldId="3357"/>
        </pc:sldMkLst>
      </pc:sldChg>
      <pc:sldChg chg="del">
        <pc:chgData name="Wang, Wei" userId="627587dd-935f-4f2b-a6c6-edd4e0dcbff5" providerId="ADAL" clId="{298B78E7-289E-44D3-AE64-26EF3BBB669D}" dt="2020-05-21T14:47:07.353" v="145" actId="2696"/>
        <pc:sldMkLst>
          <pc:docMk/>
          <pc:sldMk cId="981708690" sldId="3358"/>
        </pc:sldMkLst>
      </pc:sldChg>
      <pc:sldChg chg="del">
        <pc:chgData name="Wang, Wei" userId="627587dd-935f-4f2b-a6c6-edd4e0dcbff5" providerId="ADAL" clId="{298B78E7-289E-44D3-AE64-26EF3BBB669D}" dt="2020-05-21T14:47:08.086" v="164" actId="2696"/>
        <pc:sldMkLst>
          <pc:docMk/>
          <pc:sldMk cId="644571749" sldId="3359"/>
        </pc:sldMkLst>
      </pc:sldChg>
      <pc:sldChg chg="del">
        <pc:chgData name="Wang, Wei" userId="627587dd-935f-4f2b-a6c6-edd4e0dcbff5" providerId="ADAL" clId="{298B78E7-289E-44D3-AE64-26EF3BBB669D}" dt="2020-05-21T14:46:45.193" v="19" actId="2696"/>
        <pc:sldMkLst>
          <pc:docMk/>
          <pc:sldMk cId="3462559914" sldId="3366"/>
        </pc:sldMkLst>
      </pc:sldChg>
      <pc:sldChg chg="del">
        <pc:chgData name="Wang, Wei" userId="627587dd-935f-4f2b-a6c6-edd4e0dcbff5" providerId="ADAL" clId="{298B78E7-289E-44D3-AE64-26EF3BBB669D}" dt="2020-05-21T14:46:44.922" v="11" actId="2696"/>
        <pc:sldMkLst>
          <pc:docMk/>
          <pc:sldMk cId="2688626219" sldId="3367"/>
        </pc:sldMkLst>
      </pc:sldChg>
      <pc:sldChg chg="del">
        <pc:chgData name="Wang, Wei" userId="627587dd-935f-4f2b-a6c6-edd4e0dcbff5" providerId="ADAL" clId="{298B78E7-289E-44D3-AE64-26EF3BBB669D}" dt="2020-05-21T14:46:45.026" v="14" actId="2696"/>
        <pc:sldMkLst>
          <pc:docMk/>
          <pc:sldMk cId="1259372867" sldId="3368"/>
        </pc:sldMkLst>
      </pc:sldChg>
      <pc:sldChg chg="del">
        <pc:chgData name="Wang, Wei" userId="627587dd-935f-4f2b-a6c6-edd4e0dcbff5" providerId="ADAL" clId="{298B78E7-289E-44D3-AE64-26EF3BBB669D}" dt="2020-05-21T14:46:45.060" v="15" actId="2696"/>
        <pc:sldMkLst>
          <pc:docMk/>
          <pc:sldMk cId="1377410484" sldId="3369"/>
        </pc:sldMkLst>
      </pc:sldChg>
      <pc:sldChg chg="del">
        <pc:chgData name="Wang, Wei" userId="627587dd-935f-4f2b-a6c6-edd4e0dcbff5" providerId="ADAL" clId="{298B78E7-289E-44D3-AE64-26EF3BBB669D}" dt="2020-05-21T14:46:45.092" v="16" actId="2696"/>
        <pc:sldMkLst>
          <pc:docMk/>
          <pc:sldMk cId="836586135" sldId="3370"/>
        </pc:sldMkLst>
      </pc:sldChg>
      <pc:sldChg chg="del">
        <pc:chgData name="Wang, Wei" userId="627587dd-935f-4f2b-a6c6-edd4e0dcbff5" providerId="ADAL" clId="{298B78E7-289E-44D3-AE64-26EF3BBB669D}" dt="2020-05-21T14:46:45.126" v="17" actId="2696"/>
        <pc:sldMkLst>
          <pc:docMk/>
          <pc:sldMk cId="482020239" sldId="3371"/>
        </pc:sldMkLst>
      </pc:sldChg>
      <pc:sldChg chg="del">
        <pc:chgData name="Wang, Wei" userId="627587dd-935f-4f2b-a6c6-edd4e0dcbff5" providerId="ADAL" clId="{298B78E7-289E-44D3-AE64-26EF3BBB669D}" dt="2020-05-21T14:46:45.163" v="18" actId="2696"/>
        <pc:sldMkLst>
          <pc:docMk/>
          <pc:sldMk cId="3389317194" sldId="3372"/>
        </pc:sldMkLst>
      </pc:sldChg>
      <pc:sldChg chg="del">
        <pc:chgData name="Wang, Wei" userId="627587dd-935f-4f2b-a6c6-edd4e0dcbff5" providerId="ADAL" clId="{298B78E7-289E-44D3-AE64-26EF3BBB669D}" dt="2020-05-21T14:46:45.263" v="21" actId="2696"/>
        <pc:sldMkLst>
          <pc:docMk/>
          <pc:sldMk cId="3738227962" sldId="3373"/>
        </pc:sldMkLst>
      </pc:sldChg>
      <pc:sldChg chg="del">
        <pc:chgData name="Wang, Wei" userId="627587dd-935f-4f2b-a6c6-edd4e0dcbff5" providerId="ADAL" clId="{298B78E7-289E-44D3-AE64-26EF3BBB669D}" dt="2020-05-21T14:46:45.303" v="22" actId="2696"/>
        <pc:sldMkLst>
          <pc:docMk/>
          <pc:sldMk cId="4285430497" sldId="3374"/>
        </pc:sldMkLst>
      </pc:sldChg>
      <pc:sldChg chg="del">
        <pc:chgData name="Wang, Wei" userId="627587dd-935f-4f2b-a6c6-edd4e0dcbff5" providerId="ADAL" clId="{298B78E7-289E-44D3-AE64-26EF3BBB669D}" dt="2020-05-21T14:46:45.338" v="23" actId="2696"/>
        <pc:sldMkLst>
          <pc:docMk/>
          <pc:sldMk cId="2855469808" sldId="3375"/>
        </pc:sldMkLst>
      </pc:sldChg>
      <pc:sldChg chg="del">
        <pc:chgData name="Wang, Wei" userId="627587dd-935f-4f2b-a6c6-edd4e0dcbff5" providerId="ADAL" clId="{298B78E7-289E-44D3-AE64-26EF3BBB669D}" dt="2020-05-21T14:46:45.368" v="24" actId="2696"/>
        <pc:sldMkLst>
          <pc:docMk/>
          <pc:sldMk cId="3755021060" sldId="3376"/>
        </pc:sldMkLst>
      </pc:sldChg>
      <pc:sldChg chg="del">
        <pc:chgData name="Wang, Wei" userId="627587dd-935f-4f2b-a6c6-edd4e0dcbff5" providerId="ADAL" clId="{298B78E7-289E-44D3-AE64-26EF3BBB669D}" dt="2020-05-21T14:46:45.406" v="25" actId="2696"/>
        <pc:sldMkLst>
          <pc:docMk/>
          <pc:sldMk cId="384373623" sldId="3377"/>
        </pc:sldMkLst>
      </pc:sldChg>
      <pc:sldChg chg="del">
        <pc:chgData name="Wang, Wei" userId="627587dd-935f-4f2b-a6c6-edd4e0dcbff5" providerId="ADAL" clId="{298B78E7-289E-44D3-AE64-26EF3BBB669D}" dt="2020-05-21T14:46:45.435" v="26" actId="2696"/>
        <pc:sldMkLst>
          <pc:docMk/>
          <pc:sldMk cId="499139244" sldId="3378"/>
        </pc:sldMkLst>
      </pc:sldChg>
      <pc:sldChg chg="del">
        <pc:chgData name="Wang, Wei" userId="627587dd-935f-4f2b-a6c6-edd4e0dcbff5" providerId="ADAL" clId="{298B78E7-289E-44D3-AE64-26EF3BBB669D}" dt="2020-05-21T14:47:09.708" v="221" actId="2696"/>
        <pc:sldMkLst>
          <pc:docMk/>
          <pc:sldMk cId="1224844810" sldId="3379"/>
        </pc:sldMkLst>
      </pc:sldChg>
      <pc:sldChg chg="del">
        <pc:chgData name="Wang, Wei" userId="627587dd-935f-4f2b-a6c6-edd4e0dcbff5" providerId="ADAL" clId="{298B78E7-289E-44D3-AE64-26EF3BBB669D}" dt="2020-05-21T14:47:09.907" v="230" actId="2696"/>
        <pc:sldMkLst>
          <pc:docMk/>
          <pc:sldMk cId="1670647803" sldId="3380"/>
        </pc:sldMkLst>
      </pc:sldChg>
      <pc:sldChg chg="del">
        <pc:chgData name="Wang, Wei" userId="627587dd-935f-4f2b-a6c6-edd4e0dcbff5" providerId="ADAL" clId="{298B78E7-289E-44D3-AE64-26EF3BBB669D}" dt="2020-05-21T14:47:09.737" v="222" actId="2696"/>
        <pc:sldMkLst>
          <pc:docMk/>
          <pc:sldMk cId="1014139772" sldId="3381"/>
        </pc:sldMkLst>
      </pc:sldChg>
      <pc:sldChg chg="del">
        <pc:chgData name="Wang, Wei" userId="627587dd-935f-4f2b-a6c6-edd4e0dcbff5" providerId="ADAL" clId="{298B78E7-289E-44D3-AE64-26EF3BBB669D}" dt="2020-05-21T14:47:10.052" v="263" actId="2696"/>
        <pc:sldMkLst>
          <pc:docMk/>
          <pc:sldMk cId="3166199077" sldId="3382"/>
        </pc:sldMkLst>
      </pc:sldChg>
      <pc:sldChg chg="del">
        <pc:chgData name="Wang, Wei" userId="627587dd-935f-4f2b-a6c6-edd4e0dcbff5" providerId="ADAL" clId="{298B78E7-289E-44D3-AE64-26EF3BBB669D}" dt="2020-05-21T14:47:10.073" v="264" actId="2696"/>
        <pc:sldMkLst>
          <pc:docMk/>
          <pc:sldMk cId="1004978973" sldId="3383"/>
        </pc:sldMkLst>
      </pc:sldChg>
      <pc:sldChg chg="del">
        <pc:chgData name="Wang, Wei" userId="627587dd-935f-4f2b-a6c6-edd4e0dcbff5" providerId="ADAL" clId="{298B78E7-289E-44D3-AE64-26EF3BBB669D}" dt="2020-05-21T14:46:44.954" v="12" actId="2696"/>
        <pc:sldMkLst>
          <pc:docMk/>
          <pc:sldMk cId="2399175576" sldId="3384"/>
        </pc:sldMkLst>
      </pc:sldChg>
      <pc:sldChg chg="del">
        <pc:chgData name="Wang, Wei" userId="627587dd-935f-4f2b-a6c6-edd4e0dcbff5" providerId="ADAL" clId="{298B78E7-289E-44D3-AE64-26EF3BBB669D}" dt="2020-05-21T14:46:45.514" v="28" actId="2696"/>
        <pc:sldMkLst>
          <pc:docMk/>
          <pc:sldMk cId="4194780976" sldId="3385"/>
        </pc:sldMkLst>
      </pc:sldChg>
      <pc:sldChg chg="del">
        <pc:chgData name="Wang, Wei" userId="627587dd-935f-4f2b-a6c6-edd4e0dcbff5" providerId="ADAL" clId="{298B78E7-289E-44D3-AE64-26EF3BBB669D}" dt="2020-05-21T14:46:44.644" v="6" actId="2696"/>
        <pc:sldMkLst>
          <pc:docMk/>
          <pc:sldMk cId="4114256573" sldId="3387"/>
        </pc:sldMkLst>
      </pc:sldChg>
      <pc:sldChg chg="del">
        <pc:chgData name="Wang, Wei" userId="627587dd-935f-4f2b-a6c6-edd4e0dcbff5" providerId="ADAL" clId="{298B78E7-289E-44D3-AE64-26EF3BBB669D}" dt="2020-05-21T14:46:44.891" v="10" actId="2696"/>
        <pc:sldMkLst>
          <pc:docMk/>
          <pc:sldMk cId="207701557" sldId="3388"/>
        </pc:sldMkLst>
      </pc:sldChg>
      <pc:sldChg chg="del">
        <pc:chgData name="Wang, Wei" userId="627587dd-935f-4f2b-a6c6-edd4e0dcbff5" providerId="ADAL" clId="{298B78E7-289E-44D3-AE64-26EF3BBB669D}" dt="2020-05-21T14:46:44.989" v="13" actId="2696"/>
        <pc:sldMkLst>
          <pc:docMk/>
          <pc:sldMk cId="2131152357" sldId="3389"/>
        </pc:sldMkLst>
      </pc:sldChg>
      <pc:sldChg chg="del">
        <pc:chgData name="Wang, Wei" userId="627587dd-935f-4f2b-a6c6-edd4e0dcbff5" providerId="ADAL" clId="{298B78E7-289E-44D3-AE64-26EF3BBB669D}" dt="2020-05-21T14:46:45.226" v="20" actId="2696"/>
        <pc:sldMkLst>
          <pc:docMk/>
          <pc:sldMk cId="2108132475" sldId="3390"/>
        </pc:sldMkLst>
      </pc:sldChg>
      <pc:sldChg chg="del">
        <pc:chgData name="Wang, Wei" userId="627587dd-935f-4f2b-a6c6-edd4e0dcbff5" providerId="ADAL" clId="{298B78E7-289E-44D3-AE64-26EF3BBB669D}" dt="2020-05-21T14:46:45.485" v="27" actId="2696"/>
        <pc:sldMkLst>
          <pc:docMk/>
          <pc:sldMk cId="3099488781" sldId="3391"/>
        </pc:sldMkLst>
      </pc:sldChg>
      <pc:sldChg chg="del">
        <pc:chgData name="Wang, Wei" userId="627587dd-935f-4f2b-a6c6-edd4e0dcbff5" providerId="ADAL" clId="{298B78E7-289E-44D3-AE64-26EF3BBB669D}" dt="2020-05-21T14:47:04.481" v="73" actId="2696"/>
        <pc:sldMkLst>
          <pc:docMk/>
          <pc:sldMk cId="3510057645" sldId="3392"/>
        </pc:sldMkLst>
      </pc:sldChg>
      <pc:sldChg chg="del">
        <pc:chgData name="Wang, Wei" userId="627587dd-935f-4f2b-a6c6-edd4e0dcbff5" providerId="ADAL" clId="{298B78E7-289E-44D3-AE64-26EF3BBB669D}" dt="2020-05-21T14:47:04.525" v="74" actId="2696"/>
        <pc:sldMkLst>
          <pc:docMk/>
          <pc:sldMk cId="3242740702" sldId="3393"/>
        </pc:sldMkLst>
      </pc:sldChg>
      <pc:sldChg chg="del">
        <pc:chgData name="Wang, Wei" userId="627587dd-935f-4f2b-a6c6-edd4e0dcbff5" providerId="ADAL" clId="{298B78E7-289E-44D3-AE64-26EF3BBB669D}" dt="2020-05-21T14:47:09.605" v="214" actId="2696"/>
        <pc:sldMkLst>
          <pc:docMk/>
          <pc:sldMk cId="2567629624" sldId="3394"/>
        </pc:sldMkLst>
      </pc:sldChg>
      <pc:sldChg chg="del">
        <pc:chgData name="Wang, Wei" userId="627587dd-935f-4f2b-a6c6-edd4e0dcbff5" providerId="ADAL" clId="{298B78E7-289E-44D3-AE64-26EF3BBB669D}" dt="2020-05-21T14:47:07.755" v="155" actId="2696"/>
        <pc:sldMkLst>
          <pc:docMk/>
          <pc:sldMk cId="947442939" sldId="3395"/>
        </pc:sldMkLst>
      </pc:sldChg>
      <pc:sldChg chg="del">
        <pc:chgData name="Wang, Wei" userId="627587dd-935f-4f2b-a6c6-edd4e0dcbff5" providerId="ADAL" clId="{298B78E7-289E-44D3-AE64-26EF3BBB669D}" dt="2020-05-21T14:47:07.511" v="148" actId="2696"/>
        <pc:sldMkLst>
          <pc:docMk/>
          <pc:sldMk cId="3504699625" sldId="3396"/>
        </pc:sldMkLst>
      </pc:sldChg>
      <pc:sldChg chg="del">
        <pc:chgData name="Wang, Wei" userId="627587dd-935f-4f2b-a6c6-edd4e0dcbff5" providerId="ADAL" clId="{298B78E7-289E-44D3-AE64-26EF3BBB669D}" dt="2020-05-21T14:47:07.670" v="152" actId="2696"/>
        <pc:sldMkLst>
          <pc:docMk/>
          <pc:sldMk cId="328478141" sldId="3397"/>
        </pc:sldMkLst>
      </pc:sldChg>
      <pc:sldChg chg="del">
        <pc:chgData name="Wang, Wei" userId="627587dd-935f-4f2b-a6c6-edd4e0dcbff5" providerId="ADAL" clId="{298B78E7-289E-44D3-AE64-26EF3BBB669D}" dt="2020-05-21T14:47:07.953" v="160" actId="2696"/>
        <pc:sldMkLst>
          <pc:docMk/>
          <pc:sldMk cId="1157161006" sldId="3398"/>
        </pc:sldMkLst>
      </pc:sldChg>
      <pc:sldChg chg="del">
        <pc:chgData name="Wang, Wei" userId="627587dd-935f-4f2b-a6c6-edd4e0dcbff5" providerId="ADAL" clId="{298B78E7-289E-44D3-AE64-26EF3BBB669D}" dt="2020-05-21T14:47:07.701" v="153" actId="2696"/>
        <pc:sldMkLst>
          <pc:docMk/>
          <pc:sldMk cId="2824584400" sldId="3399"/>
        </pc:sldMkLst>
      </pc:sldChg>
      <pc:sldChg chg="del">
        <pc:chgData name="Wang, Wei" userId="627587dd-935f-4f2b-a6c6-edd4e0dcbff5" providerId="ADAL" clId="{298B78E7-289E-44D3-AE64-26EF3BBB669D}" dt="2020-05-21T14:47:07.987" v="161" actId="2696"/>
        <pc:sldMkLst>
          <pc:docMk/>
          <pc:sldMk cId="3420566958" sldId="3400"/>
        </pc:sldMkLst>
      </pc:sldChg>
      <pc:sldChg chg="del">
        <pc:chgData name="Wang, Wei" userId="627587dd-935f-4f2b-a6c6-edd4e0dcbff5" providerId="ADAL" clId="{298B78E7-289E-44D3-AE64-26EF3BBB669D}" dt="2020-05-21T14:47:08.016" v="162" actId="2696"/>
        <pc:sldMkLst>
          <pc:docMk/>
          <pc:sldMk cId="4176833171" sldId="3401"/>
        </pc:sldMkLst>
      </pc:sldChg>
      <pc:sldMasterChg chg="delSldLayout">
        <pc:chgData name="Wang, Wei" userId="627587dd-935f-4f2b-a6c6-edd4e0dcbff5" providerId="ADAL" clId="{298B78E7-289E-44D3-AE64-26EF3BBB669D}" dt="2020-05-21T14:46:44.476" v="1" actId="2696"/>
        <pc:sldMasterMkLst>
          <pc:docMk/>
          <pc:sldMasterMk cId="1583574900" sldId="2147483648"/>
        </pc:sldMasterMkLst>
        <pc:sldLayoutChg chg="del">
          <pc:chgData name="Wang, Wei" userId="627587dd-935f-4f2b-a6c6-edd4e0dcbff5" providerId="ADAL" clId="{298B78E7-289E-44D3-AE64-26EF3BBB669D}" dt="2020-05-21T14:46:44.476" v="1" actId="2696"/>
          <pc:sldLayoutMkLst>
            <pc:docMk/>
            <pc:sldMasterMk cId="1583574900" sldId="2147483648"/>
            <pc:sldLayoutMk cId="1063780236" sldId="2147483686"/>
          </pc:sldLayoutMkLst>
        </pc:sldLayoutChg>
      </pc:sldMasterChg>
      <pc:sldMasterChg chg="del delSldLayout">
        <pc:chgData name="Wang, Wei" userId="627587dd-935f-4f2b-a6c6-edd4e0dcbff5" providerId="ADAL" clId="{298B78E7-289E-44D3-AE64-26EF3BBB669D}" dt="2020-05-21T14:47:09.954" v="258" actId="2696"/>
        <pc:sldMasterMkLst>
          <pc:docMk/>
          <pc:sldMasterMk cId="3877396151" sldId="2147483849"/>
        </pc:sldMasterMkLst>
        <pc:sldLayoutChg chg="del">
          <pc:chgData name="Wang, Wei" userId="627587dd-935f-4f2b-a6c6-edd4e0dcbff5" providerId="ADAL" clId="{298B78E7-289E-44D3-AE64-26EF3BBB669D}" dt="2020-05-21T14:47:09.909" v="231" actId="2696"/>
          <pc:sldLayoutMkLst>
            <pc:docMk/>
            <pc:sldMasterMk cId="3877396151" sldId="2147483849"/>
            <pc:sldLayoutMk cId="2809059773" sldId="2147483850"/>
          </pc:sldLayoutMkLst>
        </pc:sldLayoutChg>
        <pc:sldLayoutChg chg="del">
          <pc:chgData name="Wang, Wei" userId="627587dd-935f-4f2b-a6c6-edd4e0dcbff5" providerId="ADAL" clId="{298B78E7-289E-44D3-AE64-26EF3BBB669D}" dt="2020-05-21T14:47:09.913" v="232" actId="2696"/>
          <pc:sldLayoutMkLst>
            <pc:docMk/>
            <pc:sldMasterMk cId="3877396151" sldId="2147483849"/>
            <pc:sldLayoutMk cId="4210182259" sldId="2147483851"/>
          </pc:sldLayoutMkLst>
        </pc:sldLayoutChg>
        <pc:sldLayoutChg chg="del">
          <pc:chgData name="Wang, Wei" userId="627587dd-935f-4f2b-a6c6-edd4e0dcbff5" providerId="ADAL" clId="{298B78E7-289E-44D3-AE64-26EF3BBB669D}" dt="2020-05-21T14:47:09.915" v="233" actId="2696"/>
          <pc:sldLayoutMkLst>
            <pc:docMk/>
            <pc:sldMasterMk cId="3877396151" sldId="2147483849"/>
            <pc:sldLayoutMk cId="3881125674" sldId="2147483852"/>
          </pc:sldLayoutMkLst>
        </pc:sldLayoutChg>
        <pc:sldLayoutChg chg="del">
          <pc:chgData name="Wang, Wei" userId="627587dd-935f-4f2b-a6c6-edd4e0dcbff5" providerId="ADAL" clId="{298B78E7-289E-44D3-AE64-26EF3BBB669D}" dt="2020-05-21T14:47:09.917" v="234" actId="2696"/>
          <pc:sldLayoutMkLst>
            <pc:docMk/>
            <pc:sldMasterMk cId="3877396151" sldId="2147483849"/>
            <pc:sldLayoutMk cId="214291803" sldId="2147483853"/>
          </pc:sldLayoutMkLst>
        </pc:sldLayoutChg>
        <pc:sldLayoutChg chg="del">
          <pc:chgData name="Wang, Wei" userId="627587dd-935f-4f2b-a6c6-edd4e0dcbff5" providerId="ADAL" clId="{298B78E7-289E-44D3-AE64-26EF3BBB669D}" dt="2020-05-21T14:47:09.918" v="235" actId="2696"/>
          <pc:sldLayoutMkLst>
            <pc:docMk/>
            <pc:sldMasterMk cId="3877396151" sldId="2147483849"/>
            <pc:sldLayoutMk cId="1474066911" sldId="2147483854"/>
          </pc:sldLayoutMkLst>
        </pc:sldLayoutChg>
        <pc:sldLayoutChg chg="del">
          <pc:chgData name="Wang, Wei" userId="627587dd-935f-4f2b-a6c6-edd4e0dcbff5" providerId="ADAL" clId="{298B78E7-289E-44D3-AE64-26EF3BBB669D}" dt="2020-05-21T14:47:09.920" v="236" actId="2696"/>
          <pc:sldLayoutMkLst>
            <pc:docMk/>
            <pc:sldMasterMk cId="3877396151" sldId="2147483849"/>
            <pc:sldLayoutMk cId="1847845935" sldId="2147483855"/>
          </pc:sldLayoutMkLst>
        </pc:sldLayoutChg>
        <pc:sldLayoutChg chg="del">
          <pc:chgData name="Wang, Wei" userId="627587dd-935f-4f2b-a6c6-edd4e0dcbff5" providerId="ADAL" clId="{298B78E7-289E-44D3-AE64-26EF3BBB669D}" dt="2020-05-21T14:47:09.921" v="237" actId="2696"/>
          <pc:sldLayoutMkLst>
            <pc:docMk/>
            <pc:sldMasterMk cId="3877396151" sldId="2147483849"/>
            <pc:sldLayoutMk cId="4057498967" sldId="2147483856"/>
          </pc:sldLayoutMkLst>
        </pc:sldLayoutChg>
        <pc:sldLayoutChg chg="del">
          <pc:chgData name="Wang, Wei" userId="627587dd-935f-4f2b-a6c6-edd4e0dcbff5" providerId="ADAL" clId="{298B78E7-289E-44D3-AE64-26EF3BBB669D}" dt="2020-05-21T14:47:09.922" v="238" actId="2696"/>
          <pc:sldLayoutMkLst>
            <pc:docMk/>
            <pc:sldMasterMk cId="3877396151" sldId="2147483849"/>
            <pc:sldLayoutMk cId="439931139" sldId="2147483857"/>
          </pc:sldLayoutMkLst>
        </pc:sldLayoutChg>
        <pc:sldLayoutChg chg="del">
          <pc:chgData name="Wang, Wei" userId="627587dd-935f-4f2b-a6c6-edd4e0dcbff5" providerId="ADAL" clId="{298B78E7-289E-44D3-AE64-26EF3BBB669D}" dt="2020-05-21T14:47:09.923" v="239" actId="2696"/>
          <pc:sldLayoutMkLst>
            <pc:docMk/>
            <pc:sldMasterMk cId="3877396151" sldId="2147483849"/>
            <pc:sldLayoutMk cId="740488066" sldId="2147483858"/>
          </pc:sldLayoutMkLst>
        </pc:sldLayoutChg>
        <pc:sldLayoutChg chg="del">
          <pc:chgData name="Wang, Wei" userId="627587dd-935f-4f2b-a6c6-edd4e0dcbff5" providerId="ADAL" clId="{298B78E7-289E-44D3-AE64-26EF3BBB669D}" dt="2020-05-21T14:47:09.925" v="240" actId="2696"/>
          <pc:sldLayoutMkLst>
            <pc:docMk/>
            <pc:sldMasterMk cId="3877396151" sldId="2147483849"/>
            <pc:sldLayoutMk cId="1760919890" sldId="2147483859"/>
          </pc:sldLayoutMkLst>
        </pc:sldLayoutChg>
        <pc:sldLayoutChg chg="del">
          <pc:chgData name="Wang, Wei" userId="627587dd-935f-4f2b-a6c6-edd4e0dcbff5" providerId="ADAL" clId="{298B78E7-289E-44D3-AE64-26EF3BBB669D}" dt="2020-05-21T14:47:09.926" v="241" actId="2696"/>
          <pc:sldLayoutMkLst>
            <pc:docMk/>
            <pc:sldMasterMk cId="3877396151" sldId="2147483849"/>
            <pc:sldLayoutMk cId="2694469045" sldId="2147483860"/>
          </pc:sldLayoutMkLst>
        </pc:sldLayoutChg>
        <pc:sldLayoutChg chg="del">
          <pc:chgData name="Wang, Wei" userId="627587dd-935f-4f2b-a6c6-edd4e0dcbff5" providerId="ADAL" clId="{298B78E7-289E-44D3-AE64-26EF3BBB669D}" dt="2020-05-21T14:47:09.930" v="242" actId="2696"/>
          <pc:sldLayoutMkLst>
            <pc:docMk/>
            <pc:sldMasterMk cId="3877396151" sldId="2147483849"/>
            <pc:sldLayoutMk cId="2180933198" sldId="2147483861"/>
          </pc:sldLayoutMkLst>
        </pc:sldLayoutChg>
        <pc:sldLayoutChg chg="del">
          <pc:chgData name="Wang, Wei" userId="627587dd-935f-4f2b-a6c6-edd4e0dcbff5" providerId="ADAL" clId="{298B78E7-289E-44D3-AE64-26EF3BBB669D}" dt="2020-05-21T14:47:09.932" v="243" actId="2696"/>
          <pc:sldLayoutMkLst>
            <pc:docMk/>
            <pc:sldMasterMk cId="3877396151" sldId="2147483849"/>
            <pc:sldLayoutMk cId="3841452663" sldId="2147483862"/>
          </pc:sldLayoutMkLst>
        </pc:sldLayoutChg>
        <pc:sldLayoutChg chg="del">
          <pc:chgData name="Wang, Wei" userId="627587dd-935f-4f2b-a6c6-edd4e0dcbff5" providerId="ADAL" clId="{298B78E7-289E-44D3-AE64-26EF3BBB669D}" dt="2020-05-21T14:47:09.933" v="244" actId="2696"/>
          <pc:sldLayoutMkLst>
            <pc:docMk/>
            <pc:sldMasterMk cId="3877396151" sldId="2147483849"/>
            <pc:sldLayoutMk cId="1875997094" sldId="2147483863"/>
          </pc:sldLayoutMkLst>
        </pc:sldLayoutChg>
        <pc:sldLayoutChg chg="del">
          <pc:chgData name="Wang, Wei" userId="627587dd-935f-4f2b-a6c6-edd4e0dcbff5" providerId="ADAL" clId="{298B78E7-289E-44D3-AE64-26EF3BBB669D}" dt="2020-05-21T14:47:09.935" v="245" actId="2696"/>
          <pc:sldLayoutMkLst>
            <pc:docMk/>
            <pc:sldMasterMk cId="3877396151" sldId="2147483849"/>
            <pc:sldLayoutMk cId="2610778980" sldId="2147483864"/>
          </pc:sldLayoutMkLst>
        </pc:sldLayoutChg>
        <pc:sldLayoutChg chg="del">
          <pc:chgData name="Wang, Wei" userId="627587dd-935f-4f2b-a6c6-edd4e0dcbff5" providerId="ADAL" clId="{298B78E7-289E-44D3-AE64-26EF3BBB669D}" dt="2020-05-21T14:47:09.936" v="246" actId="2696"/>
          <pc:sldLayoutMkLst>
            <pc:docMk/>
            <pc:sldMasterMk cId="3877396151" sldId="2147483849"/>
            <pc:sldLayoutMk cId="2535699597" sldId="2147483865"/>
          </pc:sldLayoutMkLst>
        </pc:sldLayoutChg>
        <pc:sldLayoutChg chg="del">
          <pc:chgData name="Wang, Wei" userId="627587dd-935f-4f2b-a6c6-edd4e0dcbff5" providerId="ADAL" clId="{298B78E7-289E-44D3-AE64-26EF3BBB669D}" dt="2020-05-21T14:47:09.938" v="247" actId="2696"/>
          <pc:sldLayoutMkLst>
            <pc:docMk/>
            <pc:sldMasterMk cId="3877396151" sldId="2147483849"/>
            <pc:sldLayoutMk cId="3601425507" sldId="2147483866"/>
          </pc:sldLayoutMkLst>
        </pc:sldLayoutChg>
        <pc:sldLayoutChg chg="del">
          <pc:chgData name="Wang, Wei" userId="627587dd-935f-4f2b-a6c6-edd4e0dcbff5" providerId="ADAL" clId="{298B78E7-289E-44D3-AE64-26EF3BBB669D}" dt="2020-05-21T14:47:09.939" v="248" actId="2696"/>
          <pc:sldLayoutMkLst>
            <pc:docMk/>
            <pc:sldMasterMk cId="3877396151" sldId="2147483849"/>
            <pc:sldLayoutMk cId="2609394409" sldId="2147483867"/>
          </pc:sldLayoutMkLst>
        </pc:sldLayoutChg>
        <pc:sldLayoutChg chg="del">
          <pc:chgData name="Wang, Wei" userId="627587dd-935f-4f2b-a6c6-edd4e0dcbff5" providerId="ADAL" clId="{298B78E7-289E-44D3-AE64-26EF3BBB669D}" dt="2020-05-21T14:47:09.940" v="249" actId="2696"/>
          <pc:sldLayoutMkLst>
            <pc:docMk/>
            <pc:sldMasterMk cId="3877396151" sldId="2147483849"/>
            <pc:sldLayoutMk cId="3610381843" sldId="2147483868"/>
          </pc:sldLayoutMkLst>
        </pc:sldLayoutChg>
        <pc:sldLayoutChg chg="del">
          <pc:chgData name="Wang, Wei" userId="627587dd-935f-4f2b-a6c6-edd4e0dcbff5" providerId="ADAL" clId="{298B78E7-289E-44D3-AE64-26EF3BBB669D}" dt="2020-05-21T14:47:09.942" v="250" actId="2696"/>
          <pc:sldLayoutMkLst>
            <pc:docMk/>
            <pc:sldMasterMk cId="3877396151" sldId="2147483849"/>
            <pc:sldLayoutMk cId="286573086" sldId="2147483869"/>
          </pc:sldLayoutMkLst>
        </pc:sldLayoutChg>
        <pc:sldLayoutChg chg="del">
          <pc:chgData name="Wang, Wei" userId="627587dd-935f-4f2b-a6c6-edd4e0dcbff5" providerId="ADAL" clId="{298B78E7-289E-44D3-AE64-26EF3BBB669D}" dt="2020-05-21T14:47:09.945" v="251" actId="2696"/>
          <pc:sldLayoutMkLst>
            <pc:docMk/>
            <pc:sldMasterMk cId="3877396151" sldId="2147483849"/>
            <pc:sldLayoutMk cId="1939716253" sldId="2147483870"/>
          </pc:sldLayoutMkLst>
        </pc:sldLayoutChg>
        <pc:sldLayoutChg chg="del">
          <pc:chgData name="Wang, Wei" userId="627587dd-935f-4f2b-a6c6-edd4e0dcbff5" providerId="ADAL" clId="{298B78E7-289E-44D3-AE64-26EF3BBB669D}" dt="2020-05-21T14:47:09.947" v="252" actId="2696"/>
          <pc:sldLayoutMkLst>
            <pc:docMk/>
            <pc:sldMasterMk cId="3877396151" sldId="2147483849"/>
            <pc:sldLayoutMk cId="3360775297" sldId="2147483871"/>
          </pc:sldLayoutMkLst>
        </pc:sldLayoutChg>
        <pc:sldLayoutChg chg="del">
          <pc:chgData name="Wang, Wei" userId="627587dd-935f-4f2b-a6c6-edd4e0dcbff5" providerId="ADAL" clId="{298B78E7-289E-44D3-AE64-26EF3BBB669D}" dt="2020-05-21T14:47:09.948" v="253" actId="2696"/>
          <pc:sldLayoutMkLst>
            <pc:docMk/>
            <pc:sldMasterMk cId="3877396151" sldId="2147483849"/>
            <pc:sldLayoutMk cId="1765900942" sldId="2147483872"/>
          </pc:sldLayoutMkLst>
        </pc:sldLayoutChg>
        <pc:sldLayoutChg chg="del">
          <pc:chgData name="Wang, Wei" userId="627587dd-935f-4f2b-a6c6-edd4e0dcbff5" providerId="ADAL" clId="{298B78E7-289E-44D3-AE64-26EF3BBB669D}" dt="2020-05-21T14:47:09.949" v="254" actId="2696"/>
          <pc:sldLayoutMkLst>
            <pc:docMk/>
            <pc:sldMasterMk cId="3877396151" sldId="2147483849"/>
            <pc:sldLayoutMk cId="1953932773" sldId="2147483873"/>
          </pc:sldLayoutMkLst>
        </pc:sldLayoutChg>
        <pc:sldLayoutChg chg="del">
          <pc:chgData name="Wang, Wei" userId="627587dd-935f-4f2b-a6c6-edd4e0dcbff5" providerId="ADAL" clId="{298B78E7-289E-44D3-AE64-26EF3BBB669D}" dt="2020-05-21T14:47:09.950" v="255" actId="2696"/>
          <pc:sldLayoutMkLst>
            <pc:docMk/>
            <pc:sldMasterMk cId="3877396151" sldId="2147483849"/>
            <pc:sldLayoutMk cId="2795723551" sldId="2147483874"/>
          </pc:sldLayoutMkLst>
        </pc:sldLayoutChg>
        <pc:sldLayoutChg chg="del">
          <pc:chgData name="Wang, Wei" userId="627587dd-935f-4f2b-a6c6-edd4e0dcbff5" providerId="ADAL" clId="{298B78E7-289E-44D3-AE64-26EF3BBB669D}" dt="2020-05-21T14:47:09.951" v="256" actId="2696"/>
          <pc:sldLayoutMkLst>
            <pc:docMk/>
            <pc:sldMasterMk cId="3877396151" sldId="2147483849"/>
            <pc:sldLayoutMk cId="3625183382" sldId="2147483875"/>
          </pc:sldLayoutMkLst>
        </pc:sldLayoutChg>
        <pc:sldLayoutChg chg="del">
          <pc:chgData name="Wang, Wei" userId="627587dd-935f-4f2b-a6c6-edd4e0dcbff5" providerId="ADAL" clId="{298B78E7-289E-44D3-AE64-26EF3BBB669D}" dt="2020-05-21T14:47:09.952" v="257" actId="2696"/>
          <pc:sldLayoutMkLst>
            <pc:docMk/>
            <pc:sldMasterMk cId="3877396151" sldId="2147483849"/>
            <pc:sldLayoutMk cId="3754326233" sldId="2147483876"/>
          </pc:sldLayoutMkLst>
        </pc:sldLayoutChg>
        <pc:sldLayoutChg chg="del">
          <pc:chgData name="Wang, Wei" userId="627587dd-935f-4f2b-a6c6-edd4e0dcbff5" providerId="ADAL" clId="{298B78E7-289E-44D3-AE64-26EF3BBB669D}" dt="2020-05-21T14:47:09.881" v="229"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298B78E7-289E-44D3-AE64-26EF3BBB669D}" dt="2020-05-21T14:47:08.188" v="167" actId="2696"/>
        <pc:sldMasterMkLst>
          <pc:docMk/>
          <pc:sldMasterMk cId="2027459739" sldId="2147483926"/>
        </pc:sldMasterMkLst>
        <pc:sldLayoutChg chg="del">
          <pc:chgData name="Wang, Wei" userId="627587dd-935f-4f2b-a6c6-edd4e0dcbff5" providerId="ADAL" clId="{298B78E7-289E-44D3-AE64-26EF3BBB669D}" dt="2020-05-21T14:47:08.188" v="167" actId="2696"/>
          <pc:sldLayoutMkLst>
            <pc:docMk/>
            <pc:sldMasterMk cId="2027459739" sldId="2147483926"/>
            <pc:sldLayoutMk cId="1571272697" sldId="2147483992"/>
          </pc:sldLayoutMkLst>
        </pc:sldLayoutChg>
      </pc:sldMasterChg>
      <pc:sldMasterChg chg="delSldLayout">
        <pc:chgData name="Wang, Wei" userId="627587dd-935f-4f2b-a6c6-edd4e0dcbff5" providerId="ADAL" clId="{298B78E7-289E-44D3-AE64-26EF3BBB669D}" dt="2020-05-21T14:47:09.685" v="219" actId="2696"/>
        <pc:sldMasterMkLst>
          <pc:docMk/>
          <pc:sldMasterMk cId="2216067138" sldId="2147483931"/>
        </pc:sldMasterMkLst>
        <pc:sldLayoutChg chg="del">
          <pc:chgData name="Wang, Wei" userId="627587dd-935f-4f2b-a6c6-edd4e0dcbff5" providerId="ADAL" clId="{298B78E7-289E-44D3-AE64-26EF3BBB669D}" dt="2020-05-21T14:47:09.202" v="197" actId="2696"/>
          <pc:sldLayoutMkLst>
            <pc:docMk/>
            <pc:sldMasterMk cId="2216067138" sldId="2147483931"/>
            <pc:sldLayoutMk cId="3162750045" sldId="2147483996"/>
          </pc:sldLayoutMkLst>
        </pc:sldLayoutChg>
        <pc:sldLayoutChg chg="del">
          <pc:chgData name="Wang, Wei" userId="627587dd-935f-4f2b-a6c6-edd4e0dcbff5" providerId="ADAL" clId="{298B78E7-289E-44D3-AE64-26EF3BBB669D}" dt="2020-05-21T14:47:09.685" v="219" actId="2696"/>
          <pc:sldLayoutMkLst>
            <pc:docMk/>
            <pc:sldMasterMk cId="2216067138" sldId="2147483931"/>
            <pc:sldLayoutMk cId="852366077" sldId="2147483997"/>
          </pc:sldLayoutMkLst>
        </pc:sldLayoutChg>
      </pc:sldMasterChg>
      <pc:sldMasterChg chg="del delSldLayout">
        <pc:chgData name="Wang, Wei" userId="627587dd-935f-4f2b-a6c6-edd4e0dcbff5" providerId="ADAL" clId="{298B78E7-289E-44D3-AE64-26EF3BBB669D}" dt="2020-05-21T14:47:04.168" v="66" actId="2696"/>
        <pc:sldMasterMkLst>
          <pc:docMk/>
          <pc:sldMasterMk cId="954369021" sldId="2147483936"/>
        </pc:sldMasterMkLst>
        <pc:sldLayoutChg chg="del">
          <pc:chgData name="Wang, Wei" userId="627587dd-935f-4f2b-a6c6-edd4e0dcbff5" providerId="ADAL" clId="{298B78E7-289E-44D3-AE64-26EF3BBB669D}" dt="2020-05-21T14:47:04.084" v="41" actId="2696"/>
          <pc:sldLayoutMkLst>
            <pc:docMk/>
            <pc:sldMasterMk cId="954369021" sldId="2147483936"/>
            <pc:sldLayoutMk cId="818417136" sldId="2147483937"/>
          </pc:sldLayoutMkLst>
        </pc:sldLayoutChg>
        <pc:sldLayoutChg chg="del">
          <pc:chgData name="Wang, Wei" userId="627587dd-935f-4f2b-a6c6-edd4e0dcbff5" providerId="ADAL" clId="{298B78E7-289E-44D3-AE64-26EF3BBB669D}" dt="2020-05-21T14:47:04.087" v="42" actId="2696"/>
          <pc:sldLayoutMkLst>
            <pc:docMk/>
            <pc:sldMasterMk cId="954369021" sldId="2147483936"/>
            <pc:sldLayoutMk cId="543811376" sldId="2147483938"/>
          </pc:sldLayoutMkLst>
        </pc:sldLayoutChg>
        <pc:sldLayoutChg chg="del">
          <pc:chgData name="Wang, Wei" userId="627587dd-935f-4f2b-a6c6-edd4e0dcbff5" providerId="ADAL" clId="{298B78E7-289E-44D3-AE64-26EF3BBB669D}" dt="2020-05-21T14:47:04.088" v="43" actId="2696"/>
          <pc:sldLayoutMkLst>
            <pc:docMk/>
            <pc:sldMasterMk cId="954369021" sldId="2147483936"/>
            <pc:sldLayoutMk cId="1430133504" sldId="2147483939"/>
          </pc:sldLayoutMkLst>
        </pc:sldLayoutChg>
        <pc:sldLayoutChg chg="del">
          <pc:chgData name="Wang, Wei" userId="627587dd-935f-4f2b-a6c6-edd4e0dcbff5" providerId="ADAL" clId="{298B78E7-289E-44D3-AE64-26EF3BBB669D}" dt="2020-05-21T14:47:04.089" v="44" actId="2696"/>
          <pc:sldLayoutMkLst>
            <pc:docMk/>
            <pc:sldMasterMk cId="954369021" sldId="2147483936"/>
            <pc:sldLayoutMk cId="3735828143" sldId="2147483940"/>
          </pc:sldLayoutMkLst>
        </pc:sldLayoutChg>
        <pc:sldLayoutChg chg="del">
          <pc:chgData name="Wang, Wei" userId="627587dd-935f-4f2b-a6c6-edd4e0dcbff5" providerId="ADAL" clId="{298B78E7-289E-44D3-AE64-26EF3BBB669D}" dt="2020-05-21T14:47:04.091" v="45" actId="2696"/>
          <pc:sldLayoutMkLst>
            <pc:docMk/>
            <pc:sldMasterMk cId="954369021" sldId="2147483936"/>
            <pc:sldLayoutMk cId="423612377" sldId="2147483941"/>
          </pc:sldLayoutMkLst>
        </pc:sldLayoutChg>
        <pc:sldLayoutChg chg="del">
          <pc:chgData name="Wang, Wei" userId="627587dd-935f-4f2b-a6c6-edd4e0dcbff5" providerId="ADAL" clId="{298B78E7-289E-44D3-AE64-26EF3BBB669D}" dt="2020-05-21T14:47:04.092" v="46" actId="2696"/>
          <pc:sldLayoutMkLst>
            <pc:docMk/>
            <pc:sldMasterMk cId="954369021" sldId="2147483936"/>
            <pc:sldLayoutMk cId="1724219016" sldId="2147483942"/>
          </pc:sldLayoutMkLst>
        </pc:sldLayoutChg>
        <pc:sldLayoutChg chg="del">
          <pc:chgData name="Wang, Wei" userId="627587dd-935f-4f2b-a6c6-edd4e0dcbff5" providerId="ADAL" clId="{298B78E7-289E-44D3-AE64-26EF3BBB669D}" dt="2020-05-21T14:47:04.094" v="47" actId="2696"/>
          <pc:sldLayoutMkLst>
            <pc:docMk/>
            <pc:sldMasterMk cId="954369021" sldId="2147483936"/>
            <pc:sldLayoutMk cId="2934421115" sldId="2147483943"/>
          </pc:sldLayoutMkLst>
        </pc:sldLayoutChg>
        <pc:sldLayoutChg chg="del">
          <pc:chgData name="Wang, Wei" userId="627587dd-935f-4f2b-a6c6-edd4e0dcbff5" providerId="ADAL" clId="{298B78E7-289E-44D3-AE64-26EF3BBB669D}" dt="2020-05-21T14:47:04.095" v="48" actId="2696"/>
          <pc:sldLayoutMkLst>
            <pc:docMk/>
            <pc:sldMasterMk cId="954369021" sldId="2147483936"/>
            <pc:sldLayoutMk cId="888873232" sldId="2147483944"/>
          </pc:sldLayoutMkLst>
        </pc:sldLayoutChg>
        <pc:sldLayoutChg chg="del">
          <pc:chgData name="Wang, Wei" userId="627587dd-935f-4f2b-a6c6-edd4e0dcbff5" providerId="ADAL" clId="{298B78E7-289E-44D3-AE64-26EF3BBB669D}" dt="2020-05-21T14:47:04.098" v="49" actId="2696"/>
          <pc:sldLayoutMkLst>
            <pc:docMk/>
            <pc:sldMasterMk cId="954369021" sldId="2147483936"/>
            <pc:sldLayoutMk cId="2170328060" sldId="2147483945"/>
          </pc:sldLayoutMkLst>
        </pc:sldLayoutChg>
        <pc:sldLayoutChg chg="del">
          <pc:chgData name="Wang, Wei" userId="627587dd-935f-4f2b-a6c6-edd4e0dcbff5" providerId="ADAL" clId="{298B78E7-289E-44D3-AE64-26EF3BBB669D}" dt="2020-05-21T14:47:04.102" v="50" actId="2696"/>
          <pc:sldLayoutMkLst>
            <pc:docMk/>
            <pc:sldMasterMk cId="954369021" sldId="2147483936"/>
            <pc:sldLayoutMk cId="4262357477" sldId="2147483946"/>
          </pc:sldLayoutMkLst>
        </pc:sldLayoutChg>
        <pc:sldLayoutChg chg="del">
          <pc:chgData name="Wang, Wei" userId="627587dd-935f-4f2b-a6c6-edd4e0dcbff5" providerId="ADAL" clId="{298B78E7-289E-44D3-AE64-26EF3BBB669D}" dt="2020-05-21T14:47:04.104" v="51" actId="2696"/>
          <pc:sldLayoutMkLst>
            <pc:docMk/>
            <pc:sldMasterMk cId="954369021" sldId="2147483936"/>
            <pc:sldLayoutMk cId="3661023220" sldId="2147483947"/>
          </pc:sldLayoutMkLst>
        </pc:sldLayoutChg>
        <pc:sldLayoutChg chg="del">
          <pc:chgData name="Wang, Wei" userId="627587dd-935f-4f2b-a6c6-edd4e0dcbff5" providerId="ADAL" clId="{298B78E7-289E-44D3-AE64-26EF3BBB669D}" dt="2020-05-21T14:47:04.105" v="52" actId="2696"/>
          <pc:sldLayoutMkLst>
            <pc:docMk/>
            <pc:sldMasterMk cId="954369021" sldId="2147483936"/>
            <pc:sldLayoutMk cId="760398524" sldId="2147483948"/>
          </pc:sldLayoutMkLst>
        </pc:sldLayoutChg>
        <pc:sldLayoutChg chg="del">
          <pc:chgData name="Wang, Wei" userId="627587dd-935f-4f2b-a6c6-edd4e0dcbff5" providerId="ADAL" clId="{298B78E7-289E-44D3-AE64-26EF3BBB669D}" dt="2020-05-21T14:47:04.107" v="53" actId="2696"/>
          <pc:sldLayoutMkLst>
            <pc:docMk/>
            <pc:sldMasterMk cId="954369021" sldId="2147483936"/>
            <pc:sldLayoutMk cId="1302664462" sldId="2147483949"/>
          </pc:sldLayoutMkLst>
        </pc:sldLayoutChg>
        <pc:sldLayoutChg chg="del">
          <pc:chgData name="Wang, Wei" userId="627587dd-935f-4f2b-a6c6-edd4e0dcbff5" providerId="ADAL" clId="{298B78E7-289E-44D3-AE64-26EF3BBB669D}" dt="2020-05-21T14:47:04.108" v="54" actId="2696"/>
          <pc:sldLayoutMkLst>
            <pc:docMk/>
            <pc:sldMasterMk cId="954369021" sldId="2147483936"/>
            <pc:sldLayoutMk cId="1289734112" sldId="2147483950"/>
          </pc:sldLayoutMkLst>
        </pc:sldLayoutChg>
        <pc:sldLayoutChg chg="del">
          <pc:chgData name="Wang, Wei" userId="627587dd-935f-4f2b-a6c6-edd4e0dcbff5" providerId="ADAL" clId="{298B78E7-289E-44D3-AE64-26EF3BBB669D}" dt="2020-05-21T14:47:04.109" v="55" actId="2696"/>
          <pc:sldLayoutMkLst>
            <pc:docMk/>
            <pc:sldMasterMk cId="954369021" sldId="2147483936"/>
            <pc:sldLayoutMk cId="1131758393" sldId="2147483951"/>
          </pc:sldLayoutMkLst>
        </pc:sldLayoutChg>
        <pc:sldLayoutChg chg="del">
          <pc:chgData name="Wang, Wei" userId="627587dd-935f-4f2b-a6c6-edd4e0dcbff5" providerId="ADAL" clId="{298B78E7-289E-44D3-AE64-26EF3BBB669D}" dt="2020-05-21T14:47:04.111" v="56" actId="2696"/>
          <pc:sldLayoutMkLst>
            <pc:docMk/>
            <pc:sldMasterMk cId="954369021" sldId="2147483936"/>
            <pc:sldLayoutMk cId="1239783985" sldId="2147483952"/>
          </pc:sldLayoutMkLst>
        </pc:sldLayoutChg>
        <pc:sldLayoutChg chg="del">
          <pc:chgData name="Wang, Wei" userId="627587dd-935f-4f2b-a6c6-edd4e0dcbff5" providerId="ADAL" clId="{298B78E7-289E-44D3-AE64-26EF3BBB669D}" dt="2020-05-21T14:47:04.112" v="57" actId="2696"/>
          <pc:sldLayoutMkLst>
            <pc:docMk/>
            <pc:sldMasterMk cId="954369021" sldId="2147483936"/>
            <pc:sldLayoutMk cId="509478517" sldId="2147483953"/>
          </pc:sldLayoutMkLst>
        </pc:sldLayoutChg>
        <pc:sldLayoutChg chg="del">
          <pc:chgData name="Wang, Wei" userId="627587dd-935f-4f2b-a6c6-edd4e0dcbff5" providerId="ADAL" clId="{298B78E7-289E-44D3-AE64-26EF3BBB669D}" dt="2020-05-21T14:47:04.114" v="58" actId="2696"/>
          <pc:sldLayoutMkLst>
            <pc:docMk/>
            <pc:sldMasterMk cId="954369021" sldId="2147483936"/>
            <pc:sldLayoutMk cId="3895010805" sldId="2147483954"/>
          </pc:sldLayoutMkLst>
        </pc:sldLayoutChg>
        <pc:sldLayoutChg chg="del">
          <pc:chgData name="Wang, Wei" userId="627587dd-935f-4f2b-a6c6-edd4e0dcbff5" providerId="ADAL" clId="{298B78E7-289E-44D3-AE64-26EF3BBB669D}" dt="2020-05-21T14:47:04.119" v="59" actId="2696"/>
          <pc:sldLayoutMkLst>
            <pc:docMk/>
            <pc:sldMasterMk cId="954369021" sldId="2147483936"/>
            <pc:sldLayoutMk cId="1855096728" sldId="2147483955"/>
          </pc:sldLayoutMkLst>
        </pc:sldLayoutChg>
        <pc:sldLayoutChg chg="del">
          <pc:chgData name="Wang, Wei" userId="627587dd-935f-4f2b-a6c6-edd4e0dcbff5" providerId="ADAL" clId="{298B78E7-289E-44D3-AE64-26EF3BBB669D}" dt="2020-05-21T14:47:04.120" v="60" actId="2696"/>
          <pc:sldLayoutMkLst>
            <pc:docMk/>
            <pc:sldMasterMk cId="954369021" sldId="2147483936"/>
            <pc:sldLayoutMk cId="2020224282" sldId="2147483956"/>
          </pc:sldLayoutMkLst>
        </pc:sldLayoutChg>
        <pc:sldLayoutChg chg="del">
          <pc:chgData name="Wang, Wei" userId="627587dd-935f-4f2b-a6c6-edd4e0dcbff5" providerId="ADAL" clId="{298B78E7-289E-44D3-AE64-26EF3BBB669D}" dt="2020-05-21T14:47:04.122" v="61" actId="2696"/>
          <pc:sldLayoutMkLst>
            <pc:docMk/>
            <pc:sldMasterMk cId="954369021" sldId="2147483936"/>
            <pc:sldLayoutMk cId="3543200963" sldId="2147483957"/>
          </pc:sldLayoutMkLst>
        </pc:sldLayoutChg>
        <pc:sldLayoutChg chg="del">
          <pc:chgData name="Wang, Wei" userId="627587dd-935f-4f2b-a6c6-edd4e0dcbff5" providerId="ADAL" clId="{298B78E7-289E-44D3-AE64-26EF3BBB669D}" dt="2020-05-21T14:47:04.123" v="62" actId="2696"/>
          <pc:sldLayoutMkLst>
            <pc:docMk/>
            <pc:sldMasterMk cId="954369021" sldId="2147483936"/>
            <pc:sldLayoutMk cId="384300419" sldId="2147483958"/>
          </pc:sldLayoutMkLst>
        </pc:sldLayoutChg>
        <pc:sldLayoutChg chg="del">
          <pc:chgData name="Wang, Wei" userId="627587dd-935f-4f2b-a6c6-edd4e0dcbff5" providerId="ADAL" clId="{298B78E7-289E-44D3-AE64-26EF3BBB669D}" dt="2020-05-21T14:47:04.124" v="63" actId="2696"/>
          <pc:sldLayoutMkLst>
            <pc:docMk/>
            <pc:sldMasterMk cId="954369021" sldId="2147483936"/>
            <pc:sldLayoutMk cId="2997555234" sldId="2147483959"/>
          </pc:sldLayoutMkLst>
        </pc:sldLayoutChg>
        <pc:sldLayoutChg chg="del">
          <pc:chgData name="Wang, Wei" userId="627587dd-935f-4f2b-a6c6-edd4e0dcbff5" providerId="ADAL" clId="{298B78E7-289E-44D3-AE64-26EF3BBB669D}" dt="2020-05-21T14:47:04.126" v="64" actId="2696"/>
          <pc:sldLayoutMkLst>
            <pc:docMk/>
            <pc:sldMasterMk cId="954369021" sldId="2147483936"/>
            <pc:sldLayoutMk cId="3070119381" sldId="2147483960"/>
          </pc:sldLayoutMkLst>
        </pc:sldLayoutChg>
        <pc:sldLayoutChg chg="del">
          <pc:chgData name="Wang, Wei" userId="627587dd-935f-4f2b-a6c6-edd4e0dcbff5" providerId="ADAL" clId="{298B78E7-289E-44D3-AE64-26EF3BBB669D}" dt="2020-05-21T14:47:04.127" v="65" actId="2696"/>
          <pc:sldLayoutMkLst>
            <pc:docMk/>
            <pc:sldMasterMk cId="954369021" sldId="2147483936"/>
            <pc:sldLayoutMk cId="567751140" sldId="21474839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3332215" cy="6858001"/>
          </a:xfrm>
          <a:prstGeom prst="rect">
            <a:avLst/>
          </a:prstGeom>
        </p:spPr>
      </p:pic>
      <p:sp>
        <p:nvSpPr>
          <p:cNvPr id="6" name="Slide Number Placeholder 5"/>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2" name="Date Placeholder 1"/>
          <p:cNvSpPr txBox="1">
            <a:spLocks/>
          </p:cNvSpPr>
          <p:nvPr/>
        </p:nvSpPr>
        <p:spPr>
          <a:xfrm>
            <a:off x="-308599" y="5855770"/>
            <a:ext cx="3889454"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a:solidFill>
                  <a:schemeClr val="bg1"/>
                </a:solidFill>
                <a:latin typeface="Roboto" charset="0"/>
                <a:ea typeface="Roboto" charset="0"/>
                <a:cs typeface="Roboto" charset="0"/>
              </a:rPr>
              <a:t>Simplify, Standardize, Accelerate </a:t>
            </a:r>
          </a:p>
        </p:txBody>
      </p:sp>
      <p:sp>
        <p:nvSpPr>
          <p:cNvPr id="8" name="Rectangle 7"/>
          <p:cNvSpPr/>
          <p:nvPr userDrawn="1"/>
        </p:nvSpPr>
        <p:spPr>
          <a:xfrm>
            <a:off x="1060933" y="160452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1A3140"/>
              </a:solidFill>
            </a:endParaRPr>
          </a:p>
        </p:txBody>
      </p:sp>
      <p:sp>
        <p:nvSpPr>
          <p:cNvPr id="9" name="Rectangle 8"/>
          <p:cNvSpPr/>
          <p:nvPr userDrawn="1"/>
        </p:nvSpPr>
        <p:spPr>
          <a:xfrm>
            <a:off x="1060933" y="4091122"/>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Tree>
    <p:extLst>
      <p:ext uri="{BB962C8B-B14F-4D97-AF65-F5344CB8AC3E}">
        <p14:creationId xmlns:p14="http://schemas.microsoft.com/office/powerpoint/2010/main" val="406194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9269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50472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88215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3658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239496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65934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673999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023055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36832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69711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448800" y="6484902"/>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1228748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804075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theme" Target="../theme/theme2.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4.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583574900"/>
      </p:ext>
    </p:extLst>
  </p:cSld>
  <p:clrMap bg1="lt1" tx1="dk1" bg2="lt2" tx2="dk2" accent1="accent1" accent2="accent2" accent3="accent3" accent4="accent4" accent5="accent5" accent6="accent6" hlink="hlink" folHlink="folHlink"/>
  <p:sldLayoutIdLst>
    <p:sldLayoutId id="2147483696" r:id="rId1"/>
    <p:sldLayoutId id="2147483818" r:id="rId2"/>
    <p:sldLayoutId id="2147483692" r:id="rId3"/>
    <p:sldLayoutId id="2147483668" r:id="rId4"/>
    <p:sldLayoutId id="2147483695" r:id="rId5"/>
    <p:sldLayoutId id="2147483650" r:id="rId6"/>
    <p:sldLayoutId id="2147483657" r:id="rId7"/>
    <p:sldLayoutId id="2147483654" r:id="rId8"/>
    <p:sldLayoutId id="2147483679" r:id="rId9"/>
    <p:sldLayoutId id="2147483664" r:id="rId10"/>
    <p:sldLayoutId id="2147483688" r:id="rId11"/>
    <p:sldLayoutId id="2147483700" r:id="rId12"/>
    <p:sldLayoutId id="2147483701" r:id="rId13"/>
    <p:sldLayoutId id="2147483698" r:id="rId14"/>
    <p:sldLayoutId id="2147483699" r:id="rId15"/>
    <p:sldLayoutId id="2147483655" r:id="rId16"/>
    <p:sldLayoutId id="2147483693" r:id="rId17"/>
    <p:sldLayoutId id="2147483685" r:id="rId18"/>
    <p:sldLayoutId id="2147483691" r:id="rId19"/>
    <p:sldLayoutId id="2147483684" r:id="rId20"/>
    <p:sldLayoutId id="2147483717" r:id="rId21"/>
    <p:sldLayoutId id="2147483817" r:id="rId22"/>
    <p:sldLayoutId id="2147483819" r:id="rId2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userDrawn="1">
          <p15:clr>
            <a:srgbClr val="F26B43"/>
          </p15:clr>
        </p15:guide>
        <p15:guide id="9" orient="horz" pos="216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0.xml"/><Relationship Id="rId6" Type="http://schemas.openxmlformats.org/officeDocument/2006/relationships/image" Target="../media/image20.svg"/><Relationship Id="rId5" Type="http://schemas.openxmlformats.org/officeDocument/2006/relationships/image" Target="../media/image19.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3" Type="http://schemas.microsoft.com/office/2007/relationships/hdphoto" Target="../media/hdphoto3.wdp"/><Relationship Id="rId7"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10.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image" Target="../media/image20.sv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0.xml"/><Relationship Id="rId6" Type="http://schemas.microsoft.com/office/2007/relationships/hdphoto" Target="../media/hdphoto5.wdp"/><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7.wdp"/><Relationship Id="rId2" Type="http://schemas.openxmlformats.org/officeDocument/2006/relationships/image" Target="../media/image30.png"/><Relationship Id="rId1" Type="http://schemas.openxmlformats.org/officeDocument/2006/relationships/slideLayout" Target="../slideLayouts/slideLayout1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cxnSp>
        <p:nvCxnSpPr>
          <p:cNvPr id="8" name="Elbow Connector 7"/>
          <p:cNvCxnSpPr>
            <a:cxnSpLocks/>
          </p:cNvCxnSpPr>
          <p:nvPr/>
        </p:nvCxnSpPr>
        <p:spPr>
          <a:xfrm rot="16200000" flipH="1">
            <a:off x="2744086" y="4077167"/>
            <a:ext cx="1967667" cy="740429"/>
          </a:xfrm>
          <a:prstGeom prst="bentConnector3">
            <a:avLst>
              <a:gd name="adj1" fmla="val 9964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79734" y="363202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3357704" y="4536961"/>
            <a:ext cx="74042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4234198" y="2439972"/>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Overview</a:t>
            </a:r>
          </a:p>
        </p:txBody>
      </p:sp>
      <p:sp>
        <p:nvSpPr>
          <p:cNvPr id="40" name="Rounded Rectangle 39"/>
          <p:cNvSpPr/>
          <p:nvPr/>
        </p:nvSpPr>
        <p:spPr>
          <a:xfrm>
            <a:off x="4234198" y="3353104"/>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Period End Closing Key Process Areas and New Period End Checks</a:t>
            </a:r>
          </a:p>
        </p:txBody>
      </p:sp>
      <p:sp>
        <p:nvSpPr>
          <p:cNvPr id="41" name="Rounded Rectangle 40"/>
          <p:cNvSpPr/>
          <p:nvPr/>
        </p:nvSpPr>
        <p:spPr>
          <a:xfrm>
            <a:off x="4234198" y="4266236"/>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Arial" charset="0"/>
                <a:cs typeface="Arial" charset="0"/>
              </a:rPr>
              <a:t>Post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4234198" y="5179367"/>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panose="020B0604020202020204"/>
                <a:ea typeface="+mn-ea"/>
                <a:cs typeface="Arial"/>
              </a:rPr>
              <a:t>Year End Specific Closing Activities</a:t>
            </a:r>
          </a:p>
        </p:txBody>
      </p:sp>
      <p:cxnSp>
        <p:nvCxnSpPr>
          <p:cNvPr id="17" name="Connector: Elbow 16">
            <a:extLst>
              <a:ext uri="{FF2B5EF4-FFF2-40B4-BE49-F238E27FC236}">
                <a16:creationId xmlns:a16="http://schemas.microsoft.com/office/drawing/2014/main" id="{0F65B0DB-7517-46A1-8934-276D3565448D}"/>
              </a:ext>
            </a:extLst>
          </p:cNvPr>
          <p:cNvCxnSpPr>
            <a:cxnSpLocks/>
          </p:cNvCxnSpPr>
          <p:nvPr/>
        </p:nvCxnSpPr>
        <p:spPr>
          <a:xfrm rot="10800000" flipV="1">
            <a:off x="2487149" y="2727095"/>
            <a:ext cx="1642156" cy="904932"/>
          </a:xfrm>
          <a:prstGeom prst="bentConnector3">
            <a:avLst>
              <a:gd name="adj1" fmla="val 46836"/>
            </a:avLst>
          </a:prstGeom>
          <a:ln w="28575">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9D84CA8-1570-4568-81C4-DA4A4A6EAA20}"/>
              </a:ext>
            </a:extLst>
          </p:cNvPr>
          <p:cNvGrpSpPr/>
          <p:nvPr/>
        </p:nvGrpSpPr>
        <p:grpSpPr>
          <a:xfrm>
            <a:off x="762742" y="2727095"/>
            <a:ext cx="1821250" cy="1809866"/>
            <a:chOff x="515937" y="326276"/>
            <a:chExt cx="902611" cy="902611"/>
          </a:xfrm>
        </p:grpSpPr>
        <p:grpSp>
          <p:nvGrpSpPr>
            <p:cNvPr id="50" name="Group 49">
              <a:extLst>
                <a:ext uri="{FF2B5EF4-FFF2-40B4-BE49-F238E27FC236}">
                  <a16:creationId xmlns:a16="http://schemas.microsoft.com/office/drawing/2014/main" id="{7AD3D2AB-812B-4EEB-8A6B-C310FC95D81F}"/>
                </a:ext>
              </a:extLst>
            </p:cNvPr>
            <p:cNvGrpSpPr/>
            <p:nvPr/>
          </p:nvGrpSpPr>
          <p:grpSpPr>
            <a:xfrm>
              <a:off x="515937" y="326276"/>
              <a:ext cx="902611" cy="902611"/>
              <a:chOff x="4492144" y="190843"/>
              <a:chExt cx="855656" cy="855656"/>
            </a:xfrm>
          </p:grpSpPr>
          <p:sp>
            <p:nvSpPr>
              <p:cNvPr id="52" name="Oval 51">
                <a:extLst>
                  <a:ext uri="{FF2B5EF4-FFF2-40B4-BE49-F238E27FC236}">
                    <a16:creationId xmlns:a16="http://schemas.microsoft.com/office/drawing/2014/main" id="{2BABECE1-DBAB-4194-B8BA-B5C33B4B683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Oval 53">
                <a:extLst>
                  <a:ext uri="{FF2B5EF4-FFF2-40B4-BE49-F238E27FC236}">
                    <a16:creationId xmlns:a16="http://schemas.microsoft.com/office/drawing/2014/main" id="{503EC1E2-1AA5-4CB4-AF33-999BAD7FA59F}"/>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1" name="Picture 50">
              <a:extLst>
                <a:ext uri="{FF2B5EF4-FFF2-40B4-BE49-F238E27FC236}">
                  <a16:creationId xmlns:a16="http://schemas.microsoft.com/office/drawing/2014/main" id="{D7E63B56-5370-4BAA-8D45-F6BC2DA8B7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50852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GR/IR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FFFFFF"/>
                </a:solidFill>
                <a:latin typeface="Arial" charset="0"/>
                <a:cs typeface="Arial" charset="0"/>
              </a:rPr>
              <a:t>Intercompany and Period End Closing</a:t>
            </a:r>
            <a:endParaRPr lang="en-GB" sz="140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47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Overview</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fld id="{1A6A2304-23DC-2B46-BD14-F082077842FF}" type="slidenum">
              <a:rPr lang="en-US" smtClean="0"/>
              <a:pPr/>
              <a:t>3</a:t>
            </a:fld>
            <a:endParaRPr lang="en-US"/>
          </a:p>
        </p:txBody>
      </p:sp>
      <p:grpSp>
        <p:nvGrpSpPr>
          <p:cNvPr id="40" name="Group 39">
            <a:extLst>
              <a:ext uri="{FF2B5EF4-FFF2-40B4-BE49-F238E27FC236}">
                <a16:creationId xmlns:a16="http://schemas.microsoft.com/office/drawing/2014/main" id="{6132140D-9733-4C97-8C30-082B16706847}"/>
              </a:ext>
            </a:extLst>
          </p:cNvPr>
          <p:cNvGrpSpPr/>
          <p:nvPr/>
        </p:nvGrpSpPr>
        <p:grpSpPr>
          <a:xfrm>
            <a:off x="1511276" y="1801901"/>
            <a:ext cx="8254877" cy="4127438"/>
            <a:chOff x="1511276" y="1552517"/>
            <a:chExt cx="8254877" cy="4127438"/>
          </a:xfrm>
        </p:grpSpPr>
        <p:sp>
          <p:nvSpPr>
            <p:cNvPr id="13" name="Freeform: Shape 12">
              <a:extLst>
                <a:ext uri="{FF2B5EF4-FFF2-40B4-BE49-F238E27FC236}">
                  <a16:creationId xmlns:a16="http://schemas.microsoft.com/office/drawing/2014/main" id="{C67B9C16-9744-4EE2-83FF-E4DB34F513CC}"/>
                </a:ext>
              </a:extLst>
            </p:cNvPr>
            <p:cNvSpPr/>
            <p:nvPr/>
          </p:nvSpPr>
          <p:spPr>
            <a:xfrm>
              <a:off x="1511276" y="15525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Material Management (MM) Period Control</a:t>
              </a:r>
            </a:p>
          </p:txBody>
        </p:sp>
        <p:sp>
          <p:nvSpPr>
            <p:cNvPr id="15" name="Freeform: Shape 14">
              <a:extLst>
                <a:ext uri="{FF2B5EF4-FFF2-40B4-BE49-F238E27FC236}">
                  <a16:creationId xmlns:a16="http://schemas.microsoft.com/office/drawing/2014/main" id="{F91246A4-9AF3-4264-A604-F080EB9809AD}"/>
                </a:ext>
              </a:extLst>
            </p:cNvPr>
            <p:cNvSpPr/>
            <p:nvPr/>
          </p:nvSpPr>
          <p:spPr>
            <a:xfrm>
              <a:off x="1982984" y="30266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T-Code</a:t>
              </a:r>
              <a:r>
                <a:rPr lang="en-US" sz="1600" kern="1200"/>
                <a:t>: MMPV</a:t>
              </a:r>
            </a:p>
          </p:txBody>
        </p:sp>
        <p:sp>
          <p:nvSpPr>
            <p:cNvPr id="16" name="Freeform: Shape 15">
              <a:extLst>
                <a:ext uri="{FF2B5EF4-FFF2-40B4-BE49-F238E27FC236}">
                  <a16:creationId xmlns:a16="http://schemas.microsoft.com/office/drawing/2014/main" id="{032A75FF-FE78-490B-9F56-B924A7479E36}"/>
                </a:ext>
              </a:extLst>
            </p:cNvPr>
            <p:cNvSpPr/>
            <p:nvPr/>
          </p:nvSpPr>
          <p:spPr>
            <a:xfrm>
              <a:off x="1747130" y="2731785"/>
              <a:ext cx="235853" cy="2358536"/>
            </a:xfrm>
            <a:custGeom>
              <a:avLst/>
              <a:gdLst/>
              <a:ahLst/>
              <a:cxnLst/>
              <a:rect l="0" t="0" r="0" b="0"/>
              <a:pathLst>
                <a:path>
                  <a:moveTo>
                    <a:pt x="0" y="0"/>
                  </a:moveTo>
                  <a:lnTo>
                    <a:pt x="0" y="2358536"/>
                  </a:lnTo>
                  <a:lnTo>
                    <a:pt x="235853" y="2358536"/>
                  </a:lnTo>
                </a:path>
              </a:pathLst>
            </a:cu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7" name="Freeform: Shape 16">
              <a:extLst>
                <a:ext uri="{FF2B5EF4-FFF2-40B4-BE49-F238E27FC236}">
                  <a16:creationId xmlns:a16="http://schemas.microsoft.com/office/drawing/2014/main" id="{D209D7F4-6D2F-41AB-81B3-9E56673BCF5E}"/>
                </a:ext>
              </a:extLst>
            </p:cNvPr>
            <p:cNvSpPr/>
            <p:nvPr/>
          </p:nvSpPr>
          <p:spPr>
            <a:xfrm>
              <a:off x="1982983" y="45006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WD-1</a:t>
              </a:r>
            </a:p>
          </p:txBody>
        </p:sp>
        <p:sp>
          <p:nvSpPr>
            <p:cNvPr id="18" name="Freeform: Shape 17">
              <a:extLst>
                <a:ext uri="{FF2B5EF4-FFF2-40B4-BE49-F238E27FC236}">
                  <a16:creationId xmlns:a16="http://schemas.microsoft.com/office/drawing/2014/main" id="{588E3379-9264-4362-8C66-BDC7930C5CC2}"/>
                </a:ext>
              </a:extLst>
            </p:cNvPr>
            <p:cNvSpPr/>
            <p:nvPr/>
          </p:nvSpPr>
          <p:spPr>
            <a:xfrm>
              <a:off x="4459447" y="15525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Financial Accounting (FI) Period Control</a:t>
              </a:r>
            </a:p>
          </p:txBody>
        </p:sp>
        <p:sp>
          <p:nvSpPr>
            <p:cNvPr id="20" name="Freeform: Shape 19">
              <a:extLst>
                <a:ext uri="{FF2B5EF4-FFF2-40B4-BE49-F238E27FC236}">
                  <a16:creationId xmlns:a16="http://schemas.microsoft.com/office/drawing/2014/main" id="{1980CF64-D864-4CE8-9C77-64C46E9CE215}"/>
                </a:ext>
              </a:extLst>
            </p:cNvPr>
            <p:cNvSpPr/>
            <p:nvPr/>
          </p:nvSpPr>
          <p:spPr>
            <a:xfrm>
              <a:off x="4931154" y="30266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OB52</a:t>
              </a:r>
              <a:endParaRPr lang="en-US" sz="1600" kern="1200"/>
            </a:p>
          </p:txBody>
        </p:sp>
        <p:sp>
          <p:nvSpPr>
            <p:cNvPr id="21" name="Freeform: Shape 20">
              <a:extLst>
                <a:ext uri="{FF2B5EF4-FFF2-40B4-BE49-F238E27FC236}">
                  <a16:creationId xmlns:a16="http://schemas.microsoft.com/office/drawing/2014/main" id="{907F54C8-262C-440E-A6ED-3F5593A6FAEB}"/>
                </a:ext>
              </a:extLst>
            </p:cNvPr>
            <p:cNvSpPr/>
            <p:nvPr/>
          </p:nvSpPr>
          <p:spPr>
            <a:xfrm>
              <a:off x="4695300" y="2731785"/>
              <a:ext cx="235853" cy="2358536"/>
            </a:xfrm>
            <a:custGeom>
              <a:avLst/>
              <a:gdLst/>
              <a:ahLst/>
              <a:cxnLst/>
              <a:rect l="0" t="0" r="0" b="0"/>
              <a:pathLst>
                <a:path>
                  <a:moveTo>
                    <a:pt x="0" y="0"/>
                  </a:moveTo>
                  <a:lnTo>
                    <a:pt x="0" y="2358536"/>
                  </a:lnTo>
                  <a:lnTo>
                    <a:pt x="235853" y="2358536"/>
                  </a:lnTo>
                </a:path>
              </a:pathLst>
            </a:cu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2" name="Freeform: Shape 21">
              <a:extLst>
                <a:ext uri="{FF2B5EF4-FFF2-40B4-BE49-F238E27FC236}">
                  <a16:creationId xmlns:a16="http://schemas.microsoft.com/office/drawing/2014/main" id="{7AE8875A-CABD-4514-923F-008F79A3BF72}"/>
                </a:ext>
              </a:extLst>
            </p:cNvPr>
            <p:cNvSpPr/>
            <p:nvPr/>
          </p:nvSpPr>
          <p:spPr>
            <a:xfrm>
              <a:off x="4931154" y="45006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3715316"/>
                <a:satOff val="-27221"/>
                <a:lumOff val="44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Throughout the closing (WD-3 to WD3 for IFRS, to WD10 for STAT/TAX)</a:t>
              </a:r>
              <a:r>
                <a:rPr lang="en-GB" sz="1400" i="1" baseline="30000">
                  <a:solidFill>
                    <a:srgbClr val="FF0000"/>
                  </a:solidFill>
                </a:rPr>
                <a:t> 1)</a:t>
              </a:r>
              <a:endParaRPr lang="en-US" sz="1400" kern="1200"/>
            </a:p>
          </p:txBody>
        </p:sp>
        <p:sp>
          <p:nvSpPr>
            <p:cNvPr id="23" name="Freeform: Shape 22">
              <a:extLst>
                <a:ext uri="{FF2B5EF4-FFF2-40B4-BE49-F238E27FC236}">
                  <a16:creationId xmlns:a16="http://schemas.microsoft.com/office/drawing/2014/main" id="{42F8868A-F7CE-4669-84AF-0E25C783568C}"/>
                </a:ext>
              </a:extLst>
            </p:cNvPr>
            <p:cNvSpPr/>
            <p:nvPr/>
          </p:nvSpPr>
          <p:spPr>
            <a:xfrm>
              <a:off x="7407617" y="15525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bg1">
                <a:lumMod val="50000"/>
              </a:schemeClr>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Controlling (CO) Period Control</a:t>
              </a:r>
            </a:p>
          </p:txBody>
        </p:sp>
        <p:sp>
          <p:nvSpPr>
            <p:cNvPr id="25" name="Freeform: Shape 24">
              <a:extLst>
                <a:ext uri="{FF2B5EF4-FFF2-40B4-BE49-F238E27FC236}">
                  <a16:creationId xmlns:a16="http://schemas.microsoft.com/office/drawing/2014/main" id="{B88BF49F-B0E8-4BE4-A9FE-89A1D20592EC}"/>
                </a:ext>
              </a:extLst>
            </p:cNvPr>
            <p:cNvSpPr/>
            <p:nvPr/>
          </p:nvSpPr>
          <p:spPr>
            <a:xfrm>
              <a:off x="7879324" y="30266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OKP1</a:t>
              </a:r>
              <a:endParaRPr lang="en-US" sz="1600" kern="1200"/>
            </a:p>
          </p:txBody>
        </p:sp>
        <p:sp>
          <p:nvSpPr>
            <p:cNvPr id="26" name="Freeform: Shape 25">
              <a:extLst>
                <a:ext uri="{FF2B5EF4-FFF2-40B4-BE49-F238E27FC236}">
                  <a16:creationId xmlns:a16="http://schemas.microsoft.com/office/drawing/2014/main" id="{31A7DC40-60AB-4805-A72A-FF8AD9A3E216}"/>
                </a:ext>
              </a:extLst>
            </p:cNvPr>
            <p:cNvSpPr/>
            <p:nvPr/>
          </p:nvSpPr>
          <p:spPr>
            <a:xfrm>
              <a:off x="7643471" y="2731785"/>
              <a:ext cx="235853" cy="2358536"/>
            </a:xfrm>
            <a:custGeom>
              <a:avLst/>
              <a:gdLst/>
              <a:ahLst/>
              <a:cxnLst/>
              <a:rect l="0" t="0" r="0" b="0"/>
              <a:pathLst>
                <a:path>
                  <a:moveTo>
                    <a:pt x="0" y="0"/>
                  </a:moveTo>
                  <a:lnTo>
                    <a:pt x="0" y="2358536"/>
                  </a:lnTo>
                  <a:lnTo>
                    <a:pt x="235853" y="2358536"/>
                  </a:lnTo>
                </a:path>
              </a:pathLst>
            </a:cu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7" name="Freeform: Shape 26">
              <a:extLst>
                <a:ext uri="{FF2B5EF4-FFF2-40B4-BE49-F238E27FC236}">
                  <a16:creationId xmlns:a16="http://schemas.microsoft.com/office/drawing/2014/main" id="{50178BAA-EBD1-4308-A4DC-2EA20667193B}"/>
                </a:ext>
              </a:extLst>
            </p:cNvPr>
            <p:cNvSpPr/>
            <p:nvPr/>
          </p:nvSpPr>
          <p:spPr>
            <a:xfrm>
              <a:off x="7879324" y="45006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WD14 (end of closing for all core ledgers)</a:t>
              </a:r>
              <a:endParaRPr lang="en-US" sz="1400" kern="1200"/>
            </a:p>
          </p:txBody>
        </p:sp>
        <p:cxnSp>
          <p:nvCxnSpPr>
            <p:cNvPr id="30" name="Straight Connector 29">
              <a:extLst>
                <a:ext uri="{FF2B5EF4-FFF2-40B4-BE49-F238E27FC236}">
                  <a16:creationId xmlns:a16="http://schemas.microsoft.com/office/drawing/2014/main" id="{ECDBD6DF-4FA3-4D76-ABB6-75D880BC8277}"/>
                </a:ext>
              </a:extLst>
            </p:cNvPr>
            <p:cNvCxnSpPr>
              <a:cxnSpLocks/>
            </p:cNvCxnSpPr>
            <p:nvPr/>
          </p:nvCxnSpPr>
          <p:spPr>
            <a:xfrm>
              <a:off x="1747130" y="3241964"/>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2" name="Straight Connector 31">
              <a:extLst>
                <a:ext uri="{FF2B5EF4-FFF2-40B4-BE49-F238E27FC236}">
                  <a16:creationId xmlns:a16="http://schemas.microsoft.com/office/drawing/2014/main" id="{E3FFCCEE-2C39-4C6D-89AF-B89955B5F69C}"/>
                </a:ext>
              </a:extLst>
            </p:cNvPr>
            <p:cNvCxnSpPr>
              <a:cxnSpLocks/>
            </p:cNvCxnSpPr>
            <p:nvPr/>
          </p:nvCxnSpPr>
          <p:spPr>
            <a:xfrm>
              <a:off x="4695300" y="3248683"/>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3" name="Straight Connector 32">
              <a:extLst>
                <a:ext uri="{FF2B5EF4-FFF2-40B4-BE49-F238E27FC236}">
                  <a16:creationId xmlns:a16="http://schemas.microsoft.com/office/drawing/2014/main" id="{E807BAE5-0E5F-4918-888F-FB36B5E7AF22}"/>
                </a:ext>
              </a:extLst>
            </p:cNvPr>
            <p:cNvCxnSpPr>
              <a:cxnSpLocks/>
            </p:cNvCxnSpPr>
            <p:nvPr/>
          </p:nvCxnSpPr>
          <p:spPr>
            <a:xfrm>
              <a:off x="7643471" y="3266002"/>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4" name="Freeform: Shape 33">
              <a:extLst>
                <a:ext uri="{FF2B5EF4-FFF2-40B4-BE49-F238E27FC236}">
                  <a16:creationId xmlns:a16="http://schemas.microsoft.com/office/drawing/2014/main" id="{6E4E0071-8AAE-4AA1-A701-0026AC32E38C}"/>
                </a:ext>
              </a:extLst>
            </p:cNvPr>
            <p:cNvSpPr/>
            <p:nvPr/>
          </p:nvSpPr>
          <p:spPr>
            <a:xfrm>
              <a:off x="1982983" y="375943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a:t>
              </a:r>
            </a:p>
            <a:p>
              <a:pPr marL="0" lvl="0" indent="0" algn="ctr" defTabSz="1644650">
                <a:lnSpc>
                  <a:spcPct val="90000"/>
                </a:lnSpc>
                <a:spcBef>
                  <a:spcPct val="0"/>
                </a:spcBef>
                <a:spcAft>
                  <a:spcPct val="35000"/>
                </a:spcAft>
                <a:buNone/>
              </a:pPr>
              <a:r>
                <a:rPr lang="en-US" sz="1600" kern="1200"/>
                <a:t>Entity Level</a:t>
              </a:r>
            </a:p>
          </p:txBody>
        </p:sp>
        <p:cxnSp>
          <p:nvCxnSpPr>
            <p:cNvPr id="35" name="Straight Connector 34">
              <a:extLst>
                <a:ext uri="{FF2B5EF4-FFF2-40B4-BE49-F238E27FC236}">
                  <a16:creationId xmlns:a16="http://schemas.microsoft.com/office/drawing/2014/main" id="{69895942-E2A1-4037-AE0A-0303C758DEC1}"/>
                </a:ext>
              </a:extLst>
            </p:cNvPr>
            <p:cNvCxnSpPr>
              <a:cxnSpLocks/>
            </p:cNvCxnSpPr>
            <p:nvPr/>
          </p:nvCxnSpPr>
          <p:spPr>
            <a:xfrm>
              <a:off x="1747129" y="3974793"/>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6" name="Freeform: Shape 35">
              <a:extLst>
                <a:ext uri="{FF2B5EF4-FFF2-40B4-BE49-F238E27FC236}">
                  <a16:creationId xmlns:a16="http://schemas.microsoft.com/office/drawing/2014/main" id="{648BBED3-1DC2-4351-A55C-AA83614F0CAD}"/>
                </a:ext>
              </a:extLst>
            </p:cNvPr>
            <p:cNvSpPr/>
            <p:nvPr/>
          </p:nvSpPr>
          <p:spPr>
            <a:xfrm>
              <a:off x="4931153" y="376615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a:t>
              </a:r>
            </a:p>
            <a:p>
              <a:pPr algn="ctr" defTabSz="1644650">
                <a:lnSpc>
                  <a:spcPct val="90000"/>
                </a:lnSpc>
                <a:spcBef>
                  <a:spcPct val="0"/>
                </a:spcBef>
                <a:spcAft>
                  <a:spcPct val="35000"/>
                </a:spcAft>
              </a:pPr>
              <a:r>
                <a:rPr lang="en-US" sz="1600"/>
                <a:t>Global Level</a:t>
              </a:r>
            </a:p>
          </p:txBody>
        </p:sp>
        <p:cxnSp>
          <p:nvCxnSpPr>
            <p:cNvPr id="37" name="Straight Connector 36">
              <a:extLst>
                <a:ext uri="{FF2B5EF4-FFF2-40B4-BE49-F238E27FC236}">
                  <a16:creationId xmlns:a16="http://schemas.microsoft.com/office/drawing/2014/main" id="{765FE4FB-A953-4161-9FE3-8DB66E4EB144}"/>
                </a:ext>
              </a:extLst>
            </p:cNvPr>
            <p:cNvCxnSpPr>
              <a:cxnSpLocks/>
            </p:cNvCxnSpPr>
            <p:nvPr/>
          </p:nvCxnSpPr>
          <p:spPr>
            <a:xfrm>
              <a:off x="4695299" y="3981512"/>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8" name="Freeform: Shape 37">
              <a:extLst>
                <a:ext uri="{FF2B5EF4-FFF2-40B4-BE49-F238E27FC236}">
                  <a16:creationId xmlns:a16="http://schemas.microsoft.com/office/drawing/2014/main" id="{2EBDCEF3-50BD-4BF5-9AC1-98FA398A27B9}"/>
                </a:ext>
              </a:extLst>
            </p:cNvPr>
            <p:cNvSpPr/>
            <p:nvPr/>
          </p:nvSpPr>
          <p:spPr>
            <a:xfrm>
              <a:off x="7879324" y="3771067"/>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a:t>
              </a:r>
            </a:p>
            <a:p>
              <a:pPr algn="ctr" defTabSz="1644650">
                <a:lnSpc>
                  <a:spcPct val="90000"/>
                </a:lnSpc>
                <a:spcBef>
                  <a:spcPct val="0"/>
                </a:spcBef>
                <a:spcAft>
                  <a:spcPct val="35000"/>
                </a:spcAft>
              </a:pPr>
              <a:r>
                <a:rPr lang="en-US" sz="1600"/>
                <a:t>Global Level</a:t>
              </a:r>
            </a:p>
          </p:txBody>
        </p:sp>
        <p:cxnSp>
          <p:nvCxnSpPr>
            <p:cNvPr id="39" name="Straight Connector 38">
              <a:extLst>
                <a:ext uri="{FF2B5EF4-FFF2-40B4-BE49-F238E27FC236}">
                  <a16:creationId xmlns:a16="http://schemas.microsoft.com/office/drawing/2014/main" id="{C53F47FD-3675-49ED-A6B5-90AAA41C483C}"/>
                </a:ext>
              </a:extLst>
            </p:cNvPr>
            <p:cNvCxnSpPr>
              <a:cxnSpLocks/>
            </p:cNvCxnSpPr>
            <p:nvPr/>
          </p:nvCxnSpPr>
          <p:spPr>
            <a:xfrm>
              <a:off x="7643470" y="3986429"/>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grpSp>
      <p:sp>
        <p:nvSpPr>
          <p:cNvPr id="28" name="TextBox 27">
            <a:extLst>
              <a:ext uri="{FF2B5EF4-FFF2-40B4-BE49-F238E27FC236}">
                <a16:creationId xmlns:a16="http://schemas.microsoft.com/office/drawing/2014/main" id="{6D069805-15E8-42EF-8B37-EB158C51A2A5}"/>
              </a:ext>
            </a:extLst>
          </p:cNvPr>
          <p:cNvSpPr txBox="1"/>
          <p:nvPr/>
        </p:nvSpPr>
        <p:spPr>
          <a:xfrm>
            <a:off x="1684709" y="6297521"/>
            <a:ext cx="3388093" cy="365125"/>
          </a:xfrm>
          <a:prstGeom prst="rect">
            <a:avLst/>
          </a:prstGeom>
          <a:noFill/>
        </p:spPr>
        <p:txBody>
          <a:bodyPr wrap="square" lIns="0" tIns="0" rIns="0" bIns="0" rtlCol="0">
            <a:noAutofit/>
          </a:bodyPr>
          <a:lstStyle/>
          <a:p>
            <a:pPr algn="l"/>
            <a:r>
              <a:rPr lang="en-US" sz="900" i="1">
                <a:solidFill>
                  <a:srgbClr val="FF0000"/>
                </a:solidFill>
              </a:rPr>
              <a:t>1) </a:t>
            </a:r>
            <a:r>
              <a:rPr lang="en-US" sz="900" i="1"/>
              <a:t>Exceptions exist. See Period End Closing Overview course.</a:t>
            </a:r>
          </a:p>
          <a:p>
            <a:pPr algn="l"/>
            <a:r>
              <a:rPr lang="en-US" sz="900" i="1"/>
              <a:t>Final closing of STAT/TAX posting period will be WD14, with an FCC task.</a:t>
            </a:r>
          </a:p>
        </p:txBody>
      </p:sp>
      <p:sp>
        <p:nvSpPr>
          <p:cNvPr id="2" name="Rectangle 1">
            <a:extLst>
              <a:ext uri="{FF2B5EF4-FFF2-40B4-BE49-F238E27FC236}">
                <a16:creationId xmlns:a16="http://schemas.microsoft.com/office/drawing/2014/main" id="{A7933FE5-CDF4-470D-DA97-5771101E98E1}"/>
              </a:ext>
            </a:extLst>
          </p:cNvPr>
          <p:cNvSpPr/>
          <p:nvPr/>
        </p:nvSpPr>
        <p:spPr>
          <a:xfrm>
            <a:off x="5421264" y="6075705"/>
            <a:ext cx="6254797" cy="482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a:solidFill>
                  <a:schemeClr val="tx1"/>
                </a:solidFill>
              </a:rPr>
              <a:t>FCC Task for Global Level would be handled by GBS Warsaw (T-Code OB52 (FI) &amp; OKP1 (CO))</a:t>
            </a:r>
          </a:p>
          <a:p>
            <a:pPr marL="171450" indent="-171450">
              <a:buFont typeface="Arial" panose="020B0604020202020204" pitchFamily="34" charset="0"/>
              <a:buChar char="•"/>
            </a:pPr>
            <a:r>
              <a:rPr lang="en-US" sz="1000" dirty="0">
                <a:solidFill>
                  <a:schemeClr val="tx1"/>
                </a:solidFill>
              </a:rPr>
              <a:t>FCC Task for Entity Level would be handled by GBS/JTBC Team respectively (MMPV)</a:t>
            </a:r>
          </a:p>
        </p:txBody>
      </p:sp>
    </p:spTree>
    <p:extLst>
      <p:ext uri="{BB962C8B-B14F-4D97-AF65-F5344CB8AC3E}">
        <p14:creationId xmlns:p14="http://schemas.microsoft.com/office/powerpoint/2010/main" val="1451686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MM</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 name="Picture 1">
            <a:extLst>
              <a:ext uri="{FF2B5EF4-FFF2-40B4-BE49-F238E27FC236}">
                <a16:creationId xmlns:a16="http://schemas.microsoft.com/office/drawing/2014/main" id="{3E33B8CB-24E1-48A8-BC0D-3F5528DF4FEC}"/>
              </a:ext>
            </a:extLst>
          </p:cNvPr>
          <p:cNvPicPr>
            <a:picLocks noChangeAspect="1"/>
          </p:cNvPicPr>
          <p:nvPr/>
        </p:nvPicPr>
        <p:blipFill>
          <a:blip r:embed="rId2"/>
          <a:stretch>
            <a:fillRect/>
          </a:stretch>
        </p:blipFill>
        <p:spPr>
          <a:xfrm>
            <a:off x="498696" y="1428832"/>
            <a:ext cx="7242640" cy="217029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42968C18-D088-4499-95B8-ABE62E39EDF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084383" y="1428832"/>
            <a:ext cx="2900795" cy="4610442"/>
          </a:xfrm>
          <a:prstGeom prst="rect">
            <a:avLst/>
          </a:prstGeom>
          <a:effectLst>
            <a:outerShdw blurRad="50800" dist="38100" dir="5400000" algn="t" rotWithShape="0">
              <a:prstClr val="black">
                <a:alpha val="40000"/>
              </a:prstClr>
            </a:outerShdw>
          </a:effectLst>
        </p:spPr>
      </p:pic>
      <p:pic>
        <p:nvPicPr>
          <p:cNvPr id="31" name="Graphic 30" descr="Person with idea">
            <a:extLst>
              <a:ext uri="{FF2B5EF4-FFF2-40B4-BE49-F238E27FC236}">
                <a16:creationId xmlns:a16="http://schemas.microsoft.com/office/drawing/2014/main" id="{F2442907-CB7A-4131-ABB4-097F596A81A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54295" y="4190086"/>
            <a:ext cx="810667" cy="810667"/>
          </a:xfrm>
          <a:prstGeom prst="rect">
            <a:avLst/>
          </a:prstGeom>
          <a:effectLst>
            <a:outerShdw blurRad="50800" dist="38100" dir="5400000" algn="t" rotWithShape="0">
              <a:prstClr val="black">
                <a:alpha val="40000"/>
              </a:prstClr>
            </a:outerShdw>
          </a:effectLst>
        </p:spPr>
      </p:pic>
      <p:sp>
        <p:nvSpPr>
          <p:cNvPr id="41" name="TextBox 40">
            <a:extLst>
              <a:ext uri="{FF2B5EF4-FFF2-40B4-BE49-F238E27FC236}">
                <a16:creationId xmlns:a16="http://schemas.microsoft.com/office/drawing/2014/main" id="{6E9DC931-6E0B-47E2-9AC2-F648C875E80C}"/>
              </a:ext>
            </a:extLst>
          </p:cNvPr>
          <p:cNvSpPr txBox="1"/>
          <p:nvPr/>
        </p:nvSpPr>
        <p:spPr>
          <a:xfrm>
            <a:off x="4908699" y="4735985"/>
            <a:ext cx="3142924" cy="1926661"/>
          </a:xfrm>
          <a:prstGeom prst="rect">
            <a:avLst/>
          </a:prstGeom>
          <a:noFill/>
        </p:spPr>
        <p:txBody>
          <a:bodyPr wrap="square" lIns="0" tIns="0" rIns="0" bIns="0" rtlCol="0">
            <a:noAutofit/>
          </a:bodyPr>
          <a:lstStyle/>
          <a:p>
            <a:pPr marL="144000" indent="-144000">
              <a:spcBef>
                <a:spcPts val="600"/>
              </a:spcBef>
              <a:buFont typeface="Arial" panose="020B0604020202020204" pitchFamily="34" charset="0"/>
              <a:buChar char="•"/>
            </a:pPr>
            <a:r>
              <a:rPr lang="en-GB" sz="1200" i="1">
                <a:latin typeface="Georgia" panose="02040502050405020303" pitchFamily="18" charset="0"/>
              </a:rPr>
              <a:t>In ECC, MM Period Opening was not done via FCC but this has since been added to FCC in S/4HANA.</a:t>
            </a:r>
          </a:p>
          <a:p>
            <a:pPr marL="144000" indent="-144000">
              <a:spcBef>
                <a:spcPts val="600"/>
              </a:spcBef>
              <a:buFont typeface="Arial" panose="020B0604020202020204" pitchFamily="34" charset="0"/>
              <a:buChar char="•"/>
            </a:pPr>
            <a:r>
              <a:rPr lang="en-GB" sz="1200" i="1">
                <a:latin typeface="Georgia" panose="02040502050405020303" pitchFamily="18" charset="0"/>
              </a:rPr>
              <a:t>Review and updated the Company Code, Period/Fiscal Year fields before executing the transaction outside of FCC.</a:t>
            </a:r>
          </a:p>
          <a:p>
            <a:pPr marL="144000" indent="-144000">
              <a:spcBef>
                <a:spcPts val="600"/>
              </a:spcBef>
              <a:buFont typeface="Arial" panose="020B0604020202020204" pitchFamily="34" charset="0"/>
              <a:buChar char="•"/>
            </a:pPr>
            <a:r>
              <a:rPr lang="en-GB" sz="1200" i="1">
                <a:latin typeface="Georgia" panose="02040502050405020303" pitchFamily="18" charset="0"/>
              </a:rPr>
              <a:t>If you wish you may validate that the period has been changed via T-Code MMRV. </a:t>
            </a:r>
          </a:p>
        </p:txBody>
      </p:sp>
      <p:sp>
        <p:nvSpPr>
          <p:cNvPr id="42" name="Rectangle: Rounded Corners 41">
            <a:extLst>
              <a:ext uri="{FF2B5EF4-FFF2-40B4-BE49-F238E27FC236}">
                <a16:creationId xmlns:a16="http://schemas.microsoft.com/office/drawing/2014/main" id="{1367F157-1CBD-4DBA-91EC-969241C79256}"/>
              </a:ext>
            </a:extLst>
          </p:cNvPr>
          <p:cNvSpPr/>
          <p:nvPr/>
        </p:nvSpPr>
        <p:spPr>
          <a:xfrm>
            <a:off x="5512777" y="1363232"/>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FCLOCO - FCC Task List Display</a:t>
            </a:r>
          </a:p>
        </p:txBody>
      </p:sp>
      <p:sp>
        <p:nvSpPr>
          <p:cNvPr id="43" name="Rectangle: Rounded Corners 42">
            <a:extLst>
              <a:ext uri="{FF2B5EF4-FFF2-40B4-BE49-F238E27FC236}">
                <a16:creationId xmlns:a16="http://schemas.microsoft.com/office/drawing/2014/main" id="{E6CD1485-480A-48D8-8748-438B56F7BF96}"/>
              </a:ext>
            </a:extLst>
          </p:cNvPr>
          <p:cNvSpPr/>
          <p:nvPr/>
        </p:nvSpPr>
        <p:spPr>
          <a:xfrm>
            <a:off x="8951399" y="1360102"/>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MMPV – Change MM Period</a:t>
            </a:r>
          </a:p>
        </p:txBody>
      </p:sp>
      <p:grpSp>
        <p:nvGrpSpPr>
          <p:cNvPr id="12" name="Group 11">
            <a:extLst>
              <a:ext uri="{FF2B5EF4-FFF2-40B4-BE49-F238E27FC236}">
                <a16:creationId xmlns:a16="http://schemas.microsoft.com/office/drawing/2014/main" id="{6E2CF16C-A915-4CBB-97CE-7ADD85F2B8AF}"/>
              </a:ext>
            </a:extLst>
          </p:cNvPr>
          <p:cNvGrpSpPr/>
          <p:nvPr/>
        </p:nvGrpSpPr>
        <p:grpSpPr>
          <a:xfrm>
            <a:off x="1880199" y="3833363"/>
            <a:ext cx="2505280" cy="2808598"/>
            <a:chOff x="4997862" y="3895810"/>
            <a:chExt cx="2505280" cy="2808598"/>
          </a:xfrm>
        </p:grpSpPr>
        <p:pic>
          <p:nvPicPr>
            <p:cNvPr id="7" name="Picture 6">
              <a:extLst>
                <a:ext uri="{FF2B5EF4-FFF2-40B4-BE49-F238E27FC236}">
                  <a16:creationId xmlns:a16="http://schemas.microsoft.com/office/drawing/2014/main" id="{03981A4A-B42E-4741-ACE1-370FA3ED685C}"/>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4997862" y="3960045"/>
              <a:ext cx="2487696" cy="2744363"/>
            </a:xfrm>
            <a:prstGeom prst="rect">
              <a:avLst/>
            </a:prstGeom>
            <a:effectLst>
              <a:outerShdw blurRad="50800" dist="38100" dir="2700000" algn="tl" rotWithShape="0">
                <a:prstClr val="black">
                  <a:alpha val="40000"/>
                </a:prstClr>
              </a:outerShdw>
            </a:effectLst>
          </p:spPr>
        </p:pic>
        <p:sp>
          <p:nvSpPr>
            <p:cNvPr id="44" name="Rectangle: Rounded Corners 43">
              <a:extLst>
                <a:ext uri="{FF2B5EF4-FFF2-40B4-BE49-F238E27FC236}">
                  <a16:creationId xmlns:a16="http://schemas.microsoft.com/office/drawing/2014/main" id="{9C7A4575-863F-4B8E-8080-06DB46AE8451}"/>
                </a:ext>
              </a:extLst>
            </p:cNvPr>
            <p:cNvSpPr/>
            <p:nvPr/>
          </p:nvSpPr>
          <p:spPr>
            <a:xfrm>
              <a:off x="5152292" y="3895810"/>
              <a:ext cx="2350850"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MMRV – Check/Display  MM Period</a:t>
              </a:r>
            </a:p>
          </p:txBody>
        </p:sp>
      </p:grpSp>
      <p:sp>
        <p:nvSpPr>
          <p:cNvPr id="9" name="Rectangle: Rounded Corners 8">
            <a:extLst>
              <a:ext uri="{FF2B5EF4-FFF2-40B4-BE49-F238E27FC236}">
                <a16:creationId xmlns:a16="http://schemas.microsoft.com/office/drawing/2014/main" id="{FCF31BF0-2E37-4FA0-A2B5-C8A6154D6E95}"/>
              </a:ext>
            </a:extLst>
          </p:cNvPr>
          <p:cNvSpPr/>
          <p:nvPr/>
        </p:nvSpPr>
        <p:spPr>
          <a:xfrm>
            <a:off x="7156938" y="2886194"/>
            <a:ext cx="578583" cy="217491"/>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Striped Right 10">
            <a:extLst>
              <a:ext uri="{FF2B5EF4-FFF2-40B4-BE49-F238E27FC236}">
                <a16:creationId xmlns:a16="http://schemas.microsoft.com/office/drawing/2014/main" id="{726634B0-13C5-43B1-87CD-529850ABA4DD}"/>
              </a:ext>
            </a:extLst>
          </p:cNvPr>
          <p:cNvSpPr/>
          <p:nvPr/>
        </p:nvSpPr>
        <p:spPr>
          <a:xfrm>
            <a:off x="7816362" y="2886194"/>
            <a:ext cx="1055076" cy="217491"/>
          </a:xfrm>
          <a:prstGeom prst="stripedRightArrow">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latin typeface="Arial" panose="020B0604020202020204"/>
            </a:endParaRPr>
          </a:p>
        </p:txBody>
      </p:sp>
      <p:sp>
        <p:nvSpPr>
          <p:cNvPr id="6" name="Speech Bubble: Rectangle 5">
            <a:extLst>
              <a:ext uri="{FF2B5EF4-FFF2-40B4-BE49-F238E27FC236}">
                <a16:creationId xmlns:a16="http://schemas.microsoft.com/office/drawing/2014/main" id="{CB4BB9F4-E3EF-4A47-8A90-5141260CA261}"/>
              </a:ext>
            </a:extLst>
          </p:cNvPr>
          <p:cNvSpPr/>
          <p:nvPr/>
        </p:nvSpPr>
        <p:spPr>
          <a:xfrm>
            <a:off x="10311801" y="3067721"/>
            <a:ext cx="1733608" cy="1292523"/>
          </a:xfrm>
          <a:prstGeom prst="wedgeRectCallout">
            <a:avLst>
              <a:gd name="adj1" fmla="val -42942"/>
              <a:gd name="adj2" fmla="val -68539"/>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pPr>
            <a:r>
              <a:rPr lang="en-US" sz="1200" i="1">
                <a:solidFill>
                  <a:srgbClr val="000000"/>
                </a:solidFill>
                <a:latin typeface="Georgia" panose="02040502050405020303" pitchFamily="18" charset="0"/>
              </a:rPr>
              <a:t>Remember this is a “global variant” therefore Company Code must be reviewed / amended when used for execution outside of FCC!</a:t>
            </a:r>
          </a:p>
        </p:txBody>
      </p:sp>
      <p:sp>
        <p:nvSpPr>
          <p:cNvPr id="13" name="Rectangle: Rounded Corners 12">
            <a:extLst>
              <a:ext uri="{FF2B5EF4-FFF2-40B4-BE49-F238E27FC236}">
                <a16:creationId xmlns:a16="http://schemas.microsoft.com/office/drawing/2014/main" id="{52B13834-7EC6-4350-B145-64C79D99B6DC}"/>
              </a:ext>
            </a:extLst>
          </p:cNvPr>
          <p:cNvSpPr/>
          <p:nvPr/>
        </p:nvSpPr>
        <p:spPr>
          <a:xfrm>
            <a:off x="9075174" y="2576052"/>
            <a:ext cx="1479768" cy="412954"/>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565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11E1E9F-F1C4-46DE-870E-98E23C5A0CB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606159" y="1557553"/>
            <a:ext cx="2368100" cy="1042446"/>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5C51E423-BD62-4B58-A981-C908FFA2031B}"/>
              </a:ext>
            </a:extLst>
          </p:cNvPr>
          <p:cNvPicPr>
            <a:picLocks noChangeAspect="1"/>
          </p:cNvPicPr>
          <p:nvPr/>
        </p:nvPicPr>
        <p:blipFill>
          <a:blip r:embed="rId4"/>
          <a:stretch>
            <a:fillRect/>
          </a:stretch>
        </p:blipFill>
        <p:spPr>
          <a:xfrm>
            <a:off x="537105" y="1463966"/>
            <a:ext cx="7869548" cy="4610442"/>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FI (1/2)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1" name="Graphic 30" descr="Person with idea">
            <a:extLst>
              <a:ext uri="{FF2B5EF4-FFF2-40B4-BE49-F238E27FC236}">
                <a16:creationId xmlns:a16="http://schemas.microsoft.com/office/drawing/2014/main" id="{F2442907-CB7A-4131-ABB4-097F596A81A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74999" y="3860619"/>
            <a:ext cx="810667" cy="810667"/>
          </a:xfrm>
          <a:prstGeom prst="rect">
            <a:avLst/>
          </a:prstGeom>
          <a:effectLst>
            <a:outerShdw blurRad="50800" dist="38100" dir="5400000" algn="t" rotWithShape="0">
              <a:prstClr val="black">
                <a:alpha val="40000"/>
              </a:prstClr>
            </a:outerShdw>
          </a:effectLst>
        </p:spPr>
      </p:pic>
      <p:sp>
        <p:nvSpPr>
          <p:cNvPr id="41" name="TextBox 40">
            <a:extLst>
              <a:ext uri="{FF2B5EF4-FFF2-40B4-BE49-F238E27FC236}">
                <a16:creationId xmlns:a16="http://schemas.microsoft.com/office/drawing/2014/main" id="{6E9DC931-6E0B-47E2-9AC2-F648C875E80C}"/>
              </a:ext>
            </a:extLst>
          </p:cNvPr>
          <p:cNvSpPr txBox="1"/>
          <p:nvPr/>
        </p:nvSpPr>
        <p:spPr>
          <a:xfrm>
            <a:off x="8537511" y="4646024"/>
            <a:ext cx="3484444" cy="2140021"/>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New FI Period is open for all accounts on WD-3.</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150" i="1" dirty="0">
                <a:solidFill>
                  <a:srgbClr val="000000"/>
                </a:solidFill>
                <a:latin typeface="Georgia" panose="02040502050405020303" pitchFamily="18" charset="0"/>
              </a:rPr>
              <a:t>FI Period c</a:t>
            </a: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losing is done on different closing days for different sets of accounts (e.g. Asset Accounts, GR/IR accounts, Customer/Vendor Reconciliation accounts, etc.) as per the Global Closing Schedule.</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Parallel Ledger environment, different Posting Period Variants are created for each ledger (e.g. 1000 for IFRS Ledger </a:t>
            </a:r>
            <a:r>
              <a:rPr kumimoji="0" lang="en-GB" sz="1150" b="0" i="1" u="none" strike="noStrike" kern="1200" cap="none" spc="0" normalizeH="0" baseline="0" noProof="0" dirty="0">
                <a:ln>
                  <a:noFill/>
                </a:ln>
                <a:solidFill>
                  <a:srgbClr val="000000"/>
                </a:solidFill>
                <a:effectLst/>
                <a:uLnTx/>
                <a:uFillTx/>
                <a:latin typeface="+mj-lt"/>
                <a:ea typeface="+mn-ea"/>
                <a:cs typeface="+mn-cs"/>
              </a:rPr>
              <a:t>0L</a:t>
            </a: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5000 for Tax Extension Ledger </a:t>
            </a:r>
            <a:r>
              <a:rPr kumimoji="0" lang="en-GB" sz="1150" b="0" i="1" u="none" strike="noStrike" kern="1200" cap="none" spc="0" normalizeH="0" baseline="0" noProof="0" dirty="0">
                <a:ln>
                  <a:noFill/>
                </a:ln>
                <a:solidFill>
                  <a:srgbClr val="000000"/>
                </a:solidFill>
                <a:effectLst/>
                <a:uLnTx/>
                <a:uFillTx/>
                <a:latin typeface="+mj-lt"/>
                <a:ea typeface="+mn-ea"/>
                <a:cs typeface="+mn-cs"/>
              </a:rPr>
              <a:t>T1, </a:t>
            </a: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rPr>
              <a:t>etc.</a:t>
            </a: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There are also JT specific posting period variants which are controlled by JTBC.</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42" name="Rectangle: Rounded Corners 41">
            <a:extLst>
              <a:ext uri="{FF2B5EF4-FFF2-40B4-BE49-F238E27FC236}">
                <a16:creationId xmlns:a16="http://schemas.microsoft.com/office/drawing/2014/main" id="{1367F157-1CBD-4DBA-91EC-969241C79256}"/>
              </a:ext>
            </a:extLst>
          </p:cNvPr>
          <p:cNvSpPr/>
          <p:nvPr/>
        </p:nvSpPr>
        <p:spPr>
          <a:xfrm>
            <a:off x="6166325" y="1363872"/>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 FCC Task List Display</a:t>
            </a:r>
          </a:p>
        </p:txBody>
      </p:sp>
      <p:sp>
        <p:nvSpPr>
          <p:cNvPr id="21" name="Rectangle: Rounded Corners 20">
            <a:extLst>
              <a:ext uri="{FF2B5EF4-FFF2-40B4-BE49-F238E27FC236}">
                <a16:creationId xmlns:a16="http://schemas.microsoft.com/office/drawing/2014/main" id="{B9E6F461-86EC-4C29-BA0C-7C4CE66C4278}"/>
              </a:ext>
            </a:extLst>
          </p:cNvPr>
          <p:cNvSpPr/>
          <p:nvPr/>
        </p:nvSpPr>
        <p:spPr>
          <a:xfrm>
            <a:off x="3819256" y="2449596"/>
            <a:ext cx="268650" cy="195973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3" name="Rectangle: Rounded Corners 42">
            <a:extLst>
              <a:ext uri="{FF2B5EF4-FFF2-40B4-BE49-F238E27FC236}">
                <a16:creationId xmlns:a16="http://schemas.microsoft.com/office/drawing/2014/main" id="{E6CD1485-480A-48D8-8748-438B56F7BF96}"/>
              </a:ext>
            </a:extLst>
          </p:cNvPr>
          <p:cNvSpPr/>
          <p:nvPr/>
        </p:nvSpPr>
        <p:spPr>
          <a:xfrm>
            <a:off x="8751861" y="1358462"/>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OB52 – Change FI Posting Period</a:t>
            </a:r>
          </a:p>
        </p:txBody>
      </p:sp>
      <p:sp>
        <p:nvSpPr>
          <p:cNvPr id="13" name="Rectangle 12">
            <a:extLst>
              <a:ext uri="{FF2B5EF4-FFF2-40B4-BE49-F238E27FC236}">
                <a16:creationId xmlns:a16="http://schemas.microsoft.com/office/drawing/2014/main" id="{FE0FE652-B818-4F87-BB62-02D5B09F6054}"/>
              </a:ext>
            </a:extLst>
          </p:cNvPr>
          <p:cNvSpPr/>
          <p:nvPr/>
        </p:nvSpPr>
        <p:spPr>
          <a:xfrm>
            <a:off x="9647275" y="1879215"/>
            <a:ext cx="385482" cy="218834"/>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798BB6C-9810-4892-81D0-94F66EFD38DF}"/>
              </a:ext>
            </a:extLst>
          </p:cNvPr>
          <p:cNvSpPr/>
          <p:nvPr/>
        </p:nvSpPr>
        <p:spPr>
          <a:xfrm>
            <a:off x="1063870" y="2795954"/>
            <a:ext cx="2277208" cy="1890346"/>
          </a:xfrm>
          <a:prstGeom prst="roundRect">
            <a:avLst>
              <a:gd name="adj" fmla="val 8143"/>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EB977CA7-5814-AEF5-1E6D-58FB66CB53B4}"/>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10311629" y="2261122"/>
            <a:ext cx="1781030" cy="2310469"/>
          </a:xfrm>
          <a:prstGeom prst="rect">
            <a:avLst/>
          </a:prstGeom>
          <a:effectLst>
            <a:outerShdw blurRad="50800" dist="38100" dir="2700000" algn="tl" rotWithShape="0">
              <a:prstClr val="black">
                <a:alpha val="40000"/>
              </a:prstClr>
            </a:outerShdw>
          </a:effectLst>
        </p:spPr>
      </p:pic>
      <p:sp>
        <p:nvSpPr>
          <p:cNvPr id="18" name="Rectangle: Rounded Corners 17">
            <a:extLst>
              <a:ext uri="{FF2B5EF4-FFF2-40B4-BE49-F238E27FC236}">
                <a16:creationId xmlns:a16="http://schemas.microsoft.com/office/drawing/2014/main" id="{577C745D-4619-4709-A2BD-2EAA4D390250}"/>
              </a:ext>
            </a:extLst>
          </p:cNvPr>
          <p:cNvSpPr/>
          <p:nvPr/>
        </p:nvSpPr>
        <p:spPr>
          <a:xfrm>
            <a:off x="10311629" y="2989120"/>
            <a:ext cx="1270078" cy="155133"/>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1D37CA0F-D1A7-4C7C-B5C4-287509065510}"/>
              </a:ext>
            </a:extLst>
          </p:cNvPr>
          <p:cNvSpPr/>
          <p:nvPr/>
        </p:nvSpPr>
        <p:spPr>
          <a:xfrm>
            <a:off x="10304066" y="3385405"/>
            <a:ext cx="1277641" cy="23657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1D781CBD-BDCD-479E-895B-A939F3B174BA}"/>
              </a:ext>
            </a:extLst>
          </p:cNvPr>
          <p:cNvSpPr/>
          <p:nvPr/>
        </p:nvSpPr>
        <p:spPr>
          <a:xfrm>
            <a:off x="10311629" y="3637924"/>
            <a:ext cx="1277641" cy="206405"/>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Arrow: Striped Right 10">
            <a:extLst>
              <a:ext uri="{FF2B5EF4-FFF2-40B4-BE49-F238E27FC236}">
                <a16:creationId xmlns:a16="http://schemas.microsoft.com/office/drawing/2014/main" id="{726634B0-13C5-43B1-87CD-529850ABA4DD}"/>
              </a:ext>
            </a:extLst>
          </p:cNvPr>
          <p:cNvSpPr/>
          <p:nvPr/>
        </p:nvSpPr>
        <p:spPr>
          <a:xfrm rot="3424680">
            <a:off x="9997023" y="2086177"/>
            <a:ext cx="381620" cy="217491"/>
          </a:xfrm>
          <a:prstGeom prst="stripedRightArrow">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32282314-5997-C195-9CF3-E32DFD62B851}"/>
              </a:ext>
            </a:extLst>
          </p:cNvPr>
          <p:cNvSpPr/>
          <p:nvPr/>
        </p:nvSpPr>
        <p:spPr>
          <a:xfrm>
            <a:off x="10304066" y="3844328"/>
            <a:ext cx="1277641" cy="40716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32808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3DE8EB-F131-4C4D-857F-B935916EAA93}"/>
              </a:ext>
            </a:extLst>
          </p:cNvPr>
          <p:cNvPicPr>
            <a:picLocks noChangeAspect="1"/>
          </p:cNvPicPr>
          <p:nvPr/>
        </p:nvPicPr>
        <p:blipFill>
          <a:blip r:embed="rId2"/>
          <a:stretch>
            <a:fillRect/>
          </a:stretch>
        </p:blipFill>
        <p:spPr>
          <a:xfrm>
            <a:off x="293972" y="1444714"/>
            <a:ext cx="5007809" cy="2992816"/>
          </a:xfrm>
          <a:prstGeom prst="rect">
            <a:avLst/>
          </a:prstGeom>
          <a:effectLst>
            <a:outerShdw blurRad="50800" dist="38100" dir="2700000" algn="tl" rotWithShape="0">
              <a:prstClr val="black">
                <a:alpha val="40000"/>
              </a:prstClr>
            </a:outerShdw>
          </a:effectLst>
        </p:spPr>
      </p:pic>
      <p:grpSp>
        <p:nvGrpSpPr>
          <p:cNvPr id="6" name="Group 5">
            <a:extLst>
              <a:ext uri="{FF2B5EF4-FFF2-40B4-BE49-F238E27FC236}">
                <a16:creationId xmlns:a16="http://schemas.microsoft.com/office/drawing/2014/main" id="{60F3192C-6EAF-4A7D-BACB-DC85300A3F28}"/>
              </a:ext>
            </a:extLst>
          </p:cNvPr>
          <p:cNvGrpSpPr/>
          <p:nvPr/>
        </p:nvGrpSpPr>
        <p:grpSpPr>
          <a:xfrm>
            <a:off x="5031942" y="2780949"/>
            <a:ext cx="6967827" cy="3760621"/>
            <a:chOff x="4310973" y="2930413"/>
            <a:chExt cx="6967827" cy="3760621"/>
          </a:xfrm>
        </p:grpSpPr>
        <p:pic>
          <p:nvPicPr>
            <p:cNvPr id="2" name="Picture 1">
              <a:extLst>
                <a:ext uri="{FF2B5EF4-FFF2-40B4-BE49-F238E27FC236}">
                  <a16:creationId xmlns:a16="http://schemas.microsoft.com/office/drawing/2014/main" id="{13B2568E-8A7C-4EDC-BDE3-1EA564BAFD4A}"/>
                </a:ext>
              </a:extLst>
            </p:cNvPr>
            <p:cNvPicPr>
              <a:picLocks noChangeAspect="1"/>
            </p:cNvPicPr>
            <p:nvPr/>
          </p:nvPicPr>
          <p:blipFill>
            <a:blip r:embed="rId3"/>
            <a:stretch>
              <a:fillRect/>
            </a:stretch>
          </p:blipFill>
          <p:spPr>
            <a:xfrm>
              <a:off x="4310973" y="2930413"/>
              <a:ext cx="6967827" cy="3760621"/>
            </a:xfrm>
            <a:prstGeom prst="rect">
              <a:avLst/>
            </a:prstGeom>
            <a:effectLst>
              <a:outerShdw blurRad="50800" dist="38100" dir="2700000" algn="tl" rotWithShape="0">
                <a:prstClr val="black">
                  <a:alpha val="40000"/>
                </a:prstClr>
              </a:outerShdw>
            </a:effectLst>
          </p:spPr>
        </p:pic>
        <p:sp>
          <p:nvSpPr>
            <p:cNvPr id="23" name="Rectangle: Rounded Corners 22">
              <a:extLst>
                <a:ext uri="{FF2B5EF4-FFF2-40B4-BE49-F238E27FC236}">
                  <a16:creationId xmlns:a16="http://schemas.microsoft.com/office/drawing/2014/main" id="{8CF92AA4-9CFB-40AC-B714-F2CBEF2E0073}"/>
                </a:ext>
              </a:extLst>
            </p:cNvPr>
            <p:cNvSpPr/>
            <p:nvPr/>
          </p:nvSpPr>
          <p:spPr>
            <a:xfrm>
              <a:off x="4441971" y="4102627"/>
              <a:ext cx="193404" cy="256208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FC5D6F8C-E384-4BF8-87AB-A1B0771EE600}"/>
                </a:ext>
              </a:extLst>
            </p:cNvPr>
            <p:cNvSpPr/>
            <p:nvPr/>
          </p:nvSpPr>
          <p:spPr>
            <a:xfrm>
              <a:off x="5779311" y="4102627"/>
              <a:ext cx="1712874" cy="2575604"/>
            </a:xfrm>
            <a:prstGeom prst="roundRect">
              <a:avLst>
                <a:gd name="adj" fmla="val 4106"/>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2AEF3C12-C22A-461A-85DD-5579E298C376}"/>
                </a:ext>
              </a:extLst>
            </p:cNvPr>
            <p:cNvSpPr/>
            <p:nvPr/>
          </p:nvSpPr>
          <p:spPr>
            <a:xfrm>
              <a:off x="8317503" y="2941122"/>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OB52 – Change FI Posting Period</a:t>
              </a:r>
            </a:p>
          </p:txBody>
        </p:sp>
      </p:grpSp>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FI (2/2)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D648D7E3-E3D3-4EBB-97D1-58332CE77E5D}"/>
              </a:ext>
            </a:extLst>
          </p:cNvPr>
          <p:cNvSpPr/>
          <p:nvPr/>
        </p:nvSpPr>
        <p:spPr>
          <a:xfrm>
            <a:off x="1451766" y="2420936"/>
            <a:ext cx="1044560" cy="13400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B0767983-0A29-4589-A9F3-B47A59B68BB1}"/>
              </a:ext>
            </a:extLst>
          </p:cNvPr>
          <p:cNvSpPr/>
          <p:nvPr/>
        </p:nvSpPr>
        <p:spPr>
          <a:xfrm>
            <a:off x="926887" y="3083858"/>
            <a:ext cx="1712874" cy="986118"/>
          </a:xfrm>
          <a:prstGeom prst="roundRect">
            <a:avLst>
              <a:gd name="adj" fmla="val 939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CD9AA84F-2CAA-4346-B524-9F4202661B5A}"/>
              </a:ext>
            </a:extLst>
          </p:cNvPr>
          <p:cNvSpPr/>
          <p:nvPr/>
        </p:nvSpPr>
        <p:spPr>
          <a:xfrm>
            <a:off x="1451766" y="1365586"/>
            <a:ext cx="3867599"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Program for changing FI Posting Period executed by FCC</a:t>
            </a:r>
          </a:p>
        </p:txBody>
      </p:sp>
      <p:pic>
        <p:nvPicPr>
          <p:cNvPr id="12" name="Graphic 11" descr="Person with idea">
            <a:extLst>
              <a:ext uri="{FF2B5EF4-FFF2-40B4-BE49-F238E27FC236}">
                <a16:creationId xmlns:a16="http://schemas.microsoft.com/office/drawing/2014/main" id="{D6A9566E-2C3E-4ADE-A8C6-2369E09292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01438" y="1202732"/>
            <a:ext cx="661199" cy="661199"/>
          </a:xfrm>
          <a:prstGeom prst="rect">
            <a:avLst/>
          </a:prstGeom>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DD3765D6-F83D-4A6B-B599-44779B1729EE}"/>
              </a:ext>
            </a:extLst>
          </p:cNvPr>
          <p:cNvSpPr txBox="1"/>
          <p:nvPr/>
        </p:nvSpPr>
        <p:spPr>
          <a:xfrm>
            <a:off x="5697415" y="1495616"/>
            <a:ext cx="6200613" cy="1408421"/>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program executed by FCC has a different view as compared to the end user T-Code OB52, however when either of these are used, we need to maintain the posting period intervals by specifying the </a:t>
            </a: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Account Type</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(and account ranges in some cases).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i="1">
                <a:solidFill>
                  <a:srgbClr val="000000"/>
                </a:solidFill>
                <a:latin typeface="Georgia" panose="02040502050405020303" pitchFamily="18" charset="0"/>
              </a:rPr>
              <a:t>In S/4 HANA, 3 period intervals can be maintained for each Posting Period Variant. (Note the examples shown are from training environment. In production environment we normally only keep the current period open, plus the previous period during closing.</a:t>
            </a:r>
            <a:endPar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4" name="TextBox 13">
            <a:extLst>
              <a:ext uri="{FF2B5EF4-FFF2-40B4-BE49-F238E27FC236}">
                <a16:creationId xmlns:a16="http://schemas.microsoft.com/office/drawing/2014/main" id="{A47D2C70-004E-4067-979E-08BA6A29DCD6}"/>
              </a:ext>
            </a:extLst>
          </p:cNvPr>
          <p:cNvSpPr txBox="1"/>
          <p:nvPr/>
        </p:nvSpPr>
        <p:spPr>
          <a:xfrm>
            <a:off x="300549" y="4519925"/>
            <a:ext cx="4704695" cy="1786722"/>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You can make use of the 3 intervals to maintain different allowed posting periods. This is particularly useful if we are already in a new fiscal year but still allow some postings in P12 or special posting periods </a:t>
            </a:r>
            <a:r>
              <a:rPr lang="en-GB" sz="1200" i="1">
                <a:solidFill>
                  <a:srgbClr val="000000"/>
                </a:solidFill>
                <a:latin typeface="Georgia" panose="02040502050405020303" pitchFamily="18" charset="0"/>
              </a:rPr>
              <a:t>of the previous fiscal year. See below example.</a:t>
            </a:r>
            <a:endPar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pic>
        <p:nvPicPr>
          <p:cNvPr id="5" name="Picture 4">
            <a:extLst>
              <a:ext uri="{FF2B5EF4-FFF2-40B4-BE49-F238E27FC236}">
                <a16:creationId xmlns:a16="http://schemas.microsoft.com/office/drawing/2014/main" id="{FDAF4EB8-50A5-462E-91CC-473BB8793E5E}"/>
              </a:ext>
            </a:extLst>
          </p:cNvPr>
          <p:cNvPicPr>
            <a:picLocks noChangeAspect="1"/>
          </p:cNvPicPr>
          <p:nvPr/>
        </p:nvPicPr>
        <p:blipFill>
          <a:blip r:embed="rId6"/>
          <a:stretch>
            <a:fillRect/>
          </a:stretch>
        </p:blipFill>
        <p:spPr>
          <a:xfrm>
            <a:off x="300549" y="5439200"/>
            <a:ext cx="4648248" cy="1014353"/>
          </a:xfrm>
          <a:prstGeom prst="rect">
            <a:avLst/>
          </a:prstGeom>
          <a:effectLst>
            <a:outerShdw blurRad="50800" dist="38100" dir="2700000" algn="tl" rotWithShape="0">
              <a:prstClr val="black">
                <a:alpha val="40000"/>
              </a:prstClr>
            </a:outerShdw>
          </a:effectLst>
        </p:spPr>
      </p:pic>
      <p:sp>
        <p:nvSpPr>
          <p:cNvPr id="17" name="Rectangle: Rounded Corners 16">
            <a:extLst>
              <a:ext uri="{FF2B5EF4-FFF2-40B4-BE49-F238E27FC236}">
                <a16:creationId xmlns:a16="http://schemas.microsoft.com/office/drawing/2014/main" id="{1A0C48B8-E9F7-4051-89D8-6A55693D70B5}"/>
              </a:ext>
            </a:extLst>
          </p:cNvPr>
          <p:cNvSpPr/>
          <p:nvPr/>
        </p:nvSpPr>
        <p:spPr>
          <a:xfrm>
            <a:off x="2708469" y="5383668"/>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OB52 – Change FI Posting Period</a:t>
            </a:r>
          </a:p>
        </p:txBody>
      </p:sp>
    </p:spTree>
    <p:extLst>
      <p:ext uri="{BB962C8B-B14F-4D97-AF65-F5344CB8AC3E}">
        <p14:creationId xmlns:p14="http://schemas.microsoft.com/office/powerpoint/2010/main" val="240923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CO (1/2)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4" name="Graphic 13" descr="Person with idea">
            <a:extLst>
              <a:ext uri="{FF2B5EF4-FFF2-40B4-BE49-F238E27FC236}">
                <a16:creationId xmlns:a16="http://schemas.microsoft.com/office/drawing/2014/main" id="{B7BCD481-52CA-45A6-B8B7-64C4DACC54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072" y="1315306"/>
            <a:ext cx="661199" cy="661199"/>
          </a:xfrm>
          <a:prstGeom prst="rect">
            <a:avLst/>
          </a:prstGeom>
          <a:effectLst>
            <a:outerShdw blurRad="50800" dist="38100" dir="5400000" algn="t" rotWithShape="0">
              <a:prstClr val="black">
                <a:alpha val="40000"/>
              </a:prstClr>
            </a:outerShdw>
          </a:effectLst>
        </p:spPr>
      </p:pic>
      <p:sp>
        <p:nvSpPr>
          <p:cNvPr id="15" name="TextBox 14">
            <a:extLst>
              <a:ext uri="{FF2B5EF4-FFF2-40B4-BE49-F238E27FC236}">
                <a16:creationId xmlns:a16="http://schemas.microsoft.com/office/drawing/2014/main" id="{2B508CD0-E0CF-453B-BBB1-9074F566D6BC}"/>
              </a:ext>
            </a:extLst>
          </p:cNvPr>
          <p:cNvSpPr txBox="1"/>
          <p:nvPr/>
        </p:nvSpPr>
        <p:spPr>
          <a:xfrm>
            <a:off x="629610" y="1637912"/>
            <a:ext cx="11046451" cy="1415713"/>
          </a:xfrm>
          <a:prstGeom prst="rect">
            <a:avLst/>
          </a:prstGeom>
          <a:noFill/>
        </p:spPr>
        <p:txBody>
          <a:bodyPr wrap="square" lIns="0" tIns="0" rIns="0" bIns="0" rtlCol="0">
            <a:noAutofit/>
          </a:bodyPr>
          <a:lstStyle/>
          <a:p>
            <a:pPr marL="144000" marR="0" lvl="0" indent="-14400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S/4HANA, the </a:t>
            </a: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Universal Journal</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concept means that transaction data in FI and CO are combined. This requires b</a:t>
            </a:r>
            <a:r>
              <a:rPr lang="en-GB" sz="1200" i="1" err="1">
                <a:solidFill>
                  <a:srgbClr val="000000"/>
                </a:solidFill>
                <a:latin typeface="Georgia" panose="02040502050405020303" pitchFamily="18" charset="0"/>
              </a:rPr>
              <a:t>oth</a:t>
            </a:r>
            <a:r>
              <a:rPr lang="en-GB" sz="1200" i="1">
                <a:solidFill>
                  <a:srgbClr val="000000"/>
                </a:solidFill>
                <a:latin typeface="Georgia" panose="02040502050405020303" pitchFamily="18" charset="0"/>
              </a:rPr>
              <a:t> FI and CO posting periods to be open in order for a financial transaction to be posted.</a:t>
            </a:r>
          </a:p>
          <a:p>
            <a:pPr marL="144000" indent="-14400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The period control in CO is organized by “Business Transaction”, which indicates the source of a posting to the CO module. E.g. whether a posting is related to cost center allocation, to FI posting or a settlement, etc.</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i="1">
                <a:solidFill>
                  <a:srgbClr val="000000"/>
                </a:solidFill>
                <a:latin typeface="Georgia" panose="02040502050405020303" pitchFamily="18" charset="0"/>
              </a:rPr>
              <a:t>There are also different CO period controls for Actual and Plan. For Period End closing purpose, we only refer to </a:t>
            </a:r>
            <a:r>
              <a:rPr lang="en-GB" sz="1200" b="1" i="1">
                <a:solidFill>
                  <a:srgbClr val="000000"/>
                </a:solidFill>
                <a:latin typeface="Georgia" panose="02040502050405020303" pitchFamily="18" charset="0"/>
              </a:rPr>
              <a:t>Actual</a:t>
            </a:r>
            <a:r>
              <a:rPr lang="en-GB" sz="1200" i="1">
                <a:solidFill>
                  <a:srgbClr val="000000"/>
                </a:solidFill>
                <a:latin typeface="Georgia" panose="02040502050405020303" pitchFamily="18" charset="0"/>
              </a:rPr>
              <a:t> in CO period control.</a:t>
            </a:r>
            <a:endPar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There is </a:t>
            </a: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one monthly FCC task for CO Period Control</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which </a:t>
            </a: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closes the CO period </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every month, as the CO period is opened for full year prior to the beginning of a new fiscal year. </a:t>
            </a:r>
          </a:p>
        </p:txBody>
      </p:sp>
      <p:grpSp>
        <p:nvGrpSpPr>
          <p:cNvPr id="17" name="Group 16">
            <a:extLst>
              <a:ext uri="{FF2B5EF4-FFF2-40B4-BE49-F238E27FC236}">
                <a16:creationId xmlns:a16="http://schemas.microsoft.com/office/drawing/2014/main" id="{F1BC96EB-B479-40CE-9173-D51EB1EEAEFF}"/>
              </a:ext>
            </a:extLst>
          </p:cNvPr>
          <p:cNvGrpSpPr/>
          <p:nvPr/>
        </p:nvGrpSpPr>
        <p:grpSpPr>
          <a:xfrm>
            <a:off x="325441" y="3100233"/>
            <a:ext cx="7257435" cy="3562526"/>
            <a:chOff x="419781" y="2804359"/>
            <a:chExt cx="7257435" cy="3666781"/>
          </a:xfrm>
        </p:grpSpPr>
        <p:pic>
          <p:nvPicPr>
            <p:cNvPr id="18" name="Picture 17">
              <a:extLst>
                <a:ext uri="{FF2B5EF4-FFF2-40B4-BE49-F238E27FC236}">
                  <a16:creationId xmlns:a16="http://schemas.microsoft.com/office/drawing/2014/main" id="{0741B808-DF63-43AE-9372-A8B51948B73A}"/>
                </a:ext>
              </a:extLst>
            </p:cNvPr>
            <p:cNvPicPr>
              <a:picLocks noChangeAspect="1"/>
            </p:cNvPicPr>
            <p:nvPr/>
          </p:nvPicPr>
          <p:blipFill>
            <a:blip r:embed="rId4"/>
            <a:stretch>
              <a:fillRect/>
            </a:stretch>
          </p:blipFill>
          <p:spPr>
            <a:xfrm>
              <a:off x="419781" y="2804359"/>
              <a:ext cx="7257435" cy="3666781"/>
            </a:xfrm>
            <a:prstGeom prst="rect">
              <a:avLst/>
            </a:prstGeom>
            <a:effectLst>
              <a:outerShdw blurRad="50800" dist="38100" dir="2700000" algn="tl" rotWithShape="0">
                <a:prstClr val="black">
                  <a:alpha val="40000"/>
                </a:prstClr>
              </a:outerShdw>
            </a:effectLst>
          </p:spPr>
        </p:pic>
        <p:sp>
          <p:nvSpPr>
            <p:cNvPr id="19" name="Rectangle: Rounded Corners 18">
              <a:extLst>
                <a:ext uri="{FF2B5EF4-FFF2-40B4-BE49-F238E27FC236}">
                  <a16:creationId xmlns:a16="http://schemas.microsoft.com/office/drawing/2014/main" id="{91A63E0D-AC10-471E-871B-61DF610FF2B3}"/>
                </a:ext>
              </a:extLst>
            </p:cNvPr>
            <p:cNvSpPr/>
            <p:nvPr/>
          </p:nvSpPr>
          <p:spPr>
            <a:xfrm>
              <a:off x="1091280" y="6241064"/>
              <a:ext cx="1924481" cy="194908"/>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A16DFC76-A995-4E58-A1FB-F7024F79F79F}"/>
                </a:ext>
              </a:extLst>
            </p:cNvPr>
            <p:cNvSpPr/>
            <p:nvPr/>
          </p:nvSpPr>
          <p:spPr>
            <a:xfrm>
              <a:off x="3412450" y="3913000"/>
              <a:ext cx="2812504" cy="131463"/>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pic>
        <p:nvPicPr>
          <p:cNvPr id="21" name="Picture 20">
            <a:extLst>
              <a:ext uri="{FF2B5EF4-FFF2-40B4-BE49-F238E27FC236}">
                <a16:creationId xmlns:a16="http://schemas.microsoft.com/office/drawing/2014/main" id="{0784F95E-02C7-40BC-A010-DA8C625C3850}"/>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7972397" y="3117818"/>
            <a:ext cx="2736634" cy="2758320"/>
          </a:xfrm>
          <a:prstGeom prst="rect">
            <a:avLst/>
          </a:prstGeom>
          <a:effectLst>
            <a:outerShdw blurRad="50800" dist="38100" dir="2700000" algn="tl" rotWithShape="0">
              <a:prstClr val="black">
                <a:alpha val="40000"/>
              </a:prstClr>
            </a:outerShdw>
          </a:effectLst>
        </p:spPr>
      </p:pic>
      <p:sp>
        <p:nvSpPr>
          <p:cNvPr id="22" name="Rectangle: Rounded Corners 21">
            <a:extLst>
              <a:ext uri="{FF2B5EF4-FFF2-40B4-BE49-F238E27FC236}">
                <a16:creationId xmlns:a16="http://schemas.microsoft.com/office/drawing/2014/main" id="{CE159F61-FD0F-44F7-B31B-20AB619FD93A}"/>
              </a:ext>
            </a:extLst>
          </p:cNvPr>
          <p:cNvSpPr/>
          <p:nvPr/>
        </p:nvSpPr>
        <p:spPr>
          <a:xfrm>
            <a:off x="6832659" y="5627077"/>
            <a:ext cx="750217" cy="17222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Arrow: Striped Right 22">
            <a:extLst>
              <a:ext uri="{FF2B5EF4-FFF2-40B4-BE49-F238E27FC236}">
                <a16:creationId xmlns:a16="http://schemas.microsoft.com/office/drawing/2014/main" id="{E032FA5A-D034-4195-AAC9-D2F761A7BB78}"/>
              </a:ext>
            </a:extLst>
          </p:cNvPr>
          <p:cNvSpPr/>
          <p:nvPr/>
        </p:nvSpPr>
        <p:spPr>
          <a:xfrm rot="19698567">
            <a:off x="7541873" y="5293991"/>
            <a:ext cx="980458" cy="217491"/>
          </a:xfrm>
          <a:prstGeom prst="stripedRightArrow">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6190F089-A596-428D-BD47-24FDF2646AC9}"/>
              </a:ext>
            </a:extLst>
          </p:cNvPr>
          <p:cNvSpPr/>
          <p:nvPr/>
        </p:nvSpPr>
        <p:spPr>
          <a:xfrm>
            <a:off x="8701125" y="5334328"/>
            <a:ext cx="1712874" cy="152072"/>
          </a:xfrm>
          <a:prstGeom prst="roundRect">
            <a:avLst>
              <a:gd name="adj" fmla="val 939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46DF71E6-5F95-47B1-A14F-6AFB30B09221}"/>
              </a:ext>
            </a:extLst>
          </p:cNvPr>
          <p:cNvSpPr txBox="1"/>
          <p:nvPr/>
        </p:nvSpPr>
        <p:spPr>
          <a:xfrm>
            <a:off x="7658100" y="6003321"/>
            <a:ext cx="4352191" cy="538254"/>
          </a:xfrm>
          <a:prstGeom prst="rect">
            <a:avLst/>
          </a:prstGeom>
          <a:noFill/>
        </p:spPr>
        <p:txBody>
          <a:bodyPr wrap="square" lIns="0" tIns="0" rIns="0" bIns="0" rtlCol="0">
            <a:noAutofit/>
          </a:bodyPr>
          <a:lstStyle/>
          <a:p>
            <a:pPr algn="l"/>
            <a:r>
              <a:rPr lang="en-US" sz="800" i="1" baseline="30000" dirty="0">
                <a:solidFill>
                  <a:srgbClr val="FF0000"/>
                </a:solidFill>
              </a:rPr>
              <a:t>1)</a:t>
            </a:r>
            <a:r>
              <a:rPr lang="en-US" sz="800" i="1" dirty="0"/>
              <a:t> Note that Business Transaction </a:t>
            </a:r>
            <a:r>
              <a:rPr lang="en-US" sz="800" b="1" i="1" dirty="0"/>
              <a:t>COIN</a:t>
            </a:r>
            <a:r>
              <a:rPr lang="en-US" sz="800" i="1" dirty="0"/>
              <a:t> is excluded from the CO period lock. This Business Transaction allows postings to be made from FI to flow to CO. This is excluded from period lock because there are exceptions which allow certain entities to submit MyRequest journal templates for already closed FI periods, in which cases the GBS only needs to temporarily open the required FI period without touching the CO period control.</a:t>
            </a:r>
          </a:p>
        </p:txBody>
      </p:sp>
      <p:sp>
        <p:nvSpPr>
          <p:cNvPr id="25" name="TextBox 24">
            <a:extLst>
              <a:ext uri="{FF2B5EF4-FFF2-40B4-BE49-F238E27FC236}">
                <a16:creationId xmlns:a16="http://schemas.microsoft.com/office/drawing/2014/main" id="{EAFE75F4-433F-47A0-8FE4-19483B894444}"/>
              </a:ext>
            </a:extLst>
          </p:cNvPr>
          <p:cNvSpPr txBox="1"/>
          <p:nvPr/>
        </p:nvSpPr>
        <p:spPr>
          <a:xfrm>
            <a:off x="10418885" y="5308008"/>
            <a:ext cx="295382" cy="152072"/>
          </a:xfrm>
          <a:prstGeom prst="rect">
            <a:avLst/>
          </a:prstGeom>
          <a:noFill/>
        </p:spPr>
        <p:txBody>
          <a:bodyPr wrap="square" lIns="0" tIns="0" rIns="0" bIns="0" rtlCol="0">
            <a:noAutofit/>
          </a:bodyPr>
          <a:lstStyle/>
          <a:p>
            <a:pPr algn="l"/>
            <a:r>
              <a:rPr lang="en-US" sz="1000" i="1" baseline="30000">
                <a:solidFill>
                  <a:srgbClr val="FF0000"/>
                </a:solidFill>
              </a:rPr>
              <a:t>1)</a:t>
            </a:r>
          </a:p>
        </p:txBody>
      </p:sp>
    </p:spTree>
    <p:extLst>
      <p:ext uri="{BB962C8B-B14F-4D97-AF65-F5344CB8AC3E}">
        <p14:creationId xmlns:p14="http://schemas.microsoft.com/office/powerpoint/2010/main" val="340391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4DF0A0-78D4-449C-8907-9EC062466DC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542316" y="2962027"/>
            <a:ext cx="4525689" cy="3681046"/>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Posting Period Control: CO (2/2)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B7AD2D7F-175E-46FE-8A4A-EFA3EA7D4A79}"/>
              </a:ext>
            </a:extLst>
          </p:cNvPr>
          <p:cNvPicPr>
            <a:picLocks noChangeAspect="1"/>
          </p:cNvPicPr>
          <p:nvPr/>
        </p:nvPicPr>
        <p:blipFill>
          <a:blip r:embed="rId4"/>
          <a:stretch>
            <a:fillRect/>
          </a:stretch>
        </p:blipFill>
        <p:spPr>
          <a:xfrm>
            <a:off x="538117" y="1585551"/>
            <a:ext cx="2486820" cy="1563144"/>
          </a:xfrm>
          <a:prstGeom prst="rect">
            <a:avLst/>
          </a:prstGeom>
          <a:effectLst>
            <a:outerShdw blurRad="50800" dist="38100" dir="2700000" algn="tl" rotWithShape="0">
              <a:prstClr val="black">
                <a:alpha val="40000"/>
              </a:prstClr>
            </a:outerShdw>
          </a:effectLst>
        </p:spPr>
      </p:pic>
      <p:sp>
        <p:nvSpPr>
          <p:cNvPr id="17" name="Rectangle: Rounded Corners 16">
            <a:extLst>
              <a:ext uri="{FF2B5EF4-FFF2-40B4-BE49-F238E27FC236}">
                <a16:creationId xmlns:a16="http://schemas.microsoft.com/office/drawing/2014/main" id="{5B26C5FA-3C52-4C98-A180-CBB60CCD40D1}"/>
              </a:ext>
            </a:extLst>
          </p:cNvPr>
          <p:cNvSpPr/>
          <p:nvPr/>
        </p:nvSpPr>
        <p:spPr>
          <a:xfrm>
            <a:off x="784609" y="1368060"/>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OKP1 – Change CO Period Lock</a:t>
            </a:r>
          </a:p>
        </p:txBody>
      </p:sp>
      <p:sp>
        <p:nvSpPr>
          <p:cNvPr id="18" name="Rectangle: Rounded Corners 17">
            <a:extLst>
              <a:ext uri="{FF2B5EF4-FFF2-40B4-BE49-F238E27FC236}">
                <a16:creationId xmlns:a16="http://schemas.microsoft.com/office/drawing/2014/main" id="{C3485A62-DA3B-4E83-9E7B-2E606C0FE9DF}"/>
              </a:ext>
            </a:extLst>
          </p:cNvPr>
          <p:cNvSpPr/>
          <p:nvPr/>
        </p:nvSpPr>
        <p:spPr>
          <a:xfrm>
            <a:off x="1511277" y="2004649"/>
            <a:ext cx="273562" cy="14946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21F1A506-4BD3-4251-98F3-C952408B52F3}"/>
              </a:ext>
            </a:extLst>
          </p:cNvPr>
          <p:cNvPicPr>
            <a:picLocks noChangeAspect="1"/>
          </p:cNvPicPr>
          <p:nvPr/>
        </p:nvPicPr>
        <p:blipFill>
          <a:blip r:embed="rId5"/>
          <a:stretch>
            <a:fillRect/>
          </a:stretch>
        </p:blipFill>
        <p:spPr>
          <a:xfrm>
            <a:off x="2022922" y="2354096"/>
            <a:ext cx="3594608" cy="4293560"/>
          </a:xfrm>
          <a:prstGeom prst="rect">
            <a:avLst/>
          </a:prstGeom>
          <a:effectLst>
            <a:outerShdw blurRad="50800" dist="38100" dir="2700000" algn="tl" rotWithShape="0">
              <a:prstClr val="black">
                <a:alpha val="40000"/>
              </a:prstClr>
            </a:outerShdw>
          </a:effectLst>
        </p:spPr>
      </p:pic>
      <p:sp>
        <p:nvSpPr>
          <p:cNvPr id="19" name="Rectangle: Rounded Corners 18">
            <a:extLst>
              <a:ext uri="{FF2B5EF4-FFF2-40B4-BE49-F238E27FC236}">
                <a16:creationId xmlns:a16="http://schemas.microsoft.com/office/drawing/2014/main" id="{2271B566-C010-4627-9FE4-891AB3B2DDC8}"/>
              </a:ext>
            </a:extLst>
          </p:cNvPr>
          <p:cNvSpPr/>
          <p:nvPr/>
        </p:nvSpPr>
        <p:spPr>
          <a:xfrm>
            <a:off x="3683445" y="2869224"/>
            <a:ext cx="695124" cy="1992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6B340F57-964A-45C0-A765-71A9CF42BBE0}"/>
              </a:ext>
            </a:extLst>
          </p:cNvPr>
          <p:cNvSpPr/>
          <p:nvPr/>
        </p:nvSpPr>
        <p:spPr>
          <a:xfrm>
            <a:off x="2022922" y="6323897"/>
            <a:ext cx="1924824" cy="112071"/>
          </a:xfrm>
          <a:prstGeom prst="roundRect">
            <a:avLst>
              <a:gd name="adj" fmla="val 939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D7197315-9E1C-495A-A666-939FF8A08C34}"/>
              </a:ext>
            </a:extLst>
          </p:cNvPr>
          <p:cNvSpPr/>
          <p:nvPr/>
        </p:nvSpPr>
        <p:spPr>
          <a:xfrm>
            <a:off x="3125102" y="2869224"/>
            <a:ext cx="488536" cy="1992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2" name="Picture 1">
            <a:extLst>
              <a:ext uri="{FF2B5EF4-FFF2-40B4-BE49-F238E27FC236}">
                <a16:creationId xmlns:a16="http://schemas.microsoft.com/office/drawing/2014/main" id="{C8AC98EB-0B82-4E68-826C-6615DA4874A0}"/>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096000" y="1585551"/>
            <a:ext cx="2408625" cy="1632066"/>
          </a:xfrm>
          <a:prstGeom prst="rect">
            <a:avLst/>
          </a:prstGeom>
          <a:effectLst>
            <a:outerShdw blurRad="50800" dist="38100" dir="2700000" algn="tl" rotWithShape="0">
              <a:prstClr val="black">
                <a:alpha val="40000"/>
              </a:prstClr>
            </a:outerShdw>
          </a:effectLst>
        </p:spPr>
      </p:pic>
      <p:sp>
        <p:nvSpPr>
          <p:cNvPr id="22" name="Rectangle: Rounded Corners 21">
            <a:extLst>
              <a:ext uri="{FF2B5EF4-FFF2-40B4-BE49-F238E27FC236}">
                <a16:creationId xmlns:a16="http://schemas.microsoft.com/office/drawing/2014/main" id="{0C153026-D267-4E15-8BBE-3AA08A45C689}"/>
              </a:ext>
            </a:extLst>
          </p:cNvPr>
          <p:cNvSpPr/>
          <p:nvPr/>
        </p:nvSpPr>
        <p:spPr>
          <a:xfrm>
            <a:off x="6264297" y="1368060"/>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OKP1 – Change CO Period Lock</a:t>
            </a:r>
          </a:p>
        </p:txBody>
      </p:sp>
      <p:sp>
        <p:nvSpPr>
          <p:cNvPr id="24" name="Rectangle: Rounded Corners 23">
            <a:extLst>
              <a:ext uri="{FF2B5EF4-FFF2-40B4-BE49-F238E27FC236}">
                <a16:creationId xmlns:a16="http://schemas.microsoft.com/office/drawing/2014/main" id="{4EC39412-804D-441A-94DD-F3C49E1F4D79}"/>
              </a:ext>
            </a:extLst>
          </p:cNvPr>
          <p:cNvSpPr/>
          <p:nvPr/>
        </p:nvSpPr>
        <p:spPr>
          <a:xfrm>
            <a:off x="7172323" y="2047148"/>
            <a:ext cx="273562" cy="14946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05897507-3FEB-4950-A228-E38B27D4DDD4}"/>
              </a:ext>
            </a:extLst>
          </p:cNvPr>
          <p:cNvSpPr/>
          <p:nvPr/>
        </p:nvSpPr>
        <p:spPr>
          <a:xfrm>
            <a:off x="11381673" y="3331304"/>
            <a:ext cx="695124" cy="1992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AFAEE340-33B3-448A-B2F3-BAA7197C3485}"/>
              </a:ext>
            </a:extLst>
          </p:cNvPr>
          <p:cNvSpPr txBox="1"/>
          <p:nvPr/>
        </p:nvSpPr>
        <p:spPr>
          <a:xfrm>
            <a:off x="8618949" y="1351915"/>
            <a:ext cx="3387512" cy="1415713"/>
          </a:xfrm>
          <a:prstGeom prst="rect">
            <a:avLst/>
          </a:prstGeom>
          <a:noFill/>
        </p:spPr>
        <p:txBody>
          <a:bodyPr wrap="square" lIns="0" tIns="0" rIns="0" bIns="0" rtlCol="0">
            <a:noAutofit/>
          </a:bodyPr>
          <a:lstStyle/>
          <a:p>
            <a:pPr marR="0" lvl="0" algn="l" defTabSz="914400" rtl="0" eaLnBrk="1" fontAlgn="auto" latinLnBrk="0" hangingPunct="1">
              <a:spcBef>
                <a:spcPts val="600"/>
              </a:spcBef>
              <a:spcAft>
                <a:spcPts val="0"/>
              </a:spcAft>
              <a:buClrTx/>
              <a:buSzTx/>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On WD-3 of P12, you should open all CO periods of the following year, as per Global Closing Schedule.</a:t>
            </a:r>
          </a:p>
          <a:p>
            <a:pPr marR="0" lvl="0" algn="l" defTabSz="914400" rtl="0" eaLnBrk="1" fontAlgn="auto" latinLnBrk="0" hangingPunct="1">
              <a:spcBef>
                <a:spcPts val="600"/>
              </a:spcBef>
              <a:spcAft>
                <a:spcPts val="0"/>
              </a:spcAft>
              <a:buClrTx/>
              <a:buSzTx/>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Normally the CO periods are already open in a new fiscal year by system default (unless someone manually locked them earlier as shown below!), therefore most likely you only need to perform a check rather than unlocking anything.</a:t>
            </a:r>
            <a:endParaRPr lang="en-GB" sz="1200" i="1">
              <a:solidFill>
                <a:srgbClr val="000000"/>
              </a:solidFill>
              <a:latin typeface="Georgia" panose="02040502050405020303" pitchFamily="18" charset="0"/>
            </a:endParaRPr>
          </a:p>
        </p:txBody>
      </p:sp>
      <p:sp>
        <p:nvSpPr>
          <p:cNvPr id="11" name="Speech Bubble: Rectangle 10">
            <a:extLst>
              <a:ext uri="{FF2B5EF4-FFF2-40B4-BE49-F238E27FC236}">
                <a16:creationId xmlns:a16="http://schemas.microsoft.com/office/drawing/2014/main" id="{FDA09F2A-C344-4CBB-90AD-F4A16444E0FA}"/>
              </a:ext>
            </a:extLst>
          </p:cNvPr>
          <p:cNvSpPr/>
          <p:nvPr/>
        </p:nvSpPr>
        <p:spPr>
          <a:xfrm>
            <a:off x="237392" y="4642338"/>
            <a:ext cx="1705708" cy="1591408"/>
          </a:xfrm>
          <a:prstGeom prst="wedgeRectCallout">
            <a:avLst>
              <a:gd name="adj1" fmla="val 57177"/>
              <a:gd name="adj2" fmla="val 58255"/>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200" i="1">
                <a:solidFill>
                  <a:srgbClr val="000000"/>
                </a:solidFill>
                <a:latin typeface="Georgia" panose="02040502050405020303" pitchFamily="18" charset="0"/>
              </a:rPr>
              <a:t>When manually locking CO period via OKP1, make sure you leave the line for </a:t>
            </a:r>
          </a:p>
          <a:p>
            <a:pPr lvl="0">
              <a:lnSpc>
                <a:spcPts val="1200"/>
              </a:lnSpc>
              <a:spcBef>
                <a:spcPts val="600"/>
              </a:spcBef>
              <a:defRPr/>
            </a:pPr>
            <a:r>
              <a:rPr lang="en-GB" sz="1200" i="1">
                <a:solidFill>
                  <a:srgbClr val="000000"/>
                </a:solidFill>
                <a:latin typeface="Georgia" panose="02040502050405020303" pitchFamily="18" charset="0"/>
              </a:rPr>
              <a:t>“</a:t>
            </a:r>
            <a:r>
              <a:rPr lang="en-GB" sz="1200" b="1" i="1">
                <a:solidFill>
                  <a:srgbClr val="000000"/>
                </a:solidFill>
                <a:latin typeface="Georgia" panose="02040502050405020303" pitchFamily="18" charset="0"/>
              </a:rPr>
              <a:t>CO Through0postings from FI</a:t>
            </a:r>
            <a:r>
              <a:rPr lang="en-GB" sz="1200" i="1">
                <a:solidFill>
                  <a:srgbClr val="000000"/>
                </a:solidFill>
                <a:latin typeface="Georgia" panose="02040502050405020303" pitchFamily="18" charset="0"/>
              </a:rPr>
              <a:t>” unlocked.</a:t>
            </a:r>
          </a:p>
          <a:p>
            <a:pPr algn="ctr"/>
            <a:endParaRPr lang="en-US" sz="1200"/>
          </a:p>
        </p:txBody>
      </p:sp>
    </p:spTree>
    <p:extLst>
      <p:ext uri="{BB962C8B-B14F-4D97-AF65-F5344CB8AC3E}">
        <p14:creationId xmlns:p14="http://schemas.microsoft.com/office/powerpoint/2010/main" val="1897824491"/>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Details xmlns="91871c47-af2e-43ea-ad3f-7bb4c536bc45" xsi:nil="true"/>
    <_ip_UnifiedCompliancePolicyUIAction xmlns="http://schemas.microsoft.com/sharepoint/v3" xsi:nil="true"/>
    <FolderInfo xmlns="91871c47-af2e-43ea-ad3f-7bb4c536bc45" xsi:nil="true"/>
    <_ip_UnifiedCompliancePolicyProperties xmlns="http://schemas.microsoft.com/sharepoint/v3"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762E77-C6C6-4497-AB7C-5BB71A8CBE9A}"/>
</file>

<file path=customXml/itemProps2.xml><?xml version="1.0" encoding="utf-8"?>
<ds:datastoreItem xmlns:ds="http://schemas.openxmlformats.org/officeDocument/2006/customXml" ds:itemID="{E3BC77B7-89BE-45D2-B43A-94AB4C5F40F4}">
  <ds:schemaRefs>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cb52ee0d-5346-4ae8-a9f9-d746adffeb6b"/>
    <ds:schemaRef ds:uri="http://www.w3.org/XML/1998/namespace"/>
    <ds:schemaRef ds:uri="http://schemas.openxmlformats.org/package/2006/metadata/core-properties"/>
    <ds:schemaRef ds:uri="ba249638-b5c4-4b59-8094-70d8491c2e9c"/>
    <ds:schemaRef ds:uri="91871c47-af2e-43ea-ad3f-7bb4c536bc45"/>
    <ds:schemaRef ds:uri="http://purl.org/dc/dcmitype/"/>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4</TotalTime>
  <Words>1035</Words>
  <Application>Microsoft Office PowerPoint</Application>
  <PresentationFormat>Widescreen</PresentationFormat>
  <Paragraphs>83</Paragraphs>
  <Slides>8</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8</vt:i4>
      </vt:variant>
    </vt:vector>
  </HeadingPairs>
  <TitlesOfParts>
    <vt:vector size="16" baseType="lpstr">
      <vt:lpstr>Arial</vt:lpstr>
      <vt:lpstr>Calibri</vt:lpstr>
      <vt:lpstr>Georgia</vt:lpstr>
      <vt:lpstr>Roboto</vt:lpstr>
      <vt:lpstr>1_S4F-ERP Clean IFRS Stat &amp; Tax Rep</vt:lpstr>
      <vt:lpstr>JTI</vt:lpstr>
      <vt:lpstr>S4F-ERP Period End Closing</vt:lpstr>
      <vt:lpstr>1_S4F-ERP Period End Closing</vt:lpstr>
      <vt:lpstr>Period End Closing Execution (BSC) </vt:lpstr>
      <vt:lpstr>Period End Closing Execution (BSC) </vt:lpstr>
      <vt:lpstr>Posting Period Control Overview</vt:lpstr>
      <vt:lpstr>Posting Period Control: MM</vt:lpstr>
      <vt:lpstr>Posting Period Control: FI (1/2)</vt:lpstr>
      <vt:lpstr>Posting Period Control: FI (2/2)</vt:lpstr>
      <vt:lpstr>Posting Period Control: CO (1/2)</vt:lpstr>
      <vt:lpstr>Posting Period Control: CO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4</cp:revision>
  <dcterms:created xsi:type="dcterms:W3CDTF">2019-04-11T09:35:08Z</dcterms:created>
  <dcterms:modified xsi:type="dcterms:W3CDTF">2024-04-25T17:12:14Z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1336900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