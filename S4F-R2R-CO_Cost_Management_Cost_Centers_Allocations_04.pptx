
<file path=[Content_Types].xml><?xml version="1.0" encoding="utf-8"?>
<Types xmlns="http://schemas.openxmlformats.org/package/2006/content-types">
  <Default Extension="emf" ContentType="image/x-emf"/>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customXml/itemProps1.xml" ContentType="application/vnd.openxmlformats-officedocument.customXmlProperties+xml"/>
  <Override PartName="/customXml/itemProps2.xml" ContentType="application/vnd.openxmlformats-officedocument.customXmlProperties+xml"/>
  <Override PartName="/customXml/itemProps3.xml" ContentType="application/vnd.openxmlformats-officedocument.customXmlProperties+xml"/>
  <Override PartName="/ppt/slideMasters/slideMaster1.xml" ContentType="application/vnd.openxmlformats-officedocument.presentationml.slideMaster+xml"/>
  <Override PartName="/ppt/slideMasters/slideMaster2.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theme/theme2.xml" ContentType="application/vnd.openxmlformats-officedocument.theme+xml"/>
  <Override PartName="/ppt/theme/theme3.xml" ContentType="application/vnd.openxmlformats-officedocument.theme+xml"/>
  <Override PartName="/ppt/changesInfos/changesInfo1.xml" ContentType="application/vnd.ms-powerpoint.changesinfo+xml"/>
  <Override PartName="/ppt/revisionInfo.xml" ContentType="application/vnd.ms-powerpoint.revisioninfo+xml"/>
  <Override PartName="/docProps/core.xml" ContentType="application/vnd.openxmlformats-package.core-properties+xml"/>
  <Override PartName="/docProps/app.xml" ContentType="application/vnd.openxmlformats-officedocument.extended-properties+xml"/>
  <Override PartName="/docProps/custom.xml" ContentType="application/vnd.openxmlformats-officedocument.custom-properties+xml"/>
  <Override PartName="/docMetadata/LabelInfo.xml" ContentType="application/vnd.ms-office.classificationlabel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6" Type="http://schemas.microsoft.com/office/2020/02/relationships/classificationlabels" Target="docMetadata/LabelInfo.xml"/><Relationship Id="rId5" Type="http://schemas.openxmlformats.org/officeDocument/2006/relationships/custom-properties" Target="docProps/custom.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60" r:id="rId4"/>
    <p:sldMasterId id="2147483667" r:id="rId5"/>
  </p:sldMasterIdLst>
  <p:notesMasterIdLst>
    <p:notesMasterId r:id="rId19"/>
  </p:notesMasterIdLst>
  <p:sldIdLst>
    <p:sldId id="2323" r:id="rId6"/>
    <p:sldId id="2487" r:id="rId7"/>
    <p:sldId id="2313" r:id="rId8"/>
    <p:sldId id="2147378364" r:id="rId9"/>
    <p:sldId id="2488" r:id="rId10"/>
    <p:sldId id="2489" r:id="rId11"/>
    <p:sldId id="2147378366" r:id="rId12"/>
    <p:sldId id="2491" r:id="rId13"/>
    <p:sldId id="2492" r:id="rId14"/>
    <p:sldId id="2490" r:id="rId15"/>
    <p:sldId id="2314" r:id="rId16"/>
    <p:sldId id="2498" r:id="rId17"/>
    <p:sldId id="3016" r:id="rId18"/>
  </p:sldIdLst>
  <p:sldSz cx="12192000" cy="6858000"/>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revisionInfo.xml><?xml version="1.0" encoding="utf-8"?>
<p1510:revInfo xmlns:a="http://schemas.openxmlformats.org/drawingml/2006/main" xmlns:r="http://schemas.openxmlformats.org/officeDocument/2006/relationships" xmlns:p1510="http://schemas.microsoft.com/office/powerpoint/2015/10/main">
  <p1510:revLst>
    <p1510:client id="{21FFFD02-BEFB-40C0-B47C-D91DAD43227C}" v="8" dt="2024-05-02T09:52:35.409"/>
  </p1510:revLst>
</p1510:revInfo>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p:cViewPr varScale="1">
        <p:scale>
          <a:sx n="60" d="100"/>
          <a:sy n="60" d="100"/>
        </p:scale>
        <p:origin x="78" y="1104"/>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3.xml"/><Relationship Id="rId13" Type="http://schemas.openxmlformats.org/officeDocument/2006/relationships/slide" Target="slides/slide8.xml"/><Relationship Id="rId18" Type="http://schemas.openxmlformats.org/officeDocument/2006/relationships/slide" Target="slides/slide13.xml"/><Relationship Id="rId3" Type="http://schemas.openxmlformats.org/officeDocument/2006/relationships/customXml" Target="../customXml/item3.xml"/><Relationship Id="rId21" Type="http://schemas.openxmlformats.org/officeDocument/2006/relationships/viewProps" Target="viewProps.xml"/><Relationship Id="rId7" Type="http://schemas.openxmlformats.org/officeDocument/2006/relationships/slide" Target="slides/slide2.xml"/><Relationship Id="rId12" Type="http://schemas.openxmlformats.org/officeDocument/2006/relationships/slide" Target="slides/slide7.xml"/><Relationship Id="rId17" Type="http://schemas.openxmlformats.org/officeDocument/2006/relationships/slide" Target="slides/slide12.xml"/><Relationship Id="rId25" Type="http://schemas.microsoft.com/office/2015/10/relationships/revisionInfo" Target="revisionInfo.xml"/><Relationship Id="rId2" Type="http://schemas.openxmlformats.org/officeDocument/2006/relationships/customXml" Target="../customXml/item2.xml"/><Relationship Id="rId16" Type="http://schemas.openxmlformats.org/officeDocument/2006/relationships/slide" Target="slides/slide11.xml"/><Relationship Id="rId20" Type="http://schemas.openxmlformats.org/officeDocument/2006/relationships/presProps" Target="presProps.xml"/><Relationship Id="rId1" Type="http://schemas.openxmlformats.org/officeDocument/2006/relationships/customXml" Target="../customXml/item1.xml"/><Relationship Id="rId6" Type="http://schemas.openxmlformats.org/officeDocument/2006/relationships/slide" Target="slides/slide1.xml"/><Relationship Id="rId11" Type="http://schemas.openxmlformats.org/officeDocument/2006/relationships/slide" Target="slides/slide6.xml"/><Relationship Id="rId24" Type="http://schemas.microsoft.com/office/2016/11/relationships/changesInfo" Target="changesInfos/changesInfo1.xml"/><Relationship Id="rId5" Type="http://schemas.openxmlformats.org/officeDocument/2006/relationships/slideMaster" Target="slideMasters/slideMaster2.xml"/><Relationship Id="rId15" Type="http://schemas.openxmlformats.org/officeDocument/2006/relationships/slide" Target="slides/slide10.xml"/><Relationship Id="rId23" Type="http://schemas.openxmlformats.org/officeDocument/2006/relationships/tableStyles" Target="tableStyles.xml"/><Relationship Id="rId10" Type="http://schemas.openxmlformats.org/officeDocument/2006/relationships/slide" Target="slides/slide5.xml"/><Relationship Id="rId19" Type="http://schemas.openxmlformats.org/officeDocument/2006/relationships/notesMaster" Target="notesMasters/notesMaster1.xml"/><Relationship Id="rId4" Type="http://schemas.openxmlformats.org/officeDocument/2006/relationships/slideMaster" Target="slideMasters/slideMaster1.xml"/><Relationship Id="rId9" Type="http://schemas.openxmlformats.org/officeDocument/2006/relationships/slide" Target="slides/slide4.xml"/><Relationship Id="rId14" Type="http://schemas.openxmlformats.org/officeDocument/2006/relationships/slide" Target="slides/slide9.xml"/><Relationship Id="rId22" Type="http://schemas.openxmlformats.org/officeDocument/2006/relationships/theme" Target="theme/theme1.xml"/></Relationships>
</file>

<file path=ppt/changesInfos/changesInfo1.xml><?xml version="1.0" encoding="utf-8"?>
<pc:chgInfo xmlns:a="http://schemas.openxmlformats.org/drawingml/2006/main" xmlns:r="http://schemas.openxmlformats.org/officeDocument/2006/relationships" xmlns:ac="http://schemas.microsoft.com/office/drawing/2013/main/command" xmlns:pc="http://schemas.microsoft.com/office/powerpoint/2013/main/command">
  <pc:docChgLst>
    <pc:chgData name="O'Neill, Shauna" userId="1d0a8ccc-c260-429c-86e4-d406a5ac1d3d" providerId="ADAL" clId="{B90DFEDF-90E5-49F8-8B20-45F7511CA26F}"/>
    <pc:docChg chg="undo custSel delSld modSld sldOrd">
      <pc:chgData name="O'Neill, Shauna" userId="1d0a8ccc-c260-429c-86e4-d406a5ac1d3d" providerId="ADAL" clId="{B90DFEDF-90E5-49F8-8B20-45F7511CA26F}" dt="2019-10-24T14:19:26.087" v="138" actId="20577"/>
      <pc:docMkLst>
        <pc:docMk/>
      </pc:docMkLst>
      <pc:sldChg chg="delSp ord">
        <pc:chgData name="O'Neill, Shauna" userId="1d0a8ccc-c260-429c-86e4-d406a5ac1d3d" providerId="ADAL" clId="{B90DFEDF-90E5-49F8-8B20-45F7511CA26F}" dt="2019-10-24T14:14:04.940" v="87" actId="478"/>
        <pc:sldMkLst>
          <pc:docMk/>
          <pc:sldMk cId="641750284" sldId="2313"/>
        </pc:sldMkLst>
        <pc:spChg chg="del">
          <ac:chgData name="O'Neill, Shauna" userId="1d0a8ccc-c260-429c-86e4-d406a5ac1d3d" providerId="ADAL" clId="{B90DFEDF-90E5-49F8-8B20-45F7511CA26F}" dt="2019-10-24T14:14:04.940" v="87" actId="478"/>
          <ac:spMkLst>
            <pc:docMk/>
            <pc:sldMk cId="641750284" sldId="2313"/>
            <ac:spMk id="4" creationId="{54A6DE59-7DF8-46F6-B8F5-3236E3DAF463}"/>
          </ac:spMkLst>
        </pc:spChg>
      </pc:sldChg>
      <pc:sldChg chg="delSp">
        <pc:chgData name="O'Neill, Shauna" userId="1d0a8ccc-c260-429c-86e4-d406a5ac1d3d" providerId="ADAL" clId="{B90DFEDF-90E5-49F8-8B20-45F7511CA26F}" dt="2019-10-24T14:14:36.322" v="95" actId="478"/>
        <pc:sldMkLst>
          <pc:docMk/>
          <pc:sldMk cId="823509176" sldId="2314"/>
        </pc:sldMkLst>
        <pc:spChg chg="del">
          <ac:chgData name="O'Neill, Shauna" userId="1d0a8ccc-c260-429c-86e4-d406a5ac1d3d" providerId="ADAL" clId="{B90DFEDF-90E5-49F8-8B20-45F7511CA26F}" dt="2019-10-24T14:14:36.322" v="95" actId="478"/>
          <ac:spMkLst>
            <pc:docMk/>
            <pc:sldMk cId="823509176" sldId="2314"/>
            <ac:spMk id="4" creationId="{54A6DE59-7DF8-46F6-B8F5-3236E3DAF463}"/>
          </ac:spMkLst>
        </pc:spChg>
      </pc:sldChg>
      <pc:sldChg chg="delSp modSp">
        <pc:chgData name="O'Neill, Shauna" userId="1d0a8ccc-c260-429c-86e4-d406a5ac1d3d" providerId="ADAL" clId="{B90DFEDF-90E5-49F8-8B20-45F7511CA26F}" dt="2019-10-24T14:14:08.991" v="88" actId="478"/>
        <pc:sldMkLst>
          <pc:docMk/>
          <pc:sldMk cId="822620233" sldId="2323"/>
        </pc:sldMkLst>
        <pc:spChg chg="del">
          <ac:chgData name="O'Neill, Shauna" userId="1d0a8ccc-c260-429c-86e4-d406a5ac1d3d" providerId="ADAL" clId="{B90DFEDF-90E5-49F8-8B20-45F7511CA26F}" dt="2019-10-24T14:14:08.991" v="88" actId="478"/>
          <ac:spMkLst>
            <pc:docMk/>
            <pc:sldMk cId="822620233" sldId="2323"/>
            <ac:spMk id="2" creationId="{00000000-0000-0000-0000-000000000000}"/>
          </ac:spMkLst>
        </pc:spChg>
        <pc:spChg chg="mod">
          <ac:chgData name="O'Neill, Shauna" userId="1d0a8ccc-c260-429c-86e4-d406a5ac1d3d" providerId="ADAL" clId="{B90DFEDF-90E5-49F8-8B20-45F7511CA26F}" dt="2019-10-24T14:13:30.082" v="86" actId="20577"/>
          <ac:spMkLst>
            <pc:docMk/>
            <pc:sldMk cId="822620233" sldId="2323"/>
            <ac:spMk id="42" creationId="{00000000-0000-0000-0000-000000000000}"/>
          </ac:spMkLst>
        </pc:spChg>
      </pc:sldChg>
      <pc:sldChg chg="delSp modSp">
        <pc:chgData name="O'Neill, Shauna" userId="1d0a8ccc-c260-429c-86e4-d406a5ac1d3d" providerId="ADAL" clId="{B90DFEDF-90E5-49F8-8B20-45F7511CA26F}" dt="2019-10-24T14:14:12.522" v="89" actId="478"/>
        <pc:sldMkLst>
          <pc:docMk/>
          <pc:sldMk cId="799879667" sldId="2487"/>
        </pc:sldMkLst>
        <pc:spChg chg="del">
          <ac:chgData name="O'Neill, Shauna" userId="1d0a8ccc-c260-429c-86e4-d406a5ac1d3d" providerId="ADAL" clId="{B90DFEDF-90E5-49F8-8B20-45F7511CA26F}" dt="2019-10-24T14:14:12.522" v="89" actId="478"/>
          <ac:spMkLst>
            <pc:docMk/>
            <pc:sldMk cId="799879667" sldId="2487"/>
            <ac:spMk id="2" creationId="{81311F4D-E6B8-4466-BC77-99CE2C8C74AF}"/>
          </ac:spMkLst>
        </pc:spChg>
        <pc:picChg chg="mod">
          <ac:chgData name="O'Neill, Shauna" userId="1d0a8ccc-c260-429c-86e4-d406a5ac1d3d" providerId="ADAL" clId="{B90DFEDF-90E5-49F8-8B20-45F7511CA26F}" dt="2019-10-11T09:24:44.977" v="50" actId="14861"/>
          <ac:picMkLst>
            <pc:docMk/>
            <pc:sldMk cId="799879667" sldId="2487"/>
            <ac:picMk id="5" creationId="{5421D78D-2DB6-4621-A7F9-194DCC8B1DCA}"/>
          </ac:picMkLst>
        </pc:picChg>
        <pc:picChg chg="mod">
          <ac:chgData name="O'Neill, Shauna" userId="1d0a8ccc-c260-429c-86e4-d406a5ac1d3d" providerId="ADAL" clId="{B90DFEDF-90E5-49F8-8B20-45F7511CA26F}" dt="2019-10-11T09:24:44.977" v="50" actId="14861"/>
          <ac:picMkLst>
            <pc:docMk/>
            <pc:sldMk cId="799879667" sldId="2487"/>
            <ac:picMk id="15362" creationId="{1A9CD4B7-F934-4DB2-824D-46ABAFB81129}"/>
          </ac:picMkLst>
        </pc:picChg>
      </pc:sldChg>
      <pc:sldChg chg="delSp modSp">
        <pc:chgData name="O'Neill, Shauna" userId="1d0a8ccc-c260-429c-86e4-d406a5ac1d3d" providerId="ADAL" clId="{B90DFEDF-90E5-49F8-8B20-45F7511CA26F}" dt="2019-10-24T14:14:15.858" v="90" actId="478"/>
        <pc:sldMkLst>
          <pc:docMk/>
          <pc:sldMk cId="3170926525" sldId="2488"/>
        </pc:sldMkLst>
        <pc:spChg chg="del">
          <ac:chgData name="O'Neill, Shauna" userId="1d0a8ccc-c260-429c-86e4-d406a5ac1d3d" providerId="ADAL" clId="{B90DFEDF-90E5-49F8-8B20-45F7511CA26F}" dt="2019-10-24T14:14:15.858" v="90" actId="478"/>
          <ac:spMkLst>
            <pc:docMk/>
            <pc:sldMk cId="3170926525" sldId="2488"/>
            <ac:spMk id="2" creationId="{E3E7BE15-FD2A-4B98-8243-A5F7986EE3A9}"/>
          </ac:spMkLst>
        </pc:spChg>
        <pc:picChg chg="mod">
          <ac:chgData name="O'Neill, Shauna" userId="1d0a8ccc-c260-429c-86e4-d406a5ac1d3d" providerId="ADAL" clId="{B90DFEDF-90E5-49F8-8B20-45F7511CA26F}" dt="2019-10-11T09:24:33.498" v="44" actId="14861"/>
          <ac:picMkLst>
            <pc:docMk/>
            <pc:sldMk cId="3170926525" sldId="2488"/>
            <ac:picMk id="13" creationId="{A1D2F563-E632-47FD-BEA0-496EBA148E21}"/>
          </ac:picMkLst>
        </pc:picChg>
      </pc:sldChg>
      <pc:sldChg chg="addSp delSp modSp">
        <pc:chgData name="O'Neill, Shauna" userId="1d0a8ccc-c260-429c-86e4-d406a5ac1d3d" providerId="ADAL" clId="{B90DFEDF-90E5-49F8-8B20-45F7511CA26F}" dt="2019-10-24T14:14:19.794" v="91" actId="478"/>
        <pc:sldMkLst>
          <pc:docMk/>
          <pc:sldMk cId="276117221" sldId="2489"/>
        </pc:sldMkLst>
        <pc:spChg chg="del">
          <ac:chgData name="O'Neill, Shauna" userId="1d0a8ccc-c260-429c-86e4-d406a5ac1d3d" providerId="ADAL" clId="{B90DFEDF-90E5-49F8-8B20-45F7511CA26F}" dt="2019-10-24T14:14:19.794" v="91" actId="478"/>
          <ac:spMkLst>
            <pc:docMk/>
            <pc:sldMk cId="276117221" sldId="2489"/>
            <ac:spMk id="2" creationId="{C912AC90-BAA5-4694-8D68-4D7F5C497174}"/>
          </ac:spMkLst>
        </pc:spChg>
        <pc:graphicFrameChg chg="del">
          <ac:chgData name="O'Neill, Shauna" userId="1d0a8ccc-c260-429c-86e4-d406a5ac1d3d" providerId="ADAL" clId="{B90DFEDF-90E5-49F8-8B20-45F7511CA26F}" dt="2019-10-10T11:37:34.967" v="2" actId="478"/>
          <ac:graphicFrameMkLst>
            <pc:docMk/>
            <pc:sldMk cId="276117221" sldId="2489"/>
            <ac:graphicFrameMk id="7" creationId="{908FC0BF-C697-4961-9FA4-1F8284228976}"/>
          </ac:graphicFrameMkLst>
        </pc:graphicFrameChg>
        <pc:graphicFrameChg chg="add mod modGraphic">
          <ac:chgData name="O'Neill, Shauna" userId="1d0a8ccc-c260-429c-86e4-d406a5ac1d3d" providerId="ADAL" clId="{B90DFEDF-90E5-49F8-8B20-45F7511CA26F}" dt="2019-10-10T11:37:40.506" v="5" actId="1076"/>
          <ac:graphicFrameMkLst>
            <pc:docMk/>
            <pc:sldMk cId="276117221" sldId="2489"/>
            <ac:graphicFrameMk id="9" creationId="{1CA2799D-088F-473A-9CD8-03C28ACA1ABD}"/>
          </ac:graphicFrameMkLst>
        </pc:graphicFrameChg>
      </pc:sldChg>
      <pc:sldChg chg="delSp modSp">
        <pc:chgData name="O'Neill, Shauna" userId="1d0a8ccc-c260-429c-86e4-d406a5ac1d3d" providerId="ADAL" clId="{B90DFEDF-90E5-49F8-8B20-45F7511CA26F}" dt="2019-10-24T14:19:26.087" v="138" actId="20577"/>
        <pc:sldMkLst>
          <pc:docMk/>
          <pc:sldMk cId="3768239847" sldId="2490"/>
        </pc:sldMkLst>
        <pc:spChg chg="del">
          <ac:chgData name="O'Neill, Shauna" userId="1d0a8ccc-c260-429c-86e4-d406a5ac1d3d" providerId="ADAL" clId="{B90DFEDF-90E5-49F8-8B20-45F7511CA26F}" dt="2019-10-24T14:14:32.047" v="94" actId="478"/>
          <ac:spMkLst>
            <pc:docMk/>
            <pc:sldMk cId="3768239847" sldId="2490"/>
            <ac:spMk id="4" creationId="{9E0F7EFF-B79A-4414-A75E-0B3F0B603FB3}"/>
          </ac:spMkLst>
        </pc:spChg>
        <pc:spChg chg="mod">
          <ac:chgData name="O'Neill, Shauna" userId="1d0a8ccc-c260-429c-86e4-d406a5ac1d3d" providerId="ADAL" clId="{B90DFEDF-90E5-49F8-8B20-45F7511CA26F}" dt="2019-10-24T14:19:26.087" v="138" actId="20577"/>
          <ac:spMkLst>
            <pc:docMk/>
            <pc:sldMk cId="3768239847" sldId="2490"/>
            <ac:spMk id="8" creationId="{617B28D6-CDF9-4C8B-9EBE-5226B33D3A09}"/>
          </ac:spMkLst>
        </pc:spChg>
        <pc:picChg chg="mod">
          <ac:chgData name="O'Neill, Shauna" userId="1d0a8ccc-c260-429c-86e4-d406a5ac1d3d" providerId="ADAL" clId="{B90DFEDF-90E5-49F8-8B20-45F7511CA26F}" dt="2019-10-11T09:25:00.451" v="56" actId="14861"/>
          <ac:picMkLst>
            <pc:docMk/>
            <pc:sldMk cId="3768239847" sldId="2490"/>
            <ac:picMk id="7" creationId="{3299DEBC-ACEC-45A5-BF9E-BBB3AB80C368}"/>
          </ac:picMkLst>
        </pc:picChg>
        <pc:picChg chg="mod">
          <ac:chgData name="O'Neill, Shauna" userId="1d0a8ccc-c260-429c-86e4-d406a5ac1d3d" providerId="ADAL" clId="{B90DFEDF-90E5-49F8-8B20-45F7511CA26F}" dt="2019-10-11T09:25:00.451" v="56" actId="14861"/>
          <ac:picMkLst>
            <pc:docMk/>
            <pc:sldMk cId="3768239847" sldId="2490"/>
            <ac:picMk id="10" creationId="{041D61AF-CFF7-4102-9DC5-AB5E6F34166E}"/>
          </ac:picMkLst>
        </pc:picChg>
      </pc:sldChg>
      <pc:sldChg chg="delSp modSp">
        <pc:chgData name="O'Neill, Shauna" userId="1d0a8ccc-c260-429c-86e4-d406a5ac1d3d" providerId="ADAL" clId="{B90DFEDF-90E5-49F8-8B20-45F7511CA26F}" dt="2019-10-24T14:14:25.409" v="92" actId="478"/>
        <pc:sldMkLst>
          <pc:docMk/>
          <pc:sldMk cId="74333416" sldId="2491"/>
        </pc:sldMkLst>
        <pc:spChg chg="del">
          <ac:chgData name="O'Neill, Shauna" userId="1d0a8ccc-c260-429c-86e4-d406a5ac1d3d" providerId="ADAL" clId="{B90DFEDF-90E5-49F8-8B20-45F7511CA26F}" dt="2019-10-24T14:14:25.409" v="92" actId="478"/>
          <ac:spMkLst>
            <pc:docMk/>
            <pc:sldMk cId="74333416" sldId="2491"/>
            <ac:spMk id="2" creationId="{DCE0520D-712A-473C-BE6D-CD7B96C7E4AD}"/>
          </ac:spMkLst>
        </pc:spChg>
        <pc:picChg chg="mod">
          <ac:chgData name="O'Neill, Shauna" userId="1d0a8ccc-c260-429c-86e4-d406a5ac1d3d" providerId="ADAL" clId="{B90DFEDF-90E5-49F8-8B20-45F7511CA26F}" dt="2019-10-11T09:24:21.473" v="38" actId="14861"/>
          <ac:picMkLst>
            <pc:docMk/>
            <pc:sldMk cId="74333416" sldId="2491"/>
            <ac:picMk id="18434" creationId="{00879EAC-6FFE-4AE8-9386-56F26EB1C4BC}"/>
          </ac:picMkLst>
        </pc:picChg>
        <pc:picChg chg="mod">
          <ac:chgData name="O'Neill, Shauna" userId="1d0a8ccc-c260-429c-86e4-d406a5ac1d3d" providerId="ADAL" clId="{B90DFEDF-90E5-49F8-8B20-45F7511CA26F}" dt="2019-10-11T09:24:14.405" v="32" actId="14861"/>
          <ac:picMkLst>
            <pc:docMk/>
            <pc:sldMk cId="74333416" sldId="2491"/>
            <ac:picMk id="18436" creationId="{CB41BF8D-82A5-4E71-B77D-BB15A43EBF7E}"/>
          </ac:picMkLst>
        </pc:picChg>
      </pc:sldChg>
      <pc:sldChg chg="delSp modSp">
        <pc:chgData name="O'Neill, Shauna" userId="1d0a8ccc-c260-429c-86e4-d406a5ac1d3d" providerId="ADAL" clId="{B90DFEDF-90E5-49F8-8B20-45F7511CA26F}" dt="2019-10-24T14:14:29.679" v="93" actId="478"/>
        <pc:sldMkLst>
          <pc:docMk/>
          <pc:sldMk cId="2790584690" sldId="2492"/>
        </pc:sldMkLst>
        <pc:spChg chg="del">
          <ac:chgData name="O'Neill, Shauna" userId="1d0a8ccc-c260-429c-86e4-d406a5ac1d3d" providerId="ADAL" clId="{B90DFEDF-90E5-49F8-8B20-45F7511CA26F}" dt="2019-10-24T14:14:29.679" v="93" actId="478"/>
          <ac:spMkLst>
            <pc:docMk/>
            <pc:sldMk cId="2790584690" sldId="2492"/>
            <ac:spMk id="2" creationId="{DCE0520D-712A-473C-BE6D-CD7B96C7E4AD}"/>
          </ac:spMkLst>
        </pc:spChg>
        <pc:picChg chg="mod">
          <ac:chgData name="O'Neill, Shauna" userId="1d0a8ccc-c260-429c-86e4-d406a5ac1d3d" providerId="ADAL" clId="{B90DFEDF-90E5-49F8-8B20-45F7511CA26F}" dt="2019-10-11T09:23:55.827" v="20" actId="14861"/>
          <ac:picMkLst>
            <pc:docMk/>
            <pc:sldMk cId="2790584690" sldId="2492"/>
            <ac:picMk id="6" creationId="{5C594C83-416B-4C54-AEFC-073C4C237A78}"/>
          </ac:picMkLst>
        </pc:picChg>
        <pc:picChg chg="mod">
          <ac:chgData name="O'Neill, Shauna" userId="1d0a8ccc-c260-429c-86e4-d406a5ac1d3d" providerId="ADAL" clId="{B90DFEDF-90E5-49F8-8B20-45F7511CA26F}" dt="2019-10-11T09:24:04.014" v="26" actId="14861"/>
          <ac:picMkLst>
            <pc:docMk/>
            <pc:sldMk cId="2790584690" sldId="2492"/>
            <ac:picMk id="7" creationId="{B1AB2F50-7B1F-4C4B-A462-B839655D0328}"/>
          </ac:picMkLst>
        </pc:picChg>
      </pc:sldChg>
      <pc:sldChg chg="delSp">
        <pc:chgData name="O'Neill, Shauna" userId="1d0a8ccc-c260-429c-86e4-d406a5ac1d3d" providerId="ADAL" clId="{B90DFEDF-90E5-49F8-8B20-45F7511CA26F}" dt="2019-10-24T14:14:45.965" v="96" actId="478"/>
        <pc:sldMkLst>
          <pc:docMk/>
          <pc:sldMk cId="2668324241" sldId="3016"/>
        </pc:sldMkLst>
        <pc:spChg chg="del">
          <ac:chgData name="O'Neill, Shauna" userId="1d0a8ccc-c260-429c-86e4-d406a5ac1d3d" providerId="ADAL" clId="{B90DFEDF-90E5-49F8-8B20-45F7511CA26F}" dt="2019-10-24T14:14:45.965" v="96" actId="478"/>
          <ac:spMkLst>
            <pc:docMk/>
            <pc:sldMk cId="2668324241" sldId="3016"/>
            <ac:spMk id="4" creationId="{3B556D5C-4CAD-44F1-BFCB-2E7A0CDF4856}"/>
          </ac:spMkLst>
        </pc:spChg>
      </pc:sldChg>
    </pc:docChg>
  </pc:docChgLst>
  <pc:docChgLst>
    <pc:chgData name="O'Neill, Shauna" userId="1d0a8ccc-c260-429c-86e4-d406a5ac1d3d" providerId="ADAL" clId="{21FFFD02-BEFB-40C0-B47C-D91DAD43227C}"/>
    <pc:docChg chg="custSel addSld delSld modSld">
      <pc:chgData name="O'Neill, Shauna" userId="1d0a8ccc-c260-429c-86e4-d406a5ac1d3d" providerId="ADAL" clId="{21FFFD02-BEFB-40C0-B47C-D91DAD43227C}" dt="2024-05-02T09:52:38.354" v="14" actId="1076"/>
      <pc:docMkLst>
        <pc:docMk/>
      </pc:docMkLst>
      <pc:sldChg chg="modSp mod modClrScheme chgLayout">
        <pc:chgData name="O'Neill, Shauna" userId="1d0a8ccc-c260-429c-86e4-d406a5ac1d3d" providerId="ADAL" clId="{21FFFD02-BEFB-40C0-B47C-D91DAD43227C}" dt="2024-05-02T09:51:19.604" v="3" actId="700"/>
        <pc:sldMkLst>
          <pc:docMk/>
          <pc:sldMk cId="641750284" sldId="2313"/>
        </pc:sldMkLst>
        <pc:spChg chg="mod ord">
          <ac:chgData name="O'Neill, Shauna" userId="1d0a8ccc-c260-429c-86e4-d406a5ac1d3d" providerId="ADAL" clId="{21FFFD02-BEFB-40C0-B47C-D91DAD43227C}" dt="2024-05-02T09:51:19.604" v="3" actId="700"/>
          <ac:spMkLst>
            <pc:docMk/>
            <pc:sldMk cId="641750284" sldId="2313"/>
            <ac:spMk id="2" creationId="{129A1021-9F75-414F-9F9A-E0B884C7558E}"/>
          </ac:spMkLst>
        </pc:spChg>
        <pc:spChg chg="mod ord">
          <ac:chgData name="O'Neill, Shauna" userId="1d0a8ccc-c260-429c-86e4-d406a5ac1d3d" providerId="ADAL" clId="{21FFFD02-BEFB-40C0-B47C-D91DAD43227C}" dt="2024-05-02T09:51:19.604" v="3" actId="700"/>
          <ac:spMkLst>
            <pc:docMk/>
            <pc:sldMk cId="641750284" sldId="2313"/>
            <ac:spMk id="5" creationId="{D0548F23-DEA9-4C38-A6BF-6668960667E5}"/>
          </ac:spMkLst>
        </pc:spChg>
      </pc:sldChg>
      <pc:sldChg chg="modSp mod modClrScheme chgLayout">
        <pc:chgData name="O'Neill, Shauna" userId="1d0a8ccc-c260-429c-86e4-d406a5ac1d3d" providerId="ADAL" clId="{21FFFD02-BEFB-40C0-B47C-D91DAD43227C}" dt="2024-05-02T09:51:47.212" v="5" actId="700"/>
        <pc:sldMkLst>
          <pc:docMk/>
          <pc:sldMk cId="823509176" sldId="2314"/>
        </pc:sldMkLst>
        <pc:spChg chg="mod ord">
          <ac:chgData name="O'Neill, Shauna" userId="1d0a8ccc-c260-429c-86e4-d406a5ac1d3d" providerId="ADAL" clId="{21FFFD02-BEFB-40C0-B47C-D91DAD43227C}" dt="2024-05-02T09:51:47.212" v="5" actId="700"/>
          <ac:spMkLst>
            <pc:docMk/>
            <pc:sldMk cId="823509176" sldId="2314"/>
            <ac:spMk id="2" creationId="{129A1021-9F75-414F-9F9A-E0B884C7558E}"/>
          </ac:spMkLst>
        </pc:spChg>
        <pc:spChg chg="mod ord">
          <ac:chgData name="O'Neill, Shauna" userId="1d0a8ccc-c260-429c-86e4-d406a5ac1d3d" providerId="ADAL" clId="{21FFFD02-BEFB-40C0-B47C-D91DAD43227C}" dt="2024-05-02T09:51:47.212" v="5" actId="700"/>
          <ac:spMkLst>
            <pc:docMk/>
            <pc:sldMk cId="823509176" sldId="2314"/>
            <ac:spMk id="5" creationId="{D0548F23-DEA9-4C38-A6BF-6668960667E5}"/>
          </ac:spMkLst>
        </pc:spChg>
      </pc:sldChg>
      <pc:sldChg chg="addSp delSp modSp mod modClrScheme chgLayout">
        <pc:chgData name="O'Neill, Shauna" userId="1d0a8ccc-c260-429c-86e4-d406a5ac1d3d" providerId="ADAL" clId="{21FFFD02-BEFB-40C0-B47C-D91DAD43227C}" dt="2024-05-02T09:52:38.354" v="14" actId="1076"/>
        <pc:sldMkLst>
          <pc:docMk/>
          <pc:sldMk cId="822620233" sldId="2323"/>
        </pc:sldMkLst>
        <pc:spChg chg="mod ord">
          <ac:chgData name="O'Neill, Shauna" userId="1d0a8ccc-c260-429c-86e4-d406a5ac1d3d" providerId="ADAL" clId="{21FFFD02-BEFB-40C0-B47C-D91DAD43227C}" dt="2024-05-02T09:52:15.359" v="8" actId="700"/>
          <ac:spMkLst>
            <pc:docMk/>
            <pc:sldMk cId="822620233" sldId="2323"/>
            <ac:spMk id="3" creationId="{00000000-0000-0000-0000-000000000000}"/>
          </ac:spMkLst>
        </pc:spChg>
        <pc:spChg chg="add del mod">
          <ac:chgData name="O'Neill, Shauna" userId="1d0a8ccc-c260-429c-86e4-d406a5ac1d3d" providerId="ADAL" clId="{21FFFD02-BEFB-40C0-B47C-D91DAD43227C}" dt="2024-05-02T09:52:24.453" v="11" actId="478"/>
          <ac:spMkLst>
            <pc:docMk/>
            <pc:sldMk cId="822620233" sldId="2323"/>
            <ac:spMk id="7" creationId="{95868FD8-6587-5A11-6743-C7D9B03447C1}"/>
          </ac:spMkLst>
        </pc:spChg>
        <pc:spChg chg="add mod">
          <ac:chgData name="O'Neill, Shauna" userId="1d0a8ccc-c260-429c-86e4-d406a5ac1d3d" providerId="ADAL" clId="{21FFFD02-BEFB-40C0-B47C-D91DAD43227C}" dt="2024-05-02T09:52:38.354" v="14" actId="1076"/>
          <ac:spMkLst>
            <pc:docMk/>
            <pc:sldMk cId="822620233" sldId="2323"/>
            <ac:spMk id="9" creationId="{3B5D1D90-BDDF-A9C8-8528-DE50718911AA}"/>
          </ac:spMkLst>
        </pc:spChg>
        <pc:spChg chg="del mod ord">
          <ac:chgData name="O'Neill, Shauna" userId="1d0a8ccc-c260-429c-86e4-d406a5ac1d3d" providerId="ADAL" clId="{21FFFD02-BEFB-40C0-B47C-D91DAD43227C}" dt="2024-05-02T09:52:22.433" v="10" actId="478"/>
          <ac:spMkLst>
            <pc:docMk/>
            <pc:sldMk cId="822620233" sldId="2323"/>
            <ac:spMk id="34" creationId="{00000000-0000-0000-0000-000000000000}"/>
          </ac:spMkLst>
        </pc:spChg>
        <pc:spChg chg="mod">
          <ac:chgData name="O'Neill, Shauna" userId="1d0a8ccc-c260-429c-86e4-d406a5ac1d3d" providerId="ADAL" clId="{21FFFD02-BEFB-40C0-B47C-D91DAD43227C}" dt="2024-05-02T09:52:18.583" v="9" actId="14100"/>
          <ac:spMkLst>
            <pc:docMk/>
            <pc:sldMk cId="822620233" sldId="2323"/>
            <ac:spMk id="38" creationId="{00000000-0000-0000-0000-000000000000}"/>
          </ac:spMkLst>
        </pc:spChg>
      </pc:sldChg>
      <pc:sldChg chg="del">
        <pc:chgData name="O'Neill, Shauna" userId="1d0a8ccc-c260-429c-86e4-d406a5ac1d3d" providerId="ADAL" clId="{21FFFD02-BEFB-40C0-B47C-D91DAD43227C}" dt="2024-05-02T09:49:01.008" v="2"/>
        <pc:sldMkLst>
          <pc:docMk/>
          <pc:sldMk cId="1259655838" sldId="2476"/>
        </pc:sldMkLst>
      </pc:sldChg>
      <pc:sldChg chg="del">
        <pc:chgData name="O'Neill, Shauna" userId="1d0a8ccc-c260-429c-86e4-d406a5ac1d3d" providerId="ADAL" clId="{21FFFD02-BEFB-40C0-B47C-D91DAD43227C}" dt="2024-05-02T09:49:01.008" v="2"/>
        <pc:sldMkLst>
          <pc:docMk/>
          <pc:sldMk cId="2671714075" sldId="2477"/>
        </pc:sldMkLst>
      </pc:sldChg>
      <pc:sldChg chg="del">
        <pc:chgData name="O'Neill, Shauna" userId="1d0a8ccc-c260-429c-86e4-d406a5ac1d3d" providerId="ADAL" clId="{21FFFD02-BEFB-40C0-B47C-D91DAD43227C}" dt="2024-05-02T09:49:01.008" v="2"/>
        <pc:sldMkLst>
          <pc:docMk/>
          <pc:sldMk cId="4250356711" sldId="2478"/>
        </pc:sldMkLst>
      </pc:sldChg>
      <pc:sldChg chg="del">
        <pc:chgData name="O'Neill, Shauna" userId="1d0a8ccc-c260-429c-86e4-d406a5ac1d3d" providerId="ADAL" clId="{21FFFD02-BEFB-40C0-B47C-D91DAD43227C}" dt="2024-05-02T09:49:01.008" v="2"/>
        <pc:sldMkLst>
          <pc:docMk/>
          <pc:sldMk cId="4055146723" sldId="2479"/>
        </pc:sldMkLst>
      </pc:sldChg>
      <pc:sldChg chg="del">
        <pc:chgData name="O'Neill, Shauna" userId="1d0a8ccc-c260-429c-86e4-d406a5ac1d3d" providerId="ADAL" clId="{21FFFD02-BEFB-40C0-B47C-D91DAD43227C}" dt="2024-05-02T09:49:01.008" v="2"/>
        <pc:sldMkLst>
          <pc:docMk/>
          <pc:sldMk cId="4186225365" sldId="2480"/>
        </pc:sldMkLst>
      </pc:sldChg>
      <pc:sldChg chg="del">
        <pc:chgData name="O'Neill, Shauna" userId="1d0a8ccc-c260-429c-86e4-d406a5ac1d3d" providerId="ADAL" clId="{21FFFD02-BEFB-40C0-B47C-D91DAD43227C}" dt="2024-05-02T09:49:01.008" v="2"/>
        <pc:sldMkLst>
          <pc:docMk/>
          <pc:sldMk cId="993937494" sldId="2481"/>
        </pc:sldMkLst>
      </pc:sldChg>
      <pc:sldChg chg="del">
        <pc:chgData name="O'Neill, Shauna" userId="1d0a8ccc-c260-429c-86e4-d406a5ac1d3d" providerId="ADAL" clId="{21FFFD02-BEFB-40C0-B47C-D91DAD43227C}" dt="2024-05-02T09:49:01.008" v="2"/>
        <pc:sldMkLst>
          <pc:docMk/>
          <pc:sldMk cId="2021973470" sldId="2482"/>
        </pc:sldMkLst>
      </pc:sldChg>
      <pc:sldChg chg="del">
        <pc:chgData name="O'Neill, Shauna" userId="1d0a8ccc-c260-429c-86e4-d406a5ac1d3d" providerId="ADAL" clId="{21FFFD02-BEFB-40C0-B47C-D91DAD43227C}" dt="2024-05-02T09:49:01.008" v="2"/>
        <pc:sldMkLst>
          <pc:docMk/>
          <pc:sldMk cId="3634570216" sldId="2483"/>
        </pc:sldMkLst>
      </pc:sldChg>
      <pc:sldChg chg="del">
        <pc:chgData name="O'Neill, Shauna" userId="1d0a8ccc-c260-429c-86e4-d406a5ac1d3d" providerId="ADAL" clId="{21FFFD02-BEFB-40C0-B47C-D91DAD43227C}" dt="2024-05-02T09:49:01.008" v="2"/>
        <pc:sldMkLst>
          <pc:docMk/>
          <pc:sldMk cId="3918977287" sldId="2484"/>
        </pc:sldMkLst>
      </pc:sldChg>
      <pc:sldChg chg="del">
        <pc:chgData name="O'Neill, Shauna" userId="1d0a8ccc-c260-429c-86e4-d406a5ac1d3d" providerId="ADAL" clId="{21FFFD02-BEFB-40C0-B47C-D91DAD43227C}" dt="2024-05-02T09:49:01.008" v="2"/>
        <pc:sldMkLst>
          <pc:docMk/>
          <pc:sldMk cId="109552395" sldId="2485"/>
        </pc:sldMkLst>
      </pc:sldChg>
      <pc:sldChg chg="addSp delSp modSp mod modClrScheme chgLayout">
        <pc:chgData name="O'Neill, Shauna" userId="1d0a8ccc-c260-429c-86e4-d406a5ac1d3d" providerId="ADAL" clId="{21FFFD02-BEFB-40C0-B47C-D91DAD43227C}" dt="2024-05-02T09:52:32.845" v="12" actId="21"/>
        <pc:sldMkLst>
          <pc:docMk/>
          <pc:sldMk cId="799879667" sldId="2487"/>
        </pc:sldMkLst>
        <pc:spChg chg="add del mod">
          <ac:chgData name="O'Neill, Shauna" userId="1d0a8ccc-c260-429c-86e4-d406a5ac1d3d" providerId="ADAL" clId="{21FFFD02-BEFB-40C0-B47C-D91DAD43227C}" dt="2024-05-02T09:52:32.845" v="12" actId="21"/>
          <ac:spMkLst>
            <pc:docMk/>
            <pc:sldMk cId="799879667" sldId="2487"/>
            <ac:spMk id="2" creationId="{6C7E0A3B-1162-10E9-B252-29FFCA84104B}"/>
          </ac:spMkLst>
        </pc:spChg>
        <pc:spChg chg="mod ord">
          <ac:chgData name="O'Neill, Shauna" userId="1d0a8ccc-c260-429c-86e4-d406a5ac1d3d" providerId="ADAL" clId="{21FFFD02-BEFB-40C0-B47C-D91DAD43227C}" dt="2024-05-02T09:51:19.604" v="3" actId="700"/>
          <ac:spMkLst>
            <pc:docMk/>
            <pc:sldMk cId="799879667" sldId="2487"/>
            <ac:spMk id="3" creationId="{A51E36D8-20AB-4A7C-9F45-E4BAB5A5CE17}"/>
          </ac:spMkLst>
        </pc:spChg>
        <pc:spChg chg="mod ord">
          <ac:chgData name="O'Neill, Shauna" userId="1d0a8ccc-c260-429c-86e4-d406a5ac1d3d" providerId="ADAL" clId="{21FFFD02-BEFB-40C0-B47C-D91DAD43227C}" dt="2024-05-02T09:51:19.604" v="3" actId="700"/>
          <ac:spMkLst>
            <pc:docMk/>
            <pc:sldMk cId="799879667" sldId="2487"/>
            <ac:spMk id="4" creationId="{3FA3F4E8-C562-4AA0-A171-791D5DE7CD8C}"/>
          </ac:spMkLst>
        </pc:spChg>
      </pc:sldChg>
      <pc:sldChg chg="modSp mod modClrScheme chgLayout">
        <pc:chgData name="O'Neill, Shauna" userId="1d0a8ccc-c260-429c-86e4-d406a5ac1d3d" providerId="ADAL" clId="{21FFFD02-BEFB-40C0-B47C-D91DAD43227C}" dt="2024-05-02T09:51:37.323" v="4" actId="700"/>
        <pc:sldMkLst>
          <pc:docMk/>
          <pc:sldMk cId="3170926525" sldId="2488"/>
        </pc:sldMkLst>
        <pc:spChg chg="mod ord">
          <ac:chgData name="O'Neill, Shauna" userId="1d0a8ccc-c260-429c-86e4-d406a5ac1d3d" providerId="ADAL" clId="{21FFFD02-BEFB-40C0-B47C-D91DAD43227C}" dt="2024-05-02T09:51:37.323" v="4" actId="700"/>
          <ac:spMkLst>
            <pc:docMk/>
            <pc:sldMk cId="3170926525" sldId="2488"/>
            <ac:spMk id="3" creationId="{6985C8EF-F88D-4767-89F3-9C0F4FBD112D}"/>
          </ac:spMkLst>
        </pc:spChg>
        <pc:spChg chg="mod ord">
          <ac:chgData name="O'Neill, Shauna" userId="1d0a8ccc-c260-429c-86e4-d406a5ac1d3d" providerId="ADAL" clId="{21FFFD02-BEFB-40C0-B47C-D91DAD43227C}" dt="2024-05-02T09:51:37.323" v="4" actId="700"/>
          <ac:spMkLst>
            <pc:docMk/>
            <pc:sldMk cId="3170926525" sldId="2488"/>
            <ac:spMk id="4" creationId="{EFD77F75-A627-496B-B98F-140D1092B738}"/>
          </ac:spMkLst>
        </pc:spChg>
      </pc:sldChg>
      <pc:sldChg chg="modSp mod modClrScheme chgLayout">
        <pc:chgData name="O'Neill, Shauna" userId="1d0a8ccc-c260-429c-86e4-d406a5ac1d3d" providerId="ADAL" clId="{21FFFD02-BEFB-40C0-B47C-D91DAD43227C}" dt="2024-05-02T09:51:37.323" v="4" actId="700"/>
        <pc:sldMkLst>
          <pc:docMk/>
          <pc:sldMk cId="276117221" sldId="2489"/>
        </pc:sldMkLst>
        <pc:spChg chg="mod ord">
          <ac:chgData name="O'Neill, Shauna" userId="1d0a8ccc-c260-429c-86e4-d406a5ac1d3d" providerId="ADAL" clId="{21FFFD02-BEFB-40C0-B47C-D91DAD43227C}" dt="2024-05-02T09:51:37.323" v="4" actId="700"/>
          <ac:spMkLst>
            <pc:docMk/>
            <pc:sldMk cId="276117221" sldId="2489"/>
            <ac:spMk id="3" creationId="{90DA3177-B516-439B-A548-7FC8E721AF17}"/>
          </ac:spMkLst>
        </pc:spChg>
        <pc:spChg chg="mod ord">
          <ac:chgData name="O'Neill, Shauna" userId="1d0a8ccc-c260-429c-86e4-d406a5ac1d3d" providerId="ADAL" clId="{21FFFD02-BEFB-40C0-B47C-D91DAD43227C}" dt="2024-05-02T09:51:37.323" v="4" actId="700"/>
          <ac:spMkLst>
            <pc:docMk/>
            <pc:sldMk cId="276117221" sldId="2489"/>
            <ac:spMk id="4" creationId="{07A951FB-20D3-4168-81A4-9DF5B589FA24}"/>
          </ac:spMkLst>
        </pc:spChg>
      </pc:sldChg>
      <pc:sldChg chg="modSp mod modClrScheme chgLayout">
        <pc:chgData name="O'Neill, Shauna" userId="1d0a8ccc-c260-429c-86e4-d406a5ac1d3d" providerId="ADAL" clId="{21FFFD02-BEFB-40C0-B47C-D91DAD43227C}" dt="2024-05-02T09:51:47.212" v="5" actId="700"/>
        <pc:sldMkLst>
          <pc:docMk/>
          <pc:sldMk cId="3768239847" sldId="2490"/>
        </pc:sldMkLst>
        <pc:spChg chg="mod ord">
          <ac:chgData name="O'Neill, Shauna" userId="1d0a8ccc-c260-429c-86e4-d406a5ac1d3d" providerId="ADAL" clId="{21FFFD02-BEFB-40C0-B47C-D91DAD43227C}" dt="2024-05-02T09:51:47.212" v="5" actId="700"/>
          <ac:spMkLst>
            <pc:docMk/>
            <pc:sldMk cId="3768239847" sldId="2490"/>
            <ac:spMk id="2" creationId="{2938B11A-EAA1-497F-8394-CCFB2BA6015E}"/>
          </ac:spMkLst>
        </pc:spChg>
        <pc:spChg chg="mod ord">
          <ac:chgData name="O'Neill, Shauna" userId="1d0a8ccc-c260-429c-86e4-d406a5ac1d3d" providerId="ADAL" clId="{21FFFD02-BEFB-40C0-B47C-D91DAD43227C}" dt="2024-05-02T09:51:47.212" v="5" actId="700"/>
          <ac:spMkLst>
            <pc:docMk/>
            <pc:sldMk cId="3768239847" sldId="2490"/>
            <ac:spMk id="5" creationId="{3E207E71-74A6-4003-A9EA-9A2920DEEB54}"/>
          </ac:spMkLst>
        </pc:spChg>
      </pc:sldChg>
      <pc:sldChg chg="modSp mod modClrScheme chgLayout">
        <pc:chgData name="O'Neill, Shauna" userId="1d0a8ccc-c260-429c-86e4-d406a5ac1d3d" providerId="ADAL" clId="{21FFFD02-BEFB-40C0-B47C-D91DAD43227C}" dt="2024-05-02T09:51:47.212" v="5" actId="700"/>
        <pc:sldMkLst>
          <pc:docMk/>
          <pc:sldMk cId="74333416" sldId="2491"/>
        </pc:sldMkLst>
        <pc:spChg chg="mod ord">
          <ac:chgData name="O'Neill, Shauna" userId="1d0a8ccc-c260-429c-86e4-d406a5ac1d3d" providerId="ADAL" clId="{21FFFD02-BEFB-40C0-B47C-D91DAD43227C}" dt="2024-05-02T09:51:47.212" v="5" actId="700"/>
          <ac:spMkLst>
            <pc:docMk/>
            <pc:sldMk cId="74333416" sldId="2491"/>
            <ac:spMk id="3" creationId="{B3C54FE3-924B-4276-96AE-93BA5CA58838}"/>
          </ac:spMkLst>
        </pc:spChg>
        <pc:spChg chg="mod ord">
          <ac:chgData name="O'Neill, Shauna" userId="1d0a8ccc-c260-429c-86e4-d406a5ac1d3d" providerId="ADAL" clId="{21FFFD02-BEFB-40C0-B47C-D91DAD43227C}" dt="2024-05-02T09:51:47.212" v="5" actId="700"/>
          <ac:spMkLst>
            <pc:docMk/>
            <pc:sldMk cId="74333416" sldId="2491"/>
            <ac:spMk id="4" creationId="{75ED13A9-BCEA-490E-92E0-8DEA0B81AA30}"/>
          </ac:spMkLst>
        </pc:spChg>
      </pc:sldChg>
      <pc:sldChg chg="modSp mod modClrScheme chgLayout">
        <pc:chgData name="O'Neill, Shauna" userId="1d0a8ccc-c260-429c-86e4-d406a5ac1d3d" providerId="ADAL" clId="{21FFFD02-BEFB-40C0-B47C-D91DAD43227C}" dt="2024-05-02T09:51:47.212" v="5" actId="700"/>
        <pc:sldMkLst>
          <pc:docMk/>
          <pc:sldMk cId="2790584690" sldId="2492"/>
        </pc:sldMkLst>
        <pc:spChg chg="mod ord">
          <ac:chgData name="O'Neill, Shauna" userId="1d0a8ccc-c260-429c-86e4-d406a5ac1d3d" providerId="ADAL" clId="{21FFFD02-BEFB-40C0-B47C-D91DAD43227C}" dt="2024-05-02T09:51:47.212" v="5" actId="700"/>
          <ac:spMkLst>
            <pc:docMk/>
            <pc:sldMk cId="2790584690" sldId="2492"/>
            <ac:spMk id="3" creationId="{B3C54FE3-924B-4276-96AE-93BA5CA58838}"/>
          </ac:spMkLst>
        </pc:spChg>
        <pc:spChg chg="mod ord">
          <ac:chgData name="O'Neill, Shauna" userId="1d0a8ccc-c260-429c-86e4-d406a5ac1d3d" providerId="ADAL" clId="{21FFFD02-BEFB-40C0-B47C-D91DAD43227C}" dt="2024-05-02T09:51:47.212" v="5" actId="700"/>
          <ac:spMkLst>
            <pc:docMk/>
            <pc:sldMk cId="2790584690" sldId="2492"/>
            <ac:spMk id="4" creationId="{75ED13A9-BCEA-490E-92E0-8DEA0B81AA30}"/>
          </ac:spMkLst>
        </pc:spChg>
      </pc:sldChg>
      <pc:sldChg chg="del">
        <pc:chgData name="O'Neill, Shauna" userId="1d0a8ccc-c260-429c-86e4-d406a5ac1d3d" providerId="ADAL" clId="{21FFFD02-BEFB-40C0-B47C-D91DAD43227C}" dt="2024-05-02T09:49:01.008" v="2"/>
        <pc:sldMkLst>
          <pc:docMk/>
          <pc:sldMk cId="3807362119" sldId="3013"/>
        </pc:sldMkLst>
      </pc:sldChg>
      <pc:sldChg chg="modSp mod modClrScheme chgLayout">
        <pc:chgData name="O'Neill, Shauna" userId="1d0a8ccc-c260-429c-86e4-d406a5ac1d3d" providerId="ADAL" clId="{21FFFD02-BEFB-40C0-B47C-D91DAD43227C}" dt="2024-05-02T09:51:54.773" v="6" actId="700"/>
        <pc:sldMkLst>
          <pc:docMk/>
          <pc:sldMk cId="2668324241" sldId="3016"/>
        </pc:sldMkLst>
        <pc:spChg chg="mod ord">
          <ac:chgData name="O'Neill, Shauna" userId="1d0a8ccc-c260-429c-86e4-d406a5ac1d3d" providerId="ADAL" clId="{21FFFD02-BEFB-40C0-B47C-D91DAD43227C}" dt="2024-05-02T09:51:54.773" v="6" actId="700"/>
          <ac:spMkLst>
            <pc:docMk/>
            <pc:sldMk cId="2668324241" sldId="3016"/>
            <ac:spMk id="2" creationId="{E3CC3976-A4CA-4CCF-BF2E-0A4585EE38B3}"/>
          </ac:spMkLst>
        </pc:spChg>
        <pc:spChg chg="mod ord">
          <ac:chgData name="O'Neill, Shauna" userId="1d0a8ccc-c260-429c-86e4-d406a5ac1d3d" providerId="ADAL" clId="{21FFFD02-BEFB-40C0-B47C-D91DAD43227C}" dt="2024-05-02T09:51:54.773" v="6" actId="700"/>
          <ac:spMkLst>
            <pc:docMk/>
            <pc:sldMk cId="2668324241" sldId="3016"/>
            <ac:spMk id="5" creationId="{47209DD0-D1FC-47FB-945F-73CFC434D0C6}"/>
          </ac:spMkLst>
        </pc:spChg>
        <pc:picChg chg="mod ord">
          <ac:chgData name="O'Neill, Shauna" userId="1d0a8ccc-c260-429c-86e4-d406a5ac1d3d" providerId="ADAL" clId="{21FFFD02-BEFB-40C0-B47C-D91DAD43227C}" dt="2024-05-02T09:51:54.773" v="6" actId="700"/>
          <ac:picMkLst>
            <pc:docMk/>
            <pc:sldMk cId="2668324241" sldId="3016"/>
            <ac:picMk id="6" creationId="{D9454C82-FA31-45D2-838E-CEB2C9BDFD7A}"/>
          </ac:picMkLst>
        </pc:picChg>
      </pc:sldChg>
      <pc:sldChg chg="del">
        <pc:chgData name="O'Neill, Shauna" userId="1d0a8ccc-c260-429c-86e4-d406a5ac1d3d" providerId="ADAL" clId="{21FFFD02-BEFB-40C0-B47C-D91DAD43227C}" dt="2024-05-02T09:49:01.008" v="2"/>
        <pc:sldMkLst>
          <pc:docMk/>
          <pc:sldMk cId="3481758245" sldId="2147378362"/>
        </pc:sldMkLst>
      </pc:sldChg>
      <pc:sldChg chg="add del">
        <pc:chgData name="O'Neill, Shauna" userId="1d0a8ccc-c260-429c-86e4-d406a5ac1d3d" providerId="ADAL" clId="{21FFFD02-BEFB-40C0-B47C-D91DAD43227C}" dt="2024-05-02T09:45:36.558" v="1"/>
        <pc:sldMkLst>
          <pc:docMk/>
          <pc:sldMk cId="1591002453" sldId="2147378366"/>
        </pc:sldMkLst>
      </pc:sldChg>
      <pc:sldChg chg="del">
        <pc:chgData name="O'Neill, Shauna" userId="1d0a8ccc-c260-429c-86e4-d406a5ac1d3d" providerId="ADAL" clId="{21FFFD02-BEFB-40C0-B47C-D91DAD43227C}" dt="2024-05-02T09:49:01.008" v="2"/>
        <pc:sldMkLst>
          <pc:docMk/>
          <pc:sldMk cId="1240274402" sldId="2147378589"/>
        </pc:sldMkLst>
      </pc:sldChg>
    </pc:docChg>
  </pc:docChgLst>
  <pc:docChgLst>
    <pc:chgData name="Hill, Daniel" userId="S::manhilld@corp.jti.com::e75359db-c6a9-4245-8308-303af67184cd" providerId="AD" clId="Web-{D4E8595E-D879-C418-1104-AB368A9BE0C8}"/>
    <pc:docChg chg="sldOrd">
      <pc:chgData name="Hill, Daniel" userId="S::manhilld@corp.jti.com::e75359db-c6a9-4245-8308-303af67184cd" providerId="AD" clId="Web-{D4E8595E-D879-C418-1104-AB368A9BE0C8}" dt="2019-11-18T13:18:26.066" v="1"/>
      <pc:docMkLst>
        <pc:docMk/>
      </pc:docMkLst>
      <pc:sldChg chg="ord">
        <pc:chgData name="Hill, Daniel" userId="S::manhilld@corp.jti.com::e75359db-c6a9-4245-8308-303af67184cd" providerId="AD" clId="Web-{D4E8595E-D879-C418-1104-AB368A9BE0C8}" dt="2019-11-18T13:18:26.066" v="1"/>
        <pc:sldMkLst>
          <pc:docMk/>
          <pc:sldMk cId="799879667" sldId="2487"/>
        </pc:sldMkLst>
      </pc:sldChg>
      <pc:sldChg chg="ord">
        <pc:chgData name="Hill, Daniel" userId="S::manhilld@corp.jti.com::e75359db-c6a9-4245-8308-303af67184cd" providerId="AD" clId="Web-{D4E8595E-D879-C418-1104-AB368A9BE0C8}" dt="2019-11-18T13:14:33.600" v="0"/>
        <pc:sldMkLst>
          <pc:docMk/>
          <pc:sldMk cId="810224529" sldId="2498"/>
        </pc:sldMkLst>
      </pc:sldChg>
    </pc:docChg>
  </pc:docChgLst>
</pc:chgInfo>
</file>

<file path=ppt/notesMasters/_rels/notesMaster1.xml.rels><?xml version="1.0" encoding="UTF-8" standalone="yes"?>
<Relationships xmlns="http://schemas.openxmlformats.org/package/2006/relationships"><Relationship Id="rId1" Type="http://schemas.openxmlformats.org/officeDocument/2006/relationships/theme" Target="../theme/theme3.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GB"/>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7E545EF1-4329-44A5-9867-932B8118BE41}" type="datetimeFigureOut">
              <a:rPr lang="en-GB" smtClean="0"/>
              <a:t>02/05/2024</a:t>
            </a:fld>
            <a:endParaRPr lang="en-GB"/>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GB"/>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GB"/>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GB"/>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7337F8B-B1F6-4E87-A7EA-71EE764FF306}" type="slidenum">
              <a:rPr lang="en-GB" smtClean="0"/>
              <a:t>‹#›</a:t>
            </a:fld>
            <a:endParaRPr lang="en-GB"/>
          </a:p>
        </p:txBody>
      </p:sp>
    </p:spTree>
    <p:extLst>
      <p:ext uri="{BB962C8B-B14F-4D97-AF65-F5344CB8AC3E}">
        <p14:creationId xmlns:p14="http://schemas.microsoft.com/office/powerpoint/2010/main" val="3661641633"/>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slideLayouts/_rels/slideLayout1.xml.rels><?xml version="1.0" encoding="UTF-8" standalone="yes"?>
<Relationships xmlns="http://schemas.openxmlformats.org/package/2006/relationships"><Relationship Id="rId3" Type="http://schemas.openxmlformats.org/officeDocument/2006/relationships/image" Target="../media/image2.emf"/><Relationship Id="rId2" Type="http://schemas.openxmlformats.org/officeDocument/2006/relationships/image" Target="../media/image1.jpeg"/><Relationship Id="rId1" Type="http://schemas.openxmlformats.org/officeDocument/2006/relationships/slideMaster" Target="../slideMasters/slideMaster1.xml"/><Relationship Id="rId4" Type="http://schemas.openxmlformats.org/officeDocument/2006/relationships/image" Target="../media/image3.png"/></Relationships>
</file>

<file path=ppt/slideLayouts/_rels/slideLayout2.xml.rels><?xml version="1.0" encoding="UTF-8" standalone="yes"?>
<Relationships xmlns="http://schemas.openxmlformats.org/package/2006/relationships"><Relationship Id="rId2" Type="http://schemas.openxmlformats.org/officeDocument/2006/relationships/image" Target="../media/image4.png"/><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2" Type="http://schemas.openxmlformats.org/officeDocument/2006/relationships/image" Target="../media/image4.png"/><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2" Type="http://schemas.openxmlformats.org/officeDocument/2006/relationships/image" Target="../media/image4.png"/><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2" Type="http://schemas.openxmlformats.org/officeDocument/2006/relationships/image" Target="../media/image5.jpeg"/><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image" Target="../media/image1.jpeg"/><Relationship Id="rId1" Type="http://schemas.openxmlformats.org/officeDocument/2006/relationships/slideMaster" Target="../slideMasters/slideMaster2.xml"/></Relationships>
</file>

<file path=ppt/slideLayouts/_rels/slideLayout8.xml.rels><?xml version="1.0" encoding="UTF-8" standalone="yes"?>
<Relationships xmlns="http://schemas.openxmlformats.org/package/2006/relationships"><Relationship Id="rId2" Type="http://schemas.openxmlformats.org/officeDocument/2006/relationships/image" Target="../media/image4.png"/><Relationship Id="rId1" Type="http://schemas.openxmlformats.org/officeDocument/2006/relationships/slideMaster" Target="../slideMasters/slideMaster2.xml"/></Relationships>
</file>

<file path=ppt/slideLayouts/_rels/slideLayout9.xml.rels><?xml version="1.0" encoding="UTF-8" standalone="yes"?>
<Relationships xmlns="http://schemas.openxmlformats.org/package/2006/relationships"><Relationship Id="rId2" Type="http://schemas.openxmlformats.org/officeDocument/2006/relationships/image" Target="../media/image4.png"/><Relationship Id="rId1" Type="http://schemas.openxmlformats.org/officeDocument/2006/relationships/slideMaster" Target="../slideMasters/slideMaster2.xml"/></Relationships>
</file>

<file path=ppt/slideLayouts/_rels/slideLayout10.xml.rels><?xml version="1.0" encoding="UTF-8" standalone="yes"?>
<Relationships xmlns="http://schemas.openxmlformats.org/package/2006/relationships"><Relationship Id="rId2" Type="http://schemas.openxmlformats.org/officeDocument/2006/relationships/image" Target="../media/image4.png"/><Relationship Id="rId1" Type="http://schemas.openxmlformats.org/officeDocument/2006/relationships/slideMaster" Target="../slideMasters/slideMaster2.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2.xml.rels><?xml version="1.0" encoding="UTF-8" standalone="yes"?>
<Relationships xmlns="http://schemas.openxmlformats.org/package/2006/relationships"><Relationship Id="rId3" Type="http://schemas.openxmlformats.org/officeDocument/2006/relationships/image" Target="../media/image8.emf"/><Relationship Id="rId2" Type="http://schemas.openxmlformats.org/officeDocument/2006/relationships/image" Target="../media/image7.jpeg"/><Relationship Id="rId1" Type="http://schemas.openxmlformats.org/officeDocument/2006/relationships/slideMaster" Target="../slideMasters/slideMaster2.xml"/><Relationship Id="rId4" Type="http://schemas.openxmlformats.org/officeDocument/2006/relationships/image" Target="../media/image4.png"/></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userDrawn="1">
  <p:cSld name="Image Title">
    <p:spTree>
      <p:nvGrpSpPr>
        <p:cNvPr id="1" name=""/>
        <p:cNvGrpSpPr/>
        <p:nvPr/>
      </p:nvGrpSpPr>
      <p:grpSpPr>
        <a:xfrm>
          <a:off x="0" y="0"/>
          <a:ext cx="0" cy="0"/>
          <a:chOff x="0" y="0"/>
          <a:chExt cx="0" cy="0"/>
        </a:xfrm>
      </p:grpSpPr>
      <p:pic>
        <p:nvPicPr>
          <p:cNvPr id="4" name="Picture 3"/>
          <p:cNvPicPr>
            <a:picLocks noChangeAspect="1"/>
          </p:cNvPicPr>
          <p:nvPr userDrawn="1"/>
        </p:nvPicPr>
        <p:blipFill>
          <a:blip r:embed="rId2" cstate="email">
            <a:extLst>
              <a:ext uri="{28A0092B-C50C-407E-A947-70E740481C1C}">
                <a14:useLocalDpi xmlns:a14="http://schemas.microsoft.com/office/drawing/2010/main"/>
              </a:ext>
            </a:extLst>
          </a:blip>
          <a:stretch>
            <a:fillRect/>
          </a:stretch>
        </p:blipFill>
        <p:spPr>
          <a:xfrm>
            <a:off x="0" y="646816"/>
            <a:ext cx="12193200" cy="4990620"/>
          </a:xfrm>
          <a:prstGeom prst="rect">
            <a:avLst/>
          </a:prstGeom>
        </p:spPr>
      </p:pic>
      <p:sp>
        <p:nvSpPr>
          <p:cNvPr id="6" name="Rectangle 5"/>
          <p:cNvSpPr/>
          <p:nvPr userDrawn="1"/>
        </p:nvSpPr>
        <p:spPr>
          <a:xfrm>
            <a:off x="0" y="4199439"/>
            <a:ext cx="12192000" cy="1440000"/>
          </a:xfrm>
          <a:prstGeom prst="rect">
            <a:avLst/>
          </a:prstGeom>
          <a:solidFill>
            <a:schemeClr val="accent1">
              <a:alpha val="7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a:p>
        </p:txBody>
      </p:sp>
      <p:pic>
        <p:nvPicPr>
          <p:cNvPr id="12" name="Picture 11">
            <a:extLst>
              <a:ext uri="{FF2B5EF4-FFF2-40B4-BE49-F238E27FC236}">
                <a16:creationId xmlns:a16="http://schemas.microsoft.com/office/drawing/2014/main" id="{6480B215-A81F-481D-8C0E-6BF46A615633}"/>
              </a:ext>
            </a:extLst>
          </p:cNvPr>
          <p:cNvPicPr>
            <a:picLocks noChangeAspect="1"/>
          </p:cNvPicPr>
          <p:nvPr userDrawn="1"/>
        </p:nvPicPr>
        <p:blipFill>
          <a:blip r:embed="rId3" cstate="email">
            <a:extLst>
              <a:ext uri="{28A0092B-C50C-407E-A947-70E740481C1C}">
                <a14:useLocalDpi xmlns:a14="http://schemas.microsoft.com/office/drawing/2010/main"/>
              </a:ext>
            </a:extLst>
          </a:blip>
          <a:stretch>
            <a:fillRect/>
          </a:stretch>
        </p:blipFill>
        <p:spPr>
          <a:xfrm>
            <a:off x="11038999" y="5879560"/>
            <a:ext cx="829976" cy="621252"/>
          </a:xfrm>
          <a:prstGeom prst="rect">
            <a:avLst/>
          </a:prstGeom>
        </p:spPr>
      </p:pic>
      <p:sp>
        <p:nvSpPr>
          <p:cNvPr id="2" name="Title 1">
            <a:extLst>
              <a:ext uri="{FF2B5EF4-FFF2-40B4-BE49-F238E27FC236}">
                <a16:creationId xmlns:a16="http://schemas.microsoft.com/office/drawing/2014/main" id="{4D6C11B0-82D2-4B1D-A080-5DEC7B98E43A}"/>
              </a:ext>
            </a:extLst>
          </p:cNvPr>
          <p:cNvSpPr>
            <a:spLocks noGrp="1"/>
          </p:cNvSpPr>
          <p:nvPr>
            <p:ph type="ctrTitle"/>
          </p:nvPr>
        </p:nvSpPr>
        <p:spPr>
          <a:xfrm>
            <a:off x="514350" y="4199439"/>
            <a:ext cx="8472253" cy="1440000"/>
          </a:xfrm>
        </p:spPr>
        <p:txBody>
          <a:bodyPr anchor="ctr" anchorCtr="0"/>
          <a:lstStyle>
            <a:lvl1pPr algn="l">
              <a:defRPr sz="4400" b="1" cap="all" baseline="0">
                <a:solidFill>
                  <a:schemeClr val="bg1"/>
                </a:solidFill>
              </a:defRPr>
            </a:lvl1pPr>
          </a:lstStyle>
          <a:p>
            <a:r>
              <a:rPr lang="en-US"/>
              <a:t>Click to edit Master title style</a:t>
            </a:r>
            <a:endParaRPr lang="en-GB"/>
          </a:p>
        </p:txBody>
      </p:sp>
      <p:pic>
        <p:nvPicPr>
          <p:cNvPr id="7" name="Picture 6"/>
          <p:cNvPicPr>
            <a:picLocks noChangeAspect="1"/>
          </p:cNvPicPr>
          <p:nvPr userDrawn="1"/>
        </p:nvPicPr>
        <p:blipFill>
          <a:blip r:embed="rId4" cstate="email">
            <a:extLst>
              <a:ext uri="{28A0092B-C50C-407E-A947-70E740481C1C}">
                <a14:useLocalDpi xmlns:a14="http://schemas.microsoft.com/office/drawing/2010/main"/>
              </a:ext>
            </a:extLst>
          </a:blip>
          <a:stretch>
            <a:fillRect/>
          </a:stretch>
        </p:blipFill>
        <p:spPr>
          <a:xfrm>
            <a:off x="10725975" y="4347939"/>
            <a:ext cx="1143000" cy="1143000"/>
          </a:xfrm>
          <a:prstGeom prst="rect">
            <a:avLst/>
          </a:prstGeom>
        </p:spPr>
      </p:pic>
    </p:spTree>
    <p:extLst>
      <p:ext uri="{BB962C8B-B14F-4D97-AF65-F5344CB8AC3E}">
        <p14:creationId xmlns:p14="http://schemas.microsoft.com/office/powerpoint/2010/main" val="1870894215"/>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2F2BE79-9CF6-49D0-828F-83304EE10FA4}"/>
              </a:ext>
            </a:extLst>
          </p:cNvPr>
          <p:cNvSpPr>
            <a:spLocks noGrp="1"/>
          </p:cNvSpPr>
          <p:nvPr>
            <p:ph type="title"/>
          </p:nvPr>
        </p:nvSpPr>
        <p:spPr>
          <a:xfrm>
            <a:off x="1511276" y="210344"/>
            <a:ext cx="8902723" cy="984247"/>
          </a:xfrm>
        </p:spPr>
        <p:txBody>
          <a:bodyPr/>
          <a:lstStyle/>
          <a:p>
            <a:r>
              <a:rPr lang="en-US"/>
              <a:t>Click to edit Master title style</a:t>
            </a:r>
            <a:endParaRPr lang="en-GB"/>
          </a:p>
        </p:txBody>
      </p:sp>
      <p:sp>
        <p:nvSpPr>
          <p:cNvPr id="3" name="Content Placeholder 2">
            <a:extLst>
              <a:ext uri="{FF2B5EF4-FFF2-40B4-BE49-F238E27FC236}">
                <a16:creationId xmlns:a16="http://schemas.microsoft.com/office/drawing/2014/main" id="{15131794-EBBB-48C2-B2AE-5771C52F061C}"/>
              </a:ext>
            </a:extLst>
          </p:cNvPr>
          <p:cNvSpPr>
            <a:spLocks noGrp="1"/>
          </p:cNvSpPr>
          <p:nvPr>
            <p:ph idx="1"/>
          </p:nvPr>
        </p:nvSpPr>
        <p:spPr/>
        <p:txBody>
          <a:bodyPr/>
          <a:lstStyle>
            <a:lvl3pPr marL="400050" indent="-195263">
              <a:defRPr/>
            </a:lvl3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GB"/>
          </a:p>
        </p:txBody>
      </p:sp>
      <p:sp>
        <p:nvSpPr>
          <p:cNvPr id="5" name="Footer Placeholder 4">
            <a:extLst>
              <a:ext uri="{FF2B5EF4-FFF2-40B4-BE49-F238E27FC236}">
                <a16:creationId xmlns:a16="http://schemas.microsoft.com/office/drawing/2014/main" id="{E9A396C8-82EE-4828-BB90-F70077CC6504}"/>
              </a:ext>
            </a:extLst>
          </p:cNvPr>
          <p:cNvSpPr>
            <a:spLocks noGrp="1"/>
          </p:cNvSpPr>
          <p:nvPr>
            <p:ph type="ftr" sz="quarter" idx="11"/>
          </p:nvPr>
        </p:nvSpPr>
        <p:spPr/>
        <p:txBody>
          <a:bodyPr/>
          <a:lstStyle/>
          <a:p>
            <a:r>
              <a:rPr lang="en-GB"/>
              <a:t>Presentation title in footer</a:t>
            </a:r>
          </a:p>
        </p:txBody>
      </p:sp>
      <p:sp>
        <p:nvSpPr>
          <p:cNvPr id="6" name="Slide Number Placeholder 5">
            <a:extLst>
              <a:ext uri="{FF2B5EF4-FFF2-40B4-BE49-F238E27FC236}">
                <a16:creationId xmlns:a16="http://schemas.microsoft.com/office/drawing/2014/main" id="{033CAEA2-92AB-4512-A9D7-FD0A72486257}"/>
              </a:ext>
            </a:extLst>
          </p:cNvPr>
          <p:cNvSpPr>
            <a:spLocks noGrp="1"/>
          </p:cNvSpPr>
          <p:nvPr>
            <p:ph type="sldNum" sz="quarter" idx="12"/>
          </p:nvPr>
        </p:nvSpPr>
        <p:spPr/>
        <p:txBody>
          <a:bodyPr/>
          <a:lstStyle/>
          <a:p>
            <a:fld id="{F4C94289-3309-4C35-850A-56FD49B3E346}" type="slidenum">
              <a:rPr lang="en-GB" smtClean="0"/>
              <a:t>‹#›</a:t>
            </a:fld>
            <a:endParaRPr lang="en-GB"/>
          </a:p>
        </p:txBody>
      </p:sp>
      <p:grpSp>
        <p:nvGrpSpPr>
          <p:cNvPr id="7" name="Group 6"/>
          <p:cNvGrpSpPr/>
          <p:nvPr userDrawn="1"/>
        </p:nvGrpSpPr>
        <p:grpSpPr>
          <a:xfrm>
            <a:off x="10086109" y="417870"/>
            <a:ext cx="2105891" cy="569193"/>
            <a:chOff x="10086109" y="5763491"/>
            <a:chExt cx="2105891" cy="569193"/>
          </a:xfrm>
        </p:grpSpPr>
        <p:sp>
          <p:nvSpPr>
            <p:cNvPr id="8" name="Rectangle 7"/>
            <p:cNvSpPr/>
            <p:nvPr/>
          </p:nvSpPr>
          <p:spPr>
            <a:xfrm>
              <a:off x="10086109" y="5763491"/>
              <a:ext cx="2105891" cy="519040"/>
            </a:xfrm>
            <a:prstGeom prst="rect">
              <a:avLst/>
            </a:prstGeom>
            <a:solidFill>
              <a:schemeClr val="accent1">
                <a:lumMod val="60000"/>
                <a:lumOff val="4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ru-RU"/>
            </a:p>
          </p:txBody>
        </p:sp>
        <p:grpSp>
          <p:nvGrpSpPr>
            <p:cNvPr id="9" name="Group 8"/>
            <p:cNvGrpSpPr/>
            <p:nvPr/>
          </p:nvGrpSpPr>
          <p:grpSpPr>
            <a:xfrm>
              <a:off x="10538695" y="5812704"/>
              <a:ext cx="1343888" cy="519980"/>
              <a:chOff x="515938" y="466803"/>
              <a:chExt cx="2499478" cy="967103"/>
            </a:xfrm>
          </p:grpSpPr>
          <p:grpSp>
            <p:nvGrpSpPr>
              <p:cNvPr id="10" name="Group 9"/>
              <p:cNvGrpSpPr/>
              <p:nvPr/>
            </p:nvGrpSpPr>
            <p:grpSpPr>
              <a:xfrm>
                <a:off x="515938" y="466803"/>
                <a:ext cx="281354" cy="780960"/>
                <a:chOff x="4342156" y="2541184"/>
                <a:chExt cx="219003" cy="683186"/>
              </a:xfrm>
            </p:grpSpPr>
            <p:sp>
              <p:nvSpPr>
                <p:cNvPr id="12" name="Rectangle 11"/>
                <p:cNvSpPr/>
                <p:nvPr/>
              </p:nvSpPr>
              <p:spPr>
                <a:xfrm>
                  <a:off x="4342156" y="2541184"/>
                  <a:ext cx="92606" cy="544709"/>
                </a:xfrm>
                <a:prstGeom prst="rect">
                  <a:avLst/>
                </a:prstGeom>
                <a:solidFill>
                  <a:schemeClr val="tx2"/>
                </a:solidFill>
                <a:ln w="19050" cap="flat" cmpd="sng" algn="ctr">
                  <a:noFill/>
                  <a:prstDash val="solid"/>
                  <a:miter lim="800000"/>
                </a:ln>
                <a:effectLst/>
              </p:spPr>
              <p:txBody>
                <a:bodyPr rot="0" spcFirstLastPara="0" vert="horz" wrap="square" lIns="91440" tIns="45720" rIns="91440" bIns="45720" numCol="1" spcCol="0" rtlCol="0" fromWordArt="0" anchor="ctr" anchorCtr="0" forceAA="0" compatLnSpc="1">
                  <a:prstTxWarp prst="textNoShape">
                    <a:avLst/>
                  </a:prstTxWarp>
                  <a:noAutofit/>
                </a:bodyP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en-GB" sz="1800" b="0" i="0" u="none" strike="noStrike" kern="0" cap="none" spc="0" normalizeH="0" baseline="0" noProof="0">
                    <a:ln>
                      <a:noFill/>
                    </a:ln>
                    <a:solidFill>
                      <a:srgbClr val="FFFFFF"/>
                    </a:solidFill>
                    <a:effectLst/>
                    <a:uLnTx/>
                    <a:uFillTx/>
                    <a:latin typeface="Arial"/>
                    <a:ea typeface="+mn-ea"/>
                    <a:cs typeface="+mn-cs"/>
                  </a:endParaRPr>
                </a:p>
              </p:txBody>
            </p:sp>
            <p:sp>
              <p:nvSpPr>
                <p:cNvPr id="13" name="Rounded Rectangle 12"/>
                <p:cNvSpPr/>
                <p:nvPr/>
              </p:nvSpPr>
              <p:spPr bwMode="auto">
                <a:xfrm>
                  <a:off x="4475003" y="2541184"/>
                  <a:ext cx="86156" cy="683186"/>
                </a:xfrm>
                <a:prstGeom prst="roundRect">
                  <a:avLst>
                    <a:gd name="adj" fmla="val 6597"/>
                  </a:avLst>
                </a:prstGeom>
                <a:solidFill>
                  <a:schemeClr val="bg1"/>
                </a:solidFill>
                <a:ln>
                  <a:noFill/>
                </a:ln>
                <a:effectLst/>
              </p:spPr>
              <p:txBody>
                <a:bodyPr vert="horz" wrap="square" lIns="0" tIns="0" rIns="0" bIns="0" numCol="1" rtlCol="0" anchor="ctr" anchorCtr="1" compatLnSpc="1">
                  <a:prstTxWarp prst="textNoShape">
                    <a:avLst/>
                  </a:prstTxWarp>
                </a:bodyPr>
                <a:lstStyle/>
                <a:p>
                  <a:pPr marL="0" marR="0" lvl="0" indent="0" defTabSz="914400" eaLnBrk="1" fontAlgn="base" latinLnBrk="0" hangingPunct="1">
                    <a:lnSpc>
                      <a:spcPct val="100000"/>
                    </a:lnSpc>
                    <a:spcBef>
                      <a:spcPct val="20000"/>
                    </a:spcBef>
                    <a:spcAft>
                      <a:spcPct val="0"/>
                    </a:spcAft>
                    <a:buClrTx/>
                    <a:buSzTx/>
                    <a:buFontTx/>
                    <a:buNone/>
                    <a:tabLst/>
                    <a:defRPr/>
                  </a:pPr>
                  <a:endParaRPr kumimoji="0" lang="en-US" sz="1500" b="0" i="0" u="none" strike="noStrike" kern="0" cap="none" spc="0" normalizeH="0" baseline="0" noProof="0">
                    <a:ln>
                      <a:noFill/>
                    </a:ln>
                    <a:solidFill>
                      <a:srgbClr val="122632"/>
                    </a:solidFill>
                    <a:effectLst/>
                    <a:uLnTx/>
                    <a:uFillTx/>
                    <a:ea typeface="ＭＳ Ｐゴシック" charset="0"/>
                  </a:endParaRPr>
                </a:p>
              </p:txBody>
            </p:sp>
          </p:grpSp>
          <p:sp>
            <p:nvSpPr>
              <p:cNvPr id="11" name="TextBox 10"/>
              <p:cNvSpPr txBox="1"/>
              <p:nvPr/>
            </p:nvSpPr>
            <p:spPr>
              <a:xfrm>
                <a:off x="891194" y="589844"/>
                <a:ext cx="2124222" cy="844062"/>
              </a:xfrm>
              <a:prstGeom prst="rect">
                <a:avLst/>
              </a:prstGeom>
              <a:noFill/>
            </p:spPr>
            <p:txBody>
              <a:bodyPr wrap="square" lIns="0" tIns="0" rIns="0" bIns="0" rtlCol="0">
                <a:noAutofit/>
              </a:bodyPr>
              <a:lstStyle/>
              <a:p>
                <a:pPr algn="l"/>
                <a:r>
                  <a:rPr lang="en-US" sz="2000" b="1">
                    <a:solidFill>
                      <a:schemeClr val="bg1"/>
                    </a:solidFill>
                  </a:rPr>
                  <a:t>S4F-ERP</a:t>
                </a:r>
              </a:p>
            </p:txBody>
          </p:sp>
        </p:grpSp>
      </p:grpSp>
      <p:sp>
        <p:nvSpPr>
          <p:cNvPr id="14" name="Rectangle 13"/>
          <p:cNvSpPr/>
          <p:nvPr userDrawn="1"/>
        </p:nvSpPr>
        <p:spPr>
          <a:xfrm>
            <a:off x="0" y="678873"/>
            <a:ext cx="207818" cy="5968783"/>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ru-RU"/>
          </a:p>
        </p:txBody>
      </p:sp>
      <p:grpSp>
        <p:nvGrpSpPr>
          <p:cNvPr id="21" name="Group 20"/>
          <p:cNvGrpSpPr/>
          <p:nvPr userDrawn="1"/>
        </p:nvGrpSpPr>
        <p:grpSpPr>
          <a:xfrm>
            <a:off x="515937" y="326276"/>
            <a:ext cx="902611" cy="902611"/>
            <a:chOff x="515937" y="326276"/>
            <a:chExt cx="902611" cy="902611"/>
          </a:xfrm>
        </p:grpSpPr>
        <p:grpSp>
          <p:nvGrpSpPr>
            <p:cNvPr id="17" name="Group 16"/>
            <p:cNvGrpSpPr/>
            <p:nvPr/>
          </p:nvGrpSpPr>
          <p:grpSpPr>
            <a:xfrm>
              <a:off x="515937" y="326276"/>
              <a:ext cx="902611" cy="902611"/>
              <a:chOff x="4492144" y="190843"/>
              <a:chExt cx="855656" cy="855656"/>
            </a:xfrm>
          </p:grpSpPr>
          <p:sp>
            <p:nvSpPr>
              <p:cNvPr id="18" name="Oval 17"/>
              <p:cNvSpPr/>
              <p:nvPr/>
            </p:nvSpPr>
            <p:spPr>
              <a:xfrm>
                <a:off x="4492144" y="190843"/>
                <a:ext cx="855656" cy="855656"/>
              </a:xfrm>
              <a:prstGeom prst="ellipse">
                <a:avLst/>
              </a:prstGeom>
              <a:solidFill>
                <a:schemeClr val="bg1"/>
              </a:solidFill>
              <a:ln w="76200">
                <a:noFill/>
              </a:ln>
              <a:effectLst>
                <a:outerShdw blurRad="50800" dist="38100" dir="10800000" algn="r"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a:p>
            </p:txBody>
          </p:sp>
          <p:sp>
            <p:nvSpPr>
              <p:cNvPr id="19" name="Oval 18"/>
              <p:cNvSpPr/>
              <p:nvPr/>
            </p:nvSpPr>
            <p:spPr>
              <a:xfrm>
                <a:off x="4551137" y="249836"/>
                <a:ext cx="737671" cy="737671"/>
              </a:xfrm>
              <a:prstGeom prst="ellipse">
                <a:avLst/>
              </a:prstGeom>
              <a:solidFill>
                <a:schemeClr val="accent1"/>
              </a:solidFill>
              <a:ln w="76200">
                <a:noFill/>
              </a:ln>
              <a:effectLst>
                <a:innerShdw blurRad="63500" dist="50800" dir="13500000">
                  <a:prstClr val="black">
                    <a:alpha val="50000"/>
                  </a:prstClr>
                </a:inn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a:p>
            </p:txBody>
          </p:sp>
        </p:grpSp>
        <p:pic>
          <p:nvPicPr>
            <p:cNvPr id="20" name="Picture 19"/>
            <p:cNvPicPr>
              <a:picLocks noChangeAspect="1"/>
            </p:cNvPicPr>
            <p:nvPr userDrawn="1"/>
          </p:nvPicPr>
          <p:blipFill>
            <a:blip r:embed="rId2" cstate="email">
              <a:extLst>
                <a:ext uri="{28A0092B-C50C-407E-A947-70E740481C1C}">
                  <a14:useLocalDpi xmlns:a14="http://schemas.microsoft.com/office/drawing/2010/main"/>
                </a:ext>
              </a:extLst>
            </a:blip>
            <a:stretch>
              <a:fillRect/>
            </a:stretch>
          </p:blipFill>
          <p:spPr>
            <a:xfrm>
              <a:off x="695901" y="533238"/>
              <a:ext cx="505958" cy="505958"/>
            </a:xfrm>
            <a:prstGeom prst="rect">
              <a:avLst/>
            </a:prstGeom>
          </p:spPr>
        </p:pic>
      </p:grpSp>
    </p:spTree>
    <p:extLst>
      <p:ext uri="{BB962C8B-B14F-4D97-AF65-F5344CB8AC3E}">
        <p14:creationId xmlns:p14="http://schemas.microsoft.com/office/powerpoint/2010/main" val="4020660439"/>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obj" preserve="1">
  <p:cSld name="Two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2F2BE79-9CF6-49D0-828F-83304EE10FA4}"/>
              </a:ext>
            </a:extLst>
          </p:cNvPr>
          <p:cNvSpPr>
            <a:spLocks noGrp="1"/>
          </p:cNvSpPr>
          <p:nvPr>
            <p:ph type="title"/>
          </p:nvPr>
        </p:nvSpPr>
        <p:spPr>
          <a:xfrm>
            <a:off x="1511277" y="210344"/>
            <a:ext cx="8902723" cy="984247"/>
          </a:xfrm>
        </p:spPr>
        <p:txBody>
          <a:bodyPr/>
          <a:lstStyle/>
          <a:p>
            <a:r>
              <a:rPr lang="en-US"/>
              <a:t>Click to edit Master title style</a:t>
            </a:r>
            <a:endParaRPr lang="en-GB"/>
          </a:p>
        </p:txBody>
      </p:sp>
      <p:sp>
        <p:nvSpPr>
          <p:cNvPr id="3" name="Content Placeholder 2">
            <a:extLst>
              <a:ext uri="{FF2B5EF4-FFF2-40B4-BE49-F238E27FC236}">
                <a16:creationId xmlns:a16="http://schemas.microsoft.com/office/drawing/2014/main" id="{15131794-EBBB-48C2-B2AE-5771C52F061C}"/>
              </a:ext>
            </a:extLst>
          </p:cNvPr>
          <p:cNvSpPr>
            <a:spLocks noGrp="1"/>
          </p:cNvSpPr>
          <p:nvPr>
            <p:ph idx="1"/>
          </p:nvPr>
        </p:nvSpPr>
        <p:spPr>
          <a:xfrm>
            <a:off x="515937" y="1695450"/>
            <a:ext cx="4824413" cy="4587081"/>
          </a:xfrm>
        </p:spPr>
        <p:txBody>
          <a:bodyPr/>
          <a:lstStyle>
            <a:lvl1pPr>
              <a:defRPr sz="1400"/>
            </a:lvl1pPr>
            <a:lvl2pPr marL="165100" indent="-165100">
              <a:defRPr sz="1400"/>
            </a:lvl2pPr>
            <a:lvl3pPr marL="344488" indent="-160338">
              <a:defRPr sz="1200"/>
            </a:lvl3pPr>
            <a:lvl4pPr marL="544513" indent="-184150">
              <a:defRPr sz="1100"/>
            </a:lvl4pPr>
            <a:lvl5pPr marL="746125" indent="-176213">
              <a:defRPr sz="1100"/>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GB"/>
          </a:p>
        </p:txBody>
      </p:sp>
      <p:sp>
        <p:nvSpPr>
          <p:cNvPr id="5" name="Footer Placeholder 4">
            <a:extLst>
              <a:ext uri="{FF2B5EF4-FFF2-40B4-BE49-F238E27FC236}">
                <a16:creationId xmlns:a16="http://schemas.microsoft.com/office/drawing/2014/main" id="{E9A396C8-82EE-4828-BB90-F70077CC6504}"/>
              </a:ext>
            </a:extLst>
          </p:cNvPr>
          <p:cNvSpPr>
            <a:spLocks noGrp="1"/>
          </p:cNvSpPr>
          <p:nvPr>
            <p:ph type="ftr" sz="quarter" idx="11"/>
          </p:nvPr>
        </p:nvSpPr>
        <p:spPr/>
        <p:txBody>
          <a:bodyPr/>
          <a:lstStyle/>
          <a:p>
            <a:r>
              <a:rPr lang="en-GB"/>
              <a:t>Presentation title in footer</a:t>
            </a:r>
          </a:p>
        </p:txBody>
      </p:sp>
      <p:sp>
        <p:nvSpPr>
          <p:cNvPr id="6" name="Slide Number Placeholder 5">
            <a:extLst>
              <a:ext uri="{FF2B5EF4-FFF2-40B4-BE49-F238E27FC236}">
                <a16:creationId xmlns:a16="http://schemas.microsoft.com/office/drawing/2014/main" id="{033CAEA2-92AB-4512-A9D7-FD0A72486257}"/>
              </a:ext>
            </a:extLst>
          </p:cNvPr>
          <p:cNvSpPr>
            <a:spLocks noGrp="1"/>
          </p:cNvSpPr>
          <p:nvPr>
            <p:ph type="sldNum" sz="quarter" idx="12"/>
          </p:nvPr>
        </p:nvSpPr>
        <p:spPr/>
        <p:txBody>
          <a:bodyPr/>
          <a:lstStyle/>
          <a:p>
            <a:fld id="{F4C94289-3309-4C35-850A-56FD49B3E346}" type="slidenum">
              <a:rPr lang="en-GB" smtClean="0"/>
              <a:t>‹#›</a:t>
            </a:fld>
            <a:endParaRPr lang="en-GB"/>
          </a:p>
        </p:txBody>
      </p:sp>
      <p:sp>
        <p:nvSpPr>
          <p:cNvPr id="7" name="Content Placeholder 2">
            <a:extLst>
              <a:ext uri="{FF2B5EF4-FFF2-40B4-BE49-F238E27FC236}">
                <a16:creationId xmlns:a16="http://schemas.microsoft.com/office/drawing/2014/main" id="{50463241-5450-4976-8525-5C06611D08BF}"/>
              </a:ext>
            </a:extLst>
          </p:cNvPr>
          <p:cNvSpPr>
            <a:spLocks noGrp="1"/>
          </p:cNvSpPr>
          <p:nvPr>
            <p:ph idx="13"/>
          </p:nvPr>
        </p:nvSpPr>
        <p:spPr>
          <a:xfrm>
            <a:off x="5591175" y="1695450"/>
            <a:ext cx="6084886" cy="4587081"/>
          </a:xfrm>
        </p:spPr>
        <p:txBody>
          <a:bodyPr/>
          <a:lstStyle>
            <a:lvl1pPr>
              <a:defRPr sz="1400"/>
            </a:lvl1pPr>
            <a:lvl2pPr marL="165100" indent="-165100">
              <a:defRPr sz="1400"/>
            </a:lvl2pPr>
            <a:lvl3pPr marL="344488" indent="-160338">
              <a:defRPr sz="1200"/>
            </a:lvl3pPr>
            <a:lvl4pPr marL="544513" indent="-184150">
              <a:defRPr sz="1100"/>
            </a:lvl4pPr>
            <a:lvl5pPr marL="746125" indent="-176213">
              <a:defRPr sz="1100"/>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GB"/>
          </a:p>
        </p:txBody>
      </p:sp>
      <p:cxnSp>
        <p:nvCxnSpPr>
          <p:cNvPr id="9" name="Straight Connector 8"/>
          <p:cNvCxnSpPr/>
          <p:nvPr userDrawn="1"/>
        </p:nvCxnSpPr>
        <p:spPr>
          <a:xfrm>
            <a:off x="515938" y="1344706"/>
            <a:ext cx="11160123" cy="0"/>
          </a:xfrm>
          <a:prstGeom prst="line">
            <a:avLst/>
          </a:prstGeom>
          <a:ln w="9525">
            <a:solidFill>
              <a:schemeClr val="tx1"/>
            </a:solidFill>
          </a:ln>
        </p:spPr>
        <p:style>
          <a:lnRef idx="1">
            <a:schemeClr val="accent1"/>
          </a:lnRef>
          <a:fillRef idx="0">
            <a:schemeClr val="accent1"/>
          </a:fillRef>
          <a:effectRef idx="0">
            <a:schemeClr val="accent1"/>
          </a:effectRef>
          <a:fontRef idx="minor">
            <a:schemeClr val="tx1"/>
          </a:fontRef>
        </p:style>
      </p:cxnSp>
      <p:grpSp>
        <p:nvGrpSpPr>
          <p:cNvPr id="10" name="Group 9"/>
          <p:cNvGrpSpPr/>
          <p:nvPr userDrawn="1"/>
        </p:nvGrpSpPr>
        <p:grpSpPr>
          <a:xfrm>
            <a:off x="10086109" y="417870"/>
            <a:ext cx="2105891" cy="569193"/>
            <a:chOff x="10086109" y="5763491"/>
            <a:chExt cx="2105891" cy="569193"/>
          </a:xfrm>
        </p:grpSpPr>
        <p:sp>
          <p:nvSpPr>
            <p:cNvPr id="11" name="Rectangle 10"/>
            <p:cNvSpPr/>
            <p:nvPr/>
          </p:nvSpPr>
          <p:spPr>
            <a:xfrm>
              <a:off x="10086109" y="5763491"/>
              <a:ext cx="2105891" cy="519040"/>
            </a:xfrm>
            <a:prstGeom prst="rect">
              <a:avLst/>
            </a:prstGeom>
            <a:solidFill>
              <a:schemeClr val="accent1">
                <a:lumMod val="60000"/>
                <a:lumOff val="4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ru-RU"/>
            </a:p>
          </p:txBody>
        </p:sp>
        <p:grpSp>
          <p:nvGrpSpPr>
            <p:cNvPr id="12" name="Group 11"/>
            <p:cNvGrpSpPr/>
            <p:nvPr/>
          </p:nvGrpSpPr>
          <p:grpSpPr>
            <a:xfrm>
              <a:off x="10538695" y="5812704"/>
              <a:ext cx="1343888" cy="519980"/>
              <a:chOff x="515938" y="466803"/>
              <a:chExt cx="2499478" cy="967103"/>
            </a:xfrm>
          </p:grpSpPr>
          <p:grpSp>
            <p:nvGrpSpPr>
              <p:cNvPr id="13" name="Group 12"/>
              <p:cNvGrpSpPr/>
              <p:nvPr/>
            </p:nvGrpSpPr>
            <p:grpSpPr>
              <a:xfrm>
                <a:off x="515938" y="466803"/>
                <a:ext cx="281354" cy="780960"/>
                <a:chOff x="4342156" y="2541184"/>
                <a:chExt cx="219003" cy="683186"/>
              </a:xfrm>
            </p:grpSpPr>
            <p:sp>
              <p:nvSpPr>
                <p:cNvPr id="15" name="Rectangle 14"/>
                <p:cNvSpPr/>
                <p:nvPr/>
              </p:nvSpPr>
              <p:spPr>
                <a:xfrm>
                  <a:off x="4342156" y="2541184"/>
                  <a:ext cx="92606" cy="544709"/>
                </a:xfrm>
                <a:prstGeom prst="rect">
                  <a:avLst/>
                </a:prstGeom>
                <a:solidFill>
                  <a:schemeClr val="tx2"/>
                </a:solidFill>
                <a:ln w="19050" cap="flat" cmpd="sng" algn="ctr">
                  <a:noFill/>
                  <a:prstDash val="solid"/>
                  <a:miter lim="800000"/>
                </a:ln>
                <a:effectLst/>
              </p:spPr>
              <p:txBody>
                <a:bodyPr rot="0" spcFirstLastPara="0" vert="horz" wrap="square" lIns="91440" tIns="45720" rIns="91440" bIns="45720" numCol="1" spcCol="0" rtlCol="0" fromWordArt="0" anchor="ctr" anchorCtr="0" forceAA="0" compatLnSpc="1">
                  <a:prstTxWarp prst="textNoShape">
                    <a:avLst/>
                  </a:prstTxWarp>
                  <a:noAutofit/>
                </a:bodyP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en-GB" sz="1800" b="0" i="0" u="none" strike="noStrike" kern="0" cap="none" spc="0" normalizeH="0" baseline="0" noProof="0">
                    <a:ln>
                      <a:noFill/>
                    </a:ln>
                    <a:solidFill>
                      <a:srgbClr val="FFFFFF"/>
                    </a:solidFill>
                    <a:effectLst/>
                    <a:uLnTx/>
                    <a:uFillTx/>
                    <a:latin typeface="Arial"/>
                    <a:ea typeface="+mn-ea"/>
                    <a:cs typeface="+mn-cs"/>
                  </a:endParaRPr>
                </a:p>
              </p:txBody>
            </p:sp>
            <p:sp>
              <p:nvSpPr>
                <p:cNvPr id="16" name="Rounded Rectangle 15"/>
                <p:cNvSpPr/>
                <p:nvPr/>
              </p:nvSpPr>
              <p:spPr bwMode="auto">
                <a:xfrm>
                  <a:off x="4475003" y="2541184"/>
                  <a:ext cx="86156" cy="683186"/>
                </a:xfrm>
                <a:prstGeom prst="roundRect">
                  <a:avLst>
                    <a:gd name="adj" fmla="val 6597"/>
                  </a:avLst>
                </a:prstGeom>
                <a:solidFill>
                  <a:schemeClr val="bg1"/>
                </a:solidFill>
                <a:ln>
                  <a:noFill/>
                </a:ln>
                <a:effectLst/>
              </p:spPr>
              <p:txBody>
                <a:bodyPr vert="horz" wrap="square" lIns="0" tIns="0" rIns="0" bIns="0" numCol="1" rtlCol="0" anchor="ctr" anchorCtr="1" compatLnSpc="1">
                  <a:prstTxWarp prst="textNoShape">
                    <a:avLst/>
                  </a:prstTxWarp>
                </a:bodyPr>
                <a:lstStyle/>
                <a:p>
                  <a:pPr marL="0" marR="0" lvl="0" indent="0" defTabSz="914400" eaLnBrk="1" fontAlgn="base" latinLnBrk="0" hangingPunct="1">
                    <a:lnSpc>
                      <a:spcPct val="100000"/>
                    </a:lnSpc>
                    <a:spcBef>
                      <a:spcPct val="20000"/>
                    </a:spcBef>
                    <a:spcAft>
                      <a:spcPct val="0"/>
                    </a:spcAft>
                    <a:buClrTx/>
                    <a:buSzTx/>
                    <a:buFontTx/>
                    <a:buNone/>
                    <a:tabLst/>
                    <a:defRPr/>
                  </a:pPr>
                  <a:endParaRPr kumimoji="0" lang="en-US" sz="1500" b="0" i="0" u="none" strike="noStrike" kern="0" cap="none" spc="0" normalizeH="0" baseline="0" noProof="0">
                    <a:ln>
                      <a:noFill/>
                    </a:ln>
                    <a:solidFill>
                      <a:srgbClr val="122632"/>
                    </a:solidFill>
                    <a:effectLst/>
                    <a:uLnTx/>
                    <a:uFillTx/>
                    <a:ea typeface="ＭＳ Ｐゴシック" charset="0"/>
                  </a:endParaRPr>
                </a:p>
              </p:txBody>
            </p:sp>
          </p:grpSp>
          <p:sp>
            <p:nvSpPr>
              <p:cNvPr id="14" name="TextBox 13"/>
              <p:cNvSpPr txBox="1"/>
              <p:nvPr/>
            </p:nvSpPr>
            <p:spPr>
              <a:xfrm>
                <a:off x="891194" y="589844"/>
                <a:ext cx="2124222" cy="844062"/>
              </a:xfrm>
              <a:prstGeom prst="rect">
                <a:avLst/>
              </a:prstGeom>
              <a:noFill/>
            </p:spPr>
            <p:txBody>
              <a:bodyPr wrap="square" lIns="0" tIns="0" rIns="0" bIns="0" rtlCol="0">
                <a:noAutofit/>
              </a:bodyPr>
              <a:lstStyle/>
              <a:p>
                <a:pPr algn="l"/>
                <a:r>
                  <a:rPr lang="en-US" sz="2000" b="1">
                    <a:solidFill>
                      <a:schemeClr val="bg1"/>
                    </a:solidFill>
                  </a:rPr>
                  <a:t>S4F-ERP</a:t>
                </a:r>
              </a:p>
            </p:txBody>
          </p:sp>
        </p:grpSp>
      </p:grpSp>
      <p:sp>
        <p:nvSpPr>
          <p:cNvPr id="17" name="Rectangle 16"/>
          <p:cNvSpPr/>
          <p:nvPr userDrawn="1"/>
        </p:nvSpPr>
        <p:spPr>
          <a:xfrm>
            <a:off x="0" y="678873"/>
            <a:ext cx="207818" cy="5968783"/>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ru-RU"/>
          </a:p>
        </p:txBody>
      </p:sp>
      <p:grpSp>
        <p:nvGrpSpPr>
          <p:cNvPr id="23" name="Group 22"/>
          <p:cNvGrpSpPr/>
          <p:nvPr userDrawn="1"/>
        </p:nvGrpSpPr>
        <p:grpSpPr>
          <a:xfrm>
            <a:off x="515937" y="326276"/>
            <a:ext cx="902611" cy="902611"/>
            <a:chOff x="515937" y="326276"/>
            <a:chExt cx="902611" cy="902611"/>
          </a:xfrm>
        </p:grpSpPr>
        <p:grpSp>
          <p:nvGrpSpPr>
            <p:cNvPr id="24" name="Group 23"/>
            <p:cNvGrpSpPr/>
            <p:nvPr/>
          </p:nvGrpSpPr>
          <p:grpSpPr>
            <a:xfrm>
              <a:off x="515937" y="326276"/>
              <a:ext cx="902611" cy="902611"/>
              <a:chOff x="4492144" y="190843"/>
              <a:chExt cx="855656" cy="855656"/>
            </a:xfrm>
          </p:grpSpPr>
          <p:sp>
            <p:nvSpPr>
              <p:cNvPr id="26" name="Oval 25"/>
              <p:cNvSpPr/>
              <p:nvPr/>
            </p:nvSpPr>
            <p:spPr>
              <a:xfrm>
                <a:off x="4492144" y="190843"/>
                <a:ext cx="855656" cy="855656"/>
              </a:xfrm>
              <a:prstGeom prst="ellipse">
                <a:avLst/>
              </a:prstGeom>
              <a:solidFill>
                <a:schemeClr val="bg1"/>
              </a:solidFill>
              <a:ln w="76200">
                <a:noFill/>
              </a:ln>
              <a:effectLst>
                <a:outerShdw blurRad="50800" dist="38100" dir="10800000" algn="r"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a:p>
            </p:txBody>
          </p:sp>
          <p:sp>
            <p:nvSpPr>
              <p:cNvPr id="27" name="Oval 26"/>
              <p:cNvSpPr/>
              <p:nvPr/>
            </p:nvSpPr>
            <p:spPr>
              <a:xfrm>
                <a:off x="4551137" y="249836"/>
                <a:ext cx="737671" cy="737671"/>
              </a:xfrm>
              <a:prstGeom prst="ellipse">
                <a:avLst/>
              </a:prstGeom>
              <a:solidFill>
                <a:schemeClr val="accent1"/>
              </a:solidFill>
              <a:ln w="76200">
                <a:noFill/>
              </a:ln>
              <a:effectLst>
                <a:innerShdw blurRad="63500" dist="50800" dir="13500000">
                  <a:prstClr val="black">
                    <a:alpha val="50000"/>
                  </a:prstClr>
                </a:inn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a:p>
            </p:txBody>
          </p:sp>
        </p:grpSp>
        <p:pic>
          <p:nvPicPr>
            <p:cNvPr id="25" name="Picture 24"/>
            <p:cNvPicPr>
              <a:picLocks noChangeAspect="1"/>
            </p:cNvPicPr>
            <p:nvPr userDrawn="1"/>
          </p:nvPicPr>
          <p:blipFill>
            <a:blip r:embed="rId2" cstate="email">
              <a:extLst>
                <a:ext uri="{28A0092B-C50C-407E-A947-70E740481C1C}">
                  <a14:useLocalDpi xmlns:a14="http://schemas.microsoft.com/office/drawing/2010/main"/>
                </a:ext>
              </a:extLst>
            </a:blip>
            <a:stretch>
              <a:fillRect/>
            </a:stretch>
          </p:blipFill>
          <p:spPr>
            <a:xfrm>
              <a:off x="695901" y="533238"/>
              <a:ext cx="505958" cy="505958"/>
            </a:xfrm>
            <a:prstGeom prst="rect">
              <a:avLst/>
            </a:prstGeom>
          </p:spPr>
        </p:pic>
      </p:grpSp>
    </p:spTree>
    <p:extLst>
      <p:ext uri="{BB962C8B-B14F-4D97-AF65-F5344CB8AC3E}">
        <p14:creationId xmlns:p14="http://schemas.microsoft.com/office/powerpoint/2010/main" val="2554146793"/>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preserve="1" userDrawn="1">
  <p:cSld name="Title Only">
    <p:spTree>
      <p:nvGrpSpPr>
        <p:cNvPr id="1" name=""/>
        <p:cNvGrpSpPr/>
        <p:nvPr/>
      </p:nvGrpSpPr>
      <p:grpSpPr>
        <a:xfrm>
          <a:off x="0" y="0"/>
          <a:ext cx="0" cy="0"/>
          <a:chOff x="0" y="0"/>
          <a:chExt cx="0" cy="0"/>
        </a:xfrm>
      </p:grpSpPr>
      <p:sp>
        <p:nvSpPr>
          <p:cNvPr id="4" name="Footer Placeholder 3">
            <a:extLst>
              <a:ext uri="{FF2B5EF4-FFF2-40B4-BE49-F238E27FC236}">
                <a16:creationId xmlns:a16="http://schemas.microsoft.com/office/drawing/2014/main" id="{9108513E-D1D6-4909-A6A1-E798C38409CA}"/>
              </a:ext>
            </a:extLst>
          </p:cNvPr>
          <p:cNvSpPr>
            <a:spLocks noGrp="1"/>
          </p:cNvSpPr>
          <p:nvPr>
            <p:ph type="ftr" sz="quarter" idx="11"/>
          </p:nvPr>
        </p:nvSpPr>
        <p:spPr/>
        <p:txBody>
          <a:bodyPr/>
          <a:lstStyle/>
          <a:p>
            <a:r>
              <a:rPr lang="en-GB"/>
              <a:t>Presentation title in footer</a:t>
            </a:r>
          </a:p>
        </p:txBody>
      </p:sp>
      <p:sp>
        <p:nvSpPr>
          <p:cNvPr id="5" name="Slide Number Placeholder 4">
            <a:extLst>
              <a:ext uri="{FF2B5EF4-FFF2-40B4-BE49-F238E27FC236}">
                <a16:creationId xmlns:a16="http://schemas.microsoft.com/office/drawing/2014/main" id="{9881A9FA-9619-43AB-B085-D7F021094F68}"/>
              </a:ext>
            </a:extLst>
          </p:cNvPr>
          <p:cNvSpPr>
            <a:spLocks noGrp="1"/>
          </p:cNvSpPr>
          <p:nvPr>
            <p:ph type="sldNum" sz="quarter" idx="12"/>
          </p:nvPr>
        </p:nvSpPr>
        <p:spPr/>
        <p:txBody>
          <a:bodyPr/>
          <a:lstStyle/>
          <a:p>
            <a:fld id="{F4C94289-3309-4C35-850A-56FD49B3E346}" type="slidenum">
              <a:rPr lang="en-GB" smtClean="0"/>
              <a:t>‹#›</a:t>
            </a:fld>
            <a:endParaRPr lang="en-GB"/>
          </a:p>
        </p:txBody>
      </p:sp>
      <p:sp>
        <p:nvSpPr>
          <p:cNvPr id="6" name="Title 5"/>
          <p:cNvSpPr>
            <a:spLocks noGrp="1"/>
          </p:cNvSpPr>
          <p:nvPr>
            <p:ph type="title"/>
          </p:nvPr>
        </p:nvSpPr>
        <p:spPr>
          <a:xfrm>
            <a:off x="1511277" y="210344"/>
            <a:ext cx="8902723" cy="984247"/>
          </a:xfrm>
        </p:spPr>
        <p:txBody>
          <a:bodyPr/>
          <a:lstStyle/>
          <a:p>
            <a:r>
              <a:rPr lang="en-US"/>
              <a:t>Click to edit Master title style</a:t>
            </a:r>
          </a:p>
        </p:txBody>
      </p:sp>
      <p:grpSp>
        <p:nvGrpSpPr>
          <p:cNvPr id="7" name="Group 6"/>
          <p:cNvGrpSpPr/>
          <p:nvPr userDrawn="1"/>
        </p:nvGrpSpPr>
        <p:grpSpPr>
          <a:xfrm>
            <a:off x="10086109" y="417870"/>
            <a:ext cx="2105891" cy="569193"/>
            <a:chOff x="10086109" y="5763491"/>
            <a:chExt cx="2105891" cy="569193"/>
          </a:xfrm>
        </p:grpSpPr>
        <p:sp>
          <p:nvSpPr>
            <p:cNvPr id="8" name="Rectangle 7"/>
            <p:cNvSpPr/>
            <p:nvPr/>
          </p:nvSpPr>
          <p:spPr>
            <a:xfrm>
              <a:off x="10086109" y="5763491"/>
              <a:ext cx="2105891" cy="519040"/>
            </a:xfrm>
            <a:prstGeom prst="rect">
              <a:avLst/>
            </a:prstGeom>
            <a:solidFill>
              <a:schemeClr val="accent1">
                <a:lumMod val="60000"/>
                <a:lumOff val="4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ru-RU"/>
            </a:p>
          </p:txBody>
        </p:sp>
        <p:grpSp>
          <p:nvGrpSpPr>
            <p:cNvPr id="9" name="Group 8"/>
            <p:cNvGrpSpPr/>
            <p:nvPr/>
          </p:nvGrpSpPr>
          <p:grpSpPr>
            <a:xfrm>
              <a:off x="10538695" y="5812704"/>
              <a:ext cx="1343888" cy="519980"/>
              <a:chOff x="515938" y="466803"/>
              <a:chExt cx="2499478" cy="967103"/>
            </a:xfrm>
          </p:grpSpPr>
          <p:grpSp>
            <p:nvGrpSpPr>
              <p:cNvPr id="10" name="Group 9"/>
              <p:cNvGrpSpPr/>
              <p:nvPr/>
            </p:nvGrpSpPr>
            <p:grpSpPr>
              <a:xfrm>
                <a:off x="515938" y="466803"/>
                <a:ext cx="281354" cy="780960"/>
                <a:chOff x="4342156" y="2541184"/>
                <a:chExt cx="219003" cy="683186"/>
              </a:xfrm>
            </p:grpSpPr>
            <p:sp>
              <p:nvSpPr>
                <p:cNvPr id="12" name="Rectangle 11"/>
                <p:cNvSpPr/>
                <p:nvPr/>
              </p:nvSpPr>
              <p:spPr>
                <a:xfrm>
                  <a:off x="4342156" y="2541184"/>
                  <a:ext cx="92606" cy="544709"/>
                </a:xfrm>
                <a:prstGeom prst="rect">
                  <a:avLst/>
                </a:prstGeom>
                <a:solidFill>
                  <a:schemeClr val="tx2"/>
                </a:solidFill>
                <a:ln w="19050" cap="flat" cmpd="sng" algn="ctr">
                  <a:noFill/>
                  <a:prstDash val="solid"/>
                  <a:miter lim="800000"/>
                </a:ln>
                <a:effectLst/>
              </p:spPr>
              <p:txBody>
                <a:bodyPr rot="0" spcFirstLastPara="0" vert="horz" wrap="square" lIns="91440" tIns="45720" rIns="91440" bIns="45720" numCol="1" spcCol="0" rtlCol="0" fromWordArt="0" anchor="ctr" anchorCtr="0" forceAA="0" compatLnSpc="1">
                  <a:prstTxWarp prst="textNoShape">
                    <a:avLst/>
                  </a:prstTxWarp>
                  <a:noAutofit/>
                </a:bodyP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en-GB" sz="1800" b="0" i="0" u="none" strike="noStrike" kern="0" cap="none" spc="0" normalizeH="0" baseline="0" noProof="0">
                    <a:ln>
                      <a:noFill/>
                    </a:ln>
                    <a:solidFill>
                      <a:srgbClr val="FFFFFF"/>
                    </a:solidFill>
                    <a:effectLst/>
                    <a:uLnTx/>
                    <a:uFillTx/>
                    <a:latin typeface="Arial"/>
                    <a:ea typeface="+mn-ea"/>
                    <a:cs typeface="+mn-cs"/>
                  </a:endParaRPr>
                </a:p>
              </p:txBody>
            </p:sp>
            <p:sp>
              <p:nvSpPr>
                <p:cNvPr id="13" name="Rounded Rectangle 12"/>
                <p:cNvSpPr/>
                <p:nvPr/>
              </p:nvSpPr>
              <p:spPr bwMode="auto">
                <a:xfrm>
                  <a:off x="4475003" y="2541184"/>
                  <a:ext cx="86156" cy="683186"/>
                </a:xfrm>
                <a:prstGeom prst="roundRect">
                  <a:avLst>
                    <a:gd name="adj" fmla="val 6597"/>
                  </a:avLst>
                </a:prstGeom>
                <a:solidFill>
                  <a:schemeClr val="bg1"/>
                </a:solidFill>
                <a:ln>
                  <a:noFill/>
                </a:ln>
                <a:effectLst/>
              </p:spPr>
              <p:txBody>
                <a:bodyPr vert="horz" wrap="square" lIns="0" tIns="0" rIns="0" bIns="0" numCol="1" rtlCol="0" anchor="ctr" anchorCtr="1" compatLnSpc="1">
                  <a:prstTxWarp prst="textNoShape">
                    <a:avLst/>
                  </a:prstTxWarp>
                </a:bodyPr>
                <a:lstStyle/>
                <a:p>
                  <a:pPr marL="0" marR="0" lvl="0" indent="0" defTabSz="914400" eaLnBrk="1" fontAlgn="base" latinLnBrk="0" hangingPunct="1">
                    <a:lnSpc>
                      <a:spcPct val="100000"/>
                    </a:lnSpc>
                    <a:spcBef>
                      <a:spcPct val="20000"/>
                    </a:spcBef>
                    <a:spcAft>
                      <a:spcPct val="0"/>
                    </a:spcAft>
                    <a:buClrTx/>
                    <a:buSzTx/>
                    <a:buFontTx/>
                    <a:buNone/>
                    <a:tabLst/>
                    <a:defRPr/>
                  </a:pPr>
                  <a:endParaRPr kumimoji="0" lang="en-US" sz="1500" b="0" i="0" u="none" strike="noStrike" kern="0" cap="none" spc="0" normalizeH="0" baseline="0" noProof="0">
                    <a:ln>
                      <a:noFill/>
                    </a:ln>
                    <a:solidFill>
                      <a:srgbClr val="122632"/>
                    </a:solidFill>
                    <a:effectLst/>
                    <a:uLnTx/>
                    <a:uFillTx/>
                    <a:ea typeface="ＭＳ Ｐゴシック" charset="0"/>
                  </a:endParaRPr>
                </a:p>
              </p:txBody>
            </p:sp>
          </p:grpSp>
          <p:sp>
            <p:nvSpPr>
              <p:cNvPr id="11" name="TextBox 10"/>
              <p:cNvSpPr txBox="1"/>
              <p:nvPr/>
            </p:nvSpPr>
            <p:spPr>
              <a:xfrm>
                <a:off x="891194" y="589844"/>
                <a:ext cx="2124222" cy="844062"/>
              </a:xfrm>
              <a:prstGeom prst="rect">
                <a:avLst/>
              </a:prstGeom>
              <a:noFill/>
            </p:spPr>
            <p:txBody>
              <a:bodyPr wrap="square" lIns="0" tIns="0" rIns="0" bIns="0" rtlCol="0">
                <a:noAutofit/>
              </a:bodyPr>
              <a:lstStyle/>
              <a:p>
                <a:pPr algn="l"/>
                <a:r>
                  <a:rPr lang="en-US" sz="2000" b="1">
                    <a:solidFill>
                      <a:schemeClr val="bg1"/>
                    </a:solidFill>
                  </a:rPr>
                  <a:t>S4F-ERP</a:t>
                </a:r>
              </a:p>
            </p:txBody>
          </p:sp>
        </p:grpSp>
      </p:grpSp>
      <p:sp>
        <p:nvSpPr>
          <p:cNvPr id="14" name="Rectangle 13"/>
          <p:cNvSpPr/>
          <p:nvPr userDrawn="1"/>
        </p:nvSpPr>
        <p:spPr>
          <a:xfrm>
            <a:off x="0" y="678873"/>
            <a:ext cx="207818" cy="5968783"/>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ru-RU"/>
          </a:p>
        </p:txBody>
      </p:sp>
      <p:grpSp>
        <p:nvGrpSpPr>
          <p:cNvPr id="20" name="Group 19"/>
          <p:cNvGrpSpPr/>
          <p:nvPr userDrawn="1"/>
        </p:nvGrpSpPr>
        <p:grpSpPr>
          <a:xfrm>
            <a:off x="515937" y="326276"/>
            <a:ext cx="902611" cy="902611"/>
            <a:chOff x="515937" y="326276"/>
            <a:chExt cx="902611" cy="902611"/>
          </a:xfrm>
        </p:grpSpPr>
        <p:grpSp>
          <p:nvGrpSpPr>
            <p:cNvPr id="21" name="Group 20"/>
            <p:cNvGrpSpPr/>
            <p:nvPr/>
          </p:nvGrpSpPr>
          <p:grpSpPr>
            <a:xfrm>
              <a:off x="515937" y="326276"/>
              <a:ext cx="902611" cy="902611"/>
              <a:chOff x="4492144" y="190843"/>
              <a:chExt cx="855656" cy="855656"/>
            </a:xfrm>
          </p:grpSpPr>
          <p:sp>
            <p:nvSpPr>
              <p:cNvPr id="23" name="Oval 22"/>
              <p:cNvSpPr/>
              <p:nvPr/>
            </p:nvSpPr>
            <p:spPr>
              <a:xfrm>
                <a:off x="4492144" y="190843"/>
                <a:ext cx="855656" cy="855656"/>
              </a:xfrm>
              <a:prstGeom prst="ellipse">
                <a:avLst/>
              </a:prstGeom>
              <a:solidFill>
                <a:schemeClr val="bg1"/>
              </a:solidFill>
              <a:ln w="76200">
                <a:noFill/>
              </a:ln>
              <a:effectLst>
                <a:outerShdw blurRad="50800" dist="38100" dir="10800000" algn="r"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a:p>
            </p:txBody>
          </p:sp>
          <p:sp>
            <p:nvSpPr>
              <p:cNvPr id="24" name="Oval 23"/>
              <p:cNvSpPr/>
              <p:nvPr/>
            </p:nvSpPr>
            <p:spPr>
              <a:xfrm>
                <a:off x="4551137" y="249836"/>
                <a:ext cx="737671" cy="737671"/>
              </a:xfrm>
              <a:prstGeom prst="ellipse">
                <a:avLst/>
              </a:prstGeom>
              <a:solidFill>
                <a:schemeClr val="accent1"/>
              </a:solidFill>
              <a:ln w="76200">
                <a:noFill/>
              </a:ln>
              <a:effectLst>
                <a:innerShdw blurRad="63500" dist="50800" dir="13500000">
                  <a:prstClr val="black">
                    <a:alpha val="50000"/>
                  </a:prstClr>
                </a:inn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a:p>
            </p:txBody>
          </p:sp>
        </p:grpSp>
        <p:pic>
          <p:nvPicPr>
            <p:cNvPr id="22" name="Picture 21"/>
            <p:cNvPicPr>
              <a:picLocks noChangeAspect="1"/>
            </p:cNvPicPr>
            <p:nvPr userDrawn="1"/>
          </p:nvPicPr>
          <p:blipFill>
            <a:blip r:embed="rId2" cstate="email">
              <a:extLst>
                <a:ext uri="{28A0092B-C50C-407E-A947-70E740481C1C}">
                  <a14:useLocalDpi xmlns:a14="http://schemas.microsoft.com/office/drawing/2010/main"/>
                </a:ext>
              </a:extLst>
            </a:blip>
            <a:stretch>
              <a:fillRect/>
            </a:stretch>
          </p:blipFill>
          <p:spPr>
            <a:xfrm>
              <a:off x="695901" y="533238"/>
              <a:ext cx="505958" cy="505958"/>
            </a:xfrm>
            <a:prstGeom prst="rect">
              <a:avLst/>
            </a:prstGeom>
          </p:spPr>
        </p:pic>
      </p:grpSp>
    </p:spTree>
    <p:extLst>
      <p:ext uri="{BB962C8B-B14F-4D97-AF65-F5344CB8AC3E}">
        <p14:creationId xmlns:p14="http://schemas.microsoft.com/office/powerpoint/2010/main" val="1893383875"/>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p:cSld name="3_Custom Layout">
    <p:spTree>
      <p:nvGrpSpPr>
        <p:cNvPr id="1" name=""/>
        <p:cNvGrpSpPr/>
        <p:nvPr/>
      </p:nvGrpSpPr>
      <p:grpSpPr>
        <a:xfrm>
          <a:off x="0" y="0"/>
          <a:ext cx="0" cy="0"/>
          <a:chOff x="0" y="0"/>
          <a:chExt cx="0" cy="0"/>
        </a:xfrm>
      </p:grpSpPr>
      <p:grpSp>
        <p:nvGrpSpPr>
          <p:cNvPr id="6" name="Group 5"/>
          <p:cNvGrpSpPr/>
          <p:nvPr/>
        </p:nvGrpSpPr>
        <p:grpSpPr>
          <a:xfrm>
            <a:off x="0" y="-11151"/>
            <a:ext cx="12192000" cy="6869151"/>
            <a:chOff x="0" y="-11151"/>
            <a:chExt cx="12192000" cy="6869151"/>
          </a:xfrm>
        </p:grpSpPr>
        <p:grpSp>
          <p:nvGrpSpPr>
            <p:cNvPr id="7" name="Group 6"/>
            <p:cNvGrpSpPr/>
            <p:nvPr/>
          </p:nvGrpSpPr>
          <p:grpSpPr>
            <a:xfrm>
              <a:off x="0" y="30978"/>
              <a:ext cx="7346443" cy="6827022"/>
              <a:chOff x="0" y="30978"/>
              <a:chExt cx="7346443" cy="6827022"/>
            </a:xfrm>
          </p:grpSpPr>
          <p:sp>
            <p:nvSpPr>
              <p:cNvPr id="9" name="Freeform 8"/>
              <p:cNvSpPr/>
              <p:nvPr/>
            </p:nvSpPr>
            <p:spPr>
              <a:xfrm>
                <a:off x="0" y="30978"/>
                <a:ext cx="7346443" cy="6827022"/>
              </a:xfrm>
              <a:custGeom>
                <a:avLst/>
                <a:gdLst>
                  <a:gd name="connsiteX0" fmla="*/ 0 w 7346443"/>
                  <a:gd name="connsiteY0" fmla="*/ 0 h 6827022"/>
                  <a:gd name="connsiteX1" fmla="*/ 7346443 w 7346443"/>
                  <a:gd name="connsiteY1" fmla="*/ 6827022 h 6827022"/>
                  <a:gd name="connsiteX2" fmla="*/ 0 w 7346443"/>
                  <a:gd name="connsiteY2" fmla="*/ 6827022 h 6827022"/>
                </a:gdLst>
                <a:ahLst/>
                <a:cxnLst>
                  <a:cxn ang="0">
                    <a:pos x="connsiteX0" y="connsiteY0"/>
                  </a:cxn>
                  <a:cxn ang="0">
                    <a:pos x="connsiteX1" y="connsiteY1"/>
                  </a:cxn>
                  <a:cxn ang="0">
                    <a:pos x="connsiteX2" y="connsiteY2"/>
                  </a:cxn>
                </a:cxnLst>
                <a:rect l="l" t="t" r="r" b="b"/>
                <a:pathLst>
                  <a:path w="7346443" h="6827022">
                    <a:moveTo>
                      <a:pt x="0" y="0"/>
                    </a:moveTo>
                    <a:lnTo>
                      <a:pt x="7346443" y="6827022"/>
                    </a:lnTo>
                    <a:lnTo>
                      <a:pt x="0" y="6827022"/>
                    </a:lnTo>
                    <a:close/>
                  </a:path>
                </a:pathLst>
              </a:custGeom>
              <a:solidFill>
                <a:schemeClr val="bg1">
                  <a:lumMod val="9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ru-RU" sz="1600"/>
              </a:p>
            </p:txBody>
          </p:sp>
          <p:sp>
            <p:nvSpPr>
              <p:cNvPr id="10" name="Freeform 9"/>
              <p:cNvSpPr/>
              <p:nvPr/>
            </p:nvSpPr>
            <p:spPr>
              <a:xfrm>
                <a:off x="0" y="1696574"/>
                <a:ext cx="802656" cy="1625366"/>
              </a:xfrm>
              <a:custGeom>
                <a:avLst/>
                <a:gdLst>
                  <a:gd name="connsiteX0" fmla="*/ 0 w 802656"/>
                  <a:gd name="connsiteY0" fmla="*/ 0 h 1625366"/>
                  <a:gd name="connsiteX1" fmla="*/ 152859 w 802656"/>
                  <a:gd name="connsiteY1" fmla="*/ 15410 h 1625366"/>
                  <a:gd name="connsiteX2" fmla="*/ 802656 w 802656"/>
                  <a:gd name="connsiteY2" fmla="*/ 812683 h 1625366"/>
                  <a:gd name="connsiteX3" fmla="*/ 152859 w 802656"/>
                  <a:gd name="connsiteY3" fmla="*/ 1609956 h 1625366"/>
                  <a:gd name="connsiteX4" fmla="*/ 0 w 802656"/>
                  <a:gd name="connsiteY4" fmla="*/ 1625366 h 162536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802656" h="1625366">
                    <a:moveTo>
                      <a:pt x="0" y="0"/>
                    </a:moveTo>
                    <a:lnTo>
                      <a:pt x="152859" y="15410"/>
                    </a:lnTo>
                    <a:cubicBezTo>
                      <a:pt x="523697" y="91294"/>
                      <a:pt x="802656" y="419412"/>
                      <a:pt x="802656" y="812683"/>
                    </a:cubicBezTo>
                    <a:cubicBezTo>
                      <a:pt x="802656" y="1205955"/>
                      <a:pt x="523697" y="1534072"/>
                      <a:pt x="152859" y="1609956"/>
                    </a:cubicBezTo>
                    <a:lnTo>
                      <a:pt x="0" y="1625366"/>
                    </a:lnTo>
                    <a:close/>
                  </a:path>
                </a:pathLst>
              </a:custGeom>
              <a:solidFill>
                <a:srgbClr val="A7E6E4"/>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ru-RU" sz="1600"/>
              </a:p>
            </p:txBody>
          </p:sp>
        </p:grpSp>
        <p:sp>
          <p:nvSpPr>
            <p:cNvPr id="8" name="Rectangle 7"/>
            <p:cNvSpPr/>
            <p:nvPr/>
          </p:nvSpPr>
          <p:spPr>
            <a:xfrm>
              <a:off x="6096000" y="-11151"/>
              <a:ext cx="6096000" cy="6869151"/>
            </a:xfrm>
            <a:prstGeom prst="rect">
              <a:avLst/>
            </a:prstGeom>
            <a:solidFill>
              <a:srgbClr val="A7E6E4"/>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ru-RU" sz="1600"/>
            </a:p>
          </p:txBody>
        </p:sp>
      </p:grpSp>
      <p:sp>
        <p:nvSpPr>
          <p:cNvPr id="5" name="Slide Number Placeholder 4"/>
          <p:cNvSpPr>
            <a:spLocks noGrp="1"/>
          </p:cNvSpPr>
          <p:nvPr>
            <p:ph type="sldNum" sz="quarter" idx="12"/>
          </p:nvPr>
        </p:nvSpPr>
        <p:spPr/>
        <p:txBody>
          <a:bodyPr/>
          <a:lstStyle/>
          <a:p>
            <a:fld id="{1A6A2304-23DC-2B46-BD14-F082077842FF}" type="slidenum">
              <a:rPr lang="en-US" smtClean="0"/>
              <a:pPr/>
              <a:t>‹#›</a:t>
            </a:fld>
            <a:endParaRPr lang="en-US"/>
          </a:p>
        </p:txBody>
      </p:sp>
      <p:sp>
        <p:nvSpPr>
          <p:cNvPr id="11" name="Title 1">
            <a:extLst>
              <a:ext uri="{FF2B5EF4-FFF2-40B4-BE49-F238E27FC236}">
                <a16:creationId xmlns:a16="http://schemas.microsoft.com/office/drawing/2014/main" id="{42F2BE79-9CF6-49D0-828F-83304EE10FA4}"/>
              </a:ext>
            </a:extLst>
          </p:cNvPr>
          <p:cNvSpPr>
            <a:spLocks noGrp="1"/>
          </p:cNvSpPr>
          <p:nvPr>
            <p:ph type="title"/>
          </p:nvPr>
        </p:nvSpPr>
        <p:spPr>
          <a:xfrm>
            <a:off x="515940" y="210346"/>
            <a:ext cx="9898061" cy="984247"/>
          </a:xfrm>
        </p:spPr>
        <p:txBody>
          <a:bodyPr>
            <a:normAutofit/>
          </a:bodyPr>
          <a:lstStyle>
            <a:lvl1pPr>
              <a:defRPr sz="3199"/>
            </a:lvl1pPr>
          </a:lstStyle>
          <a:p>
            <a:r>
              <a:rPr lang="en-US"/>
              <a:t>Click to edit Master title style</a:t>
            </a:r>
            <a:endParaRPr lang="en-GB"/>
          </a:p>
        </p:txBody>
      </p:sp>
      <p:cxnSp>
        <p:nvCxnSpPr>
          <p:cNvPr id="12" name="Straight Connector 11"/>
          <p:cNvCxnSpPr/>
          <p:nvPr/>
        </p:nvCxnSpPr>
        <p:spPr>
          <a:xfrm>
            <a:off x="515940" y="1348042"/>
            <a:ext cx="9898061" cy="0"/>
          </a:xfrm>
          <a:prstGeom prst="line">
            <a:avLst/>
          </a:prstGeom>
          <a:ln w="9525">
            <a:solidFill>
              <a:schemeClr val="tx1"/>
            </a:solidFill>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1168548329"/>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blank">
  <p:cSld name="Blank">
    <p:spTree>
      <p:nvGrpSpPr>
        <p:cNvPr id="1" name=""/>
        <p:cNvGrpSpPr/>
        <p:nvPr/>
      </p:nvGrpSpPr>
      <p:grpSpPr>
        <a:xfrm>
          <a:off x="0" y="0"/>
          <a:ext cx="0" cy="0"/>
          <a:chOff x="0" y="0"/>
          <a:chExt cx="0" cy="0"/>
        </a:xfrm>
      </p:grpSpPr>
      <p:sp>
        <p:nvSpPr>
          <p:cNvPr id="4" name="Slide Number Placeholder 3"/>
          <p:cNvSpPr>
            <a:spLocks noGrp="1"/>
          </p:cNvSpPr>
          <p:nvPr>
            <p:ph type="sldNum" sz="quarter" idx="12"/>
          </p:nvPr>
        </p:nvSpPr>
        <p:spPr/>
        <p:txBody>
          <a:bodyPr/>
          <a:lstStyle/>
          <a:p>
            <a:fld id="{1A6A2304-23DC-2B46-BD14-F082077842FF}" type="slidenum">
              <a:rPr lang="en-US" smtClean="0"/>
              <a:t>‹#›</a:t>
            </a:fld>
            <a:endParaRPr lang="en-US"/>
          </a:p>
        </p:txBody>
      </p:sp>
      <p:pic>
        <p:nvPicPr>
          <p:cNvPr id="5" name="Picture 4"/>
          <p:cNvPicPr>
            <a:picLocks noChangeAspect="1"/>
          </p:cNvPicPr>
          <p:nvPr/>
        </p:nvPicPr>
        <p:blipFill rotWithShape="1">
          <a:blip r:embed="rId2" cstate="email">
            <a:extLst>
              <a:ext uri="{28A0092B-C50C-407E-A947-70E740481C1C}">
                <a14:useLocalDpi xmlns:a14="http://schemas.microsoft.com/office/drawing/2010/main"/>
              </a:ext>
            </a:extLst>
          </a:blip>
          <a:srcRect/>
          <a:stretch/>
        </p:blipFill>
        <p:spPr>
          <a:xfrm>
            <a:off x="-9365" y="-66611"/>
            <a:ext cx="12212780" cy="548702"/>
          </a:xfrm>
          <a:prstGeom prst="rect">
            <a:avLst/>
          </a:prstGeom>
        </p:spPr>
      </p:pic>
    </p:spTree>
    <p:extLst>
      <p:ext uri="{BB962C8B-B14F-4D97-AF65-F5344CB8AC3E}">
        <p14:creationId xmlns:p14="http://schemas.microsoft.com/office/powerpoint/2010/main" val="2655000825"/>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preserve="1" userDrawn="1">
  <p:cSld name="Image Title">
    <p:spTree>
      <p:nvGrpSpPr>
        <p:cNvPr id="1" name=""/>
        <p:cNvGrpSpPr/>
        <p:nvPr/>
      </p:nvGrpSpPr>
      <p:grpSpPr>
        <a:xfrm>
          <a:off x="0" y="0"/>
          <a:ext cx="0" cy="0"/>
          <a:chOff x="0" y="0"/>
          <a:chExt cx="0" cy="0"/>
        </a:xfrm>
      </p:grpSpPr>
      <p:pic>
        <p:nvPicPr>
          <p:cNvPr id="4" name="Picture 3"/>
          <p:cNvPicPr>
            <a:picLocks noChangeAspect="1"/>
          </p:cNvPicPr>
          <p:nvPr userDrawn="1"/>
        </p:nvPicPr>
        <p:blipFill>
          <a:blip r:embed="rId2" cstate="email">
            <a:extLst>
              <a:ext uri="{28A0092B-C50C-407E-A947-70E740481C1C}">
                <a14:useLocalDpi xmlns:a14="http://schemas.microsoft.com/office/drawing/2010/main"/>
              </a:ext>
            </a:extLst>
          </a:blip>
          <a:stretch>
            <a:fillRect/>
          </a:stretch>
        </p:blipFill>
        <p:spPr>
          <a:xfrm>
            <a:off x="-92" y="1284770"/>
            <a:ext cx="12193200" cy="4990620"/>
          </a:xfrm>
          <a:prstGeom prst="rect">
            <a:avLst/>
          </a:prstGeom>
        </p:spPr>
      </p:pic>
      <p:sp>
        <p:nvSpPr>
          <p:cNvPr id="6" name="Rectangle 5"/>
          <p:cNvSpPr/>
          <p:nvPr userDrawn="1"/>
        </p:nvSpPr>
        <p:spPr>
          <a:xfrm>
            <a:off x="-92" y="4837393"/>
            <a:ext cx="12192000" cy="1440000"/>
          </a:xfrm>
          <a:prstGeom prst="rect">
            <a:avLst/>
          </a:prstGeom>
          <a:solidFill>
            <a:schemeClr val="accent1">
              <a:alpha val="7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a:p>
        </p:txBody>
      </p:sp>
      <p:sp>
        <p:nvSpPr>
          <p:cNvPr id="2" name="Title 1">
            <a:extLst>
              <a:ext uri="{FF2B5EF4-FFF2-40B4-BE49-F238E27FC236}">
                <a16:creationId xmlns:a16="http://schemas.microsoft.com/office/drawing/2014/main" id="{4D6C11B0-82D2-4B1D-A080-5DEC7B98E43A}"/>
              </a:ext>
            </a:extLst>
          </p:cNvPr>
          <p:cNvSpPr>
            <a:spLocks noGrp="1"/>
          </p:cNvSpPr>
          <p:nvPr>
            <p:ph type="ctrTitle"/>
          </p:nvPr>
        </p:nvSpPr>
        <p:spPr>
          <a:xfrm>
            <a:off x="523783" y="4837393"/>
            <a:ext cx="8472253" cy="1440000"/>
          </a:xfrm>
        </p:spPr>
        <p:txBody>
          <a:bodyPr anchor="ctr" anchorCtr="0"/>
          <a:lstStyle>
            <a:lvl1pPr algn="l">
              <a:defRPr sz="4400" b="1" cap="all" baseline="0">
                <a:solidFill>
                  <a:schemeClr val="bg1"/>
                </a:solidFill>
              </a:defRPr>
            </a:lvl1pPr>
          </a:lstStyle>
          <a:p>
            <a:r>
              <a:rPr lang="en-US" dirty="0"/>
              <a:t>Click to edit Master title style</a:t>
            </a:r>
            <a:endParaRPr lang="en-GB" dirty="0"/>
          </a:p>
        </p:txBody>
      </p:sp>
      <p:pic>
        <p:nvPicPr>
          <p:cNvPr id="7" name="Picture 6"/>
          <p:cNvPicPr>
            <a:picLocks noChangeAspect="1"/>
          </p:cNvPicPr>
          <p:nvPr userDrawn="1"/>
        </p:nvPicPr>
        <p:blipFill>
          <a:blip r:embed="rId3" cstate="email">
            <a:extLst>
              <a:ext uri="{28A0092B-C50C-407E-A947-70E740481C1C}">
                <a14:useLocalDpi xmlns:a14="http://schemas.microsoft.com/office/drawing/2010/main"/>
              </a:ext>
            </a:extLst>
          </a:blip>
          <a:stretch>
            <a:fillRect/>
          </a:stretch>
        </p:blipFill>
        <p:spPr>
          <a:xfrm>
            <a:off x="10735408" y="4985893"/>
            <a:ext cx="1143000" cy="1143000"/>
          </a:xfrm>
          <a:prstGeom prst="rect">
            <a:avLst/>
          </a:prstGeom>
        </p:spPr>
      </p:pic>
    </p:spTree>
    <p:extLst>
      <p:ext uri="{BB962C8B-B14F-4D97-AF65-F5344CB8AC3E}">
        <p14:creationId xmlns:p14="http://schemas.microsoft.com/office/powerpoint/2010/main" val="50849384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2F2BE79-9CF6-49D0-828F-83304EE10FA4}"/>
              </a:ext>
            </a:extLst>
          </p:cNvPr>
          <p:cNvSpPr>
            <a:spLocks noGrp="1"/>
          </p:cNvSpPr>
          <p:nvPr>
            <p:ph type="title"/>
          </p:nvPr>
        </p:nvSpPr>
        <p:spPr>
          <a:xfrm>
            <a:off x="1511276" y="210344"/>
            <a:ext cx="8902723" cy="984247"/>
          </a:xfrm>
        </p:spPr>
        <p:txBody>
          <a:bodyPr/>
          <a:lstStyle/>
          <a:p>
            <a:r>
              <a:rPr lang="en-US"/>
              <a:t>Click to edit Master title style</a:t>
            </a:r>
            <a:endParaRPr lang="en-GB" dirty="0"/>
          </a:p>
        </p:txBody>
      </p:sp>
      <p:sp>
        <p:nvSpPr>
          <p:cNvPr id="3" name="Content Placeholder 2">
            <a:extLst>
              <a:ext uri="{FF2B5EF4-FFF2-40B4-BE49-F238E27FC236}">
                <a16:creationId xmlns:a16="http://schemas.microsoft.com/office/drawing/2014/main" id="{15131794-EBBB-48C2-B2AE-5771C52F061C}"/>
              </a:ext>
            </a:extLst>
          </p:cNvPr>
          <p:cNvSpPr>
            <a:spLocks noGrp="1"/>
          </p:cNvSpPr>
          <p:nvPr>
            <p:ph idx="1"/>
          </p:nvPr>
        </p:nvSpPr>
        <p:spPr/>
        <p:txBody>
          <a:bodyPr/>
          <a:lstStyle>
            <a:lvl3pPr marL="400050" indent="-195263">
              <a:defRPr/>
            </a:lvl3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GB" dirty="0"/>
          </a:p>
        </p:txBody>
      </p:sp>
      <p:sp>
        <p:nvSpPr>
          <p:cNvPr id="5" name="Footer Placeholder 4">
            <a:extLst>
              <a:ext uri="{FF2B5EF4-FFF2-40B4-BE49-F238E27FC236}">
                <a16:creationId xmlns:a16="http://schemas.microsoft.com/office/drawing/2014/main" id="{E9A396C8-82EE-4828-BB90-F70077CC6504}"/>
              </a:ext>
            </a:extLst>
          </p:cNvPr>
          <p:cNvSpPr>
            <a:spLocks noGrp="1"/>
          </p:cNvSpPr>
          <p:nvPr>
            <p:ph type="ftr" sz="quarter" idx="11"/>
          </p:nvPr>
        </p:nvSpPr>
        <p:spPr/>
        <p:txBody>
          <a:bodyPr/>
          <a:lstStyle/>
          <a:p>
            <a:endParaRPr lang="en-GB" dirty="0"/>
          </a:p>
        </p:txBody>
      </p:sp>
      <p:sp>
        <p:nvSpPr>
          <p:cNvPr id="6" name="Slide Number Placeholder 5">
            <a:extLst>
              <a:ext uri="{FF2B5EF4-FFF2-40B4-BE49-F238E27FC236}">
                <a16:creationId xmlns:a16="http://schemas.microsoft.com/office/drawing/2014/main" id="{033CAEA2-92AB-4512-A9D7-FD0A72486257}"/>
              </a:ext>
            </a:extLst>
          </p:cNvPr>
          <p:cNvSpPr>
            <a:spLocks noGrp="1"/>
          </p:cNvSpPr>
          <p:nvPr>
            <p:ph type="sldNum" sz="quarter" idx="12"/>
          </p:nvPr>
        </p:nvSpPr>
        <p:spPr/>
        <p:txBody>
          <a:bodyPr/>
          <a:lstStyle>
            <a:lvl1pPr>
              <a:defRPr>
                <a:latin typeface="Meiryo UI" panose="020B0604030504040204" pitchFamily="50" charset="-128"/>
                <a:ea typeface="Meiryo UI" panose="020B0604030504040204" pitchFamily="50" charset="-128"/>
              </a:defRPr>
            </a:lvl1pPr>
          </a:lstStyle>
          <a:p>
            <a:fld id="{F4C94289-3309-4C35-850A-56FD49B3E346}" type="slidenum">
              <a:rPr lang="en-GB" smtClean="0"/>
              <a:pPr/>
              <a:t>‹#›</a:t>
            </a:fld>
            <a:endParaRPr lang="en-GB" dirty="0"/>
          </a:p>
        </p:txBody>
      </p:sp>
      <p:sp>
        <p:nvSpPr>
          <p:cNvPr id="14" name="Rectangle 13"/>
          <p:cNvSpPr/>
          <p:nvPr userDrawn="1"/>
        </p:nvSpPr>
        <p:spPr>
          <a:xfrm>
            <a:off x="0" y="678873"/>
            <a:ext cx="207818" cy="5968783"/>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ru-RU"/>
          </a:p>
        </p:txBody>
      </p:sp>
      <p:grpSp>
        <p:nvGrpSpPr>
          <p:cNvPr id="21" name="Group 20"/>
          <p:cNvGrpSpPr/>
          <p:nvPr userDrawn="1"/>
        </p:nvGrpSpPr>
        <p:grpSpPr>
          <a:xfrm>
            <a:off x="515937" y="326276"/>
            <a:ext cx="902611" cy="902611"/>
            <a:chOff x="515937" y="326276"/>
            <a:chExt cx="902611" cy="902611"/>
          </a:xfrm>
        </p:grpSpPr>
        <p:grpSp>
          <p:nvGrpSpPr>
            <p:cNvPr id="17" name="Group 16"/>
            <p:cNvGrpSpPr/>
            <p:nvPr/>
          </p:nvGrpSpPr>
          <p:grpSpPr>
            <a:xfrm>
              <a:off x="515937" y="326276"/>
              <a:ext cx="902611" cy="902611"/>
              <a:chOff x="4492144" y="190843"/>
              <a:chExt cx="855656" cy="855656"/>
            </a:xfrm>
          </p:grpSpPr>
          <p:sp>
            <p:nvSpPr>
              <p:cNvPr id="18" name="Oval 17"/>
              <p:cNvSpPr/>
              <p:nvPr/>
            </p:nvSpPr>
            <p:spPr>
              <a:xfrm>
                <a:off x="4492144" y="190843"/>
                <a:ext cx="855656" cy="855656"/>
              </a:xfrm>
              <a:prstGeom prst="ellipse">
                <a:avLst/>
              </a:prstGeom>
              <a:solidFill>
                <a:schemeClr val="bg1"/>
              </a:solidFill>
              <a:ln w="76200">
                <a:noFill/>
              </a:ln>
              <a:effectLst>
                <a:outerShdw blurRad="50800" dist="38100" dir="10800000" algn="r"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a:p>
            </p:txBody>
          </p:sp>
          <p:sp>
            <p:nvSpPr>
              <p:cNvPr id="19" name="Oval 18"/>
              <p:cNvSpPr/>
              <p:nvPr/>
            </p:nvSpPr>
            <p:spPr>
              <a:xfrm>
                <a:off x="4551137" y="249836"/>
                <a:ext cx="737671" cy="737671"/>
              </a:xfrm>
              <a:prstGeom prst="ellipse">
                <a:avLst/>
              </a:prstGeom>
              <a:solidFill>
                <a:schemeClr val="accent1"/>
              </a:solidFill>
              <a:ln w="76200">
                <a:noFill/>
              </a:ln>
              <a:effectLst>
                <a:innerShdw blurRad="63500" dist="50800" dir="13500000">
                  <a:prstClr val="black">
                    <a:alpha val="50000"/>
                  </a:prstClr>
                </a:inn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a:p>
            </p:txBody>
          </p:sp>
        </p:grpSp>
        <p:pic>
          <p:nvPicPr>
            <p:cNvPr id="20" name="Picture 19"/>
            <p:cNvPicPr>
              <a:picLocks noChangeAspect="1"/>
            </p:cNvPicPr>
            <p:nvPr userDrawn="1"/>
          </p:nvPicPr>
          <p:blipFill>
            <a:blip r:embed="rId2" cstate="email">
              <a:extLst>
                <a:ext uri="{28A0092B-C50C-407E-A947-70E740481C1C}">
                  <a14:useLocalDpi xmlns:a14="http://schemas.microsoft.com/office/drawing/2010/main"/>
                </a:ext>
              </a:extLst>
            </a:blip>
            <a:stretch>
              <a:fillRect/>
            </a:stretch>
          </p:blipFill>
          <p:spPr>
            <a:xfrm>
              <a:off x="695901" y="533238"/>
              <a:ext cx="505958" cy="505958"/>
            </a:xfrm>
            <a:prstGeom prst="rect">
              <a:avLst/>
            </a:prstGeom>
          </p:spPr>
        </p:pic>
      </p:grpSp>
    </p:spTree>
    <p:extLst>
      <p:ext uri="{BB962C8B-B14F-4D97-AF65-F5344CB8AC3E}">
        <p14:creationId xmlns:p14="http://schemas.microsoft.com/office/powerpoint/2010/main" val="3522977513"/>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obj" preserve="1">
  <p:cSld name="Two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2F2BE79-9CF6-49D0-828F-83304EE10FA4}"/>
              </a:ext>
            </a:extLst>
          </p:cNvPr>
          <p:cNvSpPr>
            <a:spLocks noGrp="1"/>
          </p:cNvSpPr>
          <p:nvPr>
            <p:ph type="title"/>
          </p:nvPr>
        </p:nvSpPr>
        <p:spPr>
          <a:xfrm>
            <a:off x="1511277" y="210344"/>
            <a:ext cx="8902723" cy="984247"/>
          </a:xfrm>
        </p:spPr>
        <p:txBody>
          <a:bodyPr/>
          <a:lstStyle/>
          <a:p>
            <a:r>
              <a:rPr lang="en-US"/>
              <a:t>Click to edit Master title style</a:t>
            </a:r>
            <a:endParaRPr lang="en-GB" dirty="0"/>
          </a:p>
        </p:txBody>
      </p:sp>
      <p:sp>
        <p:nvSpPr>
          <p:cNvPr id="3" name="Content Placeholder 2">
            <a:extLst>
              <a:ext uri="{FF2B5EF4-FFF2-40B4-BE49-F238E27FC236}">
                <a16:creationId xmlns:a16="http://schemas.microsoft.com/office/drawing/2014/main" id="{15131794-EBBB-48C2-B2AE-5771C52F061C}"/>
              </a:ext>
            </a:extLst>
          </p:cNvPr>
          <p:cNvSpPr>
            <a:spLocks noGrp="1"/>
          </p:cNvSpPr>
          <p:nvPr>
            <p:ph idx="1"/>
          </p:nvPr>
        </p:nvSpPr>
        <p:spPr>
          <a:xfrm>
            <a:off x="515937" y="1695450"/>
            <a:ext cx="4824413" cy="4587081"/>
          </a:xfrm>
        </p:spPr>
        <p:txBody>
          <a:bodyPr/>
          <a:lstStyle>
            <a:lvl1pPr>
              <a:defRPr sz="1400"/>
            </a:lvl1pPr>
            <a:lvl2pPr marL="165100" indent="-165100">
              <a:defRPr sz="1400"/>
            </a:lvl2pPr>
            <a:lvl3pPr marL="344488" indent="-160338">
              <a:defRPr sz="1200"/>
            </a:lvl3pPr>
            <a:lvl4pPr marL="544513" indent="-184150">
              <a:defRPr sz="1100"/>
            </a:lvl4pPr>
            <a:lvl5pPr marL="746125" indent="-176213">
              <a:defRPr sz="1100"/>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GB" dirty="0"/>
          </a:p>
        </p:txBody>
      </p:sp>
      <p:sp>
        <p:nvSpPr>
          <p:cNvPr id="5" name="Footer Placeholder 4">
            <a:extLst>
              <a:ext uri="{FF2B5EF4-FFF2-40B4-BE49-F238E27FC236}">
                <a16:creationId xmlns:a16="http://schemas.microsoft.com/office/drawing/2014/main" id="{E9A396C8-82EE-4828-BB90-F70077CC6504}"/>
              </a:ext>
            </a:extLst>
          </p:cNvPr>
          <p:cNvSpPr>
            <a:spLocks noGrp="1"/>
          </p:cNvSpPr>
          <p:nvPr>
            <p:ph type="ftr" sz="quarter" idx="11"/>
          </p:nvPr>
        </p:nvSpPr>
        <p:spPr/>
        <p:txBody>
          <a:bodyPr/>
          <a:lstStyle/>
          <a:p>
            <a:endParaRPr lang="en-GB" dirty="0"/>
          </a:p>
        </p:txBody>
      </p:sp>
      <p:sp>
        <p:nvSpPr>
          <p:cNvPr id="6" name="Slide Number Placeholder 5">
            <a:extLst>
              <a:ext uri="{FF2B5EF4-FFF2-40B4-BE49-F238E27FC236}">
                <a16:creationId xmlns:a16="http://schemas.microsoft.com/office/drawing/2014/main" id="{033CAEA2-92AB-4512-A9D7-FD0A72486257}"/>
              </a:ext>
            </a:extLst>
          </p:cNvPr>
          <p:cNvSpPr>
            <a:spLocks noGrp="1"/>
          </p:cNvSpPr>
          <p:nvPr>
            <p:ph type="sldNum" sz="quarter" idx="12"/>
          </p:nvPr>
        </p:nvSpPr>
        <p:spPr/>
        <p:txBody>
          <a:bodyPr/>
          <a:lstStyle>
            <a:lvl1pPr>
              <a:defRPr>
                <a:latin typeface="Meiryo UI" panose="020B0604030504040204" pitchFamily="50" charset="-128"/>
                <a:ea typeface="Meiryo UI" panose="020B0604030504040204" pitchFamily="50" charset="-128"/>
              </a:defRPr>
            </a:lvl1pPr>
          </a:lstStyle>
          <a:p>
            <a:fld id="{F4C94289-3309-4C35-850A-56FD49B3E346}" type="slidenum">
              <a:rPr lang="en-GB" smtClean="0"/>
              <a:pPr/>
              <a:t>‹#›</a:t>
            </a:fld>
            <a:endParaRPr lang="en-GB" dirty="0"/>
          </a:p>
        </p:txBody>
      </p:sp>
      <p:sp>
        <p:nvSpPr>
          <p:cNvPr id="7" name="Content Placeholder 2">
            <a:extLst>
              <a:ext uri="{FF2B5EF4-FFF2-40B4-BE49-F238E27FC236}">
                <a16:creationId xmlns:a16="http://schemas.microsoft.com/office/drawing/2014/main" id="{50463241-5450-4976-8525-5C06611D08BF}"/>
              </a:ext>
            </a:extLst>
          </p:cNvPr>
          <p:cNvSpPr>
            <a:spLocks noGrp="1"/>
          </p:cNvSpPr>
          <p:nvPr>
            <p:ph idx="13"/>
          </p:nvPr>
        </p:nvSpPr>
        <p:spPr>
          <a:xfrm>
            <a:off x="5591175" y="1695450"/>
            <a:ext cx="6084886" cy="4587081"/>
          </a:xfrm>
        </p:spPr>
        <p:txBody>
          <a:bodyPr/>
          <a:lstStyle>
            <a:lvl1pPr>
              <a:defRPr sz="1400"/>
            </a:lvl1pPr>
            <a:lvl2pPr marL="165100" indent="-165100">
              <a:defRPr sz="1400"/>
            </a:lvl2pPr>
            <a:lvl3pPr marL="344488" indent="-160338">
              <a:defRPr sz="1200"/>
            </a:lvl3pPr>
            <a:lvl4pPr marL="544513" indent="-184150">
              <a:defRPr sz="1100"/>
            </a:lvl4pPr>
            <a:lvl5pPr marL="746125" indent="-176213">
              <a:defRPr sz="1100"/>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GB" dirty="0"/>
          </a:p>
        </p:txBody>
      </p:sp>
      <p:cxnSp>
        <p:nvCxnSpPr>
          <p:cNvPr id="9" name="Straight Connector 8"/>
          <p:cNvCxnSpPr/>
          <p:nvPr userDrawn="1"/>
        </p:nvCxnSpPr>
        <p:spPr>
          <a:xfrm>
            <a:off x="515938" y="1344706"/>
            <a:ext cx="11160123" cy="0"/>
          </a:xfrm>
          <a:prstGeom prst="line">
            <a:avLst/>
          </a:prstGeom>
          <a:ln w="9525">
            <a:solidFill>
              <a:schemeClr val="tx1"/>
            </a:solidFill>
          </a:ln>
        </p:spPr>
        <p:style>
          <a:lnRef idx="1">
            <a:schemeClr val="accent1"/>
          </a:lnRef>
          <a:fillRef idx="0">
            <a:schemeClr val="accent1"/>
          </a:fillRef>
          <a:effectRef idx="0">
            <a:schemeClr val="accent1"/>
          </a:effectRef>
          <a:fontRef idx="minor">
            <a:schemeClr val="tx1"/>
          </a:fontRef>
        </p:style>
      </p:cxnSp>
      <p:sp>
        <p:nvSpPr>
          <p:cNvPr id="17" name="Rectangle 16"/>
          <p:cNvSpPr/>
          <p:nvPr userDrawn="1"/>
        </p:nvSpPr>
        <p:spPr>
          <a:xfrm>
            <a:off x="0" y="678873"/>
            <a:ext cx="207818" cy="5968783"/>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ru-RU"/>
          </a:p>
        </p:txBody>
      </p:sp>
      <p:grpSp>
        <p:nvGrpSpPr>
          <p:cNvPr id="23" name="Group 22"/>
          <p:cNvGrpSpPr/>
          <p:nvPr userDrawn="1"/>
        </p:nvGrpSpPr>
        <p:grpSpPr>
          <a:xfrm>
            <a:off x="515937" y="326276"/>
            <a:ext cx="902611" cy="902611"/>
            <a:chOff x="515937" y="326276"/>
            <a:chExt cx="902611" cy="902611"/>
          </a:xfrm>
        </p:grpSpPr>
        <p:grpSp>
          <p:nvGrpSpPr>
            <p:cNvPr id="24" name="Group 23"/>
            <p:cNvGrpSpPr/>
            <p:nvPr/>
          </p:nvGrpSpPr>
          <p:grpSpPr>
            <a:xfrm>
              <a:off x="515937" y="326276"/>
              <a:ext cx="902611" cy="902611"/>
              <a:chOff x="4492144" y="190843"/>
              <a:chExt cx="855656" cy="855656"/>
            </a:xfrm>
          </p:grpSpPr>
          <p:sp>
            <p:nvSpPr>
              <p:cNvPr id="26" name="Oval 25"/>
              <p:cNvSpPr/>
              <p:nvPr/>
            </p:nvSpPr>
            <p:spPr>
              <a:xfrm>
                <a:off x="4492144" y="190843"/>
                <a:ext cx="855656" cy="855656"/>
              </a:xfrm>
              <a:prstGeom prst="ellipse">
                <a:avLst/>
              </a:prstGeom>
              <a:solidFill>
                <a:schemeClr val="bg1"/>
              </a:solidFill>
              <a:ln w="76200">
                <a:noFill/>
              </a:ln>
              <a:effectLst>
                <a:outerShdw blurRad="50800" dist="38100" dir="10800000" algn="r"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a:p>
            </p:txBody>
          </p:sp>
          <p:sp>
            <p:nvSpPr>
              <p:cNvPr id="27" name="Oval 26"/>
              <p:cNvSpPr/>
              <p:nvPr/>
            </p:nvSpPr>
            <p:spPr>
              <a:xfrm>
                <a:off x="4551137" y="249836"/>
                <a:ext cx="737671" cy="737671"/>
              </a:xfrm>
              <a:prstGeom prst="ellipse">
                <a:avLst/>
              </a:prstGeom>
              <a:solidFill>
                <a:schemeClr val="accent1"/>
              </a:solidFill>
              <a:ln w="76200">
                <a:noFill/>
              </a:ln>
              <a:effectLst>
                <a:innerShdw blurRad="63500" dist="50800" dir="13500000">
                  <a:prstClr val="black">
                    <a:alpha val="50000"/>
                  </a:prstClr>
                </a:inn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a:p>
            </p:txBody>
          </p:sp>
        </p:grpSp>
        <p:pic>
          <p:nvPicPr>
            <p:cNvPr id="25" name="Picture 24"/>
            <p:cNvPicPr>
              <a:picLocks noChangeAspect="1"/>
            </p:cNvPicPr>
            <p:nvPr userDrawn="1"/>
          </p:nvPicPr>
          <p:blipFill>
            <a:blip r:embed="rId2" cstate="email">
              <a:extLst>
                <a:ext uri="{28A0092B-C50C-407E-A947-70E740481C1C}">
                  <a14:useLocalDpi xmlns:a14="http://schemas.microsoft.com/office/drawing/2010/main"/>
                </a:ext>
              </a:extLst>
            </a:blip>
            <a:stretch>
              <a:fillRect/>
            </a:stretch>
          </p:blipFill>
          <p:spPr>
            <a:xfrm>
              <a:off x="695901" y="533238"/>
              <a:ext cx="505958" cy="505958"/>
            </a:xfrm>
            <a:prstGeom prst="rect">
              <a:avLst/>
            </a:prstGeom>
          </p:spPr>
        </p:pic>
      </p:grpSp>
    </p:spTree>
    <p:extLst>
      <p:ext uri="{BB962C8B-B14F-4D97-AF65-F5344CB8AC3E}">
        <p14:creationId xmlns:p14="http://schemas.microsoft.com/office/powerpoint/2010/main" val="923014378"/>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preserve="1" userDrawn="1">
  <p:cSld name="Title Only">
    <p:spTree>
      <p:nvGrpSpPr>
        <p:cNvPr id="1" name=""/>
        <p:cNvGrpSpPr/>
        <p:nvPr/>
      </p:nvGrpSpPr>
      <p:grpSpPr>
        <a:xfrm>
          <a:off x="0" y="0"/>
          <a:ext cx="0" cy="0"/>
          <a:chOff x="0" y="0"/>
          <a:chExt cx="0" cy="0"/>
        </a:xfrm>
      </p:grpSpPr>
      <p:sp>
        <p:nvSpPr>
          <p:cNvPr id="4" name="Footer Placeholder 3">
            <a:extLst>
              <a:ext uri="{FF2B5EF4-FFF2-40B4-BE49-F238E27FC236}">
                <a16:creationId xmlns:a16="http://schemas.microsoft.com/office/drawing/2014/main" id="{9108513E-D1D6-4909-A6A1-E798C38409CA}"/>
              </a:ext>
            </a:extLst>
          </p:cNvPr>
          <p:cNvSpPr>
            <a:spLocks noGrp="1"/>
          </p:cNvSpPr>
          <p:nvPr>
            <p:ph type="ftr" sz="quarter" idx="11"/>
          </p:nvPr>
        </p:nvSpPr>
        <p:spPr/>
        <p:txBody>
          <a:bodyPr/>
          <a:lstStyle/>
          <a:p>
            <a:endParaRPr lang="en-GB" dirty="0"/>
          </a:p>
        </p:txBody>
      </p:sp>
      <p:sp>
        <p:nvSpPr>
          <p:cNvPr id="5" name="Slide Number Placeholder 4">
            <a:extLst>
              <a:ext uri="{FF2B5EF4-FFF2-40B4-BE49-F238E27FC236}">
                <a16:creationId xmlns:a16="http://schemas.microsoft.com/office/drawing/2014/main" id="{9881A9FA-9619-43AB-B085-D7F021094F68}"/>
              </a:ext>
            </a:extLst>
          </p:cNvPr>
          <p:cNvSpPr>
            <a:spLocks noGrp="1"/>
          </p:cNvSpPr>
          <p:nvPr>
            <p:ph type="sldNum" sz="quarter" idx="12"/>
          </p:nvPr>
        </p:nvSpPr>
        <p:spPr/>
        <p:txBody>
          <a:bodyPr/>
          <a:lstStyle>
            <a:lvl1pPr>
              <a:defRPr>
                <a:latin typeface="Meiryo UI" panose="020B0604030504040204" pitchFamily="50" charset="-128"/>
                <a:ea typeface="Meiryo UI" panose="020B0604030504040204" pitchFamily="50" charset="-128"/>
              </a:defRPr>
            </a:lvl1pPr>
          </a:lstStyle>
          <a:p>
            <a:fld id="{F4C94289-3309-4C35-850A-56FD49B3E346}" type="slidenum">
              <a:rPr lang="en-GB" smtClean="0"/>
              <a:pPr/>
              <a:t>‹#›</a:t>
            </a:fld>
            <a:endParaRPr lang="en-GB" dirty="0"/>
          </a:p>
        </p:txBody>
      </p:sp>
      <p:sp>
        <p:nvSpPr>
          <p:cNvPr id="6" name="Title 5"/>
          <p:cNvSpPr>
            <a:spLocks noGrp="1"/>
          </p:cNvSpPr>
          <p:nvPr>
            <p:ph type="title"/>
          </p:nvPr>
        </p:nvSpPr>
        <p:spPr>
          <a:xfrm>
            <a:off x="1511277" y="210344"/>
            <a:ext cx="8902723" cy="984247"/>
          </a:xfrm>
        </p:spPr>
        <p:txBody>
          <a:bodyPr/>
          <a:lstStyle/>
          <a:p>
            <a:r>
              <a:rPr lang="en-US"/>
              <a:t>Click to edit Master title style</a:t>
            </a:r>
          </a:p>
        </p:txBody>
      </p:sp>
      <p:sp>
        <p:nvSpPr>
          <p:cNvPr id="14" name="Rectangle 13"/>
          <p:cNvSpPr/>
          <p:nvPr userDrawn="1"/>
        </p:nvSpPr>
        <p:spPr>
          <a:xfrm>
            <a:off x="0" y="678873"/>
            <a:ext cx="207818" cy="5968783"/>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ru-RU"/>
          </a:p>
        </p:txBody>
      </p:sp>
      <p:grpSp>
        <p:nvGrpSpPr>
          <p:cNvPr id="20" name="Group 19"/>
          <p:cNvGrpSpPr/>
          <p:nvPr userDrawn="1"/>
        </p:nvGrpSpPr>
        <p:grpSpPr>
          <a:xfrm>
            <a:off x="515937" y="326276"/>
            <a:ext cx="902611" cy="902611"/>
            <a:chOff x="515937" y="326276"/>
            <a:chExt cx="902611" cy="902611"/>
          </a:xfrm>
        </p:grpSpPr>
        <p:grpSp>
          <p:nvGrpSpPr>
            <p:cNvPr id="21" name="Group 20"/>
            <p:cNvGrpSpPr/>
            <p:nvPr/>
          </p:nvGrpSpPr>
          <p:grpSpPr>
            <a:xfrm>
              <a:off x="515937" y="326276"/>
              <a:ext cx="902611" cy="902611"/>
              <a:chOff x="4492144" y="190843"/>
              <a:chExt cx="855656" cy="855656"/>
            </a:xfrm>
          </p:grpSpPr>
          <p:sp>
            <p:nvSpPr>
              <p:cNvPr id="23" name="Oval 22"/>
              <p:cNvSpPr/>
              <p:nvPr/>
            </p:nvSpPr>
            <p:spPr>
              <a:xfrm>
                <a:off x="4492144" y="190843"/>
                <a:ext cx="855656" cy="855656"/>
              </a:xfrm>
              <a:prstGeom prst="ellipse">
                <a:avLst/>
              </a:prstGeom>
              <a:solidFill>
                <a:schemeClr val="bg1"/>
              </a:solidFill>
              <a:ln w="76200">
                <a:noFill/>
              </a:ln>
              <a:effectLst>
                <a:outerShdw blurRad="50800" dist="38100" dir="10800000" algn="r"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a:p>
            </p:txBody>
          </p:sp>
          <p:sp>
            <p:nvSpPr>
              <p:cNvPr id="24" name="Oval 23"/>
              <p:cNvSpPr/>
              <p:nvPr/>
            </p:nvSpPr>
            <p:spPr>
              <a:xfrm>
                <a:off x="4551137" y="249836"/>
                <a:ext cx="737671" cy="737671"/>
              </a:xfrm>
              <a:prstGeom prst="ellipse">
                <a:avLst/>
              </a:prstGeom>
              <a:solidFill>
                <a:schemeClr val="accent1"/>
              </a:solidFill>
              <a:ln w="76200">
                <a:noFill/>
              </a:ln>
              <a:effectLst>
                <a:innerShdw blurRad="63500" dist="50800" dir="13500000">
                  <a:prstClr val="black">
                    <a:alpha val="50000"/>
                  </a:prstClr>
                </a:inn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a:p>
            </p:txBody>
          </p:sp>
        </p:grpSp>
        <p:pic>
          <p:nvPicPr>
            <p:cNvPr id="22" name="Picture 21"/>
            <p:cNvPicPr>
              <a:picLocks noChangeAspect="1"/>
            </p:cNvPicPr>
            <p:nvPr userDrawn="1"/>
          </p:nvPicPr>
          <p:blipFill>
            <a:blip r:embed="rId2" cstate="email">
              <a:extLst>
                <a:ext uri="{28A0092B-C50C-407E-A947-70E740481C1C}">
                  <a14:useLocalDpi xmlns:a14="http://schemas.microsoft.com/office/drawing/2010/main"/>
                </a:ext>
              </a:extLst>
            </a:blip>
            <a:stretch>
              <a:fillRect/>
            </a:stretch>
          </p:blipFill>
          <p:spPr>
            <a:xfrm>
              <a:off x="695901" y="533238"/>
              <a:ext cx="505958" cy="505958"/>
            </a:xfrm>
            <a:prstGeom prst="rect">
              <a:avLst/>
            </a:prstGeom>
          </p:spPr>
        </p:pic>
      </p:grpSp>
    </p:spTree>
    <p:extLst>
      <p:ext uri="{BB962C8B-B14F-4D97-AF65-F5344CB8AC3E}">
        <p14:creationId xmlns:p14="http://schemas.microsoft.com/office/powerpoint/2010/main" val="154964832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showMasterSp="0" userDrawn="1">
  <p:cSld name="Blank 02">
    <p:spTree>
      <p:nvGrpSpPr>
        <p:cNvPr id="1" name=""/>
        <p:cNvGrpSpPr/>
        <p:nvPr/>
      </p:nvGrpSpPr>
      <p:grpSpPr>
        <a:xfrm>
          <a:off x="0" y="0"/>
          <a:ext cx="0" cy="0"/>
          <a:chOff x="0" y="0"/>
          <a:chExt cx="0" cy="0"/>
        </a:xfrm>
      </p:grpSpPr>
      <p:sp>
        <p:nvSpPr>
          <p:cNvPr id="23" name="Footer Placeholder 22"/>
          <p:cNvSpPr>
            <a:spLocks noGrp="1"/>
          </p:cNvSpPr>
          <p:nvPr>
            <p:ph type="ftr" sz="quarter" idx="11"/>
          </p:nvPr>
        </p:nvSpPr>
        <p:spPr/>
        <p:txBody>
          <a:bodyPr/>
          <a:lstStyle/>
          <a:p>
            <a:endParaRPr lang="en-GB" dirty="0"/>
          </a:p>
        </p:txBody>
      </p:sp>
      <p:sp>
        <p:nvSpPr>
          <p:cNvPr id="24" name="Slide Number Placeholder 23"/>
          <p:cNvSpPr>
            <a:spLocks noGrp="1"/>
          </p:cNvSpPr>
          <p:nvPr>
            <p:ph type="sldNum" sz="quarter" idx="12"/>
          </p:nvPr>
        </p:nvSpPr>
        <p:spPr/>
        <p:txBody>
          <a:bodyPr/>
          <a:lstStyle/>
          <a:p>
            <a:fld id="{F4C94289-3309-4C35-850A-56FD49B3E346}" type="slidenum">
              <a:rPr lang="en-GB" smtClean="0"/>
              <a:pPr/>
              <a:t>‹#›</a:t>
            </a:fld>
            <a:endParaRPr lang="en-GB" dirty="0"/>
          </a:p>
        </p:txBody>
      </p:sp>
    </p:spTree>
    <p:extLst>
      <p:ext uri="{BB962C8B-B14F-4D97-AF65-F5344CB8AC3E}">
        <p14:creationId xmlns:p14="http://schemas.microsoft.com/office/powerpoint/2010/main" val="3779780541"/>
      </p:ext>
    </p:extLst>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showMasterSp="0" userDrawn="1">
  <p:cSld name="Exercise Layout">
    <p:spTree>
      <p:nvGrpSpPr>
        <p:cNvPr id="1" name=""/>
        <p:cNvGrpSpPr/>
        <p:nvPr/>
      </p:nvGrpSpPr>
      <p:grpSpPr>
        <a:xfrm>
          <a:off x="0" y="0"/>
          <a:ext cx="0" cy="0"/>
          <a:chOff x="0" y="0"/>
          <a:chExt cx="0" cy="0"/>
        </a:xfrm>
      </p:grpSpPr>
      <p:pic>
        <p:nvPicPr>
          <p:cNvPr id="16" name="Picture 15">
            <a:extLst>
              <a:ext uri="{FF2B5EF4-FFF2-40B4-BE49-F238E27FC236}">
                <a16:creationId xmlns:a16="http://schemas.microsoft.com/office/drawing/2014/main" id="{CC60E76C-8DD0-4671-8D44-BA89C2BDC371}"/>
              </a:ext>
            </a:extLst>
          </p:cNvPr>
          <p:cNvPicPr>
            <a:picLocks noChangeAspect="1"/>
          </p:cNvPicPr>
          <p:nvPr userDrawn="1"/>
        </p:nvPicPr>
        <p:blipFill>
          <a:blip r:embed="rId2" cstate="email">
            <a:extLst>
              <a:ext uri="{28A0092B-C50C-407E-A947-70E740481C1C}">
                <a14:useLocalDpi xmlns:a14="http://schemas.microsoft.com/office/drawing/2010/main"/>
              </a:ext>
            </a:extLst>
          </a:blip>
          <a:stretch>
            <a:fillRect/>
          </a:stretch>
        </p:blipFill>
        <p:spPr>
          <a:xfrm>
            <a:off x="3432461" y="-648"/>
            <a:ext cx="8759952" cy="6858000"/>
          </a:xfrm>
          <a:prstGeom prst="rect">
            <a:avLst/>
          </a:prstGeom>
        </p:spPr>
      </p:pic>
      <p:sp>
        <p:nvSpPr>
          <p:cNvPr id="5" name="Rectangle 4">
            <a:extLst>
              <a:ext uri="{FF2B5EF4-FFF2-40B4-BE49-F238E27FC236}">
                <a16:creationId xmlns:a16="http://schemas.microsoft.com/office/drawing/2014/main" id="{0CDE9CF8-D8E8-44B1-8323-5C8D48BBB491}"/>
              </a:ext>
            </a:extLst>
          </p:cNvPr>
          <p:cNvSpPr/>
          <p:nvPr userDrawn="1"/>
        </p:nvSpPr>
        <p:spPr>
          <a:xfrm>
            <a:off x="0" y="0"/>
            <a:ext cx="3344400" cy="6858000"/>
          </a:xfrm>
          <a:prstGeom prst="rect">
            <a:avLst/>
          </a:prstGeom>
          <a:solidFill>
            <a:schemeClr val="accent3"/>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 name="Footer Placeholder 2">
            <a:extLst>
              <a:ext uri="{FF2B5EF4-FFF2-40B4-BE49-F238E27FC236}">
                <a16:creationId xmlns:a16="http://schemas.microsoft.com/office/drawing/2014/main" id="{F8AF8D39-913C-4E1D-BD5F-15853C5FB156}"/>
              </a:ext>
            </a:extLst>
          </p:cNvPr>
          <p:cNvSpPr>
            <a:spLocks noGrp="1"/>
          </p:cNvSpPr>
          <p:nvPr>
            <p:ph type="ftr" sz="quarter" idx="10"/>
          </p:nvPr>
        </p:nvSpPr>
        <p:spPr/>
        <p:txBody>
          <a:bodyPr/>
          <a:lstStyle/>
          <a:p>
            <a:endParaRPr lang="en-GB"/>
          </a:p>
        </p:txBody>
      </p:sp>
      <p:sp>
        <p:nvSpPr>
          <p:cNvPr id="4" name="Slide Number Placeholder 3">
            <a:extLst>
              <a:ext uri="{FF2B5EF4-FFF2-40B4-BE49-F238E27FC236}">
                <a16:creationId xmlns:a16="http://schemas.microsoft.com/office/drawing/2014/main" id="{89E43131-1F39-4CA3-962D-A7B8B11A0CA0}"/>
              </a:ext>
            </a:extLst>
          </p:cNvPr>
          <p:cNvSpPr>
            <a:spLocks noGrp="1"/>
          </p:cNvSpPr>
          <p:nvPr>
            <p:ph type="sldNum" sz="quarter" idx="11"/>
          </p:nvPr>
        </p:nvSpPr>
        <p:spPr/>
        <p:txBody>
          <a:bodyPr/>
          <a:lstStyle/>
          <a:p>
            <a:fld id="{F4C94289-3309-4C35-850A-56FD49B3E346}" type="slidenum">
              <a:rPr lang="en-GB" smtClean="0"/>
              <a:pPr/>
              <a:t>‹#›</a:t>
            </a:fld>
            <a:endParaRPr lang="en-GB"/>
          </a:p>
        </p:txBody>
      </p:sp>
      <p:pic>
        <p:nvPicPr>
          <p:cNvPr id="9" name="Picture 8">
            <a:extLst>
              <a:ext uri="{FF2B5EF4-FFF2-40B4-BE49-F238E27FC236}">
                <a16:creationId xmlns:a16="http://schemas.microsoft.com/office/drawing/2014/main" id="{B7BBC1DF-DA7E-45AF-8489-194A36B24C10}"/>
              </a:ext>
            </a:extLst>
          </p:cNvPr>
          <p:cNvPicPr>
            <a:picLocks noChangeAspect="1"/>
          </p:cNvPicPr>
          <p:nvPr userDrawn="1"/>
        </p:nvPicPr>
        <p:blipFill>
          <a:blip r:embed="rId3" cstate="email">
            <a:extLst>
              <a:ext uri="{28A0092B-C50C-407E-A947-70E740481C1C}">
                <a14:useLocalDpi xmlns:a14="http://schemas.microsoft.com/office/drawing/2010/main"/>
              </a:ext>
            </a:extLst>
          </a:blip>
          <a:stretch>
            <a:fillRect/>
          </a:stretch>
        </p:blipFill>
        <p:spPr>
          <a:xfrm>
            <a:off x="1364988" y="584011"/>
            <a:ext cx="576887" cy="430299"/>
          </a:xfrm>
          <a:prstGeom prst="rect">
            <a:avLst/>
          </a:prstGeom>
        </p:spPr>
      </p:pic>
      <p:sp>
        <p:nvSpPr>
          <p:cNvPr id="10" name="Rectangle 9">
            <a:extLst>
              <a:ext uri="{FF2B5EF4-FFF2-40B4-BE49-F238E27FC236}">
                <a16:creationId xmlns:a16="http://schemas.microsoft.com/office/drawing/2014/main" id="{C1180EA0-78B8-480A-9475-84FFF09CD877}"/>
              </a:ext>
            </a:extLst>
          </p:cNvPr>
          <p:cNvSpPr/>
          <p:nvPr userDrawn="1"/>
        </p:nvSpPr>
        <p:spPr>
          <a:xfrm>
            <a:off x="1054839" y="1532944"/>
            <a:ext cx="1150391" cy="104564"/>
          </a:xfrm>
          <a:prstGeom prst="rect">
            <a:avLst/>
          </a:prstGeom>
          <a:solidFill>
            <a:schemeClr val="tx1">
              <a:lumMod val="65000"/>
              <a:lumOff val="3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solidFill>
                <a:srgbClr val="1A3140"/>
              </a:solidFill>
            </a:endParaRPr>
          </a:p>
        </p:txBody>
      </p:sp>
      <p:sp>
        <p:nvSpPr>
          <p:cNvPr id="11" name="Rectangle 10">
            <a:extLst>
              <a:ext uri="{FF2B5EF4-FFF2-40B4-BE49-F238E27FC236}">
                <a16:creationId xmlns:a16="http://schemas.microsoft.com/office/drawing/2014/main" id="{30954FA5-4876-4894-8906-FF563A705A61}"/>
              </a:ext>
            </a:extLst>
          </p:cNvPr>
          <p:cNvSpPr/>
          <p:nvPr userDrawn="1"/>
        </p:nvSpPr>
        <p:spPr>
          <a:xfrm>
            <a:off x="1022846" y="3651735"/>
            <a:ext cx="1150391" cy="45719"/>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solidFill>
                <a:schemeClr val="bg1"/>
              </a:solidFill>
            </a:endParaRPr>
          </a:p>
        </p:txBody>
      </p:sp>
      <p:sp>
        <p:nvSpPr>
          <p:cNvPr id="17" name="Rectangle 16">
            <a:extLst>
              <a:ext uri="{FF2B5EF4-FFF2-40B4-BE49-F238E27FC236}">
                <a16:creationId xmlns:a16="http://schemas.microsoft.com/office/drawing/2014/main" id="{D576FDA1-2EB2-40A0-A7D3-6DC2598082A9}"/>
              </a:ext>
            </a:extLst>
          </p:cNvPr>
          <p:cNvSpPr/>
          <p:nvPr userDrawn="1"/>
        </p:nvSpPr>
        <p:spPr>
          <a:xfrm>
            <a:off x="3432874" y="648"/>
            <a:ext cx="8759126" cy="6857352"/>
          </a:xfrm>
          <a:prstGeom prst="rect">
            <a:avLst/>
          </a:prstGeom>
          <a:gradFill flip="none" rotWithShape="1">
            <a:gsLst>
              <a:gs pos="0">
                <a:schemeClr val="tx1">
                  <a:lumMod val="95000"/>
                  <a:lumOff val="5000"/>
                </a:schemeClr>
              </a:gs>
              <a:gs pos="100000">
                <a:schemeClr val="tx1">
                  <a:lumMod val="50000"/>
                  <a:lumOff val="50000"/>
                  <a:alpha val="25000"/>
                </a:schemeClr>
              </a:gs>
            </a:gsLst>
            <a:lin ang="2700000" scaled="1"/>
            <a:tileRect/>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a:p>
        </p:txBody>
      </p:sp>
      <p:sp>
        <p:nvSpPr>
          <p:cNvPr id="12" name="TextBox 11">
            <a:extLst>
              <a:ext uri="{FF2B5EF4-FFF2-40B4-BE49-F238E27FC236}">
                <a16:creationId xmlns:a16="http://schemas.microsoft.com/office/drawing/2014/main" id="{1D31921A-42AC-412F-85C8-9CD8F3CB200F}"/>
              </a:ext>
            </a:extLst>
          </p:cNvPr>
          <p:cNvSpPr txBox="1"/>
          <p:nvPr userDrawn="1"/>
        </p:nvSpPr>
        <p:spPr>
          <a:xfrm>
            <a:off x="412732" y="2096998"/>
            <a:ext cx="2493664" cy="424270"/>
          </a:xfrm>
          <a:prstGeom prst="rect">
            <a:avLst/>
          </a:prstGeom>
          <a:noFill/>
        </p:spPr>
        <p:txBody>
          <a:bodyPr wrap="square" lIns="0" tIns="0" rIns="0" bIns="0" rtlCol="0">
            <a:noAutofit/>
          </a:bodyPr>
          <a:lstStyle/>
          <a:p>
            <a:pPr algn="ctr"/>
            <a:r>
              <a:rPr lang="en-US" sz="1600" spc="1000">
                <a:solidFill>
                  <a:schemeClr val="bg1"/>
                </a:solidFill>
                <a:latin typeface="Arial" charset="0"/>
                <a:ea typeface="Arial" charset="0"/>
                <a:cs typeface="Arial" charset="0"/>
              </a:rPr>
              <a:t>PRACTICAL</a:t>
            </a:r>
          </a:p>
        </p:txBody>
      </p:sp>
      <p:sp>
        <p:nvSpPr>
          <p:cNvPr id="13" name="TextBox 12">
            <a:extLst>
              <a:ext uri="{FF2B5EF4-FFF2-40B4-BE49-F238E27FC236}">
                <a16:creationId xmlns:a16="http://schemas.microsoft.com/office/drawing/2014/main" id="{5478728E-181A-42BC-AEA3-441F2AACACAA}"/>
              </a:ext>
            </a:extLst>
          </p:cNvPr>
          <p:cNvSpPr txBox="1"/>
          <p:nvPr userDrawn="1"/>
        </p:nvSpPr>
        <p:spPr>
          <a:xfrm>
            <a:off x="-6504" y="2588656"/>
            <a:ext cx="3332136" cy="651844"/>
          </a:xfrm>
          <a:prstGeom prst="rect">
            <a:avLst/>
          </a:prstGeom>
          <a:noFill/>
        </p:spPr>
        <p:txBody>
          <a:bodyPr wrap="square" lIns="0" tIns="0" rIns="0" bIns="0" rtlCol="0">
            <a:noAutofit/>
          </a:bodyPr>
          <a:lstStyle/>
          <a:p>
            <a:pPr algn="ctr"/>
            <a:r>
              <a:rPr lang="en-US" sz="3598" b="1">
                <a:solidFill>
                  <a:schemeClr val="bg1"/>
                </a:solidFill>
                <a:latin typeface="Arial" charset="0"/>
                <a:ea typeface="Arial" charset="0"/>
                <a:cs typeface="Arial" charset="0"/>
              </a:rPr>
              <a:t>EXERCISE</a:t>
            </a:r>
          </a:p>
        </p:txBody>
      </p:sp>
      <p:sp>
        <p:nvSpPr>
          <p:cNvPr id="2" name="Title 1">
            <a:extLst>
              <a:ext uri="{FF2B5EF4-FFF2-40B4-BE49-F238E27FC236}">
                <a16:creationId xmlns:a16="http://schemas.microsoft.com/office/drawing/2014/main" id="{F1F38304-721D-4931-851A-967FF7C1CE2F}"/>
              </a:ext>
            </a:extLst>
          </p:cNvPr>
          <p:cNvSpPr>
            <a:spLocks noGrp="1"/>
          </p:cNvSpPr>
          <p:nvPr>
            <p:ph type="title"/>
          </p:nvPr>
        </p:nvSpPr>
        <p:spPr>
          <a:xfrm>
            <a:off x="4590283" y="307036"/>
            <a:ext cx="5888741" cy="984247"/>
          </a:xfrm>
        </p:spPr>
        <p:txBody>
          <a:bodyPr/>
          <a:lstStyle>
            <a:lvl1pPr>
              <a:defRPr>
                <a:solidFill>
                  <a:schemeClr val="bg1"/>
                </a:solidFill>
              </a:defRPr>
            </a:lvl1pPr>
          </a:lstStyle>
          <a:p>
            <a:r>
              <a:rPr lang="en-US"/>
              <a:t>Click to edit Master title style</a:t>
            </a:r>
          </a:p>
        </p:txBody>
      </p:sp>
      <p:sp>
        <p:nvSpPr>
          <p:cNvPr id="26" name="Date Placeholder 1">
            <a:extLst>
              <a:ext uri="{FF2B5EF4-FFF2-40B4-BE49-F238E27FC236}">
                <a16:creationId xmlns:a16="http://schemas.microsoft.com/office/drawing/2014/main" id="{6AAD77EA-12AC-434D-98A3-BBC2AD6FC857}"/>
              </a:ext>
            </a:extLst>
          </p:cNvPr>
          <p:cNvSpPr txBox="1">
            <a:spLocks/>
          </p:cNvSpPr>
          <p:nvPr userDrawn="1"/>
        </p:nvSpPr>
        <p:spPr>
          <a:xfrm>
            <a:off x="0" y="5855768"/>
            <a:ext cx="3343037" cy="365125"/>
          </a:xfrm>
          <a:prstGeom prst="rect">
            <a:avLst/>
          </a:prstGeom>
        </p:spPr>
        <p:txBody>
          <a:bodyPr vert="horz" lIns="0" tIns="0" rIns="0" bIns="0" rtlCol="0" anchor="b" anchorCtr="0">
            <a:noAutofit/>
          </a:bodyPr>
          <a:lstStyle>
            <a:defPPr>
              <a:defRPr lang="en-US"/>
            </a:defPPr>
            <a:lvl1pPr marL="0" algn="l" defTabSz="914400" rtl="0" eaLnBrk="1" latinLnBrk="0" hangingPunct="1">
              <a:defRPr sz="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algn="ctr"/>
            <a:r>
              <a:rPr lang="en-US" sz="1200" i="0">
                <a:solidFill>
                  <a:schemeClr val="bg1"/>
                </a:solidFill>
                <a:latin typeface="+mn-lt"/>
                <a:ea typeface="Roboto" charset="0"/>
                <a:cs typeface="Roboto" charset="0"/>
              </a:rPr>
              <a:t>Simplify, Standardize, Accelerate </a:t>
            </a:r>
          </a:p>
        </p:txBody>
      </p:sp>
      <p:grpSp>
        <p:nvGrpSpPr>
          <p:cNvPr id="7" name="Group 20">
            <a:extLst>
              <a:ext uri="{FF2B5EF4-FFF2-40B4-BE49-F238E27FC236}">
                <a16:creationId xmlns:a16="http://schemas.microsoft.com/office/drawing/2014/main" id="{10AAE099-A88A-CD65-7153-D0230BFDD831}"/>
              </a:ext>
            </a:extLst>
          </p:cNvPr>
          <p:cNvGrpSpPr/>
          <p:nvPr/>
        </p:nvGrpSpPr>
        <p:grpSpPr>
          <a:xfrm>
            <a:off x="1115377" y="4481716"/>
            <a:ext cx="902611" cy="902611"/>
            <a:chOff x="4492144" y="190843"/>
            <a:chExt cx="855656" cy="855656"/>
          </a:xfrm>
        </p:grpSpPr>
        <p:sp>
          <p:nvSpPr>
            <p:cNvPr id="14" name="Oval 22">
              <a:extLst>
                <a:ext uri="{FF2B5EF4-FFF2-40B4-BE49-F238E27FC236}">
                  <a16:creationId xmlns:a16="http://schemas.microsoft.com/office/drawing/2014/main" id="{55D888FB-8669-1B5C-16FE-90506AFE9BBF}"/>
                </a:ext>
              </a:extLst>
            </p:cNvPr>
            <p:cNvSpPr/>
            <p:nvPr/>
          </p:nvSpPr>
          <p:spPr>
            <a:xfrm>
              <a:off x="4492144" y="190843"/>
              <a:ext cx="855656" cy="855656"/>
            </a:xfrm>
            <a:prstGeom prst="ellipse">
              <a:avLst/>
            </a:prstGeom>
            <a:solidFill>
              <a:schemeClr val="bg1"/>
            </a:solidFill>
            <a:ln w="76200">
              <a:noFill/>
            </a:ln>
            <a:effectLst>
              <a:outerShdw blurRad="50800" dist="38100" dir="10800000" algn="r"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endParaRPr/>
            </a:p>
          </p:txBody>
        </p:sp>
        <p:sp>
          <p:nvSpPr>
            <p:cNvPr id="15" name="Oval 23">
              <a:extLst>
                <a:ext uri="{FF2B5EF4-FFF2-40B4-BE49-F238E27FC236}">
                  <a16:creationId xmlns:a16="http://schemas.microsoft.com/office/drawing/2014/main" id="{A1FDAAE3-2283-3C56-CA29-22B15BD98A47}"/>
                </a:ext>
              </a:extLst>
            </p:cNvPr>
            <p:cNvSpPr/>
            <p:nvPr/>
          </p:nvSpPr>
          <p:spPr>
            <a:xfrm>
              <a:off x="4551137" y="249836"/>
              <a:ext cx="737671" cy="737671"/>
            </a:xfrm>
            <a:prstGeom prst="ellipse">
              <a:avLst/>
            </a:prstGeom>
            <a:solidFill>
              <a:schemeClr val="accent1"/>
            </a:solidFill>
            <a:ln w="76200">
              <a:noFill/>
            </a:ln>
            <a:effectLst>
              <a:innerShdw blurRad="63500" dist="50800" dir="13500000">
                <a:prstClr val="black">
                  <a:alpha val="50000"/>
                </a:prstClr>
              </a:innerShdw>
            </a:effectLst>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endParaRPr dirty="0"/>
            </a:p>
          </p:txBody>
        </p:sp>
      </p:grpSp>
      <p:pic>
        <p:nvPicPr>
          <p:cNvPr id="6" name="Picture 21">
            <a:extLst>
              <a:ext uri="{FF2B5EF4-FFF2-40B4-BE49-F238E27FC236}">
                <a16:creationId xmlns:a16="http://schemas.microsoft.com/office/drawing/2014/main" id="{BD129A2B-A03E-C019-87FE-7F48447F4A06}"/>
              </a:ext>
            </a:extLst>
          </p:cNvPr>
          <p:cNvPicPr>
            <a:picLocks noChangeAspect="1"/>
          </p:cNvPicPr>
          <p:nvPr userDrawn="1"/>
        </p:nvPicPr>
        <p:blipFill>
          <a:blip r:embed="rId4" cstate="email">
            <a:extLst>
              <a:ext uri="{28A0092B-C50C-407E-A947-70E740481C1C}">
                <a14:useLocalDpi xmlns:a14="http://schemas.microsoft.com/office/drawing/2010/main"/>
              </a:ext>
            </a:extLst>
          </a:blip>
          <a:stretch>
            <a:fillRect/>
          </a:stretch>
        </p:blipFill>
        <p:spPr>
          <a:xfrm>
            <a:off x="1303082" y="4680042"/>
            <a:ext cx="505958" cy="505958"/>
          </a:xfrm>
          <a:prstGeom prst="rect">
            <a:avLst/>
          </a:prstGeom>
        </p:spPr>
      </p:pic>
    </p:spTree>
    <p:extLst>
      <p:ext uri="{BB962C8B-B14F-4D97-AF65-F5344CB8AC3E}">
        <p14:creationId xmlns:p14="http://schemas.microsoft.com/office/powerpoint/2010/main" val="2927410047"/>
      </p:ext>
    </p:extLst>
  </p:cSld>
  <p:clrMapOvr>
    <a:masterClrMapping/>
  </p:clrMapOvr>
</p:sldLayout>
</file>

<file path=ppt/slideMasters/_rels/slideMaster1.xml.rels><?xml version="1.0" encoding="UTF-8" standalone="yes"?>
<Relationships xmlns="http://schemas.openxmlformats.org/package/2006/relationships"><Relationship Id="rId3" Type="http://schemas.openxmlformats.org/officeDocument/2006/relationships/slideLayout" Target="../slideLayouts/slideLayout3.xml"/><Relationship Id="rId7"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5" Type="http://schemas.openxmlformats.org/officeDocument/2006/relationships/slideLayout" Target="../slideLayouts/slideLayout5.xml"/><Relationship Id="rId4" Type="http://schemas.openxmlformats.org/officeDocument/2006/relationships/slideLayout" Target="../slideLayouts/slideLayout4.xml"/></Relationships>
</file>

<file path=ppt/slideMasters/_rels/slideMaster2.xml.rels><?xml version="1.0" encoding="UTF-8" standalone="yes"?>
<Relationships xmlns="http://schemas.openxmlformats.org/package/2006/relationships"><Relationship Id="rId8" Type="http://schemas.openxmlformats.org/officeDocument/2006/relationships/image" Target="../media/image6.png"/><Relationship Id="rId3" Type="http://schemas.openxmlformats.org/officeDocument/2006/relationships/slideLayout" Target="../slideLayouts/slideLayout9.xml"/><Relationship Id="rId7" Type="http://schemas.openxmlformats.org/officeDocument/2006/relationships/theme" Target="../theme/theme2.xml"/><Relationship Id="rId2" Type="http://schemas.openxmlformats.org/officeDocument/2006/relationships/slideLayout" Target="../slideLayouts/slideLayout8.xml"/><Relationship Id="rId1" Type="http://schemas.openxmlformats.org/officeDocument/2006/relationships/slideLayout" Target="../slideLayouts/slideLayout7.xml"/><Relationship Id="rId6" Type="http://schemas.openxmlformats.org/officeDocument/2006/relationships/slideLayout" Target="../slideLayouts/slideLayout12.xml"/><Relationship Id="rId5" Type="http://schemas.openxmlformats.org/officeDocument/2006/relationships/slideLayout" Target="../slideLayouts/slideLayout11.xml"/><Relationship Id="rId4" Type="http://schemas.openxmlformats.org/officeDocument/2006/relationships/slideLayout" Target="../slideLayouts/slideLayout10.xml"/></Relationships>
</file>

<file path=ppt/slideMasters/slideMaster1.xml><?xml version="1.0" encoding="utf-8"?>
<p:sldMaster xmlns:a="http://schemas.openxmlformats.org/drawingml/2006/main" xmlns:r="http://schemas.openxmlformats.org/officeDocument/2006/relationships" xmlns:p="http://schemas.openxmlformats.org/presentationml/2006/main" preserve="1">
  <p:cSld>
    <p:bg>
      <p:bgRef idx="1001">
        <a:schemeClr val="bg1"/>
      </p:bgRef>
    </p:bg>
    <p:spTree>
      <p:nvGrpSpPr>
        <p:cNvPr id="1" name=""/>
        <p:cNvGrpSpPr/>
        <p:nvPr/>
      </p:nvGrpSpPr>
      <p:grpSpPr>
        <a:xfrm>
          <a:off x="0" y="0"/>
          <a:ext cx="0" cy="0"/>
          <a:chOff x="0" y="0"/>
          <a:chExt cx="0" cy="0"/>
        </a:xfrm>
      </p:grpSpPr>
      <p:sp>
        <p:nvSpPr>
          <p:cNvPr id="2" name="Title Placeholder 1">
            <a:extLst>
              <a:ext uri="{FF2B5EF4-FFF2-40B4-BE49-F238E27FC236}">
                <a16:creationId xmlns:a16="http://schemas.microsoft.com/office/drawing/2014/main" id="{3C19571F-E128-4FF8-A846-91352A101459}"/>
              </a:ext>
            </a:extLst>
          </p:cNvPr>
          <p:cNvSpPr>
            <a:spLocks noGrp="1"/>
          </p:cNvSpPr>
          <p:nvPr>
            <p:ph type="title"/>
          </p:nvPr>
        </p:nvSpPr>
        <p:spPr>
          <a:xfrm>
            <a:off x="515939" y="210344"/>
            <a:ext cx="9898061" cy="984247"/>
          </a:xfrm>
          <a:prstGeom prst="rect">
            <a:avLst/>
          </a:prstGeom>
        </p:spPr>
        <p:txBody>
          <a:bodyPr vert="horz" lIns="0" tIns="0" rIns="0" bIns="0" rtlCol="0" anchor="b" anchorCtr="0">
            <a:noAutofit/>
          </a:bodyPr>
          <a:lstStyle/>
          <a:p>
            <a:r>
              <a:rPr lang="en-US"/>
              <a:t>Click to edit Master title style</a:t>
            </a:r>
            <a:endParaRPr lang="en-GB"/>
          </a:p>
        </p:txBody>
      </p:sp>
      <p:sp>
        <p:nvSpPr>
          <p:cNvPr id="3" name="Text Placeholder 2">
            <a:extLst>
              <a:ext uri="{FF2B5EF4-FFF2-40B4-BE49-F238E27FC236}">
                <a16:creationId xmlns:a16="http://schemas.microsoft.com/office/drawing/2014/main" id="{5B5EE3A9-E955-4AFD-9C72-3106238E9A39}"/>
              </a:ext>
            </a:extLst>
          </p:cNvPr>
          <p:cNvSpPr>
            <a:spLocks noGrp="1"/>
          </p:cNvSpPr>
          <p:nvPr>
            <p:ph type="body" idx="1"/>
          </p:nvPr>
        </p:nvSpPr>
        <p:spPr>
          <a:xfrm>
            <a:off x="515937" y="1695450"/>
            <a:ext cx="9898063" cy="4587081"/>
          </a:xfrm>
          <a:prstGeom prst="rect">
            <a:avLst/>
          </a:prstGeom>
        </p:spPr>
        <p:txBody>
          <a:bodyPr vert="horz" lIns="0" tIns="0" rIns="0" bIns="0" rtlCol="0" anchor="t" anchorCtr="0">
            <a:noAutofit/>
          </a:body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endParaRPr lang="en-GB"/>
          </a:p>
        </p:txBody>
      </p:sp>
      <p:sp>
        <p:nvSpPr>
          <p:cNvPr id="5" name="Footer Placeholder 4">
            <a:extLst>
              <a:ext uri="{FF2B5EF4-FFF2-40B4-BE49-F238E27FC236}">
                <a16:creationId xmlns:a16="http://schemas.microsoft.com/office/drawing/2014/main" id="{1317185E-8EC7-42C4-875B-7957276D6024}"/>
              </a:ext>
            </a:extLst>
          </p:cNvPr>
          <p:cNvSpPr>
            <a:spLocks noGrp="1"/>
          </p:cNvSpPr>
          <p:nvPr>
            <p:ph type="ftr" sz="quarter" idx="3"/>
          </p:nvPr>
        </p:nvSpPr>
        <p:spPr>
          <a:xfrm>
            <a:off x="7077073" y="6297521"/>
            <a:ext cx="4201727" cy="365125"/>
          </a:xfrm>
          <a:prstGeom prst="rect">
            <a:avLst/>
          </a:prstGeom>
        </p:spPr>
        <p:txBody>
          <a:bodyPr vert="horz" lIns="0" tIns="0" rIns="0" bIns="0" rtlCol="0" anchor="b" anchorCtr="0">
            <a:noAutofit/>
          </a:bodyPr>
          <a:lstStyle>
            <a:lvl1pPr algn="r">
              <a:defRPr sz="800">
                <a:solidFill>
                  <a:schemeClr val="tx1"/>
                </a:solidFill>
              </a:defRPr>
            </a:lvl1pPr>
          </a:lstStyle>
          <a:p>
            <a:r>
              <a:rPr lang="en-GB"/>
              <a:t>Presentation title in footer</a:t>
            </a:r>
          </a:p>
        </p:txBody>
      </p:sp>
      <p:sp>
        <p:nvSpPr>
          <p:cNvPr id="6" name="Slide Number Placeholder 5">
            <a:extLst>
              <a:ext uri="{FF2B5EF4-FFF2-40B4-BE49-F238E27FC236}">
                <a16:creationId xmlns:a16="http://schemas.microsoft.com/office/drawing/2014/main" id="{96A505A6-DE1E-455A-9F96-B1BC2DE26A3C}"/>
              </a:ext>
            </a:extLst>
          </p:cNvPr>
          <p:cNvSpPr>
            <a:spLocks noGrp="1"/>
          </p:cNvSpPr>
          <p:nvPr>
            <p:ph type="sldNum" sz="quarter" idx="4"/>
          </p:nvPr>
        </p:nvSpPr>
        <p:spPr>
          <a:xfrm>
            <a:off x="11278800" y="6297521"/>
            <a:ext cx="397261" cy="365125"/>
          </a:xfrm>
          <a:prstGeom prst="rect">
            <a:avLst/>
          </a:prstGeom>
        </p:spPr>
        <p:txBody>
          <a:bodyPr vert="horz" lIns="0" tIns="0" rIns="0" bIns="0" rtlCol="0" anchor="b" anchorCtr="0">
            <a:noAutofit/>
          </a:bodyPr>
          <a:lstStyle>
            <a:lvl1pPr algn="r">
              <a:defRPr sz="800">
                <a:solidFill>
                  <a:schemeClr val="tx1"/>
                </a:solidFill>
              </a:defRPr>
            </a:lvl1pPr>
          </a:lstStyle>
          <a:p>
            <a:fld id="{F4C94289-3309-4C35-850A-56FD49B3E346}" type="slidenum">
              <a:rPr lang="en-GB" smtClean="0"/>
              <a:pPr/>
              <a:t>‹#›</a:t>
            </a:fld>
            <a:endParaRPr lang="en-GB"/>
          </a:p>
        </p:txBody>
      </p:sp>
      <p:sp>
        <p:nvSpPr>
          <p:cNvPr id="9" name="TextBox 8">
            <a:extLst>
              <a:ext uri="{FF2B5EF4-FFF2-40B4-BE49-F238E27FC236}">
                <a16:creationId xmlns:a16="http://schemas.microsoft.com/office/drawing/2014/main" id="{E1E89007-8C14-45BA-9B75-C9A19A48430E}"/>
              </a:ext>
            </a:extLst>
          </p:cNvPr>
          <p:cNvSpPr txBox="1"/>
          <p:nvPr userDrawn="1"/>
        </p:nvSpPr>
        <p:spPr>
          <a:xfrm>
            <a:off x="515938" y="6282531"/>
            <a:ext cx="1799722" cy="365125"/>
          </a:xfrm>
          <a:prstGeom prst="rect">
            <a:avLst/>
          </a:prstGeom>
          <a:noFill/>
        </p:spPr>
        <p:txBody>
          <a:bodyPr wrap="square" lIns="0" tIns="0" rIns="0" bIns="0" rtlCol="0" anchor="b" anchorCtr="0">
            <a:noAutofit/>
          </a:bodyPr>
          <a:lstStyle/>
          <a:p>
            <a:r>
              <a:rPr lang="en-GB" sz="800"/>
              <a:t>© </a:t>
            </a:r>
            <a:r>
              <a:rPr lang="en-GB" sz="800" err="1"/>
              <a:t>JTI</a:t>
            </a:r>
            <a:r>
              <a:rPr lang="en-GB" sz="800"/>
              <a:t> 2019 Confidential </a:t>
            </a:r>
          </a:p>
        </p:txBody>
      </p:sp>
      <p:cxnSp>
        <p:nvCxnSpPr>
          <p:cNvPr id="11" name="Straight Connector 10">
            <a:extLst>
              <a:ext uri="{FF2B5EF4-FFF2-40B4-BE49-F238E27FC236}">
                <a16:creationId xmlns:a16="http://schemas.microsoft.com/office/drawing/2014/main" id="{4B558707-958B-46B5-B09F-9B53C1657C43}"/>
              </a:ext>
            </a:extLst>
          </p:cNvPr>
          <p:cNvCxnSpPr/>
          <p:nvPr userDrawn="1"/>
        </p:nvCxnSpPr>
        <p:spPr>
          <a:xfrm>
            <a:off x="515937" y="1343026"/>
            <a:ext cx="11160126" cy="0"/>
          </a:xfrm>
          <a:prstGeom prst="line">
            <a:avLst/>
          </a:prstGeom>
          <a:ln w="9525">
            <a:solidFill>
              <a:schemeClr val="tx1"/>
            </a:solidFill>
          </a:ln>
        </p:spPr>
        <p:style>
          <a:lnRef idx="1">
            <a:schemeClr val="accent1"/>
          </a:lnRef>
          <a:fillRef idx="0">
            <a:schemeClr val="accent1"/>
          </a:fillRef>
          <a:effectRef idx="0">
            <a:schemeClr val="accent1"/>
          </a:effectRef>
          <a:fontRef idx="minor">
            <a:schemeClr val="tx1"/>
          </a:fontRef>
        </p:style>
      </p:cxnSp>
      <p:sp>
        <p:nvSpPr>
          <p:cNvPr id="13" name="TextBox 12">
            <a:extLst>
              <a:ext uri="{FF2B5EF4-FFF2-40B4-BE49-F238E27FC236}">
                <a16:creationId xmlns:a16="http://schemas.microsoft.com/office/drawing/2014/main" id="{E1E89007-8C14-45BA-9B75-C9A19A48430E}"/>
              </a:ext>
            </a:extLst>
          </p:cNvPr>
          <p:cNvSpPr txBox="1"/>
          <p:nvPr userDrawn="1"/>
        </p:nvSpPr>
        <p:spPr>
          <a:xfrm>
            <a:off x="4703985" y="6535710"/>
            <a:ext cx="2802070" cy="276836"/>
          </a:xfrm>
          <a:prstGeom prst="rect">
            <a:avLst/>
          </a:prstGeom>
          <a:noFill/>
        </p:spPr>
        <p:txBody>
          <a:bodyPr wrap="square" lIns="0" tIns="0" rIns="0" bIns="0" rtlCol="0" anchor="t" anchorCtr="0">
            <a:noAutofit/>
          </a:bodyPr>
          <a:lstStyle/>
          <a:p>
            <a:pPr algn="ctr"/>
            <a:r>
              <a:rPr lang="en-US" sz="1000">
                <a:latin typeface="+mn-lt"/>
                <a:ea typeface="Roboto" charset="0"/>
                <a:cs typeface="Roboto" charset="0"/>
              </a:rPr>
              <a:t>Simplify, Standardize, Accelerate </a:t>
            </a:r>
          </a:p>
        </p:txBody>
      </p:sp>
    </p:spTree>
    <p:extLst>
      <p:ext uri="{BB962C8B-B14F-4D97-AF65-F5344CB8AC3E}">
        <p14:creationId xmlns:p14="http://schemas.microsoft.com/office/powerpoint/2010/main" val="1674963759"/>
      </p:ext>
    </p:extLst>
  </p:cSld>
  <p:clrMap bg1="lt1" tx1="dk1" bg2="lt2" tx2="dk2" accent1="accent1" accent2="accent2" accent3="accent3" accent4="accent4" accent5="accent5" accent6="accent6" hlink="hlink" folHlink="folHlink"/>
  <p:sldLayoutIdLst>
    <p:sldLayoutId id="2147483661" r:id="rId1"/>
    <p:sldLayoutId id="2147483662" r:id="rId2"/>
    <p:sldLayoutId id="2147483663" r:id="rId3"/>
    <p:sldLayoutId id="2147483664" r:id="rId4"/>
    <p:sldLayoutId id="2147483665" r:id="rId5"/>
    <p:sldLayoutId id="2147483666" r:id="rId6"/>
  </p:sldLayoutIdLst>
  <p:hf hdr="0"/>
  <p:txStyles>
    <p:titleStyle>
      <a:lvl1pPr algn="l" defTabSz="914400" rtl="0" eaLnBrk="1" latinLnBrk="0" hangingPunct="1">
        <a:lnSpc>
          <a:spcPct val="90000"/>
        </a:lnSpc>
        <a:spcBef>
          <a:spcPct val="0"/>
        </a:spcBef>
        <a:buNone/>
        <a:defRPr sz="3200" b="1" kern="1200">
          <a:solidFill>
            <a:schemeClr val="tx1"/>
          </a:solidFill>
          <a:latin typeface="+mj-lt"/>
          <a:ea typeface="+mj-ea"/>
          <a:cs typeface="+mj-cs"/>
        </a:defRPr>
      </a:lvl1pPr>
    </p:titleStyle>
    <p:bodyStyle>
      <a:lvl1pPr marL="0" indent="0" algn="l" defTabSz="914400" rtl="0" eaLnBrk="1" latinLnBrk="0" hangingPunct="1">
        <a:lnSpc>
          <a:spcPct val="100000"/>
        </a:lnSpc>
        <a:spcBef>
          <a:spcPts val="1200"/>
        </a:spcBef>
        <a:buFont typeface="Arial" panose="020B0604020202020204" pitchFamily="34" charset="0"/>
        <a:buNone/>
        <a:defRPr sz="1800" kern="1200">
          <a:solidFill>
            <a:schemeClr val="tx1"/>
          </a:solidFill>
          <a:latin typeface="+mn-lt"/>
          <a:ea typeface="+mn-ea"/>
          <a:cs typeface="+mn-cs"/>
        </a:defRPr>
      </a:lvl1pPr>
      <a:lvl2pPr marL="179388" indent="-179388" algn="l" defTabSz="914400" rtl="0" eaLnBrk="1" latinLnBrk="0" hangingPunct="1">
        <a:lnSpc>
          <a:spcPct val="100000"/>
        </a:lnSpc>
        <a:spcBef>
          <a:spcPts val="800"/>
        </a:spcBef>
        <a:buFont typeface="Arial" panose="020B0604020202020204" pitchFamily="34" charset="0"/>
        <a:buChar char="•"/>
        <a:defRPr sz="1800" kern="1200">
          <a:solidFill>
            <a:schemeClr val="tx1"/>
          </a:solidFill>
          <a:latin typeface="+mn-lt"/>
          <a:ea typeface="+mn-ea"/>
          <a:cs typeface="+mn-cs"/>
        </a:defRPr>
      </a:lvl2pPr>
      <a:lvl3pPr marL="207963" indent="182563" algn="l" defTabSz="914400" rtl="0" eaLnBrk="1" latinLnBrk="0" hangingPunct="1">
        <a:lnSpc>
          <a:spcPct val="100000"/>
        </a:lnSpc>
        <a:spcBef>
          <a:spcPts val="400"/>
        </a:spcBef>
        <a:buFont typeface="Arial" panose="020B0604020202020204" pitchFamily="34" charset="0"/>
        <a:buChar char="•"/>
        <a:defRPr sz="1600" kern="1200">
          <a:solidFill>
            <a:schemeClr val="tx1"/>
          </a:solidFill>
          <a:latin typeface="+mn-lt"/>
          <a:ea typeface="+mn-ea"/>
          <a:cs typeface="+mn-cs"/>
        </a:defRPr>
      </a:lvl3pPr>
      <a:lvl4pPr marL="608013" indent="-198438" algn="l" defTabSz="914400" rtl="0" eaLnBrk="1" latinLnBrk="0" hangingPunct="1">
        <a:lnSpc>
          <a:spcPct val="100000"/>
        </a:lnSpc>
        <a:spcBef>
          <a:spcPts val="400"/>
        </a:spcBef>
        <a:buFont typeface="Arial" panose="020B0604020202020204" pitchFamily="34" charset="0"/>
        <a:buChar char="•"/>
        <a:defRPr sz="1400" kern="1200">
          <a:solidFill>
            <a:schemeClr val="tx1"/>
          </a:solidFill>
          <a:latin typeface="+mn-lt"/>
          <a:ea typeface="+mn-ea"/>
          <a:cs typeface="+mn-cs"/>
        </a:defRPr>
      </a:lvl4pPr>
      <a:lvl5pPr marL="831850" indent="-204788" algn="l" defTabSz="914400" rtl="0" eaLnBrk="1" latinLnBrk="0" hangingPunct="1">
        <a:lnSpc>
          <a:spcPct val="100000"/>
        </a:lnSpc>
        <a:spcBef>
          <a:spcPts val="400"/>
        </a:spcBef>
        <a:buFont typeface="Arial" panose="020B0604020202020204" pitchFamily="34" charset="0"/>
        <a:buChar char="•"/>
        <a:defRPr sz="14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extLst>
    <p:ext uri="{27BBF7A9-308A-43DC-89C8-2F10F3537804}">
      <p15:sldGuideLst xmlns:p15="http://schemas.microsoft.com/office/powerpoint/2012/main">
        <p15:guide id="2" pos="325">
          <p15:clr>
            <a:srgbClr val="F26B43"/>
          </p15:clr>
        </p15:guide>
        <p15:guide id="3" pos="7355">
          <p15:clr>
            <a:srgbClr val="F26B43"/>
          </p15:clr>
        </p15:guide>
        <p15:guide id="4" pos="3364">
          <p15:clr>
            <a:srgbClr val="F26B43"/>
          </p15:clr>
        </p15:guide>
        <p15:guide id="5" pos="3522">
          <p15:clr>
            <a:srgbClr val="F26B43"/>
          </p15:clr>
        </p15:guide>
        <p15:guide id="6" orient="horz" pos="1068">
          <p15:clr>
            <a:srgbClr val="F26B43"/>
          </p15:clr>
        </p15:guide>
        <p15:guide id="7" orient="horz" pos="3959">
          <p15:clr>
            <a:srgbClr val="F26B43"/>
          </p15:clr>
        </p15:guide>
        <p15:guide id="8" pos="3840">
          <p15:clr>
            <a:srgbClr val="F26B43"/>
          </p15:clr>
        </p15:guide>
        <p15:guide id="9" orient="horz" pos="2160">
          <p15:clr>
            <a:srgbClr val="F26B43"/>
          </p15:clr>
        </p15:guide>
      </p15:sldGuideLst>
    </p:ext>
  </p:extLst>
</p:sldMaster>
</file>

<file path=ppt/slideMasters/slideMaster2.xml><?xml version="1.0" encoding="utf-8"?>
<p:sldMaster xmlns:a="http://schemas.openxmlformats.org/drawingml/2006/main" xmlns:r="http://schemas.openxmlformats.org/officeDocument/2006/relationships" xmlns:p="http://schemas.openxmlformats.org/presentationml/2006/main" preserve="1">
  <p:cSld>
    <p:bg>
      <p:bgRef idx="1001">
        <a:schemeClr val="bg1"/>
      </p:bgRef>
    </p:bg>
    <p:spTree>
      <p:nvGrpSpPr>
        <p:cNvPr id="1" name=""/>
        <p:cNvGrpSpPr/>
        <p:nvPr/>
      </p:nvGrpSpPr>
      <p:grpSpPr>
        <a:xfrm>
          <a:off x="0" y="0"/>
          <a:ext cx="0" cy="0"/>
          <a:chOff x="0" y="0"/>
          <a:chExt cx="0" cy="0"/>
        </a:xfrm>
      </p:grpSpPr>
      <p:sp>
        <p:nvSpPr>
          <p:cNvPr id="2" name="Title Placeholder 1">
            <a:extLst>
              <a:ext uri="{FF2B5EF4-FFF2-40B4-BE49-F238E27FC236}">
                <a16:creationId xmlns:a16="http://schemas.microsoft.com/office/drawing/2014/main" id="{3C19571F-E128-4FF8-A846-91352A101459}"/>
              </a:ext>
            </a:extLst>
          </p:cNvPr>
          <p:cNvSpPr>
            <a:spLocks noGrp="1"/>
          </p:cNvSpPr>
          <p:nvPr>
            <p:ph type="title"/>
          </p:nvPr>
        </p:nvSpPr>
        <p:spPr>
          <a:xfrm>
            <a:off x="515939" y="210344"/>
            <a:ext cx="9898061" cy="984247"/>
          </a:xfrm>
          <a:prstGeom prst="rect">
            <a:avLst/>
          </a:prstGeom>
        </p:spPr>
        <p:txBody>
          <a:bodyPr vert="horz" lIns="0" tIns="0" rIns="0" bIns="0" rtlCol="0" anchor="b" anchorCtr="0">
            <a:noAutofit/>
          </a:bodyPr>
          <a:lstStyle/>
          <a:p>
            <a:r>
              <a:rPr lang="en-US"/>
              <a:t>Click to edit Master title style</a:t>
            </a:r>
            <a:endParaRPr lang="en-GB" dirty="0"/>
          </a:p>
        </p:txBody>
      </p:sp>
      <p:sp>
        <p:nvSpPr>
          <p:cNvPr id="3" name="Text Placeholder 2">
            <a:extLst>
              <a:ext uri="{FF2B5EF4-FFF2-40B4-BE49-F238E27FC236}">
                <a16:creationId xmlns:a16="http://schemas.microsoft.com/office/drawing/2014/main" id="{5B5EE3A9-E955-4AFD-9C72-3106238E9A39}"/>
              </a:ext>
            </a:extLst>
          </p:cNvPr>
          <p:cNvSpPr>
            <a:spLocks noGrp="1"/>
          </p:cNvSpPr>
          <p:nvPr>
            <p:ph type="body" idx="1"/>
          </p:nvPr>
        </p:nvSpPr>
        <p:spPr>
          <a:xfrm>
            <a:off x="515937" y="1695450"/>
            <a:ext cx="9898063" cy="4587081"/>
          </a:xfrm>
          <a:prstGeom prst="rect">
            <a:avLst/>
          </a:prstGeom>
        </p:spPr>
        <p:txBody>
          <a:bodyPr vert="horz" lIns="0" tIns="0" rIns="0" bIns="0" rtlCol="0" anchor="t" anchorCtr="0">
            <a:noAutofit/>
          </a:bodyPr>
          <a:lstStyle/>
          <a:p>
            <a:pPr lvl="0"/>
            <a:r>
              <a:rPr lang="en-US" dirty="0"/>
              <a:t>Edit Master text styles</a:t>
            </a:r>
          </a:p>
          <a:p>
            <a:pPr lvl="1"/>
            <a:r>
              <a:rPr lang="en-US" dirty="0"/>
              <a:t>Second level</a:t>
            </a:r>
          </a:p>
          <a:p>
            <a:pPr lvl="2"/>
            <a:r>
              <a:rPr lang="en-US" dirty="0"/>
              <a:t>Third level</a:t>
            </a:r>
          </a:p>
          <a:p>
            <a:pPr lvl="3"/>
            <a:r>
              <a:rPr lang="en-US" dirty="0"/>
              <a:t>Fourth level</a:t>
            </a:r>
          </a:p>
          <a:p>
            <a:pPr lvl="4"/>
            <a:r>
              <a:rPr lang="en-US" dirty="0"/>
              <a:t>Fifth level</a:t>
            </a:r>
            <a:endParaRPr lang="en-GB" dirty="0"/>
          </a:p>
        </p:txBody>
      </p:sp>
      <p:sp>
        <p:nvSpPr>
          <p:cNvPr id="5" name="Footer Placeholder 4">
            <a:extLst>
              <a:ext uri="{FF2B5EF4-FFF2-40B4-BE49-F238E27FC236}">
                <a16:creationId xmlns:a16="http://schemas.microsoft.com/office/drawing/2014/main" id="{1317185E-8EC7-42C4-875B-7957276D6024}"/>
              </a:ext>
            </a:extLst>
          </p:cNvPr>
          <p:cNvSpPr>
            <a:spLocks noGrp="1"/>
          </p:cNvSpPr>
          <p:nvPr>
            <p:ph type="ftr" sz="quarter" idx="3"/>
          </p:nvPr>
        </p:nvSpPr>
        <p:spPr>
          <a:xfrm>
            <a:off x="7077073" y="6297521"/>
            <a:ext cx="4201727" cy="365125"/>
          </a:xfrm>
          <a:prstGeom prst="rect">
            <a:avLst/>
          </a:prstGeom>
        </p:spPr>
        <p:txBody>
          <a:bodyPr vert="horz" lIns="0" tIns="0" rIns="0" bIns="0" rtlCol="0" anchor="b" anchorCtr="0">
            <a:noAutofit/>
          </a:bodyPr>
          <a:lstStyle>
            <a:lvl1pPr algn="r">
              <a:defRPr sz="800">
                <a:solidFill>
                  <a:schemeClr val="tx1"/>
                </a:solidFill>
              </a:defRPr>
            </a:lvl1pPr>
          </a:lstStyle>
          <a:p>
            <a:endParaRPr lang="en-GB" dirty="0"/>
          </a:p>
        </p:txBody>
      </p:sp>
      <p:sp>
        <p:nvSpPr>
          <p:cNvPr id="6" name="Slide Number Placeholder 5">
            <a:extLst>
              <a:ext uri="{FF2B5EF4-FFF2-40B4-BE49-F238E27FC236}">
                <a16:creationId xmlns:a16="http://schemas.microsoft.com/office/drawing/2014/main" id="{96A505A6-DE1E-455A-9F96-B1BC2DE26A3C}"/>
              </a:ext>
            </a:extLst>
          </p:cNvPr>
          <p:cNvSpPr>
            <a:spLocks noGrp="1"/>
          </p:cNvSpPr>
          <p:nvPr>
            <p:ph type="sldNum" sz="quarter" idx="4"/>
          </p:nvPr>
        </p:nvSpPr>
        <p:spPr>
          <a:xfrm>
            <a:off x="11278800" y="6297521"/>
            <a:ext cx="397261" cy="365125"/>
          </a:xfrm>
          <a:prstGeom prst="rect">
            <a:avLst/>
          </a:prstGeom>
        </p:spPr>
        <p:txBody>
          <a:bodyPr vert="horz" lIns="0" tIns="0" rIns="0" bIns="0" rtlCol="0" anchor="b" anchorCtr="0">
            <a:noAutofit/>
          </a:bodyPr>
          <a:lstStyle>
            <a:lvl1pPr algn="r">
              <a:defRPr sz="800">
                <a:solidFill>
                  <a:schemeClr val="tx1"/>
                </a:solidFill>
              </a:defRPr>
            </a:lvl1pPr>
          </a:lstStyle>
          <a:p>
            <a:fld id="{F4C94289-3309-4C35-850A-56FD49B3E346}" type="slidenum">
              <a:rPr lang="en-GB" smtClean="0"/>
              <a:pPr/>
              <a:t>‹#›</a:t>
            </a:fld>
            <a:endParaRPr lang="en-GB" dirty="0"/>
          </a:p>
        </p:txBody>
      </p:sp>
      <p:cxnSp>
        <p:nvCxnSpPr>
          <p:cNvPr id="11" name="Straight Connector 10">
            <a:extLst>
              <a:ext uri="{FF2B5EF4-FFF2-40B4-BE49-F238E27FC236}">
                <a16:creationId xmlns:a16="http://schemas.microsoft.com/office/drawing/2014/main" id="{4B558707-958B-46B5-B09F-9B53C1657C43}"/>
              </a:ext>
            </a:extLst>
          </p:cNvPr>
          <p:cNvCxnSpPr/>
          <p:nvPr userDrawn="1"/>
        </p:nvCxnSpPr>
        <p:spPr>
          <a:xfrm>
            <a:off x="515937" y="1343026"/>
            <a:ext cx="11160126" cy="0"/>
          </a:xfrm>
          <a:prstGeom prst="line">
            <a:avLst/>
          </a:prstGeom>
          <a:ln w="9525">
            <a:solidFill>
              <a:schemeClr val="tx1"/>
            </a:solidFill>
          </a:ln>
        </p:spPr>
        <p:style>
          <a:lnRef idx="1">
            <a:schemeClr val="accent1"/>
          </a:lnRef>
          <a:fillRef idx="0">
            <a:schemeClr val="accent1"/>
          </a:fillRef>
          <a:effectRef idx="0">
            <a:schemeClr val="accent1"/>
          </a:effectRef>
          <a:fontRef idx="minor">
            <a:schemeClr val="tx1"/>
          </a:fontRef>
        </p:style>
      </p:cxnSp>
      <p:pic>
        <p:nvPicPr>
          <p:cNvPr id="4" name="Picture 3">
            <a:extLst>
              <a:ext uri="{FF2B5EF4-FFF2-40B4-BE49-F238E27FC236}">
                <a16:creationId xmlns:a16="http://schemas.microsoft.com/office/drawing/2014/main" id="{9292852F-8351-3457-A049-CCA14D71CD2A}"/>
              </a:ext>
            </a:extLst>
          </p:cNvPr>
          <p:cNvPicPr>
            <a:picLocks noChangeAspect="1"/>
          </p:cNvPicPr>
          <p:nvPr userDrawn="1"/>
        </p:nvPicPr>
        <p:blipFill>
          <a:blip r:embed="rId8">
            <a:extLst>
              <a:ext uri="{28A0092B-C50C-407E-A947-70E740481C1C}">
                <a14:useLocalDpi xmlns:a14="http://schemas.microsoft.com/office/drawing/2010/main" val="0"/>
              </a:ext>
            </a:extLst>
          </a:blip>
          <a:stretch>
            <a:fillRect/>
          </a:stretch>
        </p:blipFill>
        <p:spPr>
          <a:xfrm>
            <a:off x="10593000" y="405536"/>
            <a:ext cx="1371600" cy="649224"/>
          </a:xfrm>
          <a:prstGeom prst="rect">
            <a:avLst/>
          </a:prstGeom>
        </p:spPr>
      </p:pic>
    </p:spTree>
    <p:extLst>
      <p:ext uri="{BB962C8B-B14F-4D97-AF65-F5344CB8AC3E}">
        <p14:creationId xmlns:p14="http://schemas.microsoft.com/office/powerpoint/2010/main" val="3028695484"/>
      </p:ext>
    </p:extLst>
  </p:cSld>
  <p:clrMap bg1="lt1" tx1="dk1" bg2="lt2" tx2="dk2" accent1="accent1" accent2="accent2" accent3="accent3" accent4="accent4" accent5="accent5" accent6="accent6" hlink="hlink" folHlink="folHlink"/>
  <p:sldLayoutIdLst>
    <p:sldLayoutId id="2147483668" r:id="rId1"/>
    <p:sldLayoutId id="2147483669" r:id="rId2"/>
    <p:sldLayoutId id="2147483670" r:id="rId3"/>
    <p:sldLayoutId id="2147483671" r:id="rId4"/>
    <p:sldLayoutId id="2147483672" r:id="rId5"/>
    <p:sldLayoutId id="2147483673" r:id="rId6"/>
  </p:sldLayoutIdLst>
  <p:hf hdr="0" ftr="0" dt="0"/>
  <p:txStyles>
    <p:titleStyle>
      <a:lvl1pPr algn="l" defTabSz="914400" rtl="0" eaLnBrk="1" latinLnBrk="0" hangingPunct="1">
        <a:lnSpc>
          <a:spcPct val="90000"/>
        </a:lnSpc>
        <a:spcBef>
          <a:spcPct val="0"/>
        </a:spcBef>
        <a:buNone/>
        <a:defRPr sz="3200" b="1" kern="1200">
          <a:solidFill>
            <a:schemeClr val="tx1"/>
          </a:solidFill>
          <a:latin typeface="+mj-lt"/>
          <a:ea typeface="+mj-ea"/>
          <a:cs typeface="+mj-cs"/>
        </a:defRPr>
      </a:lvl1pPr>
    </p:titleStyle>
    <p:bodyStyle>
      <a:lvl1pPr marL="0" indent="0" algn="l" defTabSz="914400" rtl="0" eaLnBrk="1" latinLnBrk="0" hangingPunct="1">
        <a:lnSpc>
          <a:spcPct val="100000"/>
        </a:lnSpc>
        <a:spcBef>
          <a:spcPts val="1200"/>
        </a:spcBef>
        <a:buFont typeface="Arial" panose="020B0604020202020204" pitchFamily="34" charset="0"/>
        <a:buNone/>
        <a:defRPr sz="1800" kern="1200">
          <a:solidFill>
            <a:schemeClr val="tx1"/>
          </a:solidFill>
          <a:latin typeface="+mn-lt"/>
          <a:ea typeface="+mn-ea"/>
          <a:cs typeface="+mn-cs"/>
        </a:defRPr>
      </a:lvl1pPr>
      <a:lvl2pPr marL="179388" indent="-179388" algn="l" defTabSz="914400" rtl="0" eaLnBrk="1" latinLnBrk="0" hangingPunct="1">
        <a:lnSpc>
          <a:spcPct val="100000"/>
        </a:lnSpc>
        <a:spcBef>
          <a:spcPts val="800"/>
        </a:spcBef>
        <a:buFont typeface="Arial" panose="020B0604020202020204" pitchFamily="34" charset="0"/>
        <a:buChar char="•"/>
        <a:defRPr sz="1800" kern="1200">
          <a:solidFill>
            <a:schemeClr val="tx1"/>
          </a:solidFill>
          <a:latin typeface="+mn-lt"/>
          <a:ea typeface="+mn-ea"/>
          <a:cs typeface="+mn-cs"/>
        </a:defRPr>
      </a:lvl2pPr>
      <a:lvl3pPr marL="207963" indent="182563" algn="l" defTabSz="914400" rtl="0" eaLnBrk="1" latinLnBrk="0" hangingPunct="1">
        <a:lnSpc>
          <a:spcPct val="100000"/>
        </a:lnSpc>
        <a:spcBef>
          <a:spcPts val="400"/>
        </a:spcBef>
        <a:buFont typeface="Arial" panose="020B0604020202020204" pitchFamily="34" charset="0"/>
        <a:buChar char="•"/>
        <a:defRPr sz="1600" kern="1200">
          <a:solidFill>
            <a:schemeClr val="tx1"/>
          </a:solidFill>
          <a:latin typeface="+mn-lt"/>
          <a:ea typeface="+mn-ea"/>
          <a:cs typeface="+mn-cs"/>
        </a:defRPr>
      </a:lvl3pPr>
      <a:lvl4pPr marL="608013" indent="-198438" algn="l" defTabSz="914400" rtl="0" eaLnBrk="1" latinLnBrk="0" hangingPunct="1">
        <a:lnSpc>
          <a:spcPct val="100000"/>
        </a:lnSpc>
        <a:spcBef>
          <a:spcPts val="400"/>
        </a:spcBef>
        <a:buFont typeface="Arial" panose="020B0604020202020204" pitchFamily="34" charset="0"/>
        <a:buChar char="•"/>
        <a:defRPr sz="1400" kern="1200">
          <a:solidFill>
            <a:schemeClr val="tx1"/>
          </a:solidFill>
          <a:latin typeface="+mn-lt"/>
          <a:ea typeface="+mn-ea"/>
          <a:cs typeface="+mn-cs"/>
        </a:defRPr>
      </a:lvl4pPr>
      <a:lvl5pPr marL="831850" indent="-204788" algn="l" defTabSz="914400" rtl="0" eaLnBrk="1" latinLnBrk="0" hangingPunct="1">
        <a:lnSpc>
          <a:spcPct val="100000"/>
        </a:lnSpc>
        <a:spcBef>
          <a:spcPts val="400"/>
        </a:spcBef>
        <a:buFont typeface="Arial" panose="020B0604020202020204" pitchFamily="34" charset="0"/>
        <a:buChar char="•"/>
        <a:defRPr sz="14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extLst>
    <p:ext uri="{27BBF7A9-308A-43DC-89C8-2F10F3537804}">
      <p15:sldGuideLst xmlns:p15="http://schemas.microsoft.com/office/powerpoint/2012/main">
        <p15:guide id="2" pos="325">
          <p15:clr>
            <a:srgbClr val="F26B43"/>
          </p15:clr>
        </p15:guide>
        <p15:guide id="3" pos="7355">
          <p15:clr>
            <a:srgbClr val="F26B43"/>
          </p15:clr>
        </p15:guide>
        <p15:guide id="4" pos="3364">
          <p15:clr>
            <a:srgbClr val="F26B43"/>
          </p15:clr>
        </p15:guide>
        <p15:guide id="5" pos="3522">
          <p15:clr>
            <a:srgbClr val="F26B43"/>
          </p15:clr>
        </p15:guide>
        <p15:guide id="6" orient="horz" pos="1068">
          <p15:clr>
            <a:srgbClr val="F26B43"/>
          </p15:clr>
        </p15:guide>
        <p15:guide id="7" orient="horz" pos="3959">
          <p15:clr>
            <a:srgbClr val="F26B43"/>
          </p15:clr>
        </p15:guide>
        <p15:guide id="8" pos="3840">
          <p15:clr>
            <a:srgbClr val="F26B43"/>
          </p15:clr>
        </p15:guide>
        <p15:guide id="9" orient="horz" pos="2160">
          <p15:clr>
            <a:srgbClr val="F26B43"/>
          </p15:clr>
        </p15:guide>
      </p15:sldGuideLst>
    </p:ext>
  </p:extLst>
</p:sldMaster>
</file>

<file path=ppt/slides/_rels/slide1.xml.rels><?xml version="1.0" encoding="UTF-8" standalone="yes"?>
<Relationships xmlns="http://schemas.openxmlformats.org/package/2006/relationships"><Relationship Id="rId3" Type="http://schemas.openxmlformats.org/officeDocument/2006/relationships/image" Target="../media/image10.emf"/><Relationship Id="rId2" Type="http://schemas.openxmlformats.org/officeDocument/2006/relationships/image" Target="../media/image9.jpeg"/><Relationship Id="rId1" Type="http://schemas.openxmlformats.org/officeDocument/2006/relationships/slideLayout" Target="../slideLayouts/slideLayout7.xml"/></Relationships>
</file>

<file path=ppt/slides/_rels/slide2.xml.rels><?xml version="1.0" encoding="UTF-8" standalone="yes"?>
<Relationships xmlns="http://schemas.openxmlformats.org/package/2006/relationships"><Relationship Id="rId3" Type="http://schemas.openxmlformats.org/officeDocument/2006/relationships/image" Target="../media/image12.png"/><Relationship Id="rId2" Type="http://schemas.openxmlformats.org/officeDocument/2006/relationships/image" Target="../media/image11.png"/><Relationship Id="rId1" Type="http://schemas.openxmlformats.org/officeDocument/2006/relationships/slideLayout" Target="../slideLayouts/slideLayout10.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10.xml"/></Relationships>
</file>

<file path=ppt/slides/_rels/slide4.xml.rels><?xml version="1.0" encoding="UTF-8" standalone="yes"?>
<Relationships xmlns="http://schemas.openxmlformats.org/package/2006/relationships"><Relationship Id="rId2" Type="http://schemas.openxmlformats.org/officeDocument/2006/relationships/image" Target="../media/image13.png"/><Relationship Id="rId1" Type="http://schemas.openxmlformats.org/officeDocument/2006/relationships/slideLayout" Target="../slideLayouts/slideLayout8.xml"/></Relationships>
</file>

<file path=ppt/slides/_rels/slide5.xml.rels><?xml version="1.0" encoding="UTF-8" standalone="yes"?>
<Relationships xmlns="http://schemas.openxmlformats.org/package/2006/relationships"><Relationship Id="rId2" Type="http://schemas.openxmlformats.org/officeDocument/2006/relationships/image" Target="../media/image14.png"/><Relationship Id="rId1" Type="http://schemas.openxmlformats.org/officeDocument/2006/relationships/slideLayout" Target="../slideLayouts/slideLayout10.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10.xml"/></Relationships>
</file>

<file path=ppt/slides/_rels/slide7.xml.rels><?xml version="1.0" encoding="UTF-8" standalone="yes"?>
<Relationships xmlns="http://schemas.openxmlformats.org/package/2006/relationships"><Relationship Id="rId3" Type="http://schemas.openxmlformats.org/officeDocument/2006/relationships/image" Target="../media/image16.png"/><Relationship Id="rId2" Type="http://schemas.openxmlformats.org/officeDocument/2006/relationships/image" Target="../media/image15.png"/><Relationship Id="rId1" Type="http://schemas.openxmlformats.org/officeDocument/2006/relationships/slideLayout" Target="../slideLayouts/slideLayout8.xml"/></Relationships>
</file>

<file path=ppt/slides/_rels/slide8.xml.rels><?xml version="1.0" encoding="UTF-8" standalone="yes"?>
<Relationships xmlns="http://schemas.openxmlformats.org/package/2006/relationships"><Relationship Id="rId3" Type="http://schemas.openxmlformats.org/officeDocument/2006/relationships/image" Target="../media/image18.png"/><Relationship Id="rId2" Type="http://schemas.openxmlformats.org/officeDocument/2006/relationships/image" Target="../media/image17.png"/><Relationship Id="rId1" Type="http://schemas.openxmlformats.org/officeDocument/2006/relationships/slideLayout" Target="../slideLayouts/slideLayout10.xml"/></Relationships>
</file>

<file path=ppt/slides/_rels/slide9.xml.rels><?xml version="1.0" encoding="UTF-8" standalone="yes"?>
<Relationships xmlns="http://schemas.openxmlformats.org/package/2006/relationships"><Relationship Id="rId3" Type="http://schemas.openxmlformats.org/officeDocument/2006/relationships/image" Target="../media/image20.png"/><Relationship Id="rId2" Type="http://schemas.openxmlformats.org/officeDocument/2006/relationships/image" Target="../media/image19.png"/><Relationship Id="rId1" Type="http://schemas.openxmlformats.org/officeDocument/2006/relationships/slideLayout" Target="../slideLayouts/slideLayout10.xml"/></Relationships>
</file>

<file path=ppt/slides/_rels/slide10.xml.rels><?xml version="1.0" encoding="UTF-8" standalone="yes"?>
<Relationships xmlns="http://schemas.openxmlformats.org/package/2006/relationships"><Relationship Id="rId3" Type="http://schemas.openxmlformats.org/officeDocument/2006/relationships/image" Target="../media/image22.png"/><Relationship Id="rId2" Type="http://schemas.openxmlformats.org/officeDocument/2006/relationships/image" Target="../media/image21.png"/><Relationship Id="rId1" Type="http://schemas.openxmlformats.org/officeDocument/2006/relationships/slideLayout" Target="../slideLayouts/slideLayout10.xml"/></Relationships>
</file>

<file path=ppt/slides/_rels/slide11.xml.rels><?xml version="1.0" encoding="UTF-8" standalone="yes"?>
<Relationships xmlns="http://schemas.openxmlformats.org/package/2006/relationships"><Relationship Id="rId2" Type="http://schemas.openxmlformats.org/officeDocument/2006/relationships/image" Target="../media/image23.png"/><Relationship Id="rId1" Type="http://schemas.openxmlformats.org/officeDocument/2006/relationships/slideLayout" Target="../slideLayouts/slideLayout10.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5.xml"/></Relationships>
</file>

<file path=ppt/slides/_rels/slide13.xml.rels><?xml version="1.0" encoding="UTF-8" standalone="yes"?>
<Relationships xmlns="http://schemas.openxmlformats.org/package/2006/relationships"><Relationship Id="rId3" Type="http://schemas.openxmlformats.org/officeDocument/2006/relationships/image" Target="../media/image25.png"/><Relationship Id="rId2" Type="http://schemas.openxmlformats.org/officeDocument/2006/relationships/image" Target="../media/image24.png"/><Relationship Id="rId1" Type="http://schemas.openxmlformats.org/officeDocument/2006/relationships/slideLayout" Target="../slideLayouts/slideLayout10.xml"/><Relationship Id="rId5" Type="http://schemas.openxmlformats.org/officeDocument/2006/relationships/image" Target="../media/image27.png"/><Relationship Id="rId4" Type="http://schemas.openxmlformats.org/officeDocument/2006/relationships/image" Target="../media/image26.png"/></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6" name="Picture 5"/>
          <p:cNvPicPr>
            <a:picLocks noChangeAspect="1"/>
          </p:cNvPicPr>
          <p:nvPr/>
        </p:nvPicPr>
        <p:blipFill>
          <a:blip r:embed="rId2" cstate="email">
            <a:extLst>
              <a:ext uri="{28A0092B-C50C-407E-A947-70E740481C1C}">
                <a14:useLocalDpi xmlns:a14="http://schemas.microsoft.com/office/drawing/2010/main"/>
              </a:ext>
            </a:extLst>
          </a:blip>
          <a:stretch>
            <a:fillRect/>
          </a:stretch>
        </p:blipFill>
        <p:spPr>
          <a:xfrm>
            <a:off x="0" y="1340603"/>
            <a:ext cx="12192000" cy="4902408"/>
          </a:xfrm>
          <a:prstGeom prst="rect">
            <a:avLst/>
          </a:prstGeom>
        </p:spPr>
      </p:pic>
      <p:sp>
        <p:nvSpPr>
          <p:cNvPr id="38" name="Rectangle 37"/>
          <p:cNvSpPr/>
          <p:nvPr/>
        </p:nvSpPr>
        <p:spPr>
          <a:xfrm>
            <a:off x="0" y="1249096"/>
            <a:ext cx="12192000" cy="4993916"/>
          </a:xfrm>
          <a:prstGeom prst="rect">
            <a:avLst/>
          </a:prstGeom>
          <a:gradFill flip="none" rotWithShape="1">
            <a:gsLst>
              <a:gs pos="0">
                <a:schemeClr val="accent6">
                  <a:lumMod val="75000"/>
                  <a:alpha val="85000"/>
                </a:schemeClr>
              </a:gs>
              <a:gs pos="100000">
                <a:schemeClr val="accent3">
                  <a:alpha val="85000"/>
                </a:schemeClr>
              </a:gs>
            </a:gsLst>
            <a:lin ang="2700000" scaled="1"/>
            <a:tileRect/>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GB" sz="1800" b="0" i="0" u="none" strike="noStrike" kern="1200" cap="none" spc="0" normalizeH="0" baseline="0" noProof="0">
              <a:ln>
                <a:noFill/>
              </a:ln>
              <a:solidFill>
                <a:srgbClr val="FFFFFF"/>
              </a:solidFill>
              <a:effectLst/>
              <a:uLnTx/>
              <a:uFillTx/>
              <a:latin typeface="Arial" panose="020B0604020202020204"/>
              <a:ea typeface="+mn-ea"/>
              <a:cs typeface="+mn-cs"/>
            </a:endParaRPr>
          </a:p>
        </p:txBody>
      </p:sp>
      <p:sp>
        <p:nvSpPr>
          <p:cNvPr id="3" name="Slide Number Placeholder 2"/>
          <p:cNvSpPr>
            <a:spLocks noGrp="1"/>
          </p:cNvSpPr>
          <p:nvPr>
            <p:ph type="sldNum" sz="quarter" idx="4294967295"/>
          </p:nvPr>
        </p:nvSpPr>
        <p:spPr>
          <a:xfrm>
            <a:off x="11795125" y="6297613"/>
            <a:ext cx="396875" cy="365125"/>
          </a:xfrm>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F4C94289-3309-4C35-850A-56FD49B3E346}" type="slidenum">
              <a:rPr kumimoji="0" lang="en-GB" sz="800" b="0" i="0" u="none" strike="noStrike" kern="1200" cap="none" spc="0" normalizeH="0" baseline="0" noProof="0" smtClean="0">
                <a:ln>
                  <a:noFill/>
                </a:ln>
                <a:solidFill>
                  <a:srgbClr val="000000"/>
                </a:solidFill>
                <a:effectLst/>
                <a:uLnTx/>
                <a:uFillTx/>
                <a:latin typeface="Arial" panose="020B0604020202020204"/>
                <a:ea typeface="+mn-ea"/>
                <a:cs typeface="+mn-cs"/>
              </a:rPr>
              <a:pPr marL="0" marR="0" lvl="0" indent="0" algn="r" defTabSz="914400" rtl="0" eaLnBrk="1" fontAlgn="auto" latinLnBrk="0" hangingPunct="1">
                <a:lnSpc>
                  <a:spcPct val="100000"/>
                </a:lnSpc>
                <a:spcBef>
                  <a:spcPts val="0"/>
                </a:spcBef>
                <a:spcAft>
                  <a:spcPts val="0"/>
                </a:spcAft>
                <a:buClrTx/>
                <a:buSzTx/>
                <a:buFontTx/>
                <a:buNone/>
                <a:tabLst/>
                <a:defRPr/>
              </a:pPr>
              <a:t>1</a:t>
            </a:fld>
            <a:endParaRPr kumimoji="0" lang="en-GB" sz="800" b="0" i="0" u="none" strike="noStrike" kern="1200" cap="none" spc="0" normalizeH="0" baseline="0" noProof="0">
              <a:ln>
                <a:noFill/>
              </a:ln>
              <a:solidFill>
                <a:srgbClr val="000000"/>
              </a:solidFill>
              <a:effectLst/>
              <a:uLnTx/>
              <a:uFillTx/>
              <a:latin typeface="Arial" panose="020B0604020202020204"/>
              <a:ea typeface="+mn-ea"/>
              <a:cs typeface="+mn-cs"/>
            </a:endParaRPr>
          </a:p>
        </p:txBody>
      </p:sp>
      <p:grpSp>
        <p:nvGrpSpPr>
          <p:cNvPr id="4" name="Group 3">
            <a:extLst>
              <a:ext uri="{FF2B5EF4-FFF2-40B4-BE49-F238E27FC236}">
                <a16:creationId xmlns:a16="http://schemas.microsoft.com/office/drawing/2014/main" id="{70D94340-C2C1-4AC4-B239-D127A63FC583}"/>
              </a:ext>
            </a:extLst>
          </p:cNvPr>
          <p:cNvGrpSpPr/>
          <p:nvPr/>
        </p:nvGrpSpPr>
        <p:grpSpPr>
          <a:xfrm>
            <a:off x="7105485" y="2304270"/>
            <a:ext cx="4771781" cy="3304635"/>
            <a:chOff x="6011091" y="1748227"/>
            <a:chExt cx="4771781" cy="3304635"/>
          </a:xfrm>
        </p:grpSpPr>
        <p:cxnSp>
          <p:nvCxnSpPr>
            <p:cNvPr id="5" name="Elbow Connector 4"/>
            <p:cNvCxnSpPr>
              <a:cxnSpLocks/>
            </p:cNvCxnSpPr>
            <p:nvPr/>
          </p:nvCxnSpPr>
          <p:spPr>
            <a:xfrm flipV="1">
              <a:off x="6011091" y="1953919"/>
              <a:ext cx="1521085" cy="1112592"/>
            </a:xfrm>
            <a:prstGeom prst="bentConnector3">
              <a:avLst/>
            </a:prstGeom>
            <a:ln w="28575">
              <a:solidFill>
                <a:schemeClr val="bg1"/>
              </a:solidFill>
              <a:tailEnd type="oval"/>
            </a:ln>
          </p:spPr>
          <p:style>
            <a:lnRef idx="1">
              <a:schemeClr val="accent1"/>
            </a:lnRef>
            <a:fillRef idx="0">
              <a:schemeClr val="accent1"/>
            </a:fillRef>
            <a:effectRef idx="0">
              <a:schemeClr val="accent1"/>
            </a:effectRef>
            <a:fontRef idx="minor">
              <a:schemeClr val="tx1"/>
            </a:fontRef>
          </p:style>
        </p:cxnSp>
        <p:cxnSp>
          <p:nvCxnSpPr>
            <p:cNvPr id="8" name="Elbow Connector 7"/>
            <p:cNvCxnSpPr>
              <a:cxnSpLocks/>
            </p:cNvCxnSpPr>
            <p:nvPr/>
          </p:nvCxnSpPr>
          <p:spPr>
            <a:xfrm>
              <a:off x="6011091" y="3060672"/>
              <a:ext cx="1521084" cy="1746125"/>
            </a:xfrm>
            <a:prstGeom prst="bentConnector3">
              <a:avLst/>
            </a:prstGeom>
            <a:ln w="28575">
              <a:solidFill>
                <a:schemeClr val="bg1"/>
              </a:solidFill>
              <a:tailEnd type="oval"/>
            </a:ln>
          </p:spPr>
          <p:style>
            <a:lnRef idx="1">
              <a:schemeClr val="accent1"/>
            </a:lnRef>
            <a:fillRef idx="0">
              <a:schemeClr val="accent1"/>
            </a:fillRef>
            <a:effectRef idx="0">
              <a:schemeClr val="accent1"/>
            </a:effectRef>
            <a:fontRef idx="minor">
              <a:schemeClr val="tx1"/>
            </a:fontRef>
          </p:style>
        </p:cxnSp>
        <p:cxnSp>
          <p:nvCxnSpPr>
            <p:cNvPr id="43" name="Straight Connector 42"/>
            <p:cNvCxnSpPr/>
            <p:nvPr/>
          </p:nvCxnSpPr>
          <p:spPr>
            <a:xfrm>
              <a:off x="6782605" y="2692997"/>
              <a:ext cx="749571" cy="0"/>
            </a:xfrm>
            <a:prstGeom prst="line">
              <a:avLst/>
            </a:prstGeom>
            <a:ln w="28575">
              <a:solidFill>
                <a:schemeClr val="bg1"/>
              </a:solidFill>
              <a:tailEnd type="oval"/>
            </a:ln>
          </p:spPr>
          <p:style>
            <a:lnRef idx="1">
              <a:schemeClr val="accent1"/>
            </a:lnRef>
            <a:fillRef idx="0">
              <a:schemeClr val="accent1"/>
            </a:fillRef>
            <a:effectRef idx="0">
              <a:schemeClr val="accent1"/>
            </a:effectRef>
            <a:fontRef idx="minor">
              <a:schemeClr val="tx1"/>
            </a:fontRef>
          </p:style>
        </p:cxnSp>
        <p:cxnSp>
          <p:nvCxnSpPr>
            <p:cNvPr id="44" name="Straight Connector 43"/>
            <p:cNvCxnSpPr/>
            <p:nvPr/>
          </p:nvCxnSpPr>
          <p:spPr>
            <a:xfrm>
              <a:off x="6771633" y="3431286"/>
              <a:ext cx="749571" cy="0"/>
            </a:xfrm>
            <a:prstGeom prst="line">
              <a:avLst/>
            </a:prstGeom>
            <a:ln w="28575">
              <a:solidFill>
                <a:schemeClr val="bg1"/>
              </a:solidFill>
              <a:tailEnd type="oval"/>
            </a:ln>
          </p:spPr>
          <p:style>
            <a:lnRef idx="1">
              <a:schemeClr val="accent1"/>
            </a:lnRef>
            <a:fillRef idx="0">
              <a:schemeClr val="accent1"/>
            </a:fillRef>
            <a:effectRef idx="0">
              <a:schemeClr val="accent1"/>
            </a:effectRef>
            <a:fontRef idx="minor">
              <a:schemeClr val="tx1"/>
            </a:fontRef>
          </p:style>
        </p:cxnSp>
        <p:sp>
          <p:nvSpPr>
            <p:cNvPr id="39" name="Rounded Rectangle 38"/>
            <p:cNvSpPr/>
            <p:nvPr/>
          </p:nvSpPr>
          <p:spPr>
            <a:xfrm>
              <a:off x="7667062" y="3148698"/>
              <a:ext cx="3098543" cy="503693"/>
            </a:xfrm>
            <a:prstGeom prst="roundRect">
              <a:avLst>
                <a:gd name="adj" fmla="val 31330"/>
              </a:avLst>
            </a:prstGeom>
            <a:solidFill>
              <a:schemeClr val="accent1"/>
            </a:solidFill>
            <a:ln w="50800">
              <a:solidFill>
                <a:schemeClr val="bg1"/>
              </a:solidFill>
            </a:ln>
            <a:effectLst>
              <a:innerShdw blurRad="63500" dist="50800" dir="13500000">
                <a:prstClr val="black">
                  <a:alpha val="50000"/>
                </a:prstClr>
              </a:innerShdw>
            </a:effectLst>
          </p:spPr>
          <p:style>
            <a:lnRef idx="2">
              <a:schemeClr val="accent1">
                <a:shade val="50000"/>
              </a:schemeClr>
            </a:lnRef>
            <a:fillRef idx="1">
              <a:schemeClr val="accent1"/>
            </a:fillRef>
            <a:effectRef idx="0">
              <a:schemeClr val="accent1"/>
            </a:effectRef>
            <a:fontRef idx="minor">
              <a:schemeClr val="lt1"/>
            </a:fontRef>
          </p:style>
          <p:txBody>
            <a:bodyPr tIns="46800" rIns="90000" rtlCol="0" anchor="ctr"/>
            <a:lstStyle/>
            <a:p>
              <a:pPr marL="0" marR="0" lvl="0" indent="0" algn="ctr" defTabSz="914400" rtl="0" eaLnBrk="1" fontAlgn="auto" latinLnBrk="0" hangingPunct="1">
                <a:lnSpc>
                  <a:spcPct val="100000"/>
                </a:lnSpc>
                <a:spcBef>
                  <a:spcPts val="0"/>
                </a:spcBef>
                <a:spcAft>
                  <a:spcPts val="1000"/>
                </a:spcAft>
                <a:buClrTx/>
                <a:buSzTx/>
                <a:buFontTx/>
                <a:buNone/>
                <a:tabLst/>
                <a:defRPr/>
              </a:pPr>
              <a:r>
                <a:rPr kumimoji="0" lang="en-US" sz="2000" b="1" i="0" u="none" strike="noStrike" kern="1200" cap="none" spc="0" normalizeH="0" baseline="0" noProof="0">
                  <a:ln>
                    <a:noFill/>
                  </a:ln>
                  <a:solidFill>
                    <a:srgbClr val="1A3040"/>
                  </a:solidFill>
                  <a:effectLst/>
                  <a:uLnTx/>
                  <a:uFillTx/>
                  <a:latin typeface="Arial" charset="0"/>
                  <a:ea typeface="Arial" charset="0"/>
                  <a:cs typeface="Arial" charset="0"/>
                </a:rPr>
                <a:t>Statistical Key Figures</a:t>
              </a:r>
              <a:endParaRPr kumimoji="0" lang="en-GB" sz="1400" b="0" i="0" u="none" strike="noStrike" kern="1200" cap="none" spc="0" normalizeH="0" baseline="0" noProof="0">
                <a:ln>
                  <a:noFill/>
                </a:ln>
                <a:solidFill>
                  <a:srgbClr val="1A3040"/>
                </a:solidFill>
                <a:effectLst/>
                <a:uLnTx/>
                <a:uFillTx/>
                <a:latin typeface="Arial" panose="020B0604020202020204"/>
                <a:ea typeface="+mn-ea"/>
                <a:cs typeface="+mn-cs"/>
              </a:endParaRPr>
            </a:p>
          </p:txBody>
        </p:sp>
        <p:sp>
          <p:nvSpPr>
            <p:cNvPr id="40" name="Rounded Rectangle 39"/>
            <p:cNvSpPr/>
            <p:nvPr/>
          </p:nvSpPr>
          <p:spPr>
            <a:xfrm>
              <a:off x="7684329" y="4642215"/>
              <a:ext cx="3098543" cy="410647"/>
            </a:xfrm>
            <a:prstGeom prst="roundRect">
              <a:avLst>
                <a:gd name="adj" fmla="val 31330"/>
              </a:avLst>
            </a:prstGeom>
            <a:solidFill>
              <a:schemeClr val="accent6">
                <a:lumMod val="75000"/>
              </a:schemeClr>
            </a:solidFill>
            <a:ln w="50800">
              <a:solidFill>
                <a:schemeClr val="bg1"/>
              </a:solidFill>
            </a:ln>
            <a:effectLst>
              <a:innerShdw blurRad="63500" dist="50800" dir="13500000">
                <a:prstClr val="black">
                  <a:alpha val="50000"/>
                </a:prstClr>
              </a:innerShdw>
            </a:effectLst>
          </p:spPr>
          <p:style>
            <a:lnRef idx="2">
              <a:schemeClr val="accent1">
                <a:shade val="50000"/>
              </a:schemeClr>
            </a:lnRef>
            <a:fillRef idx="1">
              <a:schemeClr val="accent1"/>
            </a:fillRef>
            <a:effectRef idx="0">
              <a:schemeClr val="accent1"/>
            </a:effectRef>
            <a:fontRef idx="minor">
              <a:schemeClr val="lt1"/>
            </a:fontRef>
          </p:style>
          <p:txBody>
            <a:bodyPr tIns="46800" rIns="90000" rtlCol="0" anchor="ctr"/>
            <a:lstStyle/>
            <a:p>
              <a:pPr marL="0" marR="0" lvl="0" indent="0" algn="ctr" defTabSz="914400" rtl="0" eaLnBrk="1" fontAlgn="auto" latinLnBrk="0" hangingPunct="1">
                <a:lnSpc>
                  <a:spcPct val="100000"/>
                </a:lnSpc>
                <a:spcBef>
                  <a:spcPts val="0"/>
                </a:spcBef>
                <a:spcAft>
                  <a:spcPts val="1000"/>
                </a:spcAft>
                <a:buClrTx/>
                <a:buSzTx/>
                <a:buFontTx/>
                <a:buNone/>
                <a:tabLst/>
                <a:defRPr/>
              </a:pPr>
              <a:r>
                <a:rPr kumimoji="0" lang="en-GB" sz="2000" b="1" i="0" u="none" strike="noStrike" kern="1200" cap="none" spc="0" normalizeH="0" baseline="0" noProof="0">
                  <a:ln>
                    <a:noFill/>
                  </a:ln>
                  <a:solidFill>
                    <a:srgbClr val="FFFFFF"/>
                  </a:solidFill>
                  <a:effectLst/>
                  <a:uLnTx/>
                  <a:uFillTx/>
                  <a:latin typeface="Arial"/>
                  <a:ea typeface="+mn-ea"/>
                  <a:cs typeface="Arial"/>
                </a:rPr>
                <a:t>Reporting</a:t>
              </a:r>
              <a:endParaRPr kumimoji="0" lang="en-US" sz="1800" b="0" i="0" u="none" strike="noStrike" kern="1200" cap="none" spc="0" normalizeH="0" baseline="0" noProof="0">
                <a:ln>
                  <a:noFill/>
                </a:ln>
                <a:solidFill>
                  <a:srgbClr val="FFFFFF"/>
                </a:solidFill>
                <a:effectLst/>
                <a:uLnTx/>
                <a:uFillTx/>
                <a:latin typeface="Arial"/>
                <a:ea typeface="+mn-ea"/>
                <a:cs typeface="Arial"/>
              </a:endParaRPr>
            </a:p>
          </p:txBody>
        </p:sp>
        <p:sp>
          <p:nvSpPr>
            <p:cNvPr id="41" name="Rounded Rectangle 40"/>
            <p:cNvSpPr/>
            <p:nvPr/>
          </p:nvSpPr>
          <p:spPr>
            <a:xfrm>
              <a:off x="7684329" y="1748227"/>
              <a:ext cx="3098543" cy="410647"/>
            </a:xfrm>
            <a:prstGeom prst="roundRect">
              <a:avLst>
                <a:gd name="adj" fmla="val 31330"/>
              </a:avLst>
            </a:prstGeom>
            <a:solidFill>
              <a:schemeClr val="accent6">
                <a:lumMod val="75000"/>
              </a:schemeClr>
            </a:solidFill>
            <a:ln w="50800">
              <a:solidFill>
                <a:schemeClr val="bg1"/>
              </a:solidFill>
            </a:ln>
            <a:effectLst>
              <a:innerShdw blurRad="63500" dist="50800" dir="13500000">
                <a:prstClr val="black">
                  <a:alpha val="50000"/>
                </a:prstClr>
              </a:innerShdw>
            </a:effectLst>
          </p:spPr>
          <p:style>
            <a:lnRef idx="2">
              <a:schemeClr val="accent1">
                <a:shade val="50000"/>
              </a:schemeClr>
            </a:lnRef>
            <a:fillRef idx="1">
              <a:schemeClr val="accent1"/>
            </a:fillRef>
            <a:effectRef idx="0">
              <a:schemeClr val="accent1"/>
            </a:effectRef>
            <a:fontRef idx="minor">
              <a:schemeClr val="lt1"/>
            </a:fontRef>
          </p:style>
          <p:txBody>
            <a:bodyPr tIns="46800" rIns="90000" rtlCol="0" anchor="ctr"/>
            <a:lstStyle/>
            <a:p>
              <a:pPr marL="0" marR="0" lvl="0" indent="0" algn="ctr" defTabSz="914400" rtl="0" eaLnBrk="1" fontAlgn="auto" latinLnBrk="0" hangingPunct="1">
                <a:lnSpc>
                  <a:spcPct val="100000"/>
                </a:lnSpc>
                <a:spcBef>
                  <a:spcPts val="0"/>
                </a:spcBef>
                <a:spcAft>
                  <a:spcPts val="1000"/>
                </a:spcAft>
                <a:buClrTx/>
                <a:buSzTx/>
                <a:buFontTx/>
                <a:buNone/>
                <a:tabLst/>
                <a:defRPr/>
              </a:pPr>
              <a:r>
                <a:rPr kumimoji="0" lang="en-US" sz="2000" b="1" i="0" u="none" strike="noStrike" kern="1200" cap="none" spc="0" normalizeH="0" baseline="0" noProof="0">
                  <a:ln>
                    <a:noFill/>
                  </a:ln>
                  <a:solidFill>
                    <a:srgbClr val="FFFFFF"/>
                  </a:solidFill>
                  <a:effectLst/>
                  <a:uLnTx/>
                  <a:uFillTx/>
                  <a:latin typeface="Arial" charset="0"/>
                  <a:ea typeface="Arial" charset="0"/>
                  <a:cs typeface="Arial" charset="0"/>
                </a:rPr>
                <a:t>Allocation Overview</a:t>
              </a:r>
              <a:endParaRPr kumimoji="0" lang="en-GB" sz="1400" b="0" i="0" u="none" strike="noStrike" kern="1200" cap="none" spc="0" normalizeH="0" baseline="0" noProof="0">
                <a:ln>
                  <a:noFill/>
                </a:ln>
                <a:solidFill>
                  <a:srgbClr val="FFFFFF"/>
                </a:solidFill>
                <a:effectLst/>
                <a:uLnTx/>
                <a:uFillTx/>
                <a:latin typeface="Arial" panose="020B0604020202020204"/>
                <a:ea typeface="+mn-ea"/>
                <a:cs typeface="+mn-cs"/>
              </a:endParaRPr>
            </a:p>
          </p:txBody>
        </p:sp>
        <p:sp>
          <p:nvSpPr>
            <p:cNvPr id="42" name="Rounded Rectangle 41"/>
            <p:cNvSpPr/>
            <p:nvPr/>
          </p:nvSpPr>
          <p:spPr>
            <a:xfrm>
              <a:off x="7684329" y="2490608"/>
              <a:ext cx="3098543" cy="410647"/>
            </a:xfrm>
            <a:prstGeom prst="roundRect">
              <a:avLst>
                <a:gd name="adj" fmla="val 31330"/>
              </a:avLst>
            </a:prstGeom>
            <a:solidFill>
              <a:schemeClr val="accent6">
                <a:lumMod val="75000"/>
              </a:schemeClr>
            </a:solidFill>
            <a:ln w="50800">
              <a:solidFill>
                <a:schemeClr val="bg1"/>
              </a:solidFill>
            </a:ln>
            <a:effectLst>
              <a:innerShdw blurRad="63500" dist="50800" dir="13500000">
                <a:prstClr val="black">
                  <a:alpha val="50000"/>
                </a:prstClr>
              </a:innerShdw>
            </a:effectLst>
          </p:spPr>
          <p:style>
            <a:lnRef idx="2">
              <a:schemeClr val="accent1">
                <a:shade val="50000"/>
              </a:schemeClr>
            </a:lnRef>
            <a:fillRef idx="1">
              <a:schemeClr val="accent1"/>
            </a:fillRef>
            <a:effectRef idx="0">
              <a:schemeClr val="accent1"/>
            </a:effectRef>
            <a:fontRef idx="minor">
              <a:schemeClr val="lt1"/>
            </a:fontRef>
          </p:style>
          <p:txBody>
            <a:bodyPr tIns="46800" rIns="90000" rtlCol="0" anchor="ctr"/>
            <a:lstStyle/>
            <a:p>
              <a:pPr marL="0" marR="0" lvl="0" indent="0" algn="ctr" defTabSz="914400" rtl="0" eaLnBrk="1" fontAlgn="auto" latinLnBrk="0" hangingPunct="1">
                <a:lnSpc>
                  <a:spcPct val="100000"/>
                </a:lnSpc>
                <a:spcBef>
                  <a:spcPts val="0"/>
                </a:spcBef>
                <a:spcAft>
                  <a:spcPts val="1000"/>
                </a:spcAft>
                <a:buClrTx/>
                <a:buSzTx/>
                <a:buFontTx/>
                <a:buNone/>
                <a:tabLst/>
                <a:defRPr/>
              </a:pPr>
              <a:r>
                <a:rPr kumimoji="0" lang="en-US" sz="2000" b="1" i="0" u="none" strike="noStrike" kern="1200" cap="none" spc="0" normalizeH="0" baseline="0" noProof="0" err="1">
                  <a:ln>
                    <a:noFill/>
                  </a:ln>
                  <a:solidFill>
                    <a:srgbClr val="FFFFFF"/>
                  </a:solidFill>
                  <a:effectLst/>
                  <a:uLnTx/>
                  <a:uFillTx/>
                  <a:latin typeface="Arial" charset="0"/>
                  <a:ea typeface="Arial" charset="0"/>
                  <a:cs typeface="Arial" charset="0"/>
                </a:rPr>
                <a:t>MyRequest</a:t>
              </a:r>
              <a:r>
                <a:rPr kumimoji="0" lang="en-US" sz="2000" b="1" i="0" u="none" strike="noStrike" kern="1200" cap="none" spc="0" normalizeH="0" baseline="0" noProof="0">
                  <a:ln>
                    <a:noFill/>
                  </a:ln>
                  <a:solidFill>
                    <a:srgbClr val="FFFFFF"/>
                  </a:solidFill>
                  <a:effectLst/>
                  <a:uLnTx/>
                  <a:uFillTx/>
                  <a:latin typeface="Arial" charset="0"/>
                  <a:ea typeface="Arial" charset="0"/>
                  <a:cs typeface="Arial" charset="0"/>
                </a:rPr>
                <a:t> Templates</a:t>
              </a:r>
              <a:endParaRPr kumimoji="0" lang="en-GB" sz="1400" b="0" i="0" u="none" strike="noStrike" kern="1200" cap="none" spc="0" normalizeH="0" baseline="0" noProof="0">
                <a:ln>
                  <a:noFill/>
                </a:ln>
                <a:solidFill>
                  <a:srgbClr val="FFFFFF"/>
                </a:solidFill>
                <a:effectLst/>
                <a:uLnTx/>
                <a:uFillTx/>
                <a:latin typeface="Arial" panose="020B0604020202020204"/>
                <a:ea typeface="+mn-ea"/>
                <a:cs typeface="+mn-cs"/>
              </a:endParaRPr>
            </a:p>
          </p:txBody>
        </p:sp>
      </p:grpSp>
      <p:grpSp>
        <p:nvGrpSpPr>
          <p:cNvPr id="60" name="Group 59">
            <a:extLst>
              <a:ext uri="{FF2B5EF4-FFF2-40B4-BE49-F238E27FC236}">
                <a16:creationId xmlns:a16="http://schemas.microsoft.com/office/drawing/2014/main" id="{5B190B90-E408-4F91-A910-7E55761A387E}"/>
              </a:ext>
            </a:extLst>
          </p:cNvPr>
          <p:cNvGrpSpPr/>
          <p:nvPr/>
        </p:nvGrpSpPr>
        <p:grpSpPr>
          <a:xfrm>
            <a:off x="571776" y="2586817"/>
            <a:ext cx="6635055" cy="2208261"/>
            <a:chOff x="4381175" y="2883731"/>
            <a:chExt cx="7294886" cy="2427864"/>
          </a:xfrm>
        </p:grpSpPr>
        <p:grpSp>
          <p:nvGrpSpPr>
            <p:cNvPr id="61" name="Group 60">
              <a:extLst>
                <a:ext uri="{FF2B5EF4-FFF2-40B4-BE49-F238E27FC236}">
                  <a16:creationId xmlns:a16="http://schemas.microsoft.com/office/drawing/2014/main" id="{B1E400D7-B44F-4E4A-B17C-36FCCC86ACA7}"/>
                </a:ext>
              </a:extLst>
            </p:cNvPr>
            <p:cNvGrpSpPr/>
            <p:nvPr/>
          </p:nvGrpSpPr>
          <p:grpSpPr>
            <a:xfrm>
              <a:off x="7444303" y="2883731"/>
              <a:ext cx="4231758" cy="2427864"/>
              <a:chOff x="7444303" y="2883731"/>
              <a:chExt cx="4231758" cy="2427864"/>
            </a:xfrm>
          </p:grpSpPr>
          <p:sp>
            <p:nvSpPr>
              <p:cNvPr id="71" name="TextBox 70">
                <a:extLst>
                  <a:ext uri="{FF2B5EF4-FFF2-40B4-BE49-F238E27FC236}">
                    <a16:creationId xmlns:a16="http://schemas.microsoft.com/office/drawing/2014/main" id="{FF151CF8-783C-4366-8C7F-F988E0166AE0}"/>
                  </a:ext>
                </a:extLst>
              </p:cNvPr>
              <p:cNvSpPr txBox="1"/>
              <p:nvPr/>
            </p:nvSpPr>
            <p:spPr>
              <a:xfrm>
                <a:off x="7444304" y="4756406"/>
                <a:ext cx="4231757" cy="555189"/>
              </a:xfrm>
              <a:prstGeom prst="rect">
                <a:avLst/>
              </a:prstGeom>
              <a:noFill/>
            </p:spPr>
            <p:txBody>
              <a:bodyPr wrap="square" lIns="0" tIns="0" rIns="0" bIns="0" rtlCol="0" anchor="ctr">
                <a:no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GB" sz="3600" b="1" i="0" u="none" strike="noStrike" kern="1200" cap="none" spc="0" normalizeH="0" baseline="0" noProof="0">
                    <a:ln>
                      <a:noFill/>
                    </a:ln>
                    <a:solidFill>
                      <a:srgbClr val="FFFFFF"/>
                    </a:solidFill>
                    <a:effectLst/>
                    <a:uLnTx/>
                    <a:uFillTx/>
                    <a:latin typeface="Arial" panose="020B0604020202020204"/>
                    <a:ea typeface="+mn-ea"/>
                    <a:cs typeface="+mn-cs"/>
                  </a:rPr>
                  <a:t>Reporting</a:t>
                </a:r>
                <a:endParaRPr kumimoji="0" lang="en-GB" sz="3600" b="0" i="0" u="none" strike="noStrike" kern="1200" cap="none" spc="0" normalizeH="0" baseline="0" noProof="0">
                  <a:ln>
                    <a:noFill/>
                  </a:ln>
                  <a:solidFill>
                    <a:srgbClr val="FFFFFF"/>
                  </a:solidFill>
                  <a:effectLst/>
                  <a:uLnTx/>
                  <a:uFillTx/>
                  <a:latin typeface="Arial" panose="020B0604020202020204"/>
                  <a:ea typeface="+mn-ea"/>
                  <a:cs typeface="+mn-cs"/>
                </a:endParaRPr>
              </a:p>
            </p:txBody>
          </p:sp>
          <p:grpSp>
            <p:nvGrpSpPr>
              <p:cNvPr id="72" name="Group 71">
                <a:extLst>
                  <a:ext uri="{FF2B5EF4-FFF2-40B4-BE49-F238E27FC236}">
                    <a16:creationId xmlns:a16="http://schemas.microsoft.com/office/drawing/2014/main" id="{79819637-5EA6-43E4-9666-9171DCCFDBE2}"/>
                  </a:ext>
                </a:extLst>
              </p:cNvPr>
              <p:cNvGrpSpPr/>
              <p:nvPr/>
            </p:nvGrpSpPr>
            <p:grpSpPr>
              <a:xfrm>
                <a:off x="7444303" y="2883731"/>
                <a:ext cx="4231757" cy="1393150"/>
                <a:chOff x="7444303" y="2883731"/>
                <a:chExt cx="4231757" cy="1393150"/>
              </a:xfrm>
            </p:grpSpPr>
            <p:sp>
              <p:nvSpPr>
                <p:cNvPr id="73" name="TextBox 72">
                  <a:extLst>
                    <a:ext uri="{FF2B5EF4-FFF2-40B4-BE49-F238E27FC236}">
                      <a16:creationId xmlns:a16="http://schemas.microsoft.com/office/drawing/2014/main" id="{2F1A8645-D1B9-4B89-BA78-BD752954D373}"/>
                    </a:ext>
                  </a:extLst>
                </p:cNvPr>
                <p:cNvSpPr txBox="1"/>
                <p:nvPr/>
              </p:nvSpPr>
              <p:spPr>
                <a:xfrm>
                  <a:off x="7444304" y="2883731"/>
                  <a:ext cx="3566596" cy="555189"/>
                </a:xfrm>
                <a:prstGeom prst="rect">
                  <a:avLst/>
                </a:prstGeom>
                <a:noFill/>
              </p:spPr>
              <p:txBody>
                <a:bodyPr wrap="square" lIns="0" tIns="0" rIns="0" bIns="0" rtlCol="0" anchor="ctr">
                  <a:no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GB" sz="3600" b="1" i="0" u="none" strike="noStrike" kern="1200" cap="none" spc="0" normalizeH="0" baseline="0" noProof="0">
                      <a:ln>
                        <a:noFill/>
                      </a:ln>
                      <a:solidFill>
                        <a:srgbClr val="FFFFFF"/>
                      </a:solidFill>
                      <a:effectLst/>
                      <a:uLnTx/>
                      <a:uFillTx/>
                      <a:latin typeface="Arial" panose="020B0604020202020204"/>
                      <a:ea typeface="+mn-ea"/>
                      <a:cs typeface="+mn-cs"/>
                    </a:rPr>
                    <a:t>Master Data</a:t>
                  </a:r>
                  <a:endParaRPr kumimoji="0" lang="en-GB" sz="3600" b="0" i="0" u="none" strike="noStrike" kern="1200" cap="none" spc="0" normalizeH="0" baseline="0" noProof="0">
                    <a:ln>
                      <a:noFill/>
                    </a:ln>
                    <a:solidFill>
                      <a:srgbClr val="FFFFFF"/>
                    </a:solidFill>
                    <a:effectLst/>
                    <a:uLnTx/>
                    <a:uFillTx/>
                    <a:latin typeface="Arial" panose="020B0604020202020204"/>
                    <a:ea typeface="+mn-ea"/>
                    <a:cs typeface="+mn-cs"/>
                  </a:endParaRPr>
                </a:p>
              </p:txBody>
            </p:sp>
            <p:sp>
              <p:nvSpPr>
                <p:cNvPr id="74" name="TextBox 73">
                  <a:extLst>
                    <a:ext uri="{FF2B5EF4-FFF2-40B4-BE49-F238E27FC236}">
                      <a16:creationId xmlns:a16="http://schemas.microsoft.com/office/drawing/2014/main" id="{9FDFC7B6-CECC-4C3A-9791-DF22F1E80294}"/>
                    </a:ext>
                  </a:extLst>
                </p:cNvPr>
                <p:cNvSpPr txBox="1"/>
                <p:nvPr/>
              </p:nvSpPr>
              <p:spPr>
                <a:xfrm>
                  <a:off x="7444303" y="3721692"/>
                  <a:ext cx="4231757" cy="555189"/>
                </a:xfrm>
                <a:prstGeom prst="rect">
                  <a:avLst/>
                </a:prstGeom>
                <a:noFill/>
              </p:spPr>
              <p:txBody>
                <a:bodyPr wrap="square" lIns="0" tIns="0" rIns="0" bIns="0" rtlCol="0" anchor="ctr">
                  <a:no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GB" sz="3600" b="1" i="0" u="none" strike="noStrike" kern="1200" cap="none" spc="0" normalizeH="0" baseline="0" noProof="0">
                      <a:ln>
                        <a:noFill/>
                      </a:ln>
                      <a:solidFill>
                        <a:srgbClr val="FFFFFF"/>
                      </a:solidFill>
                      <a:effectLst/>
                      <a:uLnTx/>
                      <a:uFillTx/>
                      <a:latin typeface="Arial" panose="020B0604020202020204"/>
                      <a:ea typeface="+mn-ea"/>
                      <a:cs typeface="+mn-cs"/>
                    </a:rPr>
                    <a:t>Cost Allocations</a:t>
                  </a:r>
                  <a:endParaRPr kumimoji="0" lang="en-GB" sz="3600" b="0" i="0" u="none" strike="noStrike" kern="1200" cap="none" spc="0" normalizeH="0" baseline="0" noProof="0">
                    <a:ln>
                      <a:noFill/>
                    </a:ln>
                    <a:solidFill>
                      <a:srgbClr val="FFFFFF"/>
                    </a:solidFill>
                    <a:effectLst/>
                    <a:uLnTx/>
                    <a:uFillTx/>
                    <a:latin typeface="Arial" panose="020B0604020202020204"/>
                    <a:ea typeface="+mn-ea"/>
                    <a:cs typeface="+mn-cs"/>
                  </a:endParaRPr>
                </a:p>
              </p:txBody>
            </p:sp>
          </p:grpSp>
        </p:grpSp>
        <p:grpSp>
          <p:nvGrpSpPr>
            <p:cNvPr id="62" name="Group 61">
              <a:extLst>
                <a:ext uri="{FF2B5EF4-FFF2-40B4-BE49-F238E27FC236}">
                  <a16:creationId xmlns:a16="http://schemas.microsoft.com/office/drawing/2014/main" id="{CD5B18D4-6087-41F5-B889-DC743C9EB3CD}"/>
                </a:ext>
              </a:extLst>
            </p:cNvPr>
            <p:cNvGrpSpPr/>
            <p:nvPr/>
          </p:nvGrpSpPr>
          <p:grpSpPr>
            <a:xfrm>
              <a:off x="4381175" y="3076671"/>
              <a:ext cx="2917844" cy="1931716"/>
              <a:chOff x="4372240" y="3074237"/>
              <a:chExt cx="2917844" cy="1931716"/>
            </a:xfrm>
          </p:grpSpPr>
          <p:cxnSp>
            <p:nvCxnSpPr>
              <p:cNvPr id="63" name="Elbow Connector 31">
                <a:extLst>
                  <a:ext uri="{FF2B5EF4-FFF2-40B4-BE49-F238E27FC236}">
                    <a16:creationId xmlns:a16="http://schemas.microsoft.com/office/drawing/2014/main" id="{409FDF51-4820-4958-8916-261E690B4D01}"/>
                  </a:ext>
                </a:extLst>
              </p:cNvPr>
              <p:cNvCxnSpPr/>
              <p:nvPr/>
            </p:nvCxnSpPr>
            <p:spPr>
              <a:xfrm flipV="1">
                <a:off x="6194084" y="3201452"/>
                <a:ext cx="1096000" cy="780152"/>
              </a:xfrm>
              <a:prstGeom prst="bentConnector3">
                <a:avLst>
                  <a:gd name="adj1" fmla="val 50000"/>
                </a:avLst>
              </a:prstGeom>
              <a:ln w="38100">
                <a:solidFill>
                  <a:schemeClr val="bg1"/>
                </a:solidFill>
                <a:tailEnd type="oval"/>
              </a:ln>
            </p:spPr>
            <p:style>
              <a:lnRef idx="1">
                <a:schemeClr val="accent1"/>
              </a:lnRef>
              <a:fillRef idx="0">
                <a:schemeClr val="accent1"/>
              </a:fillRef>
              <a:effectRef idx="0">
                <a:schemeClr val="accent1"/>
              </a:effectRef>
              <a:fontRef idx="minor">
                <a:schemeClr val="tx1"/>
              </a:fontRef>
            </p:style>
          </p:cxnSp>
          <p:cxnSp>
            <p:nvCxnSpPr>
              <p:cNvPr id="64" name="Elbow Connector 37">
                <a:extLst>
                  <a:ext uri="{FF2B5EF4-FFF2-40B4-BE49-F238E27FC236}">
                    <a16:creationId xmlns:a16="http://schemas.microsoft.com/office/drawing/2014/main" id="{44BCD7C6-399A-4150-AC98-C71976ABA577}"/>
                  </a:ext>
                </a:extLst>
              </p:cNvPr>
              <p:cNvCxnSpPr/>
              <p:nvPr/>
            </p:nvCxnSpPr>
            <p:spPr>
              <a:xfrm>
                <a:off x="6194084" y="3981604"/>
                <a:ext cx="1096000" cy="1024349"/>
              </a:xfrm>
              <a:prstGeom prst="bentConnector3">
                <a:avLst>
                  <a:gd name="adj1" fmla="val 50000"/>
                </a:avLst>
              </a:prstGeom>
              <a:ln w="38100">
                <a:solidFill>
                  <a:schemeClr val="bg1"/>
                </a:solidFill>
                <a:tailEnd type="oval"/>
              </a:ln>
            </p:spPr>
            <p:style>
              <a:lnRef idx="1">
                <a:schemeClr val="accent1"/>
              </a:lnRef>
              <a:fillRef idx="0">
                <a:schemeClr val="accent1"/>
              </a:fillRef>
              <a:effectRef idx="0">
                <a:schemeClr val="accent1"/>
              </a:effectRef>
              <a:fontRef idx="minor">
                <a:schemeClr val="tx1"/>
              </a:fontRef>
            </p:style>
          </p:cxnSp>
          <p:grpSp>
            <p:nvGrpSpPr>
              <p:cNvPr id="65" name="Group 64">
                <a:extLst>
                  <a:ext uri="{FF2B5EF4-FFF2-40B4-BE49-F238E27FC236}">
                    <a16:creationId xmlns:a16="http://schemas.microsoft.com/office/drawing/2014/main" id="{FB41DBCF-C999-43CA-89B4-86617028DC17}"/>
                  </a:ext>
                </a:extLst>
              </p:cNvPr>
              <p:cNvGrpSpPr/>
              <p:nvPr/>
            </p:nvGrpSpPr>
            <p:grpSpPr>
              <a:xfrm>
                <a:off x="4372240" y="3074237"/>
                <a:ext cx="1850100" cy="1850100"/>
                <a:chOff x="4401574" y="3295146"/>
                <a:chExt cx="624164" cy="624164"/>
              </a:xfrm>
            </p:grpSpPr>
            <p:grpSp>
              <p:nvGrpSpPr>
                <p:cNvPr id="67" name="Group 66">
                  <a:extLst>
                    <a:ext uri="{FF2B5EF4-FFF2-40B4-BE49-F238E27FC236}">
                      <a16:creationId xmlns:a16="http://schemas.microsoft.com/office/drawing/2014/main" id="{3891509F-E410-46E8-B613-2523F88005FB}"/>
                    </a:ext>
                  </a:extLst>
                </p:cNvPr>
                <p:cNvGrpSpPr/>
                <p:nvPr/>
              </p:nvGrpSpPr>
              <p:grpSpPr>
                <a:xfrm>
                  <a:off x="4401574" y="3295146"/>
                  <a:ext cx="624164" cy="624164"/>
                  <a:chOff x="4492144" y="190843"/>
                  <a:chExt cx="855656" cy="855656"/>
                </a:xfrm>
              </p:grpSpPr>
              <p:sp>
                <p:nvSpPr>
                  <p:cNvPr id="69" name="Oval 68">
                    <a:extLst>
                      <a:ext uri="{FF2B5EF4-FFF2-40B4-BE49-F238E27FC236}">
                        <a16:creationId xmlns:a16="http://schemas.microsoft.com/office/drawing/2014/main" id="{6F282BF9-556B-47A4-B61F-EE8817261A50}"/>
                      </a:ext>
                    </a:extLst>
                  </p:cNvPr>
                  <p:cNvSpPr/>
                  <p:nvPr/>
                </p:nvSpPr>
                <p:spPr>
                  <a:xfrm>
                    <a:off x="4492144" y="190843"/>
                    <a:ext cx="855656" cy="855656"/>
                  </a:xfrm>
                  <a:prstGeom prst="ellipse">
                    <a:avLst/>
                  </a:prstGeom>
                  <a:solidFill>
                    <a:schemeClr val="bg1"/>
                  </a:solidFill>
                  <a:ln w="76200">
                    <a:noFill/>
                  </a:ln>
                  <a:effectLst>
                    <a:outerShdw blurRad="50800" dist="38100" dir="10800000" algn="r"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GB" sz="1800" b="0" i="0" u="none" strike="noStrike" kern="1200" cap="none" spc="0" normalizeH="0" baseline="0" noProof="0">
                      <a:ln>
                        <a:noFill/>
                      </a:ln>
                      <a:solidFill>
                        <a:srgbClr val="FFFFFF"/>
                      </a:solidFill>
                      <a:effectLst/>
                      <a:uLnTx/>
                      <a:uFillTx/>
                      <a:latin typeface="Arial" panose="020B0604020202020204"/>
                      <a:ea typeface="+mn-ea"/>
                      <a:cs typeface="+mn-cs"/>
                    </a:endParaRPr>
                  </a:p>
                </p:txBody>
              </p:sp>
              <p:sp>
                <p:nvSpPr>
                  <p:cNvPr id="70" name="Oval 69">
                    <a:extLst>
                      <a:ext uri="{FF2B5EF4-FFF2-40B4-BE49-F238E27FC236}">
                        <a16:creationId xmlns:a16="http://schemas.microsoft.com/office/drawing/2014/main" id="{988CF4DF-6F39-4A45-97CF-EE13F861FC6C}"/>
                      </a:ext>
                    </a:extLst>
                  </p:cNvPr>
                  <p:cNvSpPr/>
                  <p:nvPr/>
                </p:nvSpPr>
                <p:spPr>
                  <a:xfrm>
                    <a:off x="4551137" y="249836"/>
                    <a:ext cx="737671" cy="737671"/>
                  </a:xfrm>
                  <a:prstGeom prst="ellipse">
                    <a:avLst/>
                  </a:prstGeom>
                  <a:solidFill>
                    <a:srgbClr val="74D9D5"/>
                  </a:solidFill>
                  <a:ln w="76200">
                    <a:noFill/>
                  </a:ln>
                  <a:effectLst>
                    <a:innerShdw blurRad="63500" dist="50800" dir="13500000">
                      <a:prstClr val="black">
                        <a:alpha val="50000"/>
                      </a:prstClr>
                    </a:inn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GB" sz="1800" b="0" i="0" u="none" strike="noStrike" kern="1200" cap="none" spc="0" normalizeH="0" baseline="0" noProof="0">
                      <a:ln>
                        <a:noFill/>
                      </a:ln>
                      <a:solidFill>
                        <a:srgbClr val="FFFFFF"/>
                      </a:solidFill>
                      <a:effectLst/>
                      <a:uLnTx/>
                      <a:uFillTx/>
                      <a:latin typeface="Arial" panose="020B0604020202020204"/>
                      <a:ea typeface="+mn-ea"/>
                      <a:cs typeface="+mn-cs"/>
                    </a:endParaRPr>
                  </a:p>
                </p:txBody>
              </p:sp>
            </p:grpSp>
            <p:pic>
              <p:nvPicPr>
                <p:cNvPr id="68" name="Picture 67">
                  <a:extLst>
                    <a:ext uri="{FF2B5EF4-FFF2-40B4-BE49-F238E27FC236}">
                      <a16:creationId xmlns:a16="http://schemas.microsoft.com/office/drawing/2014/main" id="{DA790329-44BF-41F3-8D53-24D795B4BC7A}"/>
                    </a:ext>
                  </a:extLst>
                </p:cNvPr>
                <p:cNvPicPr>
                  <a:picLocks noChangeAspect="1"/>
                </p:cNvPicPr>
                <p:nvPr/>
              </p:nvPicPr>
              <p:blipFill>
                <a:blip r:embed="rId3" cstate="email">
                  <a:extLst>
                    <a:ext uri="{28A0092B-C50C-407E-A947-70E740481C1C}">
                      <a14:useLocalDpi xmlns:a14="http://schemas.microsoft.com/office/drawing/2010/main"/>
                    </a:ext>
                  </a:extLst>
                </a:blip>
                <a:stretch>
                  <a:fillRect/>
                </a:stretch>
              </p:blipFill>
              <p:spPr>
                <a:xfrm>
                  <a:off x="4545159" y="3458800"/>
                  <a:ext cx="337454" cy="337454"/>
                </a:xfrm>
                <a:prstGeom prst="rect">
                  <a:avLst/>
                </a:prstGeom>
              </p:spPr>
            </p:pic>
          </p:grpSp>
          <p:cxnSp>
            <p:nvCxnSpPr>
              <p:cNvPr id="66" name="Straight Connector 65">
                <a:extLst>
                  <a:ext uri="{FF2B5EF4-FFF2-40B4-BE49-F238E27FC236}">
                    <a16:creationId xmlns:a16="http://schemas.microsoft.com/office/drawing/2014/main" id="{19F8DF19-A8FA-4130-A7E3-02612E05A243}"/>
                  </a:ext>
                </a:extLst>
              </p:cNvPr>
              <p:cNvCxnSpPr>
                <a:cxnSpLocks/>
              </p:cNvCxnSpPr>
              <p:nvPr/>
            </p:nvCxnSpPr>
            <p:spPr>
              <a:xfrm>
                <a:off x="6712794" y="3981604"/>
                <a:ext cx="577290" cy="0"/>
              </a:xfrm>
              <a:prstGeom prst="line">
                <a:avLst/>
              </a:prstGeom>
              <a:ln w="28575">
                <a:solidFill>
                  <a:schemeClr val="bg1"/>
                </a:solidFill>
                <a:tailEnd type="oval"/>
              </a:ln>
            </p:spPr>
            <p:style>
              <a:lnRef idx="1">
                <a:schemeClr val="accent1"/>
              </a:lnRef>
              <a:fillRef idx="0">
                <a:schemeClr val="accent1"/>
              </a:fillRef>
              <a:effectRef idx="0">
                <a:schemeClr val="accent1"/>
              </a:effectRef>
              <a:fontRef idx="minor">
                <a:schemeClr val="tx1"/>
              </a:fontRef>
            </p:style>
          </p:cxnSp>
        </p:grpSp>
      </p:grpSp>
      <p:cxnSp>
        <p:nvCxnSpPr>
          <p:cNvPr id="75" name="Straight Connector 74">
            <a:extLst>
              <a:ext uri="{FF2B5EF4-FFF2-40B4-BE49-F238E27FC236}">
                <a16:creationId xmlns:a16="http://schemas.microsoft.com/office/drawing/2014/main" id="{9D466236-08F8-44CE-B45C-AAB40ADF77F5}"/>
              </a:ext>
            </a:extLst>
          </p:cNvPr>
          <p:cNvCxnSpPr/>
          <p:nvPr/>
        </p:nvCxnSpPr>
        <p:spPr>
          <a:xfrm>
            <a:off x="7876999" y="4731556"/>
            <a:ext cx="749571" cy="0"/>
          </a:xfrm>
          <a:prstGeom prst="line">
            <a:avLst/>
          </a:prstGeom>
          <a:ln w="28575">
            <a:solidFill>
              <a:schemeClr val="bg1"/>
            </a:solidFill>
            <a:tailEnd type="oval"/>
          </a:ln>
        </p:spPr>
        <p:style>
          <a:lnRef idx="1">
            <a:schemeClr val="accent1"/>
          </a:lnRef>
          <a:fillRef idx="0">
            <a:schemeClr val="accent1"/>
          </a:fillRef>
          <a:effectRef idx="0">
            <a:schemeClr val="accent1"/>
          </a:effectRef>
          <a:fontRef idx="minor">
            <a:schemeClr val="tx1"/>
          </a:fontRef>
        </p:style>
      </p:cxnSp>
      <p:sp>
        <p:nvSpPr>
          <p:cNvPr id="76" name="Rounded Rectangle 39">
            <a:extLst>
              <a:ext uri="{FF2B5EF4-FFF2-40B4-BE49-F238E27FC236}">
                <a16:creationId xmlns:a16="http://schemas.microsoft.com/office/drawing/2014/main" id="{495F7757-6AD6-44F9-8486-6D5CFC73DC41}"/>
              </a:ext>
            </a:extLst>
          </p:cNvPr>
          <p:cNvSpPr/>
          <p:nvPr/>
        </p:nvSpPr>
        <p:spPr>
          <a:xfrm>
            <a:off x="8761456" y="4498022"/>
            <a:ext cx="3098543" cy="410647"/>
          </a:xfrm>
          <a:prstGeom prst="roundRect">
            <a:avLst>
              <a:gd name="adj" fmla="val 31330"/>
            </a:avLst>
          </a:prstGeom>
          <a:solidFill>
            <a:schemeClr val="accent6">
              <a:lumMod val="75000"/>
            </a:schemeClr>
          </a:solidFill>
          <a:ln w="50800">
            <a:solidFill>
              <a:schemeClr val="bg1"/>
            </a:solidFill>
          </a:ln>
          <a:effectLst>
            <a:innerShdw blurRad="63500" dist="50800" dir="13500000">
              <a:prstClr val="black">
                <a:alpha val="50000"/>
              </a:prstClr>
            </a:innerShdw>
          </a:effectLst>
        </p:spPr>
        <p:style>
          <a:lnRef idx="2">
            <a:schemeClr val="accent1">
              <a:shade val="50000"/>
            </a:schemeClr>
          </a:lnRef>
          <a:fillRef idx="1">
            <a:schemeClr val="accent1"/>
          </a:fillRef>
          <a:effectRef idx="0">
            <a:schemeClr val="accent1"/>
          </a:effectRef>
          <a:fontRef idx="minor">
            <a:schemeClr val="lt1"/>
          </a:fontRef>
        </p:style>
        <p:txBody>
          <a:bodyPr tIns="46800" rIns="90000" rtlCol="0" anchor="ctr"/>
          <a:lstStyle/>
          <a:p>
            <a:pPr marL="0" marR="0" lvl="0" indent="0" algn="ctr" defTabSz="914400" rtl="0" eaLnBrk="1" fontAlgn="auto" latinLnBrk="0" hangingPunct="1">
              <a:lnSpc>
                <a:spcPct val="100000"/>
              </a:lnSpc>
              <a:spcBef>
                <a:spcPts val="0"/>
              </a:spcBef>
              <a:spcAft>
                <a:spcPts val="1000"/>
              </a:spcAft>
              <a:buClrTx/>
              <a:buSzTx/>
              <a:buFontTx/>
              <a:buNone/>
              <a:tabLst/>
              <a:defRPr/>
            </a:pPr>
            <a:r>
              <a:rPr kumimoji="0" lang="en-GB" sz="2000" b="1" i="0" u="none" strike="noStrike" kern="1200" cap="none" spc="0" normalizeH="0" baseline="0" noProof="0">
                <a:ln>
                  <a:noFill/>
                </a:ln>
                <a:solidFill>
                  <a:srgbClr val="FFFFFF"/>
                </a:solidFill>
                <a:effectLst/>
                <a:uLnTx/>
                <a:uFillTx/>
                <a:latin typeface="Arial"/>
                <a:ea typeface="+mn-ea"/>
                <a:cs typeface="Arial"/>
              </a:rPr>
              <a:t>Direct MCA</a:t>
            </a:r>
            <a:endParaRPr kumimoji="0" lang="en-US" sz="1800" b="0" i="0" u="none" strike="noStrike" kern="1200" cap="none" spc="0" normalizeH="0" baseline="0" noProof="0">
              <a:ln>
                <a:noFill/>
              </a:ln>
              <a:solidFill>
                <a:srgbClr val="FFFFFF"/>
              </a:solidFill>
              <a:effectLst/>
              <a:uLnTx/>
              <a:uFillTx/>
              <a:latin typeface="Arial"/>
              <a:ea typeface="+mn-ea"/>
              <a:cs typeface="Arial"/>
            </a:endParaRPr>
          </a:p>
        </p:txBody>
      </p:sp>
      <p:sp>
        <p:nvSpPr>
          <p:cNvPr id="9" name="Title 33">
            <a:extLst>
              <a:ext uri="{FF2B5EF4-FFF2-40B4-BE49-F238E27FC236}">
                <a16:creationId xmlns:a16="http://schemas.microsoft.com/office/drawing/2014/main" id="{3B5D1D90-BDDF-A9C8-8528-DE50718911AA}"/>
              </a:ext>
            </a:extLst>
          </p:cNvPr>
          <p:cNvSpPr txBox="1">
            <a:spLocks/>
          </p:cNvSpPr>
          <p:nvPr/>
        </p:nvSpPr>
        <p:spPr>
          <a:xfrm>
            <a:off x="830973" y="71186"/>
            <a:ext cx="8902723" cy="984247"/>
          </a:xfrm>
          <a:prstGeom prst="rect">
            <a:avLst/>
          </a:prstGeom>
        </p:spPr>
        <p:txBody>
          <a:bodyPr vert="horz" lIns="0" tIns="0" rIns="0" bIns="0" rtlCol="0" anchor="b" anchorCtr="0">
            <a:noAutofit/>
          </a:bodyPr>
          <a:lstStyle>
            <a:lvl1pPr algn="l" defTabSz="914400" rtl="0" eaLnBrk="1" latinLnBrk="0" hangingPunct="1">
              <a:lnSpc>
                <a:spcPct val="90000"/>
              </a:lnSpc>
              <a:spcBef>
                <a:spcPct val="0"/>
              </a:spcBef>
              <a:buNone/>
              <a:defRPr sz="3200" b="1" kern="1200">
                <a:solidFill>
                  <a:schemeClr val="tx1"/>
                </a:solidFill>
                <a:latin typeface="+mj-lt"/>
                <a:ea typeface="+mj-ea"/>
                <a:cs typeface="+mj-cs"/>
              </a:defRPr>
            </a:lvl1pPr>
          </a:lstStyle>
          <a:p>
            <a:r>
              <a:rPr lang="en-GB" dirty="0"/>
              <a:t>Course Structure</a:t>
            </a:r>
          </a:p>
        </p:txBody>
      </p:sp>
    </p:spTree>
    <p:extLst>
      <p:ext uri="{BB962C8B-B14F-4D97-AF65-F5344CB8AC3E}">
        <p14:creationId xmlns:p14="http://schemas.microsoft.com/office/powerpoint/2010/main" val="822620233"/>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Slide Number Placeholder 2">
            <a:extLst>
              <a:ext uri="{FF2B5EF4-FFF2-40B4-BE49-F238E27FC236}">
                <a16:creationId xmlns:a16="http://schemas.microsoft.com/office/drawing/2014/main" id="{A51E36D8-20AB-4A7C-9F45-E4BAB5A5CE17}"/>
              </a:ext>
            </a:extLst>
          </p:cNvPr>
          <p:cNvSpPr>
            <a:spLocks noGrp="1"/>
          </p:cNvSpPr>
          <p:nvPr>
            <p:ph type="sldNum" sz="quarter" idx="12"/>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F4C94289-3309-4C35-850A-56FD49B3E346}" type="slidenum">
              <a:rPr kumimoji="0" lang="en-GB" sz="800" b="0" i="0" u="none" strike="noStrike" kern="1200" cap="none" spc="0" normalizeH="0" baseline="0" noProof="0" smtClean="0">
                <a:ln>
                  <a:noFill/>
                </a:ln>
                <a:solidFill>
                  <a:srgbClr val="000000"/>
                </a:solidFill>
                <a:effectLst/>
                <a:uLnTx/>
                <a:uFillTx/>
                <a:latin typeface="Arial" panose="020B0604020202020204"/>
                <a:ea typeface="+mn-ea"/>
                <a:cs typeface="+mn-cs"/>
              </a:rPr>
              <a:pPr marL="0" marR="0" lvl="0" indent="0" algn="r" defTabSz="914400" rtl="0" eaLnBrk="1" fontAlgn="auto" latinLnBrk="0" hangingPunct="1">
                <a:lnSpc>
                  <a:spcPct val="100000"/>
                </a:lnSpc>
                <a:spcBef>
                  <a:spcPts val="0"/>
                </a:spcBef>
                <a:spcAft>
                  <a:spcPts val="0"/>
                </a:spcAft>
                <a:buClrTx/>
                <a:buSzTx/>
                <a:buFontTx/>
                <a:buNone/>
                <a:tabLst/>
                <a:defRPr/>
              </a:pPr>
              <a:t>2</a:t>
            </a:fld>
            <a:endParaRPr kumimoji="0" lang="en-GB" sz="800" b="0" i="0" u="none" strike="noStrike" kern="1200" cap="none" spc="0" normalizeH="0" baseline="0" noProof="0">
              <a:ln>
                <a:noFill/>
              </a:ln>
              <a:solidFill>
                <a:srgbClr val="000000"/>
              </a:solidFill>
              <a:effectLst/>
              <a:uLnTx/>
              <a:uFillTx/>
              <a:latin typeface="Arial" panose="020B0604020202020204"/>
              <a:ea typeface="+mn-ea"/>
              <a:cs typeface="+mn-cs"/>
            </a:endParaRPr>
          </a:p>
        </p:txBody>
      </p:sp>
      <p:sp>
        <p:nvSpPr>
          <p:cNvPr id="4" name="Title 3">
            <a:extLst>
              <a:ext uri="{FF2B5EF4-FFF2-40B4-BE49-F238E27FC236}">
                <a16:creationId xmlns:a16="http://schemas.microsoft.com/office/drawing/2014/main" id="{3FA3F4E8-C562-4AA0-A171-791D5DE7CD8C}"/>
              </a:ext>
            </a:extLst>
          </p:cNvPr>
          <p:cNvSpPr>
            <a:spLocks noGrp="1"/>
          </p:cNvSpPr>
          <p:nvPr>
            <p:ph type="title"/>
          </p:nvPr>
        </p:nvSpPr>
        <p:spPr/>
        <p:txBody>
          <a:bodyPr/>
          <a:lstStyle/>
          <a:p>
            <a:r>
              <a:rPr lang="en-GB" dirty="0"/>
              <a:t>Statistical Key Figures</a:t>
            </a:r>
            <a:endParaRPr lang="en-US" dirty="0"/>
          </a:p>
        </p:txBody>
      </p:sp>
      <p:pic>
        <p:nvPicPr>
          <p:cNvPr id="15362" name="Picture 2">
            <a:extLst>
              <a:ext uri="{FF2B5EF4-FFF2-40B4-BE49-F238E27FC236}">
                <a16:creationId xmlns:a16="http://schemas.microsoft.com/office/drawing/2014/main" id="{1A9CD4B7-F934-4DB2-824D-46ABAFB81129}"/>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690880" y="3429000"/>
            <a:ext cx="5809039" cy="2677604"/>
          </a:xfrm>
          <a:prstGeom prst="rect">
            <a:avLst/>
          </a:prstGeom>
          <a:noFill/>
          <a:effectLst>
            <a:outerShdw blurRad="292100" dist="139700" dir="5400000" algn="ctr" rotWithShape="0">
              <a:srgbClr val="000000">
                <a:alpha val="65000"/>
              </a:srgbClr>
            </a:outerShdw>
          </a:effectLst>
          <a:extLst>
            <a:ext uri="{909E8E84-426E-40DD-AFC4-6F175D3DCCD1}">
              <a14:hiddenFill xmlns:a14="http://schemas.microsoft.com/office/drawing/2010/main">
                <a:solidFill>
                  <a:srgbClr val="FFFFFF"/>
                </a:solidFill>
              </a14:hiddenFill>
            </a:ext>
          </a:extLst>
        </p:spPr>
      </p:pic>
      <p:sp>
        <p:nvSpPr>
          <p:cNvPr id="6" name="Rectangle 5">
            <a:extLst>
              <a:ext uri="{FF2B5EF4-FFF2-40B4-BE49-F238E27FC236}">
                <a16:creationId xmlns:a16="http://schemas.microsoft.com/office/drawing/2014/main" id="{38B7C2D2-D0F3-46B7-822E-46CE66EEEBAD}"/>
              </a:ext>
            </a:extLst>
          </p:cNvPr>
          <p:cNvSpPr/>
          <p:nvPr/>
        </p:nvSpPr>
        <p:spPr>
          <a:xfrm>
            <a:off x="690880" y="1463040"/>
            <a:ext cx="10871200" cy="1761487"/>
          </a:xfrm>
          <a:prstGeom prst="rect">
            <a:avLst/>
          </a:prstGeom>
          <a:noFill/>
          <a:ln w="28575">
            <a:solidFill>
              <a:schemeClr val="accent3"/>
            </a:solidFill>
            <a:prstDash val="sysDash"/>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285750" marR="0" lvl="0" indent="-285750" algn="l" defTabSz="914400" rtl="0" eaLnBrk="1" fontAlgn="auto" latinLnBrk="0" hangingPunct="1">
              <a:lnSpc>
                <a:spcPct val="100000"/>
              </a:lnSpc>
              <a:spcBef>
                <a:spcPts val="0"/>
              </a:spcBef>
              <a:spcAft>
                <a:spcPts val="0"/>
              </a:spcAft>
              <a:buClrTx/>
              <a:buSzTx/>
              <a:buFont typeface="Wingdings" panose="05000000000000000000" pitchFamily="2" charset="2"/>
              <a:buChar char="v"/>
              <a:tabLst/>
              <a:defRPr/>
            </a:pPr>
            <a:r>
              <a:rPr kumimoji="0" lang="en-US" sz="1400" b="0" i="0" u="none" strike="noStrike" kern="1200" cap="none" spc="0" normalizeH="0" baseline="0" noProof="0">
                <a:ln>
                  <a:noFill/>
                </a:ln>
                <a:solidFill>
                  <a:srgbClr val="000000"/>
                </a:solidFill>
                <a:effectLst/>
                <a:uLnTx/>
                <a:uFillTx/>
                <a:latin typeface="Arial" panose="020B0604020202020204"/>
                <a:ea typeface="+mn-ea"/>
                <a:cs typeface="+mn-cs"/>
              </a:rPr>
              <a:t>Statistical key figures can be used within cost center allocation cycles to define the basis on which the costs should be allocated. As an example, costs can be allocated between cost centers based on FTE or headcount per cost center, or based on square meters per cost center </a:t>
            </a:r>
          </a:p>
          <a:p>
            <a:pPr marL="285750" marR="0" lvl="0" indent="-285750" algn="l" defTabSz="914400" rtl="0" eaLnBrk="1" fontAlgn="auto" latinLnBrk="0" hangingPunct="1">
              <a:lnSpc>
                <a:spcPct val="100000"/>
              </a:lnSpc>
              <a:spcBef>
                <a:spcPts val="0"/>
              </a:spcBef>
              <a:spcAft>
                <a:spcPts val="0"/>
              </a:spcAft>
              <a:buClrTx/>
              <a:buSzTx/>
              <a:buFont typeface="Wingdings" panose="05000000000000000000" pitchFamily="2" charset="2"/>
              <a:buChar char="v"/>
              <a:tabLst/>
              <a:defRPr/>
            </a:pPr>
            <a:r>
              <a:rPr kumimoji="0" lang="en-US" sz="1400" b="0" i="0" u="none" strike="noStrike" kern="1200" cap="none" spc="0" normalizeH="0" baseline="0" noProof="0">
                <a:ln>
                  <a:noFill/>
                </a:ln>
                <a:solidFill>
                  <a:srgbClr val="000000"/>
                </a:solidFill>
                <a:effectLst/>
                <a:uLnTx/>
                <a:uFillTx/>
                <a:latin typeface="Arial" panose="020B0604020202020204"/>
                <a:ea typeface="+mn-ea"/>
                <a:cs typeface="+mn-cs"/>
              </a:rPr>
              <a:t>In S/4 HANA, markets will have access to update the SKF values themselves, rather than BSC maintaining this on receipt of a </a:t>
            </a:r>
            <a:r>
              <a:rPr kumimoji="0" lang="en-US" sz="1400" b="0" i="0" u="none" strike="noStrike" kern="1200" cap="none" spc="0" normalizeH="0" baseline="0" noProof="0" err="1">
                <a:ln>
                  <a:noFill/>
                </a:ln>
                <a:solidFill>
                  <a:srgbClr val="000000"/>
                </a:solidFill>
                <a:effectLst/>
                <a:uLnTx/>
                <a:uFillTx/>
                <a:latin typeface="Arial" panose="020B0604020202020204"/>
                <a:ea typeface="+mn-ea"/>
                <a:cs typeface="+mn-cs"/>
              </a:rPr>
              <a:t>MyRequest</a:t>
            </a:r>
            <a:r>
              <a:rPr kumimoji="0" lang="en-US" sz="1400" b="0" i="0" u="none" strike="noStrike" kern="1200" cap="none" spc="0" normalizeH="0" baseline="0" noProof="0">
                <a:ln>
                  <a:noFill/>
                </a:ln>
                <a:solidFill>
                  <a:srgbClr val="000000"/>
                </a:solidFill>
                <a:effectLst/>
                <a:uLnTx/>
                <a:uFillTx/>
                <a:latin typeface="Arial" panose="020B0604020202020204"/>
                <a:ea typeface="+mn-ea"/>
                <a:cs typeface="+mn-cs"/>
              </a:rPr>
              <a:t> template. However, the creation and update of a cost center allocation cycle will continue to be performed via </a:t>
            </a:r>
            <a:r>
              <a:rPr kumimoji="0" lang="en-US" sz="1400" b="0" i="0" u="none" strike="noStrike" kern="1200" cap="none" spc="0" normalizeH="0" baseline="0" noProof="0" err="1">
                <a:ln>
                  <a:noFill/>
                </a:ln>
                <a:solidFill>
                  <a:srgbClr val="000000"/>
                </a:solidFill>
                <a:effectLst/>
                <a:uLnTx/>
                <a:uFillTx/>
                <a:latin typeface="Arial" panose="020B0604020202020204"/>
                <a:ea typeface="+mn-ea"/>
                <a:cs typeface="+mn-cs"/>
              </a:rPr>
              <a:t>MyRequest</a:t>
            </a:r>
            <a:r>
              <a:rPr kumimoji="0" lang="en-US" sz="1400" b="0" i="0" u="none" strike="noStrike" kern="1200" cap="none" spc="0" normalizeH="0" baseline="0" noProof="0">
                <a:ln>
                  <a:noFill/>
                </a:ln>
                <a:solidFill>
                  <a:srgbClr val="000000"/>
                </a:solidFill>
                <a:effectLst/>
                <a:uLnTx/>
                <a:uFillTx/>
                <a:latin typeface="Arial" panose="020B0604020202020204"/>
                <a:ea typeface="+mn-ea"/>
                <a:cs typeface="+mn-cs"/>
              </a:rPr>
              <a:t> </a:t>
            </a:r>
            <a:r>
              <a:rPr kumimoji="0" lang="en-GB" sz="1400" b="0" i="0" u="none" strike="noStrike" kern="1200" cap="none" spc="0" normalizeH="0" baseline="0" noProof="0">
                <a:ln>
                  <a:noFill/>
                </a:ln>
                <a:solidFill>
                  <a:srgbClr val="000000"/>
                </a:solidFill>
                <a:effectLst/>
                <a:uLnTx/>
                <a:uFillTx/>
                <a:latin typeface="Arial" panose="020B0604020202020204"/>
                <a:ea typeface="+mn-ea"/>
                <a:cs typeface="+mn-cs"/>
              </a:rPr>
              <a:t>.</a:t>
            </a:r>
          </a:p>
          <a:p>
            <a:pPr marL="285750" marR="0" lvl="0" indent="-285750" algn="l" defTabSz="914400" rtl="0" eaLnBrk="1" fontAlgn="auto" latinLnBrk="0" hangingPunct="1">
              <a:lnSpc>
                <a:spcPct val="100000"/>
              </a:lnSpc>
              <a:spcBef>
                <a:spcPts val="0"/>
              </a:spcBef>
              <a:spcAft>
                <a:spcPts val="0"/>
              </a:spcAft>
              <a:buClrTx/>
              <a:buSzTx/>
              <a:buFont typeface="Wingdings" panose="05000000000000000000" pitchFamily="2" charset="2"/>
              <a:buChar char="v"/>
              <a:tabLst/>
              <a:defRPr/>
            </a:pPr>
            <a:r>
              <a:rPr kumimoji="0" lang="en-GB" sz="1400" b="0" i="0" u="none" strike="noStrike" kern="1200" cap="none" spc="0" normalizeH="0" baseline="0" noProof="0">
                <a:ln>
                  <a:noFill/>
                </a:ln>
                <a:solidFill>
                  <a:srgbClr val="000000"/>
                </a:solidFill>
                <a:effectLst/>
                <a:uLnTx/>
                <a:uFillTx/>
                <a:latin typeface="Arial" panose="020B0604020202020204"/>
                <a:ea typeface="+mn-ea"/>
                <a:cs typeface="+mn-cs"/>
              </a:rPr>
              <a:t>Statistical Key Figures are created in SAP Fiori via the App “Post Statistical Key Figures) or via KB31N in SAP GUI</a:t>
            </a:r>
          </a:p>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GB" sz="1100" b="0" i="0" u="none" strike="noStrike" kern="1200" cap="none" spc="0" normalizeH="0" baseline="0" noProof="0">
              <a:ln>
                <a:noFill/>
              </a:ln>
              <a:solidFill>
                <a:srgbClr val="FFFFFF"/>
              </a:solidFill>
              <a:effectLst/>
              <a:uLnTx/>
              <a:uFillTx/>
              <a:latin typeface="Arial" panose="020B0604020202020204"/>
              <a:ea typeface="+mn-ea"/>
              <a:cs typeface="+mn-cs"/>
            </a:endParaRPr>
          </a:p>
        </p:txBody>
      </p:sp>
      <p:pic>
        <p:nvPicPr>
          <p:cNvPr id="5" name="Picture 4">
            <a:extLst>
              <a:ext uri="{FF2B5EF4-FFF2-40B4-BE49-F238E27FC236}">
                <a16:creationId xmlns:a16="http://schemas.microsoft.com/office/drawing/2014/main" id="{5421D78D-2DB6-4621-A7F9-194DCC8B1DCA}"/>
              </a:ext>
            </a:extLst>
          </p:cNvPr>
          <p:cNvPicPr>
            <a:picLocks noChangeAspect="1"/>
          </p:cNvPicPr>
          <p:nvPr/>
        </p:nvPicPr>
        <p:blipFill>
          <a:blip r:embed="rId3"/>
          <a:stretch>
            <a:fillRect/>
          </a:stretch>
        </p:blipFill>
        <p:spPr>
          <a:xfrm>
            <a:off x="7157852" y="3429000"/>
            <a:ext cx="4404228" cy="2677604"/>
          </a:xfrm>
          <a:prstGeom prst="rect">
            <a:avLst/>
          </a:prstGeom>
          <a:effectLst>
            <a:outerShdw blurRad="292100" dist="139700" dir="5400000" algn="ctr" rotWithShape="0">
              <a:srgbClr val="000000">
                <a:alpha val="65000"/>
              </a:srgbClr>
            </a:outerShdw>
          </a:effectLst>
        </p:spPr>
      </p:pic>
    </p:spTree>
    <p:extLst>
      <p:ext uri="{BB962C8B-B14F-4D97-AF65-F5344CB8AC3E}">
        <p14:creationId xmlns:p14="http://schemas.microsoft.com/office/powerpoint/2010/main" val="799879667"/>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6" name="Freeform 18">
            <a:extLst>
              <a:ext uri="{FF2B5EF4-FFF2-40B4-BE49-F238E27FC236}">
                <a16:creationId xmlns:a16="http://schemas.microsoft.com/office/drawing/2014/main" id="{59B3D2CD-0C67-40BA-9721-0D676C2036B5}"/>
              </a:ext>
            </a:extLst>
          </p:cNvPr>
          <p:cNvSpPr/>
          <p:nvPr/>
        </p:nvSpPr>
        <p:spPr>
          <a:xfrm>
            <a:off x="2190385" y="1678919"/>
            <a:ext cx="5523316" cy="1117491"/>
          </a:xfrm>
          <a:custGeom>
            <a:avLst/>
            <a:gdLst>
              <a:gd name="connsiteX0" fmla="*/ 186252 w 1117490"/>
              <a:gd name="connsiteY0" fmla="*/ 0 h 5523315"/>
              <a:gd name="connsiteX1" fmla="*/ 931238 w 1117490"/>
              <a:gd name="connsiteY1" fmla="*/ 0 h 5523315"/>
              <a:gd name="connsiteX2" fmla="*/ 1117490 w 1117490"/>
              <a:gd name="connsiteY2" fmla="*/ 186252 h 5523315"/>
              <a:gd name="connsiteX3" fmla="*/ 1117490 w 1117490"/>
              <a:gd name="connsiteY3" fmla="*/ 5523315 h 5523315"/>
              <a:gd name="connsiteX4" fmla="*/ 1117490 w 1117490"/>
              <a:gd name="connsiteY4" fmla="*/ 5523315 h 5523315"/>
              <a:gd name="connsiteX5" fmla="*/ 0 w 1117490"/>
              <a:gd name="connsiteY5" fmla="*/ 5523315 h 5523315"/>
              <a:gd name="connsiteX6" fmla="*/ 0 w 1117490"/>
              <a:gd name="connsiteY6" fmla="*/ 5523315 h 5523315"/>
              <a:gd name="connsiteX7" fmla="*/ 0 w 1117490"/>
              <a:gd name="connsiteY7" fmla="*/ 186252 h 5523315"/>
              <a:gd name="connsiteX8" fmla="*/ 186252 w 1117490"/>
              <a:gd name="connsiteY8" fmla="*/ 0 h 552331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1117490" h="5523315">
                <a:moveTo>
                  <a:pt x="1117490" y="920572"/>
                </a:moveTo>
                <a:lnTo>
                  <a:pt x="1117490" y="4602743"/>
                </a:lnTo>
                <a:cubicBezTo>
                  <a:pt x="1117490" y="5111159"/>
                  <a:pt x="1100619" y="5523313"/>
                  <a:pt x="1079807" y="5523313"/>
                </a:cubicBezTo>
                <a:lnTo>
                  <a:pt x="0" y="5523313"/>
                </a:lnTo>
                <a:lnTo>
                  <a:pt x="0" y="5523313"/>
                </a:lnTo>
                <a:lnTo>
                  <a:pt x="0" y="2"/>
                </a:lnTo>
                <a:lnTo>
                  <a:pt x="0" y="2"/>
                </a:lnTo>
                <a:lnTo>
                  <a:pt x="1079807" y="2"/>
                </a:lnTo>
                <a:cubicBezTo>
                  <a:pt x="1100619" y="2"/>
                  <a:pt x="1117490" y="412156"/>
                  <a:pt x="1117490" y="920572"/>
                </a:cubicBezTo>
                <a:close/>
              </a:path>
            </a:pathLst>
          </a:custGeom>
          <a:solidFill>
            <a:srgbClr val="FFFFFF">
              <a:alpha val="90000"/>
              <a:hueOff val="0"/>
              <a:satOff val="0"/>
              <a:lumOff val="0"/>
              <a:alphaOff val="0"/>
            </a:srgbClr>
          </a:solidFill>
          <a:ln w="12700" cap="flat" cmpd="sng" algn="ctr">
            <a:solidFill>
              <a:srgbClr val="4DA790">
                <a:hueOff val="0"/>
                <a:satOff val="0"/>
                <a:lumOff val="0"/>
                <a:alphaOff val="0"/>
              </a:srgbClr>
            </a:solidFill>
            <a:prstDash val="solid"/>
            <a:miter lim="800000"/>
          </a:ln>
          <a:effectLst/>
        </p:spPr>
        <p:txBody>
          <a:bodyPr spcFirstLastPara="0" vert="horz" wrap="square" lIns="142241" tIns="67251" rIns="67251" bIns="67252" numCol="1" spcCol="1270" anchor="ctr" anchorCtr="0">
            <a:noAutofit/>
          </a:bodyPr>
          <a:lstStyle/>
          <a:p>
            <a:pPr marL="228600" marR="0" lvl="1" indent="-228600" algn="l" defTabSz="889000" rtl="0" eaLnBrk="1" fontAlgn="auto" latinLnBrk="0" hangingPunct="1">
              <a:lnSpc>
                <a:spcPct val="90000"/>
              </a:lnSpc>
              <a:spcBef>
                <a:spcPts val="0"/>
              </a:spcBef>
              <a:spcAft>
                <a:spcPct val="15000"/>
              </a:spcAft>
              <a:buClrTx/>
              <a:buSzTx/>
              <a:buFontTx/>
              <a:buChar char="••"/>
              <a:tabLst/>
              <a:defRPr/>
            </a:pPr>
            <a:r>
              <a:rPr kumimoji="0" lang="en-US" sz="1900" b="0" i="0" u="none" strike="noStrike" kern="0" cap="none" spc="0" normalizeH="0" baseline="0" noProof="0">
                <a:ln>
                  <a:noFill/>
                </a:ln>
                <a:solidFill>
                  <a:srgbClr val="39454B">
                    <a:hueOff val="0"/>
                    <a:satOff val="0"/>
                    <a:lumOff val="0"/>
                    <a:alphaOff val="0"/>
                  </a:srgbClr>
                </a:solidFill>
                <a:effectLst/>
                <a:uLnTx/>
                <a:uFillTx/>
                <a:latin typeface="Arial"/>
                <a:ea typeface="ＭＳ Ｐゴシック" pitchFamily="80" charset="-128"/>
                <a:cs typeface="+mn-cs"/>
              </a:rPr>
              <a:t>For particular types of costs the allocation percentage between cost centers is variable from period to period</a:t>
            </a:r>
            <a:endParaRPr kumimoji="0" lang="ru-RU" sz="1900" b="0" i="0" u="none" strike="noStrike" kern="0" cap="none" spc="0" normalizeH="0" baseline="0" noProof="0">
              <a:ln>
                <a:noFill/>
              </a:ln>
              <a:solidFill>
                <a:srgbClr val="39454B">
                  <a:hueOff val="0"/>
                  <a:satOff val="0"/>
                  <a:lumOff val="0"/>
                  <a:alphaOff val="0"/>
                </a:srgbClr>
              </a:solidFill>
              <a:effectLst/>
              <a:uLnTx/>
              <a:uFillTx/>
              <a:latin typeface="Arial"/>
              <a:ea typeface="ＭＳ Ｐゴシック" pitchFamily="80" charset="-128"/>
              <a:cs typeface="+mn-cs"/>
            </a:endParaRPr>
          </a:p>
        </p:txBody>
      </p:sp>
      <p:sp>
        <p:nvSpPr>
          <p:cNvPr id="17" name="Freeform 20">
            <a:extLst>
              <a:ext uri="{FF2B5EF4-FFF2-40B4-BE49-F238E27FC236}">
                <a16:creationId xmlns:a16="http://schemas.microsoft.com/office/drawing/2014/main" id="{9BB2E842-892A-4F39-A914-4F71ED119F95}"/>
              </a:ext>
            </a:extLst>
          </p:cNvPr>
          <p:cNvSpPr/>
          <p:nvPr/>
        </p:nvSpPr>
        <p:spPr>
          <a:xfrm>
            <a:off x="2190385" y="3205551"/>
            <a:ext cx="5523316" cy="1117491"/>
          </a:xfrm>
          <a:custGeom>
            <a:avLst/>
            <a:gdLst>
              <a:gd name="connsiteX0" fmla="*/ 186252 w 1117490"/>
              <a:gd name="connsiteY0" fmla="*/ 0 h 5523315"/>
              <a:gd name="connsiteX1" fmla="*/ 931238 w 1117490"/>
              <a:gd name="connsiteY1" fmla="*/ 0 h 5523315"/>
              <a:gd name="connsiteX2" fmla="*/ 1117490 w 1117490"/>
              <a:gd name="connsiteY2" fmla="*/ 186252 h 5523315"/>
              <a:gd name="connsiteX3" fmla="*/ 1117490 w 1117490"/>
              <a:gd name="connsiteY3" fmla="*/ 5523315 h 5523315"/>
              <a:gd name="connsiteX4" fmla="*/ 1117490 w 1117490"/>
              <a:gd name="connsiteY4" fmla="*/ 5523315 h 5523315"/>
              <a:gd name="connsiteX5" fmla="*/ 0 w 1117490"/>
              <a:gd name="connsiteY5" fmla="*/ 5523315 h 5523315"/>
              <a:gd name="connsiteX6" fmla="*/ 0 w 1117490"/>
              <a:gd name="connsiteY6" fmla="*/ 5523315 h 5523315"/>
              <a:gd name="connsiteX7" fmla="*/ 0 w 1117490"/>
              <a:gd name="connsiteY7" fmla="*/ 186252 h 5523315"/>
              <a:gd name="connsiteX8" fmla="*/ 186252 w 1117490"/>
              <a:gd name="connsiteY8" fmla="*/ 0 h 552331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1117490" h="5523315">
                <a:moveTo>
                  <a:pt x="1117490" y="920572"/>
                </a:moveTo>
                <a:lnTo>
                  <a:pt x="1117490" y="4602743"/>
                </a:lnTo>
                <a:cubicBezTo>
                  <a:pt x="1117490" y="5111159"/>
                  <a:pt x="1100619" y="5523313"/>
                  <a:pt x="1079807" y="5523313"/>
                </a:cubicBezTo>
                <a:lnTo>
                  <a:pt x="0" y="5523313"/>
                </a:lnTo>
                <a:lnTo>
                  <a:pt x="0" y="5523313"/>
                </a:lnTo>
                <a:lnTo>
                  <a:pt x="0" y="2"/>
                </a:lnTo>
                <a:lnTo>
                  <a:pt x="0" y="2"/>
                </a:lnTo>
                <a:lnTo>
                  <a:pt x="1079807" y="2"/>
                </a:lnTo>
                <a:cubicBezTo>
                  <a:pt x="1100619" y="2"/>
                  <a:pt x="1117490" y="412156"/>
                  <a:pt x="1117490" y="920572"/>
                </a:cubicBezTo>
                <a:close/>
              </a:path>
            </a:pathLst>
          </a:custGeom>
          <a:solidFill>
            <a:srgbClr val="FFFFFF">
              <a:alpha val="90000"/>
              <a:hueOff val="0"/>
              <a:satOff val="0"/>
              <a:lumOff val="0"/>
              <a:alphaOff val="0"/>
            </a:srgbClr>
          </a:solidFill>
          <a:ln w="12700" cap="flat" cmpd="sng" algn="ctr">
            <a:solidFill>
              <a:srgbClr val="4DA790">
                <a:hueOff val="0"/>
                <a:satOff val="0"/>
                <a:lumOff val="0"/>
                <a:alphaOff val="0"/>
              </a:srgbClr>
            </a:solidFill>
            <a:prstDash val="solid"/>
            <a:miter lim="800000"/>
          </a:ln>
          <a:effectLst/>
        </p:spPr>
        <p:txBody>
          <a:bodyPr spcFirstLastPara="0" vert="horz" wrap="square" lIns="142241" tIns="67251" rIns="67251" bIns="67252" numCol="1" spcCol="1270" anchor="ctr" anchorCtr="0">
            <a:noAutofit/>
          </a:bodyPr>
          <a:lstStyle/>
          <a:p>
            <a:pPr marL="228600" marR="0" lvl="1" indent="-228600" algn="l" defTabSz="889000" rtl="0" eaLnBrk="1" fontAlgn="auto" latinLnBrk="0" hangingPunct="1">
              <a:lnSpc>
                <a:spcPct val="90000"/>
              </a:lnSpc>
              <a:spcBef>
                <a:spcPts val="0"/>
              </a:spcBef>
              <a:spcAft>
                <a:spcPct val="15000"/>
              </a:spcAft>
              <a:buClrTx/>
              <a:buSzTx/>
              <a:buFontTx/>
              <a:buChar char="••"/>
              <a:tabLst/>
              <a:defRPr/>
            </a:pPr>
            <a:r>
              <a:rPr kumimoji="0" lang="en-US" sz="1900" b="0" i="0" u="none" strike="noStrike" kern="0" cap="none" spc="0" normalizeH="0" baseline="0" noProof="0">
                <a:ln>
                  <a:noFill/>
                </a:ln>
                <a:solidFill>
                  <a:srgbClr val="39454B">
                    <a:hueOff val="0"/>
                    <a:satOff val="0"/>
                    <a:lumOff val="0"/>
                    <a:alphaOff val="0"/>
                  </a:srgbClr>
                </a:solidFill>
                <a:effectLst/>
                <a:uLnTx/>
                <a:uFillTx/>
                <a:latin typeface="Arial"/>
                <a:ea typeface="ＭＳ Ｐゴシック" pitchFamily="80" charset="-128"/>
                <a:cs typeface="+mn-cs"/>
              </a:rPr>
              <a:t>There is a tool in SAP that can help with this called a Statistical Key Figure, and these are already in use at JTI today</a:t>
            </a:r>
            <a:endParaRPr kumimoji="0" lang="ru-RU" sz="1900" b="0" i="0" u="none" strike="noStrike" kern="0" cap="none" spc="0" normalizeH="0" baseline="0" noProof="0">
              <a:ln>
                <a:noFill/>
              </a:ln>
              <a:solidFill>
                <a:srgbClr val="39454B">
                  <a:hueOff val="0"/>
                  <a:satOff val="0"/>
                  <a:lumOff val="0"/>
                  <a:alphaOff val="0"/>
                </a:srgbClr>
              </a:solidFill>
              <a:effectLst/>
              <a:uLnTx/>
              <a:uFillTx/>
              <a:latin typeface="Arial"/>
              <a:ea typeface="ＭＳ Ｐゴシック" pitchFamily="80" charset="-128"/>
              <a:cs typeface="+mn-cs"/>
            </a:endParaRPr>
          </a:p>
        </p:txBody>
      </p:sp>
      <p:sp>
        <p:nvSpPr>
          <p:cNvPr id="18" name="Freeform 22">
            <a:extLst>
              <a:ext uri="{FF2B5EF4-FFF2-40B4-BE49-F238E27FC236}">
                <a16:creationId xmlns:a16="http://schemas.microsoft.com/office/drawing/2014/main" id="{C56E3755-CCD9-418F-8C9D-AD6C9B70991E}"/>
              </a:ext>
            </a:extLst>
          </p:cNvPr>
          <p:cNvSpPr/>
          <p:nvPr/>
        </p:nvSpPr>
        <p:spPr>
          <a:xfrm>
            <a:off x="2190385" y="4732183"/>
            <a:ext cx="5523315" cy="1118077"/>
          </a:xfrm>
          <a:custGeom>
            <a:avLst/>
            <a:gdLst>
              <a:gd name="connsiteX0" fmla="*/ 186350 w 1118077"/>
              <a:gd name="connsiteY0" fmla="*/ 0 h 5523315"/>
              <a:gd name="connsiteX1" fmla="*/ 931727 w 1118077"/>
              <a:gd name="connsiteY1" fmla="*/ 0 h 5523315"/>
              <a:gd name="connsiteX2" fmla="*/ 1118077 w 1118077"/>
              <a:gd name="connsiteY2" fmla="*/ 186350 h 5523315"/>
              <a:gd name="connsiteX3" fmla="*/ 1118077 w 1118077"/>
              <a:gd name="connsiteY3" fmla="*/ 5523315 h 5523315"/>
              <a:gd name="connsiteX4" fmla="*/ 1118077 w 1118077"/>
              <a:gd name="connsiteY4" fmla="*/ 5523315 h 5523315"/>
              <a:gd name="connsiteX5" fmla="*/ 0 w 1118077"/>
              <a:gd name="connsiteY5" fmla="*/ 5523315 h 5523315"/>
              <a:gd name="connsiteX6" fmla="*/ 0 w 1118077"/>
              <a:gd name="connsiteY6" fmla="*/ 5523315 h 5523315"/>
              <a:gd name="connsiteX7" fmla="*/ 0 w 1118077"/>
              <a:gd name="connsiteY7" fmla="*/ 186350 h 5523315"/>
              <a:gd name="connsiteX8" fmla="*/ 186350 w 1118077"/>
              <a:gd name="connsiteY8" fmla="*/ 0 h 552331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1118077" h="5523315">
                <a:moveTo>
                  <a:pt x="1118077" y="920571"/>
                </a:moveTo>
                <a:lnTo>
                  <a:pt x="1118077" y="4602744"/>
                </a:lnTo>
                <a:cubicBezTo>
                  <a:pt x="1118077" y="5111160"/>
                  <a:pt x="1101188" y="5523315"/>
                  <a:pt x="1080354" y="5523315"/>
                </a:cubicBezTo>
                <a:lnTo>
                  <a:pt x="0" y="5523315"/>
                </a:lnTo>
                <a:lnTo>
                  <a:pt x="0" y="5523315"/>
                </a:lnTo>
                <a:lnTo>
                  <a:pt x="0" y="0"/>
                </a:lnTo>
                <a:lnTo>
                  <a:pt x="0" y="0"/>
                </a:lnTo>
                <a:lnTo>
                  <a:pt x="1080354" y="0"/>
                </a:lnTo>
                <a:cubicBezTo>
                  <a:pt x="1101188" y="0"/>
                  <a:pt x="1118077" y="412155"/>
                  <a:pt x="1118077" y="920571"/>
                </a:cubicBezTo>
                <a:close/>
              </a:path>
            </a:pathLst>
          </a:custGeom>
          <a:solidFill>
            <a:srgbClr val="FFFFFF">
              <a:alpha val="90000"/>
              <a:hueOff val="0"/>
              <a:satOff val="0"/>
              <a:lumOff val="0"/>
              <a:alphaOff val="0"/>
            </a:srgbClr>
          </a:solidFill>
          <a:ln w="12700" cap="flat" cmpd="sng" algn="ctr">
            <a:solidFill>
              <a:srgbClr val="4DA790">
                <a:hueOff val="0"/>
                <a:satOff val="0"/>
                <a:lumOff val="0"/>
                <a:alphaOff val="0"/>
              </a:srgbClr>
            </a:solidFill>
            <a:prstDash val="solid"/>
            <a:miter lim="800000"/>
          </a:ln>
          <a:effectLst/>
        </p:spPr>
        <p:txBody>
          <a:bodyPr spcFirstLastPara="0" vert="horz" wrap="square" lIns="142240" tIns="67280" rIns="67280" bIns="67280" numCol="1" spcCol="1270" anchor="ctr" anchorCtr="0">
            <a:noAutofit/>
          </a:bodyPr>
          <a:lstStyle/>
          <a:p>
            <a:pPr marL="228600" marR="0" lvl="1" indent="-228600" algn="l" defTabSz="889000" rtl="0" eaLnBrk="1" fontAlgn="auto" latinLnBrk="0" hangingPunct="1">
              <a:lnSpc>
                <a:spcPct val="90000"/>
              </a:lnSpc>
              <a:spcBef>
                <a:spcPts val="0"/>
              </a:spcBef>
              <a:spcAft>
                <a:spcPct val="15000"/>
              </a:spcAft>
              <a:buClrTx/>
              <a:buSzTx/>
              <a:buFontTx/>
              <a:buChar char="••"/>
              <a:tabLst/>
              <a:defRPr/>
            </a:pPr>
            <a:r>
              <a:rPr kumimoji="0" lang="en-US" sz="1900" b="0" i="0" u="none" strike="noStrike" kern="0" cap="none" spc="0" normalizeH="0" baseline="0" noProof="0">
                <a:ln>
                  <a:noFill/>
                </a:ln>
                <a:solidFill>
                  <a:srgbClr val="39454B">
                    <a:hueOff val="0"/>
                    <a:satOff val="0"/>
                    <a:lumOff val="0"/>
                    <a:alphaOff val="0"/>
                  </a:srgbClr>
                </a:solidFill>
                <a:effectLst/>
                <a:uLnTx/>
                <a:uFillTx/>
                <a:latin typeface="Arial"/>
                <a:ea typeface="ＭＳ Ｐゴシック" pitchFamily="80" charset="-128"/>
                <a:cs typeface="+mn-cs"/>
              </a:rPr>
              <a:t>This is mainly GSC who use proportions such as square meters, headcount or another appropriate allocation key to calculate the cost split between several cost centers</a:t>
            </a:r>
            <a:endParaRPr kumimoji="0" lang="ru-RU" sz="1900" b="0" i="0" u="none" strike="noStrike" kern="0" cap="none" spc="0" normalizeH="0" baseline="0" noProof="0">
              <a:ln>
                <a:noFill/>
              </a:ln>
              <a:solidFill>
                <a:srgbClr val="39454B">
                  <a:hueOff val="0"/>
                  <a:satOff val="0"/>
                  <a:lumOff val="0"/>
                  <a:alphaOff val="0"/>
                </a:srgbClr>
              </a:solidFill>
              <a:effectLst/>
              <a:uLnTx/>
              <a:uFillTx/>
              <a:latin typeface="Arial"/>
              <a:ea typeface="ＭＳ Ｐゴシック" pitchFamily="80" charset="-128"/>
              <a:cs typeface="+mn-cs"/>
            </a:endParaRPr>
          </a:p>
        </p:txBody>
      </p:sp>
      <p:sp>
        <p:nvSpPr>
          <p:cNvPr id="5" name="Slide Number Placeholder 4">
            <a:extLst>
              <a:ext uri="{FF2B5EF4-FFF2-40B4-BE49-F238E27FC236}">
                <a16:creationId xmlns:a16="http://schemas.microsoft.com/office/drawing/2014/main" id="{D0548F23-DEA9-4C38-A6BF-6668960667E5}"/>
              </a:ext>
            </a:extLst>
          </p:cNvPr>
          <p:cNvSpPr>
            <a:spLocks noGrp="1"/>
          </p:cNvSpPr>
          <p:nvPr>
            <p:ph type="sldNum" sz="quarter" idx="12"/>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F4C94289-3309-4C35-850A-56FD49B3E346}" type="slidenum">
              <a:rPr kumimoji="0" lang="en-GB" sz="800" b="0" i="0" u="none" strike="noStrike" kern="1200" cap="none" spc="0" normalizeH="0" baseline="0" noProof="0" smtClean="0">
                <a:ln>
                  <a:noFill/>
                </a:ln>
                <a:solidFill>
                  <a:srgbClr val="000000"/>
                </a:solidFill>
                <a:effectLst/>
                <a:uLnTx/>
                <a:uFillTx/>
                <a:latin typeface="Arial" panose="020B0604020202020204"/>
                <a:ea typeface="+mn-ea"/>
                <a:cs typeface="+mn-cs"/>
              </a:rPr>
              <a:pPr marL="0" marR="0" lvl="0" indent="0" algn="r" defTabSz="914400" rtl="0" eaLnBrk="1" fontAlgn="auto" latinLnBrk="0" hangingPunct="1">
                <a:lnSpc>
                  <a:spcPct val="100000"/>
                </a:lnSpc>
                <a:spcBef>
                  <a:spcPts val="0"/>
                </a:spcBef>
                <a:spcAft>
                  <a:spcPts val="0"/>
                </a:spcAft>
                <a:buClrTx/>
                <a:buSzTx/>
                <a:buFontTx/>
                <a:buNone/>
                <a:tabLst/>
                <a:defRPr/>
              </a:pPr>
              <a:t>3</a:t>
            </a:fld>
            <a:endParaRPr kumimoji="0" lang="en-GB" sz="800" b="0" i="0" u="none" strike="noStrike" kern="1200" cap="none" spc="0" normalizeH="0" baseline="0" noProof="0">
              <a:ln>
                <a:noFill/>
              </a:ln>
              <a:solidFill>
                <a:srgbClr val="000000"/>
              </a:solidFill>
              <a:effectLst/>
              <a:uLnTx/>
              <a:uFillTx/>
              <a:latin typeface="Arial" panose="020B0604020202020204"/>
              <a:ea typeface="+mn-ea"/>
              <a:cs typeface="+mn-cs"/>
            </a:endParaRPr>
          </a:p>
        </p:txBody>
      </p:sp>
      <p:sp>
        <p:nvSpPr>
          <p:cNvPr id="2" name="Title 1">
            <a:extLst>
              <a:ext uri="{FF2B5EF4-FFF2-40B4-BE49-F238E27FC236}">
                <a16:creationId xmlns:a16="http://schemas.microsoft.com/office/drawing/2014/main" id="{129A1021-9F75-414F-9F9A-E0B884C7558E}"/>
              </a:ext>
            </a:extLst>
          </p:cNvPr>
          <p:cNvSpPr>
            <a:spLocks noGrp="1"/>
          </p:cNvSpPr>
          <p:nvPr>
            <p:ph type="title"/>
          </p:nvPr>
        </p:nvSpPr>
        <p:spPr/>
        <p:txBody>
          <a:bodyPr/>
          <a:lstStyle/>
          <a:p>
            <a:r>
              <a:rPr lang="en-US"/>
              <a:t>Statistical key figures for </a:t>
            </a:r>
            <a:r>
              <a:rPr lang="en-US" err="1"/>
              <a:t>Opex</a:t>
            </a:r>
            <a:r>
              <a:rPr lang="en-US"/>
              <a:t> allocations</a:t>
            </a:r>
          </a:p>
        </p:txBody>
      </p:sp>
      <p:grpSp>
        <p:nvGrpSpPr>
          <p:cNvPr id="7" name="Group 6">
            <a:extLst>
              <a:ext uri="{FF2B5EF4-FFF2-40B4-BE49-F238E27FC236}">
                <a16:creationId xmlns:a16="http://schemas.microsoft.com/office/drawing/2014/main" id="{1AAF73DD-9F57-4A45-8333-F4083B40F043}"/>
              </a:ext>
            </a:extLst>
          </p:cNvPr>
          <p:cNvGrpSpPr/>
          <p:nvPr/>
        </p:nvGrpSpPr>
        <p:grpSpPr>
          <a:xfrm>
            <a:off x="667472" y="1868549"/>
            <a:ext cx="1425343" cy="4296756"/>
            <a:chOff x="720235" y="1678917"/>
            <a:chExt cx="1203451" cy="4772481"/>
          </a:xfrm>
        </p:grpSpPr>
        <p:sp>
          <p:nvSpPr>
            <p:cNvPr id="13" name="Freeform 17">
              <a:extLst>
                <a:ext uri="{FF2B5EF4-FFF2-40B4-BE49-F238E27FC236}">
                  <a16:creationId xmlns:a16="http://schemas.microsoft.com/office/drawing/2014/main" id="{20ADD0CB-5C6F-4504-8D7F-B9C6958AA781}"/>
                </a:ext>
              </a:extLst>
            </p:cNvPr>
            <p:cNvSpPr/>
            <p:nvPr/>
          </p:nvSpPr>
          <p:spPr>
            <a:xfrm>
              <a:off x="720235" y="1678917"/>
              <a:ext cx="1203451" cy="1719216"/>
            </a:xfrm>
            <a:custGeom>
              <a:avLst/>
              <a:gdLst>
                <a:gd name="connsiteX0" fmla="*/ 0 w 1719215"/>
                <a:gd name="connsiteY0" fmla="*/ 0 h 1203450"/>
                <a:gd name="connsiteX1" fmla="*/ 1117490 w 1719215"/>
                <a:gd name="connsiteY1" fmla="*/ 0 h 1203450"/>
                <a:gd name="connsiteX2" fmla="*/ 1719215 w 1719215"/>
                <a:gd name="connsiteY2" fmla="*/ 601725 h 1203450"/>
                <a:gd name="connsiteX3" fmla="*/ 1117490 w 1719215"/>
                <a:gd name="connsiteY3" fmla="*/ 1203450 h 1203450"/>
                <a:gd name="connsiteX4" fmla="*/ 0 w 1719215"/>
                <a:gd name="connsiteY4" fmla="*/ 1203450 h 1203450"/>
                <a:gd name="connsiteX5" fmla="*/ 601725 w 1719215"/>
                <a:gd name="connsiteY5" fmla="*/ 601725 h 1203450"/>
                <a:gd name="connsiteX6" fmla="*/ 0 w 1719215"/>
                <a:gd name="connsiteY6" fmla="*/ 0 h 120345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1719215" h="1203450">
                  <a:moveTo>
                    <a:pt x="1719214" y="0"/>
                  </a:moveTo>
                  <a:lnTo>
                    <a:pt x="1719214" y="782243"/>
                  </a:lnTo>
                  <a:lnTo>
                    <a:pt x="859608" y="1203450"/>
                  </a:lnTo>
                  <a:lnTo>
                    <a:pt x="1" y="782243"/>
                  </a:lnTo>
                  <a:lnTo>
                    <a:pt x="1" y="0"/>
                  </a:lnTo>
                  <a:lnTo>
                    <a:pt x="859608" y="421207"/>
                  </a:lnTo>
                  <a:lnTo>
                    <a:pt x="1719214" y="0"/>
                  </a:lnTo>
                  <a:close/>
                </a:path>
              </a:pathLst>
            </a:custGeom>
            <a:solidFill>
              <a:srgbClr val="4DA790">
                <a:hueOff val="0"/>
                <a:satOff val="0"/>
                <a:lumOff val="0"/>
                <a:alphaOff val="0"/>
              </a:srgbClr>
            </a:solidFill>
            <a:ln w="12700" cap="flat" cmpd="sng" algn="ctr">
              <a:solidFill>
                <a:srgbClr val="4DA790">
                  <a:hueOff val="0"/>
                  <a:satOff val="0"/>
                  <a:lumOff val="0"/>
                  <a:alphaOff val="0"/>
                </a:srgbClr>
              </a:solidFill>
              <a:prstDash val="solid"/>
              <a:miter lim="800000"/>
            </a:ln>
            <a:effectLst/>
          </p:spPr>
          <p:txBody>
            <a:bodyPr spcFirstLastPara="0" vert="horz" wrap="square" lIns="10161" tIns="611885" rIns="10160" bIns="611886" numCol="1" spcCol="1270" anchor="ctr" anchorCtr="0">
              <a:noAutofit/>
            </a:bodyPr>
            <a:lstStyle/>
            <a:p>
              <a:pPr marL="0" marR="0" lvl="0" indent="0" algn="ctr" defTabSz="711200" rtl="0" eaLnBrk="1" fontAlgn="auto" latinLnBrk="0" hangingPunct="1">
                <a:lnSpc>
                  <a:spcPct val="90000"/>
                </a:lnSpc>
                <a:spcBef>
                  <a:spcPts val="0"/>
                </a:spcBef>
                <a:spcAft>
                  <a:spcPct val="35000"/>
                </a:spcAft>
                <a:buClrTx/>
                <a:buSzTx/>
                <a:buFontTx/>
                <a:buNone/>
                <a:tabLst/>
                <a:defRPr/>
              </a:pPr>
              <a:r>
                <a:rPr kumimoji="0" lang="en-US" sz="1600" b="1" i="0" u="none" strike="noStrike" kern="0" cap="none" spc="0" normalizeH="0" baseline="0" noProof="0">
                  <a:ln>
                    <a:noFill/>
                  </a:ln>
                  <a:solidFill>
                    <a:srgbClr val="FFFFFF"/>
                  </a:solidFill>
                  <a:effectLst/>
                  <a:uLnTx/>
                  <a:uFillTx/>
                  <a:latin typeface="Arial" panose="020B0604020202020204"/>
                  <a:ea typeface="ＭＳ Ｐゴシック" pitchFamily="80" charset="-128"/>
                  <a:cs typeface="+mn-cs"/>
                </a:rPr>
                <a:t>Automated allocation?</a:t>
              </a:r>
              <a:endParaRPr kumimoji="0" lang="ru-RU" sz="1600" b="1" i="0" u="none" strike="noStrike" kern="0" cap="none" spc="0" normalizeH="0" baseline="0" noProof="0">
                <a:ln>
                  <a:noFill/>
                </a:ln>
                <a:solidFill>
                  <a:srgbClr val="FFFFFF"/>
                </a:solidFill>
                <a:effectLst/>
                <a:uLnTx/>
                <a:uFillTx/>
                <a:latin typeface="Arial" panose="020B0604020202020204"/>
                <a:ea typeface="ＭＳ Ｐゴシック" pitchFamily="80" charset="-128"/>
                <a:cs typeface="+mn-cs"/>
              </a:endParaRPr>
            </a:p>
          </p:txBody>
        </p:sp>
        <p:sp>
          <p:nvSpPr>
            <p:cNvPr id="14" name="Freeform 19">
              <a:extLst>
                <a:ext uri="{FF2B5EF4-FFF2-40B4-BE49-F238E27FC236}">
                  <a16:creationId xmlns:a16="http://schemas.microsoft.com/office/drawing/2014/main" id="{E1762D0F-A0DD-47FD-AB88-007582F7B5C2}"/>
                </a:ext>
              </a:extLst>
            </p:cNvPr>
            <p:cNvSpPr/>
            <p:nvPr/>
          </p:nvSpPr>
          <p:spPr>
            <a:xfrm>
              <a:off x="720235" y="3205550"/>
              <a:ext cx="1203451" cy="1719216"/>
            </a:xfrm>
            <a:custGeom>
              <a:avLst/>
              <a:gdLst>
                <a:gd name="connsiteX0" fmla="*/ 0 w 1719215"/>
                <a:gd name="connsiteY0" fmla="*/ 0 h 1203450"/>
                <a:gd name="connsiteX1" fmla="*/ 1117490 w 1719215"/>
                <a:gd name="connsiteY1" fmla="*/ 0 h 1203450"/>
                <a:gd name="connsiteX2" fmla="*/ 1719215 w 1719215"/>
                <a:gd name="connsiteY2" fmla="*/ 601725 h 1203450"/>
                <a:gd name="connsiteX3" fmla="*/ 1117490 w 1719215"/>
                <a:gd name="connsiteY3" fmla="*/ 1203450 h 1203450"/>
                <a:gd name="connsiteX4" fmla="*/ 0 w 1719215"/>
                <a:gd name="connsiteY4" fmla="*/ 1203450 h 1203450"/>
                <a:gd name="connsiteX5" fmla="*/ 601725 w 1719215"/>
                <a:gd name="connsiteY5" fmla="*/ 601725 h 1203450"/>
                <a:gd name="connsiteX6" fmla="*/ 0 w 1719215"/>
                <a:gd name="connsiteY6" fmla="*/ 0 h 120345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1719215" h="1203450">
                  <a:moveTo>
                    <a:pt x="1719214" y="0"/>
                  </a:moveTo>
                  <a:lnTo>
                    <a:pt x="1719214" y="782243"/>
                  </a:lnTo>
                  <a:lnTo>
                    <a:pt x="859608" y="1203450"/>
                  </a:lnTo>
                  <a:lnTo>
                    <a:pt x="1" y="782243"/>
                  </a:lnTo>
                  <a:lnTo>
                    <a:pt x="1" y="0"/>
                  </a:lnTo>
                  <a:lnTo>
                    <a:pt x="859608" y="421207"/>
                  </a:lnTo>
                  <a:lnTo>
                    <a:pt x="1719214" y="0"/>
                  </a:lnTo>
                  <a:close/>
                </a:path>
              </a:pathLst>
            </a:custGeom>
            <a:solidFill>
              <a:srgbClr val="4DA790">
                <a:hueOff val="0"/>
                <a:satOff val="0"/>
                <a:lumOff val="0"/>
                <a:alphaOff val="0"/>
              </a:srgbClr>
            </a:solidFill>
            <a:ln w="12700" cap="flat" cmpd="sng" algn="ctr">
              <a:solidFill>
                <a:srgbClr val="4DA790">
                  <a:hueOff val="0"/>
                  <a:satOff val="0"/>
                  <a:lumOff val="0"/>
                  <a:alphaOff val="0"/>
                </a:srgbClr>
              </a:solidFill>
              <a:prstDash val="solid"/>
              <a:miter lim="800000"/>
            </a:ln>
            <a:effectLst/>
          </p:spPr>
          <p:txBody>
            <a:bodyPr spcFirstLastPara="0" vert="horz" wrap="square" lIns="10161" tIns="611885" rIns="10160" bIns="611886" numCol="1" spcCol="1270" anchor="ctr" anchorCtr="0">
              <a:noAutofit/>
            </a:bodyPr>
            <a:lstStyle/>
            <a:p>
              <a:pPr marL="0" marR="0" lvl="0" indent="0" algn="ctr" defTabSz="711200" rtl="0" eaLnBrk="1" fontAlgn="auto" latinLnBrk="0" hangingPunct="1">
                <a:lnSpc>
                  <a:spcPct val="90000"/>
                </a:lnSpc>
                <a:spcBef>
                  <a:spcPts val="0"/>
                </a:spcBef>
                <a:spcAft>
                  <a:spcPct val="35000"/>
                </a:spcAft>
                <a:buClrTx/>
                <a:buSzTx/>
                <a:buFontTx/>
                <a:buNone/>
                <a:tabLst/>
                <a:defRPr/>
              </a:pPr>
              <a:r>
                <a:rPr kumimoji="0" lang="en-US" sz="1800" b="1" i="0" u="none" strike="noStrike" kern="0" cap="none" spc="0" normalizeH="0" baseline="0" noProof="0">
                  <a:ln>
                    <a:noFill/>
                  </a:ln>
                  <a:solidFill>
                    <a:srgbClr val="FFFFFF"/>
                  </a:solidFill>
                  <a:effectLst/>
                  <a:uLnTx/>
                  <a:uFillTx/>
                  <a:latin typeface="Arial" panose="020B0604020202020204"/>
                  <a:ea typeface="ＭＳ Ｐゴシック" pitchFamily="80" charset="-128"/>
                  <a:cs typeface="+mn-cs"/>
                </a:rPr>
                <a:t>How to split?</a:t>
              </a:r>
              <a:endParaRPr kumimoji="0" lang="ru-RU" sz="1800" b="1" i="0" u="none" strike="noStrike" kern="0" cap="none" spc="0" normalizeH="0" baseline="0" noProof="0">
                <a:ln>
                  <a:noFill/>
                </a:ln>
                <a:solidFill>
                  <a:srgbClr val="FFFFFF"/>
                </a:solidFill>
                <a:effectLst/>
                <a:uLnTx/>
                <a:uFillTx/>
                <a:latin typeface="Arial" panose="020B0604020202020204"/>
                <a:ea typeface="ＭＳ Ｐゴシック" pitchFamily="80" charset="-128"/>
                <a:cs typeface="+mn-cs"/>
              </a:endParaRPr>
            </a:p>
          </p:txBody>
        </p:sp>
        <p:sp>
          <p:nvSpPr>
            <p:cNvPr id="15" name="Freeform 21">
              <a:extLst>
                <a:ext uri="{FF2B5EF4-FFF2-40B4-BE49-F238E27FC236}">
                  <a16:creationId xmlns:a16="http://schemas.microsoft.com/office/drawing/2014/main" id="{30F39556-3854-4C80-BA5C-AA7240BC0BAE}"/>
                </a:ext>
              </a:extLst>
            </p:cNvPr>
            <p:cNvSpPr/>
            <p:nvPr/>
          </p:nvSpPr>
          <p:spPr>
            <a:xfrm>
              <a:off x="720235" y="4732182"/>
              <a:ext cx="1203451" cy="1719216"/>
            </a:xfrm>
            <a:custGeom>
              <a:avLst/>
              <a:gdLst>
                <a:gd name="connsiteX0" fmla="*/ 0 w 1719215"/>
                <a:gd name="connsiteY0" fmla="*/ 0 h 1203450"/>
                <a:gd name="connsiteX1" fmla="*/ 1117490 w 1719215"/>
                <a:gd name="connsiteY1" fmla="*/ 0 h 1203450"/>
                <a:gd name="connsiteX2" fmla="*/ 1719215 w 1719215"/>
                <a:gd name="connsiteY2" fmla="*/ 601725 h 1203450"/>
                <a:gd name="connsiteX3" fmla="*/ 1117490 w 1719215"/>
                <a:gd name="connsiteY3" fmla="*/ 1203450 h 1203450"/>
                <a:gd name="connsiteX4" fmla="*/ 0 w 1719215"/>
                <a:gd name="connsiteY4" fmla="*/ 1203450 h 1203450"/>
                <a:gd name="connsiteX5" fmla="*/ 601725 w 1719215"/>
                <a:gd name="connsiteY5" fmla="*/ 601725 h 1203450"/>
                <a:gd name="connsiteX6" fmla="*/ 0 w 1719215"/>
                <a:gd name="connsiteY6" fmla="*/ 0 h 120345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1719215" h="1203450">
                  <a:moveTo>
                    <a:pt x="1719214" y="0"/>
                  </a:moveTo>
                  <a:lnTo>
                    <a:pt x="1719214" y="782243"/>
                  </a:lnTo>
                  <a:lnTo>
                    <a:pt x="859608" y="1203450"/>
                  </a:lnTo>
                  <a:lnTo>
                    <a:pt x="1" y="782243"/>
                  </a:lnTo>
                  <a:lnTo>
                    <a:pt x="1" y="0"/>
                  </a:lnTo>
                  <a:lnTo>
                    <a:pt x="859608" y="421207"/>
                  </a:lnTo>
                  <a:lnTo>
                    <a:pt x="1719214" y="0"/>
                  </a:lnTo>
                  <a:close/>
                </a:path>
              </a:pathLst>
            </a:custGeom>
            <a:solidFill>
              <a:srgbClr val="4DA790">
                <a:hueOff val="0"/>
                <a:satOff val="0"/>
                <a:lumOff val="0"/>
                <a:alphaOff val="0"/>
              </a:srgbClr>
            </a:solidFill>
            <a:ln w="12700" cap="flat" cmpd="sng" algn="ctr">
              <a:solidFill>
                <a:srgbClr val="4DA790">
                  <a:hueOff val="0"/>
                  <a:satOff val="0"/>
                  <a:lumOff val="0"/>
                  <a:alphaOff val="0"/>
                </a:srgbClr>
              </a:solidFill>
              <a:prstDash val="solid"/>
              <a:miter lim="800000"/>
            </a:ln>
            <a:effectLst/>
          </p:spPr>
          <p:txBody>
            <a:bodyPr spcFirstLastPara="0" vert="horz" wrap="square" lIns="10161" tIns="611885" rIns="10160" bIns="611886" numCol="1" spcCol="1270" anchor="ctr" anchorCtr="0">
              <a:noAutofit/>
            </a:bodyPr>
            <a:lstStyle/>
            <a:p>
              <a:pPr marL="0" marR="0" lvl="0" indent="0" algn="ctr" defTabSz="711200" rtl="0" eaLnBrk="1" fontAlgn="auto" latinLnBrk="0" hangingPunct="1">
                <a:lnSpc>
                  <a:spcPct val="90000"/>
                </a:lnSpc>
                <a:spcBef>
                  <a:spcPts val="0"/>
                </a:spcBef>
                <a:spcAft>
                  <a:spcPct val="35000"/>
                </a:spcAft>
                <a:buClrTx/>
                <a:buSzTx/>
                <a:buFontTx/>
                <a:buNone/>
                <a:tabLst/>
                <a:defRPr/>
              </a:pPr>
              <a:r>
                <a:rPr kumimoji="0" lang="en-US" sz="1800" b="1" i="0" u="none" strike="noStrike" kern="0" cap="none" spc="0" normalizeH="0" baseline="0" noProof="0">
                  <a:ln>
                    <a:noFill/>
                  </a:ln>
                  <a:solidFill>
                    <a:srgbClr val="FFFFFF"/>
                  </a:solidFill>
                  <a:effectLst/>
                  <a:uLnTx/>
                  <a:uFillTx/>
                  <a:latin typeface="Arial" panose="020B0604020202020204"/>
                  <a:ea typeface="ＭＳ Ｐゴシック" pitchFamily="80" charset="-128"/>
                  <a:cs typeface="+mn-cs"/>
                </a:rPr>
                <a:t>Who uses SKFs today?</a:t>
              </a:r>
              <a:endParaRPr kumimoji="0" lang="ru-RU" sz="1800" b="1" i="0" u="none" strike="noStrike" kern="0" cap="none" spc="0" normalizeH="0" baseline="0" noProof="0">
                <a:ln>
                  <a:noFill/>
                </a:ln>
                <a:solidFill>
                  <a:srgbClr val="FFFFFF"/>
                </a:solidFill>
                <a:effectLst/>
                <a:uLnTx/>
                <a:uFillTx/>
                <a:latin typeface="Arial" panose="020B0604020202020204"/>
                <a:ea typeface="ＭＳ Ｐゴシック" pitchFamily="80" charset="-128"/>
                <a:cs typeface="+mn-cs"/>
              </a:endParaRPr>
            </a:p>
          </p:txBody>
        </p:sp>
      </p:grpSp>
      <p:grpSp>
        <p:nvGrpSpPr>
          <p:cNvPr id="8" name="Group 7">
            <a:extLst>
              <a:ext uri="{FF2B5EF4-FFF2-40B4-BE49-F238E27FC236}">
                <a16:creationId xmlns:a16="http://schemas.microsoft.com/office/drawing/2014/main" id="{2A665F86-F58B-4630-AE6D-FE43CE153028}"/>
              </a:ext>
            </a:extLst>
          </p:cNvPr>
          <p:cNvGrpSpPr/>
          <p:nvPr/>
        </p:nvGrpSpPr>
        <p:grpSpPr>
          <a:xfrm>
            <a:off x="7649711" y="1453807"/>
            <a:ext cx="4284919" cy="4445068"/>
            <a:chOff x="7293765" y="1077195"/>
            <a:chExt cx="4489740" cy="4937213"/>
          </a:xfrm>
        </p:grpSpPr>
        <p:sp>
          <p:nvSpPr>
            <p:cNvPr id="9" name="Bent-Up Arrow 24">
              <a:extLst>
                <a:ext uri="{FF2B5EF4-FFF2-40B4-BE49-F238E27FC236}">
                  <a16:creationId xmlns:a16="http://schemas.microsoft.com/office/drawing/2014/main" id="{905DD082-7068-450F-9C3A-1B970CF2FE7C}"/>
                </a:ext>
              </a:extLst>
            </p:cNvPr>
            <p:cNvSpPr/>
            <p:nvPr/>
          </p:nvSpPr>
          <p:spPr bwMode="auto">
            <a:xfrm>
              <a:off x="8084829" y="4054438"/>
              <a:ext cx="1903234" cy="1527421"/>
            </a:xfrm>
            <a:prstGeom prst="bentUpArrow">
              <a:avLst/>
            </a:prstGeom>
            <a:solidFill>
              <a:srgbClr val="4DA790"/>
            </a:solidFill>
            <a:ln>
              <a:noFill/>
            </a:ln>
            <a:effectLst/>
          </p:spPr>
          <p:txBody>
            <a:bodyPr vert="horz" wrap="square" lIns="0" tIns="0" rIns="0" bIns="0" numCol="1" rtlCol="0" anchor="ctr" anchorCtr="1" compatLnSpc="1">
              <a:prstTxWarp prst="textNoShape">
                <a:avLst/>
              </a:prstTxWarp>
            </a:bodyPr>
            <a:lstStyle/>
            <a:p>
              <a:pPr marL="0" marR="0" lvl="0" indent="0" algn="l" defTabSz="914400" rtl="0" eaLnBrk="1" fontAlgn="auto" latinLnBrk="0" hangingPunct="1">
                <a:lnSpc>
                  <a:spcPct val="100000"/>
                </a:lnSpc>
                <a:spcBef>
                  <a:spcPct val="20000"/>
                </a:spcBef>
                <a:spcAft>
                  <a:spcPts val="0"/>
                </a:spcAft>
                <a:buClrTx/>
                <a:buSzTx/>
                <a:buFontTx/>
                <a:buNone/>
                <a:tabLst/>
                <a:defRPr/>
              </a:pPr>
              <a:endParaRPr kumimoji="0" lang="en-US" sz="1500" b="0" i="0" u="none" strike="noStrike" kern="0" cap="none" spc="0" normalizeH="0" baseline="0" noProof="0">
                <a:ln>
                  <a:noFill/>
                </a:ln>
                <a:solidFill>
                  <a:srgbClr val="39454B"/>
                </a:solidFill>
                <a:effectLst/>
                <a:uLnTx/>
                <a:uFillTx/>
                <a:latin typeface="Arial" panose="020B0604020202020204"/>
                <a:ea typeface="ＭＳ Ｐゴシック" charset="0"/>
                <a:cs typeface="+mn-cs"/>
              </a:endParaRPr>
            </a:p>
          </p:txBody>
        </p:sp>
        <p:sp>
          <p:nvSpPr>
            <p:cNvPr id="10" name="32-Point Star 23">
              <a:extLst>
                <a:ext uri="{FF2B5EF4-FFF2-40B4-BE49-F238E27FC236}">
                  <a16:creationId xmlns:a16="http://schemas.microsoft.com/office/drawing/2014/main" id="{C18D9A66-5FED-4A71-AEC8-3CEBF733CC06}"/>
                </a:ext>
              </a:extLst>
            </p:cNvPr>
            <p:cNvSpPr/>
            <p:nvPr/>
          </p:nvSpPr>
          <p:spPr bwMode="auto">
            <a:xfrm>
              <a:off x="7293765" y="4786741"/>
              <a:ext cx="1236133" cy="1227667"/>
            </a:xfrm>
            <a:prstGeom prst="star32">
              <a:avLst/>
            </a:prstGeom>
            <a:solidFill>
              <a:srgbClr val="81C5B4"/>
            </a:solidFill>
            <a:ln>
              <a:noFill/>
            </a:ln>
            <a:effectLst/>
          </p:spPr>
          <p:txBody>
            <a:bodyPr vert="horz" wrap="square" lIns="0" tIns="0" rIns="0" bIns="0" numCol="1" rtlCol="0" anchor="ctr" anchorCtr="1" compatLnSpc="1">
              <a:prstTxWarp prst="textNoShape">
                <a:avLst/>
              </a:prstTxWarp>
            </a:bodyPr>
            <a:lstStyle/>
            <a:p>
              <a:pPr marL="0" marR="0" lvl="0" indent="0" algn="l" defTabSz="914400" rtl="0" eaLnBrk="1" fontAlgn="auto" latinLnBrk="0" hangingPunct="1">
                <a:lnSpc>
                  <a:spcPct val="100000"/>
                </a:lnSpc>
                <a:spcBef>
                  <a:spcPct val="20000"/>
                </a:spcBef>
                <a:spcAft>
                  <a:spcPts val="0"/>
                </a:spcAft>
                <a:buClrTx/>
                <a:buSzTx/>
                <a:buFontTx/>
                <a:buNone/>
                <a:tabLst/>
                <a:defRPr/>
              </a:pPr>
              <a:r>
                <a:rPr kumimoji="0" lang="en-US" sz="2400" b="1" i="0" u="none" strike="noStrike" kern="0" cap="none" spc="0" normalizeH="0" baseline="0" noProof="0">
                  <a:ln>
                    <a:noFill/>
                  </a:ln>
                  <a:solidFill>
                    <a:srgbClr val="39454B"/>
                  </a:solidFill>
                  <a:effectLst/>
                  <a:uLnTx/>
                  <a:uFillTx/>
                  <a:latin typeface="Arial" panose="020B0604020202020204"/>
                  <a:ea typeface="ＭＳ Ｐゴシック" charset="0"/>
                  <a:cs typeface="+mn-cs"/>
                </a:rPr>
                <a:t>SKF</a:t>
              </a:r>
            </a:p>
          </p:txBody>
        </p:sp>
        <p:sp>
          <p:nvSpPr>
            <p:cNvPr id="11" name="Rounded Rectangle 25">
              <a:extLst>
                <a:ext uri="{FF2B5EF4-FFF2-40B4-BE49-F238E27FC236}">
                  <a16:creationId xmlns:a16="http://schemas.microsoft.com/office/drawing/2014/main" id="{BE243EE2-F87C-4182-B87C-73BE02DA182D}"/>
                </a:ext>
              </a:extLst>
            </p:cNvPr>
            <p:cNvSpPr/>
            <p:nvPr/>
          </p:nvSpPr>
          <p:spPr bwMode="auto">
            <a:xfrm>
              <a:off x="7947798" y="2936946"/>
              <a:ext cx="3406002" cy="1117492"/>
            </a:xfrm>
            <a:prstGeom prst="roundRect">
              <a:avLst/>
            </a:prstGeom>
            <a:gradFill rotWithShape="1">
              <a:gsLst>
                <a:gs pos="0">
                  <a:srgbClr val="408D7A">
                    <a:tint val="50000"/>
                    <a:satMod val="300000"/>
                  </a:srgbClr>
                </a:gs>
                <a:gs pos="35000">
                  <a:srgbClr val="408D7A">
                    <a:tint val="37000"/>
                    <a:satMod val="300000"/>
                  </a:srgbClr>
                </a:gs>
                <a:gs pos="100000">
                  <a:srgbClr val="408D7A">
                    <a:tint val="15000"/>
                    <a:satMod val="350000"/>
                  </a:srgbClr>
                </a:gs>
              </a:gsLst>
              <a:lin ang="16200000" scaled="1"/>
            </a:gradFill>
            <a:ln w="9525" cap="flat" cmpd="sng" algn="ctr">
              <a:solidFill>
                <a:srgbClr val="408D7A">
                  <a:shade val="95000"/>
                  <a:satMod val="105000"/>
                </a:srgbClr>
              </a:solidFill>
              <a:prstDash val="solid"/>
            </a:ln>
            <a:effectLst>
              <a:outerShdw blurRad="40000" dist="20000" dir="5400000" rotWithShape="0">
                <a:srgbClr val="000000">
                  <a:alpha val="38000"/>
                </a:srgbClr>
              </a:outerShdw>
            </a:effectLst>
          </p:spPr>
          <p:txBody>
            <a:bodyPr vert="horz" wrap="square" lIns="0" tIns="0" rIns="0" bIns="0" numCol="1" rtlCol="0" anchor="ctr" anchorCtr="1" compatLnSpc="1">
              <a:prstTxWarp prst="textNoShape">
                <a:avLst/>
              </a:prstTxWarp>
            </a:bodyPr>
            <a:lstStyle/>
            <a:p>
              <a:pPr marL="0" marR="0" lvl="0" indent="0" algn="ctr" defTabSz="914400" rtl="0" eaLnBrk="1" fontAlgn="auto" latinLnBrk="0" hangingPunct="1">
                <a:lnSpc>
                  <a:spcPct val="100000"/>
                </a:lnSpc>
                <a:spcBef>
                  <a:spcPct val="20000"/>
                </a:spcBef>
                <a:spcAft>
                  <a:spcPts val="0"/>
                </a:spcAft>
                <a:buClrTx/>
                <a:buSzTx/>
                <a:buFontTx/>
                <a:buNone/>
                <a:tabLst/>
                <a:defRPr/>
              </a:pPr>
              <a:r>
                <a:rPr kumimoji="0" lang="en-US" sz="2000" b="1" i="0" u="none" strike="noStrike" kern="0" cap="none" spc="0" normalizeH="0" baseline="0" noProof="0">
                  <a:ln>
                    <a:noFill/>
                  </a:ln>
                  <a:solidFill>
                    <a:srgbClr val="122632"/>
                  </a:solidFill>
                  <a:effectLst/>
                  <a:uLnTx/>
                  <a:uFillTx/>
                  <a:latin typeface="Arial" panose="020B0604020202020204"/>
                  <a:ea typeface="ＭＳ Ｐゴシック" charset="0"/>
                  <a:cs typeface="+mn-cs"/>
                </a:rPr>
                <a:t>Statistical key figures can be used to help calculate Opex allocations</a:t>
              </a:r>
            </a:p>
          </p:txBody>
        </p:sp>
        <p:sp>
          <p:nvSpPr>
            <p:cNvPr id="12" name="Rectangular Callout 26">
              <a:extLst>
                <a:ext uri="{FF2B5EF4-FFF2-40B4-BE49-F238E27FC236}">
                  <a16:creationId xmlns:a16="http://schemas.microsoft.com/office/drawing/2014/main" id="{2ECD0EE8-A04C-4D33-8F29-55BA71A640DF}"/>
                </a:ext>
              </a:extLst>
            </p:cNvPr>
            <p:cNvSpPr/>
            <p:nvPr/>
          </p:nvSpPr>
          <p:spPr bwMode="auto">
            <a:xfrm>
              <a:off x="7997336" y="1077195"/>
              <a:ext cx="3786169" cy="1719215"/>
            </a:xfrm>
            <a:prstGeom prst="cloudCallout">
              <a:avLst/>
            </a:prstGeom>
            <a:solidFill>
              <a:srgbClr val="407EC9">
                <a:lumMod val="20000"/>
                <a:lumOff val="80000"/>
              </a:srgbClr>
            </a:solidFill>
            <a:ln w="28575" cap="flat" cmpd="sng" algn="ctr">
              <a:solidFill>
                <a:srgbClr val="39454B"/>
              </a:solidFill>
              <a:prstDash val="solid"/>
              <a:miter lim="800000"/>
            </a:ln>
            <a:effectLst/>
          </p:spPr>
          <p:txBody>
            <a:bodyPr vert="horz" wrap="square" lIns="0" tIns="0" rIns="0" bIns="0" numCol="1" rtlCol="0" anchor="ctr" anchorCtr="1" compatLnSpc="1">
              <a:prstTxWarp prst="textNoShape">
                <a:avLst/>
              </a:prstTxWarp>
            </a:bodyPr>
            <a:lstStyle/>
            <a:p>
              <a:pPr marL="0" marR="0" lvl="0" indent="0" algn="l" defTabSz="914400" rtl="0" eaLnBrk="1" fontAlgn="auto" latinLnBrk="0" hangingPunct="1">
                <a:lnSpc>
                  <a:spcPct val="100000"/>
                </a:lnSpc>
                <a:spcBef>
                  <a:spcPct val="20000"/>
                </a:spcBef>
                <a:spcAft>
                  <a:spcPts val="0"/>
                </a:spcAft>
                <a:buClrTx/>
                <a:buSzTx/>
                <a:buFontTx/>
                <a:buNone/>
                <a:tabLst/>
                <a:defRPr/>
              </a:pPr>
              <a:r>
                <a:rPr kumimoji="0" lang="en-US" sz="1600" b="0" i="0" u="none" strike="noStrike" kern="0" cap="none" spc="0" normalizeH="0" baseline="0" noProof="0">
                  <a:ln>
                    <a:noFill/>
                  </a:ln>
                  <a:solidFill>
                    <a:srgbClr val="39454B"/>
                  </a:solidFill>
                  <a:effectLst/>
                  <a:uLnTx/>
                  <a:uFillTx/>
                  <a:latin typeface="Arial" panose="020B0604020202020204"/>
                  <a:ea typeface="ＭＳ Ｐゴシック" charset="0"/>
                  <a:cs typeface="+mn-cs"/>
                </a:rPr>
                <a:t>In S/4 HANA market finance teams will have access to update the SKF values directly in SAP</a:t>
              </a:r>
            </a:p>
          </p:txBody>
        </p:sp>
      </p:grpSp>
    </p:spTree>
    <p:extLst>
      <p:ext uri="{BB962C8B-B14F-4D97-AF65-F5344CB8AC3E}">
        <p14:creationId xmlns:p14="http://schemas.microsoft.com/office/powerpoint/2010/main" val="641750284"/>
      </p:ext>
    </p:extLst>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42" presetClass="entr" presetSubtype="0" fill="hold" grpId="0" nodeType="withEffect">
                                  <p:stCondLst>
                                    <p:cond delay="0"/>
                                  </p:stCondLst>
                                  <p:childTnLst>
                                    <p:set>
                                      <p:cBhvr>
                                        <p:cTn id="6" dur="1" fill="hold">
                                          <p:stCondLst>
                                            <p:cond delay="0"/>
                                          </p:stCondLst>
                                        </p:cTn>
                                        <p:tgtEl>
                                          <p:spTgt spid="16"/>
                                        </p:tgtEl>
                                        <p:attrNameLst>
                                          <p:attrName>style.visibility</p:attrName>
                                        </p:attrNameLst>
                                      </p:cBhvr>
                                      <p:to>
                                        <p:strVal val="visible"/>
                                      </p:to>
                                    </p:set>
                                    <p:animEffect transition="in" filter="fade">
                                      <p:cBhvr>
                                        <p:cTn id="7" dur="1000"/>
                                        <p:tgtEl>
                                          <p:spTgt spid="16"/>
                                        </p:tgtEl>
                                      </p:cBhvr>
                                    </p:animEffect>
                                    <p:anim calcmode="lin" valueType="num">
                                      <p:cBhvr>
                                        <p:cTn id="8" dur="1000" fill="hold"/>
                                        <p:tgtEl>
                                          <p:spTgt spid="16"/>
                                        </p:tgtEl>
                                        <p:attrNameLst>
                                          <p:attrName>ppt_x</p:attrName>
                                        </p:attrNameLst>
                                      </p:cBhvr>
                                      <p:tavLst>
                                        <p:tav tm="0">
                                          <p:val>
                                            <p:strVal val="#ppt_x"/>
                                          </p:val>
                                        </p:tav>
                                        <p:tav tm="100000">
                                          <p:val>
                                            <p:strVal val="#ppt_x"/>
                                          </p:val>
                                        </p:tav>
                                      </p:tavLst>
                                    </p:anim>
                                    <p:anim calcmode="lin" valueType="num">
                                      <p:cBhvr>
                                        <p:cTn id="9" dur="1000" fill="hold"/>
                                        <p:tgtEl>
                                          <p:spTgt spid="16"/>
                                        </p:tgtEl>
                                        <p:attrNameLst>
                                          <p:attrName>ppt_y</p:attrName>
                                        </p:attrNameLst>
                                      </p:cBhvr>
                                      <p:tavLst>
                                        <p:tav tm="0">
                                          <p:val>
                                            <p:strVal val="#ppt_y+.1"/>
                                          </p:val>
                                        </p:tav>
                                        <p:tav tm="100000">
                                          <p:val>
                                            <p:strVal val="#ppt_y"/>
                                          </p:val>
                                        </p:tav>
                                      </p:tavLst>
                                    </p:anim>
                                  </p:childTnLst>
                                </p:cTn>
                              </p:par>
                              <p:par>
                                <p:cTn id="10" presetID="42" presetClass="entr" presetSubtype="0" fill="hold" grpId="0" nodeType="withEffect">
                                  <p:stCondLst>
                                    <p:cond delay="0"/>
                                  </p:stCondLst>
                                  <p:childTnLst>
                                    <p:set>
                                      <p:cBhvr>
                                        <p:cTn id="11" dur="1" fill="hold">
                                          <p:stCondLst>
                                            <p:cond delay="0"/>
                                          </p:stCondLst>
                                        </p:cTn>
                                        <p:tgtEl>
                                          <p:spTgt spid="17"/>
                                        </p:tgtEl>
                                        <p:attrNameLst>
                                          <p:attrName>style.visibility</p:attrName>
                                        </p:attrNameLst>
                                      </p:cBhvr>
                                      <p:to>
                                        <p:strVal val="visible"/>
                                      </p:to>
                                    </p:set>
                                    <p:animEffect transition="in" filter="fade">
                                      <p:cBhvr>
                                        <p:cTn id="12" dur="1000"/>
                                        <p:tgtEl>
                                          <p:spTgt spid="17"/>
                                        </p:tgtEl>
                                      </p:cBhvr>
                                    </p:animEffect>
                                    <p:anim calcmode="lin" valueType="num">
                                      <p:cBhvr>
                                        <p:cTn id="13" dur="1000" fill="hold"/>
                                        <p:tgtEl>
                                          <p:spTgt spid="17"/>
                                        </p:tgtEl>
                                        <p:attrNameLst>
                                          <p:attrName>ppt_x</p:attrName>
                                        </p:attrNameLst>
                                      </p:cBhvr>
                                      <p:tavLst>
                                        <p:tav tm="0">
                                          <p:val>
                                            <p:strVal val="#ppt_x"/>
                                          </p:val>
                                        </p:tav>
                                        <p:tav tm="100000">
                                          <p:val>
                                            <p:strVal val="#ppt_x"/>
                                          </p:val>
                                        </p:tav>
                                      </p:tavLst>
                                    </p:anim>
                                    <p:anim calcmode="lin" valueType="num">
                                      <p:cBhvr>
                                        <p:cTn id="14" dur="1000" fill="hold"/>
                                        <p:tgtEl>
                                          <p:spTgt spid="17"/>
                                        </p:tgtEl>
                                        <p:attrNameLst>
                                          <p:attrName>ppt_y</p:attrName>
                                        </p:attrNameLst>
                                      </p:cBhvr>
                                      <p:tavLst>
                                        <p:tav tm="0">
                                          <p:val>
                                            <p:strVal val="#ppt_y+.1"/>
                                          </p:val>
                                        </p:tav>
                                        <p:tav tm="100000">
                                          <p:val>
                                            <p:strVal val="#ppt_y"/>
                                          </p:val>
                                        </p:tav>
                                      </p:tavLst>
                                    </p:anim>
                                  </p:childTnLst>
                                </p:cTn>
                              </p:par>
                              <p:par>
                                <p:cTn id="15" presetID="42" presetClass="entr" presetSubtype="0" fill="hold" grpId="0" nodeType="withEffect">
                                  <p:stCondLst>
                                    <p:cond delay="0"/>
                                  </p:stCondLst>
                                  <p:childTnLst>
                                    <p:set>
                                      <p:cBhvr>
                                        <p:cTn id="16" dur="1" fill="hold">
                                          <p:stCondLst>
                                            <p:cond delay="0"/>
                                          </p:stCondLst>
                                        </p:cTn>
                                        <p:tgtEl>
                                          <p:spTgt spid="18"/>
                                        </p:tgtEl>
                                        <p:attrNameLst>
                                          <p:attrName>style.visibility</p:attrName>
                                        </p:attrNameLst>
                                      </p:cBhvr>
                                      <p:to>
                                        <p:strVal val="visible"/>
                                      </p:to>
                                    </p:set>
                                    <p:animEffect transition="in" filter="fade">
                                      <p:cBhvr>
                                        <p:cTn id="17" dur="1000"/>
                                        <p:tgtEl>
                                          <p:spTgt spid="18"/>
                                        </p:tgtEl>
                                      </p:cBhvr>
                                    </p:animEffect>
                                    <p:anim calcmode="lin" valueType="num">
                                      <p:cBhvr>
                                        <p:cTn id="18" dur="1000" fill="hold"/>
                                        <p:tgtEl>
                                          <p:spTgt spid="18"/>
                                        </p:tgtEl>
                                        <p:attrNameLst>
                                          <p:attrName>ppt_x</p:attrName>
                                        </p:attrNameLst>
                                      </p:cBhvr>
                                      <p:tavLst>
                                        <p:tav tm="0">
                                          <p:val>
                                            <p:strVal val="#ppt_x"/>
                                          </p:val>
                                        </p:tav>
                                        <p:tav tm="100000">
                                          <p:val>
                                            <p:strVal val="#ppt_x"/>
                                          </p:val>
                                        </p:tav>
                                      </p:tavLst>
                                    </p:anim>
                                    <p:anim calcmode="lin" valueType="num">
                                      <p:cBhvr>
                                        <p:cTn id="19" dur="1000" fill="hold"/>
                                        <p:tgtEl>
                                          <p:spTgt spid="18"/>
                                        </p:tgtEl>
                                        <p:attrNameLst>
                                          <p:attrName>ppt_y</p:attrName>
                                        </p:attrNameLst>
                                      </p:cBhvr>
                                      <p:tavLst>
                                        <p:tav tm="0">
                                          <p:val>
                                            <p:strVal val="#ppt_y+.1"/>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6" grpId="0" animBg="1"/>
      <p:bldP spid="17" grpId="0" animBg="1"/>
      <p:bldP spid="18" grpId="0" animBg="1"/>
    </p:bldLst>
  </p:timing>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 name="タイトル 1">
            <a:extLst>
              <a:ext uri="{FF2B5EF4-FFF2-40B4-BE49-F238E27FC236}">
                <a16:creationId xmlns:a16="http://schemas.microsoft.com/office/drawing/2014/main" id="{B6421606-497A-AC6B-F2AE-4C3BD3B4C6D9}"/>
              </a:ext>
            </a:extLst>
          </p:cNvPr>
          <p:cNvSpPr txBox="1">
            <a:spLocks/>
          </p:cNvSpPr>
          <p:nvPr/>
        </p:nvSpPr>
        <p:spPr>
          <a:xfrm>
            <a:off x="1511276" y="210344"/>
            <a:ext cx="8470924" cy="984247"/>
          </a:xfrm>
          <a:prstGeom prst="rect">
            <a:avLst/>
          </a:prstGeom>
        </p:spPr>
        <p:txBody>
          <a:bodyPr vert="horz" lIns="0" tIns="0" rIns="0" bIns="0" rtlCol="0" anchor="b" anchorCtr="0">
            <a:noAutofit/>
          </a:bodyPr>
          <a:lstStyle>
            <a:lvl1pPr algn="l" defTabSz="914400" rtl="0" eaLnBrk="1" latinLnBrk="0" hangingPunct="1">
              <a:lnSpc>
                <a:spcPct val="90000"/>
              </a:lnSpc>
              <a:spcBef>
                <a:spcPct val="0"/>
              </a:spcBef>
              <a:buNone/>
              <a:defRPr sz="3200" b="1" kern="1200">
                <a:solidFill>
                  <a:schemeClr val="tx1"/>
                </a:solidFill>
                <a:latin typeface="+mj-lt"/>
                <a:ea typeface="+mj-ea"/>
                <a:cs typeface="+mj-cs"/>
              </a:defRPr>
            </a:lvl1pPr>
          </a:lstStyle>
          <a:p>
            <a:pPr marL="0" marR="0" lvl="0" indent="0" algn="l" defTabSz="914400" rtl="0" eaLnBrk="1" fontAlgn="auto" latinLnBrk="0" hangingPunct="1">
              <a:lnSpc>
                <a:spcPct val="90000"/>
              </a:lnSpc>
              <a:spcBef>
                <a:spcPct val="0"/>
              </a:spcBef>
              <a:spcAft>
                <a:spcPts val="0"/>
              </a:spcAft>
              <a:buClrTx/>
              <a:buSzTx/>
              <a:buFontTx/>
              <a:buNone/>
              <a:tabLst/>
              <a:defRPr/>
            </a:pPr>
            <a:r>
              <a:rPr kumimoji="1" lang="en-US" altLang="ja-JP" sz="2800" b="1" i="0" u="none" strike="noStrike" kern="1200" cap="none" spc="0" normalizeH="0" baseline="0" noProof="0" dirty="0">
                <a:ln>
                  <a:noFill/>
                </a:ln>
                <a:solidFill>
                  <a:srgbClr val="000000"/>
                </a:solidFill>
                <a:effectLst/>
                <a:uLnTx/>
                <a:uFillTx/>
                <a:latin typeface="Meiryo UI" panose="020B0604030504040204" pitchFamily="50" charset="-128"/>
                <a:ea typeface="Meiryo UI" panose="020B0604030504040204" pitchFamily="50" charset="-128"/>
                <a:cs typeface="+mj-cs"/>
              </a:rPr>
              <a:t>Cost</a:t>
            </a:r>
            <a:r>
              <a:rPr kumimoji="1" lang="ja-JP" altLang="en-US" sz="2800" b="1" i="0" u="none" strike="noStrike" kern="1200" cap="none" spc="0" normalizeH="0" baseline="0" noProof="0" dirty="0">
                <a:ln>
                  <a:noFill/>
                </a:ln>
                <a:solidFill>
                  <a:srgbClr val="000000"/>
                </a:solidFill>
                <a:effectLst/>
                <a:uLnTx/>
                <a:uFillTx/>
                <a:latin typeface="Meiryo UI" panose="020B0604030504040204" pitchFamily="50" charset="-128"/>
                <a:ea typeface="Meiryo UI" panose="020B0604030504040204" pitchFamily="50" charset="-128"/>
                <a:cs typeface="+mj-cs"/>
              </a:rPr>
              <a:t> </a:t>
            </a:r>
            <a:r>
              <a:rPr kumimoji="1" lang="en-US" altLang="ja-JP" sz="2800" b="1" i="0" u="none" strike="noStrike" kern="1200" cap="none" spc="0" normalizeH="0" baseline="0" noProof="0" dirty="0">
                <a:ln>
                  <a:noFill/>
                </a:ln>
                <a:solidFill>
                  <a:srgbClr val="000000"/>
                </a:solidFill>
                <a:effectLst/>
                <a:uLnTx/>
                <a:uFillTx/>
                <a:latin typeface="Meiryo UI" panose="020B0604030504040204" pitchFamily="50" charset="-128"/>
                <a:ea typeface="Meiryo UI" panose="020B0604030504040204" pitchFamily="50" charset="-128"/>
                <a:cs typeface="+mj-cs"/>
              </a:rPr>
              <a:t>Center Accounting</a:t>
            </a:r>
            <a:endParaRPr kumimoji="1" lang="ja-JP" altLang="en-US" sz="2800" b="1" i="0" u="none" strike="noStrike" kern="1200" cap="none" spc="0" normalizeH="0" baseline="0" noProof="0" dirty="0">
              <a:ln>
                <a:noFill/>
              </a:ln>
              <a:solidFill>
                <a:srgbClr val="000000"/>
              </a:solidFill>
              <a:effectLst/>
              <a:uLnTx/>
              <a:uFillTx/>
              <a:latin typeface="Meiryo UI" panose="020B0604030504040204" pitchFamily="50" charset="-128"/>
              <a:ea typeface="Meiryo UI" panose="020B0604030504040204" pitchFamily="50" charset="-128"/>
              <a:cs typeface="+mj-cs"/>
            </a:endParaRPr>
          </a:p>
          <a:p>
            <a:pPr marL="0" marR="0" lvl="0" indent="0" algn="l" defTabSz="914400" rtl="0" eaLnBrk="1" fontAlgn="auto" latinLnBrk="0" hangingPunct="1">
              <a:lnSpc>
                <a:spcPct val="90000"/>
              </a:lnSpc>
              <a:spcBef>
                <a:spcPct val="0"/>
              </a:spcBef>
              <a:spcAft>
                <a:spcPts val="0"/>
              </a:spcAft>
              <a:buClrTx/>
              <a:buSzTx/>
              <a:buFontTx/>
              <a:buNone/>
              <a:tabLst/>
              <a:defRPr/>
            </a:pPr>
            <a:r>
              <a:rPr kumimoji="1" lang="en-US" altLang="ja-JP" sz="2200" b="1" i="0" u="none" strike="noStrike" kern="1200" cap="none" spc="0" normalizeH="0" baseline="0" noProof="0" dirty="0">
                <a:ln>
                  <a:noFill/>
                </a:ln>
                <a:solidFill>
                  <a:srgbClr val="000000"/>
                </a:solidFill>
                <a:effectLst/>
                <a:uLnTx/>
                <a:uFillTx/>
                <a:latin typeface="Meiryo UI" panose="020B0604030504040204" pitchFamily="50" charset="-128"/>
                <a:ea typeface="Meiryo UI" panose="020B0604030504040204" pitchFamily="50" charset="-128"/>
                <a:cs typeface="+mj-cs"/>
              </a:rPr>
              <a:t>Cost Center Allocation - Statistical Key Figures</a:t>
            </a:r>
          </a:p>
        </p:txBody>
      </p:sp>
      <p:sp>
        <p:nvSpPr>
          <p:cNvPr id="2" name="テキスト ボックス 1">
            <a:extLst>
              <a:ext uri="{FF2B5EF4-FFF2-40B4-BE49-F238E27FC236}">
                <a16:creationId xmlns:a16="http://schemas.microsoft.com/office/drawing/2014/main" id="{3C7CBE19-33B6-3208-9C25-A890E1F5CF57}"/>
              </a:ext>
            </a:extLst>
          </p:cNvPr>
          <p:cNvSpPr txBox="1"/>
          <p:nvPr/>
        </p:nvSpPr>
        <p:spPr>
          <a:xfrm>
            <a:off x="604875" y="1429035"/>
            <a:ext cx="10935192" cy="673404"/>
          </a:xfrm>
          <a:prstGeom prst="rect">
            <a:avLst/>
          </a:prstGeom>
          <a:noFill/>
        </p:spPr>
        <p:txBody>
          <a:bodyPr wrap="square" lIns="0" tIns="0" rIns="0" bIns="0" rtlCol="0">
            <a:noAutofit/>
          </a:bodyPr>
          <a:lstStyle/>
          <a:p>
            <a:pPr marL="285750" marR="0" lvl="0" indent="-285750" algn="l" defTabSz="914400" rtl="0" eaLnBrk="1" fontAlgn="auto" latinLnBrk="0" hangingPunct="1">
              <a:lnSpc>
                <a:spcPct val="100000"/>
              </a:lnSpc>
              <a:spcBef>
                <a:spcPts val="0"/>
              </a:spcBef>
              <a:spcAft>
                <a:spcPts val="0"/>
              </a:spcAft>
              <a:buClrTx/>
              <a:buSzTx/>
              <a:buFont typeface="Wingdings" panose="05000000000000000000" pitchFamily="2" charset="2"/>
              <a:buChar char="n"/>
              <a:tabLst/>
              <a:defRPr/>
            </a:pPr>
            <a:r>
              <a:rPr kumimoji="0" lang="en-US" altLang="ja-JP" sz="1800" b="0" i="0" u="none" strike="noStrike" kern="1200" cap="none" spc="0" normalizeH="0" baseline="0" noProof="0" dirty="0">
                <a:ln>
                  <a:noFill/>
                </a:ln>
                <a:solidFill>
                  <a:srgbClr val="000000"/>
                </a:solidFill>
                <a:effectLst/>
                <a:uLnTx/>
                <a:uFillTx/>
                <a:latin typeface="Meiryo UI" panose="020B0604030504040204" pitchFamily="50" charset="-128"/>
                <a:ea typeface="Meiryo UI" panose="020B0604030504040204" pitchFamily="50" charset="-128"/>
                <a:cs typeface="+mn-cs"/>
              </a:rPr>
              <a:t>In order to use SKF for allocation, users need to prepare the master first.</a:t>
            </a:r>
          </a:p>
        </p:txBody>
      </p:sp>
      <p:sp>
        <p:nvSpPr>
          <p:cNvPr id="6" name="Rectangle 6">
            <a:extLst>
              <a:ext uri="{FF2B5EF4-FFF2-40B4-BE49-F238E27FC236}">
                <a16:creationId xmlns:a16="http://schemas.microsoft.com/office/drawing/2014/main" id="{5496BB1A-FFA2-7D78-3920-F0930A32743A}"/>
              </a:ext>
            </a:extLst>
          </p:cNvPr>
          <p:cNvSpPr/>
          <p:nvPr/>
        </p:nvSpPr>
        <p:spPr>
          <a:xfrm>
            <a:off x="1179795" y="5506664"/>
            <a:ext cx="1822837" cy="884699"/>
          </a:xfrm>
          <a:prstGeom prst="rect">
            <a:avLst/>
          </a:prstGeom>
          <a:solidFill>
            <a:schemeClr val="accent3">
              <a:lumMod val="20000"/>
              <a:lumOff val="8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400" b="0" i="0" u="none" strike="noStrike" kern="1200" cap="none" spc="0" normalizeH="0" baseline="0" noProof="0" dirty="0">
                <a:ln>
                  <a:noFill/>
                </a:ln>
                <a:solidFill>
                  <a:prstClr val="black">
                    <a:lumMod val="95000"/>
                    <a:lumOff val="5000"/>
                  </a:prstClr>
                </a:solidFill>
                <a:effectLst/>
                <a:uLnTx/>
                <a:uFillTx/>
                <a:latin typeface="Meiryo UI" panose="020B0604030504040204" pitchFamily="50" charset="-128"/>
                <a:ea typeface="Meiryo UI" panose="020B0604030504040204" pitchFamily="50" charset="-128"/>
                <a:cs typeface="+mn-cs"/>
              </a:rPr>
              <a:t>Incident is submitted for new SKF creation</a:t>
            </a:r>
            <a:endParaRPr kumimoji="0" lang="ru-RU" sz="1400" b="0" i="0" u="none" strike="noStrike" kern="1200" cap="none" spc="0" normalizeH="0" baseline="0" noProof="0" dirty="0">
              <a:ln>
                <a:noFill/>
              </a:ln>
              <a:solidFill>
                <a:prstClr val="black">
                  <a:lumMod val="95000"/>
                  <a:lumOff val="5000"/>
                </a:prstClr>
              </a:solidFill>
              <a:effectLst/>
              <a:uLnTx/>
              <a:uFillTx/>
              <a:latin typeface="Meiryo UI" panose="020B0604030504040204" pitchFamily="50" charset="-128"/>
              <a:ea typeface="Meiryo UI" panose="020B0604030504040204" pitchFamily="50" charset="-128"/>
              <a:cs typeface="+mn-cs"/>
            </a:endParaRPr>
          </a:p>
        </p:txBody>
      </p:sp>
      <p:sp>
        <p:nvSpPr>
          <p:cNvPr id="9" name="Oval 7">
            <a:extLst>
              <a:ext uri="{FF2B5EF4-FFF2-40B4-BE49-F238E27FC236}">
                <a16:creationId xmlns:a16="http://schemas.microsoft.com/office/drawing/2014/main" id="{55C487D0-4B8E-E8A7-60BE-5210F84B6C47}"/>
              </a:ext>
            </a:extLst>
          </p:cNvPr>
          <p:cNvSpPr/>
          <p:nvPr/>
        </p:nvSpPr>
        <p:spPr>
          <a:xfrm>
            <a:off x="2287619" y="5253997"/>
            <a:ext cx="976797" cy="365126"/>
          </a:xfrm>
          <a:prstGeom prst="ellipse">
            <a:avLst/>
          </a:prstGeom>
          <a:solidFill>
            <a:schemeClr val="accent6"/>
          </a:solidFill>
          <a:ln>
            <a:noFill/>
          </a:ln>
        </p:spPr>
        <p:style>
          <a:lnRef idx="0">
            <a:scrgbClr r="0" g="0" b="0"/>
          </a:lnRef>
          <a:fillRef idx="0">
            <a:scrgbClr r="0" g="0" b="0"/>
          </a:fillRef>
          <a:effectRef idx="0">
            <a:scrgbClr r="0" g="0" b="0"/>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200" b="1" i="0" u="none" strike="noStrike" kern="1200" cap="none" spc="0" normalizeH="0" baseline="0" noProof="0" dirty="0">
                <a:ln>
                  <a:noFill/>
                </a:ln>
                <a:solidFill>
                  <a:prstClr val="white"/>
                </a:solidFill>
                <a:effectLst/>
                <a:uLnTx/>
                <a:uFillTx/>
                <a:latin typeface="Meiryo UI" panose="020B0604030504040204" pitchFamily="50" charset="-128"/>
                <a:ea typeface="Meiryo UI" panose="020B0604030504040204" pitchFamily="50" charset="-128"/>
                <a:cs typeface="+mn-cs"/>
              </a:rPr>
              <a:t>ITSP</a:t>
            </a:r>
            <a:endParaRPr kumimoji="0" lang="ru-RU" sz="1200" b="1" i="0" u="none" strike="noStrike" kern="1200" cap="none" spc="0" normalizeH="0" baseline="0" noProof="0" dirty="0">
              <a:ln>
                <a:noFill/>
              </a:ln>
              <a:solidFill>
                <a:prstClr val="white"/>
              </a:solidFill>
              <a:effectLst/>
              <a:uLnTx/>
              <a:uFillTx/>
              <a:latin typeface="Meiryo UI" panose="020B0604030504040204" pitchFamily="50" charset="-128"/>
              <a:ea typeface="Meiryo UI" panose="020B0604030504040204" pitchFamily="50" charset="-128"/>
              <a:cs typeface="+mn-cs"/>
            </a:endParaRPr>
          </a:p>
        </p:txBody>
      </p:sp>
      <p:sp>
        <p:nvSpPr>
          <p:cNvPr id="12" name="Parallelogram 8">
            <a:extLst>
              <a:ext uri="{FF2B5EF4-FFF2-40B4-BE49-F238E27FC236}">
                <a16:creationId xmlns:a16="http://schemas.microsoft.com/office/drawing/2014/main" id="{474DA5C2-8E79-5D66-711F-973BFB524ED1}"/>
              </a:ext>
            </a:extLst>
          </p:cNvPr>
          <p:cNvSpPr/>
          <p:nvPr/>
        </p:nvSpPr>
        <p:spPr>
          <a:xfrm>
            <a:off x="557720" y="5253997"/>
            <a:ext cx="1064269" cy="371437"/>
          </a:xfrm>
          <a:prstGeom prst="parallelogram">
            <a:avLst/>
          </a:prstGeom>
          <a:solidFill>
            <a:schemeClr val="accent3">
              <a:lumMod val="7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200" b="1" i="0" u="none" strike="noStrike" kern="1200" cap="none" spc="0" normalizeH="0" baseline="0" noProof="0" dirty="0">
                <a:ln>
                  <a:noFill/>
                </a:ln>
                <a:solidFill>
                  <a:prstClr val="white"/>
                </a:solidFill>
                <a:effectLst/>
                <a:uLnTx/>
                <a:uFillTx/>
                <a:latin typeface="Meiryo UI" panose="020B0604030504040204" pitchFamily="50" charset="-128"/>
                <a:ea typeface="Meiryo UI" panose="020B0604030504040204" pitchFamily="50" charset="-128"/>
                <a:cs typeface="+mn-cs"/>
              </a:rPr>
              <a:t>Market</a:t>
            </a:r>
            <a:endParaRPr kumimoji="0" lang="ru-RU" sz="1200" b="1" i="0" u="none" strike="noStrike" kern="1200" cap="none" spc="0" normalizeH="0" baseline="0" noProof="0" dirty="0">
              <a:ln>
                <a:noFill/>
              </a:ln>
              <a:solidFill>
                <a:prstClr val="white"/>
              </a:solidFill>
              <a:effectLst/>
              <a:uLnTx/>
              <a:uFillTx/>
              <a:latin typeface="Meiryo UI" panose="020B0604030504040204" pitchFamily="50" charset="-128"/>
              <a:ea typeface="Meiryo UI" panose="020B0604030504040204" pitchFamily="50" charset="-128"/>
              <a:cs typeface="+mn-cs"/>
            </a:endParaRPr>
          </a:p>
        </p:txBody>
      </p:sp>
      <p:sp>
        <p:nvSpPr>
          <p:cNvPr id="14" name="Rectangle 9">
            <a:extLst>
              <a:ext uri="{FF2B5EF4-FFF2-40B4-BE49-F238E27FC236}">
                <a16:creationId xmlns:a16="http://schemas.microsoft.com/office/drawing/2014/main" id="{83A57907-5041-F14C-FE49-3259BF20BD08}"/>
              </a:ext>
            </a:extLst>
          </p:cNvPr>
          <p:cNvSpPr/>
          <p:nvPr/>
        </p:nvSpPr>
        <p:spPr>
          <a:xfrm>
            <a:off x="4038436" y="5507476"/>
            <a:ext cx="1822837" cy="884699"/>
          </a:xfrm>
          <a:prstGeom prst="rect">
            <a:avLst/>
          </a:prstGeom>
          <a:solidFill>
            <a:schemeClr val="accent3">
              <a:lumMod val="20000"/>
              <a:lumOff val="8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400" b="0" i="0" u="none" strike="noStrike" kern="1200" cap="none" spc="0" normalizeH="0" baseline="0" noProof="0" dirty="0">
                <a:ln>
                  <a:noFill/>
                </a:ln>
                <a:solidFill>
                  <a:prstClr val="black">
                    <a:lumMod val="95000"/>
                    <a:lumOff val="5000"/>
                  </a:prstClr>
                </a:solidFill>
                <a:effectLst/>
                <a:uLnTx/>
                <a:uFillTx/>
                <a:latin typeface="Meiryo UI" panose="020B0604030504040204" pitchFamily="50" charset="-128"/>
                <a:ea typeface="Meiryo UI" panose="020B0604030504040204" pitchFamily="50" charset="-128"/>
                <a:cs typeface="+mn-cs"/>
              </a:rPr>
              <a:t>SKF is created in S4 PROD and test systems</a:t>
            </a:r>
            <a:endParaRPr kumimoji="0" lang="ru-RU" sz="1400" b="0" i="0" u="none" strike="noStrike" kern="1200" cap="none" spc="0" normalizeH="0" baseline="0" noProof="0" dirty="0">
              <a:ln>
                <a:noFill/>
              </a:ln>
              <a:solidFill>
                <a:prstClr val="black">
                  <a:lumMod val="95000"/>
                  <a:lumOff val="5000"/>
                </a:prstClr>
              </a:solidFill>
              <a:effectLst/>
              <a:uLnTx/>
              <a:uFillTx/>
              <a:latin typeface="Meiryo UI" panose="020B0604030504040204" pitchFamily="50" charset="-128"/>
              <a:ea typeface="Meiryo UI" panose="020B0604030504040204" pitchFamily="50" charset="-128"/>
              <a:cs typeface="+mn-cs"/>
            </a:endParaRPr>
          </a:p>
        </p:txBody>
      </p:sp>
      <p:sp>
        <p:nvSpPr>
          <p:cNvPr id="19" name="Oval 10">
            <a:extLst>
              <a:ext uri="{FF2B5EF4-FFF2-40B4-BE49-F238E27FC236}">
                <a16:creationId xmlns:a16="http://schemas.microsoft.com/office/drawing/2014/main" id="{5A8E2447-4561-D4DF-342E-00810F1180C0}"/>
              </a:ext>
            </a:extLst>
          </p:cNvPr>
          <p:cNvSpPr/>
          <p:nvPr/>
        </p:nvSpPr>
        <p:spPr>
          <a:xfrm>
            <a:off x="5215876" y="5264391"/>
            <a:ext cx="976797" cy="365126"/>
          </a:xfrm>
          <a:prstGeom prst="ellipse">
            <a:avLst/>
          </a:prstGeom>
          <a:solidFill>
            <a:schemeClr val="accent6"/>
          </a:solidFill>
          <a:ln>
            <a:noFill/>
          </a:ln>
        </p:spPr>
        <p:style>
          <a:lnRef idx="0">
            <a:scrgbClr r="0" g="0" b="0"/>
          </a:lnRef>
          <a:fillRef idx="0">
            <a:scrgbClr r="0" g="0" b="0"/>
          </a:fillRef>
          <a:effectRef idx="0">
            <a:scrgbClr r="0" g="0" b="0"/>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200" b="1" i="0" u="none" strike="noStrike" kern="1200" cap="none" spc="0" normalizeH="0" baseline="0" noProof="0">
                <a:ln>
                  <a:noFill/>
                </a:ln>
                <a:solidFill>
                  <a:prstClr val="white"/>
                </a:solidFill>
                <a:effectLst/>
                <a:uLnTx/>
                <a:uFillTx/>
                <a:latin typeface="Meiryo UI" panose="020B0604030504040204" pitchFamily="50" charset="-128"/>
                <a:ea typeface="Meiryo UI" panose="020B0604030504040204" pitchFamily="50" charset="-128"/>
                <a:cs typeface="+mn-cs"/>
              </a:rPr>
              <a:t>SAP S/4</a:t>
            </a:r>
            <a:endParaRPr kumimoji="0" lang="ru-RU" sz="1200" b="1" i="0" u="none" strike="noStrike" kern="1200" cap="none" spc="0" normalizeH="0" baseline="0" noProof="0">
              <a:ln>
                <a:noFill/>
              </a:ln>
              <a:solidFill>
                <a:prstClr val="white"/>
              </a:solidFill>
              <a:effectLst/>
              <a:uLnTx/>
              <a:uFillTx/>
              <a:latin typeface="Meiryo UI" panose="020B0604030504040204" pitchFamily="50" charset="-128"/>
              <a:ea typeface="Meiryo UI" panose="020B0604030504040204" pitchFamily="50" charset="-128"/>
              <a:cs typeface="+mn-cs"/>
            </a:endParaRPr>
          </a:p>
        </p:txBody>
      </p:sp>
      <p:sp>
        <p:nvSpPr>
          <p:cNvPr id="20" name="Parallelogram 11">
            <a:extLst>
              <a:ext uri="{FF2B5EF4-FFF2-40B4-BE49-F238E27FC236}">
                <a16:creationId xmlns:a16="http://schemas.microsoft.com/office/drawing/2014/main" id="{76D5CF95-E544-04E6-3C71-A69391E7B55C}"/>
              </a:ext>
            </a:extLst>
          </p:cNvPr>
          <p:cNvSpPr/>
          <p:nvPr/>
        </p:nvSpPr>
        <p:spPr>
          <a:xfrm>
            <a:off x="3387018" y="5264391"/>
            <a:ext cx="1057666" cy="365126"/>
          </a:xfrm>
          <a:prstGeom prst="parallelogram">
            <a:avLst/>
          </a:prstGeom>
          <a:solidFill>
            <a:schemeClr val="accent3">
              <a:lumMod val="7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200" b="1" i="0" u="none" strike="noStrike" kern="1200" cap="none" spc="0" normalizeH="0" baseline="0" noProof="0">
                <a:ln>
                  <a:noFill/>
                </a:ln>
                <a:solidFill>
                  <a:prstClr val="white"/>
                </a:solidFill>
                <a:effectLst/>
                <a:uLnTx/>
                <a:uFillTx/>
                <a:latin typeface="Meiryo UI" panose="020B0604030504040204" pitchFamily="50" charset="-128"/>
                <a:ea typeface="Meiryo UI" panose="020B0604030504040204" pitchFamily="50" charset="-128"/>
                <a:cs typeface="+mn-cs"/>
              </a:rPr>
              <a:t>IT BTS</a:t>
            </a:r>
            <a:endParaRPr kumimoji="0" lang="ru-RU" sz="1200" b="1" i="0" u="none" strike="noStrike" kern="1200" cap="none" spc="0" normalizeH="0" baseline="0" noProof="0">
              <a:ln>
                <a:noFill/>
              </a:ln>
              <a:solidFill>
                <a:prstClr val="white"/>
              </a:solidFill>
              <a:effectLst/>
              <a:uLnTx/>
              <a:uFillTx/>
              <a:latin typeface="Meiryo UI" panose="020B0604030504040204" pitchFamily="50" charset="-128"/>
              <a:ea typeface="Meiryo UI" panose="020B0604030504040204" pitchFamily="50" charset="-128"/>
              <a:cs typeface="+mn-cs"/>
            </a:endParaRPr>
          </a:p>
        </p:txBody>
      </p:sp>
      <p:cxnSp>
        <p:nvCxnSpPr>
          <p:cNvPr id="21" name="Straight Arrow Connector 12">
            <a:extLst>
              <a:ext uri="{FF2B5EF4-FFF2-40B4-BE49-F238E27FC236}">
                <a16:creationId xmlns:a16="http://schemas.microsoft.com/office/drawing/2014/main" id="{96EC5429-0BC3-3DAD-5286-9E7F28167143}"/>
              </a:ext>
            </a:extLst>
          </p:cNvPr>
          <p:cNvCxnSpPr>
            <a:cxnSpLocks/>
          </p:cNvCxnSpPr>
          <p:nvPr/>
        </p:nvCxnSpPr>
        <p:spPr>
          <a:xfrm>
            <a:off x="2980771" y="5949014"/>
            <a:ext cx="1057665" cy="811"/>
          </a:xfrm>
          <a:prstGeom prst="straightConnector1">
            <a:avLst/>
          </a:prstGeom>
          <a:ln w="15875">
            <a:solidFill>
              <a:schemeClr val="accent6"/>
            </a:solidFill>
            <a:tailEnd type="triangle"/>
          </a:ln>
        </p:spPr>
        <p:style>
          <a:lnRef idx="1">
            <a:schemeClr val="accent1"/>
          </a:lnRef>
          <a:fillRef idx="0">
            <a:schemeClr val="accent1"/>
          </a:fillRef>
          <a:effectRef idx="0">
            <a:schemeClr val="accent1"/>
          </a:effectRef>
          <a:fontRef idx="minor">
            <a:schemeClr val="tx1"/>
          </a:fontRef>
        </p:style>
      </p:cxnSp>
      <p:pic>
        <p:nvPicPr>
          <p:cNvPr id="22" name="Picture 14">
            <a:extLst>
              <a:ext uri="{FF2B5EF4-FFF2-40B4-BE49-F238E27FC236}">
                <a16:creationId xmlns:a16="http://schemas.microsoft.com/office/drawing/2014/main" id="{623F14EA-1DCB-941B-5E64-D8AA71844261}"/>
              </a:ext>
            </a:extLst>
          </p:cNvPr>
          <p:cNvPicPr>
            <a:picLocks noChangeAspect="1"/>
          </p:cNvPicPr>
          <p:nvPr/>
        </p:nvPicPr>
        <p:blipFill>
          <a:blip r:embed="rId2"/>
          <a:stretch>
            <a:fillRect/>
          </a:stretch>
        </p:blipFill>
        <p:spPr>
          <a:xfrm>
            <a:off x="1162636" y="2039814"/>
            <a:ext cx="3966416" cy="2856883"/>
          </a:xfrm>
          <a:prstGeom prst="rect">
            <a:avLst/>
          </a:prstGeom>
        </p:spPr>
      </p:pic>
      <p:sp>
        <p:nvSpPr>
          <p:cNvPr id="23" name="Rectangle: Rounded Corners 13">
            <a:extLst>
              <a:ext uri="{FF2B5EF4-FFF2-40B4-BE49-F238E27FC236}">
                <a16:creationId xmlns:a16="http://schemas.microsoft.com/office/drawing/2014/main" id="{9BD436D1-F4D3-9C6E-76E9-54B900BE8409}"/>
              </a:ext>
            </a:extLst>
          </p:cNvPr>
          <p:cNvSpPr/>
          <p:nvPr/>
        </p:nvSpPr>
        <p:spPr>
          <a:xfrm>
            <a:off x="557720" y="1917002"/>
            <a:ext cx="1134825" cy="245624"/>
          </a:xfrm>
          <a:prstGeom prst="roundRect">
            <a:avLst>
              <a:gd name="adj" fmla="val 50000"/>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100" b="0" i="0" u="none" strike="noStrike" kern="1200" cap="none" spc="0" normalizeH="0" baseline="0" noProof="0" dirty="0">
                <a:ln>
                  <a:noFill/>
                </a:ln>
                <a:solidFill>
                  <a:prstClr val="white"/>
                </a:solidFill>
                <a:effectLst/>
                <a:uLnTx/>
                <a:uFillTx/>
                <a:latin typeface="Meiryo UI" panose="020B0604030504040204" pitchFamily="50" charset="-128"/>
                <a:ea typeface="Meiryo UI" panose="020B0604030504040204" pitchFamily="50" charset="-128"/>
                <a:cs typeface="+mn-cs"/>
              </a:rPr>
              <a:t>KK03</a:t>
            </a:r>
          </a:p>
        </p:txBody>
      </p:sp>
      <p:sp>
        <p:nvSpPr>
          <p:cNvPr id="24" name="Content Placeholder 2">
            <a:extLst>
              <a:ext uri="{FF2B5EF4-FFF2-40B4-BE49-F238E27FC236}">
                <a16:creationId xmlns:a16="http://schemas.microsoft.com/office/drawing/2014/main" id="{2712D07B-E5AE-608E-60DD-82D988DEA26D}"/>
              </a:ext>
            </a:extLst>
          </p:cNvPr>
          <p:cNvSpPr>
            <a:spLocks noGrp="1"/>
          </p:cNvSpPr>
          <p:nvPr>
            <p:ph idx="1"/>
          </p:nvPr>
        </p:nvSpPr>
        <p:spPr>
          <a:xfrm>
            <a:off x="6512691" y="2259957"/>
            <a:ext cx="4824413" cy="3573576"/>
          </a:xfrm>
        </p:spPr>
        <p:txBody>
          <a:bodyPr/>
          <a:lstStyle/>
          <a:p>
            <a:pPr marL="285750" indent="-285750">
              <a:buFont typeface="Arial" panose="020B0604020202020204" pitchFamily="34" charset="0"/>
              <a:buChar char="•"/>
            </a:pPr>
            <a:r>
              <a:rPr lang="en-GB" sz="1600" dirty="0">
                <a:latin typeface="Meiryo UI" panose="020B0604030504040204" pitchFamily="50" charset="-128"/>
                <a:ea typeface="Meiryo UI" panose="020B0604030504040204" pitchFamily="50" charset="-128"/>
              </a:rPr>
              <a:t>IT BTS is an owner of SKF master data creation process</a:t>
            </a:r>
          </a:p>
          <a:p>
            <a:pPr marL="285750" indent="-285750">
              <a:buFont typeface="Arial" panose="020B0604020202020204" pitchFamily="34" charset="0"/>
              <a:buChar char="•"/>
            </a:pPr>
            <a:r>
              <a:rPr lang="en-GB" sz="1600" dirty="0">
                <a:latin typeface="Meiryo UI" panose="020B0604030504040204" pitchFamily="50" charset="-128"/>
                <a:ea typeface="Meiryo UI" panose="020B0604030504040204" pitchFamily="50" charset="-128"/>
              </a:rPr>
              <a:t>SKF can be created for any physical parameter which allows to allocate costs proportionally. Once created it can be used within CC cycles.</a:t>
            </a:r>
          </a:p>
          <a:p>
            <a:pPr marL="285750" indent="-285750">
              <a:buFont typeface="Arial" panose="020B0604020202020204" pitchFamily="34" charset="0"/>
              <a:buChar char="•"/>
            </a:pPr>
            <a:r>
              <a:rPr lang="en-GB" sz="1600" dirty="0">
                <a:latin typeface="Meiryo UI" panose="020B0604030504040204" pitchFamily="50" charset="-128"/>
                <a:ea typeface="Meiryo UI" panose="020B0604030504040204" pitchFamily="50" charset="-128"/>
              </a:rPr>
              <a:t>Due to simplicity of master data (only name, type and unit of measure) SKF is create upon request from a local FP&amp;A, GBS Interco team or GSC without additional approvals</a:t>
            </a:r>
          </a:p>
          <a:p>
            <a:pPr marL="285750" indent="-285750">
              <a:buFont typeface="Arial" panose="020B0604020202020204" pitchFamily="34" charset="0"/>
              <a:buChar char="•"/>
            </a:pPr>
            <a:r>
              <a:rPr lang="en-GB" sz="1600" dirty="0">
                <a:latin typeface="Meiryo UI" panose="020B0604030504040204" pitchFamily="50" charset="-128"/>
                <a:ea typeface="Meiryo UI" panose="020B0604030504040204" pitchFamily="50" charset="-128"/>
              </a:rPr>
              <a:t>SKF Master data once created is normally not changed anymore</a:t>
            </a:r>
          </a:p>
        </p:txBody>
      </p:sp>
      <p:sp>
        <p:nvSpPr>
          <p:cNvPr id="3" name="Slide Number Placeholder 4">
            <a:extLst>
              <a:ext uri="{FF2B5EF4-FFF2-40B4-BE49-F238E27FC236}">
                <a16:creationId xmlns:a16="http://schemas.microsoft.com/office/drawing/2014/main" id="{68F913DC-D24A-DC06-EB0A-D9B8FFE4E1CF}"/>
              </a:ext>
            </a:extLst>
          </p:cNvPr>
          <p:cNvSpPr>
            <a:spLocks noGrp="1"/>
          </p:cNvSpPr>
          <p:nvPr>
            <p:ph type="sldNum" sz="quarter" idx="12"/>
          </p:nvPr>
        </p:nvSpPr>
        <p:spPr>
          <a:xfrm>
            <a:off x="11278800" y="6297521"/>
            <a:ext cx="397261" cy="365125"/>
          </a:xfrm>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F4C94289-3309-4C35-850A-56FD49B3E346}" type="slidenum">
              <a:rPr kumimoji="0" lang="en-GB" sz="800" b="0" i="0" u="none" strike="noStrike" kern="1200" cap="none" spc="0" normalizeH="0" baseline="0" noProof="0" smtClean="0">
                <a:ln>
                  <a:noFill/>
                </a:ln>
                <a:solidFill>
                  <a:srgbClr val="000000"/>
                </a:solidFill>
                <a:effectLst/>
                <a:uLnTx/>
                <a:uFillTx/>
                <a:latin typeface="Meiryo UI" panose="020B0604030504040204" pitchFamily="50" charset="-128"/>
                <a:ea typeface="Meiryo UI" panose="020B0604030504040204" pitchFamily="50" charset="-128"/>
                <a:cs typeface="+mn-cs"/>
              </a:rPr>
              <a:pPr marL="0" marR="0" lvl="0" indent="0" algn="r" defTabSz="914400" rtl="0" eaLnBrk="1" fontAlgn="auto" latinLnBrk="0" hangingPunct="1">
                <a:lnSpc>
                  <a:spcPct val="100000"/>
                </a:lnSpc>
                <a:spcBef>
                  <a:spcPts val="0"/>
                </a:spcBef>
                <a:spcAft>
                  <a:spcPts val="0"/>
                </a:spcAft>
                <a:buClrTx/>
                <a:buSzTx/>
                <a:buFontTx/>
                <a:buNone/>
                <a:tabLst/>
                <a:defRPr/>
              </a:pPr>
              <a:t>4</a:t>
            </a:fld>
            <a:endParaRPr kumimoji="0" lang="en-GB" sz="800" b="0" i="0" u="none" strike="noStrike" kern="1200" cap="none" spc="0" normalizeH="0" baseline="0" noProof="0" dirty="0">
              <a:ln>
                <a:noFill/>
              </a:ln>
              <a:solidFill>
                <a:srgbClr val="000000"/>
              </a:solidFill>
              <a:effectLst/>
              <a:uLnTx/>
              <a:uFillTx/>
              <a:latin typeface="Meiryo UI" panose="020B0604030504040204" pitchFamily="50" charset="-128"/>
              <a:ea typeface="Meiryo UI" panose="020B0604030504040204" pitchFamily="50" charset="-128"/>
              <a:cs typeface="+mn-cs"/>
            </a:endParaRPr>
          </a:p>
        </p:txBody>
      </p:sp>
    </p:spTree>
    <p:extLst>
      <p:ext uri="{BB962C8B-B14F-4D97-AF65-F5344CB8AC3E}">
        <p14:creationId xmlns:p14="http://schemas.microsoft.com/office/powerpoint/2010/main" val="3834309763"/>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13" name="Picture 12">
            <a:extLst>
              <a:ext uri="{FF2B5EF4-FFF2-40B4-BE49-F238E27FC236}">
                <a16:creationId xmlns:a16="http://schemas.microsoft.com/office/drawing/2014/main" id="{A1D2F563-E632-47FD-BEA0-496EBA148E21}"/>
              </a:ext>
            </a:extLst>
          </p:cNvPr>
          <p:cNvPicPr>
            <a:picLocks noChangeAspect="1"/>
          </p:cNvPicPr>
          <p:nvPr/>
        </p:nvPicPr>
        <p:blipFill>
          <a:blip r:embed="rId2"/>
          <a:stretch>
            <a:fillRect/>
          </a:stretch>
        </p:blipFill>
        <p:spPr>
          <a:xfrm>
            <a:off x="464600" y="1723889"/>
            <a:ext cx="6437721" cy="4298182"/>
          </a:xfrm>
          <a:prstGeom prst="rect">
            <a:avLst/>
          </a:prstGeom>
          <a:effectLst>
            <a:outerShdw blurRad="292100" dist="139700" dir="5400000" algn="ctr" rotWithShape="0">
              <a:srgbClr val="000000">
                <a:alpha val="65000"/>
              </a:srgbClr>
            </a:outerShdw>
          </a:effectLst>
        </p:spPr>
      </p:pic>
      <p:sp>
        <p:nvSpPr>
          <p:cNvPr id="3" name="Slide Number Placeholder 2">
            <a:extLst>
              <a:ext uri="{FF2B5EF4-FFF2-40B4-BE49-F238E27FC236}">
                <a16:creationId xmlns:a16="http://schemas.microsoft.com/office/drawing/2014/main" id="{6985C8EF-F88D-4767-89F3-9C0F4FBD112D}"/>
              </a:ext>
            </a:extLst>
          </p:cNvPr>
          <p:cNvSpPr>
            <a:spLocks noGrp="1"/>
          </p:cNvSpPr>
          <p:nvPr>
            <p:ph type="sldNum" sz="quarter" idx="12"/>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F4C94289-3309-4C35-850A-56FD49B3E346}" type="slidenum">
              <a:rPr kumimoji="0" lang="en-GB" sz="800" b="0" i="0" u="none" strike="noStrike" kern="1200" cap="none" spc="0" normalizeH="0" baseline="0" noProof="0" smtClean="0">
                <a:ln>
                  <a:noFill/>
                </a:ln>
                <a:solidFill>
                  <a:srgbClr val="000000"/>
                </a:solidFill>
                <a:effectLst/>
                <a:uLnTx/>
                <a:uFillTx/>
                <a:latin typeface="Arial" panose="020B0604020202020204"/>
                <a:ea typeface="+mn-ea"/>
                <a:cs typeface="+mn-cs"/>
              </a:rPr>
              <a:pPr marL="0" marR="0" lvl="0" indent="0" algn="r" defTabSz="914400" rtl="0" eaLnBrk="1" fontAlgn="auto" latinLnBrk="0" hangingPunct="1">
                <a:lnSpc>
                  <a:spcPct val="100000"/>
                </a:lnSpc>
                <a:spcBef>
                  <a:spcPts val="0"/>
                </a:spcBef>
                <a:spcAft>
                  <a:spcPts val="0"/>
                </a:spcAft>
                <a:buClrTx/>
                <a:buSzTx/>
                <a:buFontTx/>
                <a:buNone/>
                <a:tabLst/>
                <a:defRPr/>
              </a:pPr>
              <a:t>5</a:t>
            </a:fld>
            <a:endParaRPr kumimoji="0" lang="en-GB" sz="800" b="0" i="0" u="none" strike="noStrike" kern="1200" cap="none" spc="0" normalizeH="0" baseline="0" noProof="0">
              <a:ln>
                <a:noFill/>
              </a:ln>
              <a:solidFill>
                <a:srgbClr val="000000"/>
              </a:solidFill>
              <a:effectLst/>
              <a:uLnTx/>
              <a:uFillTx/>
              <a:latin typeface="Arial" panose="020B0604020202020204"/>
              <a:ea typeface="+mn-ea"/>
              <a:cs typeface="+mn-cs"/>
            </a:endParaRPr>
          </a:p>
        </p:txBody>
      </p:sp>
      <p:sp>
        <p:nvSpPr>
          <p:cNvPr id="4" name="Title 3">
            <a:extLst>
              <a:ext uri="{FF2B5EF4-FFF2-40B4-BE49-F238E27FC236}">
                <a16:creationId xmlns:a16="http://schemas.microsoft.com/office/drawing/2014/main" id="{EFD77F75-A627-496B-B98F-140D1092B738}"/>
              </a:ext>
            </a:extLst>
          </p:cNvPr>
          <p:cNvSpPr>
            <a:spLocks noGrp="1"/>
          </p:cNvSpPr>
          <p:nvPr>
            <p:ph type="title"/>
          </p:nvPr>
        </p:nvSpPr>
        <p:spPr/>
        <p:txBody>
          <a:bodyPr/>
          <a:lstStyle/>
          <a:p>
            <a:r>
              <a:rPr lang="en-GB"/>
              <a:t>Statistical Key Figures</a:t>
            </a:r>
            <a:endParaRPr lang="en-US"/>
          </a:p>
        </p:txBody>
      </p:sp>
      <p:sp>
        <p:nvSpPr>
          <p:cNvPr id="6" name="Rectangle 5">
            <a:extLst>
              <a:ext uri="{FF2B5EF4-FFF2-40B4-BE49-F238E27FC236}">
                <a16:creationId xmlns:a16="http://schemas.microsoft.com/office/drawing/2014/main" id="{6D6A38E0-7FEA-4C96-B5EA-94A9B9775A15}"/>
              </a:ext>
            </a:extLst>
          </p:cNvPr>
          <p:cNvSpPr/>
          <p:nvPr/>
        </p:nvSpPr>
        <p:spPr>
          <a:xfrm>
            <a:off x="813239" y="3439160"/>
            <a:ext cx="2228935" cy="404886"/>
          </a:xfrm>
          <a:prstGeom prst="rect">
            <a:avLst/>
          </a:prstGeom>
          <a:noFill/>
          <a:ln w="28575">
            <a:solidFill>
              <a:srgbClr val="EAAA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GB" sz="1800" b="0" i="0" u="none" strike="noStrike" kern="1200" cap="none" spc="0" normalizeH="0" baseline="0" noProof="0">
              <a:ln>
                <a:noFill/>
              </a:ln>
              <a:solidFill>
                <a:srgbClr val="FFFFFF"/>
              </a:solidFill>
              <a:effectLst/>
              <a:uLnTx/>
              <a:uFillTx/>
              <a:latin typeface="Arial" panose="020B0604020202020204"/>
              <a:ea typeface="+mn-ea"/>
              <a:cs typeface="+mn-cs"/>
            </a:endParaRPr>
          </a:p>
        </p:txBody>
      </p:sp>
      <p:sp>
        <p:nvSpPr>
          <p:cNvPr id="7" name="Rectangle 6">
            <a:extLst>
              <a:ext uri="{FF2B5EF4-FFF2-40B4-BE49-F238E27FC236}">
                <a16:creationId xmlns:a16="http://schemas.microsoft.com/office/drawing/2014/main" id="{475F289E-142F-41E6-B1AA-B8E0DD3C6083}"/>
              </a:ext>
            </a:extLst>
          </p:cNvPr>
          <p:cNvSpPr/>
          <p:nvPr/>
        </p:nvSpPr>
        <p:spPr>
          <a:xfrm>
            <a:off x="7300034" y="1621315"/>
            <a:ext cx="4588496" cy="3936205"/>
          </a:xfrm>
          <a:prstGeom prst="rect">
            <a:avLst/>
          </a:prstGeom>
          <a:noFill/>
          <a:ln w="28575">
            <a:solidFill>
              <a:srgbClr val="EAAA00"/>
            </a:solidFill>
            <a:prstDash val="sysDash"/>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GB" sz="1200" b="1" i="0" u="none" strike="noStrike" kern="1200" cap="none" spc="0" normalizeH="0" baseline="0" noProof="0">
                <a:ln>
                  <a:noFill/>
                </a:ln>
                <a:solidFill>
                  <a:srgbClr val="000000"/>
                </a:solidFill>
                <a:effectLst/>
                <a:uLnTx/>
                <a:uFillTx/>
                <a:latin typeface="Arial" panose="020B0604020202020204"/>
                <a:ea typeface="+mn-ea"/>
                <a:cs typeface="+mn-cs"/>
              </a:rPr>
              <a:t>Document date/Posting date</a:t>
            </a:r>
            <a:r>
              <a:rPr kumimoji="0" lang="en-GB" sz="1000" b="1" i="0" u="none" strike="noStrike" kern="1200" cap="none" spc="0" normalizeH="0" baseline="0" noProof="0">
                <a:ln>
                  <a:noFill/>
                </a:ln>
                <a:solidFill>
                  <a:srgbClr val="000000"/>
                </a:solidFill>
                <a:effectLst/>
                <a:uLnTx/>
                <a:uFillTx/>
                <a:latin typeface="Arial" panose="020B0604020202020204"/>
                <a:ea typeface="+mn-ea"/>
                <a:cs typeface="+mn-cs"/>
              </a:rPr>
              <a:t>: </a:t>
            </a:r>
            <a:r>
              <a:rPr kumimoji="0" lang="en-US" sz="1200" b="0" i="0" u="none" strike="noStrike" kern="1200" cap="none" spc="0" normalizeH="0" baseline="0" noProof="0">
                <a:ln>
                  <a:noFill/>
                </a:ln>
                <a:solidFill>
                  <a:srgbClr val="000000"/>
                </a:solidFill>
                <a:effectLst/>
                <a:uLnTx/>
                <a:uFillTx/>
                <a:latin typeface="Arial" panose="020B0604020202020204"/>
                <a:ea typeface="+mn-ea"/>
                <a:cs typeface="+mn-cs"/>
              </a:rPr>
              <a:t>This should be the last date of the month in which the cost center allocation cycle using the SKF will be executed </a:t>
            </a:r>
          </a:p>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200" b="0" i="0" u="none" strike="noStrike" kern="1200" cap="none" spc="0" normalizeH="0" baseline="0" noProof="0">
              <a:ln>
                <a:noFill/>
              </a:ln>
              <a:solidFill>
                <a:srgbClr val="000000"/>
              </a:solidFill>
              <a:effectLst/>
              <a:uLnTx/>
              <a:uFillTx/>
              <a:latin typeface="Arial" panose="020B0604020202020204"/>
              <a:ea typeface="+mn-ea"/>
              <a:cs typeface="+mn-cs"/>
            </a:endParaRPr>
          </a:p>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200" b="1" i="0" u="none" strike="noStrike" kern="1200" cap="none" spc="0" normalizeH="0" baseline="0" noProof="0">
                <a:ln>
                  <a:noFill/>
                </a:ln>
                <a:solidFill>
                  <a:srgbClr val="000000"/>
                </a:solidFill>
                <a:effectLst/>
                <a:uLnTx/>
                <a:uFillTx/>
                <a:latin typeface="Arial" panose="020B0604020202020204"/>
                <a:ea typeface="+mn-ea"/>
                <a:cs typeface="+mn-cs"/>
              </a:rPr>
              <a:t>Screen Variant</a:t>
            </a:r>
            <a:r>
              <a:rPr kumimoji="0" lang="en-US" sz="1200" b="0" i="0" u="none" strike="noStrike" kern="1200" cap="none" spc="0" normalizeH="0" baseline="0" noProof="0">
                <a:ln>
                  <a:noFill/>
                </a:ln>
                <a:solidFill>
                  <a:srgbClr val="000000"/>
                </a:solidFill>
                <a:effectLst/>
                <a:uLnTx/>
                <a:uFillTx/>
                <a:latin typeface="Arial" panose="020B0604020202020204"/>
                <a:ea typeface="+mn-ea"/>
                <a:cs typeface="+mn-cs"/>
              </a:rPr>
              <a:t>: If you are allocating to cost centers, then you should select screen variant cost center. It is also possible to include a WBS element in an SKF </a:t>
            </a:r>
          </a:p>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200" b="0" i="0" u="none" strike="noStrike" kern="1200" cap="none" spc="0" normalizeH="0" baseline="0" noProof="0">
              <a:ln>
                <a:noFill/>
              </a:ln>
              <a:solidFill>
                <a:srgbClr val="000000"/>
              </a:solidFill>
              <a:effectLst/>
              <a:uLnTx/>
              <a:uFillTx/>
              <a:latin typeface="Arial" panose="020B0604020202020204"/>
              <a:ea typeface="+mn-ea"/>
              <a:cs typeface="+mn-cs"/>
            </a:endParaRPr>
          </a:p>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200" b="1" i="0" u="none" strike="noStrike" kern="1200" cap="none" spc="0" normalizeH="0" baseline="0" noProof="0">
                <a:ln>
                  <a:noFill/>
                </a:ln>
                <a:solidFill>
                  <a:srgbClr val="000000"/>
                </a:solidFill>
                <a:effectLst/>
                <a:uLnTx/>
                <a:uFillTx/>
                <a:latin typeface="Arial" panose="020B0604020202020204"/>
                <a:ea typeface="+mn-ea"/>
                <a:cs typeface="+mn-cs"/>
              </a:rPr>
              <a:t>Receiving Cost Center: </a:t>
            </a:r>
            <a:r>
              <a:rPr kumimoji="0" lang="en-US" sz="1200" b="0" i="0" u="none" strike="noStrike" kern="1200" cap="none" spc="0" normalizeH="0" baseline="0" noProof="0">
                <a:ln>
                  <a:noFill/>
                </a:ln>
                <a:solidFill>
                  <a:srgbClr val="000000"/>
                </a:solidFill>
                <a:effectLst/>
                <a:uLnTx/>
                <a:uFillTx/>
                <a:latin typeface="Arial" panose="020B0604020202020204"/>
                <a:ea typeface="+mn-ea"/>
                <a:cs typeface="+mn-cs"/>
              </a:rPr>
              <a:t>The cost centers that will receive costs from your cost center allocation cycle </a:t>
            </a:r>
          </a:p>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200" b="0" i="0" u="none" strike="noStrike" kern="1200" cap="none" spc="0" normalizeH="0" baseline="0" noProof="0">
              <a:ln>
                <a:noFill/>
              </a:ln>
              <a:solidFill>
                <a:srgbClr val="000000"/>
              </a:solidFill>
              <a:effectLst/>
              <a:uLnTx/>
              <a:uFillTx/>
              <a:latin typeface="Arial" panose="020B0604020202020204"/>
              <a:ea typeface="+mn-ea"/>
              <a:cs typeface="+mn-cs"/>
            </a:endParaRPr>
          </a:p>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200" b="1" i="0" u="none" strike="noStrike" kern="1200" cap="none" spc="0" normalizeH="0" baseline="0" noProof="0">
                <a:ln>
                  <a:noFill/>
                </a:ln>
                <a:solidFill>
                  <a:srgbClr val="000000"/>
                </a:solidFill>
                <a:effectLst/>
                <a:uLnTx/>
                <a:uFillTx/>
                <a:latin typeface="Arial" panose="020B0604020202020204"/>
                <a:ea typeface="+mn-ea"/>
                <a:cs typeface="+mn-cs"/>
              </a:rPr>
              <a:t>Statistical Key Figure: </a:t>
            </a:r>
            <a:r>
              <a:rPr kumimoji="0" lang="en-US" sz="1200" b="0" i="0" u="none" strike="noStrike" kern="1200" cap="none" spc="0" normalizeH="0" baseline="0" noProof="0">
                <a:ln>
                  <a:noFill/>
                </a:ln>
                <a:solidFill>
                  <a:srgbClr val="000000"/>
                </a:solidFill>
                <a:effectLst/>
                <a:uLnTx/>
                <a:uFillTx/>
                <a:latin typeface="Arial" panose="020B0604020202020204"/>
                <a:ea typeface="+mn-ea"/>
                <a:cs typeface="+mn-cs"/>
              </a:rPr>
              <a:t>The allocation key that will be used to allocate the costs, such as FTE, headcount, square meters, sales quantity / volumes, sales revenue, fixed percentage</a:t>
            </a:r>
          </a:p>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200" b="0" i="0" u="none" strike="noStrike" kern="1200" cap="none" spc="0" normalizeH="0" baseline="0" noProof="0">
              <a:ln>
                <a:noFill/>
              </a:ln>
              <a:solidFill>
                <a:srgbClr val="000000"/>
              </a:solidFill>
              <a:effectLst/>
              <a:uLnTx/>
              <a:uFillTx/>
              <a:latin typeface="Arial" panose="020B0604020202020204"/>
              <a:ea typeface="+mn-ea"/>
              <a:cs typeface="+mn-cs"/>
            </a:endParaRPr>
          </a:p>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200" b="1" i="0" u="none" strike="noStrike" kern="1200" cap="none" spc="0" normalizeH="0" baseline="0" noProof="0">
                <a:ln>
                  <a:noFill/>
                </a:ln>
                <a:solidFill>
                  <a:srgbClr val="000000"/>
                </a:solidFill>
                <a:effectLst/>
                <a:uLnTx/>
                <a:uFillTx/>
                <a:latin typeface="Arial" panose="020B0604020202020204"/>
                <a:ea typeface="+mn-ea"/>
                <a:cs typeface="+mn-cs"/>
              </a:rPr>
              <a:t>Total Quantity: </a:t>
            </a:r>
            <a:r>
              <a:rPr kumimoji="0" lang="en-US" sz="1200" b="0" i="0" u="none" strike="noStrike" kern="1200" cap="none" spc="0" normalizeH="0" baseline="0" noProof="0">
                <a:ln>
                  <a:noFill/>
                </a:ln>
                <a:solidFill>
                  <a:srgbClr val="000000"/>
                </a:solidFill>
                <a:effectLst/>
                <a:uLnTx/>
                <a:uFillTx/>
                <a:latin typeface="Arial" panose="020B0604020202020204"/>
                <a:ea typeface="+mn-ea"/>
                <a:cs typeface="+mn-cs"/>
              </a:rPr>
              <a:t>The values per the SKF for each cost center, which will result in the weighting that will be allocated to the cost centers. In the above example, there is a total of 18 headcount, which means that 50% is allocated to cost center 49072, 25% to cost center 49073 and % to cost center 25066 </a:t>
            </a:r>
          </a:p>
        </p:txBody>
      </p:sp>
      <p:sp>
        <p:nvSpPr>
          <p:cNvPr id="9" name="Arrow: Right 8">
            <a:extLst>
              <a:ext uri="{FF2B5EF4-FFF2-40B4-BE49-F238E27FC236}">
                <a16:creationId xmlns:a16="http://schemas.microsoft.com/office/drawing/2014/main" id="{7C5F2825-CFE1-4897-B76E-E202B8C3B342}"/>
              </a:ext>
            </a:extLst>
          </p:cNvPr>
          <p:cNvSpPr/>
          <p:nvPr/>
        </p:nvSpPr>
        <p:spPr>
          <a:xfrm>
            <a:off x="6049631" y="3422239"/>
            <a:ext cx="1027442" cy="843614"/>
          </a:xfrm>
          <a:prstGeom prst="rightArrow">
            <a:avLst>
              <a:gd name="adj1" fmla="val 50000"/>
              <a:gd name="adj2" fmla="val 30275"/>
            </a:avLst>
          </a:prstGeom>
          <a:gradFill flip="none" rotWithShape="1">
            <a:gsLst>
              <a:gs pos="0">
                <a:schemeClr val="accent2"/>
              </a:gs>
              <a:gs pos="50000">
                <a:schemeClr val="accent2">
                  <a:lumMod val="40000"/>
                  <a:lumOff val="60000"/>
                </a:schemeClr>
              </a:gs>
              <a:gs pos="100000">
                <a:schemeClr val="accent2">
                  <a:lumMod val="20000"/>
                  <a:lumOff val="80000"/>
                </a:schemeClr>
              </a:gs>
            </a:gsLst>
            <a:lin ang="8100000" scaled="0"/>
            <a:tileRect/>
          </a:gradFill>
          <a:ln>
            <a:noFill/>
          </a:ln>
          <a:effectLst>
            <a:outerShdw blurRad="50800" dist="38100" dir="2700000" algn="tl" rotWithShape="0">
              <a:prstClr val="black">
                <a:alpha val="40000"/>
              </a:prstClr>
            </a:outerShdw>
          </a:effectLst>
        </p:spPr>
        <p:style>
          <a:lnRef idx="0">
            <a:scrgbClr r="0" g="0" b="0"/>
          </a:lnRef>
          <a:fillRef idx="0">
            <a:scrgbClr r="0" g="0" b="0"/>
          </a:fillRef>
          <a:effectRef idx="0">
            <a:scrgbClr r="0" g="0" b="0"/>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GB" sz="1800" b="0" i="0" u="none" strike="noStrike" kern="1200" cap="none" spc="0" normalizeH="0" baseline="0" noProof="0">
              <a:ln>
                <a:noFill/>
              </a:ln>
              <a:solidFill>
                <a:srgbClr val="FFFFFF"/>
              </a:solidFill>
              <a:effectLst/>
              <a:uLnTx/>
              <a:uFillTx/>
              <a:latin typeface="Arial" panose="020B0604020202020204"/>
              <a:ea typeface="+mn-ea"/>
              <a:cs typeface="+mn-cs"/>
            </a:endParaRPr>
          </a:p>
        </p:txBody>
      </p:sp>
      <p:sp>
        <p:nvSpPr>
          <p:cNvPr id="10" name="Rectangle 9">
            <a:extLst>
              <a:ext uri="{FF2B5EF4-FFF2-40B4-BE49-F238E27FC236}">
                <a16:creationId xmlns:a16="http://schemas.microsoft.com/office/drawing/2014/main" id="{83026D82-EE55-4AD9-A2A9-2585374356CA}"/>
              </a:ext>
            </a:extLst>
          </p:cNvPr>
          <p:cNvSpPr/>
          <p:nvPr/>
        </p:nvSpPr>
        <p:spPr>
          <a:xfrm>
            <a:off x="1067239" y="4776335"/>
            <a:ext cx="2935801" cy="313446"/>
          </a:xfrm>
          <a:prstGeom prst="rect">
            <a:avLst/>
          </a:prstGeom>
          <a:noFill/>
          <a:ln w="28575">
            <a:solidFill>
              <a:srgbClr val="EAAA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GB" sz="1800" b="0" i="0" u="none" strike="noStrike" kern="1200" cap="none" spc="0" normalizeH="0" baseline="0" noProof="0">
              <a:ln>
                <a:noFill/>
              </a:ln>
              <a:solidFill>
                <a:srgbClr val="FFFFFF"/>
              </a:solidFill>
              <a:effectLst/>
              <a:uLnTx/>
              <a:uFillTx/>
              <a:latin typeface="Arial" panose="020B0604020202020204"/>
              <a:ea typeface="+mn-ea"/>
              <a:cs typeface="+mn-cs"/>
            </a:endParaRPr>
          </a:p>
        </p:txBody>
      </p:sp>
      <p:sp>
        <p:nvSpPr>
          <p:cNvPr id="11" name="Rectangle 10">
            <a:extLst>
              <a:ext uri="{FF2B5EF4-FFF2-40B4-BE49-F238E27FC236}">
                <a16:creationId xmlns:a16="http://schemas.microsoft.com/office/drawing/2014/main" id="{4334CDFF-34BD-4001-8420-E6F647B6C009}"/>
              </a:ext>
            </a:extLst>
          </p:cNvPr>
          <p:cNvSpPr/>
          <p:nvPr/>
        </p:nvSpPr>
        <p:spPr>
          <a:xfrm>
            <a:off x="1321187" y="5148310"/>
            <a:ext cx="649853" cy="873759"/>
          </a:xfrm>
          <a:prstGeom prst="rect">
            <a:avLst/>
          </a:prstGeom>
          <a:noFill/>
          <a:ln w="28575">
            <a:solidFill>
              <a:srgbClr val="EAAA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GB" sz="1800" b="0" i="0" u="none" strike="noStrike" kern="1200" cap="none" spc="0" normalizeH="0" baseline="0" noProof="0">
              <a:ln>
                <a:noFill/>
              </a:ln>
              <a:solidFill>
                <a:srgbClr val="FFFFFF"/>
              </a:solidFill>
              <a:effectLst/>
              <a:uLnTx/>
              <a:uFillTx/>
              <a:latin typeface="Arial" panose="020B0604020202020204"/>
              <a:ea typeface="+mn-ea"/>
              <a:cs typeface="+mn-cs"/>
            </a:endParaRPr>
          </a:p>
        </p:txBody>
      </p:sp>
      <p:sp>
        <p:nvSpPr>
          <p:cNvPr id="14" name="Rectangle 13">
            <a:extLst>
              <a:ext uri="{FF2B5EF4-FFF2-40B4-BE49-F238E27FC236}">
                <a16:creationId xmlns:a16="http://schemas.microsoft.com/office/drawing/2014/main" id="{A6F26C19-C76F-4927-8CD7-636D45FC5672}"/>
              </a:ext>
            </a:extLst>
          </p:cNvPr>
          <p:cNvSpPr/>
          <p:nvPr/>
        </p:nvSpPr>
        <p:spPr>
          <a:xfrm>
            <a:off x="2134012" y="5148309"/>
            <a:ext cx="487267" cy="873759"/>
          </a:xfrm>
          <a:prstGeom prst="rect">
            <a:avLst/>
          </a:prstGeom>
          <a:noFill/>
          <a:ln w="28575">
            <a:solidFill>
              <a:srgbClr val="EAAA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GB" sz="1800" b="0" i="0" u="none" strike="noStrike" kern="1200" cap="none" spc="0" normalizeH="0" baseline="0" noProof="0">
              <a:ln>
                <a:noFill/>
              </a:ln>
              <a:solidFill>
                <a:srgbClr val="FFFFFF"/>
              </a:solidFill>
              <a:effectLst/>
              <a:uLnTx/>
              <a:uFillTx/>
              <a:latin typeface="Arial" panose="020B0604020202020204"/>
              <a:ea typeface="+mn-ea"/>
              <a:cs typeface="+mn-cs"/>
            </a:endParaRPr>
          </a:p>
        </p:txBody>
      </p:sp>
      <p:sp>
        <p:nvSpPr>
          <p:cNvPr id="15" name="Rectangle 14">
            <a:extLst>
              <a:ext uri="{FF2B5EF4-FFF2-40B4-BE49-F238E27FC236}">
                <a16:creationId xmlns:a16="http://schemas.microsoft.com/office/drawing/2014/main" id="{A9026D3D-4C51-475B-8030-FE9252E39195}"/>
              </a:ext>
            </a:extLst>
          </p:cNvPr>
          <p:cNvSpPr/>
          <p:nvPr/>
        </p:nvSpPr>
        <p:spPr>
          <a:xfrm>
            <a:off x="2931323" y="5177576"/>
            <a:ext cx="1505357" cy="873759"/>
          </a:xfrm>
          <a:prstGeom prst="rect">
            <a:avLst/>
          </a:prstGeom>
          <a:noFill/>
          <a:ln w="28575">
            <a:solidFill>
              <a:srgbClr val="EAAA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GB" sz="1800" b="0" i="0" u="none" strike="noStrike" kern="1200" cap="none" spc="0" normalizeH="0" baseline="0" noProof="0">
              <a:ln>
                <a:noFill/>
              </a:ln>
              <a:solidFill>
                <a:srgbClr val="FFFFFF"/>
              </a:solidFill>
              <a:effectLst/>
              <a:uLnTx/>
              <a:uFillTx/>
              <a:latin typeface="Arial" panose="020B0604020202020204"/>
              <a:ea typeface="+mn-ea"/>
              <a:cs typeface="+mn-cs"/>
            </a:endParaRPr>
          </a:p>
        </p:txBody>
      </p:sp>
    </p:spTree>
    <p:extLst>
      <p:ext uri="{BB962C8B-B14F-4D97-AF65-F5344CB8AC3E}">
        <p14:creationId xmlns:p14="http://schemas.microsoft.com/office/powerpoint/2010/main" val="3170926525"/>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Slide Number Placeholder 2">
            <a:extLst>
              <a:ext uri="{FF2B5EF4-FFF2-40B4-BE49-F238E27FC236}">
                <a16:creationId xmlns:a16="http://schemas.microsoft.com/office/drawing/2014/main" id="{90DA3177-B516-439B-A548-7FC8E721AF17}"/>
              </a:ext>
            </a:extLst>
          </p:cNvPr>
          <p:cNvSpPr>
            <a:spLocks noGrp="1"/>
          </p:cNvSpPr>
          <p:nvPr>
            <p:ph type="sldNum" sz="quarter" idx="12"/>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F4C94289-3309-4C35-850A-56FD49B3E346}" type="slidenum">
              <a:rPr kumimoji="0" lang="en-GB" sz="800" b="0" i="0" u="none" strike="noStrike" kern="1200" cap="none" spc="0" normalizeH="0" baseline="0" noProof="0" smtClean="0">
                <a:ln>
                  <a:noFill/>
                </a:ln>
                <a:solidFill>
                  <a:srgbClr val="000000"/>
                </a:solidFill>
                <a:effectLst/>
                <a:uLnTx/>
                <a:uFillTx/>
                <a:latin typeface="Arial" panose="020B0604020202020204"/>
                <a:ea typeface="+mn-ea"/>
                <a:cs typeface="+mn-cs"/>
              </a:rPr>
              <a:pPr marL="0" marR="0" lvl="0" indent="0" algn="r" defTabSz="914400" rtl="0" eaLnBrk="1" fontAlgn="auto" latinLnBrk="0" hangingPunct="1">
                <a:lnSpc>
                  <a:spcPct val="100000"/>
                </a:lnSpc>
                <a:spcBef>
                  <a:spcPts val="0"/>
                </a:spcBef>
                <a:spcAft>
                  <a:spcPts val="0"/>
                </a:spcAft>
                <a:buClrTx/>
                <a:buSzTx/>
                <a:buFontTx/>
                <a:buNone/>
                <a:tabLst/>
                <a:defRPr/>
              </a:pPr>
              <a:t>6</a:t>
            </a:fld>
            <a:endParaRPr kumimoji="0" lang="en-GB" sz="800" b="0" i="0" u="none" strike="noStrike" kern="1200" cap="none" spc="0" normalizeH="0" baseline="0" noProof="0">
              <a:ln>
                <a:noFill/>
              </a:ln>
              <a:solidFill>
                <a:srgbClr val="000000"/>
              </a:solidFill>
              <a:effectLst/>
              <a:uLnTx/>
              <a:uFillTx/>
              <a:latin typeface="Arial" panose="020B0604020202020204"/>
              <a:ea typeface="+mn-ea"/>
              <a:cs typeface="+mn-cs"/>
            </a:endParaRPr>
          </a:p>
        </p:txBody>
      </p:sp>
      <p:sp>
        <p:nvSpPr>
          <p:cNvPr id="4" name="Title 3">
            <a:extLst>
              <a:ext uri="{FF2B5EF4-FFF2-40B4-BE49-F238E27FC236}">
                <a16:creationId xmlns:a16="http://schemas.microsoft.com/office/drawing/2014/main" id="{07A951FB-20D3-4168-81A4-9DF5B589FA24}"/>
              </a:ext>
            </a:extLst>
          </p:cNvPr>
          <p:cNvSpPr>
            <a:spLocks noGrp="1"/>
          </p:cNvSpPr>
          <p:nvPr>
            <p:ph type="title"/>
          </p:nvPr>
        </p:nvSpPr>
        <p:spPr/>
        <p:txBody>
          <a:bodyPr/>
          <a:lstStyle/>
          <a:p>
            <a:r>
              <a:rPr lang="en-GB"/>
              <a:t>Statistical Key Figures (SKF)</a:t>
            </a:r>
            <a:endParaRPr lang="en-US"/>
          </a:p>
        </p:txBody>
      </p:sp>
      <p:sp>
        <p:nvSpPr>
          <p:cNvPr id="8" name="Rectangle 7">
            <a:extLst>
              <a:ext uri="{FF2B5EF4-FFF2-40B4-BE49-F238E27FC236}">
                <a16:creationId xmlns:a16="http://schemas.microsoft.com/office/drawing/2014/main" id="{3DEE45B2-72BD-4DAE-8862-2BA380590D7F}"/>
              </a:ext>
            </a:extLst>
          </p:cNvPr>
          <p:cNvSpPr/>
          <p:nvPr/>
        </p:nvSpPr>
        <p:spPr>
          <a:xfrm>
            <a:off x="690880" y="1432561"/>
            <a:ext cx="10871200" cy="792480"/>
          </a:xfrm>
          <a:prstGeom prst="rect">
            <a:avLst/>
          </a:prstGeom>
          <a:noFill/>
          <a:ln w="28575">
            <a:solidFill>
              <a:schemeClr val="accent3"/>
            </a:solidFill>
            <a:prstDash val="sysDash"/>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285750" marR="0" lvl="0" indent="-285750" algn="l" defTabSz="914400" rtl="0" eaLnBrk="1" fontAlgn="auto" latinLnBrk="0" hangingPunct="1">
              <a:lnSpc>
                <a:spcPct val="100000"/>
              </a:lnSpc>
              <a:spcBef>
                <a:spcPts val="0"/>
              </a:spcBef>
              <a:spcAft>
                <a:spcPts val="0"/>
              </a:spcAft>
              <a:buClrTx/>
              <a:buSzTx/>
              <a:buFont typeface="Wingdings" panose="05000000000000000000" pitchFamily="2" charset="2"/>
              <a:buChar char="v"/>
              <a:tabLst/>
              <a:defRPr/>
            </a:pPr>
            <a:r>
              <a:rPr kumimoji="0" lang="en-US" sz="1400" b="0" i="0" u="none" strike="noStrike" kern="1200" cap="none" spc="0" normalizeH="0" baseline="0" noProof="0">
                <a:ln>
                  <a:noFill/>
                </a:ln>
                <a:solidFill>
                  <a:srgbClr val="000000"/>
                </a:solidFill>
                <a:effectLst/>
                <a:uLnTx/>
                <a:uFillTx/>
                <a:latin typeface="Arial" panose="020B0604020202020204"/>
                <a:ea typeface="+mn-ea"/>
                <a:cs typeface="+mn-cs"/>
              </a:rPr>
              <a:t>It is important to consider that if the SKF has category 2 – Total value, this should be updated monthly. If the SKF has category 1 – Fixed value, the values on the SKF will be used in the cost center allocation cycle each month until you change the SKF </a:t>
            </a:r>
            <a:endParaRPr kumimoji="0" lang="en-GB" sz="1100" b="0" i="0" u="none" strike="noStrike" kern="1200" cap="none" spc="0" normalizeH="0" baseline="0" noProof="0">
              <a:ln>
                <a:noFill/>
              </a:ln>
              <a:solidFill>
                <a:srgbClr val="FFFFFF"/>
              </a:solidFill>
              <a:effectLst/>
              <a:uLnTx/>
              <a:uFillTx/>
              <a:latin typeface="Arial" panose="020B0604020202020204"/>
              <a:ea typeface="+mn-ea"/>
              <a:cs typeface="+mn-cs"/>
            </a:endParaRPr>
          </a:p>
        </p:txBody>
      </p:sp>
      <p:graphicFrame>
        <p:nvGraphicFramePr>
          <p:cNvPr id="9" name="Table 8">
            <a:extLst>
              <a:ext uri="{FF2B5EF4-FFF2-40B4-BE49-F238E27FC236}">
                <a16:creationId xmlns:a16="http://schemas.microsoft.com/office/drawing/2014/main" id="{1CA2799D-088F-473A-9CD8-03C28ACA1ABD}"/>
              </a:ext>
            </a:extLst>
          </p:cNvPr>
          <p:cNvGraphicFramePr>
            <a:graphicFrameLocks noGrp="1"/>
          </p:cNvGraphicFramePr>
          <p:nvPr>
            <p:extLst>
              <p:ext uri="{D42A27DB-BD31-4B8C-83A1-F6EECF244321}">
                <p14:modId xmlns:p14="http://schemas.microsoft.com/office/powerpoint/2010/main" val="794321283"/>
              </p:ext>
            </p:extLst>
          </p:nvPr>
        </p:nvGraphicFramePr>
        <p:xfrm>
          <a:off x="839911" y="2384956"/>
          <a:ext cx="10637519" cy="3752650"/>
        </p:xfrm>
        <a:graphic>
          <a:graphicData uri="http://schemas.openxmlformats.org/drawingml/2006/table">
            <a:tbl>
              <a:tblPr/>
              <a:tblGrid>
                <a:gridCol w="1188720">
                  <a:extLst>
                    <a:ext uri="{9D8B030D-6E8A-4147-A177-3AD203B41FA5}">
                      <a16:colId xmlns:a16="http://schemas.microsoft.com/office/drawing/2014/main" val="1466998712"/>
                    </a:ext>
                  </a:extLst>
                </a:gridCol>
                <a:gridCol w="1737360">
                  <a:extLst>
                    <a:ext uri="{9D8B030D-6E8A-4147-A177-3AD203B41FA5}">
                      <a16:colId xmlns:a16="http://schemas.microsoft.com/office/drawing/2014/main" val="3147492259"/>
                    </a:ext>
                  </a:extLst>
                </a:gridCol>
                <a:gridCol w="2316480">
                  <a:extLst>
                    <a:ext uri="{9D8B030D-6E8A-4147-A177-3AD203B41FA5}">
                      <a16:colId xmlns:a16="http://schemas.microsoft.com/office/drawing/2014/main" val="1932420220"/>
                    </a:ext>
                  </a:extLst>
                </a:gridCol>
                <a:gridCol w="5394959">
                  <a:extLst>
                    <a:ext uri="{9D8B030D-6E8A-4147-A177-3AD203B41FA5}">
                      <a16:colId xmlns:a16="http://schemas.microsoft.com/office/drawing/2014/main" val="2998541897"/>
                    </a:ext>
                  </a:extLst>
                </a:gridCol>
              </a:tblGrid>
              <a:tr h="462070">
                <a:tc>
                  <a:txBody>
                    <a:bodyPr/>
                    <a:lstStyle/>
                    <a:p>
                      <a:pPr algn="l" rtl="0" fontAlgn="base"/>
                      <a:r>
                        <a:rPr lang="en-US" sz="1100" b="1" i="0">
                          <a:solidFill>
                            <a:srgbClr val="FFFFFF"/>
                          </a:solidFill>
                          <a:effectLst/>
                          <a:latin typeface="Arial" panose="020B0604020202020204" pitchFamily="34" charset="0"/>
                        </a:rPr>
                        <a:t>SKF code </a:t>
                      </a:r>
                      <a:endParaRPr lang="en-US" b="1" i="0">
                        <a:solidFill>
                          <a:srgbClr val="FFFFFF"/>
                        </a:solidFill>
                        <a:effectLst/>
                      </a:endParaRPr>
                    </a:p>
                  </a:txBody>
                  <a:tcPr>
                    <a:lnL w="6350" cap="flat" cmpd="sng" algn="ctr">
                      <a:solidFill>
                        <a:srgbClr val="407EC9"/>
                      </a:solidFill>
                      <a:prstDash val="solid"/>
                      <a:round/>
                      <a:headEnd type="none" w="med" len="med"/>
                      <a:tailEnd type="none" w="med" len="med"/>
                    </a:lnL>
                    <a:lnR>
                      <a:noFill/>
                    </a:lnR>
                    <a:lnT w="6350" cap="flat" cmpd="sng" algn="ctr">
                      <a:solidFill>
                        <a:srgbClr val="407EC9"/>
                      </a:solidFill>
                      <a:prstDash val="solid"/>
                      <a:round/>
                      <a:headEnd type="none" w="med" len="med"/>
                      <a:tailEnd type="none" w="med" len="med"/>
                    </a:lnT>
                    <a:lnB w="6350" cap="flat" cmpd="sng" algn="ctr">
                      <a:solidFill>
                        <a:srgbClr val="407EC9"/>
                      </a:solidFill>
                      <a:prstDash val="solid"/>
                      <a:round/>
                      <a:headEnd type="none" w="med" len="med"/>
                      <a:tailEnd type="none" w="med" len="med"/>
                    </a:lnB>
                    <a:solidFill>
                      <a:srgbClr val="407EC9"/>
                    </a:solidFill>
                  </a:tcPr>
                </a:tc>
                <a:tc>
                  <a:txBody>
                    <a:bodyPr/>
                    <a:lstStyle/>
                    <a:p>
                      <a:pPr algn="l" rtl="0" fontAlgn="base"/>
                      <a:r>
                        <a:rPr lang="en-US" sz="1100" b="1" i="0">
                          <a:solidFill>
                            <a:srgbClr val="FFFFFF"/>
                          </a:solidFill>
                          <a:effectLst/>
                          <a:latin typeface="Arial" panose="020B0604020202020204" pitchFamily="34" charset="0"/>
                        </a:rPr>
                        <a:t>SKF category </a:t>
                      </a:r>
                      <a:endParaRPr lang="en-US" b="1" i="0">
                        <a:solidFill>
                          <a:srgbClr val="FFFFFF"/>
                        </a:solidFill>
                        <a:effectLst/>
                      </a:endParaRPr>
                    </a:p>
                  </a:txBody>
                  <a:tcPr>
                    <a:lnL>
                      <a:noFill/>
                    </a:lnL>
                    <a:lnR>
                      <a:noFill/>
                    </a:lnR>
                    <a:lnT w="6350" cap="flat" cmpd="sng" algn="ctr">
                      <a:solidFill>
                        <a:srgbClr val="407EC9"/>
                      </a:solidFill>
                      <a:prstDash val="solid"/>
                      <a:round/>
                      <a:headEnd type="none" w="med" len="med"/>
                      <a:tailEnd type="none" w="med" len="med"/>
                    </a:lnT>
                    <a:lnB w="6350" cap="flat" cmpd="sng" algn="ctr">
                      <a:solidFill>
                        <a:srgbClr val="407EC9"/>
                      </a:solidFill>
                      <a:prstDash val="solid"/>
                      <a:round/>
                      <a:headEnd type="none" w="med" len="med"/>
                      <a:tailEnd type="none" w="med" len="med"/>
                    </a:lnB>
                    <a:solidFill>
                      <a:srgbClr val="407EC9"/>
                    </a:solidFill>
                  </a:tcPr>
                </a:tc>
                <a:tc>
                  <a:txBody>
                    <a:bodyPr/>
                    <a:lstStyle/>
                    <a:p>
                      <a:pPr algn="l" rtl="0" fontAlgn="base"/>
                      <a:r>
                        <a:rPr lang="en-US" sz="1100" b="1" i="0">
                          <a:solidFill>
                            <a:srgbClr val="FFFFFF"/>
                          </a:solidFill>
                          <a:effectLst/>
                          <a:latin typeface="Arial" panose="020B0604020202020204" pitchFamily="34" charset="0"/>
                        </a:rPr>
                        <a:t>SKF description </a:t>
                      </a:r>
                      <a:endParaRPr lang="en-US" b="1" i="0">
                        <a:solidFill>
                          <a:srgbClr val="FFFFFF"/>
                        </a:solidFill>
                        <a:effectLst/>
                      </a:endParaRPr>
                    </a:p>
                  </a:txBody>
                  <a:tcPr>
                    <a:lnL>
                      <a:noFill/>
                    </a:lnL>
                    <a:lnR w="6350" cap="flat" cmpd="sng" algn="ctr">
                      <a:noFill/>
                      <a:prstDash val="solid"/>
                      <a:round/>
                      <a:headEnd type="none" w="med" len="med"/>
                      <a:tailEnd type="none" w="med" len="med"/>
                    </a:lnR>
                    <a:lnT w="6350" cap="flat" cmpd="sng" algn="ctr">
                      <a:solidFill>
                        <a:srgbClr val="407EC9"/>
                      </a:solidFill>
                      <a:prstDash val="solid"/>
                      <a:round/>
                      <a:headEnd type="none" w="med" len="med"/>
                      <a:tailEnd type="none" w="med" len="med"/>
                    </a:lnT>
                    <a:lnB w="6350" cap="flat" cmpd="sng" algn="ctr">
                      <a:solidFill>
                        <a:srgbClr val="407EC9"/>
                      </a:solidFill>
                      <a:prstDash val="solid"/>
                      <a:round/>
                      <a:headEnd type="none" w="med" len="med"/>
                      <a:tailEnd type="none" w="med" len="med"/>
                    </a:lnB>
                    <a:solidFill>
                      <a:srgbClr val="407EC9"/>
                    </a:solidFill>
                  </a:tcPr>
                </a:tc>
                <a:tc>
                  <a:txBody>
                    <a:bodyPr/>
                    <a:lstStyle/>
                    <a:p>
                      <a:pPr algn="l" rtl="0" fontAlgn="base"/>
                      <a:r>
                        <a:rPr lang="en-GB" sz="1100" b="1" i="0" kern="1200">
                          <a:solidFill>
                            <a:srgbClr val="FFFFFF"/>
                          </a:solidFill>
                          <a:effectLst/>
                          <a:latin typeface="Arial" panose="020B0604020202020204" pitchFamily="34" charset="0"/>
                          <a:ea typeface="+mn-ea"/>
                          <a:cs typeface="+mn-cs"/>
                        </a:rPr>
                        <a:t>Examples</a:t>
                      </a:r>
                      <a:endParaRPr lang="en-US" sz="1100" b="1" i="0" kern="1200">
                        <a:solidFill>
                          <a:srgbClr val="FFFFFF"/>
                        </a:solidFill>
                        <a:effectLst/>
                        <a:latin typeface="Arial" panose="020B0604020202020204" pitchFamily="34" charset="0"/>
                        <a:ea typeface="+mn-ea"/>
                        <a:cs typeface="+mn-cs"/>
                      </a:endParaRPr>
                    </a:p>
                  </a:txBody>
                  <a:tcPr>
                    <a:lnL>
                      <a:noFill/>
                    </a:lnL>
                    <a:lnR w="6350" cap="flat" cmpd="sng" algn="ctr">
                      <a:noFill/>
                      <a:prstDash val="solid"/>
                      <a:round/>
                      <a:headEnd type="none" w="med" len="med"/>
                      <a:tailEnd type="none" w="med" len="med"/>
                    </a:lnR>
                    <a:lnT w="6350" cap="flat" cmpd="sng" algn="ctr">
                      <a:solidFill>
                        <a:srgbClr val="407EC9"/>
                      </a:solidFill>
                      <a:prstDash val="solid"/>
                      <a:round/>
                      <a:headEnd type="none" w="med" len="med"/>
                      <a:tailEnd type="none" w="med" len="med"/>
                    </a:lnT>
                    <a:lnB w="6350" cap="flat" cmpd="sng" algn="ctr">
                      <a:solidFill>
                        <a:srgbClr val="407EC9"/>
                      </a:solidFill>
                      <a:prstDash val="solid"/>
                      <a:round/>
                      <a:headEnd type="none" w="med" len="med"/>
                      <a:tailEnd type="none" w="med" len="med"/>
                    </a:lnB>
                    <a:solidFill>
                      <a:srgbClr val="407EC9"/>
                    </a:solidFill>
                  </a:tcPr>
                </a:tc>
                <a:extLst>
                  <a:ext uri="{0D108BD9-81ED-4DB2-BD59-A6C34878D82A}">
                    <a16:rowId xmlns:a16="http://schemas.microsoft.com/office/drawing/2014/main" val="3027612175"/>
                  </a:ext>
                </a:extLst>
              </a:tr>
              <a:tr h="462070">
                <a:tc>
                  <a:txBody>
                    <a:bodyPr/>
                    <a:lstStyle/>
                    <a:p>
                      <a:pPr algn="l" rtl="0" fontAlgn="base"/>
                      <a:r>
                        <a:rPr lang="en-US" sz="1400" b="1" i="0">
                          <a:effectLst/>
                          <a:latin typeface="Arial" panose="020B0604020202020204" pitchFamily="34" charset="0"/>
                        </a:rPr>
                        <a:t>HCFTE </a:t>
                      </a:r>
                      <a:endParaRPr lang="en-US" sz="2400" b="1" i="0">
                        <a:effectLst/>
                      </a:endParaRPr>
                    </a:p>
                  </a:txBody>
                  <a:tcPr>
                    <a:lnL w="6350" cap="flat" cmpd="sng" algn="ctr">
                      <a:solidFill>
                        <a:srgbClr val="8CB1DE"/>
                      </a:solidFill>
                      <a:prstDash val="solid"/>
                      <a:round/>
                      <a:headEnd type="none" w="med" len="med"/>
                      <a:tailEnd type="none" w="med" len="med"/>
                    </a:lnL>
                    <a:lnR w="6350" cap="flat" cmpd="sng" algn="ctr">
                      <a:solidFill>
                        <a:srgbClr val="8CB1DE"/>
                      </a:solidFill>
                      <a:prstDash val="solid"/>
                      <a:round/>
                      <a:headEnd type="none" w="med" len="med"/>
                      <a:tailEnd type="none" w="med" len="med"/>
                    </a:lnR>
                    <a:lnT w="6350" cap="flat" cmpd="sng" algn="ctr">
                      <a:solidFill>
                        <a:srgbClr val="407EC9"/>
                      </a:solidFill>
                      <a:prstDash val="solid"/>
                      <a:round/>
                      <a:headEnd type="none" w="med" len="med"/>
                      <a:tailEnd type="none" w="med" len="med"/>
                    </a:lnT>
                    <a:lnB w="6350" cap="flat" cmpd="sng" algn="ctr">
                      <a:solidFill>
                        <a:srgbClr val="8CB1DE"/>
                      </a:solidFill>
                      <a:prstDash val="solid"/>
                      <a:round/>
                      <a:headEnd type="none" w="med" len="med"/>
                      <a:tailEnd type="none" w="med" len="med"/>
                    </a:lnB>
                    <a:solidFill>
                      <a:srgbClr val="D8E5F4"/>
                    </a:solidFill>
                  </a:tcPr>
                </a:tc>
                <a:tc>
                  <a:txBody>
                    <a:bodyPr/>
                    <a:lstStyle/>
                    <a:p>
                      <a:pPr algn="l" rtl="0" fontAlgn="base"/>
                      <a:r>
                        <a:rPr lang="en-US" sz="1400" b="0" i="0">
                          <a:effectLst/>
                          <a:latin typeface="Arial" panose="020B0604020202020204" pitchFamily="34" charset="0"/>
                        </a:rPr>
                        <a:t>1 - Fixed value </a:t>
                      </a:r>
                      <a:endParaRPr lang="en-US" sz="2400" b="0" i="0">
                        <a:effectLst/>
                      </a:endParaRPr>
                    </a:p>
                  </a:txBody>
                  <a:tcPr>
                    <a:lnL w="6350" cap="flat" cmpd="sng" algn="ctr">
                      <a:solidFill>
                        <a:srgbClr val="8CB1DE"/>
                      </a:solidFill>
                      <a:prstDash val="solid"/>
                      <a:round/>
                      <a:headEnd type="none" w="med" len="med"/>
                      <a:tailEnd type="none" w="med" len="med"/>
                    </a:lnL>
                    <a:lnR w="6350" cap="flat" cmpd="sng" algn="ctr">
                      <a:solidFill>
                        <a:srgbClr val="8CB1DE"/>
                      </a:solidFill>
                      <a:prstDash val="solid"/>
                      <a:round/>
                      <a:headEnd type="none" w="med" len="med"/>
                      <a:tailEnd type="none" w="med" len="med"/>
                    </a:lnR>
                    <a:lnT w="6350" cap="flat" cmpd="sng" algn="ctr">
                      <a:solidFill>
                        <a:srgbClr val="407EC9"/>
                      </a:solidFill>
                      <a:prstDash val="solid"/>
                      <a:round/>
                      <a:headEnd type="none" w="med" len="med"/>
                      <a:tailEnd type="none" w="med" len="med"/>
                    </a:lnT>
                    <a:lnB w="6350" cap="flat" cmpd="sng" algn="ctr">
                      <a:solidFill>
                        <a:srgbClr val="8CB1DE"/>
                      </a:solidFill>
                      <a:prstDash val="solid"/>
                      <a:round/>
                      <a:headEnd type="none" w="med" len="med"/>
                      <a:tailEnd type="none" w="med" len="med"/>
                    </a:lnB>
                    <a:solidFill>
                      <a:srgbClr val="D8E5F4"/>
                    </a:solidFill>
                  </a:tcPr>
                </a:tc>
                <a:tc>
                  <a:txBody>
                    <a:bodyPr/>
                    <a:lstStyle/>
                    <a:p>
                      <a:pPr algn="l" rtl="0" fontAlgn="base"/>
                      <a:r>
                        <a:rPr lang="en-US" sz="1400" b="0" i="0">
                          <a:effectLst/>
                          <a:latin typeface="Arial" panose="020B0604020202020204" pitchFamily="34" charset="0"/>
                        </a:rPr>
                        <a:t>Headcount FTE </a:t>
                      </a:r>
                      <a:endParaRPr lang="en-US" sz="2400" b="0" i="0">
                        <a:effectLst/>
                      </a:endParaRPr>
                    </a:p>
                  </a:txBody>
                  <a:tcPr>
                    <a:lnL w="6350" cap="flat" cmpd="sng" algn="ctr">
                      <a:solidFill>
                        <a:srgbClr val="8CB1DE"/>
                      </a:solidFill>
                      <a:prstDash val="solid"/>
                      <a:round/>
                      <a:headEnd type="none" w="med" len="med"/>
                      <a:tailEnd type="none" w="med" len="med"/>
                    </a:lnL>
                    <a:lnR w="6350" cap="flat" cmpd="sng" algn="ctr">
                      <a:solidFill>
                        <a:srgbClr val="8CB1DE"/>
                      </a:solidFill>
                      <a:prstDash val="solid"/>
                      <a:round/>
                      <a:headEnd type="none" w="med" len="med"/>
                      <a:tailEnd type="none" w="med" len="med"/>
                    </a:lnR>
                    <a:lnT w="6350" cap="flat" cmpd="sng" algn="ctr">
                      <a:solidFill>
                        <a:srgbClr val="407EC9"/>
                      </a:solidFill>
                      <a:prstDash val="solid"/>
                      <a:round/>
                      <a:headEnd type="none" w="med" len="med"/>
                      <a:tailEnd type="none" w="med" len="med"/>
                    </a:lnT>
                    <a:lnB w="6350" cap="flat" cmpd="sng" algn="ctr">
                      <a:solidFill>
                        <a:srgbClr val="8CB1DE"/>
                      </a:solidFill>
                      <a:prstDash val="solid"/>
                      <a:round/>
                      <a:headEnd type="none" w="med" len="med"/>
                      <a:tailEnd type="none" w="med" len="med"/>
                    </a:lnB>
                    <a:solidFill>
                      <a:srgbClr val="D8E5F4"/>
                    </a:solidFill>
                  </a:tcPr>
                </a:tc>
                <a:tc>
                  <a:txBody>
                    <a:bodyPr/>
                    <a:lstStyle/>
                    <a:p>
                      <a:pPr algn="l" rtl="0" fontAlgn="base"/>
                      <a:r>
                        <a:rPr lang="en-US" sz="1200" b="0" i="0">
                          <a:effectLst/>
                        </a:rPr>
                        <a:t>Canteen costs allocated based on FTE employees, such as for locations with factory / market / global functions on the same site</a:t>
                      </a:r>
                    </a:p>
                  </a:txBody>
                  <a:tcPr>
                    <a:lnL w="6350" cap="flat" cmpd="sng" algn="ctr">
                      <a:solidFill>
                        <a:srgbClr val="8CB1DE"/>
                      </a:solidFill>
                      <a:prstDash val="solid"/>
                      <a:round/>
                      <a:headEnd type="none" w="med" len="med"/>
                      <a:tailEnd type="none" w="med" len="med"/>
                    </a:lnL>
                    <a:lnR w="6350" cap="flat" cmpd="sng" algn="ctr">
                      <a:solidFill>
                        <a:srgbClr val="8CB1DE"/>
                      </a:solidFill>
                      <a:prstDash val="solid"/>
                      <a:round/>
                      <a:headEnd type="none" w="med" len="med"/>
                      <a:tailEnd type="none" w="med" len="med"/>
                    </a:lnR>
                    <a:lnT w="6350" cap="flat" cmpd="sng" algn="ctr">
                      <a:solidFill>
                        <a:srgbClr val="407EC9"/>
                      </a:solidFill>
                      <a:prstDash val="solid"/>
                      <a:round/>
                      <a:headEnd type="none" w="med" len="med"/>
                      <a:tailEnd type="none" w="med" len="med"/>
                    </a:lnT>
                    <a:lnB w="6350" cap="flat" cmpd="sng" algn="ctr">
                      <a:solidFill>
                        <a:srgbClr val="8CB1DE"/>
                      </a:solidFill>
                      <a:prstDash val="solid"/>
                      <a:round/>
                      <a:headEnd type="none" w="med" len="med"/>
                      <a:tailEnd type="none" w="med" len="med"/>
                    </a:lnB>
                    <a:solidFill>
                      <a:srgbClr val="D8E5F4"/>
                    </a:solidFill>
                  </a:tcPr>
                </a:tc>
                <a:extLst>
                  <a:ext uri="{0D108BD9-81ED-4DB2-BD59-A6C34878D82A}">
                    <a16:rowId xmlns:a16="http://schemas.microsoft.com/office/drawing/2014/main" val="3410618285"/>
                  </a:ext>
                </a:extLst>
              </a:tr>
              <a:tr h="462070">
                <a:tc>
                  <a:txBody>
                    <a:bodyPr/>
                    <a:lstStyle/>
                    <a:p>
                      <a:pPr algn="l" rtl="0" fontAlgn="base"/>
                      <a:r>
                        <a:rPr lang="en-US" sz="1400" b="1" i="0">
                          <a:effectLst/>
                          <a:latin typeface="Arial" panose="020B0604020202020204" pitchFamily="34" charset="0"/>
                        </a:rPr>
                        <a:t>HCPER </a:t>
                      </a:r>
                      <a:endParaRPr lang="en-US" sz="2400" b="1" i="0">
                        <a:effectLst/>
                      </a:endParaRPr>
                    </a:p>
                  </a:txBody>
                  <a:tcPr>
                    <a:lnL w="6350" cap="flat" cmpd="sng" algn="ctr">
                      <a:solidFill>
                        <a:srgbClr val="8CB1DE"/>
                      </a:solidFill>
                      <a:prstDash val="solid"/>
                      <a:round/>
                      <a:headEnd type="none" w="med" len="med"/>
                      <a:tailEnd type="none" w="med" len="med"/>
                    </a:lnL>
                    <a:lnR w="6350" cap="flat" cmpd="sng" algn="ctr">
                      <a:solidFill>
                        <a:srgbClr val="8CB1DE"/>
                      </a:solidFill>
                      <a:prstDash val="solid"/>
                      <a:round/>
                      <a:headEnd type="none" w="med" len="med"/>
                      <a:tailEnd type="none" w="med" len="med"/>
                    </a:lnR>
                    <a:lnT w="6350" cap="flat" cmpd="sng" algn="ctr">
                      <a:solidFill>
                        <a:srgbClr val="8CB1DE"/>
                      </a:solidFill>
                      <a:prstDash val="solid"/>
                      <a:round/>
                      <a:headEnd type="none" w="med" len="med"/>
                      <a:tailEnd type="none" w="med" len="med"/>
                    </a:lnT>
                    <a:lnB w="6350" cap="flat" cmpd="sng" algn="ctr">
                      <a:solidFill>
                        <a:srgbClr val="8CB1DE"/>
                      </a:solidFill>
                      <a:prstDash val="solid"/>
                      <a:round/>
                      <a:headEnd type="none" w="med" len="med"/>
                      <a:tailEnd type="none" w="med" len="med"/>
                    </a:lnB>
                  </a:tcPr>
                </a:tc>
                <a:tc>
                  <a:txBody>
                    <a:bodyPr/>
                    <a:lstStyle/>
                    <a:p>
                      <a:pPr algn="l" rtl="0" fontAlgn="base"/>
                      <a:r>
                        <a:rPr lang="en-US" sz="1400" b="0" i="0">
                          <a:effectLst/>
                          <a:latin typeface="Arial" panose="020B0604020202020204" pitchFamily="34" charset="0"/>
                        </a:rPr>
                        <a:t>1 - Fixed value </a:t>
                      </a:r>
                      <a:endParaRPr lang="en-US" sz="2400" b="0" i="0">
                        <a:effectLst/>
                      </a:endParaRPr>
                    </a:p>
                  </a:txBody>
                  <a:tcPr>
                    <a:lnL w="6350" cap="flat" cmpd="sng" algn="ctr">
                      <a:solidFill>
                        <a:srgbClr val="8CB1DE"/>
                      </a:solidFill>
                      <a:prstDash val="solid"/>
                      <a:round/>
                      <a:headEnd type="none" w="med" len="med"/>
                      <a:tailEnd type="none" w="med" len="med"/>
                    </a:lnL>
                    <a:lnR w="6350" cap="flat" cmpd="sng" algn="ctr">
                      <a:solidFill>
                        <a:srgbClr val="8CB1DE"/>
                      </a:solidFill>
                      <a:prstDash val="solid"/>
                      <a:round/>
                      <a:headEnd type="none" w="med" len="med"/>
                      <a:tailEnd type="none" w="med" len="med"/>
                    </a:lnR>
                    <a:lnT w="6350" cap="flat" cmpd="sng" algn="ctr">
                      <a:solidFill>
                        <a:srgbClr val="8CB1DE"/>
                      </a:solidFill>
                      <a:prstDash val="solid"/>
                      <a:round/>
                      <a:headEnd type="none" w="med" len="med"/>
                      <a:tailEnd type="none" w="med" len="med"/>
                    </a:lnT>
                    <a:lnB w="6350" cap="flat" cmpd="sng" algn="ctr">
                      <a:solidFill>
                        <a:srgbClr val="8CB1DE"/>
                      </a:solidFill>
                      <a:prstDash val="solid"/>
                      <a:round/>
                      <a:headEnd type="none" w="med" len="med"/>
                      <a:tailEnd type="none" w="med" len="med"/>
                    </a:lnB>
                  </a:tcPr>
                </a:tc>
                <a:tc>
                  <a:txBody>
                    <a:bodyPr/>
                    <a:lstStyle/>
                    <a:p>
                      <a:pPr algn="l" rtl="0" fontAlgn="base"/>
                      <a:r>
                        <a:rPr lang="en-US" sz="1400" b="0" i="0">
                          <a:effectLst/>
                          <a:latin typeface="Arial" panose="020B0604020202020204" pitchFamily="34" charset="0"/>
                        </a:rPr>
                        <a:t>Headcount Person </a:t>
                      </a:r>
                      <a:endParaRPr lang="en-US" sz="2400" b="0" i="0">
                        <a:effectLst/>
                      </a:endParaRPr>
                    </a:p>
                  </a:txBody>
                  <a:tcPr>
                    <a:lnL w="6350" cap="flat" cmpd="sng" algn="ctr">
                      <a:solidFill>
                        <a:srgbClr val="8CB1DE"/>
                      </a:solidFill>
                      <a:prstDash val="solid"/>
                      <a:round/>
                      <a:headEnd type="none" w="med" len="med"/>
                      <a:tailEnd type="none" w="med" len="med"/>
                    </a:lnL>
                    <a:lnR w="6350" cap="flat" cmpd="sng" algn="ctr">
                      <a:solidFill>
                        <a:srgbClr val="8CB1DE"/>
                      </a:solidFill>
                      <a:prstDash val="solid"/>
                      <a:round/>
                      <a:headEnd type="none" w="med" len="med"/>
                      <a:tailEnd type="none" w="med" len="med"/>
                    </a:lnR>
                    <a:lnT w="6350" cap="flat" cmpd="sng" algn="ctr">
                      <a:solidFill>
                        <a:srgbClr val="8CB1DE"/>
                      </a:solidFill>
                      <a:prstDash val="solid"/>
                      <a:round/>
                      <a:headEnd type="none" w="med" len="med"/>
                      <a:tailEnd type="none" w="med" len="med"/>
                    </a:lnT>
                    <a:lnB w="6350" cap="flat" cmpd="sng" algn="ctr">
                      <a:solidFill>
                        <a:srgbClr val="8CB1DE"/>
                      </a:solidFill>
                      <a:prstDash val="solid"/>
                      <a:round/>
                      <a:headEnd type="none" w="med" len="med"/>
                      <a:tailEnd type="none" w="med" len="med"/>
                    </a:lnB>
                  </a:tcPr>
                </a:tc>
                <a:tc>
                  <a:txBody>
                    <a:bodyPr/>
                    <a:lstStyle/>
                    <a:p>
                      <a:pPr algn="l" rtl="0" fontAlgn="base"/>
                      <a:r>
                        <a:rPr lang="en-US" sz="1200" b="0" i="0" kern="1200">
                          <a:solidFill>
                            <a:schemeClr val="tx1"/>
                          </a:solidFill>
                          <a:effectLst/>
                          <a:latin typeface="+mn-lt"/>
                          <a:ea typeface="+mn-ea"/>
                          <a:cs typeface="+mn-cs"/>
                        </a:rPr>
                        <a:t>Business travel and accident insurance allocated based on headcount per cost center</a:t>
                      </a:r>
                    </a:p>
                  </a:txBody>
                  <a:tcPr>
                    <a:lnL w="6350" cap="flat" cmpd="sng" algn="ctr">
                      <a:solidFill>
                        <a:srgbClr val="8CB1DE"/>
                      </a:solidFill>
                      <a:prstDash val="solid"/>
                      <a:round/>
                      <a:headEnd type="none" w="med" len="med"/>
                      <a:tailEnd type="none" w="med" len="med"/>
                    </a:lnL>
                    <a:lnR w="6350" cap="flat" cmpd="sng" algn="ctr">
                      <a:solidFill>
                        <a:srgbClr val="8CB1DE"/>
                      </a:solidFill>
                      <a:prstDash val="solid"/>
                      <a:round/>
                      <a:headEnd type="none" w="med" len="med"/>
                      <a:tailEnd type="none" w="med" len="med"/>
                    </a:lnR>
                    <a:lnT w="6350" cap="flat" cmpd="sng" algn="ctr">
                      <a:solidFill>
                        <a:srgbClr val="8CB1DE"/>
                      </a:solidFill>
                      <a:prstDash val="solid"/>
                      <a:round/>
                      <a:headEnd type="none" w="med" len="med"/>
                      <a:tailEnd type="none" w="med" len="med"/>
                    </a:lnT>
                    <a:lnB w="6350" cap="flat" cmpd="sng" algn="ctr">
                      <a:solidFill>
                        <a:srgbClr val="8CB1DE"/>
                      </a:solidFill>
                      <a:prstDash val="solid"/>
                      <a:round/>
                      <a:headEnd type="none" w="med" len="med"/>
                      <a:tailEnd type="none" w="med" len="med"/>
                    </a:lnB>
                  </a:tcPr>
                </a:tc>
                <a:extLst>
                  <a:ext uri="{0D108BD9-81ED-4DB2-BD59-A6C34878D82A}">
                    <a16:rowId xmlns:a16="http://schemas.microsoft.com/office/drawing/2014/main" val="2149052800"/>
                  </a:ext>
                </a:extLst>
              </a:tr>
              <a:tr h="462070">
                <a:tc>
                  <a:txBody>
                    <a:bodyPr/>
                    <a:lstStyle/>
                    <a:p>
                      <a:pPr algn="l" rtl="0" fontAlgn="base"/>
                      <a:r>
                        <a:rPr lang="en-US" sz="1400" b="1" i="0">
                          <a:effectLst/>
                          <a:latin typeface="Arial" panose="020B0604020202020204" pitchFamily="34" charset="0"/>
                        </a:rPr>
                        <a:t>M2 </a:t>
                      </a:r>
                      <a:endParaRPr lang="en-US" sz="2400" b="1" i="0">
                        <a:effectLst/>
                      </a:endParaRPr>
                    </a:p>
                  </a:txBody>
                  <a:tcPr>
                    <a:lnL w="6350" cap="flat" cmpd="sng" algn="ctr">
                      <a:solidFill>
                        <a:srgbClr val="8CB1DE"/>
                      </a:solidFill>
                      <a:prstDash val="solid"/>
                      <a:round/>
                      <a:headEnd type="none" w="med" len="med"/>
                      <a:tailEnd type="none" w="med" len="med"/>
                    </a:lnL>
                    <a:lnR w="6350" cap="flat" cmpd="sng" algn="ctr">
                      <a:solidFill>
                        <a:srgbClr val="8CB1DE"/>
                      </a:solidFill>
                      <a:prstDash val="solid"/>
                      <a:round/>
                      <a:headEnd type="none" w="med" len="med"/>
                      <a:tailEnd type="none" w="med" len="med"/>
                    </a:lnR>
                    <a:lnT w="6350" cap="flat" cmpd="sng" algn="ctr">
                      <a:solidFill>
                        <a:srgbClr val="8CB1DE"/>
                      </a:solidFill>
                      <a:prstDash val="solid"/>
                      <a:round/>
                      <a:headEnd type="none" w="med" len="med"/>
                      <a:tailEnd type="none" w="med" len="med"/>
                    </a:lnT>
                    <a:lnB w="6350" cap="flat" cmpd="sng" algn="ctr">
                      <a:solidFill>
                        <a:srgbClr val="8CB1DE"/>
                      </a:solidFill>
                      <a:prstDash val="solid"/>
                      <a:round/>
                      <a:headEnd type="none" w="med" len="med"/>
                      <a:tailEnd type="none" w="med" len="med"/>
                    </a:lnB>
                    <a:solidFill>
                      <a:srgbClr val="D8E5F4"/>
                    </a:solidFill>
                  </a:tcPr>
                </a:tc>
                <a:tc>
                  <a:txBody>
                    <a:bodyPr/>
                    <a:lstStyle/>
                    <a:p>
                      <a:pPr algn="l" rtl="0" fontAlgn="base"/>
                      <a:r>
                        <a:rPr lang="en-US" sz="1400" b="0" i="0">
                          <a:effectLst/>
                          <a:latin typeface="Arial" panose="020B0604020202020204" pitchFamily="34" charset="0"/>
                        </a:rPr>
                        <a:t>1 - Fixed value </a:t>
                      </a:r>
                      <a:endParaRPr lang="en-US" sz="2400" b="0" i="0">
                        <a:effectLst/>
                      </a:endParaRPr>
                    </a:p>
                  </a:txBody>
                  <a:tcPr>
                    <a:lnL w="6350" cap="flat" cmpd="sng" algn="ctr">
                      <a:solidFill>
                        <a:srgbClr val="8CB1DE"/>
                      </a:solidFill>
                      <a:prstDash val="solid"/>
                      <a:round/>
                      <a:headEnd type="none" w="med" len="med"/>
                      <a:tailEnd type="none" w="med" len="med"/>
                    </a:lnL>
                    <a:lnR w="6350" cap="flat" cmpd="sng" algn="ctr">
                      <a:solidFill>
                        <a:srgbClr val="8CB1DE"/>
                      </a:solidFill>
                      <a:prstDash val="solid"/>
                      <a:round/>
                      <a:headEnd type="none" w="med" len="med"/>
                      <a:tailEnd type="none" w="med" len="med"/>
                    </a:lnR>
                    <a:lnT w="6350" cap="flat" cmpd="sng" algn="ctr">
                      <a:solidFill>
                        <a:srgbClr val="8CB1DE"/>
                      </a:solidFill>
                      <a:prstDash val="solid"/>
                      <a:round/>
                      <a:headEnd type="none" w="med" len="med"/>
                      <a:tailEnd type="none" w="med" len="med"/>
                    </a:lnT>
                    <a:lnB w="6350" cap="flat" cmpd="sng" algn="ctr">
                      <a:solidFill>
                        <a:srgbClr val="8CB1DE"/>
                      </a:solidFill>
                      <a:prstDash val="solid"/>
                      <a:round/>
                      <a:headEnd type="none" w="med" len="med"/>
                      <a:tailEnd type="none" w="med" len="med"/>
                    </a:lnB>
                    <a:solidFill>
                      <a:srgbClr val="D8E5F4"/>
                    </a:solidFill>
                  </a:tcPr>
                </a:tc>
                <a:tc>
                  <a:txBody>
                    <a:bodyPr/>
                    <a:lstStyle/>
                    <a:p>
                      <a:pPr algn="l" rtl="0" fontAlgn="base"/>
                      <a:r>
                        <a:rPr lang="en-US" sz="1400" b="0" i="0">
                          <a:effectLst/>
                          <a:latin typeface="Arial" panose="020B0604020202020204" pitchFamily="34" charset="0"/>
                        </a:rPr>
                        <a:t>Square meters </a:t>
                      </a:r>
                      <a:endParaRPr lang="en-US" sz="2400" b="0" i="0">
                        <a:effectLst/>
                      </a:endParaRPr>
                    </a:p>
                  </a:txBody>
                  <a:tcPr>
                    <a:lnL w="6350" cap="flat" cmpd="sng" algn="ctr">
                      <a:solidFill>
                        <a:srgbClr val="8CB1DE"/>
                      </a:solidFill>
                      <a:prstDash val="solid"/>
                      <a:round/>
                      <a:headEnd type="none" w="med" len="med"/>
                      <a:tailEnd type="none" w="med" len="med"/>
                    </a:lnL>
                    <a:lnR w="6350" cap="flat" cmpd="sng" algn="ctr">
                      <a:solidFill>
                        <a:srgbClr val="8CB1DE"/>
                      </a:solidFill>
                      <a:prstDash val="solid"/>
                      <a:round/>
                      <a:headEnd type="none" w="med" len="med"/>
                      <a:tailEnd type="none" w="med" len="med"/>
                    </a:lnR>
                    <a:lnT w="6350" cap="flat" cmpd="sng" algn="ctr">
                      <a:solidFill>
                        <a:srgbClr val="8CB1DE"/>
                      </a:solidFill>
                      <a:prstDash val="solid"/>
                      <a:round/>
                      <a:headEnd type="none" w="med" len="med"/>
                      <a:tailEnd type="none" w="med" len="med"/>
                    </a:lnT>
                    <a:lnB w="6350" cap="flat" cmpd="sng" algn="ctr">
                      <a:solidFill>
                        <a:srgbClr val="8CB1DE"/>
                      </a:solidFill>
                      <a:prstDash val="solid"/>
                      <a:round/>
                      <a:headEnd type="none" w="med" len="med"/>
                      <a:tailEnd type="none" w="med" len="med"/>
                    </a:lnB>
                    <a:solidFill>
                      <a:srgbClr val="D8E5F4"/>
                    </a:solidFill>
                  </a:tcPr>
                </a:tc>
                <a:tc>
                  <a:txBody>
                    <a:bodyPr/>
                    <a:lstStyle/>
                    <a:p>
                      <a:pPr algn="l" rtl="0" fontAlgn="base"/>
                      <a:r>
                        <a:rPr lang="en-US" sz="1200" b="0" i="0" kern="1200">
                          <a:solidFill>
                            <a:schemeClr val="tx1"/>
                          </a:solidFill>
                          <a:effectLst/>
                          <a:latin typeface="+mn-lt"/>
                          <a:ea typeface="+mn-ea"/>
                          <a:cs typeface="+mn-cs"/>
                        </a:rPr>
                        <a:t>Office related costs allocated based on square meters occupied, such as for locations with factory / market / global functions on the same site</a:t>
                      </a:r>
                    </a:p>
                  </a:txBody>
                  <a:tcPr>
                    <a:lnL w="6350" cap="flat" cmpd="sng" algn="ctr">
                      <a:solidFill>
                        <a:srgbClr val="8CB1DE"/>
                      </a:solidFill>
                      <a:prstDash val="solid"/>
                      <a:round/>
                      <a:headEnd type="none" w="med" len="med"/>
                      <a:tailEnd type="none" w="med" len="med"/>
                    </a:lnL>
                    <a:lnR w="6350" cap="flat" cmpd="sng" algn="ctr">
                      <a:solidFill>
                        <a:srgbClr val="8CB1DE"/>
                      </a:solidFill>
                      <a:prstDash val="solid"/>
                      <a:round/>
                      <a:headEnd type="none" w="med" len="med"/>
                      <a:tailEnd type="none" w="med" len="med"/>
                    </a:lnR>
                    <a:lnT w="6350" cap="flat" cmpd="sng" algn="ctr">
                      <a:solidFill>
                        <a:srgbClr val="8CB1DE"/>
                      </a:solidFill>
                      <a:prstDash val="solid"/>
                      <a:round/>
                      <a:headEnd type="none" w="med" len="med"/>
                      <a:tailEnd type="none" w="med" len="med"/>
                    </a:lnT>
                    <a:lnB w="6350" cap="flat" cmpd="sng" algn="ctr">
                      <a:solidFill>
                        <a:srgbClr val="8CB1DE"/>
                      </a:solidFill>
                      <a:prstDash val="solid"/>
                      <a:round/>
                      <a:headEnd type="none" w="med" len="med"/>
                      <a:tailEnd type="none" w="med" len="med"/>
                    </a:lnB>
                    <a:solidFill>
                      <a:srgbClr val="D8E5F4"/>
                    </a:solidFill>
                  </a:tcPr>
                </a:tc>
                <a:extLst>
                  <a:ext uri="{0D108BD9-81ED-4DB2-BD59-A6C34878D82A}">
                    <a16:rowId xmlns:a16="http://schemas.microsoft.com/office/drawing/2014/main" val="748215167"/>
                  </a:ext>
                </a:extLst>
              </a:tr>
              <a:tr h="462070">
                <a:tc>
                  <a:txBody>
                    <a:bodyPr/>
                    <a:lstStyle/>
                    <a:p>
                      <a:pPr algn="l" rtl="0" fontAlgn="base"/>
                      <a:r>
                        <a:rPr lang="en-US" sz="1400" b="1" i="0">
                          <a:effectLst/>
                          <a:latin typeface="Arial" panose="020B0604020202020204" pitchFamily="34" charset="0"/>
                        </a:rPr>
                        <a:t>GLTQTY </a:t>
                      </a:r>
                      <a:endParaRPr lang="en-US" sz="2400" b="1" i="0">
                        <a:effectLst/>
                      </a:endParaRPr>
                    </a:p>
                  </a:txBody>
                  <a:tcPr>
                    <a:lnL w="6350" cap="flat" cmpd="sng" algn="ctr">
                      <a:solidFill>
                        <a:srgbClr val="8CB1DE"/>
                      </a:solidFill>
                      <a:prstDash val="solid"/>
                      <a:round/>
                      <a:headEnd type="none" w="med" len="med"/>
                      <a:tailEnd type="none" w="med" len="med"/>
                    </a:lnL>
                    <a:lnR w="6350" cap="flat" cmpd="sng" algn="ctr">
                      <a:solidFill>
                        <a:srgbClr val="8CB1DE"/>
                      </a:solidFill>
                      <a:prstDash val="solid"/>
                      <a:round/>
                      <a:headEnd type="none" w="med" len="med"/>
                      <a:tailEnd type="none" w="med" len="med"/>
                    </a:lnR>
                    <a:lnT w="6350" cap="flat" cmpd="sng" algn="ctr">
                      <a:solidFill>
                        <a:srgbClr val="8CB1DE"/>
                      </a:solidFill>
                      <a:prstDash val="solid"/>
                      <a:round/>
                      <a:headEnd type="none" w="med" len="med"/>
                      <a:tailEnd type="none" w="med" len="med"/>
                    </a:lnT>
                    <a:lnB w="6350" cap="flat" cmpd="sng" algn="ctr">
                      <a:solidFill>
                        <a:srgbClr val="8CB1DE"/>
                      </a:solidFill>
                      <a:prstDash val="solid"/>
                      <a:round/>
                      <a:headEnd type="none" w="med" len="med"/>
                      <a:tailEnd type="none" w="med" len="med"/>
                    </a:lnB>
                  </a:tcPr>
                </a:tc>
                <a:tc>
                  <a:txBody>
                    <a:bodyPr/>
                    <a:lstStyle/>
                    <a:p>
                      <a:pPr algn="l" rtl="0" fontAlgn="base"/>
                      <a:r>
                        <a:rPr lang="en-US" sz="1400" b="0" i="0">
                          <a:effectLst/>
                          <a:latin typeface="Arial" panose="020B0604020202020204" pitchFamily="34" charset="0"/>
                        </a:rPr>
                        <a:t>2 - Total value </a:t>
                      </a:r>
                      <a:endParaRPr lang="en-US" sz="2400" b="0" i="0">
                        <a:effectLst/>
                      </a:endParaRPr>
                    </a:p>
                  </a:txBody>
                  <a:tcPr>
                    <a:lnL w="6350" cap="flat" cmpd="sng" algn="ctr">
                      <a:solidFill>
                        <a:srgbClr val="8CB1DE"/>
                      </a:solidFill>
                      <a:prstDash val="solid"/>
                      <a:round/>
                      <a:headEnd type="none" w="med" len="med"/>
                      <a:tailEnd type="none" w="med" len="med"/>
                    </a:lnL>
                    <a:lnR w="6350" cap="flat" cmpd="sng" algn="ctr">
                      <a:solidFill>
                        <a:srgbClr val="8CB1DE"/>
                      </a:solidFill>
                      <a:prstDash val="solid"/>
                      <a:round/>
                      <a:headEnd type="none" w="med" len="med"/>
                      <a:tailEnd type="none" w="med" len="med"/>
                    </a:lnR>
                    <a:lnT w="6350" cap="flat" cmpd="sng" algn="ctr">
                      <a:solidFill>
                        <a:srgbClr val="8CB1DE"/>
                      </a:solidFill>
                      <a:prstDash val="solid"/>
                      <a:round/>
                      <a:headEnd type="none" w="med" len="med"/>
                      <a:tailEnd type="none" w="med" len="med"/>
                    </a:lnT>
                    <a:lnB w="6350" cap="flat" cmpd="sng" algn="ctr">
                      <a:solidFill>
                        <a:srgbClr val="8CB1DE"/>
                      </a:solidFill>
                      <a:prstDash val="solid"/>
                      <a:round/>
                      <a:headEnd type="none" w="med" len="med"/>
                      <a:tailEnd type="none" w="med" len="med"/>
                    </a:lnB>
                  </a:tcPr>
                </a:tc>
                <a:tc>
                  <a:txBody>
                    <a:bodyPr/>
                    <a:lstStyle/>
                    <a:p>
                      <a:pPr algn="l" rtl="0" fontAlgn="base"/>
                      <a:r>
                        <a:rPr lang="en-US" sz="1400" b="0" i="0">
                          <a:effectLst/>
                          <a:latin typeface="Arial" panose="020B0604020202020204" pitchFamily="34" charset="0"/>
                        </a:rPr>
                        <a:t>Sales quantity/volumes </a:t>
                      </a:r>
                      <a:endParaRPr lang="en-US" sz="2400" b="0" i="0">
                        <a:effectLst/>
                      </a:endParaRPr>
                    </a:p>
                  </a:txBody>
                  <a:tcPr>
                    <a:lnL w="6350" cap="flat" cmpd="sng" algn="ctr">
                      <a:solidFill>
                        <a:srgbClr val="8CB1DE"/>
                      </a:solidFill>
                      <a:prstDash val="solid"/>
                      <a:round/>
                      <a:headEnd type="none" w="med" len="med"/>
                      <a:tailEnd type="none" w="med" len="med"/>
                    </a:lnL>
                    <a:lnR w="6350" cap="flat" cmpd="sng" algn="ctr">
                      <a:solidFill>
                        <a:srgbClr val="8CB1DE"/>
                      </a:solidFill>
                      <a:prstDash val="solid"/>
                      <a:round/>
                      <a:headEnd type="none" w="med" len="med"/>
                      <a:tailEnd type="none" w="med" len="med"/>
                    </a:lnR>
                    <a:lnT w="6350" cap="flat" cmpd="sng" algn="ctr">
                      <a:solidFill>
                        <a:srgbClr val="8CB1DE"/>
                      </a:solidFill>
                      <a:prstDash val="solid"/>
                      <a:round/>
                      <a:headEnd type="none" w="med" len="med"/>
                      <a:tailEnd type="none" w="med" len="med"/>
                    </a:lnT>
                    <a:lnB w="6350" cap="flat" cmpd="sng" algn="ctr">
                      <a:solidFill>
                        <a:srgbClr val="8CB1DE"/>
                      </a:solidFill>
                      <a:prstDash val="solid"/>
                      <a:round/>
                      <a:headEnd type="none" w="med" len="med"/>
                      <a:tailEnd type="none" w="med" len="med"/>
                    </a:lnB>
                  </a:tcPr>
                </a:tc>
                <a:tc>
                  <a:txBody>
                    <a:bodyPr/>
                    <a:lstStyle/>
                    <a:p>
                      <a:pPr algn="l" rtl="0" fontAlgn="base"/>
                      <a:r>
                        <a:rPr lang="en-US" sz="1200" b="0" i="0" kern="1200">
                          <a:solidFill>
                            <a:schemeClr val="tx1"/>
                          </a:solidFill>
                          <a:effectLst/>
                          <a:latin typeface="+mn-lt"/>
                          <a:ea typeface="+mn-ea"/>
                          <a:cs typeface="+mn-cs"/>
                        </a:rPr>
                        <a:t>Service costs to be allocated to other markets based on sales volumes (and potentially also cross-charged as part of a service agreement)</a:t>
                      </a:r>
                    </a:p>
                  </a:txBody>
                  <a:tcPr>
                    <a:lnL w="6350" cap="flat" cmpd="sng" algn="ctr">
                      <a:solidFill>
                        <a:srgbClr val="8CB1DE"/>
                      </a:solidFill>
                      <a:prstDash val="solid"/>
                      <a:round/>
                      <a:headEnd type="none" w="med" len="med"/>
                      <a:tailEnd type="none" w="med" len="med"/>
                    </a:lnL>
                    <a:lnR w="6350" cap="flat" cmpd="sng" algn="ctr">
                      <a:solidFill>
                        <a:srgbClr val="8CB1DE"/>
                      </a:solidFill>
                      <a:prstDash val="solid"/>
                      <a:round/>
                      <a:headEnd type="none" w="med" len="med"/>
                      <a:tailEnd type="none" w="med" len="med"/>
                    </a:lnR>
                    <a:lnT w="6350" cap="flat" cmpd="sng" algn="ctr">
                      <a:solidFill>
                        <a:srgbClr val="8CB1DE"/>
                      </a:solidFill>
                      <a:prstDash val="solid"/>
                      <a:round/>
                      <a:headEnd type="none" w="med" len="med"/>
                      <a:tailEnd type="none" w="med" len="med"/>
                    </a:lnT>
                    <a:lnB w="6350" cap="flat" cmpd="sng" algn="ctr">
                      <a:solidFill>
                        <a:srgbClr val="8CB1DE"/>
                      </a:solidFill>
                      <a:prstDash val="solid"/>
                      <a:round/>
                      <a:headEnd type="none" w="med" len="med"/>
                      <a:tailEnd type="none" w="med" len="med"/>
                    </a:lnB>
                  </a:tcPr>
                </a:tc>
                <a:extLst>
                  <a:ext uri="{0D108BD9-81ED-4DB2-BD59-A6C34878D82A}">
                    <a16:rowId xmlns:a16="http://schemas.microsoft.com/office/drawing/2014/main" val="3252644003"/>
                  </a:ext>
                </a:extLst>
              </a:tr>
              <a:tr h="462070">
                <a:tc>
                  <a:txBody>
                    <a:bodyPr/>
                    <a:lstStyle/>
                    <a:p>
                      <a:pPr algn="l" rtl="0" fontAlgn="base"/>
                      <a:r>
                        <a:rPr lang="en-US" sz="1400" b="1" i="0">
                          <a:effectLst/>
                          <a:latin typeface="Arial" panose="020B0604020202020204" pitchFamily="34" charset="0"/>
                        </a:rPr>
                        <a:t>GLTREV </a:t>
                      </a:r>
                      <a:endParaRPr lang="en-US" sz="2400" b="1" i="0">
                        <a:effectLst/>
                      </a:endParaRPr>
                    </a:p>
                  </a:txBody>
                  <a:tcPr>
                    <a:lnL w="6350" cap="flat" cmpd="sng" algn="ctr">
                      <a:solidFill>
                        <a:srgbClr val="8CB1DE"/>
                      </a:solidFill>
                      <a:prstDash val="solid"/>
                      <a:round/>
                      <a:headEnd type="none" w="med" len="med"/>
                      <a:tailEnd type="none" w="med" len="med"/>
                    </a:lnL>
                    <a:lnR w="6350" cap="flat" cmpd="sng" algn="ctr">
                      <a:solidFill>
                        <a:srgbClr val="8CB1DE"/>
                      </a:solidFill>
                      <a:prstDash val="solid"/>
                      <a:round/>
                      <a:headEnd type="none" w="med" len="med"/>
                      <a:tailEnd type="none" w="med" len="med"/>
                    </a:lnR>
                    <a:lnT w="6350" cap="flat" cmpd="sng" algn="ctr">
                      <a:solidFill>
                        <a:srgbClr val="8CB1DE"/>
                      </a:solidFill>
                      <a:prstDash val="solid"/>
                      <a:round/>
                      <a:headEnd type="none" w="med" len="med"/>
                      <a:tailEnd type="none" w="med" len="med"/>
                    </a:lnT>
                    <a:lnB w="6350" cap="flat" cmpd="sng" algn="ctr">
                      <a:solidFill>
                        <a:srgbClr val="8CB1DE"/>
                      </a:solidFill>
                      <a:prstDash val="solid"/>
                      <a:round/>
                      <a:headEnd type="none" w="med" len="med"/>
                      <a:tailEnd type="none" w="med" len="med"/>
                    </a:lnB>
                    <a:solidFill>
                      <a:srgbClr val="D8E5F4"/>
                    </a:solidFill>
                  </a:tcPr>
                </a:tc>
                <a:tc>
                  <a:txBody>
                    <a:bodyPr/>
                    <a:lstStyle/>
                    <a:p>
                      <a:pPr algn="l" rtl="0" fontAlgn="base"/>
                      <a:r>
                        <a:rPr lang="en-US" sz="1400" b="0" i="0">
                          <a:effectLst/>
                          <a:latin typeface="Arial" panose="020B0604020202020204" pitchFamily="34" charset="0"/>
                        </a:rPr>
                        <a:t>2 - Total value </a:t>
                      </a:r>
                      <a:endParaRPr lang="en-US" sz="2400" b="0" i="0">
                        <a:effectLst/>
                      </a:endParaRPr>
                    </a:p>
                  </a:txBody>
                  <a:tcPr>
                    <a:lnL w="6350" cap="flat" cmpd="sng" algn="ctr">
                      <a:solidFill>
                        <a:srgbClr val="8CB1DE"/>
                      </a:solidFill>
                      <a:prstDash val="solid"/>
                      <a:round/>
                      <a:headEnd type="none" w="med" len="med"/>
                      <a:tailEnd type="none" w="med" len="med"/>
                    </a:lnL>
                    <a:lnR w="6350" cap="flat" cmpd="sng" algn="ctr">
                      <a:solidFill>
                        <a:srgbClr val="8CB1DE"/>
                      </a:solidFill>
                      <a:prstDash val="solid"/>
                      <a:round/>
                      <a:headEnd type="none" w="med" len="med"/>
                      <a:tailEnd type="none" w="med" len="med"/>
                    </a:lnR>
                    <a:lnT w="6350" cap="flat" cmpd="sng" algn="ctr">
                      <a:solidFill>
                        <a:srgbClr val="8CB1DE"/>
                      </a:solidFill>
                      <a:prstDash val="solid"/>
                      <a:round/>
                      <a:headEnd type="none" w="med" len="med"/>
                      <a:tailEnd type="none" w="med" len="med"/>
                    </a:lnT>
                    <a:lnB w="6350" cap="flat" cmpd="sng" algn="ctr">
                      <a:solidFill>
                        <a:srgbClr val="8CB1DE"/>
                      </a:solidFill>
                      <a:prstDash val="solid"/>
                      <a:round/>
                      <a:headEnd type="none" w="med" len="med"/>
                      <a:tailEnd type="none" w="med" len="med"/>
                    </a:lnB>
                    <a:solidFill>
                      <a:srgbClr val="D8E5F4"/>
                    </a:solidFill>
                  </a:tcPr>
                </a:tc>
                <a:tc>
                  <a:txBody>
                    <a:bodyPr/>
                    <a:lstStyle/>
                    <a:p>
                      <a:pPr algn="l" rtl="0" fontAlgn="base"/>
                      <a:r>
                        <a:rPr lang="en-US" sz="1400" b="0" i="0">
                          <a:effectLst/>
                          <a:latin typeface="Arial" panose="020B0604020202020204" pitchFamily="34" charset="0"/>
                        </a:rPr>
                        <a:t>Sales revenue </a:t>
                      </a:r>
                      <a:endParaRPr lang="en-US" sz="2400" b="0" i="0">
                        <a:effectLst/>
                      </a:endParaRPr>
                    </a:p>
                  </a:txBody>
                  <a:tcPr>
                    <a:lnL w="6350" cap="flat" cmpd="sng" algn="ctr">
                      <a:solidFill>
                        <a:srgbClr val="8CB1DE"/>
                      </a:solidFill>
                      <a:prstDash val="solid"/>
                      <a:round/>
                      <a:headEnd type="none" w="med" len="med"/>
                      <a:tailEnd type="none" w="med" len="med"/>
                    </a:lnL>
                    <a:lnR w="6350" cap="flat" cmpd="sng" algn="ctr">
                      <a:solidFill>
                        <a:srgbClr val="8CB1DE"/>
                      </a:solidFill>
                      <a:prstDash val="solid"/>
                      <a:round/>
                      <a:headEnd type="none" w="med" len="med"/>
                      <a:tailEnd type="none" w="med" len="med"/>
                    </a:lnR>
                    <a:lnT w="6350" cap="flat" cmpd="sng" algn="ctr">
                      <a:solidFill>
                        <a:srgbClr val="8CB1DE"/>
                      </a:solidFill>
                      <a:prstDash val="solid"/>
                      <a:round/>
                      <a:headEnd type="none" w="med" len="med"/>
                      <a:tailEnd type="none" w="med" len="med"/>
                    </a:lnT>
                    <a:lnB w="6350" cap="flat" cmpd="sng" algn="ctr">
                      <a:solidFill>
                        <a:srgbClr val="8CB1DE"/>
                      </a:solidFill>
                      <a:prstDash val="solid"/>
                      <a:round/>
                      <a:headEnd type="none" w="med" len="med"/>
                      <a:tailEnd type="none" w="med" len="med"/>
                    </a:lnB>
                    <a:solidFill>
                      <a:srgbClr val="D8E5F4"/>
                    </a:solidFill>
                  </a:tcPr>
                </a:tc>
                <a:tc>
                  <a:txBody>
                    <a:bodyPr/>
                    <a:lstStyle/>
                    <a:p>
                      <a:pPr marL="0" algn="l" defTabSz="914400" rtl="0" eaLnBrk="1" fontAlgn="base" latinLnBrk="0" hangingPunct="1"/>
                      <a:r>
                        <a:rPr lang="en-US" sz="1200" b="0" i="0" kern="1200">
                          <a:solidFill>
                            <a:schemeClr val="tx1"/>
                          </a:solidFill>
                          <a:effectLst/>
                          <a:latin typeface="+mn-lt"/>
                          <a:ea typeface="+mn-ea"/>
                          <a:cs typeface="+mn-cs"/>
                        </a:rPr>
                        <a:t>Service costs to be allocated to other markets based on sales volumes (and potentially also cross-charged as part of a service agreement)</a:t>
                      </a:r>
                    </a:p>
                  </a:txBody>
                  <a:tcPr>
                    <a:lnL w="6350" cap="flat" cmpd="sng" algn="ctr">
                      <a:solidFill>
                        <a:srgbClr val="8CB1DE"/>
                      </a:solidFill>
                      <a:prstDash val="solid"/>
                      <a:round/>
                      <a:headEnd type="none" w="med" len="med"/>
                      <a:tailEnd type="none" w="med" len="med"/>
                    </a:lnL>
                    <a:lnR w="6350" cap="flat" cmpd="sng" algn="ctr">
                      <a:solidFill>
                        <a:srgbClr val="8CB1DE"/>
                      </a:solidFill>
                      <a:prstDash val="solid"/>
                      <a:round/>
                      <a:headEnd type="none" w="med" len="med"/>
                      <a:tailEnd type="none" w="med" len="med"/>
                    </a:lnR>
                    <a:lnT w="6350" cap="flat" cmpd="sng" algn="ctr">
                      <a:solidFill>
                        <a:srgbClr val="8CB1DE"/>
                      </a:solidFill>
                      <a:prstDash val="solid"/>
                      <a:round/>
                      <a:headEnd type="none" w="med" len="med"/>
                      <a:tailEnd type="none" w="med" len="med"/>
                    </a:lnT>
                    <a:lnB w="6350" cap="flat" cmpd="sng" algn="ctr">
                      <a:solidFill>
                        <a:srgbClr val="8CB1DE"/>
                      </a:solidFill>
                      <a:prstDash val="solid"/>
                      <a:round/>
                      <a:headEnd type="none" w="med" len="med"/>
                      <a:tailEnd type="none" w="med" len="med"/>
                    </a:lnB>
                    <a:solidFill>
                      <a:srgbClr val="D8E5F4"/>
                    </a:solidFill>
                  </a:tcPr>
                </a:tc>
                <a:extLst>
                  <a:ext uri="{0D108BD9-81ED-4DB2-BD59-A6C34878D82A}">
                    <a16:rowId xmlns:a16="http://schemas.microsoft.com/office/drawing/2014/main" val="676671670"/>
                  </a:ext>
                </a:extLst>
              </a:tr>
              <a:tr h="462070">
                <a:tc>
                  <a:txBody>
                    <a:bodyPr/>
                    <a:lstStyle/>
                    <a:p>
                      <a:pPr algn="l" rtl="0" fontAlgn="base"/>
                      <a:r>
                        <a:rPr lang="en-US" sz="1400" b="1" i="0">
                          <a:effectLst/>
                          <a:latin typeface="Arial" panose="020B0604020202020204" pitchFamily="34" charset="0"/>
                        </a:rPr>
                        <a:t>FPRCNT </a:t>
                      </a:r>
                      <a:endParaRPr lang="en-US" sz="2400" b="1" i="0">
                        <a:effectLst/>
                      </a:endParaRPr>
                    </a:p>
                  </a:txBody>
                  <a:tcPr>
                    <a:lnL w="6350" cap="flat" cmpd="sng" algn="ctr">
                      <a:solidFill>
                        <a:srgbClr val="8CB1DE"/>
                      </a:solidFill>
                      <a:prstDash val="solid"/>
                      <a:round/>
                      <a:headEnd type="none" w="med" len="med"/>
                      <a:tailEnd type="none" w="med" len="med"/>
                    </a:lnL>
                    <a:lnR w="6350" cap="flat" cmpd="sng" algn="ctr">
                      <a:solidFill>
                        <a:srgbClr val="8CB1DE"/>
                      </a:solidFill>
                      <a:prstDash val="solid"/>
                      <a:round/>
                      <a:headEnd type="none" w="med" len="med"/>
                      <a:tailEnd type="none" w="med" len="med"/>
                    </a:lnR>
                    <a:lnT w="6350" cap="flat" cmpd="sng" algn="ctr">
                      <a:solidFill>
                        <a:srgbClr val="8CB1DE"/>
                      </a:solidFill>
                      <a:prstDash val="solid"/>
                      <a:round/>
                      <a:headEnd type="none" w="med" len="med"/>
                      <a:tailEnd type="none" w="med" len="med"/>
                    </a:lnT>
                    <a:lnB w="6350" cap="flat" cmpd="sng" algn="ctr">
                      <a:solidFill>
                        <a:srgbClr val="8CB1DE"/>
                      </a:solidFill>
                      <a:prstDash val="solid"/>
                      <a:round/>
                      <a:headEnd type="none" w="med" len="med"/>
                      <a:tailEnd type="none" w="med" len="med"/>
                    </a:lnB>
                  </a:tcPr>
                </a:tc>
                <a:tc>
                  <a:txBody>
                    <a:bodyPr/>
                    <a:lstStyle/>
                    <a:p>
                      <a:pPr algn="l" rtl="0" fontAlgn="base"/>
                      <a:r>
                        <a:rPr lang="en-US" sz="1400" b="0" i="0">
                          <a:effectLst/>
                          <a:latin typeface="Arial" panose="020B0604020202020204" pitchFamily="34" charset="0"/>
                        </a:rPr>
                        <a:t>1 - Fixed value </a:t>
                      </a:r>
                      <a:endParaRPr lang="en-US" sz="2400" b="0" i="0">
                        <a:effectLst/>
                      </a:endParaRPr>
                    </a:p>
                  </a:txBody>
                  <a:tcPr>
                    <a:lnL w="6350" cap="flat" cmpd="sng" algn="ctr">
                      <a:solidFill>
                        <a:srgbClr val="8CB1DE"/>
                      </a:solidFill>
                      <a:prstDash val="solid"/>
                      <a:round/>
                      <a:headEnd type="none" w="med" len="med"/>
                      <a:tailEnd type="none" w="med" len="med"/>
                    </a:lnL>
                    <a:lnR w="6350" cap="flat" cmpd="sng" algn="ctr">
                      <a:solidFill>
                        <a:srgbClr val="8CB1DE"/>
                      </a:solidFill>
                      <a:prstDash val="solid"/>
                      <a:round/>
                      <a:headEnd type="none" w="med" len="med"/>
                      <a:tailEnd type="none" w="med" len="med"/>
                    </a:lnR>
                    <a:lnT w="6350" cap="flat" cmpd="sng" algn="ctr">
                      <a:solidFill>
                        <a:srgbClr val="8CB1DE"/>
                      </a:solidFill>
                      <a:prstDash val="solid"/>
                      <a:round/>
                      <a:headEnd type="none" w="med" len="med"/>
                      <a:tailEnd type="none" w="med" len="med"/>
                    </a:lnT>
                    <a:lnB w="6350" cap="flat" cmpd="sng" algn="ctr">
                      <a:solidFill>
                        <a:srgbClr val="8CB1DE"/>
                      </a:solidFill>
                      <a:prstDash val="solid"/>
                      <a:round/>
                      <a:headEnd type="none" w="med" len="med"/>
                      <a:tailEnd type="none" w="med" len="med"/>
                    </a:lnB>
                  </a:tcPr>
                </a:tc>
                <a:tc>
                  <a:txBody>
                    <a:bodyPr/>
                    <a:lstStyle/>
                    <a:p>
                      <a:pPr algn="l" rtl="0" fontAlgn="base"/>
                      <a:r>
                        <a:rPr lang="en-US" sz="1400" b="0" i="0">
                          <a:effectLst/>
                          <a:latin typeface="Arial" panose="020B0604020202020204" pitchFamily="34" charset="0"/>
                        </a:rPr>
                        <a:t>Fixed Percentage </a:t>
                      </a:r>
                      <a:endParaRPr lang="en-US" sz="2400" b="0" i="0">
                        <a:effectLst/>
                      </a:endParaRPr>
                    </a:p>
                  </a:txBody>
                  <a:tcPr>
                    <a:lnL w="6350" cap="flat" cmpd="sng" algn="ctr">
                      <a:solidFill>
                        <a:srgbClr val="8CB1DE"/>
                      </a:solidFill>
                      <a:prstDash val="solid"/>
                      <a:round/>
                      <a:headEnd type="none" w="med" len="med"/>
                      <a:tailEnd type="none" w="med" len="med"/>
                    </a:lnL>
                    <a:lnR w="6350" cap="flat" cmpd="sng" algn="ctr">
                      <a:solidFill>
                        <a:srgbClr val="8CB1DE"/>
                      </a:solidFill>
                      <a:prstDash val="solid"/>
                      <a:round/>
                      <a:headEnd type="none" w="med" len="med"/>
                      <a:tailEnd type="none" w="med" len="med"/>
                    </a:lnR>
                    <a:lnT w="6350" cap="flat" cmpd="sng" algn="ctr">
                      <a:solidFill>
                        <a:srgbClr val="8CB1DE"/>
                      </a:solidFill>
                      <a:prstDash val="solid"/>
                      <a:round/>
                      <a:headEnd type="none" w="med" len="med"/>
                      <a:tailEnd type="none" w="med" len="med"/>
                    </a:lnT>
                    <a:lnB w="6350" cap="flat" cmpd="sng" algn="ctr">
                      <a:solidFill>
                        <a:srgbClr val="8CB1DE"/>
                      </a:solidFill>
                      <a:prstDash val="solid"/>
                      <a:round/>
                      <a:headEnd type="none" w="med" len="med"/>
                      <a:tailEnd type="none" w="med" len="med"/>
                    </a:lnB>
                  </a:tcPr>
                </a:tc>
                <a:tc>
                  <a:txBody>
                    <a:bodyPr/>
                    <a:lstStyle/>
                    <a:p>
                      <a:pPr marL="0" algn="l" defTabSz="914400" rtl="0" eaLnBrk="1" fontAlgn="base" latinLnBrk="0" hangingPunct="1"/>
                      <a:r>
                        <a:rPr lang="en-US" sz="1200" b="0" i="0" kern="1200">
                          <a:solidFill>
                            <a:schemeClr val="tx1"/>
                          </a:solidFill>
                          <a:effectLst/>
                          <a:latin typeface="+mn-lt"/>
                          <a:ea typeface="+mn-ea"/>
                          <a:cs typeface="+mn-cs"/>
                        </a:rPr>
                        <a:t>Costs to be allocated based on % calculated during A&amp;SP</a:t>
                      </a:r>
                    </a:p>
                  </a:txBody>
                  <a:tcPr>
                    <a:lnL w="6350" cap="flat" cmpd="sng" algn="ctr">
                      <a:solidFill>
                        <a:srgbClr val="8CB1DE"/>
                      </a:solidFill>
                      <a:prstDash val="solid"/>
                      <a:round/>
                      <a:headEnd type="none" w="med" len="med"/>
                      <a:tailEnd type="none" w="med" len="med"/>
                    </a:lnL>
                    <a:lnR w="6350" cap="flat" cmpd="sng" algn="ctr">
                      <a:solidFill>
                        <a:srgbClr val="8CB1DE"/>
                      </a:solidFill>
                      <a:prstDash val="solid"/>
                      <a:round/>
                      <a:headEnd type="none" w="med" len="med"/>
                      <a:tailEnd type="none" w="med" len="med"/>
                    </a:lnR>
                    <a:lnT w="6350" cap="flat" cmpd="sng" algn="ctr">
                      <a:solidFill>
                        <a:srgbClr val="8CB1DE"/>
                      </a:solidFill>
                      <a:prstDash val="solid"/>
                      <a:round/>
                      <a:headEnd type="none" w="med" len="med"/>
                      <a:tailEnd type="none" w="med" len="med"/>
                    </a:lnT>
                    <a:lnB w="6350" cap="flat" cmpd="sng" algn="ctr">
                      <a:solidFill>
                        <a:srgbClr val="8CB1DE"/>
                      </a:solidFill>
                      <a:prstDash val="solid"/>
                      <a:round/>
                      <a:headEnd type="none" w="med" len="med"/>
                      <a:tailEnd type="none" w="med" len="med"/>
                    </a:lnB>
                  </a:tcPr>
                </a:tc>
                <a:extLst>
                  <a:ext uri="{0D108BD9-81ED-4DB2-BD59-A6C34878D82A}">
                    <a16:rowId xmlns:a16="http://schemas.microsoft.com/office/drawing/2014/main" val="1635247485"/>
                  </a:ext>
                </a:extLst>
              </a:tr>
              <a:tr h="462070">
                <a:tc>
                  <a:txBody>
                    <a:bodyPr/>
                    <a:lstStyle/>
                    <a:p>
                      <a:pPr algn="l" rtl="0" fontAlgn="base"/>
                      <a:r>
                        <a:rPr lang="en-US" sz="1400" b="1" i="0">
                          <a:effectLst/>
                          <a:latin typeface="Arial" panose="020B0604020202020204" pitchFamily="34" charset="0"/>
                        </a:rPr>
                        <a:t>TR_VOL </a:t>
                      </a:r>
                      <a:endParaRPr lang="en-US" sz="2400" b="1" i="0">
                        <a:effectLst/>
                      </a:endParaRPr>
                    </a:p>
                  </a:txBody>
                  <a:tcPr>
                    <a:lnL w="6350" cap="flat" cmpd="sng" algn="ctr">
                      <a:solidFill>
                        <a:srgbClr val="8CB1DE"/>
                      </a:solidFill>
                      <a:prstDash val="solid"/>
                      <a:round/>
                      <a:headEnd type="none" w="med" len="med"/>
                      <a:tailEnd type="none" w="med" len="med"/>
                    </a:lnL>
                    <a:lnR w="6350" cap="flat" cmpd="sng" algn="ctr">
                      <a:solidFill>
                        <a:srgbClr val="8CB1DE"/>
                      </a:solidFill>
                      <a:prstDash val="solid"/>
                      <a:round/>
                      <a:headEnd type="none" w="med" len="med"/>
                      <a:tailEnd type="none" w="med" len="med"/>
                    </a:lnR>
                    <a:lnT w="6350" cap="flat" cmpd="sng" algn="ctr">
                      <a:solidFill>
                        <a:srgbClr val="8CB1DE"/>
                      </a:solidFill>
                      <a:prstDash val="solid"/>
                      <a:round/>
                      <a:headEnd type="none" w="med" len="med"/>
                      <a:tailEnd type="none" w="med" len="med"/>
                    </a:lnT>
                    <a:lnB w="6350" cap="flat" cmpd="sng" algn="ctr">
                      <a:solidFill>
                        <a:srgbClr val="8CB1DE"/>
                      </a:solidFill>
                      <a:prstDash val="solid"/>
                      <a:round/>
                      <a:headEnd type="none" w="med" len="med"/>
                      <a:tailEnd type="none" w="med" len="med"/>
                    </a:lnB>
                    <a:solidFill>
                      <a:srgbClr val="D8E5F4"/>
                    </a:solidFill>
                  </a:tcPr>
                </a:tc>
                <a:tc>
                  <a:txBody>
                    <a:bodyPr/>
                    <a:lstStyle/>
                    <a:p>
                      <a:pPr algn="l" rtl="0" fontAlgn="base"/>
                      <a:r>
                        <a:rPr lang="en-US" sz="1400" b="0" i="0">
                          <a:effectLst/>
                          <a:latin typeface="Arial" panose="020B0604020202020204" pitchFamily="34" charset="0"/>
                        </a:rPr>
                        <a:t>1 - Fixed value</a:t>
                      </a:r>
                      <a:endParaRPr lang="en-US" sz="2400" b="0" i="0">
                        <a:effectLst/>
                      </a:endParaRPr>
                    </a:p>
                  </a:txBody>
                  <a:tcPr>
                    <a:lnL w="6350" cap="flat" cmpd="sng" algn="ctr">
                      <a:solidFill>
                        <a:srgbClr val="8CB1DE"/>
                      </a:solidFill>
                      <a:prstDash val="solid"/>
                      <a:round/>
                      <a:headEnd type="none" w="med" len="med"/>
                      <a:tailEnd type="none" w="med" len="med"/>
                    </a:lnL>
                    <a:lnR w="6350" cap="flat" cmpd="sng" algn="ctr">
                      <a:solidFill>
                        <a:srgbClr val="8CB1DE"/>
                      </a:solidFill>
                      <a:prstDash val="solid"/>
                      <a:round/>
                      <a:headEnd type="none" w="med" len="med"/>
                      <a:tailEnd type="none" w="med" len="med"/>
                    </a:lnR>
                    <a:lnT w="6350" cap="flat" cmpd="sng" algn="ctr">
                      <a:solidFill>
                        <a:srgbClr val="8CB1DE"/>
                      </a:solidFill>
                      <a:prstDash val="solid"/>
                      <a:round/>
                      <a:headEnd type="none" w="med" len="med"/>
                      <a:tailEnd type="none" w="med" len="med"/>
                    </a:lnT>
                    <a:lnB w="6350" cap="flat" cmpd="sng" algn="ctr">
                      <a:solidFill>
                        <a:srgbClr val="8CB1DE"/>
                      </a:solidFill>
                      <a:prstDash val="solid"/>
                      <a:round/>
                      <a:headEnd type="none" w="med" len="med"/>
                      <a:tailEnd type="none" w="med" len="med"/>
                    </a:lnB>
                    <a:solidFill>
                      <a:srgbClr val="D8E5F4"/>
                    </a:solidFill>
                  </a:tcPr>
                </a:tc>
                <a:tc>
                  <a:txBody>
                    <a:bodyPr/>
                    <a:lstStyle/>
                    <a:p>
                      <a:pPr algn="l" rtl="0" fontAlgn="base"/>
                      <a:r>
                        <a:rPr lang="en-US" sz="1400" b="0" i="0">
                          <a:effectLst/>
                          <a:latin typeface="Arial" panose="020B0604020202020204" pitchFamily="34" charset="0"/>
                        </a:rPr>
                        <a:t>BSC: volume of processed transactions </a:t>
                      </a:r>
                      <a:endParaRPr lang="en-US" sz="2400" b="0" i="0">
                        <a:effectLst/>
                      </a:endParaRPr>
                    </a:p>
                  </a:txBody>
                  <a:tcPr>
                    <a:lnL w="6350" cap="flat" cmpd="sng" algn="ctr">
                      <a:solidFill>
                        <a:srgbClr val="8CB1DE"/>
                      </a:solidFill>
                      <a:prstDash val="solid"/>
                      <a:round/>
                      <a:headEnd type="none" w="med" len="med"/>
                      <a:tailEnd type="none" w="med" len="med"/>
                    </a:lnL>
                    <a:lnR w="6350" cap="flat" cmpd="sng" algn="ctr">
                      <a:solidFill>
                        <a:srgbClr val="8CB1DE"/>
                      </a:solidFill>
                      <a:prstDash val="solid"/>
                      <a:round/>
                      <a:headEnd type="none" w="med" len="med"/>
                      <a:tailEnd type="none" w="med" len="med"/>
                    </a:lnR>
                    <a:lnT w="6350" cap="flat" cmpd="sng" algn="ctr">
                      <a:solidFill>
                        <a:srgbClr val="8CB1DE"/>
                      </a:solidFill>
                      <a:prstDash val="solid"/>
                      <a:round/>
                      <a:headEnd type="none" w="med" len="med"/>
                      <a:tailEnd type="none" w="med" len="med"/>
                    </a:lnT>
                    <a:lnB w="6350" cap="flat" cmpd="sng" algn="ctr">
                      <a:solidFill>
                        <a:srgbClr val="8CB1DE"/>
                      </a:solidFill>
                      <a:prstDash val="solid"/>
                      <a:round/>
                      <a:headEnd type="none" w="med" len="med"/>
                      <a:tailEnd type="none" w="med" len="med"/>
                    </a:lnB>
                    <a:solidFill>
                      <a:srgbClr val="D8E5F4"/>
                    </a:solidFill>
                  </a:tcPr>
                </a:tc>
                <a:tc>
                  <a:txBody>
                    <a:bodyPr/>
                    <a:lstStyle/>
                    <a:p>
                      <a:pPr marL="0" algn="l" defTabSz="914400" rtl="0" eaLnBrk="1" fontAlgn="base" latinLnBrk="0" hangingPunct="1"/>
                      <a:r>
                        <a:rPr lang="en-US" sz="1200" b="0" i="0" kern="1200">
                          <a:solidFill>
                            <a:schemeClr val="tx1"/>
                          </a:solidFill>
                          <a:effectLst/>
                          <a:latin typeface="+mn-lt"/>
                          <a:ea typeface="+mn-ea"/>
                          <a:cs typeface="+mn-cs"/>
                        </a:rPr>
                        <a:t>Costs of business service centers (BSCs) to be billed to other entities</a:t>
                      </a:r>
                    </a:p>
                  </a:txBody>
                  <a:tcPr>
                    <a:lnL w="6350" cap="flat" cmpd="sng" algn="ctr">
                      <a:solidFill>
                        <a:srgbClr val="8CB1DE"/>
                      </a:solidFill>
                      <a:prstDash val="solid"/>
                      <a:round/>
                      <a:headEnd type="none" w="med" len="med"/>
                      <a:tailEnd type="none" w="med" len="med"/>
                    </a:lnL>
                    <a:lnR w="6350" cap="flat" cmpd="sng" algn="ctr">
                      <a:solidFill>
                        <a:srgbClr val="8CB1DE"/>
                      </a:solidFill>
                      <a:prstDash val="solid"/>
                      <a:round/>
                      <a:headEnd type="none" w="med" len="med"/>
                      <a:tailEnd type="none" w="med" len="med"/>
                    </a:lnR>
                    <a:lnT w="6350" cap="flat" cmpd="sng" algn="ctr">
                      <a:solidFill>
                        <a:srgbClr val="8CB1DE"/>
                      </a:solidFill>
                      <a:prstDash val="solid"/>
                      <a:round/>
                      <a:headEnd type="none" w="med" len="med"/>
                      <a:tailEnd type="none" w="med" len="med"/>
                    </a:lnT>
                    <a:lnB w="6350" cap="flat" cmpd="sng" algn="ctr">
                      <a:solidFill>
                        <a:srgbClr val="8CB1DE"/>
                      </a:solidFill>
                      <a:prstDash val="solid"/>
                      <a:round/>
                      <a:headEnd type="none" w="med" len="med"/>
                      <a:tailEnd type="none" w="med" len="med"/>
                    </a:lnB>
                    <a:solidFill>
                      <a:srgbClr val="D8E5F4"/>
                    </a:solidFill>
                  </a:tcPr>
                </a:tc>
                <a:extLst>
                  <a:ext uri="{0D108BD9-81ED-4DB2-BD59-A6C34878D82A}">
                    <a16:rowId xmlns:a16="http://schemas.microsoft.com/office/drawing/2014/main" val="1185128529"/>
                  </a:ext>
                </a:extLst>
              </a:tr>
            </a:tbl>
          </a:graphicData>
        </a:graphic>
      </p:graphicFrame>
    </p:spTree>
    <p:extLst>
      <p:ext uri="{BB962C8B-B14F-4D97-AF65-F5344CB8AC3E}">
        <p14:creationId xmlns:p14="http://schemas.microsoft.com/office/powerpoint/2010/main" val="276117221"/>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 name="タイトル 1">
            <a:extLst>
              <a:ext uri="{FF2B5EF4-FFF2-40B4-BE49-F238E27FC236}">
                <a16:creationId xmlns:a16="http://schemas.microsoft.com/office/drawing/2014/main" id="{B6421606-497A-AC6B-F2AE-4C3BD3B4C6D9}"/>
              </a:ext>
            </a:extLst>
          </p:cNvPr>
          <p:cNvSpPr txBox="1">
            <a:spLocks/>
          </p:cNvSpPr>
          <p:nvPr/>
        </p:nvSpPr>
        <p:spPr>
          <a:xfrm>
            <a:off x="1511276" y="210344"/>
            <a:ext cx="8470924" cy="984247"/>
          </a:xfrm>
          <a:prstGeom prst="rect">
            <a:avLst/>
          </a:prstGeom>
        </p:spPr>
        <p:txBody>
          <a:bodyPr vert="horz" lIns="0" tIns="0" rIns="0" bIns="0" rtlCol="0" anchor="b" anchorCtr="0">
            <a:noAutofit/>
          </a:bodyPr>
          <a:lstStyle>
            <a:lvl1pPr algn="l" defTabSz="914400" rtl="0" eaLnBrk="1" latinLnBrk="0" hangingPunct="1">
              <a:lnSpc>
                <a:spcPct val="90000"/>
              </a:lnSpc>
              <a:spcBef>
                <a:spcPct val="0"/>
              </a:spcBef>
              <a:buNone/>
              <a:defRPr sz="3200" b="1" kern="1200">
                <a:solidFill>
                  <a:schemeClr val="tx1"/>
                </a:solidFill>
                <a:latin typeface="+mj-lt"/>
                <a:ea typeface="+mj-ea"/>
                <a:cs typeface="+mj-cs"/>
              </a:defRPr>
            </a:lvl1pPr>
          </a:lstStyle>
          <a:p>
            <a:pPr marL="0" marR="0" lvl="0" indent="0" algn="l" defTabSz="914400" rtl="0" eaLnBrk="1" fontAlgn="auto" latinLnBrk="0" hangingPunct="1">
              <a:lnSpc>
                <a:spcPct val="90000"/>
              </a:lnSpc>
              <a:spcBef>
                <a:spcPct val="0"/>
              </a:spcBef>
              <a:spcAft>
                <a:spcPts val="0"/>
              </a:spcAft>
              <a:buClrTx/>
              <a:buSzTx/>
              <a:buFontTx/>
              <a:buNone/>
              <a:tabLst/>
              <a:defRPr/>
            </a:pPr>
            <a:r>
              <a:rPr kumimoji="1" lang="en-US" altLang="ja-JP" sz="2800" b="1" i="0" u="none" strike="noStrike" kern="1200" cap="none" spc="0" normalizeH="0" baseline="0" noProof="0" dirty="0">
                <a:ln>
                  <a:noFill/>
                </a:ln>
                <a:solidFill>
                  <a:srgbClr val="000000"/>
                </a:solidFill>
                <a:effectLst/>
                <a:uLnTx/>
                <a:uFillTx/>
                <a:latin typeface="Meiryo UI" panose="020B0604030504040204" pitchFamily="50" charset="-128"/>
                <a:ea typeface="Meiryo UI" panose="020B0604030504040204" pitchFamily="50" charset="-128"/>
                <a:cs typeface="+mj-cs"/>
              </a:rPr>
              <a:t>Cost</a:t>
            </a:r>
            <a:r>
              <a:rPr kumimoji="1" lang="ja-JP" altLang="en-US" sz="2800" b="1" i="0" u="none" strike="noStrike" kern="1200" cap="none" spc="0" normalizeH="0" baseline="0" noProof="0" dirty="0">
                <a:ln>
                  <a:noFill/>
                </a:ln>
                <a:solidFill>
                  <a:srgbClr val="000000"/>
                </a:solidFill>
                <a:effectLst/>
                <a:uLnTx/>
                <a:uFillTx/>
                <a:latin typeface="Meiryo UI" panose="020B0604030504040204" pitchFamily="50" charset="-128"/>
                <a:ea typeface="Meiryo UI" panose="020B0604030504040204" pitchFamily="50" charset="-128"/>
                <a:cs typeface="+mj-cs"/>
              </a:rPr>
              <a:t> </a:t>
            </a:r>
            <a:r>
              <a:rPr kumimoji="1" lang="en-US" altLang="ja-JP" sz="2800" b="1" i="0" u="none" strike="noStrike" kern="1200" cap="none" spc="0" normalizeH="0" baseline="0" noProof="0" dirty="0">
                <a:ln>
                  <a:noFill/>
                </a:ln>
                <a:solidFill>
                  <a:srgbClr val="000000"/>
                </a:solidFill>
                <a:effectLst/>
                <a:uLnTx/>
                <a:uFillTx/>
                <a:latin typeface="Meiryo UI" panose="020B0604030504040204" pitchFamily="50" charset="-128"/>
                <a:ea typeface="Meiryo UI" panose="020B0604030504040204" pitchFamily="50" charset="-128"/>
                <a:cs typeface="+mj-cs"/>
              </a:rPr>
              <a:t>Center Accounting</a:t>
            </a:r>
            <a:endParaRPr kumimoji="1" lang="ja-JP" altLang="en-US" sz="2800" b="1" i="0" u="none" strike="noStrike" kern="1200" cap="none" spc="0" normalizeH="0" baseline="0" noProof="0" dirty="0">
              <a:ln>
                <a:noFill/>
              </a:ln>
              <a:solidFill>
                <a:srgbClr val="000000"/>
              </a:solidFill>
              <a:effectLst/>
              <a:uLnTx/>
              <a:uFillTx/>
              <a:latin typeface="Meiryo UI" panose="020B0604030504040204" pitchFamily="50" charset="-128"/>
              <a:ea typeface="Meiryo UI" panose="020B0604030504040204" pitchFamily="50" charset="-128"/>
              <a:cs typeface="+mj-cs"/>
            </a:endParaRPr>
          </a:p>
          <a:p>
            <a:pPr marL="0" marR="0" lvl="0" indent="0" algn="l" defTabSz="914400" rtl="0" eaLnBrk="1" fontAlgn="auto" latinLnBrk="0" hangingPunct="1">
              <a:lnSpc>
                <a:spcPct val="90000"/>
              </a:lnSpc>
              <a:spcBef>
                <a:spcPct val="0"/>
              </a:spcBef>
              <a:spcAft>
                <a:spcPts val="0"/>
              </a:spcAft>
              <a:buClrTx/>
              <a:buSzTx/>
              <a:buFontTx/>
              <a:buNone/>
              <a:tabLst/>
              <a:defRPr/>
            </a:pPr>
            <a:r>
              <a:rPr kumimoji="1" lang="en-US" altLang="ja-JP" sz="2200" b="1" i="0" u="none" strike="noStrike" kern="1200" cap="none" spc="0" normalizeH="0" baseline="0" noProof="0" dirty="0">
                <a:ln>
                  <a:noFill/>
                </a:ln>
                <a:solidFill>
                  <a:srgbClr val="000000"/>
                </a:solidFill>
                <a:effectLst/>
                <a:uLnTx/>
                <a:uFillTx/>
                <a:latin typeface="Meiryo UI" panose="020B0604030504040204" pitchFamily="50" charset="-128"/>
                <a:ea typeface="Meiryo UI" panose="020B0604030504040204" pitchFamily="50" charset="-128"/>
                <a:cs typeface="+mj-cs"/>
              </a:rPr>
              <a:t>Cost Center Allocation - Statistical Key Figures</a:t>
            </a:r>
          </a:p>
        </p:txBody>
      </p:sp>
      <p:sp>
        <p:nvSpPr>
          <p:cNvPr id="2" name="テキスト ボックス 1">
            <a:extLst>
              <a:ext uri="{FF2B5EF4-FFF2-40B4-BE49-F238E27FC236}">
                <a16:creationId xmlns:a16="http://schemas.microsoft.com/office/drawing/2014/main" id="{3C7CBE19-33B6-3208-9C25-A890E1F5CF57}"/>
              </a:ext>
            </a:extLst>
          </p:cNvPr>
          <p:cNvSpPr txBox="1"/>
          <p:nvPr/>
        </p:nvSpPr>
        <p:spPr>
          <a:xfrm>
            <a:off x="604875" y="1429035"/>
            <a:ext cx="10935192" cy="673404"/>
          </a:xfrm>
          <a:prstGeom prst="rect">
            <a:avLst/>
          </a:prstGeom>
          <a:noFill/>
        </p:spPr>
        <p:txBody>
          <a:bodyPr wrap="square" lIns="0" tIns="0" rIns="0" bIns="0" rtlCol="0">
            <a:noAutofit/>
          </a:bodyPr>
          <a:lstStyle/>
          <a:p>
            <a:pPr marL="285750" marR="0" lvl="0" indent="-285750" algn="l" defTabSz="914400" rtl="0" eaLnBrk="1" fontAlgn="auto" latinLnBrk="0" hangingPunct="1">
              <a:lnSpc>
                <a:spcPct val="100000"/>
              </a:lnSpc>
              <a:spcBef>
                <a:spcPts val="0"/>
              </a:spcBef>
              <a:spcAft>
                <a:spcPts val="0"/>
              </a:spcAft>
              <a:buClrTx/>
              <a:buSzTx/>
              <a:buFont typeface="Wingdings" panose="05000000000000000000" pitchFamily="2" charset="2"/>
              <a:buChar char="n"/>
              <a:tabLst/>
              <a:defRPr/>
            </a:pPr>
            <a:r>
              <a:rPr kumimoji="0" lang="en-US" altLang="ja-JP" sz="1800" b="0" i="0" u="none" strike="noStrike" kern="1200" cap="none" spc="0" normalizeH="0" baseline="0" noProof="0" dirty="0">
                <a:ln>
                  <a:noFill/>
                </a:ln>
                <a:solidFill>
                  <a:srgbClr val="000000"/>
                </a:solidFill>
                <a:effectLst/>
                <a:uLnTx/>
                <a:uFillTx/>
                <a:latin typeface="Meiryo UI" panose="020B0604030504040204" pitchFamily="50" charset="-128"/>
                <a:ea typeface="Meiryo UI" panose="020B0604030504040204" pitchFamily="50" charset="-128"/>
                <a:cs typeface="+mn-cs"/>
              </a:rPr>
              <a:t>Once the SKF master is ready, users need to input values for the SKF master.</a:t>
            </a:r>
          </a:p>
        </p:txBody>
      </p:sp>
      <p:pic>
        <p:nvPicPr>
          <p:cNvPr id="10" name="Picture 6">
            <a:extLst>
              <a:ext uri="{FF2B5EF4-FFF2-40B4-BE49-F238E27FC236}">
                <a16:creationId xmlns:a16="http://schemas.microsoft.com/office/drawing/2014/main" id="{823F909F-DE36-5669-EA48-AE777865CA22}"/>
              </a:ext>
            </a:extLst>
          </p:cNvPr>
          <p:cNvPicPr>
            <a:picLocks noChangeAspect="1"/>
          </p:cNvPicPr>
          <p:nvPr/>
        </p:nvPicPr>
        <p:blipFill>
          <a:blip r:embed="rId2"/>
          <a:stretch>
            <a:fillRect/>
          </a:stretch>
        </p:blipFill>
        <p:spPr>
          <a:xfrm>
            <a:off x="791093" y="2029137"/>
            <a:ext cx="2834886" cy="1447925"/>
          </a:xfrm>
          <a:prstGeom prst="rect">
            <a:avLst/>
          </a:prstGeom>
        </p:spPr>
      </p:pic>
      <p:pic>
        <p:nvPicPr>
          <p:cNvPr id="11" name="Picture 7">
            <a:extLst>
              <a:ext uri="{FF2B5EF4-FFF2-40B4-BE49-F238E27FC236}">
                <a16:creationId xmlns:a16="http://schemas.microsoft.com/office/drawing/2014/main" id="{FB6E6926-A02B-5F80-39BA-14FA1C451ED6}"/>
              </a:ext>
            </a:extLst>
          </p:cNvPr>
          <p:cNvPicPr>
            <a:picLocks noChangeAspect="1"/>
          </p:cNvPicPr>
          <p:nvPr/>
        </p:nvPicPr>
        <p:blipFill>
          <a:blip r:embed="rId3"/>
          <a:stretch>
            <a:fillRect/>
          </a:stretch>
        </p:blipFill>
        <p:spPr>
          <a:xfrm>
            <a:off x="1927438" y="3542150"/>
            <a:ext cx="5183114" cy="2937933"/>
          </a:xfrm>
          <a:prstGeom prst="rect">
            <a:avLst/>
          </a:prstGeom>
        </p:spPr>
      </p:pic>
      <p:cxnSp>
        <p:nvCxnSpPr>
          <p:cNvPr id="13" name="Straight Arrow Connector 9">
            <a:extLst>
              <a:ext uri="{FF2B5EF4-FFF2-40B4-BE49-F238E27FC236}">
                <a16:creationId xmlns:a16="http://schemas.microsoft.com/office/drawing/2014/main" id="{A10BABC2-19AE-4444-2183-0587F1D26D74}"/>
              </a:ext>
            </a:extLst>
          </p:cNvPr>
          <p:cNvCxnSpPr>
            <a:cxnSpLocks/>
          </p:cNvCxnSpPr>
          <p:nvPr/>
        </p:nvCxnSpPr>
        <p:spPr>
          <a:xfrm>
            <a:off x="1307639" y="3315850"/>
            <a:ext cx="817494" cy="316350"/>
          </a:xfrm>
          <a:prstGeom prst="straightConnector1">
            <a:avLst/>
          </a:prstGeom>
          <a:ln w="25400">
            <a:solidFill>
              <a:schemeClr val="tx1"/>
            </a:solidFill>
            <a:tailEnd type="triangle"/>
          </a:ln>
        </p:spPr>
        <p:style>
          <a:lnRef idx="1">
            <a:schemeClr val="accent1"/>
          </a:lnRef>
          <a:fillRef idx="0">
            <a:schemeClr val="accent1"/>
          </a:fillRef>
          <a:effectRef idx="0">
            <a:schemeClr val="accent1"/>
          </a:effectRef>
          <a:fontRef idx="minor">
            <a:schemeClr val="tx1"/>
          </a:fontRef>
        </p:style>
      </p:cxnSp>
      <p:sp>
        <p:nvSpPr>
          <p:cNvPr id="25" name="Oval 6">
            <a:extLst>
              <a:ext uri="{FF2B5EF4-FFF2-40B4-BE49-F238E27FC236}">
                <a16:creationId xmlns:a16="http://schemas.microsoft.com/office/drawing/2014/main" id="{C12BA6E6-5B53-81C2-B056-93D9F1BACE11}"/>
              </a:ext>
            </a:extLst>
          </p:cNvPr>
          <p:cNvSpPr/>
          <p:nvPr/>
        </p:nvSpPr>
        <p:spPr>
          <a:xfrm rot="19420028">
            <a:off x="252937" y="2015855"/>
            <a:ext cx="1076311" cy="280227"/>
          </a:xfrm>
          <a:prstGeom prst="ellipse">
            <a:avLst/>
          </a:prstGeom>
          <a:solidFill>
            <a:schemeClr val="accent6"/>
          </a:solidFill>
          <a:ln>
            <a:noFill/>
          </a:ln>
        </p:spPr>
        <p:style>
          <a:lnRef idx="0">
            <a:scrgbClr r="0" g="0" b="0"/>
          </a:lnRef>
          <a:fillRef idx="0">
            <a:scrgbClr r="0" g="0" b="0"/>
          </a:fillRef>
          <a:effectRef idx="0">
            <a:scrgbClr r="0" g="0" b="0"/>
          </a:effectRef>
          <a:fontRef idx="minor">
            <a:schemeClr val="lt1"/>
          </a:fontRef>
        </p:style>
        <p:txBody>
          <a:bodyPr wrap="none"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200" b="1" i="0" u="none" strike="noStrike" kern="1200" cap="none" spc="0" normalizeH="0" baseline="0" noProof="0" dirty="0">
                <a:ln>
                  <a:noFill/>
                </a:ln>
                <a:solidFill>
                  <a:prstClr val="white"/>
                </a:solidFill>
                <a:effectLst/>
                <a:uLnTx/>
                <a:uFillTx/>
                <a:latin typeface="Meiryo UI" panose="020B0604030504040204" pitchFamily="50" charset="-128"/>
                <a:ea typeface="Meiryo UI" panose="020B0604030504040204" pitchFamily="50" charset="-128"/>
                <a:cs typeface="+mn-cs"/>
              </a:rPr>
              <a:t>Display</a:t>
            </a:r>
            <a:endParaRPr kumimoji="0" lang="ru-RU" sz="1200" b="1" i="0" u="none" strike="noStrike" kern="1200" cap="none" spc="0" normalizeH="0" baseline="0" noProof="0" dirty="0">
              <a:ln>
                <a:noFill/>
              </a:ln>
              <a:solidFill>
                <a:prstClr val="white"/>
              </a:solidFill>
              <a:effectLst/>
              <a:uLnTx/>
              <a:uFillTx/>
              <a:latin typeface="Meiryo UI" panose="020B0604030504040204" pitchFamily="50" charset="-128"/>
              <a:ea typeface="Meiryo UI" panose="020B0604030504040204" pitchFamily="50" charset="-128"/>
              <a:cs typeface="+mn-cs"/>
            </a:endParaRPr>
          </a:p>
        </p:txBody>
      </p:sp>
      <p:sp>
        <p:nvSpPr>
          <p:cNvPr id="27" name="Oval 6">
            <a:extLst>
              <a:ext uri="{FF2B5EF4-FFF2-40B4-BE49-F238E27FC236}">
                <a16:creationId xmlns:a16="http://schemas.microsoft.com/office/drawing/2014/main" id="{A20E2F3A-0A29-E1EA-2CA4-E51923FD8F4D}"/>
              </a:ext>
            </a:extLst>
          </p:cNvPr>
          <p:cNvSpPr/>
          <p:nvPr/>
        </p:nvSpPr>
        <p:spPr>
          <a:xfrm rot="19420028">
            <a:off x="1670380" y="2015855"/>
            <a:ext cx="1076311" cy="280227"/>
          </a:xfrm>
          <a:prstGeom prst="ellipse">
            <a:avLst/>
          </a:prstGeom>
          <a:solidFill>
            <a:schemeClr val="accent6"/>
          </a:solidFill>
          <a:ln>
            <a:noFill/>
          </a:ln>
        </p:spPr>
        <p:style>
          <a:lnRef idx="0">
            <a:scrgbClr r="0" g="0" b="0"/>
          </a:lnRef>
          <a:fillRef idx="0">
            <a:scrgbClr r="0" g="0" b="0"/>
          </a:fillRef>
          <a:effectRef idx="0">
            <a:scrgbClr r="0" g="0" b="0"/>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200" b="1" i="0" u="none" strike="noStrike" kern="1200" cap="none" spc="0" normalizeH="0" baseline="0" noProof="0" dirty="0">
                <a:ln>
                  <a:noFill/>
                </a:ln>
                <a:solidFill>
                  <a:prstClr val="white"/>
                </a:solidFill>
                <a:effectLst/>
                <a:uLnTx/>
                <a:uFillTx/>
                <a:latin typeface="Meiryo UI" panose="020B0604030504040204" pitchFamily="50" charset="-128"/>
                <a:ea typeface="Meiryo UI" panose="020B0604030504040204" pitchFamily="50" charset="-128"/>
                <a:cs typeface="+mn-cs"/>
              </a:rPr>
              <a:t>Input</a:t>
            </a:r>
            <a:endParaRPr kumimoji="0" lang="ru-RU" sz="1200" b="1" i="0" u="none" strike="noStrike" kern="1200" cap="none" spc="0" normalizeH="0" baseline="0" noProof="0" dirty="0">
              <a:ln>
                <a:noFill/>
              </a:ln>
              <a:solidFill>
                <a:prstClr val="white"/>
              </a:solidFill>
              <a:effectLst/>
              <a:uLnTx/>
              <a:uFillTx/>
              <a:latin typeface="Meiryo UI" panose="020B0604030504040204" pitchFamily="50" charset="-128"/>
              <a:ea typeface="Meiryo UI" panose="020B0604030504040204" pitchFamily="50" charset="-128"/>
              <a:cs typeface="+mn-cs"/>
            </a:endParaRPr>
          </a:p>
        </p:txBody>
      </p:sp>
      <p:sp>
        <p:nvSpPr>
          <p:cNvPr id="33" name="Content Placeholder 2">
            <a:extLst>
              <a:ext uri="{FF2B5EF4-FFF2-40B4-BE49-F238E27FC236}">
                <a16:creationId xmlns:a16="http://schemas.microsoft.com/office/drawing/2014/main" id="{8ED4D550-442F-DABC-A783-EC33130473FC}"/>
              </a:ext>
            </a:extLst>
          </p:cNvPr>
          <p:cNvSpPr>
            <a:spLocks noGrp="1"/>
          </p:cNvSpPr>
          <p:nvPr>
            <p:ph idx="1"/>
          </p:nvPr>
        </p:nvSpPr>
        <p:spPr>
          <a:xfrm>
            <a:off x="7609742" y="2102439"/>
            <a:ext cx="3791165" cy="3917361"/>
          </a:xfrm>
        </p:spPr>
        <p:txBody>
          <a:bodyPr/>
          <a:lstStyle/>
          <a:p>
            <a:pPr marL="285750" indent="-285750">
              <a:buFont typeface="Arial" panose="020B0604020202020204" pitchFamily="34" charset="0"/>
              <a:buChar char="•"/>
            </a:pPr>
            <a:r>
              <a:rPr lang="en-GB" sz="1600" dirty="0">
                <a:latin typeface="Meiryo UI" panose="020B0604030504040204" pitchFamily="50" charset="-128"/>
                <a:ea typeface="Meiryo UI" panose="020B0604030504040204" pitchFamily="50" charset="-128"/>
              </a:rPr>
              <a:t>As SKF values are controlled by markets, the actual input is performed locally by FP&amp;A and not centrally like cost </a:t>
            </a:r>
            <a:r>
              <a:rPr lang="en-GB" sz="1600" dirty="0" err="1">
                <a:latin typeface="Meiryo UI" panose="020B0604030504040204" pitchFamily="50" charset="-128"/>
                <a:ea typeface="Meiryo UI" panose="020B0604030504040204" pitchFamily="50" charset="-128"/>
              </a:rPr>
              <a:t>center</a:t>
            </a:r>
            <a:r>
              <a:rPr lang="en-GB" sz="1600" dirty="0">
                <a:latin typeface="Meiryo UI" panose="020B0604030504040204" pitchFamily="50" charset="-128"/>
                <a:ea typeface="Meiryo UI" panose="020B0604030504040204" pitchFamily="50" charset="-128"/>
              </a:rPr>
              <a:t> cycles run</a:t>
            </a:r>
          </a:p>
          <a:p>
            <a:pPr marL="285750" indent="-285750">
              <a:buFont typeface="Arial" panose="020B0604020202020204" pitchFamily="34" charset="0"/>
              <a:buChar char="•"/>
            </a:pPr>
            <a:r>
              <a:rPr lang="en-GB" sz="1600" dirty="0">
                <a:latin typeface="Meiryo UI" panose="020B0604030504040204" pitchFamily="50" charset="-128"/>
                <a:ea typeface="Meiryo UI" panose="020B0604030504040204" pitchFamily="50" charset="-128"/>
              </a:rPr>
              <a:t>The input is performed via Fiori app, report to control input values is also on Fiori. Standard transaction KB31N is also available and is included into the roles</a:t>
            </a:r>
          </a:p>
          <a:p>
            <a:pPr marL="285750" indent="-285750">
              <a:buFont typeface="Arial" panose="020B0604020202020204" pitchFamily="34" charset="0"/>
              <a:buChar char="•"/>
            </a:pPr>
            <a:r>
              <a:rPr lang="en-GB" sz="1600" dirty="0">
                <a:latin typeface="Meiryo UI" panose="020B0604030504040204" pitchFamily="50" charset="-128"/>
                <a:ea typeface="Meiryo UI" panose="020B0604030504040204" pitchFamily="50" charset="-128"/>
              </a:rPr>
              <a:t>Period opening for SKF value input is controlled among other CO activities centrally by GBS</a:t>
            </a:r>
          </a:p>
        </p:txBody>
      </p:sp>
      <p:sp>
        <p:nvSpPr>
          <p:cNvPr id="3" name="Slide Number Placeholder 4">
            <a:extLst>
              <a:ext uri="{FF2B5EF4-FFF2-40B4-BE49-F238E27FC236}">
                <a16:creationId xmlns:a16="http://schemas.microsoft.com/office/drawing/2014/main" id="{73FAD4FA-7521-41B7-74B1-7FA098F17020}"/>
              </a:ext>
            </a:extLst>
          </p:cNvPr>
          <p:cNvSpPr>
            <a:spLocks noGrp="1"/>
          </p:cNvSpPr>
          <p:nvPr>
            <p:ph type="sldNum" sz="quarter" idx="12"/>
          </p:nvPr>
        </p:nvSpPr>
        <p:spPr>
          <a:xfrm>
            <a:off x="11278800" y="6297521"/>
            <a:ext cx="397261" cy="365125"/>
          </a:xfrm>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F4C94289-3309-4C35-850A-56FD49B3E346}" type="slidenum">
              <a:rPr kumimoji="0" lang="en-GB" sz="800" b="0" i="0" u="none" strike="noStrike" kern="1200" cap="none" spc="0" normalizeH="0" baseline="0" noProof="0" smtClean="0">
                <a:ln>
                  <a:noFill/>
                </a:ln>
                <a:solidFill>
                  <a:srgbClr val="000000"/>
                </a:solidFill>
                <a:effectLst/>
                <a:uLnTx/>
                <a:uFillTx/>
                <a:latin typeface="Meiryo UI" panose="020B0604030504040204" pitchFamily="50" charset="-128"/>
                <a:ea typeface="Meiryo UI" panose="020B0604030504040204" pitchFamily="50" charset="-128"/>
                <a:cs typeface="+mn-cs"/>
              </a:rPr>
              <a:pPr marL="0" marR="0" lvl="0" indent="0" algn="r" defTabSz="914400" rtl="0" eaLnBrk="1" fontAlgn="auto" latinLnBrk="0" hangingPunct="1">
                <a:lnSpc>
                  <a:spcPct val="100000"/>
                </a:lnSpc>
                <a:spcBef>
                  <a:spcPts val="0"/>
                </a:spcBef>
                <a:spcAft>
                  <a:spcPts val="0"/>
                </a:spcAft>
                <a:buClrTx/>
                <a:buSzTx/>
                <a:buFontTx/>
                <a:buNone/>
                <a:tabLst/>
                <a:defRPr/>
              </a:pPr>
              <a:t>7</a:t>
            </a:fld>
            <a:endParaRPr kumimoji="0" lang="en-GB" sz="800" b="0" i="0" u="none" strike="noStrike" kern="1200" cap="none" spc="0" normalizeH="0" baseline="0" noProof="0" dirty="0">
              <a:ln>
                <a:noFill/>
              </a:ln>
              <a:solidFill>
                <a:srgbClr val="000000"/>
              </a:solidFill>
              <a:effectLst/>
              <a:uLnTx/>
              <a:uFillTx/>
              <a:latin typeface="Meiryo UI" panose="020B0604030504040204" pitchFamily="50" charset="-128"/>
              <a:ea typeface="Meiryo UI" panose="020B0604030504040204" pitchFamily="50" charset="-128"/>
              <a:cs typeface="+mn-cs"/>
            </a:endParaRPr>
          </a:p>
        </p:txBody>
      </p:sp>
    </p:spTree>
    <p:extLst>
      <p:ext uri="{BB962C8B-B14F-4D97-AF65-F5344CB8AC3E}">
        <p14:creationId xmlns:p14="http://schemas.microsoft.com/office/powerpoint/2010/main" val="1591002453"/>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Slide Number Placeholder 2">
            <a:extLst>
              <a:ext uri="{FF2B5EF4-FFF2-40B4-BE49-F238E27FC236}">
                <a16:creationId xmlns:a16="http://schemas.microsoft.com/office/drawing/2014/main" id="{B3C54FE3-924B-4276-96AE-93BA5CA58838}"/>
              </a:ext>
            </a:extLst>
          </p:cNvPr>
          <p:cNvSpPr>
            <a:spLocks noGrp="1"/>
          </p:cNvSpPr>
          <p:nvPr>
            <p:ph type="sldNum" sz="quarter" idx="12"/>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F4C94289-3309-4C35-850A-56FD49B3E346}" type="slidenum">
              <a:rPr kumimoji="0" lang="en-GB" sz="800" b="0" i="0" u="none" strike="noStrike" kern="1200" cap="none" spc="0" normalizeH="0" baseline="0" noProof="0" smtClean="0">
                <a:ln>
                  <a:noFill/>
                </a:ln>
                <a:solidFill>
                  <a:srgbClr val="000000"/>
                </a:solidFill>
                <a:effectLst/>
                <a:uLnTx/>
                <a:uFillTx/>
                <a:latin typeface="Arial" panose="020B0604020202020204"/>
                <a:ea typeface="+mn-ea"/>
                <a:cs typeface="+mn-cs"/>
              </a:rPr>
              <a:pPr marL="0" marR="0" lvl="0" indent="0" algn="r" defTabSz="914400" rtl="0" eaLnBrk="1" fontAlgn="auto" latinLnBrk="0" hangingPunct="1">
                <a:lnSpc>
                  <a:spcPct val="100000"/>
                </a:lnSpc>
                <a:spcBef>
                  <a:spcPts val="0"/>
                </a:spcBef>
                <a:spcAft>
                  <a:spcPts val="0"/>
                </a:spcAft>
                <a:buClrTx/>
                <a:buSzTx/>
                <a:buFontTx/>
                <a:buNone/>
                <a:tabLst/>
                <a:defRPr/>
              </a:pPr>
              <a:t>8</a:t>
            </a:fld>
            <a:endParaRPr kumimoji="0" lang="en-GB" sz="800" b="0" i="0" u="none" strike="noStrike" kern="1200" cap="none" spc="0" normalizeH="0" baseline="0" noProof="0">
              <a:ln>
                <a:noFill/>
              </a:ln>
              <a:solidFill>
                <a:srgbClr val="000000"/>
              </a:solidFill>
              <a:effectLst/>
              <a:uLnTx/>
              <a:uFillTx/>
              <a:latin typeface="Arial" panose="020B0604020202020204"/>
              <a:ea typeface="+mn-ea"/>
              <a:cs typeface="+mn-cs"/>
            </a:endParaRPr>
          </a:p>
        </p:txBody>
      </p:sp>
      <p:sp>
        <p:nvSpPr>
          <p:cNvPr id="4" name="Title 3">
            <a:extLst>
              <a:ext uri="{FF2B5EF4-FFF2-40B4-BE49-F238E27FC236}">
                <a16:creationId xmlns:a16="http://schemas.microsoft.com/office/drawing/2014/main" id="{75ED13A9-BCEA-490E-92E0-8DEA0B81AA30}"/>
              </a:ext>
            </a:extLst>
          </p:cNvPr>
          <p:cNvSpPr>
            <a:spLocks noGrp="1"/>
          </p:cNvSpPr>
          <p:nvPr>
            <p:ph type="title"/>
          </p:nvPr>
        </p:nvSpPr>
        <p:spPr/>
        <p:txBody>
          <a:bodyPr/>
          <a:lstStyle/>
          <a:p>
            <a:r>
              <a:rPr lang="en-GB"/>
              <a:t>How to check SKF - Fiori</a:t>
            </a:r>
            <a:endParaRPr lang="en-US"/>
          </a:p>
        </p:txBody>
      </p:sp>
      <p:sp>
        <p:nvSpPr>
          <p:cNvPr id="5" name="Rectangle 4">
            <a:extLst>
              <a:ext uri="{FF2B5EF4-FFF2-40B4-BE49-F238E27FC236}">
                <a16:creationId xmlns:a16="http://schemas.microsoft.com/office/drawing/2014/main" id="{7F715B31-955A-4749-9111-E20FFBF3E200}"/>
              </a:ext>
            </a:extLst>
          </p:cNvPr>
          <p:cNvSpPr/>
          <p:nvPr/>
        </p:nvSpPr>
        <p:spPr>
          <a:xfrm>
            <a:off x="913200" y="1517342"/>
            <a:ext cx="10250986" cy="758026"/>
          </a:xfrm>
          <a:prstGeom prst="rect">
            <a:avLst/>
          </a:prstGeom>
          <a:noFill/>
          <a:ln w="28575">
            <a:solidFill>
              <a:schemeClr val="accent3"/>
            </a:solidFill>
            <a:prstDash val="sysDash"/>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285750" marR="0" lvl="0" indent="-285750" algn="l" defTabSz="914400" rtl="0" eaLnBrk="1" fontAlgn="auto" latinLnBrk="0" hangingPunct="1">
              <a:lnSpc>
                <a:spcPct val="100000"/>
              </a:lnSpc>
              <a:spcBef>
                <a:spcPts val="0"/>
              </a:spcBef>
              <a:spcAft>
                <a:spcPts val="0"/>
              </a:spcAft>
              <a:buClrTx/>
              <a:buSzTx/>
              <a:buFont typeface="Wingdings" panose="05000000000000000000" pitchFamily="2" charset="2"/>
              <a:buChar char="v"/>
              <a:tabLst/>
              <a:defRPr/>
            </a:pPr>
            <a:r>
              <a:rPr kumimoji="0" lang="en-US" sz="1400" b="0" i="0" u="none" strike="noStrike" kern="1200" cap="none" spc="0" normalizeH="0" baseline="0" noProof="0">
                <a:ln>
                  <a:noFill/>
                </a:ln>
                <a:solidFill>
                  <a:srgbClr val="000000"/>
                </a:solidFill>
                <a:effectLst/>
                <a:uLnTx/>
                <a:uFillTx/>
                <a:latin typeface="Arial" panose="020B0604020202020204"/>
                <a:ea typeface="+mn-ea"/>
                <a:cs typeface="+mn-cs"/>
              </a:rPr>
              <a:t>Statistical key figures can </a:t>
            </a:r>
            <a:r>
              <a:rPr kumimoji="0" lang="en-GB" sz="1400" b="0" i="0" u="none" strike="noStrike" kern="1200" cap="none" spc="0" normalizeH="0" baseline="0" noProof="0">
                <a:ln>
                  <a:noFill/>
                </a:ln>
                <a:solidFill>
                  <a:srgbClr val="000000"/>
                </a:solidFill>
                <a:effectLst/>
                <a:uLnTx/>
                <a:uFillTx/>
                <a:latin typeface="Arial" panose="020B0604020202020204"/>
                <a:ea typeface="+mn-ea"/>
                <a:cs typeface="+mn-cs"/>
              </a:rPr>
              <a:t>be check by using the Fiori App </a:t>
            </a:r>
            <a:r>
              <a:rPr kumimoji="0" lang="en-US" sz="1400" b="0" i="0" u="none" strike="noStrike" kern="1200" cap="none" spc="0" normalizeH="0" baseline="0" noProof="0">
                <a:ln>
                  <a:noFill/>
                </a:ln>
                <a:solidFill>
                  <a:srgbClr val="000000"/>
                </a:solidFill>
                <a:effectLst/>
                <a:uLnTx/>
                <a:uFillTx/>
                <a:latin typeface="Arial" panose="020B0604020202020204"/>
                <a:ea typeface="+mn-ea"/>
                <a:cs typeface="+mn-cs"/>
              </a:rPr>
              <a:t>“Statistical Key Figures - Actuals”. You will be redirected to the required application</a:t>
            </a:r>
            <a:endParaRPr kumimoji="0" lang="en-GB" sz="1400" b="0" i="0" u="none" strike="noStrike" kern="1200" cap="none" spc="0" normalizeH="0" baseline="0" noProof="0">
              <a:ln>
                <a:noFill/>
              </a:ln>
              <a:solidFill>
                <a:srgbClr val="000000"/>
              </a:solidFill>
              <a:effectLst/>
              <a:uLnTx/>
              <a:uFillTx/>
              <a:latin typeface="Arial" panose="020B0604020202020204"/>
              <a:ea typeface="+mn-ea"/>
              <a:cs typeface="+mn-cs"/>
            </a:endParaRPr>
          </a:p>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GB" sz="1100" b="0" i="0" u="none" strike="noStrike" kern="1200" cap="none" spc="0" normalizeH="0" baseline="0" noProof="0">
              <a:ln>
                <a:noFill/>
              </a:ln>
              <a:solidFill>
                <a:srgbClr val="FFFFFF"/>
              </a:solidFill>
              <a:effectLst/>
              <a:uLnTx/>
              <a:uFillTx/>
              <a:latin typeface="Arial" panose="020B0604020202020204"/>
              <a:ea typeface="+mn-ea"/>
              <a:cs typeface="+mn-cs"/>
            </a:endParaRPr>
          </a:p>
        </p:txBody>
      </p:sp>
      <p:pic>
        <p:nvPicPr>
          <p:cNvPr id="18434" name="Picture 2">
            <a:extLst>
              <a:ext uri="{FF2B5EF4-FFF2-40B4-BE49-F238E27FC236}">
                <a16:creationId xmlns:a16="http://schemas.microsoft.com/office/drawing/2014/main" id="{00879EAC-6FFE-4AE8-9386-56F26EB1C4BC}"/>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1213565" y="2508190"/>
            <a:ext cx="3286660" cy="3711465"/>
          </a:xfrm>
          <a:prstGeom prst="rect">
            <a:avLst/>
          </a:prstGeom>
          <a:noFill/>
          <a:effectLst>
            <a:outerShdw blurRad="292100" dist="139700" dir="5400000" algn="ctr" rotWithShape="0">
              <a:srgbClr val="000000">
                <a:alpha val="65000"/>
              </a:srgbClr>
            </a:outerShdw>
          </a:effectLst>
          <a:extLst>
            <a:ext uri="{909E8E84-426E-40DD-AFC4-6F175D3DCCD1}">
              <a14:hiddenFill xmlns:a14="http://schemas.microsoft.com/office/drawing/2010/main">
                <a:solidFill>
                  <a:srgbClr val="FFFFFF"/>
                </a:solidFill>
              </a14:hiddenFill>
            </a:ext>
          </a:extLst>
        </p:spPr>
      </p:pic>
      <p:pic>
        <p:nvPicPr>
          <p:cNvPr id="18436" name="Picture 4">
            <a:extLst>
              <a:ext uri="{FF2B5EF4-FFF2-40B4-BE49-F238E27FC236}">
                <a16:creationId xmlns:a16="http://schemas.microsoft.com/office/drawing/2014/main" id="{CB41BF8D-82A5-4E71-B77D-BB15A43EBF7E}"/>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4923534" y="2447996"/>
            <a:ext cx="6355266" cy="3761027"/>
          </a:xfrm>
          <a:prstGeom prst="rect">
            <a:avLst/>
          </a:prstGeom>
          <a:noFill/>
          <a:effectLst>
            <a:outerShdw blurRad="292100" dist="139700" dir="5400000" algn="ctr" rotWithShape="0">
              <a:srgbClr val="000000">
                <a:alpha val="65000"/>
              </a:srgbClr>
            </a:outerShdw>
          </a:effectLst>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74333416"/>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Slide Number Placeholder 2">
            <a:extLst>
              <a:ext uri="{FF2B5EF4-FFF2-40B4-BE49-F238E27FC236}">
                <a16:creationId xmlns:a16="http://schemas.microsoft.com/office/drawing/2014/main" id="{B3C54FE3-924B-4276-96AE-93BA5CA58838}"/>
              </a:ext>
            </a:extLst>
          </p:cNvPr>
          <p:cNvSpPr>
            <a:spLocks noGrp="1"/>
          </p:cNvSpPr>
          <p:nvPr>
            <p:ph type="sldNum" sz="quarter" idx="12"/>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F4C94289-3309-4C35-850A-56FD49B3E346}" type="slidenum">
              <a:rPr kumimoji="0" lang="en-GB" sz="800" b="0" i="0" u="none" strike="noStrike" kern="1200" cap="none" spc="0" normalizeH="0" baseline="0" noProof="0" smtClean="0">
                <a:ln>
                  <a:noFill/>
                </a:ln>
                <a:solidFill>
                  <a:srgbClr val="000000"/>
                </a:solidFill>
                <a:effectLst/>
                <a:uLnTx/>
                <a:uFillTx/>
                <a:latin typeface="Arial" panose="020B0604020202020204"/>
                <a:ea typeface="+mn-ea"/>
                <a:cs typeface="+mn-cs"/>
              </a:rPr>
              <a:pPr marL="0" marR="0" lvl="0" indent="0" algn="r" defTabSz="914400" rtl="0" eaLnBrk="1" fontAlgn="auto" latinLnBrk="0" hangingPunct="1">
                <a:lnSpc>
                  <a:spcPct val="100000"/>
                </a:lnSpc>
                <a:spcBef>
                  <a:spcPts val="0"/>
                </a:spcBef>
                <a:spcAft>
                  <a:spcPts val="0"/>
                </a:spcAft>
                <a:buClrTx/>
                <a:buSzTx/>
                <a:buFontTx/>
                <a:buNone/>
                <a:tabLst/>
                <a:defRPr/>
              </a:pPr>
              <a:t>9</a:t>
            </a:fld>
            <a:endParaRPr kumimoji="0" lang="en-GB" sz="800" b="0" i="0" u="none" strike="noStrike" kern="1200" cap="none" spc="0" normalizeH="0" baseline="0" noProof="0">
              <a:ln>
                <a:noFill/>
              </a:ln>
              <a:solidFill>
                <a:srgbClr val="000000"/>
              </a:solidFill>
              <a:effectLst/>
              <a:uLnTx/>
              <a:uFillTx/>
              <a:latin typeface="Arial" panose="020B0604020202020204"/>
              <a:ea typeface="+mn-ea"/>
              <a:cs typeface="+mn-cs"/>
            </a:endParaRPr>
          </a:p>
        </p:txBody>
      </p:sp>
      <p:sp>
        <p:nvSpPr>
          <p:cNvPr id="4" name="Title 3">
            <a:extLst>
              <a:ext uri="{FF2B5EF4-FFF2-40B4-BE49-F238E27FC236}">
                <a16:creationId xmlns:a16="http://schemas.microsoft.com/office/drawing/2014/main" id="{75ED13A9-BCEA-490E-92E0-8DEA0B81AA30}"/>
              </a:ext>
            </a:extLst>
          </p:cNvPr>
          <p:cNvSpPr>
            <a:spLocks noGrp="1"/>
          </p:cNvSpPr>
          <p:nvPr>
            <p:ph type="title"/>
          </p:nvPr>
        </p:nvSpPr>
        <p:spPr/>
        <p:txBody>
          <a:bodyPr/>
          <a:lstStyle/>
          <a:p>
            <a:r>
              <a:rPr lang="en-GB"/>
              <a:t>How to check SKF - GUI</a:t>
            </a:r>
            <a:endParaRPr lang="en-US"/>
          </a:p>
        </p:txBody>
      </p:sp>
      <p:pic>
        <p:nvPicPr>
          <p:cNvPr id="7" name="Picture 6">
            <a:extLst>
              <a:ext uri="{FF2B5EF4-FFF2-40B4-BE49-F238E27FC236}">
                <a16:creationId xmlns:a16="http://schemas.microsoft.com/office/drawing/2014/main" id="{B1AB2F50-7B1F-4C4B-A462-B839655D0328}"/>
              </a:ext>
            </a:extLst>
          </p:cNvPr>
          <p:cNvPicPr>
            <a:picLocks noChangeAspect="1"/>
          </p:cNvPicPr>
          <p:nvPr/>
        </p:nvPicPr>
        <p:blipFill>
          <a:blip r:embed="rId2"/>
          <a:stretch>
            <a:fillRect/>
          </a:stretch>
        </p:blipFill>
        <p:spPr>
          <a:xfrm>
            <a:off x="5894388" y="2869696"/>
            <a:ext cx="5506332" cy="2820236"/>
          </a:xfrm>
          <a:prstGeom prst="rect">
            <a:avLst/>
          </a:prstGeom>
          <a:effectLst>
            <a:outerShdw blurRad="292100" dist="139700" dir="5400000" algn="ctr" rotWithShape="0">
              <a:srgbClr val="000000">
                <a:alpha val="65000"/>
              </a:srgbClr>
            </a:outerShdw>
          </a:effectLst>
        </p:spPr>
      </p:pic>
      <p:sp>
        <p:nvSpPr>
          <p:cNvPr id="10" name="Rectangle 9">
            <a:extLst>
              <a:ext uri="{FF2B5EF4-FFF2-40B4-BE49-F238E27FC236}">
                <a16:creationId xmlns:a16="http://schemas.microsoft.com/office/drawing/2014/main" id="{2B785907-AD3C-42C7-ADA1-47380B7CB309}"/>
              </a:ext>
            </a:extLst>
          </p:cNvPr>
          <p:cNvSpPr/>
          <p:nvPr/>
        </p:nvSpPr>
        <p:spPr>
          <a:xfrm>
            <a:off x="752312" y="1727487"/>
            <a:ext cx="10637048" cy="609313"/>
          </a:xfrm>
          <a:prstGeom prst="rect">
            <a:avLst/>
          </a:prstGeom>
          <a:noFill/>
          <a:ln w="28575">
            <a:solidFill>
              <a:schemeClr val="accent3"/>
            </a:solidFill>
            <a:prstDash val="sysDash"/>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285750" marR="0" lvl="0" indent="-285750" algn="l" defTabSz="914400" rtl="0" eaLnBrk="1" fontAlgn="auto" latinLnBrk="0" hangingPunct="1">
              <a:lnSpc>
                <a:spcPct val="100000"/>
              </a:lnSpc>
              <a:spcBef>
                <a:spcPts val="0"/>
              </a:spcBef>
              <a:spcAft>
                <a:spcPts val="0"/>
              </a:spcAft>
              <a:buClrTx/>
              <a:buSzTx/>
              <a:buFont typeface="Wingdings" panose="05000000000000000000" pitchFamily="2" charset="2"/>
              <a:buChar char="v"/>
              <a:tabLst/>
              <a:defRPr/>
            </a:pPr>
            <a:r>
              <a:rPr kumimoji="0" lang="en-US" sz="1400" b="0" i="0" u="none" strike="noStrike" kern="1200" cap="none" spc="0" normalizeH="0" baseline="0" noProof="0">
                <a:ln>
                  <a:noFill/>
                </a:ln>
                <a:solidFill>
                  <a:srgbClr val="000000"/>
                </a:solidFill>
                <a:effectLst/>
                <a:uLnTx/>
                <a:uFillTx/>
                <a:latin typeface="Arial" panose="020B0604020202020204"/>
                <a:ea typeface="+mn-ea"/>
                <a:cs typeface="+mn-cs"/>
              </a:rPr>
              <a:t>Statistical key figures can also be checked in SAP GUI using transaction S_ALR_87013645 </a:t>
            </a:r>
            <a:endParaRPr kumimoji="0" lang="en-GB" sz="1100" b="0" i="0" u="none" strike="noStrike" kern="1200" cap="none" spc="0" normalizeH="0" baseline="0" noProof="0">
              <a:ln>
                <a:noFill/>
              </a:ln>
              <a:solidFill>
                <a:srgbClr val="FFFFFF"/>
              </a:solidFill>
              <a:effectLst/>
              <a:uLnTx/>
              <a:uFillTx/>
              <a:latin typeface="Arial" panose="020B0604020202020204"/>
              <a:ea typeface="+mn-ea"/>
              <a:cs typeface="+mn-cs"/>
            </a:endParaRPr>
          </a:p>
        </p:txBody>
      </p:sp>
      <p:pic>
        <p:nvPicPr>
          <p:cNvPr id="6" name="Picture 5">
            <a:extLst>
              <a:ext uri="{FF2B5EF4-FFF2-40B4-BE49-F238E27FC236}">
                <a16:creationId xmlns:a16="http://schemas.microsoft.com/office/drawing/2014/main" id="{5C594C83-416B-4C54-AEFC-073C4C237A78}"/>
              </a:ext>
            </a:extLst>
          </p:cNvPr>
          <p:cNvPicPr>
            <a:picLocks noChangeAspect="1"/>
          </p:cNvPicPr>
          <p:nvPr/>
        </p:nvPicPr>
        <p:blipFill>
          <a:blip r:embed="rId3"/>
          <a:stretch>
            <a:fillRect/>
          </a:stretch>
        </p:blipFill>
        <p:spPr>
          <a:xfrm>
            <a:off x="913199" y="2869696"/>
            <a:ext cx="4883823" cy="2820236"/>
          </a:xfrm>
          <a:prstGeom prst="rect">
            <a:avLst/>
          </a:prstGeom>
          <a:effectLst>
            <a:outerShdw blurRad="292100" dist="139700" dir="5400000" algn="tl" rotWithShape="0">
              <a:prstClr val="black">
                <a:alpha val="65000"/>
              </a:prstClr>
            </a:outerShdw>
          </a:effectLst>
        </p:spPr>
      </p:pic>
    </p:spTree>
    <p:extLst>
      <p:ext uri="{BB962C8B-B14F-4D97-AF65-F5344CB8AC3E}">
        <p14:creationId xmlns:p14="http://schemas.microsoft.com/office/powerpoint/2010/main" val="2790584690"/>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Slide Number Placeholder 4">
            <a:extLst>
              <a:ext uri="{FF2B5EF4-FFF2-40B4-BE49-F238E27FC236}">
                <a16:creationId xmlns:a16="http://schemas.microsoft.com/office/drawing/2014/main" id="{3E207E71-74A6-4003-A9EA-9A2920DEEB54}"/>
              </a:ext>
            </a:extLst>
          </p:cNvPr>
          <p:cNvSpPr>
            <a:spLocks noGrp="1"/>
          </p:cNvSpPr>
          <p:nvPr>
            <p:ph type="sldNum" sz="quarter" idx="12"/>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F4C94289-3309-4C35-850A-56FD49B3E346}" type="slidenum">
              <a:rPr kumimoji="0" lang="en-GB" sz="800" b="0" i="0" u="none" strike="noStrike" kern="1200" cap="none" spc="0" normalizeH="0" baseline="0" noProof="0" smtClean="0">
                <a:ln>
                  <a:noFill/>
                </a:ln>
                <a:solidFill>
                  <a:srgbClr val="000000"/>
                </a:solidFill>
                <a:effectLst/>
                <a:uLnTx/>
                <a:uFillTx/>
                <a:latin typeface="Arial" panose="020B0604020202020204"/>
                <a:ea typeface="+mn-ea"/>
                <a:cs typeface="+mn-cs"/>
              </a:rPr>
              <a:pPr marL="0" marR="0" lvl="0" indent="0" algn="r" defTabSz="914400" rtl="0" eaLnBrk="1" fontAlgn="auto" latinLnBrk="0" hangingPunct="1">
                <a:lnSpc>
                  <a:spcPct val="100000"/>
                </a:lnSpc>
                <a:spcBef>
                  <a:spcPts val="0"/>
                </a:spcBef>
                <a:spcAft>
                  <a:spcPts val="0"/>
                </a:spcAft>
                <a:buClrTx/>
                <a:buSzTx/>
                <a:buFontTx/>
                <a:buNone/>
                <a:tabLst/>
                <a:defRPr/>
              </a:pPr>
              <a:t>10</a:t>
            </a:fld>
            <a:endParaRPr kumimoji="0" lang="en-GB" sz="800" b="0" i="0" u="none" strike="noStrike" kern="1200" cap="none" spc="0" normalizeH="0" baseline="0" noProof="0">
              <a:ln>
                <a:noFill/>
              </a:ln>
              <a:solidFill>
                <a:srgbClr val="000000"/>
              </a:solidFill>
              <a:effectLst/>
              <a:uLnTx/>
              <a:uFillTx/>
              <a:latin typeface="Arial" panose="020B0604020202020204"/>
              <a:ea typeface="+mn-ea"/>
              <a:cs typeface="+mn-cs"/>
            </a:endParaRPr>
          </a:p>
        </p:txBody>
      </p:sp>
      <p:sp>
        <p:nvSpPr>
          <p:cNvPr id="2" name="Title 1">
            <a:extLst>
              <a:ext uri="{FF2B5EF4-FFF2-40B4-BE49-F238E27FC236}">
                <a16:creationId xmlns:a16="http://schemas.microsoft.com/office/drawing/2014/main" id="{2938B11A-EAA1-497F-8394-CCFB2BA6015E}"/>
              </a:ext>
            </a:extLst>
          </p:cNvPr>
          <p:cNvSpPr>
            <a:spLocks noGrp="1"/>
          </p:cNvSpPr>
          <p:nvPr>
            <p:ph type="title"/>
          </p:nvPr>
        </p:nvSpPr>
        <p:spPr/>
        <p:txBody>
          <a:bodyPr/>
          <a:lstStyle/>
          <a:p>
            <a:r>
              <a:rPr lang="en-GB"/>
              <a:t>SKF in </a:t>
            </a:r>
            <a:r>
              <a:rPr lang="en-GB" err="1"/>
              <a:t>MyRequest</a:t>
            </a:r>
            <a:r>
              <a:rPr lang="en-GB"/>
              <a:t> Template</a:t>
            </a:r>
            <a:endParaRPr lang="en-US"/>
          </a:p>
        </p:txBody>
      </p:sp>
      <p:pic>
        <p:nvPicPr>
          <p:cNvPr id="7" name="Picture 6">
            <a:extLst>
              <a:ext uri="{FF2B5EF4-FFF2-40B4-BE49-F238E27FC236}">
                <a16:creationId xmlns:a16="http://schemas.microsoft.com/office/drawing/2014/main" id="{3299DEBC-ACEC-45A5-BF9E-BBB3AB80C368}"/>
              </a:ext>
            </a:extLst>
          </p:cNvPr>
          <p:cNvPicPr>
            <a:picLocks noChangeAspect="1"/>
          </p:cNvPicPr>
          <p:nvPr/>
        </p:nvPicPr>
        <p:blipFill>
          <a:blip r:embed="rId2"/>
          <a:stretch>
            <a:fillRect/>
          </a:stretch>
        </p:blipFill>
        <p:spPr>
          <a:xfrm>
            <a:off x="1073555" y="2713777"/>
            <a:ext cx="6228080" cy="2276570"/>
          </a:xfrm>
          <a:prstGeom prst="rect">
            <a:avLst/>
          </a:prstGeom>
          <a:effectLst>
            <a:outerShdw blurRad="292100" dist="139700" dir="5400000" algn="ctr" rotWithShape="0">
              <a:srgbClr val="000000">
                <a:alpha val="65000"/>
              </a:srgbClr>
            </a:outerShdw>
          </a:effectLst>
        </p:spPr>
      </p:pic>
      <p:sp>
        <p:nvSpPr>
          <p:cNvPr id="8" name="Rectangle 7">
            <a:extLst>
              <a:ext uri="{FF2B5EF4-FFF2-40B4-BE49-F238E27FC236}">
                <a16:creationId xmlns:a16="http://schemas.microsoft.com/office/drawing/2014/main" id="{617B28D6-CDF9-4C8B-9EBE-5226B33D3A09}"/>
              </a:ext>
            </a:extLst>
          </p:cNvPr>
          <p:cNvSpPr/>
          <p:nvPr/>
        </p:nvSpPr>
        <p:spPr>
          <a:xfrm>
            <a:off x="641752" y="1402367"/>
            <a:ext cx="10637048" cy="1310353"/>
          </a:xfrm>
          <a:prstGeom prst="rect">
            <a:avLst/>
          </a:prstGeom>
          <a:noFill/>
          <a:ln w="28575">
            <a:solidFill>
              <a:schemeClr val="accent3"/>
            </a:solidFill>
            <a:prstDash val="sysDash"/>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285750" marR="0" lvl="0" indent="-285750" algn="l" defTabSz="914400" rtl="0" eaLnBrk="1" fontAlgn="auto" latinLnBrk="0" hangingPunct="1">
              <a:lnSpc>
                <a:spcPct val="100000"/>
              </a:lnSpc>
              <a:spcBef>
                <a:spcPts val="0"/>
              </a:spcBef>
              <a:spcAft>
                <a:spcPts val="0"/>
              </a:spcAft>
              <a:buClrTx/>
              <a:buSzTx/>
              <a:buFont typeface="Wingdings" panose="05000000000000000000" pitchFamily="2" charset="2"/>
              <a:buChar char="v"/>
              <a:tabLst/>
              <a:defRPr/>
            </a:pPr>
            <a:r>
              <a:rPr kumimoji="0" lang="en-US" sz="1400" b="0" i="0" u="none" strike="noStrike" kern="1200" cap="none" spc="0" normalizeH="0" baseline="0" noProof="0">
                <a:ln>
                  <a:noFill/>
                </a:ln>
                <a:solidFill>
                  <a:srgbClr val="000000"/>
                </a:solidFill>
                <a:effectLst/>
                <a:uLnTx/>
                <a:uFillTx/>
                <a:latin typeface="Arial" panose="020B0604020202020204"/>
                <a:ea typeface="+mn-ea"/>
                <a:cs typeface="+mn-cs"/>
              </a:rPr>
              <a:t>Users need to indicate in the </a:t>
            </a:r>
            <a:r>
              <a:rPr kumimoji="0" lang="en-US" sz="1400" b="0" i="0" u="none" strike="noStrike" kern="1200" cap="none" spc="0" normalizeH="0" baseline="0" noProof="0" err="1">
                <a:ln>
                  <a:noFill/>
                </a:ln>
                <a:solidFill>
                  <a:srgbClr val="000000"/>
                </a:solidFill>
                <a:effectLst/>
                <a:uLnTx/>
                <a:uFillTx/>
                <a:latin typeface="Arial" panose="020B0604020202020204"/>
                <a:ea typeface="+mn-ea"/>
                <a:cs typeface="+mn-cs"/>
              </a:rPr>
              <a:t>MyRequest</a:t>
            </a:r>
            <a:r>
              <a:rPr kumimoji="0" lang="en-US" sz="1400" b="0" i="0" u="none" strike="noStrike" kern="1200" cap="none" spc="0" normalizeH="0" baseline="0" noProof="0">
                <a:ln>
                  <a:noFill/>
                </a:ln>
                <a:solidFill>
                  <a:srgbClr val="000000"/>
                </a:solidFill>
                <a:effectLst/>
                <a:uLnTx/>
                <a:uFillTx/>
                <a:latin typeface="Arial" panose="020B0604020202020204"/>
                <a:ea typeface="+mn-ea"/>
                <a:cs typeface="+mn-cs"/>
              </a:rPr>
              <a:t> Template that Statistical key figures will be used by completing as follows: </a:t>
            </a:r>
          </a:p>
          <a:p>
            <a:pPr marL="285750" marR="0" lvl="0" indent="-285750" algn="l" defTabSz="914400" rtl="0" eaLnBrk="1" fontAlgn="auto" latinLnBrk="0" hangingPunct="1">
              <a:lnSpc>
                <a:spcPct val="100000"/>
              </a:lnSpc>
              <a:spcBef>
                <a:spcPts val="0"/>
              </a:spcBef>
              <a:spcAft>
                <a:spcPts val="0"/>
              </a:spcAft>
              <a:buClrTx/>
              <a:buSzTx/>
              <a:buFont typeface="Wingdings" panose="05000000000000000000" pitchFamily="2" charset="2"/>
              <a:buChar char="v"/>
              <a:tabLst/>
              <a:defRPr/>
            </a:pPr>
            <a:r>
              <a:rPr kumimoji="0" lang="en-US" sz="1400" b="0" i="0" u="none" strike="noStrike" kern="1200" cap="none" spc="0" normalizeH="0" baseline="0" noProof="0">
                <a:ln>
                  <a:noFill/>
                </a:ln>
                <a:solidFill>
                  <a:srgbClr val="000000"/>
                </a:solidFill>
                <a:effectLst/>
                <a:uLnTx/>
                <a:uFillTx/>
                <a:latin typeface="Arial" panose="020B0604020202020204"/>
                <a:ea typeface="+mn-ea"/>
                <a:cs typeface="+mn-cs"/>
              </a:rPr>
              <a:t>The receiver rule is set to “variable portions” </a:t>
            </a:r>
          </a:p>
          <a:p>
            <a:pPr marL="285750" marR="0" lvl="0" indent="-285750" algn="l" defTabSz="914400" rtl="0" eaLnBrk="1" fontAlgn="auto" latinLnBrk="0" hangingPunct="1">
              <a:lnSpc>
                <a:spcPct val="100000"/>
              </a:lnSpc>
              <a:spcBef>
                <a:spcPts val="0"/>
              </a:spcBef>
              <a:spcAft>
                <a:spcPts val="0"/>
              </a:spcAft>
              <a:buClrTx/>
              <a:buSzTx/>
              <a:buFont typeface="Wingdings" panose="05000000000000000000" pitchFamily="2" charset="2"/>
              <a:buChar char="v"/>
              <a:tabLst/>
              <a:defRPr/>
            </a:pPr>
            <a:r>
              <a:rPr kumimoji="0" lang="en-US" sz="1400" b="0" i="0" u="none" strike="noStrike" kern="1200" cap="none" spc="0" normalizeH="0" baseline="0" noProof="0">
                <a:ln>
                  <a:noFill/>
                </a:ln>
                <a:solidFill>
                  <a:srgbClr val="000000"/>
                </a:solidFill>
                <a:effectLst/>
                <a:uLnTx/>
                <a:uFillTx/>
                <a:latin typeface="Arial" panose="020B0604020202020204"/>
                <a:ea typeface="+mn-ea"/>
                <a:cs typeface="+mn-cs"/>
              </a:rPr>
              <a:t>The variable portion type is “Actual statistical key figures”  </a:t>
            </a:r>
          </a:p>
          <a:p>
            <a:pPr marL="285750" marR="0" lvl="0" indent="-285750" algn="l" defTabSz="914400" rtl="0" eaLnBrk="1" fontAlgn="auto" latinLnBrk="0" hangingPunct="1">
              <a:lnSpc>
                <a:spcPct val="100000"/>
              </a:lnSpc>
              <a:spcBef>
                <a:spcPts val="0"/>
              </a:spcBef>
              <a:spcAft>
                <a:spcPts val="0"/>
              </a:spcAft>
              <a:buClrTx/>
              <a:buSzTx/>
              <a:buFont typeface="Wingdings" panose="05000000000000000000" pitchFamily="2" charset="2"/>
              <a:buChar char="v"/>
              <a:tabLst/>
              <a:defRPr/>
            </a:pPr>
            <a:r>
              <a:rPr kumimoji="0" lang="en-US" sz="1400" b="0" i="0" u="none" strike="noStrike" kern="1200" cap="none" spc="0" normalizeH="0" baseline="0" noProof="0">
                <a:ln>
                  <a:noFill/>
                </a:ln>
                <a:solidFill>
                  <a:srgbClr val="000000"/>
                </a:solidFill>
                <a:effectLst/>
                <a:uLnTx/>
                <a:uFillTx/>
                <a:latin typeface="Arial" panose="020B0604020202020204"/>
                <a:ea typeface="+mn-ea"/>
                <a:cs typeface="+mn-cs"/>
              </a:rPr>
              <a:t>Under receiver values you should enter the SKF code, and enter the cost centers that are receiving costs via the cost center allocation cycle </a:t>
            </a:r>
          </a:p>
        </p:txBody>
      </p:sp>
      <p:pic>
        <p:nvPicPr>
          <p:cNvPr id="10" name="Picture 9">
            <a:extLst>
              <a:ext uri="{FF2B5EF4-FFF2-40B4-BE49-F238E27FC236}">
                <a16:creationId xmlns:a16="http://schemas.microsoft.com/office/drawing/2014/main" id="{041D61AF-CFF7-4102-9DC5-AB5E6F34166E}"/>
              </a:ext>
            </a:extLst>
          </p:cNvPr>
          <p:cNvPicPr>
            <a:picLocks noChangeAspect="1"/>
          </p:cNvPicPr>
          <p:nvPr/>
        </p:nvPicPr>
        <p:blipFill>
          <a:blip r:embed="rId3"/>
          <a:stretch>
            <a:fillRect/>
          </a:stretch>
        </p:blipFill>
        <p:spPr>
          <a:xfrm>
            <a:off x="1073555" y="5016363"/>
            <a:ext cx="7162322" cy="1466723"/>
          </a:xfrm>
          <a:prstGeom prst="rect">
            <a:avLst/>
          </a:prstGeom>
          <a:effectLst>
            <a:outerShdw blurRad="292100" dist="139700" dir="5400000" algn="ctr" rotWithShape="0">
              <a:srgbClr val="000000">
                <a:alpha val="65000"/>
              </a:srgbClr>
            </a:outerShdw>
          </a:effectLst>
        </p:spPr>
      </p:pic>
      <p:sp>
        <p:nvSpPr>
          <p:cNvPr id="11" name="Rectangle 10">
            <a:extLst>
              <a:ext uri="{FF2B5EF4-FFF2-40B4-BE49-F238E27FC236}">
                <a16:creationId xmlns:a16="http://schemas.microsoft.com/office/drawing/2014/main" id="{ADD40E65-76C2-4FCB-8355-38A5815505AA}"/>
              </a:ext>
            </a:extLst>
          </p:cNvPr>
          <p:cNvSpPr/>
          <p:nvPr/>
        </p:nvSpPr>
        <p:spPr>
          <a:xfrm>
            <a:off x="7997461" y="3323238"/>
            <a:ext cx="3817467" cy="2591511"/>
          </a:xfrm>
          <a:prstGeom prst="rect">
            <a:avLst/>
          </a:prstGeom>
          <a:noFill/>
          <a:ln w="28575">
            <a:solidFill>
              <a:schemeClr val="accent3"/>
            </a:solidFill>
            <a:prstDash val="sysDash"/>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285750" marR="0" lvl="0" indent="-285750" algn="l" defTabSz="914400" rtl="0" eaLnBrk="1" fontAlgn="auto" latinLnBrk="0" hangingPunct="1">
              <a:lnSpc>
                <a:spcPct val="100000"/>
              </a:lnSpc>
              <a:spcBef>
                <a:spcPts val="0"/>
              </a:spcBef>
              <a:spcAft>
                <a:spcPts val="0"/>
              </a:spcAft>
              <a:buClrTx/>
              <a:buSzTx/>
              <a:buFont typeface="Wingdings" panose="05000000000000000000" pitchFamily="2" charset="2"/>
              <a:buChar char="v"/>
              <a:tabLst/>
              <a:defRPr/>
            </a:pPr>
            <a:r>
              <a:rPr kumimoji="0" lang="en-US" sz="1400" b="0" i="0" u="none" strike="noStrike" kern="1200" cap="none" spc="0" normalizeH="0" baseline="0" noProof="0">
                <a:ln>
                  <a:noFill/>
                </a:ln>
                <a:solidFill>
                  <a:srgbClr val="000000"/>
                </a:solidFill>
                <a:effectLst/>
                <a:uLnTx/>
                <a:uFillTx/>
                <a:latin typeface="Arial" panose="020B0604020202020204"/>
                <a:ea typeface="+mn-ea"/>
                <a:cs typeface="+mn-cs"/>
              </a:rPr>
              <a:t>Once the above cycle has been created by BSC, the system will use the SKF values to determine the % split between the different cost centers. This may mean that if nothing else in the cycle changes except the values for the SKF each month, then you only need to update the SKF and you do not need to submit a </a:t>
            </a:r>
            <a:r>
              <a:rPr kumimoji="0" lang="en-US" sz="1400" b="0" i="0" u="none" strike="noStrike" kern="1200" cap="none" spc="0" normalizeH="0" baseline="0" noProof="0" err="1">
                <a:ln>
                  <a:noFill/>
                </a:ln>
                <a:solidFill>
                  <a:srgbClr val="000000"/>
                </a:solidFill>
                <a:effectLst/>
                <a:uLnTx/>
                <a:uFillTx/>
                <a:latin typeface="Arial" panose="020B0604020202020204"/>
                <a:ea typeface="+mn-ea"/>
                <a:cs typeface="+mn-cs"/>
              </a:rPr>
              <a:t>MyRequest</a:t>
            </a:r>
            <a:r>
              <a:rPr kumimoji="0" lang="en-US" sz="1400" b="0" i="0" u="none" strike="noStrike" kern="1200" cap="none" spc="0" normalizeH="0" baseline="0" noProof="0">
                <a:ln>
                  <a:noFill/>
                </a:ln>
                <a:solidFill>
                  <a:srgbClr val="000000"/>
                </a:solidFill>
                <a:effectLst/>
                <a:uLnTx/>
                <a:uFillTx/>
                <a:latin typeface="Arial" panose="020B0604020202020204"/>
                <a:ea typeface="+mn-ea"/>
                <a:cs typeface="+mn-cs"/>
              </a:rPr>
              <a:t> template to BSC </a:t>
            </a:r>
          </a:p>
        </p:txBody>
      </p:sp>
    </p:spTree>
    <p:extLst>
      <p:ext uri="{BB962C8B-B14F-4D97-AF65-F5344CB8AC3E}">
        <p14:creationId xmlns:p14="http://schemas.microsoft.com/office/powerpoint/2010/main" val="3768239847"/>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Slide Number Placeholder 4">
            <a:extLst>
              <a:ext uri="{FF2B5EF4-FFF2-40B4-BE49-F238E27FC236}">
                <a16:creationId xmlns:a16="http://schemas.microsoft.com/office/drawing/2014/main" id="{D0548F23-DEA9-4C38-A6BF-6668960667E5}"/>
              </a:ext>
            </a:extLst>
          </p:cNvPr>
          <p:cNvSpPr>
            <a:spLocks noGrp="1"/>
          </p:cNvSpPr>
          <p:nvPr>
            <p:ph type="sldNum" sz="quarter" idx="12"/>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F4C94289-3309-4C35-850A-56FD49B3E346}" type="slidenum">
              <a:rPr kumimoji="0" lang="en-GB" sz="800" b="0" i="0" u="none" strike="noStrike" kern="1200" cap="none" spc="0" normalizeH="0" baseline="0" noProof="0" smtClean="0">
                <a:ln>
                  <a:noFill/>
                </a:ln>
                <a:solidFill>
                  <a:srgbClr val="000000"/>
                </a:solidFill>
                <a:effectLst/>
                <a:uLnTx/>
                <a:uFillTx/>
                <a:latin typeface="Arial" panose="020B0604020202020204"/>
                <a:ea typeface="+mn-ea"/>
                <a:cs typeface="+mn-cs"/>
              </a:rPr>
              <a:pPr marL="0" marR="0" lvl="0" indent="0" algn="r" defTabSz="914400" rtl="0" eaLnBrk="1" fontAlgn="auto" latinLnBrk="0" hangingPunct="1">
                <a:lnSpc>
                  <a:spcPct val="100000"/>
                </a:lnSpc>
                <a:spcBef>
                  <a:spcPts val="0"/>
                </a:spcBef>
                <a:spcAft>
                  <a:spcPts val="0"/>
                </a:spcAft>
                <a:buClrTx/>
                <a:buSzTx/>
                <a:buFontTx/>
                <a:buNone/>
                <a:tabLst/>
                <a:defRPr/>
              </a:pPr>
              <a:t>11</a:t>
            </a:fld>
            <a:endParaRPr kumimoji="0" lang="en-GB" sz="800" b="0" i="0" u="none" strike="noStrike" kern="1200" cap="none" spc="0" normalizeH="0" baseline="0" noProof="0">
              <a:ln>
                <a:noFill/>
              </a:ln>
              <a:solidFill>
                <a:srgbClr val="000000"/>
              </a:solidFill>
              <a:effectLst/>
              <a:uLnTx/>
              <a:uFillTx/>
              <a:latin typeface="Arial" panose="020B0604020202020204"/>
              <a:ea typeface="+mn-ea"/>
              <a:cs typeface="+mn-cs"/>
            </a:endParaRPr>
          </a:p>
        </p:txBody>
      </p:sp>
      <p:sp>
        <p:nvSpPr>
          <p:cNvPr id="2" name="Title 1">
            <a:extLst>
              <a:ext uri="{FF2B5EF4-FFF2-40B4-BE49-F238E27FC236}">
                <a16:creationId xmlns:a16="http://schemas.microsoft.com/office/drawing/2014/main" id="{129A1021-9F75-414F-9F9A-E0B884C7558E}"/>
              </a:ext>
            </a:extLst>
          </p:cNvPr>
          <p:cNvSpPr>
            <a:spLocks noGrp="1"/>
          </p:cNvSpPr>
          <p:nvPr>
            <p:ph type="title"/>
          </p:nvPr>
        </p:nvSpPr>
        <p:spPr/>
        <p:txBody>
          <a:bodyPr/>
          <a:lstStyle/>
          <a:p>
            <a:r>
              <a:rPr lang="en-US"/>
              <a:t>Statistical key figures for </a:t>
            </a:r>
            <a:r>
              <a:rPr lang="en-US" err="1"/>
              <a:t>Opex</a:t>
            </a:r>
            <a:r>
              <a:rPr lang="en-US"/>
              <a:t> allocations</a:t>
            </a:r>
          </a:p>
        </p:txBody>
      </p:sp>
      <p:sp>
        <p:nvSpPr>
          <p:cNvPr id="6" name="TextBox 5">
            <a:extLst>
              <a:ext uri="{FF2B5EF4-FFF2-40B4-BE49-F238E27FC236}">
                <a16:creationId xmlns:a16="http://schemas.microsoft.com/office/drawing/2014/main" id="{25951C9C-5632-4B9C-AE77-07002A78B227}"/>
              </a:ext>
            </a:extLst>
          </p:cNvPr>
          <p:cNvSpPr txBox="1"/>
          <p:nvPr/>
        </p:nvSpPr>
        <p:spPr>
          <a:xfrm>
            <a:off x="3508336" y="3668667"/>
            <a:ext cx="4236355" cy="2797878"/>
          </a:xfrm>
          <a:prstGeom prst="rect">
            <a:avLst/>
          </a:prstGeom>
          <a:solidFill>
            <a:srgbClr val="122632">
              <a:lumMod val="10000"/>
              <a:lumOff val="90000"/>
            </a:srgbClr>
          </a:solidFill>
        </p:spPr>
        <p:txBody>
          <a:bodyPr wrap="square" lIns="0" tIns="0" rIns="0" bIns="0" rtlCol="0">
            <a:norm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800" b="1" i="0" u="none" strike="noStrike" kern="0" cap="none" spc="0" normalizeH="0" baseline="0" noProof="0">
                <a:ln>
                  <a:noFill/>
                </a:ln>
                <a:solidFill>
                  <a:srgbClr val="122632"/>
                </a:solidFill>
                <a:effectLst/>
                <a:uLnTx/>
                <a:uFillTx/>
                <a:latin typeface="Arial" panose="020B0604020202020204"/>
                <a:ea typeface="ＭＳ Ｐゴシック" pitchFamily="80" charset="-128"/>
                <a:cs typeface="+mn-cs"/>
              </a:rPr>
              <a:t>Statistical Key Figure:</a:t>
            </a:r>
          </a:p>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200" b="1" i="0" u="none" strike="noStrike" kern="0" cap="none" spc="0" normalizeH="0" baseline="0" noProof="0">
              <a:ln>
                <a:noFill/>
              </a:ln>
              <a:solidFill>
                <a:srgbClr val="122632"/>
              </a:solidFill>
              <a:effectLst/>
              <a:uLnTx/>
              <a:uFillTx/>
              <a:latin typeface="Arial" panose="020B0604020202020204"/>
              <a:ea typeface="ＭＳ Ｐゴシック" pitchFamily="80" charset="-128"/>
              <a:cs typeface="+mn-cs"/>
            </a:endParaRPr>
          </a:p>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200" b="0" i="0" u="none" strike="noStrike" kern="0" cap="none" spc="0" normalizeH="0" baseline="0" noProof="0">
              <a:ln>
                <a:noFill/>
              </a:ln>
              <a:solidFill>
                <a:srgbClr val="122632"/>
              </a:solidFill>
              <a:effectLst/>
              <a:uLnTx/>
              <a:uFillTx/>
              <a:latin typeface="Arial" panose="020B0604020202020204"/>
              <a:ea typeface="ＭＳ Ｐゴシック" pitchFamily="80" charset="-128"/>
              <a:cs typeface="+mn-cs"/>
            </a:endParaRPr>
          </a:p>
        </p:txBody>
      </p:sp>
      <p:pic>
        <p:nvPicPr>
          <p:cNvPr id="7" name="Picture 6">
            <a:extLst>
              <a:ext uri="{FF2B5EF4-FFF2-40B4-BE49-F238E27FC236}">
                <a16:creationId xmlns:a16="http://schemas.microsoft.com/office/drawing/2014/main" id="{A0388BAF-F0D5-4C7D-BA3F-1A09F293B785}"/>
              </a:ext>
            </a:extLst>
          </p:cNvPr>
          <p:cNvPicPr>
            <a:picLocks noChangeAspect="1"/>
          </p:cNvPicPr>
          <p:nvPr/>
        </p:nvPicPr>
        <p:blipFill>
          <a:blip r:embed="rId2"/>
          <a:stretch>
            <a:fillRect/>
          </a:stretch>
        </p:blipFill>
        <p:spPr>
          <a:xfrm>
            <a:off x="5362262" y="6188352"/>
            <a:ext cx="528502" cy="231219"/>
          </a:xfrm>
          <a:prstGeom prst="rect">
            <a:avLst/>
          </a:prstGeom>
        </p:spPr>
      </p:pic>
      <p:graphicFrame>
        <p:nvGraphicFramePr>
          <p:cNvPr id="8" name="Table 7">
            <a:extLst>
              <a:ext uri="{FF2B5EF4-FFF2-40B4-BE49-F238E27FC236}">
                <a16:creationId xmlns:a16="http://schemas.microsoft.com/office/drawing/2014/main" id="{D22F38AC-6E77-41CC-86A8-2A788645C536}"/>
              </a:ext>
            </a:extLst>
          </p:cNvPr>
          <p:cNvGraphicFramePr>
            <a:graphicFrameLocks noGrp="1"/>
          </p:cNvGraphicFramePr>
          <p:nvPr/>
        </p:nvGraphicFramePr>
        <p:xfrm>
          <a:off x="3625624" y="4016027"/>
          <a:ext cx="3966667" cy="701040"/>
        </p:xfrm>
        <a:graphic>
          <a:graphicData uri="http://schemas.openxmlformats.org/drawingml/2006/table">
            <a:tbl>
              <a:tblPr firstRow="1" bandRow="1"/>
              <a:tblGrid>
                <a:gridCol w="1736085">
                  <a:extLst>
                    <a:ext uri="{9D8B030D-6E8A-4147-A177-3AD203B41FA5}">
                      <a16:colId xmlns:a16="http://schemas.microsoft.com/office/drawing/2014/main" val="2575196023"/>
                    </a:ext>
                  </a:extLst>
                </a:gridCol>
                <a:gridCol w="2230582">
                  <a:extLst>
                    <a:ext uri="{9D8B030D-6E8A-4147-A177-3AD203B41FA5}">
                      <a16:colId xmlns:a16="http://schemas.microsoft.com/office/drawing/2014/main" val="90490099"/>
                    </a:ext>
                  </a:extLst>
                </a:gridCol>
              </a:tblGrid>
              <a:tr h="282541">
                <a:tc>
                  <a:txBody>
                    <a:bodyPr/>
                    <a:lstStyle>
                      <a:lvl1pPr marL="0" algn="l" defTabSz="914126" rtl="0" eaLnBrk="1" latinLnBrk="0" hangingPunct="1">
                        <a:defRPr sz="1799" b="1" kern="1200">
                          <a:solidFill>
                            <a:schemeClr val="dk1"/>
                          </a:solidFill>
                          <a:latin typeface="Arial"/>
                        </a:defRPr>
                      </a:lvl1pPr>
                      <a:lvl2pPr marL="457063" algn="l" defTabSz="914126" rtl="0" eaLnBrk="1" latinLnBrk="0" hangingPunct="1">
                        <a:defRPr sz="1799" b="1" kern="1200">
                          <a:solidFill>
                            <a:schemeClr val="dk1"/>
                          </a:solidFill>
                          <a:latin typeface="Arial"/>
                        </a:defRPr>
                      </a:lvl2pPr>
                      <a:lvl3pPr marL="914126" algn="l" defTabSz="914126" rtl="0" eaLnBrk="1" latinLnBrk="0" hangingPunct="1">
                        <a:defRPr sz="1799" b="1" kern="1200">
                          <a:solidFill>
                            <a:schemeClr val="dk1"/>
                          </a:solidFill>
                          <a:latin typeface="Arial"/>
                        </a:defRPr>
                      </a:lvl3pPr>
                      <a:lvl4pPr marL="1371189" algn="l" defTabSz="914126" rtl="0" eaLnBrk="1" latinLnBrk="0" hangingPunct="1">
                        <a:defRPr sz="1799" b="1" kern="1200">
                          <a:solidFill>
                            <a:schemeClr val="dk1"/>
                          </a:solidFill>
                          <a:latin typeface="Arial"/>
                        </a:defRPr>
                      </a:lvl4pPr>
                      <a:lvl5pPr marL="1828251" algn="l" defTabSz="914126" rtl="0" eaLnBrk="1" latinLnBrk="0" hangingPunct="1">
                        <a:defRPr sz="1799" b="1" kern="1200">
                          <a:solidFill>
                            <a:schemeClr val="dk1"/>
                          </a:solidFill>
                          <a:latin typeface="Arial"/>
                        </a:defRPr>
                      </a:lvl5pPr>
                      <a:lvl6pPr marL="2285314" algn="l" defTabSz="914126" rtl="0" eaLnBrk="1" latinLnBrk="0" hangingPunct="1">
                        <a:defRPr sz="1799" b="1" kern="1200">
                          <a:solidFill>
                            <a:schemeClr val="dk1"/>
                          </a:solidFill>
                          <a:latin typeface="Arial"/>
                        </a:defRPr>
                      </a:lvl6pPr>
                      <a:lvl7pPr marL="2742377" algn="l" defTabSz="914126" rtl="0" eaLnBrk="1" latinLnBrk="0" hangingPunct="1">
                        <a:defRPr sz="1799" b="1" kern="1200">
                          <a:solidFill>
                            <a:schemeClr val="dk1"/>
                          </a:solidFill>
                          <a:latin typeface="Arial"/>
                        </a:defRPr>
                      </a:lvl7pPr>
                      <a:lvl8pPr marL="3199440" algn="l" defTabSz="914126" rtl="0" eaLnBrk="1" latinLnBrk="0" hangingPunct="1">
                        <a:defRPr sz="1799" b="1" kern="1200">
                          <a:solidFill>
                            <a:schemeClr val="dk1"/>
                          </a:solidFill>
                          <a:latin typeface="Arial"/>
                        </a:defRPr>
                      </a:lvl8pPr>
                      <a:lvl9pPr marL="3656503" algn="l" defTabSz="914126" rtl="0" eaLnBrk="1" latinLnBrk="0" hangingPunct="1">
                        <a:defRPr sz="1799" b="1" kern="1200">
                          <a:solidFill>
                            <a:schemeClr val="dk1"/>
                          </a:solidFill>
                          <a:latin typeface="Arial"/>
                        </a:defRPr>
                      </a:lvl9pPr>
                    </a:lstStyle>
                    <a:p>
                      <a:r>
                        <a:rPr lang="en-US" sz="1700" b="0"/>
                        <a:t>Name</a:t>
                      </a:r>
                    </a:p>
                  </a:txBody>
                  <a:tcPr>
                    <a:lnL w="12700" cmpd="sng">
                      <a:solidFill>
                        <a:srgbClr val="39454B"/>
                      </a:solidFill>
                    </a:lnL>
                    <a:lnR w="12700" cmpd="sng">
                      <a:solidFill>
                        <a:srgbClr val="39454B"/>
                      </a:solidFill>
                    </a:lnR>
                    <a:lnT w="12700" cmpd="sng">
                      <a:solidFill>
                        <a:srgbClr val="39454B"/>
                      </a:solidFill>
                    </a:lnT>
                    <a:lnB w="12700" cmpd="sng">
                      <a:solidFill>
                        <a:srgbClr val="39454B"/>
                      </a:solidFill>
                    </a:lnB>
                    <a:lnTlToBr w="12700" cmpd="sng">
                      <a:noFill/>
                      <a:prstDash val="solid"/>
                    </a:lnTlToBr>
                    <a:lnBlToTr w="12700" cmpd="sng">
                      <a:noFill/>
                      <a:prstDash val="solid"/>
                    </a:lnBlToTr>
                    <a:solidFill>
                      <a:srgbClr val="39454B">
                        <a:tint val="20000"/>
                      </a:srgbClr>
                    </a:solidFill>
                  </a:tcPr>
                </a:tc>
                <a:tc>
                  <a:txBody>
                    <a:bodyPr/>
                    <a:lstStyle>
                      <a:lvl1pPr marL="0" algn="l" defTabSz="914126" rtl="0" eaLnBrk="1" latinLnBrk="0" hangingPunct="1">
                        <a:defRPr sz="1799" b="1" kern="1200">
                          <a:solidFill>
                            <a:schemeClr val="dk1"/>
                          </a:solidFill>
                          <a:latin typeface="Arial"/>
                        </a:defRPr>
                      </a:lvl1pPr>
                      <a:lvl2pPr marL="457063" algn="l" defTabSz="914126" rtl="0" eaLnBrk="1" latinLnBrk="0" hangingPunct="1">
                        <a:defRPr sz="1799" b="1" kern="1200">
                          <a:solidFill>
                            <a:schemeClr val="dk1"/>
                          </a:solidFill>
                          <a:latin typeface="Arial"/>
                        </a:defRPr>
                      </a:lvl2pPr>
                      <a:lvl3pPr marL="914126" algn="l" defTabSz="914126" rtl="0" eaLnBrk="1" latinLnBrk="0" hangingPunct="1">
                        <a:defRPr sz="1799" b="1" kern="1200">
                          <a:solidFill>
                            <a:schemeClr val="dk1"/>
                          </a:solidFill>
                          <a:latin typeface="Arial"/>
                        </a:defRPr>
                      </a:lvl3pPr>
                      <a:lvl4pPr marL="1371189" algn="l" defTabSz="914126" rtl="0" eaLnBrk="1" latinLnBrk="0" hangingPunct="1">
                        <a:defRPr sz="1799" b="1" kern="1200">
                          <a:solidFill>
                            <a:schemeClr val="dk1"/>
                          </a:solidFill>
                          <a:latin typeface="Arial"/>
                        </a:defRPr>
                      </a:lvl4pPr>
                      <a:lvl5pPr marL="1828251" algn="l" defTabSz="914126" rtl="0" eaLnBrk="1" latinLnBrk="0" hangingPunct="1">
                        <a:defRPr sz="1799" b="1" kern="1200">
                          <a:solidFill>
                            <a:schemeClr val="dk1"/>
                          </a:solidFill>
                          <a:latin typeface="Arial"/>
                        </a:defRPr>
                      </a:lvl5pPr>
                      <a:lvl6pPr marL="2285314" algn="l" defTabSz="914126" rtl="0" eaLnBrk="1" latinLnBrk="0" hangingPunct="1">
                        <a:defRPr sz="1799" b="1" kern="1200">
                          <a:solidFill>
                            <a:schemeClr val="dk1"/>
                          </a:solidFill>
                          <a:latin typeface="Arial"/>
                        </a:defRPr>
                      </a:lvl6pPr>
                      <a:lvl7pPr marL="2742377" algn="l" defTabSz="914126" rtl="0" eaLnBrk="1" latinLnBrk="0" hangingPunct="1">
                        <a:defRPr sz="1799" b="1" kern="1200">
                          <a:solidFill>
                            <a:schemeClr val="dk1"/>
                          </a:solidFill>
                          <a:latin typeface="Arial"/>
                        </a:defRPr>
                      </a:lvl7pPr>
                      <a:lvl8pPr marL="3199440" algn="l" defTabSz="914126" rtl="0" eaLnBrk="1" latinLnBrk="0" hangingPunct="1">
                        <a:defRPr sz="1799" b="1" kern="1200">
                          <a:solidFill>
                            <a:schemeClr val="dk1"/>
                          </a:solidFill>
                          <a:latin typeface="Arial"/>
                        </a:defRPr>
                      </a:lvl8pPr>
                      <a:lvl9pPr marL="3656503" algn="l" defTabSz="914126" rtl="0" eaLnBrk="1" latinLnBrk="0" hangingPunct="1">
                        <a:defRPr sz="1799" b="1" kern="1200">
                          <a:solidFill>
                            <a:schemeClr val="dk1"/>
                          </a:solidFill>
                          <a:latin typeface="Arial"/>
                        </a:defRPr>
                      </a:lvl9pPr>
                    </a:lstStyle>
                    <a:p>
                      <a:r>
                        <a:rPr lang="en-US" sz="1700" b="0"/>
                        <a:t>FTE per department</a:t>
                      </a:r>
                    </a:p>
                  </a:txBody>
                  <a:tcPr>
                    <a:lnL w="12700" cmpd="sng">
                      <a:solidFill>
                        <a:srgbClr val="39454B"/>
                      </a:solidFill>
                    </a:lnL>
                    <a:lnR w="12700" cmpd="sng">
                      <a:solidFill>
                        <a:srgbClr val="39454B"/>
                      </a:solidFill>
                    </a:lnR>
                    <a:lnT w="12700" cmpd="sng">
                      <a:solidFill>
                        <a:srgbClr val="39454B"/>
                      </a:solidFill>
                    </a:lnT>
                    <a:lnB w="12700" cmpd="sng">
                      <a:solidFill>
                        <a:srgbClr val="39454B"/>
                      </a:solidFill>
                    </a:lnB>
                    <a:lnTlToBr w="12700" cmpd="sng">
                      <a:noFill/>
                      <a:prstDash val="solid"/>
                    </a:lnTlToBr>
                    <a:lnBlToTr w="12700" cmpd="sng">
                      <a:noFill/>
                      <a:prstDash val="solid"/>
                    </a:lnBlToTr>
                    <a:solidFill>
                      <a:srgbClr val="39454B">
                        <a:tint val="20000"/>
                      </a:srgbClr>
                    </a:solidFill>
                  </a:tcPr>
                </a:tc>
                <a:extLst>
                  <a:ext uri="{0D108BD9-81ED-4DB2-BD59-A6C34878D82A}">
                    <a16:rowId xmlns:a16="http://schemas.microsoft.com/office/drawing/2014/main" val="3175617610"/>
                  </a:ext>
                </a:extLst>
              </a:tr>
              <a:tr h="282541">
                <a:tc>
                  <a:txBody>
                    <a:bodyPr/>
                    <a:lstStyle>
                      <a:lvl1pPr marL="0" algn="l" defTabSz="914126" rtl="0" eaLnBrk="1" latinLnBrk="0" hangingPunct="1">
                        <a:defRPr sz="1799" kern="1200">
                          <a:solidFill>
                            <a:schemeClr val="dk1"/>
                          </a:solidFill>
                          <a:latin typeface="Arial"/>
                        </a:defRPr>
                      </a:lvl1pPr>
                      <a:lvl2pPr marL="457063" algn="l" defTabSz="914126" rtl="0" eaLnBrk="1" latinLnBrk="0" hangingPunct="1">
                        <a:defRPr sz="1799" kern="1200">
                          <a:solidFill>
                            <a:schemeClr val="dk1"/>
                          </a:solidFill>
                          <a:latin typeface="Arial"/>
                        </a:defRPr>
                      </a:lvl2pPr>
                      <a:lvl3pPr marL="914126" algn="l" defTabSz="914126" rtl="0" eaLnBrk="1" latinLnBrk="0" hangingPunct="1">
                        <a:defRPr sz="1799" kern="1200">
                          <a:solidFill>
                            <a:schemeClr val="dk1"/>
                          </a:solidFill>
                          <a:latin typeface="Arial"/>
                        </a:defRPr>
                      </a:lvl3pPr>
                      <a:lvl4pPr marL="1371189" algn="l" defTabSz="914126" rtl="0" eaLnBrk="1" latinLnBrk="0" hangingPunct="1">
                        <a:defRPr sz="1799" kern="1200">
                          <a:solidFill>
                            <a:schemeClr val="dk1"/>
                          </a:solidFill>
                          <a:latin typeface="Arial"/>
                        </a:defRPr>
                      </a:lvl4pPr>
                      <a:lvl5pPr marL="1828251" algn="l" defTabSz="914126" rtl="0" eaLnBrk="1" latinLnBrk="0" hangingPunct="1">
                        <a:defRPr sz="1799" kern="1200">
                          <a:solidFill>
                            <a:schemeClr val="dk1"/>
                          </a:solidFill>
                          <a:latin typeface="Arial"/>
                        </a:defRPr>
                      </a:lvl5pPr>
                      <a:lvl6pPr marL="2285314" algn="l" defTabSz="914126" rtl="0" eaLnBrk="1" latinLnBrk="0" hangingPunct="1">
                        <a:defRPr sz="1799" kern="1200">
                          <a:solidFill>
                            <a:schemeClr val="dk1"/>
                          </a:solidFill>
                          <a:latin typeface="Arial"/>
                        </a:defRPr>
                      </a:lvl6pPr>
                      <a:lvl7pPr marL="2742377" algn="l" defTabSz="914126" rtl="0" eaLnBrk="1" latinLnBrk="0" hangingPunct="1">
                        <a:defRPr sz="1799" kern="1200">
                          <a:solidFill>
                            <a:schemeClr val="dk1"/>
                          </a:solidFill>
                          <a:latin typeface="Arial"/>
                        </a:defRPr>
                      </a:lvl7pPr>
                      <a:lvl8pPr marL="3199440" algn="l" defTabSz="914126" rtl="0" eaLnBrk="1" latinLnBrk="0" hangingPunct="1">
                        <a:defRPr sz="1799" kern="1200">
                          <a:solidFill>
                            <a:schemeClr val="dk1"/>
                          </a:solidFill>
                          <a:latin typeface="Arial"/>
                        </a:defRPr>
                      </a:lvl8pPr>
                      <a:lvl9pPr marL="3656503" algn="l" defTabSz="914126" rtl="0" eaLnBrk="1" latinLnBrk="0" hangingPunct="1">
                        <a:defRPr sz="1799" kern="1200">
                          <a:solidFill>
                            <a:schemeClr val="dk1"/>
                          </a:solidFill>
                          <a:latin typeface="Arial"/>
                        </a:defRPr>
                      </a:lvl9pPr>
                    </a:lstStyle>
                    <a:p>
                      <a:r>
                        <a:rPr lang="en-US" sz="1700"/>
                        <a:t>Unit of Measure</a:t>
                      </a:r>
                    </a:p>
                  </a:txBody>
                  <a:tcPr>
                    <a:lnL w="12700" cmpd="sng">
                      <a:solidFill>
                        <a:srgbClr val="39454B"/>
                      </a:solidFill>
                    </a:lnL>
                    <a:lnR w="12700" cmpd="sng">
                      <a:solidFill>
                        <a:srgbClr val="39454B"/>
                      </a:solidFill>
                    </a:lnR>
                    <a:lnT w="12700" cmpd="sng">
                      <a:solidFill>
                        <a:srgbClr val="39454B"/>
                      </a:solidFill>
                    </a:lnT>
                    <a:lnB w="12700" cmpd="sng">
                      <a:solidFill>
                        <a:srgbClr val="39454B"/>
                      </a:solidFill>
                    </a:lnB>
                    <a:lnTlToBr w="12700" cmpd="sng">
                      <a:noFill/>
                      <a:prstDash val="solid"/>
                    </a:lnTlToBr>
                    <a:lnBlToTr w="12700" cmpd="sng">
                      <a:noFill/>
                      <a:prstDash val="solid"/>
                    </a:lnBlToTr>
                    <a:solidFill>
                      <a:srgbClr val="39454B">
                        <a:tint val="40000"/>
                      </a:srgbClr>
                    </a:solidFill>
                  </a:tcPr>
                </a:tc>
                <a:tc>
                  <a:txBody>
                    <a:bodyPr/>
                    <a:lstStyle>
                      <a:lvl1pPr marL="0" algn="l" defTabSz="914126" rtl="0" eaLnBrk="1" latinLnBrk="0" hangingPunct="1">
                        <a:defRPr sz="1799" kern="1200">
                          <a:solidFill>
                            <a:schemeClr val="dk1"/>
                          </a:solidFill>
                          <a:latin typeface="Arial"/>
                        </a:defRPr>
                      </a:lvl1pPr>
                      <a:lvl2pPr marL="457063" algn="l" defTabSz="914126" rtl="0" eaLnBrk="1" latinLnBrk="0" hangingPunct="1">
                        <a:defRPr sz="1799" kern="1200">
                          <a:solidFill>
                            <a:schemeClr val="dk1"/>
                          </a:solidFill>
                          <a:latin typeface="Arial"/>
                        </a:defRPr>
                      </a:lvl2pPr>
                      <a:lvl3pPr marL="914126" algn="l" defTabSz="914126" rtl="0" eaLnBrk="1" latinLnBrk="0" hangingPunct="1">
                        <a:defRPr sz="1799" kern="1200">
                          <a:solidFill>
                            <a:schemeClr val="dk1"/>
                          </a:solidFill>
                          <a:latin typeface="Arial"/>
                        </a:defRPr>
                      </a:lvl3pPr>
                      <a:lvl4pPr marL="1371189" algn="l" defTabSz="914126" rtl="0" eaLnBrk="1" latinLnBrk="0" hangingPunct="1">
                        <a:defRPr sz="1799" kern="1200">
                          <a:solidFill>
                            <a:schemeClr val="dk1"/>
                          </a:solidFill>
                          <a:latin typeface="Arial"/>
                        </a:defRPr>
                      </a:lvl4pPr>
                      <a:lvl5pPr marL="1828251" algn="l" defTabSz="914126" rtl="0" eaLnBrk="1" latinLnBrk="0" hangingPunct="1">
                        <a:defRPr sz="1799" kern="1200">
                          <a:solidFill>
                            <a:schemeClr val="dk1"/>
                          </a:solidFill>
                          <a:latin typeface="Arial"/>
                        </a:defRPr>
                      </a:lvl5pPr>
                      <a:lvl6pPr marL="2285314" algn="l" defTabSz="914126" rtl="0" eaLnBrk="1" latinLnBrk="0" hangingPunct="1">
                        <a:defRPr sz="1799" kern="1200">
                          <a:solidFill>
                            <a:schemeClr val="dk1"/>
                          </a:solidFill>
                          <a:latin typeface="Arial"/>
                        </a:defRPr>
                      </a:lvl6pPr>
                      <a:lvl7pPr marL="2742377" algn="l" defTabSz="914126" rtl="0" eaLnBrk="1" latinLnBrk="0" hangingPunct="1">
                        <a:defRPr sz="1799" kern="1200">
                          <a:solidFill>
                            <a:schemeClr val="dk1"/>
                          </a:solidFill>
                          <a:latin typeface="Arial"/>
                        </a:defRPr>
                      </a:lvl7pPr>
                      <a:lvl8pPr marL="3199440" algn="l" defTabSz="914126" rtl="0" eaLnBrk="1" latinLnBrk="0" hangingPunct="1">
                        <a:defRPr sz="1799" kern="1200">
                          <a:solidFill>
                            <a:schemeClr val="dk1"/>
                          </a:solidFill>
                          <a:latin typeface="Arial"/>
                        </a:defRPr>
                      </a:lvl8pPr>
                      <a:lvl9pPr marL="3656503" algn="l" defTabSz="914126" rtl="0" eaLnBrk="1" latinLnBrk="0" hangingPunct="1">
                        <a:defRPr sz="1799" kern="1200">
                          <a:solidFill>
                            <a:schemeClr val="dk1"/>
                          </a:solidFill>
                          <a:latin typeface="Arial"/>
                        </a:defRPr>
                      </a:lvl9pPr>
                    </a:lstStyle>
                    <a:p>
                      <a:r>
                        <a:rPr lang="en-US" sz="1700"/>
                        <a:t>Persons (PRS)</a:t>
                      </a:r>
                    </a:p>
                  </a:txBody>
                  <a:tcPr>
                    <a:lnL w="12700" cmpd="sng">
                      <a:solidFill>
                        <a:srgbClr val="39454B"/>
                      </a:solidFill>
                    </a:lnL>
                    <a:lnR w="12700" cmpd="sng">
                      <a:solidFill>
                        <a:srgbClr val="39454B"/>
                      </a:solidFill>
                    </a:lnR>
                    <a:lnT w="12700" cmpd="sng">
                      <a:solidFill>
                        <a:srgbClr val="39454B"/>
                      </a:solidFill>
                    </a:lnT>
                    <a:lnB w="12700" cmpd="sng">
                      <a:solidFill>
                        <a:srgbClr val="39454B"/>
                      </a:solidFill>
                    </a:lnB>
                    <a:lnTlToBr w="12700" cmpd="sng">
                      <a:noFill/>
                      <a:prstDash val="solid"/>
                    </a:lnTlToBr>
                    <a:lnBlToTr w="12700" cmpd="sng">
                      <a:noFill/>
                      <a:prstDash val="solid"/>
                    </a:lnBlToTr>
                    <a:solidFill>
                      <a:srgbClr val="39454B">
                        <a:tint val="40000"/>
                      </a:srgbClr>
                    </a:solidFill>
                  </a:tcPr>
                </a:tc>
                <a:extLst>
                  <a:ext uri="{0D108BD9-81ED-4DB2-BD59-A6C34878D82A}">
                    <a16:rowId xmlns:a16="http://schemas.microsoft.com/office/drawing/2014/main" val="1826209269"/>
                  </a:ext>
                </a:extLst>
              </a:tr>
            </a:tbl>
          </a:graphicData>
        </a:graphic>
      </p:graphicFrame>
      <p:graphicFrame>
        <p:nvGraphicFramePr>
          <p:cNvPr id="9" name="Table 8">
            <a:extLst>
              <a:ext uri="{FF2B5EF4-FFF2-40B4-BE49-F238E27FC236}">
                <a16:creationId xmlns:a16="http://schemas.microsoft.com/office/drawing/2014/main" id="{7111AB9F-865E-43DF-8E95-CD39E02430C9}"/>
              </a:ext>
            </a:extLst>
          </p:cNvPr>
          <p:cNvGraphicFramePr>
            <a:graphicFrameLocks noGrp="1"/>
          </p:cNvGraphicFramePr>
          <p:nvPr/>
        </p:nvGraphicFramePr>
        <p:xfrm>
          <a:off x="3625625" y="4884605"/>
          <a:ext cx="3966666" cy="1240530"/>
        </p:xfrm>
        <a:graphic>
          <a:graphicData uri="http://schemas.openxmlformats.org/drawingml/2006/table">
            <a:tbl>
              <a:tblPr firstRow="1" bandRow="1"/>
              <a:tblGrid>
                <a:gridCol w="1583684">
                  <a:extLst>
                    <a:ext uri="{9D8B030D-6E8A-4147-A177-3AD203B41FA5}">
                      <a16:colId xmlns:a16="http://schemas.microsoft.com/office/drawing/2014/main" val="601097222"/>
                    </a:ext>
                  </a:extLst>
                </a:gridCol>
                <a:gridCol w="1136073">
                  <a:extLst>
                    <a:ext uri="{9D8B030D-6E8A-4147-A177-3AD203B41FA5}">
                      <a16:colId xmlns:a16="http://schemas.microsoft.com/office/drawing/2014/main" val="864703522"/>
                    </a:ext>
                  </a:extLst>
                </a:gridCol>
                <a:gridCol w="1246909">
                  <a:extLst>
                    <a:ext uri="{9D8B030D-6E8A-4147-A177-3AD203B41FA5}">
                      <a16:colId xmlns:a16="http://schemas.microsoft.com/office/drawing/2014/main" val="4276005173"/>
                    </a:ext>
                  </a:extLst>
                </a:gridCol>
              </a:tblGrid>
              <a:tr h="413510">
                <a:tc>
                  <a:txBody>
                    <a:bodyPr/>
                    <a:lstStyle>
                      <a:lvl1pPr marL="0" algn="l" defTabSz="914126" rtl="0" eaLnBrk="1" latinLnBrk="0" hangingPunct="1">
                        <a:defRPr sz="1799" b="1" kern="1200">
                          <a:solidFill>
                            <a:schemeClr val="tx1"/>
                          </a:solidFill>
                          <a:latin typeface="Arial"/>
                        </a:defRPr>
                      </a:lvl1pPr>
                      <a:lvl2pPr marL="457063" algn="l" defTabSz="914126" rtl="0" eaLnBrk="1" latinLnBrk="0" hangingPunct="1">
                        <a:defRPr sz="1799" b="1" kern="1200">
                          <a:solidFill>
                            <a:schemeClr val="tx1"/>
                          </a:solidFill>
                          <a:latin typeface="Arial"/>
                        </a:defRPr>
                      </a:lvl2pPr>
                      <a:lvl3pPr marL="914126" algn="l" defTabSz="914126" rtl="0" eaLnBrk="1" latinLnBrk="0" hangingPunct="1">
                        <a:defRPr sz="1799" b="1" kern="1200">
                          <a:solidFill>
                            <a:schemeClr val="tx1"/>
                          </a:solidFill>
                          <a:latin typeface="Arial"/>
                        </a:defRPr>
                      </a:lvl3pPr>
                      <a:lvl4pPr marL="1371189" algn="l" defTabSz="914126" rtl="0" eaLnBrk="1" latinLnBrk="0" hangingPunct="1">
                        <a:defRPr sz="1799" b="1" kern="1200">
                          <a:solidFill>
                            <a:schemeClr val="tx1"/>
                          </a:solidFill>
                          <a:latin typeface="Arial"/>
                        </a:defRPr>
                      </a:lvl4pPr>
                      <a:lvl5pPr marL="1828251" algn="l" defTabSz="914126" rtl="0" eaLnBrk="1" latinLnBrk="0" hangingPunct="1">
                        <a:defRPr sz="1799" b="1" kern="1200">
                          <a:solidFill>
                            <a:schemeClr val="tx1"/>
                          </a:solidFill>
                          <a:latin typeface="Arial"/>
                        </a:defRPr>
                      </a:lvl5pPr>
                      <a:lvl6pPr marL="2285314" algn="l" defTabSz="914126" rtl="0" eaLnBrk="1" latinLnBrk="0" hangingPunct="1">
                        <a:defRPr sz="1799" b="1" kern="1200">
                          <a:solidFill>
                            <a:schemeClr val="tx1"/>
                          </a:solidFill>
                          <a:latin typeface="Arial"/>
                        </a:defRPr>
                      </a:lvl6pPr>
                      <a:lvl7pPr marL="2742377" algn="l" defTabSz="914126" rtl="0" eaLnBrk="1" latinLnBrk="0" hangingPunct="1">
                        <a:defRPr sz="1799" b="1" kern="1200">
                          <a:solidFill>
                            <a:schemeClr val="tx1"/>
                          </a:solidFill>
                          <a:latin typeface="Arial"/>
                        </a:defRPr>
                      </a:lvl7pPr>
                      <a:lvl8pPr marL="3199440" algn="l" defTabSz="914126" rtl="0" eaLnBrk="1" latinLnBrk="0" hangingPunct="1">
                        <a:defRPr sz="1799" b="1" kern="1200">
                          <a:solidFill>
                            <a:schemeClr val="tx1"/>
                          </a:solidFill>
                          <a:latin typeface="Arial"/>
                        </a:defRPr>
                      </a:lvl8pPr>
                      <a:lvl9pPr marL="3656503" algn="l" defTabSz="914126" rtl="0" eaLnBrk="1" latinLnBrk="0" hangingPunct="1">
                        <a:defRPr sz="1799" b="1" kern="1200">
                          <a:solidFill>
                            <a:schemeClr val="tx1"/>
                          </a:solidFill>
                          <a:latin typeface="Arial"/>
                        </a:defRPr>
                      </a:lvl9pPr>
                    </a:lstStyle>
                    <a:p>
                      <a:r>
                        <a:rPr lang="en-US" sz="1700"/>
                        <a:t>Cost center</a:t>
                      </a:r>
                    </a:p>
                  </a:txBody>
                  <a:tcPr>
                    <a:lnL w="12700" cmpd="sng">
                      <a:solidFill>
                        <a:srgbClr val="262E32"/>
                      </a:solidFill>
                    </a:lnL>
                    <a:lnR w="12700" cmpd="sng">
                      <a:solidFill>
                        <a:srgbClr val="262E32"/>
                      </a:solidFill>
                    </a:lnR>
                    <a:lnT w="12700" cmpd="sng">
                      <a:solidFill>
                        <a:srgbClr val="262E32"/>
                      </a:solidFill>
                    </a:lnT>
                    <a:lnB w="25400" cmpd="sng">
                      <a:solidFill>
                        <a:srgbClr val="262E32"/>
                      </a:solidFill>
                    </a:lnB>
                    <a:lnTlToBr w="12700" cmpd="sng">
                      <a:noFill/>
                      <a:prstDash val="solid"/>
                    </a:lnTlToBr>
                    <a:lnBlToTr w="12700" cmpd="sng">
                      <a:noFill/>
                      <a:prstDash val="solid"/>
                    </a:lnBlToTr>
                    <a:noFill/>
                  </a:tcPr>
                </a:tc>
                <a:tc>
                  <a:txBody>
                    <a:bodyPr/>
                    <a:lstStyle>
                      <a:lvl1pPr marL="0" algn="l" defTabSz="914126" rtl="0" eaLnBrk="1" latinLnBrk="0" hangingPunct="1">
                        <a:defRPr sz="1799" b="1" kern="1200">
                          <a:solidFill>
                            <a:schemeClr val="tx1"/>
                          </a:solidFill>
                          <a:latin typeface="Arial"/>
                        </a:defRPr>
                      </a:lvl1pPr>
                      <a:lvl2pPr marL="457063" algn="l" defTabSz="914126" rtl="0" eaLnBrk="1" latinLnBrk="0" hangingPunct="1">
                        <a:defRPr sz="1799" b="1" kern="1200">
                          <a:solidFill>
                            <a:schemeClr val="tx1"/>
                          </a:solidFill>
                          <a:latin typeface="Arial"/>
                        </a:defRPr>
                      </a:lvl2pPr>
                      <a:lvl3pPr marL="914126" algn="l" defTabSz="914126" rtl="0" eaLnBrk="1" latinLnBrk="0" hangingPunct="1">
                        <a:defRPr sz="1799" b="1" kern="1200">
                          <a:solidFill>
                            <a:schemeClr val="tx1"/>
                          </a:solidFill>
                          <a:latin typeface="Arial"/>
                        </a:defRPr>
                      </a:lvl3pPr>
                      <a:lvl4pPr marL="1371189" algn="l" defTabSz="914126" rtl="0" eaLnBrk="1" latinLnBrk="0" hangingPunct="1">
                        <a:defRPr sz="1799" b="1" kern="1200">
                          <a:solidFill>
                            <a:schemeClr val="tx1"/>
                          </a:solidFill>
                          <a:latin typeface="Arial"/>
                        </a:defRPr>
                      </a:lvl4pPr>
                      <a:lvl5pPr marL="1828251" algn="l" defTabSz="914126" rtl="0" eaLnBrk="1" latinLnBrk="0" hangingPunct="1">
                        <a:defRPr sz="1799" b="1" kern="1200">
                          <a:solidFill>
                            <a:schemeClr val="tx1"/>
                          </a:solidFill>
                          <a:latin typeface="Arial"/>
                        </a:defRPr>
                      </a:lvl5pPr>
                      <a:lvl6pPr marL="2285314" algn="l" defTabSz="914126" rtl="0" eaLnBrk="1" latinLnBrk="0" hangingPunct="1">
                        <a:defRPr sz="1799" b="1" kern="1200">
                          <a:solidFill>
                            <a:schemeClr val="tx1"/>
                          </a:solidFill>
                          <a:latin typeface="Arial"/>
                        </a:defRPr>
                      </a:lvl6pPr>
                      <a:lvl7pPr marL="2742377" algn="l" defTabSz="914126" rtl="0" eaLnBrk="1" latinLnBrk="0" hangingPunct="1">
                        <a:defRPr sz="1799" b="1" kern="1200">
                          <a:solidFill>
                            <a:schemeClr val="tx1"/>
                          </a:solidFill>
                          <a:latin typeface="Arial"/>
                        </a:defRPr>
                      </a:lvl7pPr>
                      <a:lvl8pPr marL="3199440" algn="l" defTabSz="914126" rtl="0" eaLnBrk="1" latinLnBrk="0" hangingPunct="1">
                        <a:defRPr sz="1799" b="1" kern="1200">
                          <a:solidFill>
                            <a:schemeClr val="tx1"/>
                          </a:solidFill>
                          <a:latin typeface="Arial"/>
                        </a:defRPr>
                      </a:lvl8pPr>
                      <a:lvl9pPr marL="3656503" algn="l" defTabSz="914126" rtl="0" eaLnBrk="1" latinLnBrk="0" hangingPunct="1">
                        <a:defRPr sz="1799" b="1" kern="1200">
                          <a:solidFill>
                            <a:schemeClr val="tx1"/>
                          </a:solidFill>
                          <a:latin typeface="Arial"/>
                        </a:defRPr>
                      </a:lvl9pPr>
                    </a:lstStyle>
                    <a:p>
                      <a:r>
                        <a:rPr lang="en-US" sz="1700"/>
                        <a:t>Amount</a:t>
                      </a:r>
                    </a:p>
                  </a:txBody>
                  <a:tcPr>
                    <a:lnL w="12700" cmpd="sng">
                      <a:solidFill>
                        <a:srgbClr val="262E32"/>
                      </a:solidFill>
                    </a:lnL>
                    <a:lnR w="12700" cmpd="sng">
                      <a:solidFill>
                        <a:srgbClr val="262E32"/>
                      </a:solidFill>
                    </a:lnR>
                    <a:lnT w="12700" cmpd="sng">
                      <a:solidFill>
                        <a:srgbClr val="262E32"/>
                      </a:solidFill>
                    </a:lnT>
                    <a:lnB w="25400" cmpd="sng">
                      <a:solidFill>
                        <a:srgbClr val="262E32"/>
                      </a:solidFill>
                    </a:lnB>
                    <a:lnTlToBr w="12700" cmpd="sng">
                      <a:noFill/>
                      <a:prstDash val="solid"/>
                    </a:lnTlToBr>
                    <a:lnBlToTr w="12700" cmpd="sng">
                      <a:noFill/>
                      <a:prstDash val="solid"/>
                    </a:lnBlToTr>
                    <a:noFill/>
                  </a:tcPr>
                </a:tc>
                <a:tc>
                  <a:txBody>
                    <a:bodyPr/>
                    <a:lstStyle>
                      <a:lvl1pPr marL="0" algn="l" defTabSz="914126" rtl="0" eaLnBrk="1" latinLnBrk="0" hangingPunct="1">
                        <a:defRPr sz="1799" b="1" kern="1200">
                          <a:solidFill>
                            <a:schemeClr val="tx1"/>
                          </a:solidFill>
                          <a:latin typeface="Arial"/>
                        </a:defRPr>
                      </a:lvl1pPr>
                      <a:lvl2pPr marL="457063" algn="l" defTabSz="914126" rtl="0" eaLnBrk="1" latinLnBrk="0" hangingPunct="1">
                        <a:defRPr sz="1799" b="1" kern="1200">
                          <a:solidFill>
                            <a:schemeClr val="tx1"/>
                          </a:solidFill>
                          <a:latin typeface="Arial"/>
                        </a:defRPr>
                      </a:lvl2pPr>
                      <a:lvl3pPr marL="914126" algn="l" defTabSz="914126" rtl="0" eaLnBrk="1" latinLnBrk="0" hangingPunct="1">
                        <a:defRPr sz="1799" b="1" kern="1200">
                          <a:solidFill>
                            <a:schemeClr val="tx1"/>
                          </a:solidFill>
                          <a:latin typeface="Arial"/>
                        </a:defRPr>
                      </a:lvl3pPr>
                      <a:lvl4pPr marL="1371189" algn="l" defTabSz="914126" rtl="0" eaLnBrk="1" latinLnBrk="0" hangingPunct="1">
                        <a:defRPr sz="1799" b="1" kern="1200">
                          <a:solidFill>
                            <a:schemeClr val="tx1"/>
                          </a:solidFill>
                          <a:latin typeface="Arial"/>
                        </a:defRPr>
                      </a:lvl4pPr>
                      <a:lvl5pPr marL="1828251" algn="l" defTabSz="914126" rtl="0" eaLnBrk="1" latinLnBrk="0" hangingPunct="1">
                        <a:defRPr sz="1799" b="1" kern="1200">
                          <a:solidFill>
                            <a:schemeClr val="tx1"/>
                          </a:solidFill>
                          <a:latin typeface="Arial"/>
                        </a:defRPr>
                      </a:lvl5pPr>
                      <a:lvl6pPr marL="2285314" algn="l" defTabSz="914126" rtl="0" eaLnBrk="1" latinLnBrk="0" hangingPunct="1">
                        <a:defRPr sz="1799" b="1" kern="1200">
                          <a:solidFill>
                            <a:schemeClr val="tx1"/>
                          </a:solidFill>
                          <a:latin typeface="Arial"/>
                        </a:defRPr>
                      </a:lvl6pPr>
                      <a:lvl7pPr marL="2742377" algn="l" defTabSz="914126" rtl="0" eaLnBrk="1" latinLnBrk="0" hangingPunct="1">
                        <a:defRPr sz="1799" b="1" kern="1200">
                          <a:solidFill>
                            <a:schemeClr val="tx1"/>
                          </a:solidFill>
                          <a:latin typeface="Arial"/>
                        </a:defRPr>
                      </a:lvl7pPr>
                      <a:lvl8pPr marL="3199440" algn="l" defTabSz="914126" rtl="0" eaLnBrk="1" latinLnBrk="0" hangingPunct="1">
                        <a:defRPr sz="1799" b="1" kern="1200">
                          <a:solidFill>
                            <a:schemeClr val="tx1"/>
                          </a:solidFill>
                          <a:latin typeface="Arial"/>
                        </a:defRPr>
                      </a:lvl8pPr>
                      <a:lvl9pPr marL="3656503" algn="l" defTabSz="914126" rtl="0" eaLnBrk="1" latinLnBrk="0" hangingPunct="1">
                        <a:defRPr sz="1799" b="1" kern="1200">
                          <a:solidFill>
                            <a:schemeClr val="tx1"/>
                          </a:solidFill>
                          <a:latin typeface="Arial"/>
                        </a:defRPr>
                      </a:lvl9pPr>
                    </a:lstStyle>
                    <a:p>
                      <a:r>
                        <a:rPr lang="en-US" sz="1700"/>
                        <a:t>UOM</a:t>
                      </a:r>
                    </a:p>
                  </a:txBody>
                  <a:tcPr>
                    <a:lnL w="12700" cmpd="sng">
                      <a:solidFill>
                        <a:srgbClr val="262E32"/>
                      </a:solidFill>
                    </a:lnL>
                    <a:lnR w="12700" cmpd="sng">
                      <a:solidFill>
                        <a:srgbClr val="262E32"/>
                      </a:solidFill>
                    </a:lnR>
                    <a:lnT w="12700" cmpd="sng">
                      <a:solidFill>
                        <a:srgbClr val="262E32"/>
                      </a:solidFill>
                    </a:lnT>
                    <a:lnB w="25400" cmpd="sng">
                      <a:solidFill>
                        <a:srgbClr val="262E32"/>
                      </a:solidFill>
                    </a:lnB>
                    <a:lnTlToBr w="12700" cmpd="sng">
                      <a:noFill/>
                      <a:prstDash val="solid"/>
                    </a:lnTlToBr>
                    <a:lnBlToTr w="12700" cmpd="sng">
                      <a:noFill/>
                      <a:prstDash val="solid"/>
                    </a:lnBlToTr>
                    <a:noFill/>
                  </a:tcPr>
                </a:tc>
                <a:extLst>
                  <a:ext uri="{0D108BD9-81ED-4DB2-BD59-A6C34878D82A}">
                    <a16:rowId xmlns:a16="http://schemas.microsoft.com/office/drawing/2014/main" val="1175606144"/>
                  </a:ext>
                </a:extLst>
              </a:tr>
              <a:tr h="413510">
                <a:tc>
                  <a:txBody>
                    <a:bodyPr/>
                    <a:lstStyle>
                      <a:lvl1pPr marL="0" algn="l" defTabSz="914126" rtl="0" eaLnBrk="1" latinLnBrk="0" hangingPunct="1">
                        <a:defRPr sz="1799" kern="1200">
                          <a:solidFill>
                            <a:schemeClr val="tx1"/>
                          </a:solidFill>
                          <a:latin typeface="Arial"/>
                        </a:defRPr>
                      </a:lvl1pPr>
                      <a:lvl2pPr marL="457063" algn="l" defTabSz="914126" rtl="0" eaLnBrk="1" latinLnBrk="0" hangingPunct="1">
                        <a:defRPr sz="1799" kern="1200">
                          <a:solidFill>
                            <a:schemeClr val="tx1"/>
                          </a:solidFill>
                          <a:latin typeface="Arial"/>
                        </a:defRPr>
                      </a:lvl2pPr>
                      <a:lvl3pPr marL="914126" algn="l" defTabSz="914126" rtl="0" eaLnBrk="1" latinLnBrk="0" hangingPunct="1">
                        <a:defRPr sz="1799" kern="1200">
                          <a:solidFill>
                            <a:schemeClr val="tx1"/>
                          </a:solidFill>
                          <a:latin typeface="Arial"/>
                        </a:defRPr>
                      </a:lvl3pPr>
                      <a:lvl4pPr marL="1371189" algn="l" defTabSz="914126" rtl="0" eaLnBrk="1" latinLnBrk="0" hangingPunct="1">
                        <a:defRPr sz="1799" kern="1200">
                          <a:solidFill>
                            <a:schemeClr val="tx1"/>
                          </a:solidFill>
                          <a:latin typeface="Arial"/>
                        </a:defRPr>
                      </a:lvl4pPr>
                      <a:lvl5pPr marL="1828251" algn="l" defTabSz="914126" rtl="0" eaLnBrk="1" latinLnBrk="0" hangingPunct="1">
                        <a:defRPr sz="1799" kern="1200">
                          <a:solidFill>
                            <a:schemeClr val="tx1"/>
                          </a:solidFill>
                          <a:latin typeface="Arial"/>
                        </a:defRPr>
                      </a:lvl5pPr>
                      <a:lvl6pPr marL="2285314" algn="l" defTabSz="914126" rtl="0" eaLnBrk="1" latinLnBrk="0" hangingPunct="1">
                        <a:defRPr sz="1799" kern="1200">
                          <a:solidFill>
                            <a:schemeClr val="tx1"/>
                          </a:solidFill>
                          <a:latin typeface="Arial"/>
                        </a:defRPr>
                      </a:lvl6pPr>
                      <a:lvl7pPr marL="2742377" algn="l" defTabSz="914126" rtl="0" eaLnBrk="1" latinLnBrk="0" hangingPunct="1">
                        <a:defRPr sz="1799" kern="1200">
                          <a:solidFill>
                            <a:schemeClr val="tx1"/>
                          </a:solidFill>
                          <a:latin typeface="Arial"/>
                        </a:defRPr>
                      </a:lvl7pPr>
                      <a:lvl8pPr marL="3199440" algn="l" defTabSz="914126" rtl="0" eaLnBrk="1" latinLnBrk="0" hangingPunct="1">
                        <a:defRPr sz="1799" kern="1200">
                          <a:solidFill>
                            <a:schemeClr val="tx1"/>
                          </a:solidFill>
                          <a:latin typeface="Arial"/>
                        </a:defRPr>
                      </a:lvl8pPr>
                      <a:lvl9pPr marL="3656503" algn="l" defTabSz="914126" rtl="0" eaLnBrk="1" latinLnBrk="0" hangingPunct="1">
                        <a:defRPr sz="1799" kern="1200">
                          <a:solidFill>
                            <a:schemeClr val="tx1"/>
                          </a:solidFill>
                          <a:latin typeface="Arial"/>
                        </a:defRPr>
                      </a:lvl9pPr>
                    </a:lstStyle>
                    <a:p>
                      <a:r>
                        <a:rPr lang="en-US" sz="1700"/>
                        <a:t>Cost center B</a:t>
                      </a:r>
                    </a:p>
                  </a:txBody>
                  <a:tcPr>
                    <a:lnL w="12700" cmpd="sng">
                      <a:solidFill>
                        <a:srgbClr val="262E32"/>
                      </a:solidFill>
                    </a:lnL>
                    <a:lnR w="12700" cmpd="sng">
                      <a:solidFill>
                        <a:srgbClr val="262E32"/>
                      </a:solidFill>
                    </a:lnR>
                    <a:lnT w="25400" cmpd="sng">
                      <a:solidFill>
                        <a:srgbClr val="262E32"/>
                      </a:solidFill>
                    </a:lnT>
                    <a:lnB w="12700" cmpd="sng">
                      <a:solidFill>
                        <a:srgbClr val="262E32"/>
                      </a:solidFill>
                    </a:lnB>
                    <a:lnTlToBr w="12700" cmpd="sng">
                      <a:noFill/>
                      <a:prstDash val="solid"/>
                    </a:lnTlToBr>
                    <a:lnBlToTr w="12700" cmpd="sng">
                      <a:noFill/>
                      <a:prstDash val="solid"/>
                    </a:lnBlToTr>
                    <a:solidFill>
                      <a:srgbClr val="262E32">
                        <a:alpha val="20000"/>
                      </a:srgbClr>
                    </a:solidFill>
                  </a:tcPr>
                </a:tc>
                <a:tc>
                  <a:txBody>
                    <a:bodyPr/>
                    <a:lstStyle>
                      <a:lvl1pPr marL="0" algn="l" defTabSz="914126" rtl="0" eaLnBrk="1" latinLnBrk="0" hangingPunct="1">
                        <a:defRPr sz="1799" kern="1200">
                          <a:solidFill>
                            <a:schemeClr val="tx1"/>
                          </a:solidFill>
                          <a:latin typeface="Arial"/>
                        </a:defRPr>
                      </a:lvl1pPr>
                      <a:lvl2pPr marL="457063" algn="l" defTabSz="914126" rtl="0" eaLnBrk="1" latinLnBrk="0" hangingPunct="1">
                        <a:defRPr sz="1799" kern="1200">
                          <a:solidFill>
                            <a:schemeClr val="tx1"/>
                          </a:solidFill>
                          <a:latin typeface="Arial"/>
                        </a:defRPr>
                      </a:lvl2pPr>
                      <a:lvl3pPr marL="914126" algn="l" defTabSz="914126" rtl="0" eaLnBrk="1" latinLnBrk="0" hangingPunct="1">
                        <a:defRPr sz="1799" kern="1200">
                          <a:solidFill>
                            <a:schemeClr val="tx1"/>
                          </a:solidFill>
                          <a:latin typeface="Arial"/>
                        </a:defRPr>
                      </a:lvl3pPr>
                      <a:lvl4pPr marL="1371189" algn="l" defTabSz="914126" rtl="0" eaLnBrk="1" latinLnBrk="0" hangingPunct="1">
                        <a:defRPr sz="1799" kern="1200">
                          <a:solidFill>
                            <a:schemeClr val="tx1"/>
                          </a:solidFill>
                          <a:latin typeface="Arial"/>
                        </a:defRPr>
                      </a:lvl4pPr>
                      <a:lvl5pPr marL="1828251" algn="l" defTabSz="914126" rtl="0" eaLnBrk="1" latinLnBrk="0" hangingPunct="1">
                        <a:defRPr sz="1799" kern="1200">
                          <a:solidFill>
                            <a:schemeClr val="tx1"/>
                          </a:solidFill>
                          <a:latin typeface="Arial"/>
                        </a:defRPr>
                      </a:lvl5pPr>
                      <a:lvl6pPr marL="2285314" algn="l" defTabSz="914126" rtl="0" eaLnBrk="1" latinLnBrk="0" hangingPunct="1">
                        <a:defRPr sz="1799" kern="1200">
                          <a:solidFill>
                            <a:schemeClr val="tx1"/>
                          </a:solidFill>
                          <a:latin typeface="Arial"/>
                        </a:defRPr>
                      </a:lvl6pPr>
                      <a:lvl7pPr marL="2742377" algn="l" defTabSz="914126" rtl="0" eaLnBrk="1" latinLnBrk="0" hangingPunct="1">
                        <a:defRPr sz="1799" kern="1200">
                          <a:solidFill>
                            <a:schemeClr val="tx1"/>
                          </a:solidFill>
                          <a:latin typeface="Arial"/>
                        </a:defRPr>
                      </a:lvl7pPr>
                      <a:lvl8pPr marL="3199440" algn="l" defTabSz="914126" rtl="0" eaLnBrk="1" latinLnBrk="0" hangingPunct="1">
                        <a:defRPr sz="1799" kern="1200">
                          <a:solidFill>
                            <a:schemeClr val="tx1"/>
                          </a:solidFill>
                          <a:latin typeface="Arial"/>
                        </a:defRPr>
                      </a:lvl8pPr>
                      <a:lvl9pPr marL="3656503" algn="l" defTabSz="914126" rtl="0" eaLnBrk="1" latinLnBrk="0" hangingPunct="1">
                        <a:defRPr sz="1799" kern="1200">
                          <a:solidFill>
                            <a:schemeClr val="tx1"/>
                          </a:solidFill>
                          <a:latin typeface="Arial"/>
                        </a:defRPr>
                      </a:lvl9pPr>
                    </a:lstStyle>
                    <a:p>
                      <a:r>
                        <a:rPr lang="en-US" sz="1700"/>
                        <a:t>5</a:t>
                      </a:r>
                    </a:p>
                  </a:txBody>
                  <a:tcPr>
                    <a:lnL w="12700" cmpd="sng">
                      <a:solidFill>
                        <a:srgbClr val="262E32"/>
                      </a:solidFill>
                    </a:lnL>
                    <a:lnR w="12700" cmpd="sng">
                      <a:solidFill>
                        <a:srgbClr val="262E32"/>
                      </a:solidFill>
                    </a:lnR>
                    <a:lnT w="25400" cmpd="sng">
                      <a:solidFill>
                        <a:srgbClr val="262E32"/>
                      </a:solidFill>
                    </a:lnT>
                    <a:lnB w="12700" cmpd="sng">
                      <a:solidFill>
                        <a:srgbClr val="262E32"/>
                      </a:solidFill>
                    </a:lnB>
                    <a:lnTlToBr w="12700" cmpd="sng">
                      <a:noFill/>
                      <a:prstDash val="solid"/>
                    </a:lnTlToBr>
                    <a:lnBlToTr w="12700" cmpd="sng">
                      <a:noFill/>
                      <a:prstDash val="solid"/>
                    </a:lnBlToTr>
                    <a:solidFill>
                      <a:srgbClr val="262E32">
                        <a:alpha val="20000"/>
                      </a:srgbClr>
                    </a:solidFill>
                  </a:tcPr>
                </a:tc>
                <a:tc>
                  <a:txBody>
                    <a:bodyPr/>
                    <a:lstStyle>
                      <a:lvl1pPr marL="0" algn="l" defTabSz="914126" rtl="0" eaLnBrk="1" latinLnBrk="0" hangingPunct="1">
                        <a:defRPr sz="1799" kern="1200">
                          <a:solidFill>
                            <a:schemeClr val="tx1"/>
                          </a:solidFill>
                          <a:latin typeface="Arial"/>
                        </a:defRPr>
                      </a:lvl1pPr>
                      <a:lvl2pPr marL="457063" algn="l" defTabSz="914126" rtl="0" eaLnBrk="1" latinLnBrk="0" hangingPunct="1">
                        <a:defRPr sz="1799" kern="1200">
                          <a:solidFill>
                            <a:schemeClr val="tx1"/>
                          </a:solidFill>
                          <a:latin typeface="Arial"/>
                        </a:defRPr>
                      </a:lvl2pPr>
                      <a:lvl3pPr marL="914126" algn="l" defTabSz="914126" rtl="0" eaLnBrk="1" latinLnBrk="0" hangingPunct="1">
                        <a:defRPr sz="1799" kern="1200">
                          <a:solidFill>
                            <a:schemeClr val="tx1"/>
                          </a:solidFill>
                          <a:latin typeface="Arial"/>
                        </a:defRPr>
                      </a:lvl3pPr>
                      <a:lvl4pPr marL="1371189" algn="l" defTabSz="914126" rtl="0" eaLnBrk="1" latinLnBrk="0" hangingPunct="1">
                        <a:defRPr sz="1799" kern="1200">
                          <a:solidFill>
                            <a:schemeClr val="tx1"/>
                          </a:solidFill>
                          <a:latin typeface="Arial"/>
                        </a:defRPr>
                      </a:lvl4pPr>
                      <a:lvl5pPr marL="1828251" algn="l" defTabSz="914126" rtl="0" eaLnBrk="1" latinLnBrk="0" hangingPunct="1">
                        <a:defRPr sz="1799" kern="1200">
                          <a:solidFill>
                            <a:schemeClr val="tx1"/>
                          </a:solidFill>
                          <a:latin typeface="Arial"/>
                        </a:defRPr>
                      </a:lvl5pPr>
                      <a:lvl6pPr marL="2285314" algn="l" defTabSz="914126" rtl="0" eaLnBrk="1" latinLnBrk="0" hangingPunct="1">
                        <a:defRPr sz="1799" kern="1200">
                          <a:solidFill>
                            <a:schemeClr val="tx1"/>
                          </a:solidFill>
                          <a:latin typeface="Arial"/>
                        </a:defRPr>
                      </a:lvl6pPr>
                      <a:lvl7pPr marL="2742377" algn="l" defTabSz="914126" rtl="0" eaLnBrk="1" latinLnBrk="0" hangingPunct="1">
                        <a:defRPr sz="1799" kern="1200">
                          <a:solidFill>
                            <a:schemeClr val="tx1"/>
                          </a:solidFill>
                          <a:latin typeface="Arial"/>
                        </a:defRPr>
                      </a:lvl7pPr>
                      <a:lvl8pPr marL="3199440" algn="l" defTabSz="914126" rtl="0" eaLnBrk="1" latinLnBrk="0" hangingPunct="1">
                        <a:defRPr sz="1799" kern="1200">
                          <a:solidFill>
                            <a:schemeClr val="tx1"/>
                          </a:solidFill>
                          <a:latin typeface="Arial"/>
                        </a:defRPr>
                      </a:lvl8pPr>
                      <a:lvl9pPr marL="3656503" algn="l" defTabSz="914126" rtl="0" eaLnBrk="1" latinLnBrk="0" hangingPunct="1">
                        <a:defRPr sz="1799" kern="1200">
                          <a:solidFill>
                            <a:schemeClr val="tx1"/>
                          </a:solidFill>
                          <a:latin typeface="Arial"/>
                        </a:defRPr>
                      </a:lvl9pPr>
                    </a:lstStyle>
                    <a:p>
                      <a:r>
                        <a:rPr lang="en-US" sz="1700"/>
                        <a:t>PRS</a:t>
                      </a:r>
                    </a:p>
                  </a:txBody>
                  <a:tcPr>
                    <a:lnL w="12700" cmpd="sng">
                      <a:solidFill>
                        <a:srgbClr val="262E32"/>
                      </a:solidFill>
                    </a:lnL>
                    <a:lnR w="12700" cmpd="sng">
                      <a:solidFill>
                        <a:srgbClr val="262E32"/>
                      </a:solidFill>
                    </a:lnR>
                    <a:lnT w="25400" cmpd="sng">
                      <a:solidFill>
                        <a:srgbClr val="262E32"/>
                      </a:solidFill>
                    </a:lnT>
                    <a:lnB w="12700" cmpd="sng">
                      <a:solidFill>
                        <a:srgbClr val="262E32"/>
                      </a:solidFill>
                    </a:lnB>
                    <a:lnTlToBr w="12700" cmpd="sng">
                      <a:noFill/>
                      <a:prstDash val="solid"/>
                    </a:lnTlToBr>
                    <a:lnBlToTr w="12700" cmpd="sng">
                      <a:noFill/>
                      <a:prstDash val="solid"/>
                    </a:lnBlToTr>
                    <a:solidFill>
                      <a:srgbClr val="262E32">
                        <a:alpha val="20000"/>
                      </a:srgbClr>
                    </a:solidFill>
                  </a:tcPr>
                </a:tc>
                <a:extLst>
                  <a:ext uri="{0D108BD9-81ED-4DB2-BD59-A6C34878D82A}">
                    <a16:rowId xmlns:a16="http://schemas.microsoft.com/office/drawing/2014/main" val="3910021857"/>
                  </a:ext>
                </a:extLst>
              </a:tr>
              <a:tr h="413510">
                <a:tc>
                  <a:txBody>
                    <a:bodyPr/>
                    <a:lstStyle>
                      <a:lvl1pPr marL="0" algn="l" defTabSz="914126" rtl="0" eaLnBrk="1" latinLnBrk="0" hangingPunct="1">
                        <a:defRPr sz="1799" kern="1200">
                          <a:solidFill>
                            <a:schemeClr val="tx1"/>
                          </a:solidFill>
                          <a:latin typeface="Arial"/>
                        </a:defRPr>
                      </a:lvl1pPr>
                      <a:lvl2pPr marL="457063" algn="l" defTabSz="914126" rtl="0" eaLnBrk="1" latinLnBrk="0" hangingPunct="1">
                        <a:defRPr sz="1799" kern="1200">
                          <a:solidFill>
                            <a:schemeClr val="tx1"/>
                          </a:solidFill>
                          <a:latin typeface="Arial"/>
                        </a:defRPr>
                      </a:lvl2pPr>
                      <a:lvl3pPr marL="914126" algn="l" defTabSz="914126" rtl="0" eaLnBrk="1" latinLnBrk="0" hangingPunct="1">
                        <a:defRPr sz="1799" kern="1200">
                          <a:solidFill>
                            <a:schemeClr val="tx1"/>
                          </a:solidFill>
                          <a:latin typeface="Arial"/>
                        </a:defRPr>
                      </a:lvl3pPr>
                      <a:lvl4pPr marL="1371189" algn="l" defTabSz="914126" rtl="0" eaLnBrk="1" latinLnBrk="0" hangingPunct="1">
                        <a:defRPr sz="1799" kern="1200">
                          <a:solidFill>
                            <a:schemeClr val="tx1"/>
                          </a:solidFill>
                          <a:latin typeface="Arial"/>
                        </a:defRPr>
                      </a:lvl4pPr>
                      <a:lvl5pPr marL="1828251" algn="l" defTabSz="914126" rtl="0" eaLnBrk="1" latinLnBrk="0" hangingPunct="1">
                        <a:defRPr sz="1799" kern="1200">
                          <a:solidFill>
                            <a:schemeClr val="tx1"/>
                          </a:solidFill>
                          <a:latin typeface="Arial"/>
                        </a:defRPr>
                      </a:lvl5pPr>
                      <a:lvl6pPr marL="2285314" algn="l" defTabSz="914126" rtl="0" eaLnBrk="1" latinLnBrk="0" hangingPunct="1">
                        <a:defRPr sz="1799" kern="1200">
                          <a:solidFill>
                            <a:schemeClr val="tx1"/>
                          </a:solidFill>
                          <a:latin typeface="Arial"/>
                        </a:defRPr>
                      </a:lvl6pPr>
                      <a:lvl7pPr marL="2742377" algn="l" defTabSz="914126" rtl="0" eaLnBrk="1" latinLnBrk="0" hangingPunct="1">
                        <a:defRPr sz="1799" kern="1200">
                          <a:solidFill>
                            <a:schemeClr val="tx1"/>
                          </a:solidFill>
                          <a:latin typeface="Arial"/>
                        </a:defRPr>
                      </a:lvl7pPr>
                      <a:lvl8pPr marL="3199440" algn="l" defTabSz="914126" rtl="0" eaLnBrk="1" latinLnBrk="0" hangingPunct="1">
                        <a:defRPr sz="1799" kern="1200">
                          <a:solidFill>
                            <a:schemeClr val="tx1"/>
                          </a:solidFill>
                          <a:latin typeface="Arial"/>
                        </a:defRPr>
                      </a:lvl8pPr>
                      <a:lvl9pPr marL="3656503" algn="l" defTabSz="914126" rtl="0" eaLnBrk="1" latinLnBrk="0" hangingPunct="1">
                        <a:defRPr sz="1799" kern="1200">
                          <a:solidFill>
                            <a:schemeClr val="tx1"/>
                          </a:solidFill>
                          <a:latin typeface="Arial"/>
                        </a:defRPr>
                      </a:lvl9pPr>
                    </a:lstStyle>
                    <a:p>
                      <a:r>
                        <a:rPr lang="en-US" sz="1700"/>
                        <a:t>Cost center C</a:t>
                      </a:r>
                    </a:p>
                  </a:txBody>
                  <a:tcPr>
                    <a:lnL w="12700" cmpd="sng">
                      <a:solidFill>
                        <a:srgbClr val="262E32"/>
                      </a:solidFill>
                    </a:lnL>
                    <a:lnR w="12700" cmpd="sng">
                      <a:solidFill>
                        <a:srgbClr val="262E32"/>
                      </a:solidFill>
                    </a:lnR>
                    <a:lnT w="12700" cmpd="sng">
                      <a:solidFill>
                        <a:srgbClr val="262E32"/>
                      </a:solidFill>
                    </a:lnT>
                    <a:lnB w="12700" cmpd="sng">
                      <a:solidFill>
                        <a:srgbClr val="262E32"/>
                      </a:solidFill>
                    </a:lnB>
                    <a:lnTlToBr w="12700" cmpd="sng">
                      <a:noFill/>
                      <a:prstDash val="solid"/>
                    </a:lnTlToBr>
                    <a:lnBlToTr w="12700" cmpd="sng">
                      <a:noFill/>
                      <a:prstDash val="solid"/>
                    </a:lnBlToTr>
                    <a:noFill/>
                  </a:tcPr>
                </a:tc>
                <a:tc>
                  <a:txBody>
                    <a:bodyPr/>
                    <a:lstStyle>
                      <a:lvl1pPr marL="0" algn="l" defTabSz="914126" rtl="0" eaLnBrk="1" latinLnBrk="0" hangingPunct="1">
                        <a:defRPr sz="1799" kern="1200">
                          <a:solidFill>
                            <a:schemeClr val="tx1"/>
                          </a:solidFill>
                          <a:latin typeface="Arial"/>
                        </a:defRPr>
                      </a:lvl1pPr>
                      <a:lvl2pPr marL="457063" algn="l" defTabSz="914126" rtl="0" eaLnBrk="1" latinLnBrk="0" hangingPunct="1">
                        <a:defRPr sz="1799" kern="1200">
                          <a:solidFill>
                            <a:schemeClr val="tx1"/>
                          </a:solidFill>
                          <a:latin typeface="Arial"/>
                        </a:defRPr>
                      </a:lvl2pPr>
                      <a:lvl3pPr marL="914126" algn="l" defTabSz="914126" rtl="0" eaLnBrk="1" latinLnBrk="0" hangingPunct="1">
                        <a:defRPr sz="1799" kern="1200">
                          <a:solidFill>
                            <a:schemeClr val="tx1"/>
                          </a:solidFill>
                          <a:latin typeface="Arial"/>
                        </a:defRPr>
                      </a:lvl3pPr>
                      <a:lvl4pPr marL="1371189" algn="l" defTabSz="914126" rtl="0" eaLnBrk="1" latinLnBrk="0" hangingPunct="1">
                        <a:defRPr sz="1799" kern="1200">
                          <a:solidFill>
                            <a:schemeClr val="tx1"/>
                          </a:solidFill>
                          <a:latin typeface="Arial"/>
                        </a:defRPr>
                      </a:lvl4pPr>
                      <a:lvl5pPr marL="1828251" algn="l" defTabSz="914126" rtl="0" eaLnBrk="1" latinLnBrk="0" hangingPunct="1">
                        <a:defRPr sz="1799" kern="1200">
                          <a:solidFill>
                            <a:schemeClr val="tx1"/>
                          </a:solidFill>
                          <a:latin typeface="Arial"/>
                        </a:defRPr>
                      </a:lvl5pPr>
                      <a:lvl6pPr marL="2285314" algn="l" defTabSz="914126" rtl="0" eaLnBrk="1" latinLnBrk="0" hangingPunct="1">
                        <a:defRPr sz="1799" kern="1200">
                          <a:solidFill>
                            <a:schemeClr val="tx1"/>
                          </a:solidFill>
                          <a:latin typeface="Arial"/>
                        </a:defRPr>
                      </a:lvl6pPr>
                      <a:lvl7pPr marL="2742377" algn="l" defTabSz="914126" rtl="0" eaLnBrk="1" latinLnBrk="0" hangingPunct="1">
                        <a:defRPr sz="1799" kern="1200">
                          <a:solidFill>
                            <a:schemeClr val="tx1"/>
                          </a:solidFill>
                          <a:latin typeface="Arial"/>
                        </a:defRPr>
                      </a:lvl7pPr>
                      <a:lvl8pPr marL="3199440" algn="l" defTabSz="914126" rtl="0" eaLnBrk="1" latinLnBrk="0" hangingPunct="1">
                        <a:defRPr sz="1799" kern="1200">
                          <a:solidFill>
                            <a:schemeClr val="tx1"/>
                          </a:solidFill>
                          <a:latin typeface="Arial"/>
                        </a:defRPr>
                      </a:lvl8pPr>
                      <a:lvl9pPr marL="3656503" algn="l" defTabSz="914126" rtl="0" eaLnBrk="1" latinLnBrk="0" hangingPunct="1">
                        <a:defRPr sz="1799" kern="1200">
                          <a:solidFill>
                            <a:schemeClr val="tx1"/>
                          </a:solidFill>
                          <a:latin typeface="Arial"/>
                        </a:defRPr>
                      </a:lvl9pPr>
                    </a:lstStyle>
                    <a:p>
                      <a:r>
                        <a:rPr lang="en-US" sz="1700"/>
                        <a:t>15</a:t>
                      </a:r>
                    </a:p>
                  </a:txBody>
                  <a:tcPr>
                    <a:lnL w="12700" cmpd="sng">
                      <a:solidFill>
                        <a:srgbClr val="262E32"/>
                      </a:solidFill>
                    </a:lnL>
                    <a:lnR w="12700" cmpd="sng">
                      <a:solidFill>
                        <a:srgbClr val="262E32"/>
                      </a:solidFill>
                    </a:lnR>
                    <a:lnT w="12700" cmpd="sng">
                      <a:solidFill>
                        <a:srgbClr val="262E32"/>
                      </a:solidFill>
                    </a:lnT>
                    <a:lnB w="12700" cmpd="sng">
                      <a:solidFill>
                        <a:srgbClr val="262E32"/>
                      </a:solidFill>
                    </a:lnB>
                    <a:lnTlToBr w="12700" cmpd="sng">
                      <a:noFill/>
                      <a:prstDash val="solid"/>
                    </a:lnTlToBr>
                    <a:lnBlToTr w="12700" cmpd="sng">
                      <a:noFill/>
                      <a:prstDash val="solid"/>
                    </a:lnBlToTr>
                    <a:noFill/>
                  </a:tcPr>
                </a:tc>
                <a:tc>
                  <a:txBody>
                    <a:bodyPr/>
                    <a:lstStyle>
                      <a:lvl1pPr marL="0" algn="l" defTabSz="914126" rtl="0" eaLnBrk="1" latinLnBrk="0" hangingPunct="1">
                        <a:defRPr sz="1799" kern="1200">
                          <a:solidFill>
                            <a:schemeClr val="tx1"/>
                          </a:solidFill>
                          <a:latin typeface="Arial"/>
                        </a:defRPr>
                      </a:lvl1pPr>
                      <a:lvl2pPr marL="457063" algn="l" defTabSz="914126" rtl="0" eaLnBrk="1" latinLnBrk="0" hangingPunct="1">
                        <a:defRPr sz="1799" kern="1200">
                          <a:solidFill>
                            <a:schemeClr val="tx1"/>
                          </a:solidFill>
                          <a:latin typeface="Arial"/>
                        </a:defRPr>
                      </a:lvl2pPr>
                      <a:lvl3pPr marL="914126" algn="l" defTabSz="914126" rtl="0" eaLnBrk="1" latinLnBrk="0" hangingPunct="1">
                        <a:defRPr sz="1799" kern="1200">
                          <a:solidFill>
                            <a:schemeClr val="tx1"/>
                          </a:solidFill>
                          <a:latin typeface="Arial"/>
                        </a:defRPr>
                      </a:lvl3pPr>
                      <a:lvl4pPr marL="1371189" algn="l" defTabSz="914126" rtl="0" eaLnBrk="1" latinLnBrk="0" hangingPunct="1">
                        <a:defRPr sz="1799" kern="1200">
                          <a:solidFill>
                            <a:schemeClr val="tx1"/>
                          </a:solidFill>
                          <a:latin typeface="Arial"/>
                        </a:defRPr>
                      </a:lvl4pPr>
                      <a:lvl5pPr marL="1828251" algn="l" defTabSz="914126" rtl="0" eaLnBrk="1" latinLnBrk="0" hangingPunct="1">
                        <a:defRPr sz="1799" kern="1200">
                          <a:solidFill>
                            <a:schemeClr val="tx1"/>
                          </a:solidFill>
                          <a:latin typeface="Arial"/>
                        </a:defRPr>
                      </a:lvl5pPr>
                      <a:lvl6pPr marL="2285314" algn="l" defTabSz="914126" rtl="0" eaLnBrk="1" latinLnBrk="0" hangingPunct="1">
                        <a:defRPr sz="1799" kern="1200">
                          <a:solidFill>
                            <a:schemeClr val="tx1"/>
                          </a:solidFill>
                          <a:latin typeface="Arial"/>
                        </a:defRPr>
                      </a:lvl6pPr>
                      <a:lvl7pPr marL="2742377" algn="l" defTabSz="914126" rtl="0" eaLnBrk="1" latinLnBrk="0" hangingPunct="1">
                        <a:defRPr sz="1799" kern="1200">
                          <a:solidFill>
                            <a:schemeClr val="tx1"/>
                          </a:solidFill>
                          <a:latin typeface="Arial"/>
                        </a:defRPr>
                      </a:lvl7pPr>
                      <a:lvl8pPr marL="3199440" algn="l" defTabSz="914126" rtl="0" eaLnBrk="1" latinLnBrk="0" hangingPunct="1">
                        <a:defRPr sz="1799" kern="1200">
                          <a:solidFill>
                            <a:schemeClr val="tx1"/>
                          </a:solidFill>
                          <a:latin typeface="Arial"/>
                        </a:defRPr>
                      </a:lvl8pPr>
                      <a:lvl9pPr marL="3656503" algn="l" defTabSz="914126" rtl="0" eaLnBrk="1" latinLnBrk="0" hangingPunct="1">
                        <a:defRPr sz="1799" kern="1200">
                          <a:solidFill>
                            <a:schemeClr val="tx1"/>
                          </a:solidFill>
                          <a:latin typeface="Arial"/>
                        </a:defRPr>
                      </a:lvl9pPr>
                    </a:lstStyle>
                    <a:p>
                      <a:r>
                        <a:rPr lang="en-US" sz="1700"/>
                        <a:t>PRS</a:t>
                      </a:r>
                    </a:p>
                  </a:txBody>
                  <a:tcPr>
                    <a:lnL w="12700" cmpd="sng">
                      <a:solidFill>
                        <a:srgbClr val="262E32"/>
                      </a:solidFill>
                    </a:lnL>
                    <a:lnR w="12700" cmpd="sng">
                      <a:solidFill>
                        <a:srgbClr val="262E32"/>
                      </a:solidFill>
                    </a:lnR>
                    <a:lnT w="12700" cmpd="sng">
                      <a:solidFill>
                        <a:srgbClr val="262E32"/>
                      </a:solidFill>
                    </a:lnT>
                    <a:lnB w="12700" cmpd="sng">
                      <a:solidFill>
                        <a:srgbClr val="262E32"/>
                      </a:solidFill>
                    </a:lnB>
                    <a:lnTlToBr w="12700" cmpd="sng">
                      <a:noFill/>
                      <a:prstDash val="solid"/>
                    </a:lnTlToBr>
                    <a:lnBlToTr w="12700" cmpd="sng">
                      <a:noFill/>
                      <a:prstDash val="solid"/>
                    </a:lnBlToTr>
                    <a:noFill/>
                  </a:tcPr>
                </a:tc>
                <a:extLst>
                  <a:ext uri="{0D108BD9-81ED-4DB2-BD59-A6C34878D82A}">
                    <a16:rowId xmlns:a16="http://schemas.microsoft.com/office/drawing/2014/main" val="2991739278"/>
                  </a:ext>
                </a:extLst>
              </a:tr>
            </a:tbl>
          </a:graphicData>
        </a:graphic>
      </p:graphicFrame>
      <p:sp>
        <p:nvSpPr>
          <p:cNvPr id="10" name="Pentagon 27">
            <a:extLst>
              <a:ext uri="{FF2B5EF4-FFF2-40B4-BE49-F238E27FC236}">
                <a16:creationId xmlns:a16="http://schemas.microsoft.com/office/drawing/2014/main" id="{6CCB4294-E5C8-4B88-9A45-42D5FDDF477C}"/>
              </a:ext>
            </a:extLst>
          </p:cNvPr>
          <p:cNvSpPr/>
          <p:nvPr/>
        </p:nvSpPr>
        <p:spPr bwMode="auto">
          <a:xfrm>
            <a:off x="702788" y="1787458"/>
            <a:ext cx="2270508" cy="1551872"/>
          </a:xfrm>
          <a:prstGeom prst="homePlate">
            <a:avLst/>
          </a:prstGeom>
          <a:solidFill>
            <a:srgbClr val="00BDB7"/>
          </a:solidFill>
          <a:ln w="12700" cap="flat" cmpd="sng" algn="ctr">
            <a:solidFill>
              <a:srgbClr val="00BDB7">
                <a:shade val="50000"/>
              </a:srgbClr>
            </a:solidFill>
            <a:prstDash val="solid"/>
            <a:miter lim="800000"/>
          </a:ln>
          <a:effectLst/>
        </p:spPr>
        <p:txBody>
          <a:bodyPr vert="horz" wrap="square" lIns="0" tIns="0" rIns="0" bIns="0" numCol="1" rtlCol="0" anchor="ctr" anchorCtr="1" compatLnSpc="1">
            <a:prstTxWarp prst="textNoShape">
              <a:avLst/>
            </a:prstTxWarp>
          </a:bodyPr>
          <a:lstStyle/>
          <a:p>
            <a:pPr marL="0" marR="0" lvl="0" indent="0" algn="l" defTabSz="914400" rtl="0" eaLnBrk="1" fontAlgn="auto" latinLnBrk="0" hangingPunct="1">
              <a:lnSpc>
                <a:spcPct val="100000"/>
              </a:lnSpc>
              <a:spcBef>
                <a:spcPct val="20000"/>
              </a:spcBef>
              <a:spcAft>
                <a:spcPts val="0"/>
              </a:spcAft>
              <a:buClrTx/>
              <a:buSzTx/>
              <a:buFontTx/>
              <a:buNone/>
              <a:tabLst/>
              <a:defRPr/>
            </a:pPr>
            <a:r>
              <a:rPr kumimoji="0" lang="en-US" sz="1800" b="0" i="0" u="none" strike="noStrike" kern="0" cap="none" spc="0" normalizeH="0" baseline="0" noProof="0">
                <a:ln>
                  <a:noFill/>
                </a:ln>
                <a:solidFill>
                  <a:srgbClr val="39454B"/>
                </a:solidFill>
                <a:effectLst/>
                <a:uLnTx/>
                <a:uFillTx/>
                <a:latin typeface="Arial" panose="020B0604020202020204"/>
                <a:ea typeface="ＭＳ Ｐゴシック" charset="0"/>
                <a:cs typeface="+mn-cs"/>
              </a:rPr>
              <a:t>Costs are recorded against cost center A</a:t>
            </a:r>
          </a:p>
        </p:txBody>
      </p:sp>
      <p:sp>
        <p:nvSpPr>
          <p:cNvPr id="11" name="TextBox 10">
            <a:extLst>
              <a:ext uri="{FF2B5EF4-FFF2-40B4-BE49-F238E27FC236}">
                <a16:creationId xmlns:a16="http://schemas.microsoft.com/office/drawing/2014/main" id="{2ACE0135-5BA8-49F3-B8C1-4BE3BECC56A1}"/>
              </a:ext>
            </a:extLst>
          </p:cNvPr>
          <p:cNvSpPr txBox="1"/>
          <p:nvPr/>
        </p:nvSpPr>
        <p:spPr>
          <a:xfrm>
            <a:off x="423288" y="3668667"/>
            <a:ext cx="2828740" cy="2750904"/>
          </a:xfrm>
          <a:prstGeom prst="rect">
            <a:avLst/>
          </a:prstGeom>
          <a:solidFill>
            <a:srgbClr val="122632">
              <a:lumMod val="10000"/>
              <a:lumOff val="90000"/>
            </a:srgbClr>
          </a:solidFill>
        </p:spPr>
        <p:txBody>
          <a:bodyPr wrap="square" lIns="0" tIns="0" rIns="0" bIns="0" rtlCol="0">
            <a:norm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800" b="1" i="0" u="none" strike="noStrike" kern="0" cap="none" spc="0" normalizeH="0" baseline="0" noProof="0">
                <a:ln>
                  <a:noFill/>
                </a:ln>
                <a:solidFill>
                  <a:srgbClr val="122632"/>
                </a:solidFill>
                <a:effectLst/>
                <a:uLnTx/>
                <a:uFillTx/>
                <a:latin typeface="Arial" panose="020B0604020202020204"/>
                <a:ea typeface="ＭＳ Ｐゴシック" pitchFamily="80" charset="-128"/>
                <a:cs typeface="+mn-cs"/>
              </a:rPr>
              <a:t>Cost Center Report:</a:t>
            </a:r>
          </a:p>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200" b="1" i="0" u="none" strike="noStrike" kern="0" cap="none" spc="0" normalizeH="0" baseline="0" noProof="0">
              <a:ln>
                <a:noFill/>
              </a:ln>
              <a:solidFill>
                <a:srgbClr val="122632"/>
              </a:solidFill>
              <a:effectLst/>
              <a:uLnTx/>
              <a:uFillTx/>
              <a:latin typeface="Arial" panose="020B0604020202020204"/>
              <a:ea typeface="ＭＳ Ｐゴシック" pitchFamily="80" charset="-128"/>
              <a:cs typeface="+mn-cs"/>
            </a:endParaRPr>
          </a:p>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200" b="0" i="0" u="none" strike="noStrike" kern="0" cap="none" spc="0" normalizeH="0" baseline="0" noProof="0">
              <a:ln>
                <a:noFill/>
              </a:ln>
              <a:solidFill>
                <a:srgbClr val="122632"/>
              </a:solidFill>
              <a:effectLst/>
              <a:uLnTx/>
              <a:uFillTx/>
              <a:latin typeface="Arial" panose="020B0604020202020204"/>
              <a:ea typeface="ＭＳ Ｐゴシック" pitchFamily="80" charset="-128"/>
              <a:cs typeface="+mn-cs"/>
            </a:endParaRPr>
          </a:p>
        </p:txBody>
      </p:sp>
      <p:sp>
        <p:nvSpPr>
          <p:cNvPr id="12" name="TextBox 11">
            <a:extLst>
              <a:ext uri="{FF2B5EF4-FFF2-40B4-BE49-F238E27FC236}">
                <a16:creationId xmlns:a16="http://schemas.microsoft.com/office/drawing/2014/main" id="{251219FC-E817-45CB-B913-EFE5BEE87351}"/>
              </a:ext>
            </a:extLst>
          </p:cNvPr>
          <p:cNvSpPr txBox="1"/>
          <p:nvPr/>
        </p:nvSpPr>
        <p:spPr>
          <a:xfrm>
            <a:off x="561934" y="4045450"/>
            <a:ext cx="2535742" cy="671617"/>
          </a:xfrm>
          <a:prstGeom prst="rect">
            <a:avLst/>
          </a:prstGeom>
          <a:noFill/>
          <a:ln>
            <a:solidFill>
              <a:srgbClr val="122632"/>
            </a:solidFill>
          </a:ln>
        </p:spPr>
        <p:txBody>
          <a:bodyPr wrap="square" lIns="0" tIns="0" rIns="0" bIns="0" rtlCol="0">
            <a:no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700" b="0" i="0" u="none" strike="noStrike" kern="0" cap="none" spc="0" normalizeH="0" baseline="0" noProof="0">
                <a:ln>
                  <a:noFill/>
                </a:ln>
                <a:solidFill>
                  <a:srgbClr val="122632"/>
                </a:solidFill>
                <a:effectLst/>
                <a:uLnTx/>
                <a:uFillTx/>
                <a:latin typeface="Arial" panose="020B0604020202020204"/>
                <a:ea typeface="ＭＳ Ｐゴシック" pitchFamily="80" charset="-128"/>
                <a:cs typeface="+mn-cs"/>
              </a:rPr>
              <a:t>Cost center: A</a:t>
            </a:r>
          </a:p>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700" b="0" i="0" u="none" strike="noStrike" kern="0" cap="none" spc="0" normalizeH="0" baseline="0" noProof="0">
                <a:ln>
                  <a:noFill/>
                </a:ln>
                <a:solidFill>
                  <a:srgbClr val="122632"/>
                </a:solidFill>
                <a:effectLst/>
                <a:uLnTx/>
                <a:uFillTx/>
                <a:latin typeface="Arial" panose="020B0604020202020204"/>
                <a:ea typeface="ＭＳ Ｐゴシック" pitchFamily="80" charset="-128"/>
                <a:cs typeface="+mn-cs"/>
              </a:rPr>
              <a:t>Reporting Period: 2 2019</a:t>
            </a:r>
          </a:p>
        </p:txBody>
      </p:sp>
      <p:graphicFrame>
        <p:nvGraphicFramePr>
          <p:cNvPr id="13" name="Table 12">
            <a:extLst>
              <a:ext uri="{FF2B5EF4-FFF2-40B4-BE49-F238E27FC236}">
                <a16:creationId xmlns:a16="http://schemas.microsoft.com/office/drawing/2014/main" id="{840E0584-1574-4652-BB59-EDBA3A44E601}"/>
              </a:ext>
            </a:extLst>
          </p:cNvPr>
          <p:cNvGraphicFramePr>
            <a:graphicFrameLocks noGrp="1"/>
          </p:cNvGraphicFramePr>
          <p:nvPr/>
        </p:nvGraphicFramePr>
        <p:xfrm>
          <a:off x="567675" y="4884605"/>
          <a:ext cx="2530001" cy="1213997"/>
        </p:xfrm>
        <a:graphic>
          <a:graphicData uri="http://schemas.openxmlformats.org/drawingml/2006/table">
            <a:tbl>
              <a:tblPr firstRow="1" bandRow="1"/>
              <a:tblGrid>
                <a:gridCol w="1265974">
                  <a:extLst>
                    <a:ext uri="{9D8B030D-6E8A-4147-A177-3AD203B41FA5}">
                      <a16:colId xmlns:a16="http://schemas.microsoft.com/office/drawing/2014/main" val="2401848360"/>
                    </a:ext>
                  </a:extLst>
                </a:gridCol>
                <a:gridCol w="1264027">
                  <a:extLst>
                    <a:ext uri="{9D8B030D-6E8A-4147-A177-3AD203B41FA5}">
                      <a16:colId xmlns:a16="http://schemas.microsoft.com/office/drawing/2014/main" val="1412338377"/>
                    </a:ext>
                  </a:extLst>
                </a:gridCol>
              </a:tblGrid>
              <a:tr h="725947">
                <a:tc>
                  <a:txBody>
                    <a:bodyPr/>
                    <a:lstStyle>
                      <a:lvl1pPr marL="0" algn="l" defTabSz="914400" rtl="0" eaLnBrk="1" latinLnBrk="0" hangingPunct="1">
                        <a:defRPr sz="1800" b="1" kern="1200">
                          <a:solidFill>
                            <a:schemeClr val="lt1"/>
                          </a:solidFill>
                          <a:latin typeface="Arial"/>
                        </a:defRPr>
                      </a:lvl1pPr>
                      <a:lvl2pPr marL="457200" algn="l" defTabSz="914400" rtl="0" eaLnBrk="1" latinLnBrk="0" hangingPunct="1">
                        <a:defRPr sz="1800" b="1" kern="1200">
                          <a:solidFill>
                            <a:schemeClr val="lt1"/>
                          </a:solidFill>
                          <a:latin typeface="Arial"/>
                        </a:defRPr>
                      </a:lvl2pPr>
                      <a:lvl3pPr marL="914400" algn="l" defTabSz="914400" rtl="0" eaLnBrk="1" latinLnBrk="0" hangingPunct="1">
                        <a:defRPr sz="1800" b="1" kern="1200">
                          <a:solidFill>
                            <a:schemeClr val="lt1"/>
                          </a:solidFill>
                          <a:latin typeface="Arial"/>
                        </a:defRPr>
                      </a:lvl3pPr>
                      <a:lvl4pPr marL="1371600" algn="l" defTabSz="914400" rtl="0" eaLnBrk="1" latinLnBrk="0" hangingPunct="1">
                        <a:defRPr sz="1800" b="1" kern="1200">
                          <a:solidFill>
                            <a:schemeClr val="lt1"/>
                          </a:solidFill>
                          <a:latin typeface="Arial"/>
                        </a:defRPr>
                      </a:lvl4pPr>
                      <a:lvl5pPr marL="1828800" algn="l" defTabSz="914400" rtl="0" eaLnBrk="1" latinLnBrk="0" hangingPunct="1">
                        <a:defRPr sz="1800" b="1" kern="1200">
                          <a:solidFill>
                            <a:schemeClr val="lt1"/>
                          </a:solidFill>
                          <a:latin typeface="Arial"/>
                        </a:defRPr>
                      </a:lvl5pPr>
                      <a:lvl6pPr marL="2286000" algn="l" defTabSz="914400" rtl="0" eaLnBrk="1" latinLnBrk="0" hangingPunct="1">
                        <a:defRPr sz="1800" b="1" kern="1200">
                          <a:solidFill>
                            <a:schemeClr val="lt1"/>
                          </a:solidFill>
                          <a:latin typeface="Arial"/>
                        </a:defRPr>
                      </a:lvl6pPr>
                      <a:lvl7pPr marL="2743200" algn="l" defTabSz="914400" rtl="0" eaLnBrk="1" latinLnBrk="0" hangingPunct="1">
                        <a:defRPr sz="1800" b="1" kern="1200">
                          <a:solidFill>
                            <a:schemeClr val="lt1"/>
                          </a:solidFill>
                          <a:latin typeface="Arial"/>
                        </a:defRPr>
                      </a:lvl7pPr>
                      <a:lvl8pPr marL="3200400" algn="l" defTabSz="914400" rtl="0" eaLnBrk="1" latinLnBrk="0" hangingPunct="1">
                        <a:defRPr sz="1800" b="1" kern="1200">
                          <a:solidFill>
                            <a:schemeClr val="lt1"/>
                          </a:solidFill>
                          <a:latin typeface="Arial"/>
                        </a:defRPr>
                      </a:lvl8pPr>
                      <a:lvl9pPr marL="3657600" algn="l" defTabSz="914400" rtl="0" eaLnBrk="1" latinLnBrk="0" hangingPunct="1">
                        <a:defRPr sz="1800" b="1" kern="1200">
                          <a:solidFill>
                            <a:schemeClr val="lt1"/>
                          </a:solidFill>
                          <a:latin typeface="Arial"/>
                        </a:defRPr>
                      </a:lvl9pPr>
                    </a:lstStyle>
                    <a:p>
                      <a:r>
                        <a:rPr lang="en-US" sz="1700"/>
                        <a:t>Cost element</a:t>
                      </a:r>
                    </a:p>
                  </a:txBody>
                  <a:tcPr>
                    <a:lnL w="12700" cap="flat" cmpd="sng" algn="ctr">
                      <a:solidFill>
                        <a:srgbClr val="122632"/>
                      </a:solidFill>
                      <a:prstDash val="solid"/>
                      <a:round/>
                      <a:headEnd type="none" w="med" len="med"/>
                      <a:tailEnd type="none" w="med" len="med"/>
                    </a:lnL>
                    <a:lnR w="12700" cap="flat" cmpd="sng" algn="ctr">
                      <a:solidFill>
                        <a:srgbClr val="122632"/>
                      </a:solidFill>
                      <a:prstDash val="solid"/>
                      <a:round/>
                      <a:headEnd type="none" w="med" len="med"/>
                      <a:tailEnd type="none" w="med" len="med"/>
                    </a:lnR>
                    <a:lnT w="12700" cap="flat" cmpd="sng" algn="ctr">
                      <a:solidFill>
                        <a:srgbClr val="122632"/>
                      </a:solidFill>
                      <a:prstDash val="solid"/>
                      <a:round/>
                      <a:headEnd type="none" w="med" len="med"/>
                      <a:tailEnd type="none" w="med" len="med"/>
                    </a:lnT>
                    <a:lnB w="12700" cap="flat" cmpd="sng" algn="ctr">
                      <a:solidFill>
                        <a:srgbClr val="122632"/>
                      </a:solidFill>
                      <a:prstDash val="solid"/>
                      <a:round/>
                      <a:headEnd type="none" w="med" len="med"/>
                      <a:tailEnd type="none" w="med" len="med"/>
                    </a:lnB>
                    <a:lnTlToBr w="12700" cmpd="sng">
                      <a:noFill/>
                      <a:prstDash val="solid"/>
                    </a:lnTlToBr>
                    <a:lnBlToTr w="12700" cmpd="sng">
                      <a:noFill/>
                      <a:prstDash val="solid"/>
                    </a:lnBlToTr>
                    <a:solidFill>
                      <a:srgbClr val="122632">
                        <a:lumMod val="50000"/>
                        <a:lumOff val="50000"/>
                      </a:srgbClr>
                    </a:solidFill>
                  </a:tcPr>
                </a:tc>
                <a:tc>
                  <a:txBody>
                    <a:bodyPr/>
                    <a:lstStyle>
                      <a:lvl1pPr marL="0" algn="l" defTabSz="914400" rtl="0" eaLnBrk="1" latinLnBrk="0" hangingPunct="1">
                        <a:defRPr sz="1800" b="1" kern="1200">
                          <a:solidFill>
                            <a:schemeClr val="lt1"/>
                          </a:solidFill>
                          <a:latin typeface="Arial"/>
                        </a:defRPr>
                      </a:lvl1pPr>
                      <a:lvl2pPr marL="457200" algn="l" defTabSz="914400" rtl="0" eaLnBrk="1" latinLnBrk="0" hangingPunct="1">
                        <a:defRPr sz="1800" b="1" kern="1200">
                          <a:solidFill>
                            <a:schemeClr val="lt1"/>
                          </a:solidFill>
                          <a:latin typeface="Arial"/>
                        </a:defRPr>
                      </a:lvl2pPr>
                      <a:lvl3pPr marL="914400" algn="l" defTabSz="914400" rtl="0" eaLnBrk="1" latinLnBrk="0" hangingPunct="1">
                        <a:defRPr sz="1800" b="1" kern="1200">
                          <a:solidFill>
                            <a:schemeClr val="lt1"/>
                          </a:solidFill>
                          <a:latin typeface="Arial"/>
                        </a:defRPr>
                      </a:lvl3pPr>
                      <a:lvl4pPr marL="1371600" algn="l" defTabSz="914400" rtl="0" eaLnBrk="1" latinLnBrk="0" hangingPunct="1">
                        <a:defRPr sz="1800" b="1" kern="1200">
                          <a:solidFill>
                            <a:schemeClr val="lt1"/>
                          </a:solidFill>
                          <a:latin typeface="Arial"/>
                        </a:defRPr>
                      </a:lvl4pPr>
                      <a:lvl5pPr marL="1828800" algn="l" defTabSz="914400" rtl="0" eaLnBrk="1" latinLnBrk="0" hangingPunct="1">
                        <a:defRPr sz="1800" b="1" kern="1200">
                          <a:solidFill>
                            <a:schemeClr val="lt1"/>
                          </a:solidFill>
                          <a:latin typeface="Arial"/>
                        </a:defRPr>
                      </a:lvl5pPr>
                      <a:lvl6pPr marL="2286000" algn="l" defTabSz="914400" rtl="0" eaLnBrk="1" latinLnBrk="0" hangingPunct="1">
                        <a:defRPr sz="1800" b="1" kern="1200">
                          <a:solidFill>
                            <a:schemeClr val="lt1"/>
                          </a:solidFill>
                          <a:latin typeface="Arial"/>
                        </a:defRPr>
                      </a:lvl6pPr>
                      <a:lvl7pPr marL="2743200" algn="l" defTabSz="914400" rtl="0" eaLnBrk="1" latinLnBrk="0" hangingPunct="1">
                        <a:defRPr sz="1800" b="1" kern="1200">
                          <a:solidFill>
                            <a:schemeClr val="lt1"/>
                          </a:solidFill>
                          <a:latin typeface="Arial"/>
                        </a:defRPr>
                      </a:lvl7pPr>
                      <a:lvl8pPr marL="3200400" algn="l" defTabSz="914400" rtl="0" eaLnBrk="1" latinLnBrk="0" hangingPunct="1">
                        <a:defRPr sz="1800" b="1" kern="1200">
                          <a:solidFill>
                            <a:schemeClr val="lt1"/>
                          </a:solidFill>
                          <a:latin typeface="Arial"/>
                        </a:defRPr>
                      </a:lvl8pPr>
                      <a:lvl9pPr marL="3657600" algn="l" defTabSz="914400" rtl="0" eaLnBrk="1" latinLnBrk="0" hangingPunct="1">
                        <a:defRPr sz="1800" b="1" kern="1200">
                          <a:solidFill>
                            <a:schemeClr val="lt1"/>
                          </a:solidFill>
                          <a:latin typeface="Arial"/>
                        </a:defRPr>
                      </a:lvl9pPr>
                    </a:lstStyle>
                    <a:p>
                      <a:r>
                        <a:rPr lang="en-US" sz="1700"/>
                        <a:t>Actual Amount</a:t>
                      </a:r>
                    </a:p>
                  </a:txBody>
                  <a:tcPr>
                    <a:lnL w="12700" cap="flat" cmpd="sng" algn="ctr">
                      <a:solidFill>
                        <a:srgbClr val="122632"/>
                      </a:solidFill>
                      <a:prstDash val="solid"/>
                      <a:round/>
                      <a:headEnd type="none" w="med" len="med"/>
                      <a:tailEnd type="none" w="med" len="med"/>
                    </a:lnL>
                    <a:lnR w="12700" cap="flat" cmpd="sng" algn="ctr">
                      <a:solidFill>
                        <a:srgbClr val="122632"/>
                      </a:solidFill>
                      <a:prstDash val="solid"/>
                      <a:round/>
                      <a:headEnd type="none" w="med" len="med"/>
                      <a:tailEnd type="none" w="med" len="med"/>
                    </a:lnR>
                    <a:lnT w="12700" cap="flat" cmpd="sng" algn="ctr">
                      <a:solidFill>
                        <a:srgbClr val="122632"/>
                      </a:solidFill>
                      <a:prstDash val="solid"/>
                      <a:round/>
                      <a:headEnd type="none" w="med" len="med"/>
                      <a:tailEnd type="none" w="med" len="med"/>
                    </a:lnT>
                    <a:lnB w="12700" cap="flat" cmpd="sng" algn="ctr">
                      <a:solidFill>
                        <a:srgbClr val="122632"/>
                      </a:solidFill>
                      <a:prstDash val="solid"/>
                      <a:round/>
                      <a:headEnd type="none" w="med" len="med"/>
                      <a:tailEnd type="none" w="med" len="med"/>
                    </a:lnB>
                    <a:lnTlToBr w="12700" cmpd="sng">
                      <a:noFill/>
                      <a:prstDash val="solid"/>
                    </a:lnTlToBr>
                    <a:lnBlToTr w="12700" cmpd="sng">
                      <a:noFill/>
                      <a:prstDash val="solid"/>
                    </a:lnBlToTr>
                    <a:solidFill>
                      <a:srgbClr val="122632">
                        <a:lumMod val="50000"/>
                        <a:lumOff val="50000"/>
                      </a:srgbClr>
                    </a:solidFill>
                  </a:tcPr>
                </a:tc>
                <a:extLst>
                  <a:ext uri="{0D108BD9-81ED-4DB2-BD59-A6C34878D82A}">
                    <a16:rowId xmlns:a16="http://schemas.microsoft.com/office/drawing/2014/main" val="1382815699"/>
                  </a:ext>
                </a:extLst>
              </a:tr>
              <a:tr h="488050">
                <a:tc>
                  <a:txBody>
                    <a:bodyPr/>
                    <a:lstStyle>
                      <a:lvl1pPr marL="0" algn="l" defTabSz="914400" rtl="0" eaLnBrk="1" latinLnBrk="0" hangingPunct="1">
                        <a:defRPr sz="1800" kern="1200">
                          <a:solidFill>
                            <a:schemeClr val="dk1"/>
                          </a:solidFill>
                          <a:latin typeface="Arial"/>
                        </a:defRPr>
                      </a:lvl1pPr>
                      <a:lvl2pPr marL="457200" algn="l" defTabSz="914400" rtl="0" eaLnBrk="1" latinLnBrk="0" hangingPunct="1">
                        <a:defRPr sz="1800" kern="1200">
                          <a:solidFill>
                            <a:schemeClr val="dk1"/>
                          </a:solidFill>
                          <a:latin typeface="Arial"/>
                        </a:defRPr>
                      </a:lvl2pPr>
                      <a:lvl3pPr marL="914400" algn="l" defTabSz="914400" rtl="0" eaLnBrk="1" latinLnBrk="0" hangingPunct="1">
                        <a:defRPr sz="1800" kern="1200">
                          <a:solidFill>
                            <a:schemeClr val="dk1"/>
                          </a:solidFill>
                          <a:latin typeface="Arial"/>
                        </a:defRPr>
                      </a:lvl3pPr>
                      <a:lvl4pPr marL="1371600" algn="l" defTabSz="914400" rtl="0" eaLnBrk="1" latinLnBrk="0" hangingPunct="1">
                        <a:defRPr sz="1800" kern="1200">
                          <a:solidFill>
                            <a:schemeClr val="dk1"/>
                          </a:solidFill>
                          <a:latin typeface="Arial"/>
                        </a:defRPr>
                      </a:lvl4pPr>
                      <a:lvl5pPr marL="1828800" algn="l" defTabSz="914400" rtl="0" eaLnBrk="1" latinLnBrk="0" hangingPunct="1">
                        <a:defRPr sz="1800" kern="1200">
                          <a:solidFill>
                            <a:schemeClr val="dk1"/>
                          </a:solidFill>
                          <a:latin typeface="Arial"/>
                        </a:defRPr>
                      </a:lvl5pPr>
                      <a:lvl6pPr marL="2286000" algn="l" defTabSz="914400" rtl="0" eaLnBrk="1" latinLnBrk="0" hangingPunct="1">
                        <a:defRPr sz="1800" kern="1200">
                          <a:solidFill>
                            <a:schemeClr val="dk1"/>
                          </a:solidFill>
                          <a:latin typeface="Arial"/>
                        </a:defRPr>
                      </a:lvl6pPr>
                      <a:lvl7pPr marL="2743200" algn="l" defTabSz="914400" rtl="0" eaLnBrk="1" latinLnBrk="0" hangingPunct="1">
                        <a:defRPr sz="1800" kern="1200">
                          <a:solidFill>
                            <a:schemeClr val="dk1"/>
                          </a:solidFill>
                          <a:latin typeface="Arial"/>
                        </a:defRPr>
                      </a:lvl7pPr>
                      <a:lvl8pPr marL="3200400" algn="l" defTabSz="914400" rtl="0" eaLnBrk="1" latinLnBrk="0" hangingPunct="1">
                        <a:defRPr sz="1800" kern="1200">
                          <a:solidFill>
                            <a:schemeClr val="dk1"/>
                          </a:solidFill>
                          <a:latin typeface="Arial"/>
                        </a:defRPr>
                      </a:lvl8pPr>
                      <a:lvl9pPr marL="3657600" algn="l" defTabSz="914400" rtl="0" eaLnBrk="1" latinLnBrk="0" hangingPunct="1">
                        <a:defRPr sz="1800" kern="1200">
                          <a:solidFill>
                            <a:schemeClr val="dk1"/>
                          </a:solidFill>
                          <a:latin typeface="Arial"/>
                        </a:defRPr>
                      </a:lvl9pPr>
                    </a:lstStyle>
                    <a:p>
                      <a:r>
                        <a:rPr lang="en-US" sz="1700"/>
                        <a:t>IT costs</a:t>
                      </a:r>
                    </a:p>
                  </a:txBody>
                  <a:tcPr>
                    <a:lnL w="12700" cap="flat" cmpd="sng" algn="ctr">
                      <a:solidFill>
                        <a:srgbClr val="122632"/>
                      </a:solidFill>
                      <a:prstDash val="solid"/>
                      <a:round/>
                      <a:headEnd type="none" w="med" len="med"/>
                      <a:tailEnd type="none" w="med" len="med"/>
                    </a:lnL>
                    <a:lnR w="12700" cap="flat" cmpd="sng" algn="ctr">
                      <a:solidFill>
                        <a:srgbClr val="122632"/>
                      </a:solidFill>
                      <a:prstDash val="solid"/>
                      <a:round/>
                      <a:headEnd type="none" w="med" len="med"/>
                      <a:tailEnd type="none" w="med" len="med"/>
                    </a:lnR>
                    <a:lnT w="12700" cap="flat" cmpd="sng" algn="ctr">
                      <a:solidFill>
                        <a:srgbClr val="122632"/>
                      </a:solidFill>
                      <a:prstDash val="solid"/>
                      <a:round/>
                      <a:headEnd type="none" w="med" len="med"/>
                      <a:tailEnd type="none" w="med" len="med"/>
                    </a:lnT>
                    <a:lnB w="12700" cap="flat" cmpd="sng" algn="ctr">
                      <a:solidFill>
                        <a:srgbClr val="122632"/>
                      </a:solidFill>
                      <a:prstDash val="solid"/>
                      <a:round/>
                      <a:headEnd type="none" w="med" len="med"/>
                      <a:tailEnd type="none" w="med" len="med"/>
                    </a:lnB>
                    <a:lnTlToBr w="12700" cmpd="sng">
                      <a:noFill/>
                      <a:prstDash val="solid"/>
                    </a:lnTlToBr>
                    <a:lnBlToTr w="12700" cmpd="sng">
                      <a:noFill/>
                      <a:prstDash val="solid"/>
                    </a:lnBlToTr>
                    <a:solidFill>
                      <a:srgbClr val="FFFFCC"/>
                    </a:solidFill>
                  </a:tcPr>
                </a:tc>
                <a:tc>
                  <a:txBody>
                    <a:bodyPr/>
                    <a:lstStyle>
                      <a:lvl1pPr marL="0" algn="l" defTabSz="914400" rtl="0" eaLnBrk="1" latinLnBrk="0" hangingPunct="1">
                        <a:defRPr sz="1800" kern="1200">
                          <a:solidFill>
                            <a:schemeClr val="dk1"/>
                          </a:solidFill>
                          <a:latin typeface="Arial"/>
                        </a:defRPr>
                      </a:lvl1pPr>
                      <a:lvl2pPr marL="457200" algn="l" defTabSz="914400" rtl="0" eaLnBrk="1" latinLnBrk="0" hangingPunct="1">
                        <a:defRPr sz="1800" kern="1200">
                          <a:solidFill>
                            <a:schemeClr val="dk1"/>
                          </a:solidFill>
                          <a:latin typeface="Arial"/>
                        </a:defRPr>
                      </a:lvl2pPr>
                      <a:lvl3pPr marL="914400" algn="l" defTabSz="914400" rtl="0" eaLnBrk="1" latinLnBrk="0" hangingPunct="1">
                        <a:defRPr sz="1800" kern="1200">
                          <a:solidFill>
                            <a:schemeClr val="dk1"/>
                          </a:solidFill>
                          <a:latin typeface="Arial"/>
                        </a:defRPr>
                      </a:lvl3pPr>
                      <a:lvl4pPr marL="1371600" algn="l" defTabSz="914400" rtl="0" eaLnBrk="1" latinLnBrk="0" hangingPunct="1">
                        <a:defRPr sz="1800" kern="1200">
                          <a:solidFill>
                            <a:schemeClr val="dk1"/>
                          </a:solidFill>
                          <a:latin typeface="Arial"/>
                        </a:defRPr>
                      </a:lvl4pPr>
                      <a:lvl5pPr marL="1828800" algn="l" defTabSz="914400" rtl="0" eaLnBrk="1" latinLnBrk="0" hangingPunct="1">
                        <a:defRPr sz="1800" kern="1200">
                          <a:solidFill>
                            <a:schemeClr val="dk1"/>
                          </a:solidFill>
                          <a:latin typeface="Arial"/>
                        </a:defRPr>
                      </a:lvl5pPr>
                      <a:lvl6pPr marL="2286000" algn="l" defTabSz="914400" rtl="0" eaLnBrk="1" latinLnBrk="0" hangingPunct="1">
                        <a:defRPr sz="1800" kern="1200">
                          <a:solidFill>
                            <a:schemeClr val="dk1"/>
                          </a:solidFill>
                          <a:latin typeface="Arial"/>
                        </a:defRPr>
                      </a:lvl6pPr>
                      <a:lvl7pPr marL="2743200" algn="l" defTabSz="914400" rtl="0" eaLnBrk="1" latinLnBrk="0" hangingPunct="1">
                        <a:defRPr sz="1800" kern="1200">
                          <a:solidFill>
                            <a:schemeClr val="dk1"/>
                          </a:solidFill>
                          <a:latin typeface="Arial"/>
                        </a:defRPr>
                      </a:lvl7pPr>
                      <a:lvl8pPr marL="3200400" algn="l" defTabSz="914400" rtl="0" eaLnBrk="1" latinLnBrk="0" hangingPunct="1">
                        <a:defRPr sz="1800" kern="1200">
                          <a:solidFill>
                            <a:schemeClr val="dk1"/>
                          </a:solidFill>
                          <a:latin typeface="Arial"/>
                        </a:defRPr>
                      </a:lvl8pPr>
                      <a:lvl9pPr marL="3657600" algn="l" defTabSz="914400" rtl="0" eaLnBrk="1" latinLnBrk="0" hangingPunct="1">
                        <a:defRPr sz="1800" kern="1200">
                          <a:solidFill>
                            <a:schemeClr val="dk1"/>
                          </a:solidFill>
                          <a:latin typeface="Arial"/>
                        </a:defRPr>
                      </a:lvl9pPr>
                    </a:lstStyle>
                    <a:p>
                      <a:r>
                        <a:rPr lang="en-US" sz="1700"/>
                        <a:t>4000 EUR</a:t>
                      </a:r>
                    </a:p>
                  </a:txBody>
                  <a:tcPr>
                    <a:lnL w="12700" cap="flat" cmpd="sng" algn="ctr">
                      <a:solidFill>
                        <a:srgbClr val="122632"/>
                      </a:solidFill>
                      <a:prstDash val="solid"/>
                      <a:round/>
                      <a:headEnd type="none" w="med" len="med"/>
                      <a:tailEnd type="none" w="med" len="med"/>
                    </a:lnL>
                    <a:lnR w="12700" cap="flat" cmpd="sng" algn="ctr">
                      <a:solidFill>
                        <a:srgbClr val="122632"/>
                      </a:solidFill>
                      <a:prstDash val="solid"/>
                      <a:round/>
                      <a:headEnd type="none" w="med" len="med"/>
                      <a:tailEnd type="none" w="med" len="med"/>
                    </a:lnR>
                    <a:lnT w="12700" cap="flat" cmpd="sng" algn="ctr">
                      <a:solidFill>
                        <a:srgbClr val="122632"/>
                      </a:solidFill>
                      <a:prstDash val="solid"/>
                      <a:round/>
                      <a:headEnd type="none" w="med" len="med"/>
                      <a:tailEnd type="none" w="med" len="med"/>
                    </a:lnT>
                    <a:lnB w="12700" cap="flat" cmpd="sng" algn="ctr">
                      <a:solidFill>
                        <a:srgbClr val="122632"/>
                      </a:solidFill>
                      <a:prstDash val="solid"/>
                      <a:round/>
                      <a:headEnd type="none" w="med" len="med"/>
                      <a:tailEnd type="none" w="med" len="med"/>
                    </a:lnB>
                    <a:lnTlToBr w="12700" cmpd="sng">
                      <a:noFill/>
                      <a:prstDash val="solid"/>
                    </a:lnTlToBr>
                    <a:lnBlToTr w="12700" cmpd="sng">
                      <a:noFill/>
                      <a:prstDash val="solid"/>
                    </a:lnBlToTr>
                    <a:solidFill>
                      <a:srgbClr val="FFFFCC"/>
                    </a:solidFill>
                  </a:tcPr>
                </a:tc>
                <a:extLst>
                  <a:ext uri="{0D108BD9-81ED-4DB2-BD59-A6C34878D82A}">
                    <a16:rowId xmlns:a16="http://schemas.microsoft.com/office/drawing/2014/main" val="920727843"/>
                  </a:ext>
                </a:extLst>
              </a:tr>
            </a:tbl>
          </a:graphicData>
        </a:graphic>
      </p:graphicFrame>
      <p:pic>
        <p:nvPicPr>
          <p:cNvPr id="14" name="Picture 13">
            <a:extLst>
              <a:ext uri="{FF2B5EF4-FFF2-40B4-BE49-F238E27FC236}">
                <a16:creationId xmlns:a16="http://schemas.microsoft.com/office/drawing/2014/main" id="{4E373D01-0D62-4C7D-8070-32B40617A708}"/>
              </a:ext>
            </a:extLst>
          </p:cNvPr>
          <p:cNvPicPr>
            <a:picLocks noChangeAspect="1"/>
          </p:cNvPicPr>
          <p:nvPr/>
        </p:nvPicPr>
        <p:blipFill>
          <a:blip r:embed="rId2"/>
          <a:stretch>
            <a:fillRect/>
          </a:stretch>
        </p:blipFill>
        <p:spPr>
          <a:xfrm>
            <a:off x="1568424" y="6166565"/>
            <a:ext cx="528502" cy="231219"/>
          </a:xfrm>
          <a:prstGeom prst="rect">
            <a:avLst/>
          </a:prstGeom>
        </p:spPr>
      </p:pic>
      <p:sp>
        <p:nvSpPr>
          <p:cNvPr id="15" name="Pentagon 33">
            <a:extLst>
              <a:ext uri="{FF2B5EF4-FFF2-40B4-BE49-F238E27FC236}">
                <a16:creationId xmlns:a16="http://schemas.microsoft.com/office/drawing/2014/main" id="{6EE213C2-9BF1-49E5-9338-388A0645FC3D}"/>
              </a:ext>
            </a:extLst>
          </p:cNvPr>
          <p:cNvSpPr/>
          <p:nvPr/>
        </p:nvSpPr>
        <p:spPr bwMode="auto">
          <a:xfrm>
            <a:off x="4672823" y="1796854"/>
            <a:ext cx="2270508" cy="1551872"/>
          </a:xfrm>
          <a:prstGeom prst="homePlate">
            <a:avLst/>
          </a:prstGeom>
          <a:solidFill>
            <a:srgbClr val="00BDB7"/>
          </a:solidFill>
          <a:ln w="12700" cap="flat" cmpd="sng" algn="ctr">
            <a:solidFill>
              <a:srgbClr val="00BDB7">
                <a:shade val="50000"/>
              </a:srgbClr>
            </a:solidFill>
            <a:prstDash val="solid"/>
            <a:miter lim="800000"/>
          </a:ln>
          <a:effectLst/>
        </p:spPr>
        <p:txBody>
          <a:bodyPr vert="horz" wrap="square" lIns="0" tIns="0" rIns="0" bIns="0" numCol="1" rtlCol="0" anchor="ctr" anchorCtr="1" compatLnSpc="1">
            <a:prstTxWarp prst="textNoShape">
              <a:avLst/>
            </a:prstTxWarp>
          </a:bodyPr>
          <a:lstStyle/>
          <a:p>
            <a:pPr marL="0" marR="0" lvl="0" indent="0" algn="l" defTabSz="914400" rtl="0" eaLnBrk="1" fontAlgn="auto" latinLnBrk="0" hangingPunct="1">
              <a:lnSpc>
                <a:spcPct val="100000"/>
              </a:lnSpc>
              <a:spcBef>
                <a:spcPct val="20000"/>
              </a:spcBef>
              <a:spcAft>
                <a:spcPts val="0"/>
              </a:spcAft>
              <a:buClrTx/>
              <a:buSzTx/>
              <a:buFontTx/>
              <a:buNone/>
              <a:tabLst/>
              <a:defRPr/>
            </a:pPr>
            <a:r>
              <a:rPr kumimoji="0" lang="en-US" sz="1800" b="0" i="0" u="none" strike="noStrike" kern="0" cap="none" spc="0" normalizeH="0" baseline="0" noProof="0">
                <a:ln>
                  <a:noFill/>
                </a:ln>
                <a:solidFill>
                  <a:srgbClr val="39454B"/>
                </a:solidFill>
                <a:effectLst/>
                <a:uLnTx/>
                <a:uFillTx/>
                <a:latin typeface="Arial" panose="020B0604020202020204"/>
                <a:ea typeface="ＭＳ Ｐゴシック" charset="0"/>
                <a:cs typeface="+mn-cs"/>
              </a:rPr>
              <a:t>The SKF is updated for number of people per department</a:t>
            </a:r>
          </a:p>
        </p:txBody>
      </p:sp>
      <p:sp>
        <p:nvSpPr>
          <p:cNvPr id="16" name="Pentagon 35">
            <a:extLst>
              <a:ext uri="{FF2B5EF4-FFF2-40B4-BE49-F238E27FC236}">
                <a16:creationId xmlns:a16="http://schemas.microsoft.com/office/drawing/2014/main" id="{6F89C4D6-81D4-4BE4-BB23-265C239AB48D}"/>
              </a:ext>
            </a:extLst>
          </p:cNvPr>
          <p:cNvSpPr/>
          <p:nvPr/>
        </p:nvSpPr>
        <p:spPr bwMode="auto">
          <a:xfrm>
            <a:off x="9173344" y="1787458"/>
            <a:ext cx="2270508" cy="1551872"/>
          </a:xfrm>
          <a:prstGeom prst="homePlate">
            <a:avLst/>
          </a:prstGeom>
          <a:solidFill>
            <a:srgbClr val="00BDB7"/>
          </a:solidFill>
          <a:ln w="12700" cap="flat" cmpd="sng" algn="ctr">
            <a:solidFill>
              <a:srgbClr val="00BDB7">
                <a:shade val="50000"/>
              </a:srgbClr>
            </a:solidFill>
            <a:prstDash val="solid"/>
            <a:miter lim="800000"/>
          </a:ln>
          <a:effectLst/>
        </p:spPr>
        <p:txBody>
          <a:bodyPr vert="horz" wrap="square" lIns="0" tIns="0" rIns="0" bIns="0" numCol="1" rtlCol="0" anchor="ctr" anchorCtr="1" compatLnSpc="1">
            <a:prstTxWarp prst="textNoShape">
              <a:avLst/>
            </a:prstTxWarp>
          </a:bodyPr>
          <a:lstStyle/>
          <a:p>
            <a:pPr marL="0" marR="0" lvl="0" indent="0" algn="l" defTabSz="914400" rtl="0" eaLnBrk="1" fontAlgn="auto" latinLnBrk="0" hangingPunct="1">
              <a:lnSpc>
                <a:spcPct val="100000"/>
              </a:lnSpc>
              <a:spcBef>
                <a:spcPct val="20000"/>
              </a:spcBef>
              <a:spcAft>
                <a:spcPts val="0"/>
              </a:spcAft>
              <a:buClrTx/>
              <a:buSzTx/>
              <a:buFontTx/>
              <a:buNone/>
              <a:tabLst/>
              <a:defRPr/>
            </a:pPr>
            <a:r>
              <a:rPr kumimoji="0" lang="en-US" sz="1800" b="0" i="0" u="none" strike="noStrike" kern="0" cap="none" spc="0" normalizeH="0" baseline="0" noProof="0">
                <a:ln>
                  <a:noFill/>
                </a:ln>
                <a:solidFill>
                  <a:srgbClr val="39454B"/>
                </a:solidFill>
                <a:effectLst/>
                <a:uLnTx/>
                <a:uFillTx/>
                <a:latin typeface="Arial" panose="020B0604020202020204"/>
                <a:ea typeface="ＭＳ Ｐゴシック" charset="0"/>
                <a:cs typeface="+mn-cs"/>
              </a:rPr>
              <a:t>Costs are transferred to cost centers B and C based on SKF weighting</a:t>
            </a:r>
          </a:p>
        </p:txBody>
      </p:sp>
      <p:graphicFrame>
        <p:nvGraphicFramePr>
          <p:cNvPr id="17" name="Table 16">
            <a:extLst>
              <a:ext uri="{FF2B5EF4-FFF2-40B4-BE49-F238E27FC236}">
                <a16:creationId xmlns:a16="http://schemas.microsoft.com/office/drawing/2014/main" id="{CEF19EE5-DB3B-45ED-A8BF-96D142D4519C}"/>
              </a:ext>
            </a:extLst>
          </p:cNvPr>
          <p:cNvGraphicFramePr>
            <a:graphicFrameLocks noGrp="1"/>
          </p:cNvGraphicFramePr>
          <p:nvPr/>
        </p:nvGraphicFramePr>
        <p:xfrm>
          <a:off x="8000999" y="3668667"/>
          <a:ext cx="3775838" cy="2764624"/>
        </p:xfrm>
        <a:graphic>
          <a:graphicData uri="http://schemas.openxmlformats.org/drawingml/2006/table">
            <a:tbl>
              <a:tblPr firstRow="1" bandRow="1"/>
              <a:tblGrid>
                <a:gridCol w="566986">
                  <a:extLst>
                    <a:ext uri="{9D8B030D-6E8A-4147-A177-3AD203B41FA5}">
                      <a16:colId xmlns:a16="http://schemas.microsoft.com/office/drawing/2014/main" val="1738195229"/>
                    </a:ext>
                  </a:extLst>
                </a:gridCol>
                <a:gridCol w="1049526">
                  <a:extLst>
                    <a:ext uri="{9D8B030D-6E8A-4147-A177-3AD203B41FA5}">
                      <a16:colId xmlns:a16="http://schemas.microsoft.com/office/drawing/2014/main" val="1185855416"/>
                    </a:ext>
                  </a:extLst>
                </a:gridCol>
                <a:gridCol w="1086568">
                  <a:extLst>
                    <a:ext uri="{9D8B030D-6E8A-4147-A177-3AD203B41FA5}">
                      <a16:colId xmlns:a16="http://schemas.microsoft.com/office/drawing/2014/main" val="3564467507"/>
                    </a:ext>
                  </a:extLst>
                </a:gridCol>
                <a:gridCol w="1072758">
                  <a:extLst>
                    <a:ext uri="{9D8B030D-6E8A-4147-A177-3AD203B41FA5}">
                      <a16:colId xmlns:a16="http://schemas.microsoft.com/office/drawing/2014/main" val="501845515"/>
                    </a:ext>
                  </a:extLst>
                </a:gridCol>
              </a:tblGrid>
              <a:tr h="769585">
                <a:tc>
                  <a:txBody>
                    <a:bodyPr/>
                    <a:lstStyle>
                      <a:lvl1pPr marL="0" algn="l" defTabSz="914400" rtl="0" eaLnBrk="1" latinLnBrk="0" hangingPunct="1">
                        <a:defRPr sz="1800" b="1" kern="1200">
                          <a:solidFill>
                            <a:schemeClr val="lt1"/>
                          </a:solidFill>
                          <a:latin typeface="Arial" panose="020B0604020202020204"/>
                        </a:defRPr>
                      </a:lvl1pPr>
                      <a:lvl2pPr marL="457200" algn="l" defTabSz="914400" rtl="0" eaLnBrk="1" latinLnBrk="0" hangingPunct="1">
                        <a:defRPr sz="1800" b="1" kern="1200">
                          <a:solidFill>
                            <a:schemeClr val="lt1"/>
                          </a:solidFill>
                          <a:latin typeface="Arial" panose="020B0604020202020204"/>
                        </a:defRPr>
                      </a:lvl2pPr>
                      <a:lvl3pPr marL="914400" algn="l" defTabSz="914400" rtl="0" eaLnBrk="1" latinLnBrk="0" hangingPunct="1">
                        <a:defRPr sz="1800" b="1" kern="1200">
                          <a:solidFill>
                            <a:schemeClr val="lt1"/>
                          </a:solidFill>
                          <a:latin typeface="Arial" panose="020B0604020202020204"/>
                        </a:defRPr>
                      </a:lvl3pPr>
                      <a:lvl4pPr marL="1371600" algn="l" defTabSz="914400" rtl="0" eaLnBrk="1" latinLnBrk="0" hangingPunct="1">
                        <a:defRPr sz="1800" b="1" kern="1200">
                          <a:solidFill>
                            <a:schemeClr val="lt1"/>
                          </a:solidFill>
                          <a:latin typeface="Arial" panose="020B0604020202020204"/>
                        </a:defRPr>
                      </a:lvl4pPr>
                      <a:lvl5pPr marL="1828800" algn="l" defTabSz="914400" rtl="0" eaLnBrk="1" latinLnBrk="0" hangingPunct="1">
                        <a:defRPr sz="1800" b="1" kern="1200">
                          <a:solidFill>
                            <a:schemeClr val="lt1"/>
                          </a:solidFill>
                          <a:latin typeface="Arial" panose="020B0604020202020204"/>
                        </a:defRPr>
                      </a:lvl5pPr>
                      <a:lvl6pPr marL="2286000" algn="l" defTabSz="914400" rtl="0" eaLnBrk="1" latinLnBrk="0" hangingPunct="1">
                        <a:defRPr sz="1800" b="1" kern="1200">
                          <a:solidFill>
                            <a:schemeClr val="lt1"/>
                          </a:solidFill>
                          <a:latin typeface="Arial" panose="020B0604020202020204"/>
                        </a:defRPr>
                      </a:lvl6pPr>
                      <a:lvl7pPr marL="2743200" algn="l" defTabSz="914400" rtl="0" eaLnBrk="1" latinLnBrk="0" hangingPunct="1">
                        <a:defRPr sz="1800" b="1" kern="1200">
                          <a:solidFill>
                            <a:schemeClr val="lt1"/>
                          </a:solidFill>
                          <a:latin typeface="Arial" panose="020B0604020202020204"/>
                        </a:defRPr>
                      </a:lvl7pPr>
                      <a:lvl8pPr marL="3200400" algn="l" defTabSz="914400" rtl="0" eaLnBrk="1" latinLnBrk="0" hangingPunct="1">
                        <a:defRPr sz="1800" b="1" kern="1200">
                          <a:solidFill>
                            <a:schemeClr val="lt1"/>
                          </a:solidFill>
                          <a:latin typeface="Arial" panose="020B0604020202020204"/>
                        </a:defRPr>
                      </a:lvl8pPr>
                      <a:lvl9pPr marL="3657600" algn="l" defTabSz="914400" rtl="0" eaLnBrk="1" latinLnBrk="0" hangingPunct="1">
                        <a:defRPr sz="1800" b="1" kern="1200">
                          <a:solidFill>
                            <a:schemeClr val="lt1"/>
                          </a:solidFill>
                          <a:latin typeface="Arial" panose="020B0604020202020204"/>
                        </a:defRPr>
                      </a:lvl9pPr>
                    </a:lstStyle>
                    <a:p>
                      <a:r>
                        <a:rPr lang="en-US" sz="1600"/>
                        <a:t>DR/CR</a:t>
                      </a:r>
                    </a:p>
                  </a:txBody>
                  <a:tcPr>
                    <a:lnL w="12700" cmpd="sng">
                      <a:solidFill>
                        <a:srgbClr val="FFFFFF"/>
                      </a:solidFill>
                    </a:lnL>
                    <a:lnR w="12700" cmpd="sng">
                      <a:solidFill>
                        <a:srgbClr val="FFFFFF"/>
                      </a:solidFill>
                    </a:lnR>
                    <a:lnT w="12700" cmpd="sng">
                      <a:solidFill>
                        <a:srgbClr val="FFFFFF"/>
                      </a:solidFill>
                    </a:lnT>
                    <a:lnB w="38100" cmpd="sng">
                      <a:solidFill>
                        <a:srgbClr val="FFFFFF"/>
                      </a:solidFill>
                    </a:lnB>
                    <a:lnTlToBr w="12700" cmpd="sng">
                      <a:noFill/>
                      <a:prstDash val="solid"/>
                    </a:lnTlToBr>
                    <a:lnBlToTr w="12700" cmpd="sng">
                      <a:noFill/>
                      <a:prstDash val="solid"/>
                    </a:lnBlToTr>
                    <a:solidFill>
                      <a:srgbClr val="88D5B8"/>
                    </a:solidFill>
                  </a:tcPr>
                </a:tc>
                <a:tc>
                  <a:txBody>
                    <a:bodyPr/>
                    <a:lstStyle>
                      <a:lvl1pPr marL="0" algn="l" defTabSz="914400" rtl="0" eaLnBrk="1" latinLnBrk="0" hangingPunct="1">
                        <a:defRPr sz="1800" b="1" kern="1200">
                          <a:solidFill>
                            <a:schemeClr val="lt1"/>
                          </a:solidFill>
                          <a:latin typeface="Arial" panose="020B0604020202020204"/>
                        </a:defRPr>
                      </a:lvl1pPr>
                      <a:lvl2pPr marL="457200" algn="l" defTabSz="914400" rtl="0" eaLnBrk="1" latinLnBrk="0" hangingPunct="1">
                        <a:defRPr sz="1800" b="1" kern="1200">
                          <a:solidFill>
                            <a:schemeClr val="lt1"/>
                          </a:solidFill>
                          <a:latin typeface="Arial" panose="020B0604020202020204"/>
                        </a:defRPr>
                      </a:lvl2pPr>
                      <a:lvl3pPr marL="914400" algn="l" defTabSz="914400" rtl="0" eaLnBrk="1" latinLnBrk="0" hangingPunct="1">
                        <a:defRPr sz="1800" b="1" kern="1200">
                          <a:solidFill>
                            <a:schemeClr val="lt1"/>
                          </a:solidFill>
                          <a:latin typeface="Arial" panose="020B0604020202020204"/>
                        </a:defRPr>
                      </a:lvl3pPr>
                      <a:lvl4pPr marL="1371600" algn="l" defTabSz="914400" rtl="0" eaLnBrk="1" latinLnBrk="0" hangingPunct="1">
                        <a:defRPr sz="1800" b="1" kern="1200">
                          <a:solidFill>
                            <a:schemeClr val="lt1"/>
                          </a:solidFill>
                          <a:latin typeface="Arial" panose="020B0604020202020204"/>
                        </a:defRPr>
                      </a:lvl4pPr>
                      <a:lvl5pPr marL="1828800" algn="l" defTabSz="914400" rtl="0" eaLnBrk="1" latinLnBrk="0" hangingPunct="1">
                        <a:defRPr sz="1800" b="1" kern="1200">
                          <a:solidFill>
                            <a:schemeClr val="lt1"/>
                          </a:solidFill>
                          <a:latin typeface="Arial" panose="020B0604020202020204"/>
                        </a:defRPr>
                      </a:lvl5pPr>
                      <a:lvl6pPr marL="2286000" algn="l" defTabSz="914400" rtl="0" eaLnBrk="1" latinLnBrk="0" hangingPunct="1">
                        <a:defRPr sz="1800" b="1" kern="1200">
                          <a:solidFill>
                            <a:schemeClr val="lt1"/>
                          </a:solidFill>
                          <a:latin typeface="Arial" panose="020B0604020202020204"/>
                        </a:defRPr>
                      </a:lvl6pPr>
                      <a:lvl7pPr marL="2743200" algn="l" defTabSz="914400" rtl="0" eaLnBrk="1" latinLnBrk="0" hangingPunct="1">
                        <a:defRPr sz="1800" b="1" kern="1200">
                          <a:solidFill>
                            <a:schemeClr val="lt1"/>
                          </a:solidFill>
                          <a:latin typeface="Arial" panose="020B0604020202020204"/>
                        </a:defRPr>
                      </a:lvl7pPr>
                      <a:lvl8pPr marL="3200400" algn="l" defTabSz="914400" rtl="0" eaLnBrk="1" latinLnBrk="0" hangingPunct="1">
                        <a:defRPr sz="1800" b="1" kern="1200">
                          <a:solidFill>
                            <a:schemeClr val="lt1"/>
                          </a:solidFill>
                          <a:latin typeface="Arial" panose="020B0604020202020204"/>
                        </a:defRPr>
                      </a:lvl8pPr>
                      <a:lvl9pPr marL="3657600" algn="l" defTabSz="914400" rtl="0" eaLnBrk="1" latinLnBrk="0" hangingPunct="1">
                        <a:defRPr sz="1800" b="1" kern="1200">
                          <a:solidFill>
                            <a:schemeClr val="lt1"/>
                          </a:solidFill>
                          <a:latin typeface="Arial" panose="020B0604020202020204"/>
                        </a:defRPr>
                      </a:lvl9pPr>
                    </a:lstStyle>
                    <a:p>
                      <a:r>
                        <a:rPr lang="en-US" sz="1600"/>
                        <a:t>Account</a:t>
                      </a:r>
                    </a:p>
                  </a:txBody>
                  <a:tcPr>
                    <a:lnL w="12700" cmpd="sng">
                      <a:solidFill>
                        <a:srgbClr val="FFFFFF"/>
                      </a:solidFill>
                    </a:lnL>
                    <a:lnR w="12700" cmpd="sng">
                      <a:solidFill>
                        <a:srgbClr val="FFFFFF"/>
                      </a:solidFill>
                    </a:lnR>
                    <a:lnT w="12700" cmpd="sng">
                      <a:solidFill>
                        <a:srgbClr val="FFFFFF"/>
                      </a:solidFill>
                    </a:lnT>
                    <a:lnB w="38100" cmpd="sng">
                      <a:solidFill>
                        <a:srgbClr val="FFFFFF"/>
                      </a:solidFill>
                    </a:lnB>
                    <a:lnTlToBr w="12700" cmpd="sng">
                      <a:noFill/>
                      <a:prstDash val="solid"/>
                    </a:lnTlToBr>
                    <a:lnBlToTr w="12700" cmpd="sng">
                      <a:noFill/>
                      <a:prstDash val="solid"/>
                    </a:lnBlToTr>
                    <a:solidFill>
                      <a:srgbClr val="88D5B8"/>
                    </a:solidFill>
                  </a:tcPr>
                </a:tc>
                <a:tc>
                  <a:txBody>
                    <a:bodyPr/>
                    <a:lstStyle>
                      <a:lvl1pPr marL="0" algn="l" defTabSz="914400" rtl="0" eaLnBrk="1" latinLnBrk="0" hangingPunct="1">
                        <a:defRPr sz="1800" b="1" kern="1200">
                          <a:solidFill>
                            <a:schemeClr val="lt1"/>
                          </a:solidFill>
                          <a:latin typeface="Arial" panose="020B0604020202020204"/>
                        </a:defRPr>
                      </a:lvl1pPr>
                      <a:lvl2pPr marL="457200" algn="l" defTabSz="914400" rtl="0" eaLnBrk="1" latinLnBrk="0" hangingPunct="1">
                        <a:defRPr sz="1800" b="1" kern="1200">
                          <a:solidFill>
                            <a:schemeClr val="lt1"/>
                          </a:solidFill>
                          <a:latin typeface="Arial" panose="020B0604020202020204"/>
                        </a:defRPr>
                      </a:lvl2pPr>
                      <a:lvl3pPr marL="914400" algn="l" defTabSz="914400" rtl="0" eaLnBrk="1" latinLnBrk="0" hangingPunct="1">
                        <a:defRPr sz="1800" b="1" kern="1200">
                          <a:solidFill>
                            <a:schemeClr val="lt1"/>
                          </a:solidFill>
                          <a:latin typeface="Arial" panose="020B0604020202020204"/>
                        </a:defRPr>
                      </a:lvl3pPr>
                      <a:lvl4pPr marL="1371600" algn="l" defTabSz="914400" rtl="0" eaLnBrk="1" latinLnBrk="0" hangingPunct="1">
                        <a:defRPr sz="1800" b="1" kern="1200">
                          <a:solidFill>
                            <a:schemeClr val="lt1"/>
                          </a:solidFill>
                          <a:latin typeface="Arial" panose="020B0604020202020204"/>
                        </a:defRPr>
                      </a:lvl4pPr>
                      <a:lvl5pPr marL="1828800" algn="l" defTabSz="914400" rtl="0" eaLnBrk="1" latinLnBrk="0" hangingPunct="1">
                        <a:defRPr sz="1800" b="1" kern="1200">
                          <a:solidFill>
                            <a:schemeClr val="lt1"/>
                          </a:solidFill>
                          <a:latin typeface="Arial" panose="020B0604020202020204"/>
                        </a:defRPr>
                      </a:lvl5pPr>
                      <a:lvl6pPr marL="2286000" algn="l" defTabSz="914400" rtl="0" eaLnBrk="1" latinLnBrk="0" hangingPunct="1">
                        <a:defRPr sz="1800" b="1" kern="1200">
                          <a:solidFill>
                            <a:schemeClr val="lt1"/>
                          </a:solidFill>
                          <a:latin typeface="Arial" panose="020B0604020202020204"/>
                        </a:defRPr>
                      </a:lvl6pPr>
                      <a:lvl7pPr marL="2743200" algn="l" defTabSz="914400" rtl="0" eaLnBrk="1" latinLnBrk="0" hangingPunct="1">
                        <a:defRPr sz="1800" b="1" kern="1200">
                          <a:solidFill>
                            <a:schemeClr val="lt1"/>
                          </a:solidFill>
                          <a:latin typeface="Arial" panose="020B0604020202020204"/>
                        </a:defRPr>
                      </a:lvl7pPr>
                      <a:lvl8pPr marL="3200400" algn="l" defTabSz="914400" rtl="0" eaLnBrk="1" latinLnBrk="0" hangingPunct="1">
                        <a:defRPr sz="1800" b="1" kern="1200">
                          <a:solidFill>
                            <a:schemeClr val="lt1"/>
                          </a:solidFill>
                          <a:latin typeface="Arial" panose="020B0604020202020204"/>
                        </a:defRPr>
                      </a:lvl8pPr>
                      <a:lvl9pPr marL="3657600" algn="l" defTabSz="914400" rtl="0" eaLnBrk="1" latinLnBrk="0" hangingPunct="1">
                        <a:defRPr sz="1800" b="1" kern="1200">
                          <a:solidFill>
                            <a:schemeClr val="lt1"/>
                          </a:solidFill>
                          <a:latin typeface="Arial" panose="020B0604020202020204"/>
                        </a:defRPr>
                      </a:lvl9pPr>
                    </a:lstStyle>
                    <a:p>
                      <a:r>
                        <a:rPr lang="en-US" sz="1600"/>
                        <a:t>Cost center</a:t>
                      </a:r>
                    </a:p>
                  </a:txBody>
                  <a:tcPr>
                    <a:lnL w="12700" cmpd="sng">
                      <a:solidFill>
                        <a:srgbClr val="FFFFFF"/>
                      </a:solidFill>
                    </a:lnL>
                    <a:lnR w="12700" cmpd="sng">
                      <a:solidFill>
                        <a:srgbClr val="FFFFFF"/>
                      </a:solidFill>
                    </a:lnR>
                    <a:lnT w="12700" cmpd="sng">
                      <a:solidFill>
                        <a:srgbClr val="FFFFFF"/>
                      </a:solidFill>
                    </a:lnT>
                    <a:lnB w="38100" cmpd="sng">
                      <a:solidFill>
                        <a:srgbClr val="FFFFFF"/>
                      </a:solidFill>
                    </a:lnB>
                    <a:lnTlToBr w="12700" cmpd="sng">
                      <a:noFill/>
                      <a:prstDash val="solid"/>
                    </a:lnTlToBr>
                    <a:lnBlToTr w="12700" cmpd="sng">
                      <a:noFill/>
                      <a:prstDash val="solid"/>
                    </a:lnBlToTr>
                    <a:solidFill>
                      <a:srgbClr val="88D5B8"/>
                    </a:solidFill>
                  </a:tcPr>
                </a:tc>
                <a:tc>
                  <a:txBody>
                    <a:bodyPr/>
                    <a:lstStyle>
                      <a:lvl1pPr marL="0" algn="l" defTabSz="914400" rtl="0" eaLnBrk="1" latinLnBrk="0" hangingPunct="1">
                        <a:defRPr sz="1800" b="1" kern="1200">
                          <a:solidFill>
                            <a:schemeClr val="lt1"/>
                          </a:solidFill>
                          <a:latin typeface="Arial" panose="020B0604020202020204"/>
                        </a:defRPr>
                      </a:lvl1pPr>
                      <a:lvl2pPr marL="457200" algn="l" defTabSz="914400" rtl="0" eaLnBrk="1" latinLnBrk="0" hangingPunct="1">
                        <a:defRPr sz="1800" b="1" kern="1200">
                          <a:solidFill>
                            <a:schemeClr val="lt1"/>
                          </a:solidFill>
                          <a:latin typeface="Arial" panose="020B0604020202020204"/>
                        </a:defRPr>
                      </a:lvl2pPr>
                      <a:lvl3pPr marL="914400" algn="l" defTabSz="914400" rtl="0" eaLnBrk="1" latinLnBrk="0" hangingPunct="1">
                        <a:defRPr sz="1800" b="1" kern="1200">
                          <a:solidFill>
                            <a:schemeClr val="lt1"/>
                          </a:solidFill>
                          <a:latin typeface="Arial" panose="020B0604020202020204"/>
                        </a:defRPr>
                      </a:lvl3pPr>
                      <a:lvl4pPr marL="1371600" algn="l" defTabSz="914400" rtl="0" eaLnBrk="1" latinLnBrk="0" hangingPunct="1">
                        <a:defRPr sz="1800" b="1" kern="1200">
                          <a:solidFill>
                            <a:schemeClr val="lt1"/>
                          </a:solidFill>
                          <a:latin typeface="Arial" panose="020B0604020202020204"/>
                        </a:defRPr>
                      </a:lvl4pPr>
                      <a:lvl5pPr marL="1828800" algn="l" defTabSz="914400" rtl="0" eaLnBrk="1" latinLnBrk="0" hangingPunct="1">
                        <a:defRPr sz="1800" b="1" kern="1200">
                          <a:solidFill>
                            <a:schemeClr val="lt1"/>
                          </a:solidFill>
                          <a:latin typeface="Arial" panose="020B0604020202020204"/>
                        </a:defRPr>
                      </a:lvl5pPr>
                      <a:lvl6pPr marL="2286000" algn="l" defTabSz="914400" rtl="0" eaLnBrk="1" latinLnBrk="0" hangingPunct="1">
                        <a:defRPr sz="1800" b="1" kern="1200">
                          <a:solidFill>
                            <a:schemeClr val="lt1"/>
                          </a:solidFill>
                          <a:latin typeface="Arial" panose="020B0604020202020204"/>
                        </a:defRPr>
                      </a:lvl6pPr>
                      <a:lvl7pPr marL="2743200" algn="l" defTabSz="914400" rtl="0" eaLnBrk="1" latinLnBrk="0" hangingPunct="1">
                        <a:defRPr sz="1800" b="1" kern="1200">
                          <a:solidFill>
                            <a:schemeClr val="lt1"/>
                          </a:solidFill>
                          <a:latin typeface="Arial" panose="020B0604020202020204"/>
                        </a:defRPr>
                      </a:lvl7pPr>
                      <a:lvl8pPr marL="3200400" algn="l" defTabSz="914400" rtl="0" eaLnBrk="1" latinLnBrk="0" hangingPunct="1">
                        <a:defRPr sz="1800" b="1" kern="1200">
                          <a:solidFill>
                            <a:schemeClr val="lt1"/>
                          </a:solidFill>
                          <a:latin typeface="Arial" panose="020B0604020202020204"/>
                        </a:defRPr>
                      </a:lvl8pPr>
                      <a:lvl9pPr marL="3657600" algn="l" defTabSz="914400" rtl="0" eaLnBrk="1" latinLnBrk="0" hangingPunct="1">
                        <a:defRPr sz="1800" b="1" kern="1200">
                          <a:solidFill>
                            <a:schemeClr val="lt1"/>
                          </a:solidFill>
                          <a:latin typeface="Arial" panose="020B0604020202020204"/>
                        </a:defRPr>
                      </a:lvl9pPr>
                    </a:lstStyle>
                    <a:p>
                      <a:r>
                        <a:rPr lang="en-US" sz="1600"/>
                        <a:t>Amount</a:t>
                      </a:r>
                    </a:p>
                    <a:p>
                      <a:r>
                        <a:rPr lang="en-US" sz="1600"/>
                        <a:t>EUR</a:t>
                      </a:r>
                    </a:p>
                  </a:txBody>
                  <a:tcPr>
                    <a:lnL w="12700" cmpd="sng">
                      <a:solidFill>
                        <a:srgbClr val="FFFFFF"/>
                      </a:solidFill>
                    </a:lnL>
                    <a:lnR w="12700" cmpd="sng">
                      <a:solidFill>
                        <a:srgbClr val="FFFFFF"/>
                      </a:solidFill>
                    </a:lnR>
                    <a:lnT w="12700" cmpd="sng">
                      <a:solidFill>
                        <a:srgbClr val="FFFFFF"/>
                      </a:solidFill>
                    </a:lnT>
                    <a:lnB w="38100" cmpd="sng">
                      <a:solidFill>
                        <a:srgbClr val="FFFFFF"/>
                      </a:solidFill>
                    </a:lnB>
                    <a:lnTlToBr w="12700" cmpd="sng">
                      <a:noFill/>
                      <a:prstDash val="solid"/>
                    </a:lnTlToBr>
                    <a:lnBlToTr w="12700" cmpd="sng">
                      <a:noFill/>
                      <a:prstDash val="solid"/>
                    </a:lnBlToTr>
                    <a:solidFill>
                      <a:srgbClr val="88D5B8"/>
                    </a:solidFill>
                  </a:tcPr>
                </a:tc>
                <a:extLst>
                  <a:ext uri="{0D108BD9-81ED-4DB2-BD59-A6C34878D82A}">
                    <a16:rowId xmlns:a16="http://schemas.microsoft.com/office/drawing/2014/main" val="356535567"/>
                  </a:ext>
                </a:extLst>
              </a:tr>
              <a:tr h="769585">
                <a:tc>
                  <a:txBody>
                    <a:bodyPr/>
                    <a:lstStyle>
                      <a:lvl1pPr marL="0" algn="l" defTabSz="914400" rtl="0" eaLnBrk="1" latinLnBrk="0" hangingPunct="1">
                        <a:defRPr sz="1800" kern="1200">
                          <a:solidFill>
                            <a:schemeClr val="dk1"/>
                          </a:solidFill>
                          <a:latin typeface="Arial" panose="020B0604020202020204"/>
                        </a:defRPr>
                      </a:lvl1pPr>
                      <a:lvl2pPr marL="457200" algn="l" defTabSz="914400" rtl="0" eaLnBrk="1" latinLnBrk="0" hangingPunct="1">
                        <a:defRPr sz="1800" kern="1200">
                          <a:solidFill>
                            <a:schemeClr val="dk1"/>
                          </a:solidFill>
                          <a:latin typeface="Arial" panose="020B0604020202020204"/>
                        </a:defRPr>
                      </a:lvl2pPr>
                      <a:lvl3pPr marL="914400" algn="l" defTabSz="914400" rtl="0" eaLnBrk="1" latinLnBrk="0" hangingPunct="1">
                        <a:defRPr sz="1800" kern="1200">
                          <a:solidFill>
                            <a:schemeClr val="dk1"/>
                          </a:solidFill>
                          <a:latin typeface="Arial" panose="020B0604020202020204"/>
                        </a:defRPr>
                      </a:lvl3pPr>
                      <a:lvl4pPr marL="1371600" algn="l" defTabSz="914400" rtl="0" eaLnBrk="1" latinLnBrk="0" hangingPunct="1">
                        <a:defRPr sz="1800" kern="1200">
                          <a:solidFill>
                            <a:schemeClr val="dk1"/>
                          </a:solidFill>
                          <a:latin typeface="Arial" panose="020B0604020202020204"/>
                        </a:defRPr>
                      </a:lvl4pPr>
                      <a:lvl5pPr marL="1828800" algn="l" defTabSz="914400" rtl="0" eaLnBrk="1" latinLnBrk="0" hangingPunct="1">
                        <a:defRPr sz="1800" kern="1200">
                          <a:solidFill>
                            <a:schemeClr val="dk1"/>
                          </a:solidFill>
                          <a:latin typeface="Arial" panose="020B0604020202020204"/>
                        </a:defRPr>
                      </a:lvl5pPr>
                      <a:lvl6pPr marL="2286000" algn="l" defTabSz="914400" rtl="0" eaLnBrk="1" latinLnBrk="0" hangingPunct="1">
                        <a:defRPr sz="1800" kern="1200">
                          <a:solidFill>
                            <a:schemeClr val="dk1"/>
                          </a:solidFill>
                          <a:latin typeface="Arial" panose="020B0604020202020204"/>
                        </a:defRPr>
                      </a:lvl6pPr>
                      <a:lvl7pPr marL="2743200" algn="l" defTabSz="914400" rtl="0" eaLnBrk="1" latinLnBrk="0" hangingPunct="1">
                        <a:defRPr sz="1800" kern="1200">
                          <a:solidFill>
                            <a:schemeClr val="dk1"/>
                          </a:solidFill>
                          <a:latin typeface="Arial" panose="020B0604020202020204"/>
                        </a:defRPr>
                      </a:lvl7pPr>
                      <a:lvl8pPr marL="3200400" algn="l" defTabSz="914400" rtl="0" eaLnBrk="1" latinLnBrk="0" hangingPunct="1">
                        <a:defRPr sz="1800" kern="1200">
                          <a:solidFill>
                            <a:schemeClr val="dk1"/>
                          </a:solidFill>
                          <a:latin typeface="Arial" panose="020B0604020202020204"/>
                        </a:defRPr>
                      </a:lvl8pPr>
                      <a:lvl9pPr marL="3657600" algn="l" defTabSz="914400" rtl="0" eaLnBrk="1" latinLnBrk="0" hangingPunct="1">
                        <a:defRPr sz="1800" kern="1200">
                          <a:solidFill>
                            <a:schemeClr val="dk1"/>
                          </a:solidFill>
                          <a:latin typeface="Arial" panose="020B0604020202020204"/>
                        </a:defRPr>
                      </a:lvl9pPr>
                    </a:lstStyle>
                    <a:p>
                      <a:r>
                        <a:rPr lang="en-US" sz="1600"/>
                        <a:t>CR</a:t>
                      </a:r>
                    </a:p>
                  </a:txBody>
                  <a:tcPr>
                    <a:lnL w="12700" cmpd="sng">
                      <a:solidFill>
                        <a:srgbClr val="FFFFFF"/>
                      </a:solidFill>
                    </a:lnL>
                    <a:lnR w="12700" cmpd="sng">
                      <a:solidFill>
                        <a:srgbClr val="FFFFFF"/>
                      </a:solidFill>
                    </a:lnR>
                    <a:lnT w="38100" cmpd="sng">
                      <a:solidFill>
                        <a:srgbClr val="FFFFFF"/>
                      </a:solidFill>
                    </a:lnT>
                    <a:lnB w="12700" cmpd="sng">
                      <a:solidFill>
                        <a:srgbClr val="FFFFFF"/>
                      </a:solidFill>
                    </a:lnB>
                    <a:lnTlToBr w="12700" cmpd="sng">
                      <a:noFill/>
                      <a:prstDash val="solid"/>
                    </a:lnTlToBr>
                    <a:lnBlToTr w="12700" cmpd="sng">
                      <a:noFill/>
                      <a:prstDash val="solid"/>
                    </a:lnBlToTr>
                    <a:solidFill>
                      <a:srgbClr val="88D5B8">
                        <a:tint val="40000"/>
                      </a:srgbClr>
                    </a:solidFill>
                  </a:tcPr>
                </a:tc>
                <a:tc>
                  <a:txBody>
                    <a:bodyPr/>
                    <a:lstStyle>
                      <a:lvl1pPr marL="0" algn="l" defTabSz="914400" rtl="0" eaLnBrk="1" latinLnBrk="0" hangingPunct="1">
                        <a:defRPr sz="1800" kern="1200">
                          <a:solidFill>
                            <a:schemeClr val="dk1"/>
                          </a:solidFill>
                          <a:latin typeface="Arial" panose="020B0604020202020204"/>
                        </a:defRPr>
                      </a:lvl1pPr>
                      <a:lvl2pPr marL="457200" algn="l" defTabSz="914400" rtl="0" eaLnBrk="1" latinLnBrk="0" hangingPunct="1">
                        <a:defRPr sz="1800" kern="1200">
                          <a:solidFill>
                            <a:schemeClr val="dk1"/>
                          </a:solidFill>
                          <a:latin typeface="Arial" panose="020B0604020202020204"/>
                        </a:defRPr>
                      </a:lvl2pPr>
                      <a:lvl3pPr marL="914400" algn="l" defTabSz="914400" rtl="0" eaLnBrk="1" latinLnBrk="0" hangingPunct="1">
                        <a:defRPr sz="1800" kern="1200">
                          <a:solidFill>
                            <a:schemeClr val="dk1"/>
                          </a:solidFill>
                          <a:latin typeface="Arial" panose="020B0604020202020204"/>
                        </a:defRPr>
                      </a:lvl3pPr>
                      <a:lvl4pPr marL="1371600" algn="l" defTabSz="914400" rtl="0" eaLnBrk="1" latinLnBrk="0" hangingPunct="1">
                        <a:defRPr sz="1800" kern="1200">
                          <a:solidFill>
                            <a:schemeClr val="dk1"/>
                          </a:solidFill>
                          <a:latin typeface="Arial" panose="020B0604020202020204"/>
                        </a:defRPr>
                      </a:lvl4pPr>
                      <a:lvl5pPr marL="1828800" algn="l" defTabSz="914400" rtl="0" eaLnBrk="1" latinLnBrk="0" hangingPunct="1">
                        <a:defRPr sz="1800" kern="1200">
                          <a:solidFill>
                            <a:schemeClr val="dk1"/>
                          </a:solidFill>
                          <a:latin typeface="Arial" panose="020B0604020202020204"/>
                        </a:defRPr>
                      </a:lvl5pPr>
                      <a:lvl6pPr marL="2286000" algn="l" defTabSz="914400" rtl="0" eaLnBrk="1" latinLnBrk="0" hangingPunct="1">
                        <a:defRPr sz="1800" kern="1200">
                          <a:solidFill>
                            <a:schemeClr val="dk1"/>
                          </a:solidFill>
                          <a:latin typeface="Arial" panose="020B0604020202020204"/>
                        </a:defRPr>
                      </a:lvl6pPr>
                      <a:lvl7pPr marL="2743200" algn="l" defTabSz="914400" rtl="0" eaLnBrk="1" latinLnBrk="0" hangingPunct="1">
                        <a:defRPr sz="1800" kern="1200">
                          <a:solidFill>
                            <a:schemeClr val="dk1"/>
                          </a:solidFill>
                          <a:latin typeface="Arial" panose="020B0604020202020204"/>
                        </a:defRPr>
                      </a:lvl7pPr>
                      <a:lvl8pPr marL="3200400" algn="l" defTabSz="914400" rtl="0" eaLnBrk="1" latinLnBrk="0" hangingPunct="1">
                        <a:defRPr sz="1800" kern="1200">
                          <a:solidFill>
                            <a:schemeClr val="dk1"/>
                          </a:solidFill>
                          <a:latin typeface="Arial" panose="020B0604020202020204"/>
                        </a:defRPr>
                      </a:lvl8pPr>
                      <a:lvl9pPr marL="3657600" algn="l" defTabSz="914400" rtl="0" eaLnBrk="1" latinLnBrk="0" hangingPunct="1">
                        <a:defRPr sz="1800" kern="1200">
                          <a:solidFill>
                            <a:schemeClr val="dk1"/>
                          </a:solidFill>
                          <a:latin typeface="Arial" panose="020B0604020202020204"/>
                        </a:defRPr>
                      </a:lvl9pPr>
                    </a:lstStyle>
                    <a:p>
                      <a:r>
                        <a:rPr lang="en-US" sz="1600"/>
                        <a:t>IT costs</a:t>
                      </a:r>
                    </a:p>
                  </a:txBody>
                  <a:tcPr>
                    <a:lnL w="12700" cmpd="sng">
                      <a:solidFill>
                        <a:srgbClr val="FFFFFF"/>
                      </a:solidFill>
                    </a:lnL>
                    <a:lnR w="12700" cmpd="sng">
                      <a:solidFill>
                        <a:srgbClr val="FFFFFF"/>
                      </a:solidFill>
                    </a:lnR>
                    <a:lnT w="38100" cmpd="sng">
                      <a:solidFill>
                        <a:srgbClr val="FFFFFF"/>
                      </a:solidFill>
                    </a:lnT>
                    <a:lnB w="12700" cmpd="sng">
                      <a:solidFill>
                        <a:srgbClr val="FFFFFF"/>
                      </a:solidFill>
                    </a:lnB>
                    <a:lnTlToBr w="12700" cmpd="sng">
                      <a:noFill/>
                      <a:prstDash val="solid"/>
                    </a:lnTlToBr>
                    <a:lnBlToTr w="12700" cmpd="sng">
                      <a:noFill/>
                      <a:prstDash val="solid"/>
                    </a:lnBlToTr>
                    <a:solidFill>
                      <a:srgbClr val="88D5B8">
                        <a:tint val="40000"/>
                      </a:srgbClr>
                    </a:solidFill>
                  </a:tcPr>
                </a:tc>
                <a:tc>
                  <a:txBody>
                    <a:bodyPr/>
                    <a:lstStyle>
                      <a:lvl1pPr marL="0" algn="l" defTabSz="914400" rtl="0" eaLnBrk="1" latinLnBrk="0" hangingPunct="1">
                        <a:defRPr sz="1800" kern="1200">
                          <a:solidFill>
                            <a:schemeClr val="dk1"/>
                          </a:solidFill>
                          <a:latin typeface="Arial" panose="020B0604020202020204"/>
                        </a:defRPr>
                      </a:lvl1pPr>
                      <a:lvl2pPr marL="457200" algn="l" defTabSz="914400" rtl="0" eaLnBrk="1" latinLnBrk="0" hangingPunct="1">
                        <a:defRPr sz="1800" kern="1200">
                          <a:solidFill>
                            <a:schemeClr val="dk1"/>
                          </a:solidFill>
                          <a:latin typeface="Arial" panose="020B0604020202020204"/>
                        </a:defRPr>
                      </a:lvl2pPr>
                      <a:lvl3pPr marL="914400" algn="l" defTabSz="914400" rtl="0" eaLnBrk="1" latinLnBrk="0" hangingPunct="1">
                        <a:defRPr sz="1800" kern="1200">
                          <a:solidFill>
                            <a:schemeClr val="dk1"/>
                          </a:solidFill>
                          <a:latin typeface="Arial" panose="020B0604020202020204"/>
                        </a:defRPr>
                      </a:lvl3pPr>
                      <a:lvl4pPr marL="1371600" algn="l" defTabSz="914400" rtl="0" eaLnBrk="1" latinLnBrk="0" hangingPunct="1">
                        <a:defRPr sz="1800" kern="1200">
                          <a:solidFill>
                            <a:schemeClr val="dk1"/>
                          </a:solidFill>
                          <a:latin typeface="Arial" panose="020B0604020202020204"/>
                        </a:defRPr>
                      </a:lvl4pPr>
                      <a:lvl5pPr marL="1828800" algn="l" defTabSz="914400" rtl="0" eaLnBrk="1" latinLnBrk="0" hangingPunct="1">
                        <a:defRPr sz="1800" kern="1200">
                          <a:solidFill>
                            <a:schemeClr val="dk1"/>
                          </a:solidFill>
                          <a:latin typeface="Arial" panose="020B0604020202020204"/>
                        </a:defRPr>
                      </a:lvl5pPr>
                      <a:lvl6pPr marL="2286000" algn="l" defTabSz="914400" rtl="0" eaLnBrk="1" latinLnBrk="0" hangingPunct="1">
                        <a:defRPr sz="1800" kern="1200">
                          <a:solidFill>
                            <a:schemeClr val="dk1"/>
                          </a:solidFill>
                          <a:latin typeface="Arial" panose="020B0604020202020204"/>
                        </a:defRPr>
                      </a:lvl6pPr>
                      <a:lvl7pPr marL="2743200" algn="l" defTabSz="914400" rtl="0" eaLnBrk="1" latinLnBrk="0" hangingPunct="1">
                        <a:defRPr sz="1800" kern="1200">
                          <a:solidFill>
                            <a:schemeClr val="dk1"/>
                          </a:solidFill>
                          <a:latin typeface="Arial" panose="020B0604020202020204"/>
                        </a:defRPr>
                      </a:lvl7pPr>
                      <a:lvl8pPr marL="3200400" algn="l" defTabSz="914400" rtl="0" eaLnBrk="1" latinLnBrk="0" hangingPunct="1">
                        <a:defRPr sz="1800" kern="1200">
                          <a:solidFill>
                            <a:schemeClr val="dk1"/>
                          </a:solidFill>
                          <a:latin typeface="Arial" panose="020B0604020202020204"/>
                        </a:defRPr>
                      </a:lvl8pPr>
                      <a:lvl9pPr marL="3657600" algn="l" defTabSz="914400" rtl="0" eaLnBrk="1" latinLnBrk="0" hangingPunct="1">
                        <a:defRPr sz="1800" kern="1200">
                          <a:solidFill>
                            <a:schemeClr val="dk1"/>
                          </a:solidFill>
                          <a:latin typeface="Arial" panose="020B0604020202020204"/>
                        </a:defRPr>
                      </a:lvl9pPr>
                    </a:lstStyle>
                    <a:p>
                      <a:r>
                        <a:rPr lang="en-US" sz="1600"/>
                        <a:t>Cost</a:t>
                      </a:r>
                      <a:r>
                        <a:rPr lang="en-US" sz="1600" baseline="0"/>
                        <a:t> center A</a:t>
                      </a:r>
                      <a:r>
                        <a:rPr lang="en-US" sz="1600"/>
                        <a:t> </a:t>
                      </a:r>
                    </a:p>
                  </a:txBody>
                  <a:tcPr>
                    <a:lnL w="12700" cmpd="sng">
                      <a:solidFill>
                        <a:srgbClr val="FFFFFF"/>
                      </a:solidFill>
                    </a:lnL>
                    <a:lnR w="12700" cmpd="sng">
                      <a:solidFill>
                        <a:srgbClr val="FFFFFF"/>
                      </a:solidFill>
                    </a:lnR>
                    <a:lnT w="38100" cmpd="sng">
                      <a:solidFill>
                        <a:srgbClr val="FFFFFF"/>
                      </a:solidFill>
                    </a:lnT>
                    <a:lnB w="12700" cmpd="sng">
                      <a:solidFill>
                        <a:srgbClr val="FFFFFF"/>
                      </a:solidFill>
                    </a:lnB>
                    <a:lnTlToBr w="12700" cmpd="sng">
                      <a:noFill/>
                      <a:prstDash val="solid"/>
                    </a:lnTlToBr>
                    <a:lnBlToTr w="12700" cmpd="sng">
                      <a:noFill/>
                      <a:prstDash val="solid"/>
                    </a:lnBlToTr>
                    <a:solidFill>
                      <a:srgbClr val="88D5B8">
                        <a:tint val="40000"/>
                      </a:srgbClr>
                    </a:solidFill>
                  </a:tcPr>
                </a:tc>
                <a:tc>
                  <a:txBody>
                    <a:bodyPr/>
                    <a:lstStyle>
                      <a:lvl1pPr marL="0" algn="l" defTabSz="914400" rtl="0" eaLnBrk="1" latinLnBrk="0" hangingPunct="1">
                        <a:defRPr sz="1800" kern="1200">
                          <a:solidFill>
                            <a:schemeClr val="dk1"/>
                          </a:solidFill>
                          <a:latin typeface="Arial" panose="020B0604020202020204"/>
                        </a:defRPr>
                      </a:lvl1pPr>
                      <a:lvl2pPr marL="457200" algn="l" defTabSz="914400" rtl="0" eaLnBrk="1" latinLnBrk="0" hangingPunct="1">
                        <a:defRPr sz="1800" kern="1200">
                          <a:solidFill>
                            <a:schemeClr val="dk1"/>
                          </a:solidFill>
                          <a:latin typeface="Arial" panose="020B0604020202020204"/>
                        </a:defRPr>
                      </a:lvl2pPr>
                      <a:lvl3pPr marL="914400" algn="l" defTabSz="914400" rtl="0" eaLnBrk="1" latinLnBrk="0" hangingPunct="1">
                        <a:defRPr sz="1800" kern="1200">
                          <a:solidFill>
                            <a:schemeClr val="dk1"/>
                          </a:solidFill>
                          <a:latin typeface="Arial" panose="020B0604020202020204"/>
                        </a:defRPr>
                      </a:lvl3pPr>
                      <a:lvl4pPr marL="1371600" algn="l" defTabSz="914400" rtl="0" eaLnBrk="1" latinLnBrk="0" hangingPunct="1">
                        <a:defRPr sz="1800" kern="1200">
                          <a:solidFill>
                            <a:schemeClr val="dk1"/>
                          </a:solidFill>
                          <a:latin typeface="Arial" panose="020B0604020202020204"/>
                        </a:defRPr>
                      </a:lvl4pPr>
                      <a:lvl5pPr marL="1828800" algn="l" defTabSz="914400" rtl="0" eaLnBrk="1" latinLnBrk="0" hangingPunct="1">
                        <a:defRPr sz="1800" kern="1200">
                          <a:solidFill>
                            <a:schemeClr val="dk1"/>
                          </a:solidFill>
                          <a:latin typeface="Arial" panose="020B0604020202020204"/>
                        </a:defRPr>
                      </a:lvl5pPr>
                      <a:lvl6pPr marL="2286000" algn="l" defTabSz="914400" rtl="0" eaLnBrk="1" latinLnBrk="0" hangingPunct="1">
                        <a:defRPr sz="1800" kern="1200">
                          <a:solidFill>
                            <a:schemeClr val="dk1"/>
                          </a:solidFill>
                          <a:latin typeface="Arial" panose="020B0604020202020204"/>
                        </a:defRPr>
                      </a:lvl6pPr>
                      <a:lvl7pPr marL="2743200" algn="l" defTabSz="914400" rtl="0" eaLnBrk="1" latinLnBrk="0" hangingPunct="1">
                        <a:defRPr sz="1800" kern="1200">
                          <a:solidFill>
                            <a:schemeClr val="dk1"/>
                          </a:solidFill>
                          <a:latin typeface="Arial" panose="020B0604020202020204"/>
                        </a:defRPr>
                      </a:lvl7pPr>
                      <a:lvl8pPr marL="3200400" algn="l" defTabSz="914400" rtl="0" eaLnBrk="1" latinLnBrk="0" hangingPunct="1">
                        <a:defRPr sz="1800" kern="1200">
                          <a:solidFill>
                            <a:schemeClr val="dk1"/>
                          </a:solidFill>
                          <a:latin typeface="Arial" panose="020B0604020202020204"/>
                        </a:defRPr>
                      </a:lvl8pPr>
                      <a:lvl9pPr marL="3657600" algn="l" defTabSz="914400" rtl="0" eaLnBrk="1" latinLnBrk="0" hangingPunct="1">
                        <a:defRPr sz="1800" kern="1200">
                          <a:solidFill>
                            <a:schemeClr val="dk1"/>
                          </a:solidFill>
                          <a:latin typeface="Arial" panose="020B0604020202020204"/>
                        </a:defRPr>
                      </a:lvl9pPr>
                    </a:lstStyle>
                    <a:p>
                      <a:r>
                        <a:rPr lang="en-US" sz="1600"/>
                        <a:t>(4000)</a:t>
                      </a:r>
                    </a:p>
                  </a:txBody>
                  <a:tcPr>
                    <a:lnL w="12700" cmpd="sng">
                      <a:solidFill>
                        <a:srgbClr val="FFFFFF"/>
                      </a:solidFill>
                    </a:lnL>
                    <a:lnR w="12700" cmpd="sng">
                      <a:solidFill>
                        <a:srgbClr val="FFFFFF"/>
                      </a:solidFill>
                    </a:lnR>
                    <a:lnT w="38100" cmpd="sng">
                      <a:solidFill>
                        <a:srgbClr val="FFFFFF"/>
                      </a:solidFill>
                    </a:lnT>
                    <a:lnB w="12700" cmpd="sng">
                      <a:solidFill>
                        <a:srgbClr val="FFFFFF"/>
                      </a:solidFill>
                    </a:lnB>
                    <a:lnTlToBr w="12700" cmpd="sng">
                      <a:noFill/>
                      <a:prstDash val="solid"/>
                    </a:lnTlToBr>
                    <a:lnBlToTr w="12700" cmpd="sng">
                      <a:noFill/>
                      <a:prstDash val="solid"/>
                    </a:lnBlToTr>
                    <a:solidFill>
                      <a:srgbClr val="88D5B8">
                        <a:tint val="40000"/>
                      </a:srgbClr>
                    </a:solidFill>
                  </a:tcPr>
                </a:tc>
                <a:extLst>
                  <a:ext uri="{0D108BD9-81ED-4DB2-BD59-A6C34878D82A}">
                    <a16:rowId xmlns:a16="http://schemas.microsoft.com/office/drawing/2014/main" val="1939708156"/>
                  </a:ext>
                </a:extLst>
              </a:tr>
              <a:tr h="646334">
                <a:tc>
                  <a:txBody>
                    <a:bodyPr/>
                    <a:lstStyle>
                      <a:lvl1pPr marL="0" algn="l" defTabSz="914400" rtl="0" eaLnBrk="1" latinLnBrk="0" hangingPunct="1">
                        <a:defRPr sz="1800" kern="1200">
                          <a:solidFill>
                            <a:schemeClr val="dk1"/>
                          </a:solidFill>
                          <a:latin typeface="Arial" panose="020B0604020202020204"/>
                        </a:defRPr>
                      </a:lvl1pPr>
                      <a:lvl2pPr marL="457200" algn="l" defTabSz="914400" rtl="0" eaLnBrk="1" latinLnBrk="0" hangingPunct="1">
                        <a:defRPr sz="1800" kern="1200">
                          <a:solidFill>
                            <a:schemeClr val="dk1"/>
                          </a:solidFill>
                          <a:latin typeface="Arial" panose="020B0604020202020204"/>
                        </a:defRPr>
                      </a:lvl2pPr>
                      <a:lvl3pPr marL="914400" algn="l" defTabSz="914400" rtl="0" eaLnBrk="1" latinLnBrk="0" hangingPunct="1">
                        <a:defRPr sz="1800" kern="1200">
                          <a:solidFill>
                            <a:schemeClr val="dk1"/>
                          </a:solidFill>
                          <a:latin typeface="Arial" panose="020B0604020202020204"/>
                        </a:defRPr>
                      </a:lvl3pPr>
                      <a:lvl4pPr marL="1371600" algn="l" defTabSz="914400" rtl="0" eaLnBrk="1" latinLnBrk="0" hangingPunct="1">
                        <a:defRPr sz="1800" kern="1200">
                          <a:solidFill>
                            <a:schemeClr val="dk1"/>
                          </a:solidFill>
                          <a:latin typeface="Arial" panose="020B0604020202020204"/>
                        </a:defRPr>
                      </a:lvl4pPr>
                      <a:lvl5pPr marL="1828800" algn="l" defTabSz="914400" rtl="0" eaLnBrk="1" latinLnBrk="0" hangingPunct="1">
                        <a:defRPr sz="1800" kern="1200">
                          <a:solidFill>
                            <a:schemeClr val="dk1"/>
                          </a:solidFill>
                          <a:latin typeface="Arial" panose="020B0604020202020204"/>
                        </a:defRPr>
                      </a:lvl5pPr>
                      <a:lvl6pPr marL="2286000" algn="l" defTabSz="914400" rtl="0" eaLnBrk="1" latinLnBrk="0" hangingPunct="1">
                        <a:defRPr sz="1800" kern="1200">
                          <a:solidFill>
                            <a:schemeClr val="dk1"/>
                          </a:solidFill>
                          <a:latin typeface="Arial" panose="020B0604020202020204"/>
                        </a:defRPr>
                      </a:lvl6pPr>
                      <a:lvl7pPr marL="2743200" algn="l" defTabSz="914400" rtl="0" eaLnBrk="1" latinLnBrk="0" hangingPunct="1">
                        <a:defRPr sz="1800" kern="1200">
                          <a:solidFill>
                            <a:schemeClr val="dk1"/>
                          </a:solidFill>
                          <a:latin typeface="Arial" panose="020B0604020202020204"/>
                        </a:defRPr>
                      </a:lvl7pPr>
                      <a:lvl8pPr marL="3200400" algn="l" defTabSz="914400" rtl="0" eaLnBrk="1" latinLnBrk="0" hangingPunct="1">
                        <a:defRPr sz="1800" kern="1200">
                          <a:solidFill>
                            <a:schemeClr val="dk1"/>
                          </a:solidFill>
                          <a:latin typeface="Arial" panose="020B0604020202020204"/>
                        </a:defRPr>
                      </a:lvl8pPr>
                      <a:lvl9pPr marL="3657600" algn="l" defTabSz="914400" rtl="0" eaLnBrk="1" latinLnBrk="0" hangingPunct="1">
                        <a:defRPr sz="1800" kern="1200">
                          <a:solidFill>
                            <a:schemeClr val="dk1"/>
                          </a:solidFill>
                          <a:latin typeface="Arial" panose="020B0604020202020204"/>
                        </a:defRPr>
                      </a:lvl9pPr>
                    </a:lstStyle>
                    <a:p>
                      <a:r>
                        <a:rPr lang="en-US" sz="1600"/>
                        <a:t>DR</a:t>
                      </a:r>
                    </a:p>
                  </a:txBody>
                  <a:tcPr>
                    <a:lnL w="12700" cmpd="sng">
                      <a:solidFill>
                        <a:srgbClr val="FFFFFF"/>
                      </a:solidFill>
                    </a:lnL>
                    <a:lnR w="12700" cmpd="sng">
                      <a:solidFill>
                        <a:srgbClr val="FFFFFF"/>
                      </a:solidFill>
                    </a:lnR>
                    <a:lnT w="12700" cmpd="sng">
                      <a:solidFill>
                        <a:srgbClr val="FFFFFF"/>
                      </a:solidFill>
                    </a:lnT>
                    <a:lnB w="12700" cmpd="sng">
                      <a:solidFill>
                        <a:srgbClr val="FFFFFF"/>
                      </a:solidFill>
                    </a:lnB>
                    <a:lnTlToBr w="12700" cmpd="sng">
                      <a:noFill/>
                      <a:prstDash val="solid"/>
                    </a:lnTlToBr>
                    <a:lnBlToTr w="12700" cmpd="sng">
                      <a:noFill/>
                      <a:prstDash val="solid"/>
                    </a:lnBlToTr>
                    <a:solidFill>
                      <a:srgbClr val="88D5B8">
                        <a:tint val="20000"/>
                      </a:srgbClr>
                    </a:solidFill>
                  </a:tcPr>
                </a:tc>
                <a:tc>
                  <a:txBody>
                    <a:bodyPr/>
                    <a:lstStyle>
                      <a:lvl1pPr marL="0" algn="l" defTabSz="914400" rtl="0" eaLnBrk="1" latinLnBrk="0" hangingPunct="1">
                        <a:defRPr sz="1800" kern="1200">
                          <a:solidFill>
                            <a:schemeClr val="dk1"/>
                          </a:solidFill>
                          <a:latin typeface="Arial" panose="020B0604020202020204"/>
                        </a:defRPr>
                      </a:lvl1pPr>
                      <a:lvl2pPr marL="457200" algn="l" defTabSz="914400" rtl="0" eaLnBrk="1" latinLnBrk="0" hangingPunct="1">
                        <a:defRPr sz="1800" kern="1200">
                          <a:solidFill>
                            <a:schemeClr val="dk1"/>
                          </a:solidFill>
                          <a:latin typeface="Arial" panose="020B0604020202020204"/>
                        </a:defRPr>
                      </a:lvl2pPr>
                      <a:lvl3pPr marL="914400" algn="l" defTabSz="914400" rtl="0" eaLnBrk="1" latinLnBrk="0" hangingPunct="1">
                        <a:defRPr sz="1800" kern="1200">
                          <a:solidFill>
                            <a:schemeClr val="dk1"/>
                          </a:solidFill>
                          <a:latin typeface="Arial" panose="020B0604020202020204"/>
                        </a:defRPr>
                      </a:lvl3pPr>
                      <a:lvl4pPr marL="1371600" algn="l" defTabSz="914400" rtl="0" eaLnBrk="1" latinLnBrk="0" hangingPunct="1">
                        <a:defRPr sz="1800" kern="1200">
                          <a:solidFill>
                            <a:schemeClr val="dk1"/>
                          </a:solidFill>
                          <a:latin typeface="Arial" panose="020B0604020202020204"/>
                        </a:defRPr>
                      </a:lvl4pPr>
                      <a:lvl5pPr marL="1828800" algn="l" defTabSz="914400" rtl="0" eaLnBrk="1" latinLnBrk="0" hangingPunct="1">
                        <a:defRPr sz="1800" kern="1200">
                          <a:solidFill>
                            <a:schemeClr val="dk1"/>
                          </a:solidFill>
                          <a:latin typeface="Arial" panose="020B0604020202020204"/>
                        </a:defRPr>
                      </a:lvl5pPr>
                      <a:lvl6pPr marL="2286000" algn="l" defTabSz="914400" rtl="0" eaLnBrk="1" latinLnBrk="0" hangingPunct="1">
                        <a:defRPr sz="1800" kern="1200">
                          <a:solidFill>
                            <a:schemeClr val="dk1"/>
                          </a:solidFill>
                          <a:latin typeface="Arial" panose="020B0604020202020204"/>
                        </a:defRPr>
                      </a:lvl6pPr>
                      <a:lvl7pPr marL="2743200" algn="l" defTabSz="914400" rtl="0" eaLnBrk="1" latinLnBrk="0" hangingPunct="1">
                        <a:defRPr sz="1800" kern="1200">
                          <a:solidFill>
                            <a:schemeClr val="dk1"/>
                          </a:solidFill>
                          <a:latin typeface="Arial" panose="020B0604020202020204"/>
                        </a:defRPr>
                      </a:lvl7pPr>
                      <a:lvl8pPr marL="3200400" algn="l" defTabSz="914400" rtl="0" eaLnBrk="1" latinLnBrk="0" hangingPunct="1">
                        <a:defRPr sz="1800" kern="1200">
                          <a:solidFill>
                            <a:schemeClr val="dk1"/>
                          </a:solidFill>
                          <a:latin typeface="Arial" panose="020B0604020202020204"/>
                        </a:defRPr>
                      </a:lvl8pPr>
                      <a:lvl9pPr marL="3657600" algn="l" defTabSz="914400" rtl="0" eaLnBrk="1" latinLnBrk="0" hangingPunct="1">
                        <a:defRPr sz="1800" kern="1200">
                          <a:solidFill>
                            <a:schemeClr val="dk1"/>
                          </a:solidFill>
                          <a:latin typeface="Arial" panose="020B0604020202020204"/>
                        </a:defRPr>
                      </a:lvl9pPr>
                    </a:lstStyle>
                    <a:p>
                      <a:r>
                        <a:rPr lang="en-US" sz="1600"/>
                        <a:t>IT</a:t>
                      </a:r>
                      <a:r>
                        <a:rPr lang="en-US" sz="1600" baseline="0"/>
                        <a:t> costs</a:t>
                      </a:r>
                      <a:endParaRPr lang="en-US" sz="1600"/>
                    </a:p>
                  </a:txBody>
                  <a:tcPr>
                    <a:lnL w="12700" cmpd="sng">
                      <a:solidFill>
                        <a:srgbClr val="FFFFFF"/>
                      </a:solidFill>
                    </a:lnL>
                    <a:lnR w="12700" cmpd="sng">
                      <a:solidFill>
                        <a:srgbClr val="FFFFFF"/>
                      </a:solidFill>
                    </a:lnR>
                    <a:lnT w="12700" cmpd="sng">
                      <a:solidFill>
                        <a:srgbClr val="FFFFFF"/>
                      </a:solidFill>
                    </a:lnT>
                    <a:lnB w="12700" cmpd="sng">
                      <a:solidFill>
                        <a:srgbClr val="FFFFFF"/>
                      </a:solidFill>
                    </a:lnB>
                    <a:lnTlToBr w="12700" cmpd="sng">
                      <a:noFill/>
                      <a:prstDash val="solid"/>
                    </a:lnTlToBr>
                    <a:lnBlToTr w="12700" cmpd="sng">
                      <a:noFill/>
                      <a:prstDash val="solid"/>
                    </a:lnBlToTr>
                    <a:solidFill>
                      <a:srgbClr val="88D5B8">
                        <a:tint val="20000"/>
                      </a:srgbClr>
                    </a:solidFill>
                  </a:tcPr>
                </a:tc>
                <a:tc>
                  <a:txBody>
                    <a:bodyPr/>
                    <a:lstStyle>
                      <a:lvl1pPr marL="0" algn="l" defTabSz="914400" rtl="0" eaLnBrk="1" latinLnBrk="0" hangingPunct="1">
                        <a:defRPr sz="1800" kern="1200">
                          <a:solidFill>
                            <a:schemeClr val="dk1"/>
                          </a:solidFill>
                          <a:latin typeface="Arial" panose="020B0604020202020204"/>
                        </a:defRPr>
                      </a:lvl1pPr>
                      <a:lvl2pPr marL="457200" algn="l" defTabSz="914400" rtl="0" eaLnBrk="1" latinLnBrk="0" hangingPunct="1">
                        <a:defRPr sz="1800" kern="1200">
                          <a:solidFill>
                            <a:schemeClr val="dk1"/>
                          </a:solidFill>
                          <a:latin typeface="Arial" panose="020B0604020202020204"/>
                        </a:defRPr>
                      </a:lvl2pPr>
                      <a:lvl3pPr marL="914400" algn="l" defTabSz="914400" rtl="0" eaLnBrk="1" latinLnBrk="0" hangingPunct="1">
                        <a:defRPr sz="1800" kern="1200">
                          <a:solidFill>
                            <a:schemeClr val="dk1"/>
                          </a:solidFill>
                          <a:latin typeface="Arial" panose="020B0604020202020204"/>
                        </a:defRPr>
                      </a:lvl3pPr>
                      <a:lvl4pPr marL="1371600" algn="l" defTabSz="914400" rtl="0" eaLnBrk="1" latinLnBrk="0" hangingPunct="1">
                        <a:defRPr sz="1800" kern="1200">
                          <a:solidFill>
                            <a:schemeClr val="dk1"/>
                          </a:solidFill>
                          <a:latin typeface="Arial" panose="020B0604020202020204"/>
                        </a:defRPr>
                      </a:lvl4pPr>
                      <a:lvl5pPr marL="1828800" algn="l" defTabSz="914400" rtl="0" eaLnBrk="1" latinLnBrk="0" hangingPunct="1">
                        <a:defRPr sz="1800" kern="1200">
                          <a:solidFill>
                            <a:schemeClr val="dk1"/>
                          </a:solidFill>
                          <a:latin typeface="Arial" panose="020B0604020202020204"/>
                        </a:defRPr>
                      </a:lvl5pPr>
                      <a:lvl6pPr marL="2286000" algn="l" defTabSz="914400" rtl="0" eaLnBrk="1" latinLnBrk="0" hangingPunct="1">
                        <a:defRPr sz="1800" kern="1200">
                          <a:solidFill>
                            <a:schemeClr val="dk1"/>
                          </a:solidFill>
                          <a:latin typeface="Arial" panose="020B0604020202020204"/>
                        </a:defRPr>
                      </a:lvl6pPr>
                      <a:lvl7pPr marL="2743200" algn="l" defTabSz="914400" rtl="0" eaLnBrk="1" latinLnBrk="0" hangingPunct="1">
                        <a:defRPr sz="1800" kern="1200">
                          <a:solidFill>
                            <a:schemeClr val="dk1"/>
                          </a:solidFill>
                          <a:latin typeface="Arial" panose="020B0604020202020204"/>
                        </a:defRPr>
                      </a:lvl7pPr>
                      <a:lvl8pPr marL="3200400" algn="l" defTabSz="914400" rtl="0" eaLnBrk="1" latinLnBrk="0" hangingPunct="1">
                        <a:defRPr sz="1800" kern="1200">
                          <a:solidFill>
                            <a:schemeClr val="dk1"/>
                          </a:solidFill>
                          <a:latin typeface="Arial" panose="020B0604020202020204"/>
                        </a:defRPr>
                      </a:lvl8pPr>
                      <a:lvl9pPr marL="3657600" algn="l" defTabSz="914400" rtl="0" eaLnBrk="1" latinLnBrk="0" hangingPunct="1">
                        <a:defRPr sz="1800" kern="1200">
                          <a:solidFill>
                            <a:schemeClr val="dk1"/>
                          </a:solidFill>
                          <a:latin typeface="Arial" panose="020B0604020202020204"/>
                        </a:defRPr>
                      </a:lvl9pPr>
                    </a:lstStyle>
                    <a:p>
                      <a:r>
                        <a:rPr lang="en-US" sz="1600"/>
                        <a:t>Cost</a:t>
                      </a:r>
                      <a:r>
                        <a:rPr lang="en-US" sz="1600" baseline="0"/>
                        <a:t> center B</a:t>
                      </a:r>
                      <a:endParaRPr lang="en-US" sz="1600"/>
                    </a:p>
                  </a:txBody>
                  <a:tcPr>
                    <a:lnL w="12700" cmpd="sng">
                      <a:solidFill>
                        <a:srgbClr val="FFFFFF"/>
                      </a:solidFill>
                    </a:lnL>
                    <a:lnR w="12700" cmpd="sng">
                      <a:solidFill>
                        <a:srgbClr val="FFFFFF"/>
                      </a:solidFill>
                    </a:lnR>
                    <a:lnT w="12700" cmpd="sng">
                      <a:solidFill>
                        <a:srgbClr val="FFFFFF"/>
                      </a:solidFill>
                    </a:lnT>
                    <a:lnB w="12700" cmpd="sng">
                      <a:solidFill>
                        <a:srgbClr val="FFFFFF"/>
                      </a:solidFill>
                    </a:lnB>
                    <a:lnTlToBr w="12700" cmpd="sng">
                      <a:noFill/>
                      <a:prstDash val="solid"/>
                    </a:lnTlToBr>
                    <a:lnBlToTr w="12700" cmpd="sng">
                      <a:noFill/>
                      <a:prstDash val="solid"/>
                    </a:lnBlToTr>
                    <a:solidFill>
                      <a:srgbClr val="88D5B8">
                        <a:tint val="20000"/>
                      </a:srgbClr>
                    </a:solidFill>
                  </a:tcPr>
                </a:tc>
                <a:tc>
                  <a:txBody>
                    <a:bodyPr/>
                    <a:lstStyle>
                      <a:lvl1pPr marL="0" algn="l" defTabSz="914400" rtl="0" eaLnBrk="1" latinLnBrk="0" hangingPunct="1">
                        <a:defRPr sz="1800" kern="1200">
                          <a:solidFill>
                            <a:schemeClr val="dk1"/>
                          </a:solidFill>
                          <a:latin typeface="Arial" panose="020B0604020202020204"/>
                        </a:defRPr>
                      </a:lvl1pPr>
                      <a:lvl2pPr marL="457200" algn="l" defTabSz="914400" rtl="0" eaLnBrk="1" latinLnBrk="0" hangingPunct="1">
                        <a:defRPr sz="1800" kern="1200">
                          <a:solidFill>
                            <a:schemeClr val="dk1"/>
                          </a:solidFill>
                          <a:latin typeface="Arial" panose="020B0604020202020204"/>
                        </a:defRPr>
                      </a:lvl2pPr>
                      <a:lvl3pPr marL="914400" algn="l" defTabSz="914400" rtl="0" eaLnBrk="1" latinLnBrk="0" hangingPunct="1">
                        <a:defRPr sz="1800" kern="1200">
                          <a:solidFill>
                            <a:schemeClr val="dk1"/>
                          </a:solidFill>
                          <a:latin typeface="Arial" panose="020B0604020202020204"/>
                        </a:defRPr>
                      </a:lvl3pPr>
                      <a:lvl4pPr marL="1371600" algn="l" defTabSz="914400" rtl="0" eaLnBrk="1" latinLnBrk="0" hangingPunct="1">
                        <a:defRPr sz="1800" kern="1200">
                          <a:solidFill>
                            <a:schemeClr val="dk1"/>
                          </a:solidFill>
                          <a:latin typeface="Arial" panose="020B0604020202020204"/>
                        </a:defRPr>
                      </a:lvl4pPr>
                      <a:lvl5pPr marL="1828800" algn="l" defTabSz="914400" rtl="0" eaLnBrk="1" latinLnBrk="0" hangingPunct="1">
                        <a:defRPr sz="1800" kern="1200">
                          <a:solidFill>
                            <a:schemeClr val="dk1"/>
                          </a:solidFill>
                          <a:latin typeface="Arial" panose="020B0604020202020204"/>
                        </a:defRPr>
                      </a:lvl5pPr>
                      <a:lvl6pPr marL="2286000" algn="l" defTabSz="914400" rtl="0" eaLnBrk="1" latinLnBrk="0" hangingPunct="1">
                        <a:defRPr sz="1800" kern="1200">
                          <a:solidFill>
                            <a:schemeClr val="dk1"/>
                          </a:solidFill>
                          <a:latin typeface="Arial" panose="020B0604020202020204"/>
                        </a:defRPr>
                      </a:lvl6pPr>
                      <a:lvl7pPr marL="2743200" algn="l" defTabSz="914400" rtl="0" eaLnBrk="1" latinLnBrk="0" hangingPunct="1">
                        <a:defRPr sz="1800" kern="1200">
                          <a:solidFill>
                            <a:schemeClr val="dk1"/>
                          </a:solidFill>
                          <a:latin typeface="Arial" panose="020B0604020202020204"/>
                        </a:defRPr>
                      </a:lvl7pPr>
                      <a:lvl8pPr marL="3200400" algn="l" defTabSz="914400" rtl="0" eaLnBrk="1" latinLnBrk="0" hangingPunct="1">
                        <a:defRPr sz="1800" kern="1200">
                          <a:solidFill>
                            <a:schemeClr val="dk1"/>
                          </a:solidFill>
                          <a:latin typeface="Arial" panose="020B0604020202020204"/>
                        </a:defRPr>
                      </a:lvl8pPr>
                      <a:lvl9pPr marL="3657600" algn="l" defTabSz="914400" rtl="0" eaLnBrk="1" latinLnBrk="0" hangingPunct="1">
                        <a:defRPr sz="1800" kern="1200">
                          <a:solidFill>
                            <a:schemeClr val="dk1"/>
                          </a:solidFill>
                          <a:latin typeface="Arial" panose="020B0604020202020204"/>
                        </a:defRPr>
                      </a:lvl9pPr>
                    </a:lstStyle>
                    <a:p>
                      <a:r>
                        <a:rPr lang="en-US" sz="1600"/>
                        <a:t>1000</a:t>
                      </a:r>
                    </a:p>
                  </a:txBody>
                  <a:tcPr>
                    <a:lnL w="12700" cmpd="sng">
                      <a:solidFill>
                        <a:srgbClr val="FFFFFF"/>
                      </a:solidFill>
                    </a:lnL>
                    <a:lnR w="12700" cmpd="sng">
                      <a:solidFill>
                        <a:srgbClr val="FFFFFF"/>
                      </a:solidFill>
                    </a:lnR>
                    <a:lnT w="12700" cmpd="sng">
                      <a:solidFill>
                        <a:srgbClr val="FFFFFF"/>
                      </a:solidFill>
                    </a:lnT>
                    <a:lnB w="12700" cmpd="sng">
                      <a:solidFill>
                        <a:srgbClr val="FFFFFF"/>
                      </a:solidFill>
                    </a:lnB>
                    <a:lnTlToBr w="12700" cmpd="sng">
                      <a:noFill/>
                      <a:prstDash val="solid"/>
                    </a:lnTlToBr>
                    <a:lnBlToTr w="12700" cmpd="sng">
                      <a:noFill/>
                      <a:prstDash val="solid"/>
                    </a:lnBlToTr>
                    <a:solidFill>
                      <a:srgbClr val="88D5B8">
                        <a:tint val="20000"/>
                      </a:srgbClr>
                    </a:solidFill>
                  </a:tcPr>
                </a:tc>
                <a:extLst>
                  <a:ext uri="{0D108BD9-81ED-4DB2-BD59-A6C34878D82A}">
                    <a16:rowId xmlns:a16="http://schemas.microsoft.com/office/drawing/2014/main" val="2695043547"/>
                  </a:ext>
                </a:extLst>
              </a:tr>
              <a:tr h="445550">
                <a:tc>
                  <a:txBody>
                    <a:bodyPr/>
                    <a:lstStyle>
                      <a:lvl1pPr marL="0" algn="l" defTabSz="914126" rtl="0" eaLnBrk="1" latinLnBrk="0" hangingPunct="1">
                        <a:defRPr sz="1799" kern="1200">
                          <a:solidFill>
                            <a:schemeClr val="dk1"/>
                          </a:solidFill>
                          <a:latin typeface="Arial"/>
                        </a:defRPr>
                      </a:lvl1pPr>
                      <a:lvl2pPr marL="457063" algn="l" defTabSz="914126" rtl="0" eaLnBrk="1" latinLnBrk="0" hangingPunct="1">
                        <a:defRPr sz="1799" kern="1200">
                          <a:solidFill>
                            <a:schemeClr val="dk1"/>
                          </a:solidFill>
                          <a:latin typeface="Arial"/>
                        </a:defRPr>
                      </a:lvl2pPr>
                      <a:lvl3pPr marL="914126" algn="l" defTabSz="914126" rtl="0" eaLnBrk="1" latinLnBrk="0" hangingPunct="1">
                        <a:defRPr sz="1799" kern="1200">
                          <a:solidFill>
                            <a:schemeClr val="dk1"/>
                          </a:solidFill>
                          <a:latin typeface="Arial"/>
                        </a:defRPr>
                      </a:lvl3pPr>
                      <a:lvl4pPr marL="1371189" algn="l" defTabSz="914126" rtl="0" eaLnBrk="1" latinLnBrk="0" hangingPunct="1">
                        <a:defRPr sz="1799" kern="1200">
                          <a:solidFill>
                            <a:schemeClr val="dk1"/>
                          </a:solidFill>
                          <a:latin typeface="Arial"/>
                        </a:defRPr>
                      </a:lvl4pPr>
                      <a:lvl5pPr marL="1828251" algn="l" defTabSz="914126" rtl="0" eaLnBrk="1" latinLnBrk="0" hangingPunct="1">
                        <a:defRPr sz="1799" kern="1200">
                          <a:solidFill>
                            <a:schemeClr val="dk1"/>
                          </a:solidFill>
                          <a:latin typeface="Arial"/>
                        </a:defRPr>
                      </a:lvl5pPr>
                      <a:lvl6pPr marL="2285314" algn="l" defTabSz="914126" rtl="0" eaLnBrk="1" latinLnBrk="0" hangingPunct="1">
                        <a:defRPr sz="1799" kern="1200">
                          <a:solidFill>
                            <a:schemeClr val="dk1"/>
                          </a:solidFill>
                          <a:latin typeface="Arial"/>
                        </a:defRPr>
                      </a:lvl6pPr>
                      <a:lvl7pPr marL="2742377" algn="l" defTabSz="914126" rtl="0" eaLnBrk="1" latinLnBrk="0" hangingPunct="1">
                        <a:defRPr sz="1799" kern="1200">
                          <a:solidFill>
                            <a:schemeClr val="dk1"/>
                          </a:solidFill>
                          <a:latin typeface="Arial"/>
                        </a:defRPr>
                      </a:lvl7pPr>
                      <a:lvl8pPr marL="3199440" algn="l" defTabSz="914126" rtl="0" eaLnBrk="1" latinLnBrk="0" hangingPunct="1">
                        <a:defRPr sz="1799" kern="1200">
                          <a:solidFill>
                            <a:schemeClr val="dk1"/>
                          </a:solidFill>
                          <a:latin typeface="Arial"/>
                        </a:defRPr>
                      </a:lvl8pPr>
                      <a:lvl9pPr marL="3656503" algn="l" defTabSz="914126" rtl="0" eaLnBrk="1" latinLnBrk="0" hangingPunct="1">
                        <a:defRPr sz="1799" kern="1200">
                          <a:solidFill>
                            <a:schemeClr val="dk1"/>
                          </a:solidFill>
                          <a:latin typeface="Arial"/>
                        </a:defRPr>
                      </a:lvl9pPr>
                    </a:lstStyle>
                    <a:p>
                      <a:r>
                        <a:rPr lang="en-US" sz="1600"/>
                        <a:t>DR</a:t>
                      </a:r>
                    </a:p>
                  </a:txBody>
                  <a:tcPr>
                    <a:lnL w="12700" cmpd="sng">
                      <a:solidFill>
                        <a:srgbClr val="FFFFFF"/>
                      </a:solidFill>
                    </a:lnL>
                    <a:lnR w="12700" cmpd="sng">
                      <a:solidFill>
                        <a:srgbClr val="FFFFFF"/>
                      </a:solidFill>
                    </a:lnR>
                    <a:lnT w="12700" cmpd="sng">
                      <a:solidFill>
                        <a:srgbClr val="FFFFFF"/>
                      </a:solidFill>
                    </a:lnT>
                    <a:lnB w="12700" cmpd="sng">
                      <a:solidFill>
                        <a:srgbClr val="FFFFFF"/>
                      </a:solidFill>
                    </a:lnB>
                    <a:lnTlToBr w="12700" cmpd="sng">
                      <a:noFill/>
                      <a:prstDash val="solid"/>
                    </a:lnTlToBr>
                    <a:lnBlToTr w="12700" cmpd="sng">
                      <a:noFill/>
                      <a:prstDash val="solid"/>
                    </a:lnBlToTr>
                    <a:solidFill>
                      <a:srgbClr val="88D5B8">
                        <a:tint val="40000"/>
                      </a:srgbClr>
                    </a:solidFill>
                  </a:tcPr>
                </a:tc>
                <a:tc>
                  <a:txBody>
                    <a:bodyPr/>
                    <a:lstStyle>
                      <a:lvl1pPr marL="0" algn="l" defTabSz="914126" rtl="0" eaLnBrk="1" latinLnBrk="0" hangingPunct="1">
                        <a:defRPr sz="1799" kern="1200">
                          <a:solidFill>
                            <a:schemeClr val="dk1"/>
                          </a:solidFill>
                          <a:latin typeface="Arial"/>
                        </a:defRPr>
                      </a:lvl1pPr>
                      <a:lvl2pPr marL="457063" algn="l" defTabSz="914126" rtl="0" eaLnBrk="1" latinLnBrk="0" hangingPunct="1">
                        <a:defRPr sz="1799" kern="1200">
                          <a:solidFill>
                            <a:schemeClr val="dk1"/>
                          </a:solidFill>
                          <a:latin typeface="Arial"/>
                        </a:defRPr>
                      </a:lvl2pPr>
                      <a:lvl3pPr marL="914126" algn="l" defTabSz="914126" rtl="0" eaLnBrk="1" latinLnBrk="0" hangingPunct="1">
                        <a:defRPr sz="1799" kern="1200">
                          <a:solidFill>
                            <a:schemeClr val="dk1"/>
                          </a:solidFill>
                          <a:latin typeface="Arial"/>
                        </a:defRPr>
                      </a:lvl3pPr>
                      <a:lvl4pPr marL="1371189" algn="l" defTabSz="914126" rtl="0" eaLnBrk="1" latinLnBrk="0" hangingPunct="1">
                        <a:defRPr sz="1799" kern="1200">
                          <a:solidFill>
                            <a:schemeClr val="dk1"/>
                          </a:solidFill>
                          <a:latin typeface="Arial"/>
                        </a:defRPr>
                      </a:lvl4pPr>
                      <a:lvl5pPr marL="1828251" algn="l" defTabSz="914126" rtl="0" eaLnBrk="1" latinLnBrk="0" hangingPunct="1">
                        <a:defRPr sz="1799" kern="1200">
                          <a:solidFill>
                            <a:schemeClr val="dk1"/>
                          </a:solidFill>
                          <a:latin typeface="Arial"/>
                        </a:defRPr>
                      </a:lvl5pPr>
                      <a:lvl6pPr marL="2285314" algn="l" defTabSz="914126" rtl="0" eaLnBrk="1" latinLnBrk="0" hangingPunct="1">
                        <a:defRPr sz="1799" kern="1200">
                          <a:solidFill>
                            <a:schemeClr val="dk1"/>
                          </a:solidFill>
                          <a:latin typeface="Arial"/>
                        </a:defRPr>
                      </a:lvl6pPr>
                      <a:lvl7pPr marL="2742377" algn="l" defTabSz="914126" rtl="0" eaLnBrk="1" latinLnBrk="0" hangingPunct="1">
                        <a:defRPr sz="1799" kern="1200">
                          <a:solidFill>
                            <a:schemeClr val="dk1"/>
                          </a:solidFill>
                          <a:latin typeface="Arial"/>
                        </a:defRPr>
                      </a:lvl7pPr>
                      <a:lvl8pPr marL="3199440" algn="l" defTabSz="914126" rtl="0" eaLnBrk="1" latinLnBrk="0" hangingPunct="1">
                        <a:defRPr sz="1799" kern="1200">
                          <a:solidFill>
                            <a:schemeClr val="dk1"/>
                          </a:solidFill>
                          <a:latin typeface="Arial"/>
                        </a:defRPr>
                      </a:lvl8pPr>
                      <a:lvl9pPr marL="3656503" algn="l" defTabSz="914126" rtl="0" eaLnBrk="1" latinLnBrk="0" hangingPunct="1">
                        <a:defRPr sz="1799" kern="1200">
                          <a:solidFill>
                            <a:schemeClr val="dk1"/>
                          </a:solidFill>
                          <a:latin typeface="Arial"/>
                        </a:defRPr>
                      </a:lvl9pPr>
                    </a:lstStyle>
                    <a:p>
                      <a:r>
                        <a:rPr lang="en-US" sz="1600"/>
                        <a:t>IT costs</a:t>
                      </a:r>
                    </a:p>
                  </a:txBody>
                  <a:tcPr>
                    <a:lnL w="12700" cmpd="sng">
                      <a:solidFill>
                        <a:srgbClr val="FFFFFF"/>
                      </a:solidFill>
                    </a:lnL>
                    <a:lnR w="12700" cmpd="sng">
                      <a:solidFill>
                        <a:srgbClr val="FFFFFF"/>
                      </a:solidFill>
                    </a:lnR>
                    <a:lnT w="12700" cmpd="sng">
                      <a:solidFill>
                        <a:srgbClr val="FFFFFF"/>
                      </a:solidFill>
                    </a:lnT>
                    <a:lnB w="12700" cmpd="sng">
                      <a:solidFill>
                        <a:srgbClr val="FFFFFF"/>
                      </a:solidFill>
                    </a:lnB>
                    <a:lnTlToBr w="12700" cmpd="sng">
                      <a:noFill/>
                      <a:prstDash val="solid"/>
                    </a:lnTlToBr>
                    <a:lnBlToTr w="12700" cmpd="sng">
                      <a:noFill/>
                      <a:prstDash val="solid"/>
                    </a:lnBlToTr>
                    <a:solidFill>
                      <a:srgbClr val="88D5B8">
                        <a:tint val="40000"/>
                      </a:srgbClr>
                    </a:solidFill>
                  </a:tcPr>
                </a:tc>
                <a:tc>
                  <a:txBody>
                    <a:bodyPr/>
                    <a:lstStyle>
                      <a:lvl1pPr marL="0" algn="l" defTabSz="914126" rtl="0" eaLnBrk="1" latinLnBrk="0" hangingPunct="1">
                        <a:defRPr sz="1799" kern="1200">
                          <a:solidFill>
                            <a:schemeClr val="dk1"/>
                          </a:solidFill>
                          <a:latin typeface="Arial"/>
                        </a:defRPr>
                      </a:lvl1pPr>
                      <a:lvl2pPr marL="457063" algn="l" defTabSz="914126" rtl="0" eaLnBrk="1" latinLnBrk="0" hangingPunct="1">
                        <a:defRPr sz="1799" kern="1200">
                          <a:solidFill>
                            <a:schemeClr val="dk1"/>
                          </a:solidFill>
                          <a:latin typeface="Arial"/>
                        </a:defRPr>
                      </a:lvl2pPr>
                      <a:lvl3pPr marL="914126" algn="l" defTabSz="914126" rtl="0" eaLnBrk="1" latinLnBrk="0" hangingPunct="1">
                        <a:defRPr sz="1799" kern="1200">
                          <a:solidFill>
                            <a:schemeClr val="dk1"/>
                          </a:solidFill>
                          <a:latin typeface="Arial"/>
                        </a:defRPr>
                      </a:lvl3pPr>
                      <a:lvl4pPr marL="1371189" algn="l" defTabSz="914126" rtl="0" eaLnBrk="1" latinLnBrk="0" hangingPunct="1">
                        <a:defRPr sz="1799" kern="1200">
                          <a:solidFill>
                            <a:schemeClr val="dk1"/>
                          </a:solidFill>
                          <a:latin typeface="Arial"/>
                        </a:defRPr>
                      </a:lvl4pPr>
                      <a:lvl5pPr marL="1828251" algn="l" defTabSz="914126" rtl="0" eaLnBrk="1" latinLnBrk="0" hangingPunct="1">
                        <a:defRPr sz="1799" kern="1200">
                          <a:solidFill>
                            <a:schemeClr val="dk1"/>
                          </a:solidFill>
                          <a:latin typeface="Arial"/>
                        </a:defRPr>
                      </a:lvl5pPr>
                      <a:lvl6pPr marL="2285314" algn="l" defTabSz="914126" rtl="0" eaLnBrk="1" latinLnBrk="0" hangingPunct="1">
                        <a:defRPr sz="1799" kern="1200">
                          <a:solidFill>
                            <a:schemeClr val="dk1"/>
                          </a:solidFill>
                          <a:latin typeface="Arial"/>
                        </a:defRPr>
                      </a:lvl6pPr>
                      <a:lvl7pPr marL="2742377" algn="l" defTabSz="914126" rtl="0" eaLnBrk="1" latinLnBrk="0" hangingPunct="1">
                        <a:defRPr sz="1799" kern="1200">
                          <a:solidFill>
                            <a:schemeClr val="dk1"/>
                          </a:solidFill>
                          <a:latin typeface="Arial"/>
                        </a:defRPr>
                      </a:lvl7pPr>
                      <a:lvl8pPr marL="3199440" algn="l" defTabSz="914126" rtl="0" eaLnBrk="1" latinLnBrk="0" hangingPunct="1">
                        <a:defRPr sz="1799" kern="1200">
                          <a:solidFill>
                            <a:schemeClr val="dk1"/>
                          </a:solidFill>
                          <a:latin typeface="Arial"/>
                        </a:defRPr>
                      </a:lvl8pPr>
                      <a:lvl9pPr marL="3656503" algn="l" defTabSz="914126" rtl="0" eaLnBrk="1" latinLnBrk="0" hangingPunct="1">
                        <a:defRPr sz="1799" kern="1200">
                          <a:solidFill>
                            <a:schemeClr val="dk1"/>
                          </a:solidFill>
                          <a:latin typeface="Arial"/>
                        </a:defRPr>
                      </a:lvl9pPr>
                    </a:lstStyle>
                    <a:p>
                      <a:r>
                        <a:rPr lang="en-US" sz="1600"/>
                        <a:t>Cost center C</a:t>
                      </a:r>
                    </a:p>
                  </a:txBody>
                  <a:tcPr>
                    <a:lnL w="12700" cmpd="sng">
                      <a:solidFill>
                        <a:srgbClr val="FFFFFF"/>
                      </a:solidFill>
                    </a:lnL>
                    <a:lnR w="12700" cmpd="sng">
                      <a:solidFill>
                        <a:srgbClr val="FFFFFF"/>
                      </a:solidFill>
                    </a:lnR>
                    <a:lnT w="12700" cmpd="sng">
                      <a:solidFill>
                        <a:srgbClr val="FFFFFF"/>
                      </a:solidFill>
                    </a:lnT>
                    <a:lnB w="12700" cmpd="sng">
                      <a:solidFill>
                        <a:srgbClr val="FFFFFF"/>
                      </a:solidFill>
                    </a:lnB>
                    <a:lnTlToBr w="12700" cmpd="sng">
                      <a:noFill/>
                      <a:prstDash val="solid"/>
                    </a:lnTlToBr>
                    <a:lnBlToTr w="12700" cmpd="sng">
                      <a:noFill/>
                      <a:prstDash val="solid"/>
                    </a:lnBlToTr>
                    <a:solidFill>
                      <a:srgbClr val="88D5B8">
                        <a:tint val="40000"/>
                      </a:srgbClr>
                    </a:solidFill>
                  </a:tcPr>
                </a:tc>
                <a:tc>
                  <a:txBody>
                    <a:bodyPr/>
                    <a:lstStyle>
                      <a:lvl1pPr marL="0" algn="l" defTabSz="914126" rtl="0" eaLnBrk="1" latinLnBrk="0" hangingPunct="1">
                        <a:defRPr sz="1799" kern="1200">
                          <a:solidFill>
                            <a:schemeClr val="dk1"/>
                          </a:solidFill>
                          <a:latin typeface="Arial"/>
                        </a:defRPr>
                      </a:lvl1pPr>
                      <a:lvl2pPr marL="457063" algn="l" defTabSz="914126" rtl="0" eaLnBrk="1" latinLnBrk="0" hangingPunct="1">
                        <a:defRPr sz="1799" kern="1200">
                          <a:solidFill>
                            <a:schemeClr val="dk1"/>
                          </a:solidFill>
                          <a:latin typeface="Arial"/>
                        </a:defRPr>
                      </a:lvl2pPr>
                      <a:lvl3pPr marL="914126" algn="l" defTabSz="914126" rtl="0" eaLnBrk="1" latinLnBrk="0" hangingPunct="1">
                        <a:defRPr sz="1799" kern="1200">
                          <a:solidFill>
                            <a:schemeClr val="dk1"/>
                          </a:solidFill>
                          <a:latin typeface="Arial"/>
                        </a:defRPr>
                      </a:lvl3pPr>
                      <a:lvl4pPr marL="1371189" algn="l" defTabSz="914126" rtl="0" eaLnBrk="1" latinLnBrk="0" hangingPunct="1">
                        <a:defRPr sz="1799" kern="1200">
                          <a:solidFill>
                            <a:schemeClr val="dk1"/>
                          </a:solidFill>
                          <a:latin typeface="Arial"/>
                        </a:defRPr>
                      </a:lvl4pPr>
                      <a:lvl5pPr marL="1828251" algn="l" defTabSz="914126" rtl="0" eaLnBrk="1" latinLnBrk="0" hangingPunct="1">
                        <a:defRPr sz="1799" kern="1200">
                          <a:solidFill>
                            <a:schemeClr val="dk1"/>
                          </a:solidFill>
                          <a:latin typeface="Arial"/>
                        </a:defRPr>
                      </a:lvl5pPr>
                      <a:lvl6pPr marL="2285314" algn="l" defTabSz="914126" rtl="0" eaLnBrk="1" latinLnBrk="0" hangingPunct="1">
                        <a:defRPr sz="1799" kern="1200">
                          <a:solidFill>
                            <a:schemeClr val="dk1"/>
                          </a:solidFill>
                          <a:latin typeface="Arial"/>
                        </a:defRPr>
                      </a:lvl6pPr>
                      <a:lvl7pPr marL="2742377" algn="l" defTabSz="914126" rtl="0" eaLnBrk="1" latinLnBrk="0" hangingPunct="1">
                        <a:defRPr sz="1799" kern="1200">
                          <a:solidFill>
                            <a:schemeClr val="dk1"/>
                          </a:solidFill>
                          <a:latin typeface="Arial"/>
                        </a:defRPr>
                      </a:lvl7pPr>
                      <a:lvl8pPr marL="3199440" algn="l" defTabSz="914126" rtl="0" eaLnBrk="1" latinLnBrk="0" hangingPunct="1">
                        <a:defRPr sz="1799" kern="1200">
                          <a:solidFill>
                            <a:schemeClr val="dk1"/>
                          </a:solidFill>
                          <a:latin typeface="Arial"/>
                        </a:defRPr>
                      </a:lvl8pPr>
                      <a:lvl9pPr marL="3656503" algn="l" defTabSz="914126" rtl="0" eaLnBrk="1" latinLnBrk="0" hangingPunct="1">
                        <a:defRPr sz="1799" kern="1200">
                          <a:solidFill>
                            <a:schemeClr val="dk1"/>
                          </a:solidFill>
                          <a:latin typeface="Arial"/>
                        </a:defRPr>
                      </a:lvl9pPr>
                    </a:lstStyle>
                    <a:p>
                      <a:r>
                        <a:rPr lang="en-US" sz="1600"/>
                        <a:t>3000</a:t>
                      </a:r>
                    </a:p>
                  </a:txBody>
                  <a:tcPr>
                    <a:lnL w="12700" cmpd="sng">
                      <a:solidFill>
                        <a:srgbClr val="FFFFFF"/>
                      </a:solidFill>
                    </a:lnL>
                    <a:lnR w="12700" cmpd="sng">
                      <a:solidFill>
                        <a:srgbClr val="FFFFFF"/>
                      </a:solidFill>
                    </a:lnR>
                    <a:lnT w="12700" cmpd="sng">
                      <a:solidFill>
                        <a:srgbClr val="FFFFFF"/>
                      </a:solidFill>
                    </a:lnT>
                    <a:lnB w="12700" cmpd="sng">
                      <a:solidFill>
                        <a:srgbClr val="FFFFFF"/>
                      </a:solidFill>
                    </a:lnB>
                    <a:lnTlToBr w="12700" cmpd="sng">
                      <a:noFill/>
                      <a:prstDash val="solid"/>
                    </a:lnTlToBr>
                    <a:lnBlToTr w="12700" cmpd="sng">
                      <a:noFill/>
                      <a:prstDash val="solid"/>
                    </a:lnBlToTr>
                    <a:solidFill>
                      <a:srgbClr val="88D5B8">
                        <a:tint val="40000"/>
                      </a:srgbClr>
                    </a:solidFill>
                  </a:tcPr>
                </a:tc>
                <a:extLst>
                  <a:ext uri="{0D108BD9-81ED-4DB2-BD59-A6C34878D82A}">
                    <a16:rowId xmlns:a16="http://schemas.microsoft.com/office/drawing/2014/main" val="743630420"/>
                  </a:ext>
                </a:extLst>
              </a:tr>
            </a:tbl>
          </a:graphicData>
        </a:graphic>
      </p:graphicFrame>
      <p:sp>
        <p:nvSpPr>
          <p:cNvPr id="18" name="Rectangular Callout 34">
            <a:extLst>
              <a:ext uri="{FF2B5EF4-FFF2-40B4-BE49-F238E27FC236}">
                <a16:creationId xmlns:a16="http://schemas.microsoft.com/office/drawing/2014/main" id="{3499A77C-FD4C-4EB5-B2FC-C59236922739}"/>
              </a:ext>
            </a:extLst>
          </p:cNvPr>
          <p:cNvSpPr/>
          <p:nvPr/>
        </p:nvSpPr>
        <p:spPr bwMode="auto">
          <a:xfrm>
            <a:off x="7014964" y="1375268"/>
            <a:ext cx="1972069" cy="1325563"/>
          </a:xfrm>
          <a:prstGeom prst="wedgeRectCallout">
            <a:avLst>
              <a:gd name="adj1" fmla="val -75633"/>
              <a:gd name="adj2" fmla="val 30949"/>
            </a:avLst>
          </a:prstGeom>
          <a:solidFill>
            <a:srgbClr val="FFFFFF">
              <a:lumMod val="95000"/>
            </a:srgbClr>
          </a:solidFill>
          <a:ln w="12700" cap="flat" cmpd="sng" algn="ctr">
            <a:solidFill>
              <a:srgbClr val="88D5B8">
                <a:shade val="50000"/>
              </a:srgbClr>
            </a:solidFill>
            <a:prstDash val="solid"/>
            <a:miter lim="800000"/>
          </a:ln>
          <a:effectLst/>
        </p:spPr>
        <p:txBody>
          <a:bodyPr vert="horz" wrap="square" lIns="0" tIns="0" rIns="0" bIns="0" numCol="1" rtlCol="0" anchor="ctr" anchorCtr="1" compatLnSpc="1">
            <a:prstTxWarp prst="textNoShape">
              <a:avLst/>
            </a:prstTxWarp>
          </a:bodyPr>
          <a:lstStyle/>
          <a:p>
            <a:pPr marL="0" marR="0" lvl="0" indent="0" algn="l" defTabSz="914400" rtl="0" eaLnBrk="1" fontAlgn="base" latinLnBrk="0" hangingPunct="1">
              <a:lnSpc>
                <a:spcPct val="100000"/>
              </a:lnSpc>
              <a:spcBef>
                <a:spcPct val="20000"/>
              </a:spcBef>
              <a:spcAft>
                <a:spcPct val="0"/>
              </a:spcAft>
              <a:buClrTx/>
              <a:buSzTx/>
              <a:buFontTx/>
              <a:buNone/>
              <a:tabLst/>
              <a:defRPr/>
            </a:pPr>
            <a:r>
              <a:rPr kumimoji="0" lang="en-US" sz="1600" b="0" i="0" u="none" strike="noStrike" kern="0" cap="none" spc="0" normalizeH="0" baseline="0" noProof="0">
                <a:ln>
                  <a:noFill/>
                </a:ln>
                <a:solidFill>
                  <a:srgbClr val="39454B"/>
                </a:solidFill>
                <a:effectLst/>
                <a:uLnTx/>
                <a:uFillTx/>
                <a:latin typeface="Arial" panose="020B0604020202020204"/>
                <a:ea typeface="ＭＳ Ｐゴシック" charset="0"/>
                <a:cs typeface="+mn-cs"/>
              </a:rPr>
              <a:t>The SKF is linked to a distribution cycle which allocates IT costs to cost centers B and C</a:t>
            </a:r>
          </a:p>
        </p:txBody>
      </p:sp>
    </p:spTree>
    <p:extLst>
      <p:ext uri="{BB962C8B-B14F-4D97-AF65-F5344CB8AC3E}">
        <p14:creationId xmlns:p14="http://schemas.microsoft.com/office/powerpoint/2010/main" val="823509176"/>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42" presetClass="entr" presetSubtype="0" fill="hold" grpId="0" nodeType="clickEffect">
                                  <p:stCondLst>
                                    <p:cond delay="0"/>
                                  </p:stCondLst>
                                  <p:childTnLst>
                                    <p:set>
                                      <p:cBhvr>
                                        <p:cTn id="6" dur="1" fill="hold">
                                          <p:stCondLst>
                                            <p:cond delay="0"/>
                                          </p:stCondLst>
                                        </p:cTn>
                                        <p:tgtEl>
                                          <p:spTgt spid="10"/>
                                        </p:tgtEl>
                                        <p:attrNameLst>
                                          <p:attrName>style.visibility</p:attrName>
                                        </p:attrNameLst>
                                      </p:cBhvr>
                                      <p:to>
                                        <p:strVal val="visible"/>
                                      </p:to>
                                    </p:set>
                                    <p:animEffect transition="in" filter="fade">
                                      <p:cBhvr>
                                        <p:cTn id="7" dur="1000"/>
                                        <p:tgtEl>
                                          <p:spTgt spid="10"/>
                                        </p:tgtEl>
                                      </p:cBhvr>
                                    </p:animEffect>
                                    <p:anim calcmode="lin" valueType="num">
                                      <p:cBhvr>
                                        <p:cTn id="8" dur="1000" fill="hold"/>
                                        <p:tgtEl>
                                          <p:spTgt spid="10"/>
                                        </p:tgtEl>
                                        <p:attrNameLst>
                                          <p:attrName>ppt_x</p:attrName>
                                        </p:attrNameLst>
                                      </p:cBhvr>
                                      <p:tavLst>
                                        <p:tav tm="0">
                                          <p:val>
                                            <p:strVal val="#ppt_x"/>
                                          </p:val>
                                        </p:tav>
                                        <p:tav tm="100000">
                                          <p:val>
                                            <p:strVal val="#ppt_x"/>
                                          </p:val>
                                        </p:tav>
                                      </p:tavLst>
                                    </p:anim>
                                    <p:anim calcmode="lin" valueType="num">
                                      <p:cBhvr>
                                        <p:cTn id="9" dur="1000" fill="hold"/>
                                        <p:tgtEl>
                                          <p:spTgt spid="10"/>
                                        </p:tgtEl>
                                        <p:attrNameLst>
                                          <p:attrName>ppt_y</p:attrName>
                                        </p:attrNameLst>
                                      </p:cBhvr>
                                      <p:tavLst>
                                        <p:tav tm="0">
                                          <p:val>
                                            <p:strVal val="#ppt_y+.1"/>
                                          </p:val>
                                        </p:tav>
                                        <p:tav tm="100000">
                                          <p:val>
                                            <p:strVal val="#ppt_y"/>
                                          </p:val>
                                        </p:tav>
                                      </p:tavLst>
                                    </p:anim>
                                  </p:childTnLst>
                                </p:cTn>
                              </p:par>
                              <p:par>
                                <p:cTn id="10" presetID="42" presetClass="entr" presetSubtype="0" fill="hold" grpId="0" nodeType="withEffect">
                                  <p:stCondLst>
                                    <p:cond delay="0"/>
                                  </p:stCondLst>
                                  <p:childTnLst>
                                    <p:set>
                                      <p:cBhvr>
                                        <p:cTn id="11" dur="1" fill="hold">
                                          <p:stCondLst>
                                            <p:cond delay="0"/>
                                          </p:stCondLst>
                                        </p:cTn>
                                        <p:tgtEl>
                                          <p:spTgt spid="11"/>
                                        </p:tgtEl>
                                        <p:attrNameLst>
                                          <p:attrName>style.visibility</p:attrName>
                                        </p:attrNameLst>
                                      </p:cBhvr>
                                      <p:to>
                                        <p:strVal val="visible"/>
                                      </p:to>
                                    </p:set>
                                    <p:animEffect transition="in" filter="fade">
                                      <p:cBhvr>
                                        <p:cTn id="12" dur="1000"/>
                                        <p:tgtEl>
                                          <p:spTgt spid="11"/>
                                        </p:tgtEl>
                                      </p:cBhvr>
                                    </p:animEffect>
                                    <p:anim calcmode="lin" valueType="num">
                                      <p:cBhvr>
                                        <p:cTn id="13" dur="1000" fill="hold"/>
                                        <p:tgtEl>
                                          <p:spTgt spid="11"/>
                                        </p:tgtEl>
                                        <p:attrNameLst>
                                          <p:attrName>ppt_x</p:attrName>
                                        </p:attrNameLst>
                                      </p:cBhvr>
                                      <p:tavLst>
                                        <p:tav tm="0">
                                          <p:val>
                                            <p:strVal val="#ppt_x"/>
                                          </p:val>
                                        </p:tav>
                                        <p:tav tm="100000">
                                          <p:val>
                                            <p:strVal val="#ppt_x"/>
                                          </p:val>
                                        </p:tav>
                                      </p:tavLst>
                                    </p:anim>
                                    <p:anim calcmode="lin" valueType="num">
                                      <p:cBhvr>
                                        <p:cTn id="14" dur="1000" fill="hold"/>
                                        <p:tgtEl>
                                          <p:spTgt spid="11"/>
                                        </p:tgtEl>
                                        <p:attrNameLst>
                                          <p:attrName>ppt_y</p:attrName>
                                        </p:attrNameLst>
                                      </p:cBhvr>
                                      <p:tavLst>
                                        <p:tav tm="0">
                                          <p:val>
                                            <p:strVal val="#ppt_y+.1"/>
                                          </p:val>
                                        </p:tav>
                                        <p:tav tm="100000">
                                          <p:val>
                                            <p:strVal val="#ppt_y"/>
                                          </p:val>
                                        </p:tav>
                                      </p:tavLst>
                                    </p:anim>
                                  </p:childTnLst>
                                </p:cTn>
                              </p:par>
                              <p:par>
                                <p:cTn id="15" presetID="42" presetClass="entr" presetSubtype="0" fill="hold" grpId="0" nodeType="withEffect">
                                  <p:stCondLst>
                                    <p:cond delay="0"/>
                                  </p:stCondLst>
                                  <p:childTnLst>
                                    <p:set>
                                      <p:cBhvr>
                                        <p:cTn id="16" dur="1" fill="hold">
                                          <p:stCondLst>
                                            <p:cond delay="0"/>
                                          </p:stCondLst>
                                        </p:cTn>
                                        <p:tgtEl>
                                          <p:spTgt spid="12"/>
                                        </p:tgtEl>
                                        <p:attrNameLst>
                                          <p:attrName>style.visibility</p:attrName>
                                        </p:attrNameLst>
                                      </p:cBhvr>
                                      <p:to>
                                        <p:strVal val="visible"/>
                                      </p:to>
                                    </p:set>
                                    <p:animEffect transition="in" filter="fade">
                                      <p:cBhvr>
                                        <p:cTn id="17" dur="1000"/>
                                        <p:tgtEl>
                                          <p:spTgt spid="12"/>
                                        </p:tgtEl>
                                      </p:cBhvr>
                                    </p:animEffect>
                                    <p:anim calcmode="lin" valueType="num">
                                      <p:cBhvr>
                                        <p:cTn id="18" dur="1000" fill="hold"/>
                                        <p:tgtEl>
                                          <p:spTgt spid="12"/>
                                        </p:tgtEl>
                                        <p:attrNameLst>
                                          <p:attrName>ppt_x</p:attrName>
                                        </p:attrNameLst>
                                      </p:cBhvr>
                                      <p:tavLst>
                                        <p:tav tm="0">
                                          <p:val>
                                            <p:strVal val="#ppt_x"/>
                                          </p:val>
                                        </p:tav>
                                        <p:tav tm="100000">
                                          <p:val>
                                            <p:strVal val="#ppt_x"/>
                                          </p:val>
                                        </p:tav>
                                      </p:tavLst>
                                    </p:anim>
                                    <p:anim calcmode="lin" valueType="num">
                                      <p:cBhvr>
                                        <p:cTn id="19" dur="1000" fill="hold"/>
                                        <p:tgtEl>
                                          <p:spTgt spid="12"/>
                                        </p:tgtEl>
                                        <p:attrNameLst>
                                          <p:attrName>ppt_y</p:attrName>
                                        </p:attrNameLst>
                                      </p:cBhvr>
                                      <p:tavLst>
                                        <p:tav tm="0">
                                          <p:val>
                                            <p:strVal val="#ppt_y+.1"/>
                                          </p:val>
                                        </p:tav>
                                        <p:tav tm="100000">
                                          <p:val>
                                            <p:strVal val="#ppt_y"/>
                                          </p:val>
                                        </p:tav>
                                      </p:tavLst>
                                    </p:anim>
                                  </p:childTnLst>
                                </p:cTn>
                              </p:par>
                              <p:par>
                                <p:cTn id="20" presetID="42" presetClass="entr" presetSubtype="0" fill="hold" nodeType="withEffect">
                                  <p:stCondLst>
                                    <p:cond delay="0"/>
                                  </p:stCondLst>
                                  <p:childTnLst>
                                    <p:set>
                                      <p:cBhvr>
                                        <p:cTn id="21" dur="1" fill="hold">
                                          <p:stCondLst>
                                            <p:cond delay="0"/>
                                          </p:stCondLst>
                                        </p:cTn>
                                        <p:tgtEl>
                                          <p:spTgt spid="13"/>
                                        </p:tgtEl>
                                        <p:attrNameLst>
                                          <p:attrName>style.visibility</p:attrName>
                                        </p:attrNameLst>
                                      </p:cBhvr>
                                      <p:to>
                                        <p:strVal val="visible"/>
                                      </p:to>
                                    </p:set>
                                    <p:animEffect transition="in" filter="fade">
                                      <p:cBhvr>
                                        <p:cTn id="22" dur="1000"/>
                                        <p:tgtEl>
                                          <p:spTgt spid="13"/>
                                        </p:tgtEl>
                                      </p:cBhvr>
                                    </p:animEffect>
                                    <p:anim calcmode="lin" valueType="num">
                                      <p:cBhvr>
                                        <p:cTn id="23" dur="1000" fill="hold"/>
                                        <p:tgtEl>
                                          <p:spTgt spid="13"/>
                                        </p:tgtEl>
                                        <p:attrNameLst>
                                          <p:attrName>ppt_x</p:attrName>
                                        </p:attrNameLst>
                                      </p:cBhvr>
                                      <p:tavLst>
                                        <p:tav tm="0">
                                          <p:val>
                                            <p:strVal val="#ppt_x"/>
                                          </p:val>
                                        </p:tav>
                                        <p:tav tm="100000">
                                          <p:val>
                                            <p:strVal val="#ppt_x"/>
                                          </p:val>
                                        </p:tav>
                                      </p:tavLst>
                                    </p:anim>
                                    <p:anim calcmode="lin" valueType="num">
                                      <p:cBhvr>
                                        <p:cTn id="24" dur="1000" fill="hold"/>
                                        <p:tgtEl>
                                          <p:spTgt spid="13"/>
                                        </p:tgtEl>
                                        <p:attrNameLst>
                                          <p:attrName>ppt_y</p:attrName>
                                        </p:attrNameLst>
                                      </p:cBhvr>
                                      <p:tavLst>
                                        <p:tav tm="0">
                                          <p:val>
                                            <p:strVal val="#ppt_y+.1"/>
                                          </p:val>
                                        </p:tav>
                                        <p:tav tm="100000">
                                          <p:val>
                                            <p:strVal val="#ppt_y"/>
                                          </p:val>
                                        </p:tav>
                                      </p:tavLst>
                                    </p:anim>
                                  </p:childTnLst>
                                </p:cTn>
                              </p:par>
                              <p:par>
                                <p:cTn id="25" presetID="42" presetClass="entr" presetSubtype="0" fill="hold" nodeType="withEffect">
                                  <p:stCondLst>
                                    <p:cond delay="0"/>
                                  </p:stCondLst>
                                  <p:childTnLst>
                                    <p:set>
                                      <p:cBhvr>
                                        <p:cTn id="26" dur="1" fill="hold">
                                          <p:stCondLst>
                                            <p:cond delay="0"/>
                                          </p:stCondLst>
                                        </p:cTn>
                                        <p:tgtEl>
                                          <p:spTgt spid="14"/>
                                        </p:tgtEl>
                                        <p:attrNameLst>
                                          <p:attrName>style.visibility</p:attrName>
                                        </p:attrNameLst>
                                      </p:cBhvr>
                                      <p:to>
                                        <p:strVal val="visible"/>
                                      </p:to>
                                    </p:set>
                                    <p:animEffect transition="in" filter="fade">
                                      <p:cBhvr>
                                        <p:cTn id="27" dur="1000"/>
                                        <p:tgtEl>
                                          <p:spTgt spid="14"/>
                                        </p:tgtEl>
                                      </p:cBhvr>
                                    </p:animEffect>
                                    <p:anim calcmode="lin" valueType="num">
                                      <p:cBhvr>
                                        <p:cTn id="28" dur="1000" fill="hold"/>
                                        <p:tgtEl>
                                          <p:spTgt spid="14"/>
                                        </p:tgtEl>
                                        <p:attrNameLst>
                                          <p:attrName>ppt_x</p:attrName>
                                        </p:attrNameLst>
                                      </p:cBhvr>
                                      <p:tavLst>
                                        <p:tav tm="0">
                                          <p:val>
                                            <p:strVal val="#ppt_x"/>
                                          </p:val>
                                        </p:tav>
                                        <p:tav tm="100000">
                                          <p:val>
                                            <p:strVal val="#ppt_x"/>
                                          </p:val>
                                        </p:tav>
                                      </p:tavLst>
                                    </p:anim>
                                    <p:anim calcmode="lin" valueType="num">
                                      <p:cBhvr>
                                        <p:cTn id="29" dur="1000" fill="hold"/>
                                        <p:tgtEl>
                                          <p:spTgt spid="14"/>
                                        </p:tgtEl>
                                        <p:attrNameLst>
                                          <p:attrName>ppt_y</p:attrName>
                                        </p:attrNameLst>
                                      </p:cBhvr>
                                      <p:tavLst>
                                        <p:tav tm="0">
                                          <p:val>
                                            <p:strVal val="#ppt_y+.1"/>
                                          </p:val>
                                        </p:tav>
                                        <p:tav tm="100000">
                                          <p:val>
                                            <p:strVal val="#ppt_y"/>
                                          </p:val>
                                        </p:tav>
                                      </p:tavLst>
                                    </p:anim>
                                  </p:childTnLst>
                                </p:cTn>
                              </p:par>
                            </p:childTnLst>
                          </p:cTn>
                        </p:par>
                      </p:childTnLst>
                    </p:cTn>
                  </p:par>
                  <p:par>
                    <p:cTn id="30" fill="hold">
                      <p:stCondLst>
                        <p:cond delay="indefinite"/>
                      </p:stCondLst>
                      <p:childTnLst>
                        <p:par>
                          <p:cTn id="31" fill="hold">
                            <p:stCondLst>
                              <p:cond delay="0"/>
                            </p:stCondLst>
                            <p:childTnLst>
                              <p:par>
                                <p:cTn id="32" presetID="42" presetClass="entr" presetSubtype="0" fill="hold" grpId="0" nodeType="clickEffect">
                                  <p:stCondLst>
                                    <p:cond delay="0"/>
                                  </p:stCondLst>
                                  <p:childTnLst>
                                    <p:set>
                                      <p:cBhvr>
                                        <p:cTn id="33" dur="1" fill="hold">
                                          <p:stCondLst>
                                            <p:cond delay="0"/>
                                          </p:stCondLst>
                                        </p:cTn>
                                        <p:tgtEl>
                                          <p:spTgt spid="6"/>
                                        </p:tgtEl>
                                        <p:attrNameLst>
                                          <p:attrName>style.visibility</p:attrName>
                                        </p:attrNameLst>
                                      </p:cBhvr>
                                      <p:to>
                                        <p:strVal val="visible"/>
                                      </p:to>
                                    </p:set>
                                    <p:animEffect transition="in" filter="fade">
                                      <p:cBhvr>
                                        <p:cTn id="34" dur="1000"/>
                                        <p:tgtEl>
                                          <p:spTgt spid="6"/>
                                        </p:tgtEl>
                                      </p:cBhvr>
                                    </p:animEffect>
                                    <p:anim calcmode="lin" valueType="num">
                                      <p:cBhvr>
                                        <p:cTn id="35" dur="1000" fill="hold"/>
                                        <p:tgtEl>
                                          <p:spTgt spid="6"/>
                                        </p:tgtEl>
                                        <p:attrNameLst>
                                          <p:attrName>ppt_x</p:attrName>
                                        </p:attrNameLst>
                                      </p:cBhvr>
                                      <p:tavLst>
                                        <p:tav tm="0">
                                          <p:val>
                                            <p:strVal val="#ppt_x"/>
                                          </p:val>
                                        </p:tav>
                                        <p:tav tm="100000">
                                          <p:val>
                                            <p:strVal val="#ppt_x"/>
                                          </p:val>
                                        </p:tav>
                                      </p:tavLst>
                                    </p:anim>
                                    <p:anim calcmode="lin" valueType="num">
                                      <p:cBhvr>
                                        <p:cTn id="36" dur="1000" fill="hold"/>
                                        <p:tgtEl>
                                          <p:spTgt spid="6"/>
                                        </p:tgtEl>
                                        <p:attrNameLst>
                                          <p:attrName>ppt_y</p:attrName>
                                        </p:attrNameLst>
                                      </p:cBhvr>
                                      <p:tavLst>
                                        <p:tav tm="0">
                                          <p:val>
                                            <p:strVal val="#ppt_y+.1"/>
                                          </p:val>
                                        </p:tav>
                                        <p:tav tm="100000">
                                          <p:val>
                                            <p:strVal val="#ppt_y"/>
                                          </p:val>
                                        </p:tav>
                                      </p:tavLst>
                                    </p:anim>
                                  </p:childTnLst>
                                </p:cTn>
                              </p:par>
                              <p:par>
                                <p:cTn id="37" presetID="42" presetClass="entr" presetSubtype="0" fill="hold" nodeType="withEffect">
                                  <p:stCondLst>
                                    <p:cond delay="0"/>
                                  </p:stCondLst>
                                  <p:childTnLst>
                                    <p:set>
                                      <p:cBhvr>
                                        <p:cTn id="38" dur="1" fill="hold">
                                          <p:stCondLst>
                                            <p:cond delay="0"/>
                                          </p:stCondLst>
                                        </p:cTn>
                                        <p:tgtEl>
                                          <p:spTgt spid="7"/>
                                        </p:tgtEl>
                                        <p:attrNameLst>
                                          <p:attrName>style.visibility</p:attrName>
                                        </p:attrNameLst>
                                      </p:cBhvr>
                                      <p:to>
                                        <p:strVal val="visible"/>
                                      </p:to>
                                    </p:set>
                                    <p:animEffect transition="in" filter="fade">
                                      <p:cBhvr>
                                        <p:cTn id="39" dur="1000"/>
                                        <p:tgtEl>
                                          <p:spTgt spid="7"/>
                                        </p:tgtEl>
                                      </p:cBhvr>
                                    </p:animEffect>
                                    <p:anim calcmode="lin" valueType="num">
                                      <p:cBhvr>
                                        <p:cTn id="40" dur="1000" fill="hold"/>
                                        <p:tgtEl>
                                          <p:spTgt spid="7"/>
                                        </p:tgtEl>
                                        <p:attrNameLst>
                                          <p:attrName>ppt_x</p:attrName>
                                        </p:attrNameLst>
                                      </p:cBhvr>
                                      <p:tavLst>
                                        <p:tav tm="0">
                                          <p:val>
                                            <p:strVal val="#ppt_x"/>
                                          </p:val>
                                        </p:tav>
                                        <p:tav tm="100000">
                                          <p:val>
                                            <p:strVal val="#ppt_x"/>
                                          </p:val>
                                        </p:tav>
                                      </p:tavLst>
                                    </p:anim>
                                    <p:anim calcmode="lin" valueType="num">
                                      <p:cBhvr>
                                        <p:cTn id="41" dur="1000" fill="hold"/>
                                        <p:tgtEl>
                                          <p:spTgt spid="7"/>
                                        </p:tgtEl>
                                        <p:attrNameLst>
                                          <p:attrName>ppt_y</p:attrName>
                                        </p:attrNameLst>
                                      </p:cBhvr>
                                      <p:tavLst>
                                        <p:tav tm="0">
                                          <p:val>
                                            <p:strVal val="#ppt_y+.1"/>
                                          </p:val>
                                        </p:tav>
                                        <p:tav tm="100000">
                                          <p:val>
                                            <p:strVal val="#ppt_y"/>
                                          </p:val>
                                        </p:tav>
                                      </p:tavLst>
                                    </p:anim>
                                  </p:childTnLst>
                                </p:cTn>
                              </p:par>
                              <p:par>
                                <p:cTn id="42" presetID="42" presetClass="entr" presetSubtype="0" fill="hold" nodeType="withEffect">
                                  <p:stCondLst>
                                    <p:cond delay="0"/>
                                  </p:stCondLst>
                                  <p:childTnLst>
                                    <p:set>
                                      <p:cBhvr>
                                        <p:cTn id="43" dur="1" fill="hold">
                                          <p:stCondLst>
                                            <p:cond delay="0"/>
                                          </p:stCondLst>
                                        </p:cTn>
                                        <p:tgtEl>
                                          <p:spTgt spid="8"/>
                                        </p:tgtEl>
                                        <p:attrNameLst>
                                          <p:attrName>style.visibility</p:attrName>
                                        </p:attrNameLst>
                                      </p:cBhvr>
                                      <p:to>
                                        <p:strVal val="visible"/>
                                      </p:to>
                                    </p:set>
                                    <p:animEffect transition="in" filter="fade">
                                      <p:cBhvr>
                                        <p:cTn id="44" dur="1000"/>
                                        <p:tgtEl>
                                          <p:spTgt spid="8"/>
                                        </p:tgtEl>
                                      </p:cBhvr>
                                    </p:animEffect>
                                    <p:anim calcmode="lin" valueType="num">
                                      <p:cBhvr>
                                        <p:cTn id="45" dur="1000" fill="hold"/>
                                        <p:tgtEl>
                                          <p:spTgt spid="8"/>
                                        </p:tgtEl>
                                        <p:attrNameLst>
                                          <p:attrName>ppt_x</p:attrName>
                                        </p:attrNameLst>
                                      </p:cBhvr>
                                      <p:tavLst>
                                        <p:tav tm="0">
                                          <p:val>
                                            <p:strVal val="#ppt_x"/>
                                          </p:val>
                                        </p:tav>
                                        <p:tav tm="100000">
                                          <p:val>
                                            <p:strVal val="#ppt_x"/>
                                          </p:val>
                                        </p:tav>
                                      </p:tavLst>
                                    </p:anim>
                                    <p:anim calcmode="lin" valueType="num">
                                      <p:cBhvr>
                                        <p:cTn id="46" dur="1000" fill="hold"/>
                                        <p:tgtEl>
                                          <p:spTgt spid="8"/>
                                        </p:tgtEl>
                                        <p:attrNameLst>
                                          <p:attrName>ppt_y</p:attrName>
                                        </p:attrNameLst>
                                      </p:cBhvr>
                                      <p:tavLst>
                                        <p:tav tm="0">
                                          <p:val>
                                            <p:strVal val="#ppt_y+.1"/>
                                          </p:val>
                                        </p:tav>
                                        <p:tav tm="100000">
                                          <p:val>
                                            <p:strVal val="#ppt_y"/>
                                          </p:val>
                                        </p:tav>
                                      </p:tavLst>
                                    </p:anim>
                                  </p:childTnLst>
                                </p:cTn>
                              </p:par>
                              <p:par>
                                <p:cTn id="47" presetID="42" presetClass="entr" presetSubtype="0" fill="hold" nodeType="withEffect">
                                  <p:stCondLst>
                                    <p:cond delay="0"/>
                                  </p:stCondLst>
                                  <p:childTnLst>
                                    <p:set>
                                      <p:cBhvr>
                                        <p:cTn id="48" dur="1" fill="hold">
                                          <p:stCondLst>
                                            <p:cond delay="0"/>
                                          </p:stCondLst>
                                        </p:cTn>
                                        <p:tgtEl>
                                          <p:spTgt spid="9"/>
                                        </p:tgtEl>
                                        <p:attrNameLst>
                                          <p:attrName>style.visibility</p:attrName>
                                        </p:attrNameLst>
                                      </p:cBhvr>
                                      <p:to>
                                        <p:strVal val="visible"/>
                                      </p:to>
                                    </p:set>
                                    <p:animEffect transition="in" filter="fade">
                                      <p:cBhvr>
                                        <p:cTn id="49" dur="1000"/>
                                        <p:tgtEl>
                                          <p:spTgt spid="9"/>
                                        </p:tgtEl>
                                      </p:cBhvr>
                                    </p:animEffect>
                                    <p:anim calcmode="lin" valueType="num">
                                      <p:cBhvr>
                                        <p:cTn id="50" dur="1000" fill="hold"/>
                                        <p:tgtEl>
                                          <p:spTgt spid="9"/>
                                        </p:tgtEl>
                                        <p:attrNameLst>
                                          <p:attrName>ppt_x</p:attrName>
                                        </p:attrNameLst>
                                      </p:cBhvr>
                                      <p:tavLst>
                                        <p:tav tm="0">
                                          <p:val>
                                            <p:strVal val="#ppt_x"/>
                                          </p:val>
                                        </p:tav>
                                        <p:tav tm="100000">
                                          <p:val>
                                            <p:strVal val="#ppt_x"/>
                                          </p:val>
                                        </p:tav>
                                      </p:tavLst>
                                    </p:anim>
                                    <p:anim calcmode="lin" valueType="num">
                                      <p:cBhvr>
                                        <p:cTn id="51" dur="1000" fill="hold"/>
                                        <p:tgtEl>
                                          <p:spTgt spid="9"/>
                                        </p:tgtEl>
                                        <p:attrNameLst>
                                          <p:attrName>ppt_y</p:attrName>
                                        </p:attrNameLst>
                                      </p:cBhvr>
                                      <p:tavLst>
                                        <p:tav tm="0">
                                          <p:val>
                                            <p:strVal val="#ppt_y+.1"/>
                                          </p:val>
                                        </p:tav>
                                        <p:tav tm="100000">
                                          <p:val>
                                            <p:strVal val="#ppt_y"/>
                                          </p:val>
                                        </p:tav>
                                      </p:tavLst>
                                    </p:anim>
                                  </p:childTnLst>
                                </p:cTn>
                              </p:par>
                              <p:par>
                                <p:cTn id="52" presetID="42" presetClass="entr" presetSubtype="0" fill="hold" grpId="0" nodeType="withEffect">
                                  <p:stCondLst>
                                    <p:cond delay="0"/>
                                  </p:stCondLst>
                                  <p:childTnLst>
                                    <p:set>
                                      <p:cBhvr>
                                        <p:cTn id="53" dur="1" fill="hold">
                                          <p:stCondLst>
                                            <p:cond delay="0"/>
                                          </p:stCondLst>
                                        </p:cTn>
                                        <p:tgtEl>
                                          <p:spTgt spid="15"/>
                                        </p:tgtEl>
                                        <p:attrNameLst>
                                          <p:attrName>style.visibility</p:attrName>
                                        </p:attrNameLst>
                                      </p:cBhvr>
                                      <p:to>
                                        <p:strVal val="visible"/>
                                      </p:to>
                                    </p:set>
                                    <p:animEffect transition="in" filter="fade">
                                      <p:cBhvr>
                                        <p:cTn id="54" dur="1000"/>
                                        <p:tgtEl>
                                          <p:spTgt spid="15"/>
                                        </p:tgtEl>
                                      </p:cBhvr>
                                    </p:animEffect>
                                    <p:anim calcmode="lin" valueType="num">
                                      <p:cBhvr>
                                        <p:cTn id="55" dur="1000" fill="hold"/>
                                        <p:tgtEl>
                                          <p:spTgt spid="15"/>
                                        </p:tgtEl>
                                        <p:attrNameLst>
                                          <p:attrName>ppt_x</p:attrName>
                                        </p:attrNameLst>
                                      </p:cBhvr>
                                      <p:tavLst>
                                        <p:tav tm="0">
                                          <p:val>
                                            <p:strVal val="#ppt_x"/>
                                          </p:val>
                                        </p:tav>
                                        <p:tav tm="100000">
                                          <p:val>
                                            <p:strVal val="#ppt_x"/>
                                          </p:val>
                                        </p:tav>
                                      </p:tavLst>
                                    </p:anim>
                                    <p:anim calcmode="lin" valueType="num">
                                      <p:cBhvr>
                                        <p:cTn id="56" dur="1000" fill="hold"/>
                                        <p:tgtEl>
                                          <p:spTgt spid="15"/>
                                        </p:tgtEl>
                                        <p:attrNameLst>
                                          <p:attrName>ppt_y</p:attrName>
                                        </p:attrNameLst>
                                      </p:cBhvr>
                                      <p:tavLst>
                                        <p:tav tm="0">
                                          <p:val>
                                            <p:strVal val="#ppt_y+.1"/>
                                          </p:val>
                                        </p:tav>
                                        <p:tav tm="100000">
                                          <p:val>
                                            <p:strVal val="#ppt_y"/>
                                          </p:val>
                                        </p:tav>
                                      </p:tavLst>
                                    </p:anim>
                                  </p:childTnLst>
                                </p:cTn>
                              </p:par>
                            </p:childTnLst>
                          </p:cTn>
                        </p:par>
                      </p:childTnLst>
                    </p:cTn>
                  </p:par>
                  <p:par>
                    <p:cTn id="57" fill="hold">
                      <p:stCondLst>
                        <p:cond delay="indefinite"/>
                      </p:stCondLst>
                      <p:childTnLst>
                        <p:par>
                          <p:cTn id="58" fill="hold">
                            <p:stCondLst>
                              <p:cond delay="0"/>
                            </p:stCondLst>
                            <p:childTnLst>
                              <p:par>
                                <p:cTn id="59" presetID="42" presetClass="entr" presetSubtype="0" fill="hold" grpId="0" nodeType="clickEffect">
                                  <p:stCondLst>
                                    <p:cond delay="0"/>
                                  </p:stCondLst>
                                  <p:childTnLst>
                                    <p:set>
                                      <p:cBhvr>
                                        <p:cTn id="60" dur="1" fill="hold">
                                          <p:stCondLst>
                                            <p:cond delay="0"/>
                                          </p:stCondLst>
                                        </p:cTn>
                                        <p:tgtEl>
                                          <p:spTgt spid="16"/>
                                        </p:tgtEl>
                                        <p:attrNameLst>
                                          <p:attrName>style.visibility</p:attrName>
                                        </p:attrNameLst>
                                      </p:cBhvr>
                                      <p:to>
                                        <p:strVal val="visible"/>
                                      </p:to>
                                    </p:set>
                                    <p:animEffect transition="in" filter="fade">
                                      <p:cBhvr>
                                        <p:cTn id="61" dur="1000"/>
                                        <p:tgtEl>
                                          <p:spTgt spid="16"/>
                                        </p:tgtEl>
                                      </p:cBhvr>
                                    </p:animEffect>
                                    <p:anim calcmode="lin" valueType="num">
                                      <p:cBhvr>
                                        <p:cTn id="62" dur="1000" fill="hold"/>
                                        <p:tgtEl>
                                          <p:spTgt spid="16"/>
                                        </p:tgtEl>
                                        <p:attrNameLst>
                                          <p:attrName>ppt_x</p:attrName>
                                        </p:attrNameLst>
                                      </p:cBhvr>
                                      <p:tavLst>
                                        <p:tav tm="0">
                                          <p:val>
                                            <p:strVal val="#ppt_x"/>
                                          </p:val>
                                        </p:tav>
                                        <p:tav tm="100000">
                                          <p:val>
                                            <p:strVal val="#ppt_x"/>
                                          </p:val>
                                        </p:tav>
                                      </p:tavLst>
                                    </p:anim>
                                    <p:anim calcmode="lin" valueType="num">
                                      <p:cBhvr>
                                        <p:cTn id="63" dur="1000" fill="hold"/>
                                        <p:tgtEl>
                                          <p:spTgt spid="16"/>
                                        </p:tgtEl>
                                        <p:attrNameLst>
                                          <p:attrName>ppt_y</p:attrName>
                                        </p:attrNameLst>
                                      </p:cBhvr>
                                      <p:tavLst>
                                        <p:tav tm="0">
                                          <p:val>
                                            <p:strVal val="#ppt_y+.1"/>
                                          </p:val>
                                        </p:tav>
                                        <p:tav tm="100000">
                                          <p:val>
                                            <p:strVal val="#ppt_y"/>
                                          </p:val>
                                        </p:tav>
                                      </p:tavLst>
                                    </p:anim>
                                  </p:childTnLst>
                                </p:cTn>
                              </p:par>
                              <p:par>
                                <p:cTn id="64" presetID="42" presetClass="entr" presetSubtype="0" fill="hold" nodeType="withEffect">
                                  <p:stCondLst>
                                    <p:cond delay="0"/>
                                  </p:stCondLst>
                                  <p:childTnLst>
                                    <p:set>
                                      <p:cBhvr>
                                        <p:cTn id="65" dur="1" fill="hold">
                                          <p:stCondLst>
                                            <p:cond delay="0"/>
                                          </p:stCondLst>
                                        </p:cTn>
                                        <p:tgtEl>
                                          <p:spTgt spid="17"/>
                                        </p:tgtEl>
                                        <p:attrNameLst>
                                          <p:attrName>style.visibility</p:attrName>
                                        </p:attrNameLst>
                                      </p:cBhvr>
                                      <p:to>
                                        <p:strVal val="visible"/>
                                      </p:to>
                                    </p:set>
                                    <p:animEffect transition="in" filter="fade">
                                      <p:cBhvr>
                                        <p:cTn id="66" dur="1000"/>
                                        <p:tgtEl>
                                          <p:spTgt spid="17"/>
                                        </p:tgtEl>
                                      </p:cBhvr>
                                    </p:animEffect>
                                    <p:anim calcmode="lin" valueType="num">
                                      <p:cBhvr>
                                        <p:cTn id="67" dur="1000" fill="hold"/>
                                        <p:tgtEl>
                                          <p:spTgt spid="17"/>
                                        </p:tgtEl>
                                        <p:attrNameLst>
                                          <p:attrName>ppt_x</p:attrName>
                                        </p:attrNameLst>
                                      </p:cBhvr>
                                      <p:tavLst>
                                        <p:tav tm="0">
                                          <p:val>
                                            <p:strVal val="#ppt_x"/>
                                          </p:val>
                                        </p:tav>
                                        <p:tav tm="100000">
                                          <p:val>
                                            <p:strVal val="#ppt_x"/>
                                          </p:val>
                                        </p:tav>
                                      </p:tavLst>
                                    </p:anim>
                                    <p:anim calcmode="lin" valueType="num">
                                      <p:cBhvr>
                                        <p:cTn id="68" dur="1000" fill="hold"/>
                                        <p:tgtEl>
                                          <p:spTgt spid="17"/>
                                        </p:tgtEl>
                                        <p:attrNameLst>
                                          <p:attrName>ppt_y</p:attrName>
                                        </p:attrNameLst>
                                      </p:cBhvr>
                                      <p:tavLst>
                                        <p:tav tm="0">
                                          <p:val>
                                            <p:strVal val="#ppt_y+.1"/>
                                          </p:val>
                                        </p:tav>
                                        <p:tav tm="100000">
                                          <p:val>
                                            <p:strVal val="#ppt_y"/>
                                          </p:val>
                                        </p:tav>
                                      </p:tavLst>
                                    </p:anim>
                                  </p:childTnLst>
                                </p:cTn>
                              </p:par>
                              <p:par>
                                <p:cTn id="69" presetID="42" presetClass="entr" presetSubtype="0" fill="hold" grpId="0" nodeType="withEffect">
                                  <p:stCondLst>
                                    <p:cond delay="0"/>
                                  </p:stCondLst>
                                  <p:childTnLst>
                                    <p:set>
                                      <p:cBhvr>
                                        <p:cTn id="70" dur="1" fill="hold">
                                          <p:stCondLst>
                                            <p:cond delay="0"/>
                                          </p:stCondLst>
                                        </p:cTn>
                                        <p:tgtEl>
                                          <p:spTgt spid="18"/>
                                        </p:tgtEl>
                                        <p:attrNameLst>
                                          <p:attrName>style.visibility</p:attrName>
                                        </p:attrNameLst>
                                      </p:cBhvr>
                                      <p:to>
                                        <p:strVal val="visible"/>
                                      </p:to>
                                    </p:set>
                                    <p:animEffect transition="in" filter="fade">
                                      <p:cBhvr>
                                        <p:cTn id="71" dur="1000"/>
                                        <p:tgtEl>
                                          <p:spTgt spid="18"/>
                                        </p:tgtEl>
                                      </p:cBhvr>
                                    </p:animEffect>
                                    <p:anim calcmode="lin" valueType="num">
                                      <p:cBhvr>
                                        <p:cTn id="72" dur="1000" fill="hold"/>
                                        <p:tgtEl>
                                          <p:spTgt spid="18"/>
                                        </p:tgtEl>
                                        <p:attrNameLst>
                                          <p:attrName>ppt_x</p:attrName>
                                        </p:attrNameLst>
                                      </p:cBhvr>
                                      <p:tavLst>
                                        <p:tav tm="0">
                                          <p:val>
                                            <p:strVal val="#ppt_x"/>
                                          </p:val>
                                        </p:tav>
                                        <p:tav tm="100000">
                                          <p:val>
                                            <p:strVal val="#ppt_x"/>
                                          </p:val>
                                        </p:tav>
                                      </p:tavLst>
                                    </p:anim>
                                    <p:anim calcmode="lin" valueType="num">
                                      <p:cBhvr>
                                        <p:cTn id="73" dur="1000" fill="hold"/>
                                        <p:tgtEl>
                                          <p:spTgt spid="18"/>
                                        </p:tgtEl>
                                        <p:attrNameLst>
                                          <p:attrName>ppt_y</p:attrName>
                                        </p:attrNameLst>
                                      </p:cBhvr>
                                      <p:tavLst>
                                        <p:tav tm="0">
                                          <p:val>
                                            <p:strVal val="#ppt_y+.1"/>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6" grpId="0" animBg="1"/>
      <p:bldP spid="10" grpId="0" animBg="1"/>
      <p:bldP spid="11" grpId="0" animBg="1"/>
      <p:bldP spid="12" grpId="0" animBg="1"/>
      <p:bldP spid="15" grpId="0" animBg="1"/>
      <p:bldP spid="16" grpId="0" animBg="1"/>
      <p:bldP spid="18" grpId="0" animBg="1"/>
    </p:bldLst>
  </p:timing>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Number Placeholder 1">
            <a:extLst>
              <a:ext uri="{FF2B5EF4-FFF2-40B4-BE49-F238E27FC236}">
                <a16:creationId xmlns:a16="http://schemas.microsoft.com/office/drawing/2014/main" id="{6677C8EE-9354-442B-B2F0-29C5F628148B}"/>
              </a:ext>
            </a:extLst>
          </p:cNvPr>
          <p:cNvSpPr>
            <a:spLocks noGrp="1"/>
          </p:cNvSpPr>
          <p:nvPr>
            <p:ph type="sldNum" sz="quarter" idx="12"/>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1A6A2304-23DC-2B46-BD14-F082077842FF}" type="slidenum">
              <a:rPr kumimoji="0" lang="en-US" sz="800" b="0" i="0" u="none" strike="noStrike" kern="1200" cap="none" spc="0" normalizeH="0" baseline="0" noProof="0" smtClean="0">
                <a:ln>
                  <a:noFill/>
                </a:ln>
                <a:solidFill>
                  <a:srgbClr val="000000"/>
                </a:solidFill>
                <a:effectLst/>
                <a:uLnTx/>
                <a:uFillTx/>
                <a:latin typeface="Arial" panose="020B0604020202020204"/>
                <a:ea typeface="+mn-ea"/>
                <a:cs typeface="+mn-cs"/>
              </a:rPr>
              <a:pPr marL="0" marR="0" lvl="0" indent="0" algn="r" defTabSz="914400" rtl="0" eaLnBrk="1" fontAlgn="auto" latinLnBrk="0" hangingPunct="1">
                <a:lnSpc>
                  <a:spcPct val="100000"/>
                </a:lnSpc>
                <a:spcBef>
                  <a:spcPts val="0"/>
                </a:spcBef>
                <a:spcAft>
                  <a:spcPts val="0"/>
                </a:spcAft>
                <a:buClrTx/>
                <a:buSzTx/>
                <a:buFontTx/>
                <a:buNone/>
                <a:tabLst/>
                <a:defRPr/>
              </a:pPr>
              <a:t>12</a:t>
            </a:fld>
            <a:endParaRPr kumimoji="0" lang="en-US" sz="800" b="0" i="0" u="none" strike="noStrike" kern="1200" cap="none" spc="0" normalizeH="0" baseline="0" noProof="0">
              <a:ln>
                <a:noFill/>
              </a:ln>
              <a:solidFill>
                <a:srgbClr val="000000"/>
              </a:solidFill>
              <a:effectLst/>
              <a:uLnTx/>
              <a:uFillTx/>
              <a:latin typeface="Arial" panose="020B0604020202020204"/>
              <a:ea typeface="+mn-ea"/>
              <a:cs typeface="+mn-cs"/>
            </a:endParaRPr>
          </a:p>
        </p:txBody>
      </p:sp>
      <p:sp>
        <p:nvSpPr>
          <p:cNvPr id="5" name="Title 4">
            <a:extLst>
              <a:ext uri="{FF2B5EF4-FFF2-40B4-BE49-F238E27FC236}">
                <a16:creationId xmlns:a16="http://schemas.microsoft.com/office/drawing/2014/main" id="{2EF2FBC2-6ED3-4BD0-88C7-ACEA6CD8C400}"/>
              </a:ext>
            </a:extLst>
          </p:cNvPr>
          <p:cNvSpPr>
            <a:spLocks noGrp="1"/>
          </p:cNvSpPr>
          <p:nvPr>
            <p:ph type="title"/>
          </p:nvPr>
        </p:nvSpPr>
        <p:spPr/>
        <p:txBody>
          <a:bodyPr/>
          <a:lstStyle/>
          <a:p>
            <a:r>
              <a:rPr lang="en-US"/>
              <a:t>Exercises:</a:t>
            </a:r>
          </a:p>
        </p:txBody>
      </p:sp>
      <p:sp>
        <p:nvSpPr>
          <p:cNvPr id="8" name="Rectangle: Rounded Corners 7">
            <a:extLst>
              <a:ext uri="{FF2B5EF4-FFF2-40B4-BE49-F238E27FC236}">
                <a16:creationId xmlns:a16="http://schemas.microsoft.com/office/drawing/2014/main" id="{58038BFD-CFF0-4058-80F4-EAC63745796E}"/>
              </a:ext>
            </a:extLst>
          </p:cNvPr>
          <p:cNvSpPr/>
          <p:nvPr/>
        </p:nvSpPr>
        <p:spPr>
          <a:xfrm>
            <a:off x="6919251" y="2640536"/>
            <a:ext cx="4276735" cy="2271323"/>
          </a:xfrm>
          <a:prstGeom prst="round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GB" sz="1800" b="0" i="0" u="none" strike="noStrike" kern="1200" cap="none" spc="0" normalizeH="0" baseline="0" noProof="0">
                <a:ln>
                  <a:noFill/>
                </a:ln>
                <a:solidFill>
                  <a:srgbClr val="000000"/>
                </a:solidFill>
                <a:effectLst/>
                <a:uLnTx/>
                <a:uFillTx/>
                <a:latin typeface="Arial" panose="020B0604020202020204"/>
                <a:ea typeface="+mn-ea"/>
                <a:cs typeface="+mn-cs"/>
              </a:rPr>
              <a:t>Exercise 1.6: </a:t>
            </a:r>
            <a:r>
              <a:rPr kumimoji="0" lang="en-GB" sz="1800" b="1" i="0" u="none" strike="noStrike" kern="1200" cap="none" spc="0" normalizeH="0" baseline="0" noProof="0">
                <a:ln>
                  <a:noFill/>
                </a:ln>
                <a:solidFill>
                  <a:srgbClr val="000000"/>
                </a:solidFill>
                <a:effectLst/>
                <a:uLnTx/>
                <a:uFillTx/>
                <a:latin typeface="Arial" panose="020B0604020202020204"/>
                <a:ea typeface="+mn-ea"/>
                <a:cs typeface="+mn-cs"/>
              </a:rPr>
              <a:t>Post Statistical Key Values - </a:t>
            </a:r>
            <a:r>
              <a:rPr kumimoji="0" lang="en-GB" sz="1800" b="0" i="0" u="none" strike="noStrike" kern="1200" cap="none" spc="0" normalizeH="0" baseline="0" noProof="0">
                <a:ln>
                  <a:noFill/>
                </a:ln>
                <a:solidFill>
                  <a:srgbClr val="000000"/>
                </a:solidFill>
                <a:effectLst/>
                <a:uLnTx/>
                <a:uFillTx/>
                <a:latin typeface="Arial" panose="020B0604020202020204"/>
                <a:ea typeface="+mn-ea"/>
                <a:cs typeface="+mn-cs"/>
              </a:rPr>
              <a:t> In SAP Fiori, post statistical key values</a:t>
            </a:r>
          </a:p>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GB" sz="1800" b="0" i="0" u="none" strike="noStrike" kern="1200" cap="none" spc="0" normalizeH="0" baseline="0" noProof="0">
              <a:ln>
                <a:noFill/>
              </a:ln>
              <a:solidFill>
                <a:srgbClr val="000000"/>
              </a:solidFill>
              <a:effectLst/>
              <a:uLnTx/>
              <a:uFillTx/>
              <a:latin typeface="Arial" panose="020B0604020202020204"/>
              <a:ea typeface="+mn-ea"/>
              <a:cs typeface="+mn-cs"/>
            </a:endParaRPr>
          </a:p>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GB" sz="1800" b="0" i="0" u="none" strike="noStrike" kern="1200" cap="none" spc="0" normalizeH="0" baseline="0" noProof="0">
              <a:ln>
                <a:noFill/>
              </a:ln>
              <a:solidFill>
                <a:srgbClr val="000000"/>
              </a:solidFill>
              <a:effectLst/>
              <a:uLnTx/>
              <a:uFillTx/>
              <a:latin typeface="Arial" panose="020B0604020202020204"/>
              <a:ea typeface="+mn-ea"/>
              <a:cs typeface="+mn-cs"/>
            </a:endParaRPr>
          </a:p>
        </p:txBody>
      </p:sp>
    </p:spTree>
    <p:extLst>
      <p:ext uri="{BB962C8B-B14F-4D97-AF65-F5344CB8AC3E}">
        <p14:creationId xmlns:p14="http://schemas.microsoft.com/office/powerpoint/2010/main" val="810224529"/>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Slide Number Placeholder 4">
            <a:extLst>
              <a:ext uri="{FF2B5EF4-FFF2-40B4-BE49-F238E27FC236}">
                <a16:creationId xmlns:a16="http://schemas.microsoft.com/office/drawing/2014/main" id="{47209DD0-D1FC-47FB-945F-73CFC434D0C6}"/>
              </a:ext>
            </a:extLst>
          </p:cNvPr>
          <p:cNvSpPr>
            <a:spLocks noGrp="1"/>
          </p:cNvSpPr>
          <p:nvPr>
            <p:ph type="sldNum" sz="quarter" idx="12"/>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F4C94289-3309-4C35-850A-56FD49B3E346}" type="slidenum">
              <a:rPr kumimoji="0" lang="en-GB" sz="800" b="0" i="0" u="none" strike="noStrike" kern="1200" cap="none" spc="0" normalizeH="0" baseline="0" noProof="0" smtClean="0">
                <a:ln>
                  <a:noFill/>
                </a:ln>
                <a:solidFill>
                  <a:srgbClr val="000000"/>
                </a:solidFill>
                <a:effectLst/>
                <a:uLnTx/>
                <a:uFillTx/>
                <a:latin typeface="Arial" panose="020B0604020202020204"/>
                <a:ea typeface="+mn-ea"/>
                <a:cs typeface="+mn-cs"/>
              </a:rPr>
              <a:pPr marL="0" marR="0" lvl="0" indent="0" algn="r" defTabSz="914400" rtl="0" eaLnBrk="1" fontAlgn="auto" latinLnBrk="0" hangingPunct="1">
                <a:lnSpc>
                  <a:spcPct val="100000"/>
                </a:lnSpc>
                <a:spcBef>
                  <a:spcPts val="0"/>
                </a:spcBef>
                <a:spcAft>
                  <a:spcPts val="0"/>
                </a:spcAft>
                <a:buClrTx/>
                <a:buSzTx/>
                <a:buFontTx/>
                <a:buNone/>
                <a:tabLst/>
                <a:defRPr/>
              </a:pPr>
              <a:t>13</a:t>
            </a:fld>
            <a:endParaRPr kumimoji="0" lang="en-GB" sz="800" b="0" i="0" u="none" strike="noStrike" kern="1200" cap="none" spc="0" normalizeH="0" baseline="0" noProof="0">
              <a:ln>
                <a:noFill/>
              </a:ln>
              <a:solidFill>
                <a:srgbClr val="000000"/>
              </a:solidFill>
              <a:effectLst/>
              <a:uLnTx/>
              <a:uFillTx/>
              <a:latin typeface="Arial" panose="020B0604020202020204"/>
              <a:ea typeface="+mn-ea"/>
              <a:cs typeface="+mn-cs"/>
            </a:endParaRPr>
          </a:p>
        </p:txBody>
      </p:sp>
      <p:sp>
        <p:nvSpPr>
          <p:cNvPr id="2" name="Title 1">
            <a:extLst>
              <a:ext uri="{FF2B5EF4-FFF2-40B4-BE49-F238E27FC236}">
                <a16:creationId xmlns:a16="http://schemas.microsoft.com/office/drawing/2014/main" id="{E3CC3976-A4CA-4CCF-BF2E-0A4585EE38B3}"/>
              </a:ext>
            </a:extLst>
          </p:cNvPr>
          <p:cNvSpPr>
            <a:spLocks noGrp="1"/>
          </p:cNvSpPr>
          <p:nvPr>
            <p:ph type="title"/>
          </p:nvPr>
        </p:nvSpPr>
        <p:spPr/>
        <p:txBody>
          <a:bodyPr/>
          <a:lstStyle/>
          <a:p>
            <a:r>
              <a:rPr lang="en-GB" sz="2800"/>
              <a:t>S_ALR_87013548: SKF to WBS for Intercompany </a:t>
            </a:r>
            <a:endParaRPr lang="en-US" sz="2800"/>
          </a:p>
        </p:txBody>
      </p:sp>
      <p:pic>
        <p:nvPicPr>
          <p:cNvPr id="6" name="Content Placeholder 5">
            <a:extLst>
              <a:ext uri="{FF2B5EF4-FFF2-40B4-BE49-F238E27FC236}">
                <a16:creationId xmlns:a16="http://schemas.microsoft.com/office/drawing/2014/main" id="{D9454C82-FA31-45D2-838E-CEB2C9BDFD7A}"/>
              </a:ext>
            </a:extLst>
          </p:cNvPr>
          <p:cNvPicPr>
            <a:picLocks noGrp="1" noChangeAspect="1"/>
          </p:cNvPicPr>
          <p:nvPr>
            <p:ph idx="4294967295"/>
          </p:nvPr>
        </p:nvPicPr>
        <p:blipFill>
          <a:blip r:embed="rId2"/>
          <a:stretch>
            <a:fillRect/>
          </a:stretch>
        </p:blipFill>
        <p:spPr>
          <a:xfrm>
            <a:off x="0" y="2898775"/>
            <a:ext cx="4962525" cy="3387725"/>
          </a:xfrm>
          <a:prstGeom prst="rect">
            <a:avLst/>
          </a:prstGeom>
          <a:effectLst>
            <a:outerShdw blurRad="292100" dist="139700" dir="5400000" algn="ctr" rotWithShape="0">
              <a:srgbClr val="000000">
                <a:alpha val="65000"/>
              </a:srgbClr>
            </a:outerShdw>
          </a:effectLst>
        </p:spPr>
      </p:pic>
      <p:sp>
        <p:nvSpPr>
          <p:cNvPr id="8" name="Rectangle 7">
            <a:extLst>
              <a:ext uri="{FF2B5EF4-FFF2-40B4-BE49-F238E27FC236}">
                <a16:creationId xmlns:a16="http://schemas.microsoft.com/office/drawing/2014/main" id="{777D1785-900C-4223-9B2F-7BFBDF824293}"/>
              </a:ext>
            </a:extLst>
          </p:cNvPr>
          <p:cNvSpPr/>
          <p:nvPr/>
        </p:nvSpPr>
        <p:spPr>
          <a:xfrm>
            <a:off x="607583" y="1450902"/>
            <a:ext cx="4600397" cy="1372296"/>
          </a:xfrm>
          <a:prstGeom prst="rect">
            <a:avLst/>
          </a:prstGeom>
          <a:noFill/>
          <a:ln w="28575">
            <a:solidFill>
              <a:schemeClr val="accent3"/>
            </a:solidFill>
            <a:prstDash val="sysDash"/>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400" b="0" i="0" u="none" strike="noStrike" kern="1200" cap="none" spc="0" normalizeH="0" baseline="0" noProof="0">
                <a:ln>
                  <a:noFill/>
                </a:ln>
                <a:solidFill>
                  <a:srgbClr val="000000"/>
                </a:solidFill>
                <a:effectLst/>
                <a:uLnTx/>
                <a:uFillTx/>
                <a:latin typeface="Arial" panose="020B0604020202020204"/>
                <a:ea typeface="+mn-ea"/>
                <a:cs typeface="+mn-cs"/>
              </a:rPr>
              <a:t>Statistical Key figures are used in cost center allocation cycles to send costs to intercompany WBS elements to include in an intercompany cross charge. This could also be used for </a:t>
            </a:r>
            <a:r>
              <a:rPr kumimoji="0" lang="en-US" sz="1400" b="0" i="0" u="none" strike="noStrike" kern="1200" cap="none" spc="0" normalizeH="0" baseline="0" noProof="0" err="1">
                <a:ln>
                  <a:noFill/>
                </a:ln>
                <a:solidFill>
                  <a:srgbClr val="000000"/>
                </a:solidFill>
                <a:effectLst/>
                <a:uLnTx/>
                <a:uFillTx/>
                <a:latin typeface="Arial" panose="020B0604020202020204"/>
                <a:ea typeface="+mn-ea"/>
                <a:cs typeface="+mn-cs"/>
              </a:rPr>
              <a:t>opex</a:t>
            </a:r>
            <a:r>
              <a:rPr kumimoji="0" lang="en-US" sz="1400" b="0" i="0" u="none" strike="noStrike" kern="1200" cap="none" spc="0" normalizeH="0" baseline="0" noProof="0">
                <a:ln>
                  <a:noFill/>
                </a:ln>
                <a:solidFill>
                  <a:srgbClr val="000000"/>
                </a:solidFill>
                <a:effectLst/>
                <a:uLnTx/>
                <a:uFillTx/>
                <a:latin typeface="Arial" panose="020B0604020202020204"/>
                <a:ea typeface="+mn-ea"/>
                <a:cs typeface="+mn-cs"/>
              </a:rPr>
              <a:t> cost tracking if desired, and the SKF values can be viewed using transaction S_ALR_87013548</a:t>
            </a:r>
          </a:p>
        </p:txBody>
      </p:sp>
      <p:pic>
        <p:nvPicPr>
          <p:cNvPr id="9" name="Picture 8">
            <a:extLst>
              <a:ext uri="{FF2B5EF4-FFF2-40B4-BE49-F238E27FC236}">
                <a16:creationId xmlns:a16="http://schemas.microsoft.com/office/drawing/2014/main" id="{C077DEE9-C281-4D17-A714-0F0F8B03A3F7}"/>
              </a:ext>
            </a:extLst>
          </p:cNvPr>
          <p:cNvPicPr>
            <a:picLocks noChangeAspect="1"/>
          </p:cNvPicPr>
          <p:nvPr/>
        </p:nvPicPr>
        <p:blipFill>
          <a:blip r:embed="rId3"/>
          <a:stretch>
            <a:fillRect/>
          </a:stretch>
        </p:blipFill>
        <p:spPr>
          <a:xfrm>
            <a:off x="5759520" y="1450902"/>
            <a:ext cx="5660320" cy="3004610"/>
          </a:xfrm>
          <a:prstGeom prst="rect">
            <a:avLst/>
          </a:prstGeom>
          <a:effectLst>
            <a:outerShdw blurRad="292100" dist="139700" dir="2700000" algn="ctr" rotWithShape="0">
              <a:srgbClr val="000000">
                <a:alpha val="65000"/>
              </a:srgbClr>
            </a:outerShdw>
          </a:effectLst>
        </p:spPr>
      </p:pic>
      <p:pic>
        <p:nvPicPr>
          <p:cNvPr id="11" name="Picture 10">
            <a:extLst>
              <a:ext uri="{FF2B5EF4-FFF2-40B4-BE49-F238E27FC236}">
                <a16:creationId xmlns:a16="http://schemas.microsoft.com/office/drawing/2014/main" id="{3533A70C-E924-42AB-A827-6981B9E88184}"/>
              </a:ext>
            </a:extLst>
          </p:cNvPr>
          <p:cNvPicPr>
            <a:picLocks noChangeAspect="1"/>
          </p:cNvPicPr>
          <p:nvPr/>
        </p:nvPicPr>
        <p:blipFill>
          <a:blip r:embed="rId4"/>
          <a:stretch>
            <a:fillRect/>
          </a:stretch>
        </p:blipFill>
        <p:spPr>
          <a:xfrm>
            <a:off x="5759520" y="4612012"/>
            <a:ext cx="5660320" cy="1697015"/>
          </a:xfrm>
          <a:prstGeom prst="rect">
            <a:avLst/>
          </a:prstGeom>
          <a:effectLst>
            <a:outerShdw blurRad="292100" dist="139700" dir="5400000" algn="ctr" rotWithShape="0">
              <a:srgbClr val="000000">
                <a:alpha val="65000"/>
              </a:srgbClr>
            </a:outerShdw>
          </a:effectLst>
        </p:spPr>
      </p:pic>
      <p:pic>
        <p:nvPicPr>
          <p:cNvPr id="12" name="Picture 11">
            <a:extLst>
              <a:ext uri="{FF2B5EF4-FFF2-40B4-BE49-F238E27FC236}">
                <a16:creationId xmlns:a16="http://schemas.microsoft.com/office/drawing/2014/main" id="{9F72AE48-39B8-4DDC-B475-DD976EF1E3F0}"/>
              </a:ext>
            </a:extLst>
          </p:cNvPr>
          <p:cNvPicPr>
            <a:picLocks noChangeAspect="1"/>
          </p:cNvPicPr>
          <p:nvPr/>
        </p:nvPicPr>
        <p:blipFill>
          <a:blip r:embed="rId5"/>
          <a:stretch>
            <a:fillRect/>
          </a:stretch>
        </p:blipFill>
        <p:spPr>
          <a:xfrm>
            <a:off x="3089008" y="4711823"/>
            <a:ext cx="2610296" cy="469777"/>
          </a:xfrm>
          <a:prstGeom prst="rect">
            <a:avLst/>
          </a:prstGeom>
          <a:ln w="19050">
            <a:solidFill>
              <a:srgbClr val="FFC000"/>
            </a:solidFill>
            <a:prstDash val="dash"/>
          </a:ln>
        </p:spPr>
      </p:pic>
      <p:sp>
        <p:nvSpPr>
          <p:cNvPr id="13" name="Rectangle: Rounded Corners 12">
            <a:extLst>
              <a:ext uri="{FF2B5EF4-FFF2-40B4-BE49-F238E27FC236}">
                <a16:creationId xmlns:a16="http://schemas.microsoft.com/office/drawing/2014/main" id="{49F10F7E-7B22-403E-87EA-7A31EB8D4920}"/>
              </a:ext>
            </a:extLst>
          </p:cNvPr>
          <p:cNvSpPr/>
          <p:nvPr/>
        </p:nvSpPr>
        <p:spPr>
          <a:xfrm>
            <a:off x="3089008" y="2823198"/>
            <a:ext cx="2329064" cy="368776"/>
          </a:xfrm>
          <a:prstGeom prst="roundRect">
            <a:avLst/>
          </a:prstGeom>
          <a:solidFill>
            <a:schemeClr val="bg1"/>
          </a:solidFill>
          <a:ln w="19050">
            <a:solidFill>
              <a:schemeClr val="accent1"/>
            </a:solidFill>
          </a:ln>
        </p:spPr>
        <p:style>
          <a:lnRef idx="2">
            <a:schemeClr val="accent4">
              <a:shade val="50000"/>
            </a:schemeClr>
          </a:lnRef>
          <a:fillRef idx="1">
            <a:schemeClr val="accent4"/>
          </a:fillRef>
          <a:effectRef idx="0">
            <a:schemeClr val="accent4"/>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GB" sz="1000" b="1" i="0" u="none" strike="noStrike" kern="1200" cap="none" spc="0" normalizeH="0" baseline="0" noProof="0">
                <a:ln>
                  <a:noFill/>
                </a:ln>
                <a:solidFill>
                  <a:srgbClr val="00B2A9">
                    <a:lumMod val="50000"/>
                  </a:srgbClr>
                </a:solidFill>
                <a:effectLst/>
                <a:uLnTx/>
                <a:uFillTx/>
                <a:latin typeface="Arial" panose="020B0604020202020204"/>
                <a:ea typeface="+mn-ea"/>
                <a:cs typeface="+mn-cs"/>
              </a:rPr>
              <a:t>S_ALR_87013548 – Statistical Key Figure Actuals</a:t>
            </a:r>
          </a:p>
        </p:txBody>
      </p:sp>
      <p:sp>
        <p:nvSpPr>
          <p:cNvPr id="14" name="Rectangle: Rounded Corners 13">
            <a:extLst>
              <a:ext uri="{FF2B5EF4-FFF2-40B4-BE49-F238E27FC236}">
                <a16:creationId xmlns:a16="http://schemas.microsoft.com/office/drawing/2014/main" id="{733414E3-CD9E-481D-9B36-58A283D1FC6D}"/>
              </a:ext>
            </a:extLst>
          </p:cNvPr>
          <p:cNvSpPr/>
          <p:nvPr/>
        </p:nvSpPr>
        <p:spPr>
          <a:xfrm>
            <a:off x="9432224" y="1450902"/>
            <a:ext cx="2329064" cy="368776"/>
          </a:xfrm>
          <a:prstGeom prst="roundRect">
            <a:avLst/>
          </a:prstGeom>
          <a:solidFill>
            <a:schemeClr val="bg1"/>
          </a:solidFill>
          <a:ln w="19050">
            <a:solidFill>
              <a:schemeClr val="accent1"/>
            </a:solidFill>
          </a:ln>
        </p:spPr>
        <p:style>
          <a:lnRef idx="2">
            <a:schemeClr val="accent4">
              <a:shade val="50000"/>
            </a:schemeClr>
          </a:lnRef>
          <a:fillRef idx="1">
            <a:schemeClr val="accent4"/>
          </a:fillRef>
          <a:effectRef idx="0">
            <a:schemeClr val="accent4"/>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GB" sz="1000" b="1" i="0" u="none" strike="noStrike" kern="1200" cap="none" spc="0" normalizeH="0" baseline="0" noProof="0">
                <a:ln>
                  <a:noFill/>
                </a:ln>
                <a:solidFill>
                  <a:srgbClr val="00B2A9">
                    <a:lumMod val="50000"/>
                  </a:srgbClr>
                </a:solidFill>
                <a:effectLst/>
                <a:uLnTx/>
                <a:uFillTx/>
                <a:latin typeface="Arial" panose="020B0604020202020204"/>
                <a:ea typeface="+mn-ea"/>
                <a:cs typeface="+mn-cs"/>
              </a:rPr>
              <a:t>S_ALR_87013548 – Statistical Key Figure Actuals</a:t>
            </a:r>
          </a:p>
        </p:txBody>
      </p:sp>
      <p:sp>
        <p:nvSpPr>
          <p:cNvPr id="15" name="Rectangle: Rounded Corners 14">
            <a:extLst>
              <a:ext uri="{FF2B5EF4-FFF2-40B4-BE49-F238E27FC236}">
                <a16:creationId xmlns:a16="http://schemas.microsoft.com/office/drawing/2014/main" id="{B9BDA6A6-53F2-4152-8782-FA94952BCB65}"/>
              </a:ext>
            </a:extLst>
          </p:cNvPr>
          <p:cNvSpPr/>
          <p:nvPr/>
        </p:nvSpPr>
        <p:spPr>
          <a:xfrm>
            <a:off x="9432224" y="4612012"/>
            <a:ext cx="2329064" cy="368776"/>
          </a:xfrm>
          <a:prstGeom prst="roundRect">
            <a:avLst/>
          </a:prstGeom>
          <a:solidFill>
            <a:schemeClr val="bg1"/>
          </a:solidFill>
          <a:ln w="19050">
            <a:solidFill>
              <a:schemeClr val="accent1"/>
            </a:solidFill>
          </a:ln>
        </p:spPr>
        <p:style>
          <a:lnRef idx="2">
            <a:schemeClr val="accent4">
              <a:shade val="50000"/>
            </a:schemeClr>
          </a:lnRef>
          <a:fillRef idx="1">
            <a:schemeClr val="accent4"/>
          </a:fillRef>
          <a:effectRef idx="0">
            <a:schemeClr val="accent4"/>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GB" sz="1000" b="1" i="0" u="none" strike="noStrike" kern="1200" cap="none" spc="0" normalizeH="0" baseline="0" noProof="0">
                <a:ln>
                  <a:noFill/>
                </a:ln>
                <a:solidFill>
                  <a:srgbClr val="00B2A9">
                    <a:lumMod val="50000"/>
                  </a:srgbClr>
                </a:solidFill>
                <a:effectLst/>
                <a:uLnTx/>
                <a:uFillTx/>
                <a:latin typeface="Arial" panose="020B0604020202020204"/>
                <a:ea typeface="+mn-ea"/>
                <a:cs typeface="+mn-cs"/>
              </a:rPr>
              <a:t>KSB5 – Display Actual Cost Documents</a:t>
            </a:r>
          </a:p>
        </p:txBody>
      </p:sp>
    </p:spTree>
    <p:extLst>
      <p:ext uri="{BB962C8B-B14F-4D97-AF65-F5344CB8AC3E}">
        <p14:creationId xmlns:p14="http://schemas.microsoft.com/office/powerpoint/2010/main" val="2668324241"/>
      </p:ext>
    </p:extLst>
  </p:cSld>
  <p:clrMapOvr>
    <a:masterClrMapping/>
  </p:clrMapOvr>
</p:sld>
</file>

<file path=ppt/theme/theme1.xml><?xml version="1.0" encoding="utf-8"?>
<a:theme xmlns:a="http://schemas.openxmlformats.org/drawingml/2006/main" name="S4F-ERP G&amp;A &amp; Marketing Cost Management">
  <a:themeElements>
    <a:clrScheme name="Custom 9">
      <a:dk1>
        <a:srgbClr val="000000"/>
      </a:dk1>
      <a:lt1>
        <a:srgbClr val="FFFFFF"/>
      </a:lt1>
      <a:dk2>
        <a:srgbClr val="1A3040"/>
      </a:dk2>
      <a:lt2>
        <a:srgbClr val="DDDDDD"/>
      </a:lt2>
      <a:accent1>
        <a:srgbClr val="74D9D5"/>
      </a:accent1>
      <a:accent2>
        <a:srgbClr val="EAAA00"/>
      </a:accent2>
      <a:accent3>
        <a:srgbClr val="00B2A9"/>
      </a:accent3>
      <a:accent4>
        <a:srgbClr val="8031A7"/>
      </a:accent4>
      <a:accent5>
        <a:srgbClr val="E782A9"/>
      </a:accent5>
      <a:accent6>
        <a:srgbClr val="407EC9"/>
      </a:accent6>
      <a:hlink>
        <a:srgbClr val="0563C1"/>
      </a:hlink>
      <a:folHlink>
        <a:srgbClr val="954F72"/>
      </a:folHlink>
    </a:clrScheme>
    <a:fontScheme name="Arial">
      <a:majorFont>
        <a:latin typeface="Arial" panose="020B0604020202020204"/>
        <a:ea typeface=""/>
        <a:cs typeface=""/>
        <a:font script="Jpan" typeface="ＭＳ Ｐゴシック"/>
        <a:font script="Hang" typeface="굴림"/>
        <a:font script="Hans" typeface="黑体"/>
        <a:font script="Hant" typeface="微軟正黑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ajorFont>
      <a:minorFont>
        <a:latin typeface="Arial" panose="020B0604020202020204"/>
        <a:ea typeface=""/>
        <a:cs typeface=""/>
        <a:font script="Jpan" typeface="ＭＳ Ｐゴシック"/>
        <a:font script="Hang" typeface="굴림"/>
        <a:font script="Hans" typeface="黑体"/>
        <a:font script="Hant" typeface="微軟正黑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spDef>
      <a:spPr>
        <a:solidFill>
          <a:schemeClr val="accent3"/>
        </a:solidFill>
        <a:ln>
          <a:noFill/>
        </a:ln>
      </a:spPr>
      <a:bodyPr rtlCol="0" anchor="ctr"/>
      <a:lstStyle>
        <a:defPPr algn="ctr">
          <a:defRPr/>
        </a:defPPr>
      </a:lstStyle>
      <a:style>
        <a:lnRef idx="2">
          <a:schemeClr val="accent1">
            <a:shade val="50000"/>
          </a:schemeClr>
        </a:lnRef>
        <a:fillRef idx="1">
          <a:schemeClr val="accent1"/>
        </a:fillRef>
        <a:effectRef idx="0">
          <a:schemeClr val="accent1"/>
        </a:effectRef>
        <a:fontRef idx="minor">
          <a:schemeClr val="lt1"/>
        </a:fontRef>
      </a:style>
    </a:spDef>
    <a:lnDef>
      <a:spPr>
        <a:ln w="9525">
          <a:solidFill>
            <a:schemeClr val="tx1"/>
          </a:solidFill>
        </a:ln>
      </a:spPr>
      <a:bodyPr/>
      <a:lstStyle/>
      <a:style>
        <a:lnRef idx="1">
          <a:schemeClr val="accent1"/>
        </a:lnRef>
        <a:fillRef idx="0">
          <a:schemeClr val="accent1"/>
        </a:fillRef>
        <a:effectRef idx="0">
          <a:schemeClr val="accent1"/>
        </a:effectRef>
        <a:fontRef idx="minor">
          <a:schemeClr val="tx1"/>
        </a:fontRef>
      </a:style>
    </a:lnDef>
    <a:txDef>
      <a:spPr>
        <a:noFill/>
      </a:spPr>
      <a:bodyPr wrap="square" lIns="0" tIns="0" rIns="0" bIns="0" rtlCol="0">
        <a:noAutofit/>
      </a:bodyPr>
      <a:lstStyle>
        <a:defPPr algn="l">
          <a:defRPr dirty="0" err="1" smtClean="0"/>
        </a:defPPr>
      </a:lstStyle>
    </a:txDef>
  </a:objectDefaults>
  <a:extraClrSchemeLst/>
  <a:extLst>
    <a:ext uri="{05A4C25C-085E-4340-85A3-A5531E510DB2}">
      <thm15:themeFamily xmlns:thm15="http://schemas.microsoft.com/office/thememl/2012/main" name="S4F Template" id="{8187A0D7-44D4-4A4B-A36D-CEF7DE641DC2}" vid="{E04EDAD1-AFC5-BE4E-A44C-E641ABC5FF65}"/>
    </a:ext>
  </a:extLst>
</a:theme>
</file>

<file path=ppt/theme/theme2.xml><?xml version="1.0" encoding="utf-8"?>
<a:theme xmlns:a="http://schemas.openxmlformats.org/drawingml/2006/main" name="1_S4F-ERP G&amp;A &amp; Marketing Cost Management">
  <a:themeElements>
    <a:clrScheme name="Custom 9">
      <a:dk1>
        <a:srgbClr val="000000"/>
      </a:dk1>
      <a:lt1>
        <a:srgbClr val="FFFFFF"/>
      </a:lt1>
      <a:dk2>
        <a:srgbClr val="1A3040"/>
      </a:dk2>
      <a:lt2>
        <a:srgbClr val="DDDDDD"/>
      </a:lt2>
      <a:accent1>
        <a:srgbClr val="74D9D5"/>
      </a:accent1>
      <a:accent2>
        <a:srgbClr val="EAAA00"/>
      </a:accent2>
      <a:accent3>
        <a:srgbClr val="00B2A9"/>
      </a:accent3>
      <a:accent4>
        <a:srgbClr val="8031A7"/>
      </a:accent4>
      <a:accent5>
        <a:srgbClr val="E782A9"/>
      </a:accent5>
      <a:accent6>
        <a:srgbClr val="407EC9"/>
      </a:accent6>
      <a:hlink>
        <a:srgbClr val="0563C1"/>
      </a:hlink>
      <a:folHlink>
        <a:srgbClr val="954F72"/>
      </a:folHlink>
    </a:clrScheme>
    <a:fontScheme name="Arial">
      <a:majorFont>
        <a:latin typeface="Arial" panose="020B0604020202020204"/>
        <a:ea typeface=""/>
        <a:cs typeface=""/>
        <a:font script="Jpan" typeface="ＭＳ Ｐゴシック"/>
        <a:font script="Hang" typeface="굴림"/>
        <a:font script="Hans" typeface="黑体"/>
        <a:font script="Hant" typeface="微軟正黑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ajorFont>
      <a:minorFont>
        <a:latin typeface="Arial" panose="020B0604020202020204"/>
        <a:ea typeface=""/>
        <a:cs typeface=""/>
        <a:font script="Jpan" typeface="ＭＳ Ｐゴシック"/>
        <a:font script="Hang" typeface="굴림"/>
        <a:font script="Hans" typeface="黑体"/>
        <a:font script="Hant" typeface="微軟正黑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spDef>
      <a:spPr>
        <a:solidFill>
          <a:schemeClr val="accent3"/>
        </a:solidFill>
        <a:ln>
          <a:noFill/>
        </a:ln>
      </a:spPr>
      <a:bodyPr rtlCol="0" anchor="ctr"/>
      <a:lstStyle>
        <a:defPPr algn="ctr">
          <a:defRPr/>
        </a:defPPr>
      </a:lstStyle>
      <a:style>
        <a:lnRef idx="2">
          <a:schemeClr val="accent1">
            <a:shade val="50000"/>
          </a:schemeClr>
        </a:lnRef>
        <a:fillRef idx="1">
          <a:schemeClr val="accent1"/>
        </a:fillRef>
        <a:effectRef idx="0">
          <a:schemeClr val="accent1"/>
        </a:effectRef>
        <a:fontRef idx="minor">
          <a:schemeClr val="lt1"/>
        </a:fontRef>
      </a:style>
    </a:spDef>
    <a:lnDef>
      <a:spPr>
        <a:ln w="9525">
          <a:solidFill>
            <a:schemeClr val="tx1"/>
          </a:solidFill>
        </a:ln>
      </a:spPr>
      <a:bodyPr/>
      <a:lstStyle/>
      <a:style>
        <a:lnRef idx="1">
          <a:schemeClr val="accent1"/>
        </a:lnRef>
        <a:fillRef idx="0">
          <a:schemeClr val="accent1"/>
        </a:fillRef>
        <a:effectRef idx="0">
          <a:schemeClr val="accent1"/>
        </a:effectRef>
        <a:fontRef idx="minor">
          <a:schemeClr val="tx1"/>
        </a:fontRef>
      </a:style>
    </a:lnDef>
    <a:txDef>
      <a:spPr>
        <a:noFill/>
      </a:spPr>
      <a:bodyPr wrap="square" lIns="0" tIns="0" rIns="0" bIns="0" rtlCol="0">
        <a:noAutofit/>
      </a:bodyPr>
      <a:lstStyle>
        <a:defPPr algn="l">
          <a:defRPr dirty="0" err="1" smtClean="0"/>
        </a:defPPr>
      </a:lstStyle>
    </a:txDef>
  </a:objectDefaults>
  <a:extraClrSchemeLst/>
  <a:extLst>
    <a:ext uri="{05A4C25C-085E-4340-85A3-A5531E510DB2}">
      <thm15:themeFamily xmlns:thm15="http://schemas.microsoft.com/office/thememl/2012/main" name="S4F Template" id="{8187A0D7-44D4-4A4B-A36D-CEF7DE641DC2}" vid="{E04EDAD1-AFC5-BE4E-A44C-E641ABC5FF65}"/>
    </a:ext>
  </a:extLst>
</a:theme>
</file>

<file path=ppt/theme/theme3.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customXml/_rels/item1.xml.rels><?xml version="1.0" encoding="UTF-8" standalone="yes"?>
<Relationships xmlns="http://schemas.openxmlformats.org/package/2006/relationships"><Relationship Id="rId1" Type="http://schemas.openxmlformats.org/officeDocument/2006/relationships/customXmlProps" Target="itemProps1.xml"/></Relationships>
</file>

<file path=customXml/_rels/item2.xml.rels><?xml version="1.0" encoding="UTF-8" standalone="yes"?>
<Relationships xmlns="http://schemas.openxmlformats.org/package/2006/relationships"><Relationship Id="rId1" Type="http://schemas.openxmlformats.org/officeDocument/2006/relationships/customXmlProps" Target="itemProps2.xml"/></Relationships>
</file>

<file path=customXml/_rels/item3.xml.rels><?xml version="1.0" encoding="UTF-8" standalone="yes"?>
<Relationships xmlns="http://schemas.openxmlformats.org/package/2006/relationships"><Relationship Id="rId1" Type="http://schemas.openxmlformats.org/officeDocument/2006/relationships/customXmlProps" Target="itemProps3.xml"/></Relationships>
</file>

<file path=customXml/item1.xml><?xml version="1.0" encoding="utf-8"?>
<ct:contentTypeSchema xmlns:ct="http://schemas.microsoft.com/office/2006/metadata/contentType" xmlns:ma="http://schemas.microsoft.com/office/2006/metadata/properties/metaAttributes" ct:_="" ma:_="" ma:contentTypeName="Документ" ma:contentTypeID="0x010100EA691DA1475FED40816A34A9887BD419" ma:contentTypeVersion="26" ma:contentTypeDescription="Создание документа." ma:contentTypeScope="" ma:versionID="559e90d719ff0254e378a0bb7967f071">
  <xsd:schema xmlns:xsd="http://www.w3.org/2001/XMLSchema" xmlns:xs="http://www.w3.org/2001/XMLSchema" xmlns:p="http://schemas.microsoft.com/office/2006/metadata/properties" xmlns:ns1="http://schemas.microsoft.com/sharepoint/v3" xmlns:ns2="91871c47-af2e-43ea-ad3f-7bb4c536bc45" xmlns:ns3="ba249638-b5c4-4b59-8094-70d8491c2e9c" xmlns:ns4="cb52ee0d-5346-4ae8-a9f9-d746adffeb6b" targetNamespace="http://schemas.microsoft.com/office/2006/metadata/properties" ma:root="true" ma:fieldsID="a3b096dd063bdcacd4429cc4e08033be" ns1:_="" ns2:_="" ns3:_="" ns4:_="">
    <xsd:import namespace="http://schemas.microsoft.com/sharepoint/v3"/>
    <xsd:import namespace="91871c47-af2e-43ea-ad3f-7bb4c536bc45"/>
    <xsd:import namespace="ba249638-b5c4-4b59-8094-70d8491c2e9c"/>
    <xsd:import namespace="cb52ee0d-5346-4ae8-a9f9-d746adffeb6b"/>
    <xsd:element name="properties">
      <xsd:complexType>
        <xsd:sequence>
          <xsd:element name="documentManagement">
            <xsd:complexType>
              <xsd:all>
                <xsd:element ref="ns2:MediaServiceMetadata" minOccurs="0"/>
                <xsd:element ref="ns2:MediaServiceFastMetadata" minOccurs="0"/>
                <xsd:element ref="ns3:SharedWithUsers" minOccurs="0"/>
                <xsd:element ref="ns3:SharedWithDetails" minOccurs="0"/>
                <xsd:element ref="ns2:MediaServiceDateTaken" minOccurs="0"/>
                <xsd:element ref="ns2:MediaServiceAutoKeyPoints" minOccurs="0"/>
                <xsd:element ref="ns2:MediaServiceKeyPoints" minOccurs="0"/>
                <xsd:element ref="ns2:MediaLengthInSeconds" minOccurs="0"/>
                <xsd:element ref="ns2:ReportDate" minOccurs="0"/>
                <xsd:element ref="ns2:MediaServiceAutoTags" minOccurs="0"/>
                <xsd:element ref="ns2:lcf76f155ced4ddcb4097134ff3c332f" minOccurs="0"/>
                <xsd:element ref="ns4:TaxCatchAll" minOccurs="0"/>
                <xsd:element ref="ns2:MediaServiceGenerationTime" minOccurs="0"/>
                <xsd:element ref="ns2:MediaServiceEventHashCode" minOccurs="0"/>
                <xsd:element ref="ns2:MediaServiceOCR" minOccurs="0"/>
                <xsd:element ref="ns2:MediaServiceLocation" minOccurs="0"/>
                <xsd:element ref="ns2:MediaServiceObjectDetectorVersions" minOccurs="0"/>
                <xsd:element ref="ns2:MediaServiceSearchProperties" minOccurs="0"/>
                <xsd:element ref="ns1:_ip_UnifiedCompliancePolicyProperties" minOccurs="0"/>
                <xsd:element ref="ns1:_ip_UnifiedCompliancePolicyUIAction" minOccurs="0"/>
                <xsd:element ref="ns2:Remarks" minOccurs="0"/>
                <xsd:element ref="ns2:Details" minOccurs="0"/>
                <xsd:element ref="ns2:FolderInfo" minOccurs="0"/>
                <xsd:element ref="ns2:T_x002d_Code" minOccurs="0"/>
                <xsd:element ref="ns2:MediaServiceBillingMetadata" minOccurs="0"/>
              </xsd:all>
            </xsd:complexType>
          </xsd:element>
        </xsd:sequence>
      </xsd:complexType>
    </xsd:element>
  </xsd:schema>
  <xsd:schema xmlns:xsd="http://www.w3.org/2001/XMLSchema" xmlns:xs="http://www.w3.org/2001/XMLSchema" xmlns:dms="http://schemas.microsoft.com/office/2006/documentManagement/types" xmlns:pc="http://schemas.microsoft.com/office/infopath/2007/PartnerControls" targetNamespace="http://schemas.microsoft.com/sharepoint/v3" elementFormDefault="qualified">
    <xsd:import namespace="http://schemas.microsoft.com/office/2006/documentManagement/types"/>
    <xsd:import namespace="http://schemas.microsoft.com/office/infopath/2007/PartnerControls"/>
    <xsd:element name="_ip_UnifiedCompliancePolicyProperties" ma:index="27" nillable="true" ma:displayName="Свойства единой политики соответствия требованиям" ma:hidden="true" ma:internalName="_ip_UnifiedCompliancePolicyProperties">
      <xsd:simpleType>
        <xsd:restriction base="dms:Note"/>
      </xsd:simpleType>
    </xsd:element>
    <xsd:element name="_ip_UnifiedCompliancePolicyUIAction" ma:index="28" nillable="true" ma:displayName="Действие с пользовательским интерфейсом в рамках единой политики соответствия требованиям" ma:hidden="true" ma:internalName="_ip_UnifiedCompliancePolicyUIAction">
      <xsd:simpleType>
        <xsd:restriction base="dms:Text"/>
      </xsd:simpleType>
    </xsd:element>
  </xsd:schema>
  <xsd:schema xmlns:xsd="http://www.w3.org/2001/XMLSchema" xmlns:xs="http://www.w3.org/2001/XMLSchema" xmlns:dms="http://schemas.microsoft.com/office/2006/documentManagement/types" xmlns:pc="http://schemas.microsoft.com/office/infopath/2007/PartnerControls" targetNamespace="91871c47-af2e-43ea-ad3f-7bb4c536bc45" elementFormDefault="qualified">
    <xsd:import namespace="http://schemas.microsoft.com/office/2006/documentManagement/types"/>
    <xsd:import namespace="http://schemas.microsoft.com/office/infopath/2007/PartnerControls"/>
    <xsd:element name="MediaServiceMetadata" ma:index="8" nillable="true" ma:displayName="MediaServiceMetadata" ma:hidden="true" ma:internalName="MediaServiceMetadata" ma:readOnly="true">
      <xsd:simpleType>
        <xsd:restriction base="dms:Note"/>
      </xsd:simpleType>
    </xsd:element>
    <xsd:element name="MediaServiceFastMetadata" ma:index="9" nillable="true" ma:displayName="MediaServiceFastMetadata" ma:hidden="true" ma:internalName="MediaServiceFastMetadata" ma:readOnly="true">
      <xsd:simpleType>
        <xsd:restriction base="dms:Note"/>
      </xsd:simpleType>
    </xsd:element>
    <xsd:element name="MediaServiceDateTaken" ma:index="12" nillable="true" ma:displayName="MediaServiceDateTaken" ma:hidden="true" ma:internalName="MediaServiceDateTaken" ma:readOnly="true">
      <xsd:simpleType>
        <xsd:restriction base="dms:Text"/>
      </xsd:simpleType>
    </xsd:element>
    <xsd:element name="MediaServiceAutoKeyPoints" ma:index="13" nillable="true" ma:displayName="MediaServiceAutoKeyPoints" ma:hidden="true" ma:internalName="MediaServiceAutoKeyPoints" ma:readOnly="true">
      <xsd:simpleType>
        <xsd:restriction base="dms:Note"/>
      </xsd:simpleType>
    </xsd:element>
    <xsd:element name="MediaServiceKeyPoints" ma:index="14" nillable="true" ma:displayName="KeyPoints" ma:internalName="MediaServiceKeyPoints" ma:readOnly="true">
      <xsd:simpleType>
        <xsd:restriction base="dms:Note">
          <xsd:maxLength value="255"/>
        </xsd:restriction>
      </xsd:simpleType>
    </xsd:element>
    <xsd:element name="MediaLengthInSeconds" ma:index="15" nillable="true" ma:displayName="Length (seconds)" ma:internalName="MediaLengthInSeconds" ma:readOnly="true">
      <xsd:simpleType>
        <xsd:restriction base="dms:Unknown"/>
      </xsd:simpleType>
    </xsd:element>
    <xsd:element name="ReportDate" ma:index="16" nillable="true" ma:displayName="Report Date" ma:format="DateOnly" ma:internalName="ReportDate">
      <xsd:simpleType>
        <xsd:restriction base="dms:DateTime"/>
      </xsd:simpleType>
    </xsd:element>
    <xsd:element name="MediaServiceAutoTags" ma:index="17" nillable="true" ma:displayName="Tags" ma:internalName="MediaServiceAutoTags" ma:readOnly="true">
      <xsd:simpleType>
        <xsd:restriction base="dms:Text"/>
      </xsd:simpleType>
    </xsd:element>
    <xsd:element name="lcf76f155ced4ddcb4097134ff3c332f" ma:index="19" nillable="true" ma:taxonomy="true" ma:internalName="lcf76f155ced4ddcb4097134ff3c332f" ma:taxonomyFieldName="MediaServiceImageTags" ma:displayName="Теги изображений" ma:readOnly="false" ma:fieldId="{5cf76f15-5ced-4ddc-b409-7134ff3c332f}" ma:taxonomyMulti="true" ma:sspId="c3dfe741-475c-44cf-bcd4-46bfd3fd0691" ma:termSetId="09814cd3-568e-fe90-9814-8d621ff8fb84" ma:anchorId="fba54fb3-c3e1-fe81-a776-ca4b69148c4d" ma:open="true" ma:isKeyword="false">
      <xsd:complexType>
        <xsd:sequence>
          <xsd:element ref="pc:Terms" minOccurs="0" maxOccurs="1"/>
        </xsd:sequence>
      </xsd:complexType>
    </xsd:element>
    <xsd:element name="MediaServiceGenerationTime" ma:index="21" nillable="true" ma:displayName="MediaServiceGenerationTime" ma:hidden="true" ma:internalName="MediaServiceGenerationTime" ma:readOnly="true">
      <xsd:simpleType>
        <xsd:restriction base="dms:Text"/>
      </xsd:simpleType>
    </xsd:element>
    <xsd:element name="MediaServiceEventHashCode" ma:index="22" nillable="true" ma:displayName="MediaServiceEventHashCode" ma:hidden="true" ma:internalName="MediaServiceEventHashCode" ma:readOnly="true">
      <xsd:simpleType>
        <xsd:restriction base="dms:Text"/>
      </xsd:simpleType>
    </xsd:element>
    <xsd:element name="MediaServiceOCR" ma:index="23" nillable="true" ma:displayName="Extracted Text" ma:internalName="MediaServiceOCR" ma:readOnly="true">
      <xsd:simpleType>
        <xsd:restriction base="dms:Note">
          <xsd:maxLength value="255"/>
        </xsd:restriction>
      </xsd:simpleType>
    </xsd:element>
    <xsd:element name="MediaServiceLocation" ma:index="24" nillable="true" ma:displayName="Location" ma:indexed="true" ma:internalName="MediaServiceLocation" ma:readOnly="true">
      <xsd:simpleType>
        <xsd:restriction base="dms:Text"/>
      </xsd:simpleType>
    </xsd:element>
    <xsd:element name="MediaServiceObjectDetectorVersions" ma:index="25" nillable="true" ma:displayName="MediaServiceObjectDetectorVersions" ma:hidden="true" ma:indexed="true" ma:internalName="MediaServiceObjectDetectorVersions" ma:readOnly="true">
      <xsd:simpleType>
        <xsd:restriction base="dms:Text"/>
      </xsd:simpleType>
    </xsd:element>
    <xsd:element name="MediaServiceSearchProperties" ma:index="26" nillable="true" ma:displayName="MediaServiceSearchProperties" ma:hidden="true" ma:internalName="MediaServiceSearchProperties" ma:readOnly="true">
      <xsd:simpleType>
        <xsd:restriction base="dms:Note"/>
      </xsd:simpleType>
    </xsd:element>
    <xsd:element name="Remarks" ma:index="29" nillable="true" ma:displayName="Remarks" ma:format="Dropdown" ma:internalName="Remarks">
      <xsd:simpleType>
        <xsd:restriction base="dms:Text">
          <xsd:maxLength value="255"/>
        </xsd:restriction>
      </xsd:simpleType>
    </xsd:element>
    <xsd:element name="Details" ma:index="30" nillable="true" ma:displayName="Details" ma:format="Dropdown" ma:internalName="Details">
      <xsd:simpleType>
        <xsd:restriction base="dms:Note">
          <xsd:maxLength value="255"/>
        </xsd:restriction>
      </xsd:simpleType>
    </xsd:element>
    <xsd:element name="FolderInfo" ma:index="31" nillable="true" ma:displayName="Folder/File Info" ma:format="Dropdown" ma:internalName="FolderInfo">
      <xsd:simpleType>
        <xsd:restriction base="dms:Note">
          <xsd:maxLength value="255"/>
        </xsd:restriction>
      </xsd:simpleType>
    </xsd:element>
    <xsd:element name="T_x002d_Code" ma:index="32" nillable="true" ma:displayName="T-Code" ma:format="Dropdown" ma:internalName="T_x002d_Code">
      <xsd:simpleType>
        <xsd:restriction base="dms:Text">
          <xsd:maxLength value="255"/>
        </xsd:restriction>
      </xsd:simpleType>
    </xsd:element>
    <xsd:element name="MediaServiceBillingMetadata" ma:index="33" nillable="true" ma:displayName="MediaServiceBillingMetadata" ma:hidden="true" ma:internalName="MediaServiceBillingMetadata" ma:readOnly="true">
      <xsd:simpleType>
        <xsd:restriction base="dms:Note"/>
      </xsd:simpleType>
    </xsd:element>
  </xsd:schema>
  <xsd:schema xmlns:xsd="http://www.w3.org/2001/XMLSchema" xmlns:xs="http://www.w3.org/2001/XMLSchema" xmlns:dms="http://schemas.microsoft.com/office/2006/documentManagement/types" xmlns:pc="http://schemas.microsoft.com/office/infopath/2007/PartnerControls" targetNamespace="ba249638-b5c4-4b59-8094-70d8491c2e9c" elementFormDefault="qualified">
    <xsd:import namespace="http://schemas.microsoft.com/office/2006/documentManagement/types"/>
    <xsd:import namespace="http://schemas.microsoft.com/office/infopath/2007/PartnerControls"/>
    <xsd:element name="SharedWithUsers" ma:index="10" nillable="true" ma:displayName="Общий доступ с использованием" ma:internalName="SharedWithUsers" ma:readOnly="true">
      <xsd:complexType>
        <xsd:complexContent>
          <xsd:extension base="dms:UserMulti">
            <xsd:sequence>
              <xsd:element name="UserInfo" minOccurs="0" maxOccurs="unbounded">
                <xsd:complexType>
                  <xsd:sequence>
                    <xsd:element name="DisplayName" type="xsd:string" minOccurs="0"/>
                    <xsd:element name="AccountId" type="dms:UserId" minOccurs="0" nillable="true"/>
                    <xsd:element name="AccountType" type="xsd:string" minOccurs="0"/>
                  </xsd:sequence>
                </xsd:complexType>
              </xsd:element>
            </xsd:sequence>
          </xsd:extension>
        </xsd:complexContent>
      </xsd:complexType>
    </xsd:element>
    <xsd:element name="SharedWithDetails" ma:index="11" nillable="true" ma:displayName="Совместно с подробностями" ma:internalName="SharedWithDetails" ma:readOnly="true">
      <xsd:simpleType>
        <xsd:restriction base="dms:Note">
          <xsd:maxLength value="255"/>
        </xsd:restriction>
      </xsd:simpleType>
    </xsd:element>
  </xsd:schema>
  <xsd:schema xmlns:xsd="http://www.w3.org/2001/XMLSchema" xmlns:xs="http://www.w3.org/2001/XMLSchema" xmlns:dms="http://schemas.microsoft.com/office/2006/documentManagement/types" xmlns:pc="http://schemas.microsoft.com/office/infopath/2007/PartnerControls" targetNamespace="cb52ee0d-5346-4ae8-a9f9-d746adffeb6b" elementFormDefault="qualified">
    <xsd:import namespace="http://schemas.microsoft.com/office/2006/documentManagement/types"/>
    <xsd:import namespace="http://schemas.microsoft.com/office/infopath/2007/PartnerControls"/>
    <xsd:element name="TaxCatchAll" ma:index="20" nillable="true" ma:displayName="Taxonomy Catch All Column" ma:hidden="true" ma:list="{4cb22aed-3451-4198-9f27-006c28665e31}" ma:internalName="TaxCatchAll" ma:showField="CatchAllData" ma:web="cb52ee0d-5346-4ae8-a9f9-d746adffeb6b">
      <xsd:complexType>
        <xsd:complexContent>
          <xsd:extension base="dms:MultiChoiceLookup">
            <xsd:sequence>
              <xsd:element name="Value" type="dms:Lookup" maxOccurs="unbounded" minOccurs="0" nillable="true"/>
            </xsd:sequence>
          </xsd:extension>
        </xsd:complexContent>
      </xsd:complexType>
    </xsd:element>
  </xsd:schema>
  <xsd:schema xmlns="http://schemas.openxmlformats.org/package/2006/metadata/core-properties" xmlns:xsd="http://www.w3.org/2001/XMLSchema" xmlns:xsi="http://www.w3.org/2001/XMLSchema-instance" xmlns:dc="http://purl.org/dc/elements/1.1/" xmlns:dcterms="http://purl.org/dc/terms/" xmlns:odoc="http://schemas.microsoft.com/internal/obd" targetNamespace="http://schemas.openxmlformats.org/package/2006/metadata/core-properties" elementFormDefault="qualified" attributeFormDefault="unqualified" blockDefault="#all">
    <xsd:import namespace="http://purl.org/dc/elements/1.1/" schemaLocation="http://dublincore.org/schemas/xmls/qdc/2003/04/02/dc.xsd"/>
    <xsd:import namespace="http://purl.org/dc/terms/" schemaLocation="http://dublincore.org/schemas/xmls/qdc/2003/04/02/dcterms.xsd"/>
    <xsd:element name="coreProperties" type="CT_coreProperties"/>
    <xsd:complexType name="CT_coreProperties">
      <xsd:all>
        <xsd:element ref="dc:creator" minOccurs="0" maxOccurs="1"/>
        <xsd:element ref="dcterms:created" minOccurs="0" maxOccurs="1"/>
        <xsd:element ref="dc:identifier" minOccurs="0" maxOccurs="1"/>
        <xsd:element name="contentType" minOccurs="0" maxOccurs="1" type="xsd:string" ma:index="0" ma:displayName="Тип контента"/>
        <xsd:element ref="dc:title" minOccurs="0" maxOccurs="1" ma:index="4" ma:displayName="Название"/>
        <xsd:element ref="dc:subject" minOccurs="0" maxOccurs="1"/>
        <xsd:element ref="dc:description" minOccurs="0" maxOccurs="1"/>
        <xsd:element name="keywords" minOccurs="0" maxOccurs="1" type="xsd:string"/>
        <xsd:element ref="dc:language" minOccurs="0" maxOccurs="1"/>
        <xsd:element name="category" minOccurs="0" maxOccurs="1" type="xsd:string"/>
        <xsd:element name="version" minOccurs="0" maxOccurs="1" type="xsd:string"/>
        <xsd:element name="revision" minOccurs="0" maxOccurs="1" type="xsd:string">
          <xsd:annotation>
            <xsd:documentation>
                        This value indicates the number of saves or revisions. The application is responsible for updating this value after each revision.
                    </xsd:documentation>
          </xsd:annotation>
        </xsd:element>
        <xsd:element name="lastModifiedBy" minOccurs="0" maxOccurs="1" type="xsd:string"/>
        <xsd:element ref="dcterms:modified" minOccurs="0" maxOccurs="1"/>
        <xsd:element name="contentStatus" minOccurs="0" maxOccurs="1" type="xsd:string"/>
      </xsd:all>
    </xsd:complexType>
  </xsd:schema>
  <xs:schema xmlns:pc="http://schemas.microsoft.com/office/infopath/2007/PartnerControls" xmlns:xs="http://www.w3.org/2001/XMLSchema" targetNamespace="http://schemas.microsoft.com/office/infopath/2007/PartnerControls" elementFormDefault="qualified" attributeFormDefault="unqualified">
    <xs:element name="Person">
      <xs:complexType>
        <xs:sequence>
          <xs:element ref="pc:DisplayName" minOccurs="0"/>
          <xs:element ref="pc:AccountId" minOccurs="0"/>
          <xs:element ref="pc:AccountType" minOccurs="0"/>
        </xs:sequence>
      </xs:complexType>
    </xs:element>
    <xs:element name="DisplayName" type="xs:string"/>
    <xs:element name="AccountId" type="xs:string"/>
    <xs:element name="AccountType" type="xs:string"/>
    <xs:element name="BDCAssociatedEntity">
      <xs:complexType>
        <xs:sequence>
          <xs:element ref="pc:BDCEntity" minOccurs="0" maxOccurs="unbounded"/>
        </xs:sequence>
        <xs:attribute ref="pc:EntityNamespace"/>
        <xs:attribute ref="pc:EntityName"/>
        <xs:attribute ref="pc:SystemInstanceName"/>
        <xs:attribute ref="pc:AssociationName"/>
      </xs:complexType>
    </xs:element>
    <xs:attribute name="EntityNamespace" type="xs:string"/>
    <xs:attribute name="EntityName" type="xs:string"/>
    <xs:attribute name="SystemInstanceName" type="xs:string"/>
    <xs:attribute name="AssociationName" type="xs:string"/>
    <xs:element name="BDCEntity">
      <xs:complexType>
        <xs:sequence>
          <xs:element ref="pc:EntityDisplayName" minOccurs="0"/>
          <xs:element ref="pc:EntityInstanceReference" minOccurs="0"/>
          <xs:element ref="pc:EntityId1" minOccurs="0"/>
          <xs:element ref="pc:EntityId2" minOccurs="0"/>
          <xs:element ref="pc:EntityId3" minOccurs="0"/>
          <xs:element ref="pc:EntityId4" minOccurs="0"/>
          <xs:element ref="pc:EntityId5" minOccurs="0"/>
        </xs:sequence>
      </xs:complexType>
    </xs:element>
    <xs:element name="EntityDisplayName" type="xs:string"/>
    <xs:element name="EntityInstanceReference" type="xs:string"/>
    <xs:element name="EntityId1" type="xs:string"/>
    <xs:element name="EntityId2" type="xs:string"/>
    <xs:element name="EntityId3" type="xs:string"/>
    <xs:element name="EntityId4" type="xs:string"/>
    <xs:element name="EntityId5" type="xs:string"/>
    <xs:element name="Terms">
      <xs:complexType>
        <xs:sequence>
          <xs:element ref="pc:TermInfo" minOccurs="0" maxOccurs="unbounded"/>
        </xs:sequence>
      </xs:complexType>
    </xs:element>
    <xs:element name="TermInfo">
      <xs:complexType>
        <xs:sequence>
          <xs:element ref="pc:TermName" minOccurs="0"/>
          <xs:element ref="pc:TermId" minOccurs="0"/>
        </xs:sequence>
      </xs:complexType>
    </xs:element>
    <xs:element name="TermName" type="xs:string"/>
    <xs:element name="TermId" type="xs:string"/>
  </xs:schema>
</ct:contentTypeSchema>
</file>

<file path=customXml/item2.xml><?xml version="1.0" encoding="utf-8"?>
<?mso-contentType ?>
<FormTemplates xmlns="http://schemas.microsoft.com/sharepoint/v3/contenttype/forms">
  <Display>DocumentLibraryForm</Display>
  <Edit>DocumentLibraryForm</Edit>
  <New>DocumentLibraryForm</New>
</FormTemplates>
</file>

<file path=customXml/item3.xml><?xml version="1.0" encoding="utf-8"?>
<p:properties xmlns:p="http://schemas.microsoft.com/office/2006/metadata/properties" xmlns:xsi="http://www.w3.org/2001/XMLSchema-instance" xmlns:pc="http://schemas.microsoft.com/office/infopath/2007/PartnerControls">
  <documentManagement>
    <SharedWithUsers xmlns="ba249638-b5c4-4b59-8094-70d8491c2e9c">
      <UserInfo>
        <DisplayName/>
        <AccountId xsi:nil="true"/>
        <AccountType/>
      </UserInfo>
    </SharedWithUsers>
    <ReportDate xmlns="91871c47-af2e-43ea-ad3f-7bb4c536bc45" xsi:nil="true"/>
    <lcf76f155ced4ddcb4097134ff3c332f xmlns="91871c47-af2e-43ea-ad3f-7bb4c536bc45">
      <Terms xmlns="http://schemas.microsoft.com/office/infopath/2007/PartnerControls"/>
    </lcf76f155ced4ddcb4097134ff3c332f>
    <TaxCatchAll xmlns="cb52ee0d-5346-4ae8-a9f9-d746adffeb6b" xsi:nil="true"/>
    <_ip_UnifiedCompliancePolicyUIAction xmlns="http://schemas.microsoft.com/sharepoint/v3" xsi:nil="true"/>
    <_ip_UnifiedCompliancePolicyProperties xmlns="http://schemas.microsoft.com/sharepoint/v3" xsi:nil="true"/>
    <Details xmlns="91871c47-af2e-43ea-ad3f-7bb4c536bc45" xsi:nil="true"/>
    <FolderInfo xmlns="91871c47-af2e-43ea-ad3f-7bb4c536bc45" xsi:nil="true"/>
    <Remarks xmlns="91871c47-af2e-43ea-ad3f-7bb4c536bc45" xsi:nil="true"/>
    <T_x002d_Code xmlns="91871c47-af2e-43ea-ad3f-7bb4c536bc45" xsi:nil="true"/>
  </documentManagement>
</p:properties>
</file>

<file path=customXml/itemProps1.xml><?xml version="1.0" encoding="utf-8"?>
<ds:datastoreItem xmlns:ds="http://schemas.openxmlformats.org/officeDocument/2006/customXml" ds:itemID="{B332F907-6A1D-42B7-BB14-D1D75085DEE0}"/>
</file>

<file path=customXml/itemProps2.xml><?xml version="1.0" encoding="utf-8"?>
<ds:datastoreItem xmlns:ds="http://schemas.openxmlformats.org/officeDocument/2006/customXml" ds:itemID="{A9D5B53B-B9A6-412D-9FDB-C4EA2334BA3A}">
  <ds:schemaRefs>
    <ds:schemaRef ds:uri="http://schemas.microsoft.com/sharepoint/v3/contenttype/forms"/>
  </ds:schemaRefs>
</ds:datastoreItem>
</file>

<file path=customXml/itemProps3.xml><?xml version="1.0" encoding="utf-8"?>
<ds:datastoreItem xmlns:ds="http://schemas.openxmlformats.org/officeDocument/2006/customXml" ds:itemID="{93CC602B-22A3-4C29-9589-822F6A7BF74B}">
  <ds:schemaRefs>
    <ds:schemaRef ds:uri="http://www.w3.org/XML/1998/namespace"/>
    <ds:schemaRef ds:uri="ba249638-b5c4-4b59-8094-70d8491c2e9c"/>
    <ds:schemaRef ds:uri="http://purl.org/dc/terms/"/>
    <ds:schemaRef ds:uri="http://schemas.microsoft.com/office/2006/documentManagement/types"/>
    <ds:schemaRef ds:uri="http://schemas.microsoft.com/office/2006/metadata/properties"/>
    <ds:schemaRef ds:uri="http://schemas.microsoft.com/office/infopath/2007/PartnerControls"/>
    <ds:schemaRef ds:uri="http://purl.org/dc/elements/1.1/"/>
    <ds:schemaRef ds:uri="http://schemas.openxmlformats.org/package/2006/metadata/core-properties"/>
    <ds:schemaRef ds:uri="cb52ee0d-5346-4ae8-a9f9-d746adffeb6b"/>
    <ds:schemaRef ds:uri="91871c47-af2e-43ea-ad3f-7bb4c536bc45"/>
    <ds:schemaRef ds:uri="http://purl.org/dc/dcmitype/"/>
  </ds:schemaRefs>
</ds:datastoreItem>
</file>

<file path=docMetadata/LabelInfo.xml><?xml version="1.0" encoding="utf-8"?>
<clbl:labelList xmlns:clbl="http://schemas.microsoft.com/office/2020/mipLabelMetadata">
  <clbl:label id="{b020b37f-db72-473e-ae54-fb16df408069}" enabled="1" method="Standard" siteId="{705d07a3-2eea-4f3b-ab59-65ca29abeb26}" removed="0"/>
</clbl:labelList>
</file>

<file path=docProps/app.xml><?xml version="1.0" encoding="utf-8"?>
<Properties xmlns="http://schemas.openxmlformats.org/officeDocument/2006/extended-properties" xmlns:vt="http://schemas.openxmlformats.org/officeDocument/2006/docPropsVTypes">
  <TotalTime>0</TotalTime>
  <Words>1379</Words>
  <Application>Microsoft Office PowerPoint</Application>
  <PresentationFormat>Widescreen</PresentationFormat>
  <Paragraphs>162</Paragraphs>
  <Slides>13</Slides>
  <Notes>0</Notes>
  <HiddenSlides>0</HiddenSlides>
  <MMClips>0</MMClips>
  <ScaleCrop>false</ScaleCrop>
  <HeadingPairs>
    <vt:vector size="6" baseType="variant">
      <vt:variant>
        <vt:lpstr>Fonts Used</vt:lpstr>
      </vt:variant>
      <vt:variant>
        <vt:i4>4</vt:i4>
      </vt:variant>
      <vt:variant>
        <vt:lpstr>Theme</vt:lpstr>
      </vt:variant>
      <vt:variant>
        <vt:i4>2</vt:i4>
      </vt:variant>
      <vt:variant>
        <vt:lpstr>Slide Titles</vt:lpstr>
      </vt:variant>
      <vt:variant>
        <vt:i4>13</vt:i4>
      </vt:variant>
    </vt:vector>
  </HeadingPairs>
  <TitlesOfParts>
    <vt:vector size="19" baseType="lpstr">
      <vt:lpstr>Meiryo UI</vt:lpstr>
      <vt:lpstr>Arial</vt:lpstr>
      <vt:lpstr>Calibri</vt:lpstr>
      <vt:lpstr>Wingdings</vt:lpstr>
      <vt:lpstr>S4F-ERP G&amp;A &amp; Marketing Cost Management</vt:lpstr>
      <vt:lpstr>1_S4F-ERP G&amp;A &amp; Marketing Cost Management</vt:lpstr>
      <vt:lpstr>PowerPoint Presentation</vt:lpstr>
      <vt:lpstr>Statistical Key Figures</vt:lpstr>
      <vt:lpstr>Statistical key figures for Opex allocations</vt:lpstr>
      <vt:lpstr>PowerPoint Presentation</vt:lpstr>
      <vt:lpstr>Statistical Key Figures</vt:lpstr>
      <vt:lpstr>Statistical Key Figures (SKF)</vt:lpstr>
      <vt:lpstr>PowerPoint Presentation</vt:lpstr>
      <vt:lpstr>How to check SKF - Fiori</vt:lpstr>
      <vt:lpstr>How to check SKF - GUI</vt:lpstr>
      <vt:lpstr>SKF in MyRequest Template</vt:lpstr>
      <vt:lpstr>Statistical key figures for Opex allocations</vt:lpstr>
      <vt:lpstr>Exercises:</vt:lpstr>
      <vt:lpstr>S_ALR_87013548: SKF to WBS for Intercompany </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Course Structure</dc:title>
  <dc:creator>O'Neill, Shauna</dc:creator>
  <cp:lastModifiedBy>O'Neill, Shauna</cp:lastModifiedBy>
  <cp:revision>2</cp:revision>
  <dcterms:created xsi:type="dcterms:W3CDTF">2019-10-09T10:56:09Z</dcterms:created>
  <dcterms:modified xsi:type="dcterms:W3CDTF">2024-05-02T09:52:47Z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ContentTypeId">
    <vt:lpwstr>0x010100EA691DA1475FED40816A34A9887BD419</vt:lpwstr>
  </property>
  <property fmtid="{D5CDD505-2E9C-101B-9397-08002B2CF9AE}" pid="3" name="Order">
    <vt:r8>1275900</vt:r8>
  </property>
  <property fmtid="{D5CDD505-2E9C-101B-9397-08002B2CF9AE}" pid="4" name="xd_Signature">
    <vt:bool>false</vt:bool>
  </property>
  <property fmtid="{D5CDD505-2E9C-101B-9397-08002B2CF9AE}" pid="5" name="xd_ProgID">
    <vt:lpwstr/>
  </property>
  <property fmtid="{D5CDD505-2E9C-101B-9397-08002B2CF9AE}" pid="6" name="ComplianceAssetId">
    <vt:lpwstr/>
  </property>
  <property fmtid="{D5CDD505-2E9C-101B-9397-08002B2CF9AE}" pid="7" name="TemplateUrl">
    <vt:lpwstr/>
  </property>
  <property fmtid="{D5CDD505-2E9C-101B-9397-08002B2CF9AE}" pid="8" name="MediaServiceImageTags">
    <vt:lpwstr/>
  </property>
</Properties>
</file>