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 id="2147483936" r:id="rId7"/>
  </p:sldMasterIdLst>
  <p:notesMasterIdLst>
    <p:notesMasterId r:id="rId18"/>
  </p:notesMasterIdLst>
  <p:sldIdLst>
    <p:sldId id="3349" r:id="rId8"/>
    <p:sldId id="3185" r:id="rId9"/>
    <p:sldId id="2327" r:id="rId10"/>
    <p:sldId id="3204" r:id="rId11"/>
    <p:sldId id="3205" r:id="rId12"/>
    <p:sldId id="3207" r:id="rId13"/>
    <p:sldId id="3208" r:id="rId14"/>
    <p:sldId id="3214" r:id="rId15"/>
    <p:sldId id="2134961542" r:id="rId16"/>
    <p:sldId id="213496153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5"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AAA00"/>
    <a:srgbClr val="C3EBE9"/>
    <a:srgbClr val="33C781"/>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F40E9F-D8D6-4502-85E8-EAB276806F4F}" v="1" dt="2024-04-25T17:16:25.6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F3F40E9F-D8D6-4502-85E8-EAB276806F4F}"/>
    <pc:docChg chg="delSld modSld">
      <pc:chgData name="Wang, Wei" userId="627587dd-935f-4f2b-a6c6-edd4e0dcbff5" providerId="ADAL" clId="{F3F40E9F-D8D6-4502-85E8-EAB276806F4F}" dt="2024-04-25T17:17:26.820" v="31" actId="113"/>
      <pc:docMkLst>
        <pc:docMk/>
      </pc:docMkLst>
      <pc:sldChg chg="del">
        <pc:chgData name="Wang, Wei" userId="627587dd-935f-4f2b-a6c6-edd4e0dcbff5" providerId="ADAL" clId="{F3F40E9F-D8D6-4502-85E8-EAB276806F4F}" dt="2024-04-25T17:16:02.838" v="0" actId="47"/>
        <pc:sldMkLst>
          <pc:docMk/>
          <pc:sldMk cId="1886563594" sldId="2327"/>
        </pc:sldMkLst>
      </pc:sldChg>
      <pc:sldChg chg="del">
        <pc:chgData name="Wang, Wei" userId="627587dd-935f-4f2b-a6c6-edd4e0dcbff5" providerId="ADAL" clId="{F3F40E9F-D8D6-4502-85E8-EAB276806F4F}" dt="2024-04-25T17:16:02.838" v="0" actId="47"/>
        <pc:sldMkLst>
          <pc:docMk/>
          <pc:sldMk cId="881279817" sldId="3204"/>
        </pc:sldMkLst>
      </pc:sldChg>
      <pc:sldChg chg="del">
        <pc:chgData name="Wang, Wei" userId="627587dd-935f-4f2b-a6c6-edd4e0dcbff5" providerId="ADAL" clId="{F3F40E9F-D8D6-4502-85E8-EAB276806F4F}" dt="2024-04-25T17:16:02.838" v="0" actId="47"/>
        <pc:sldMkLst>
          <pc:docMk/>
          <pc:sldMk cId="2173968615" sldId="3205"/>
        </pc:sldMkLst>
      </pc:sldChg>
      <pc:sldChg chg="del">
        <pc:chgData name="Wang, Wei" userId="627587dd-935f-4f2b-a6c6-edd4e0dcbff5" providerId="ADAL" clId="{F3F40E9F-D8D6-4502-85E8-EAB276806F4F}" dt="2024-04-25T17:16:02.838" v="0" actId="47"/>
        <pc:sldMkLst>
          <pc:docMk/>
          <pc:sldMk cId="1666393814" sldId="3207"/>
        </pc:sldMkLst>
      </pc:sldChg>
      <pc:sldChg chg="del">
        <pc:chgData name="Wang, Wei" userId="627587dd-935f-4f2b-a6c6-edd4e0dcbff5" providerId="ADAL" clId="{F3F40E9F-D8D6-4502-85E8-EAB276806F4F}" dt="2024-04-25T17:16:02.838" v="0" actId="47"/>
        <pc:sldMkLst>
          <pc:docMk/>
          <pc:sldMk cId="263658791" sldId="3208"/>
        </pc:sldMkLst>
      </pc:sldChg>
      <pc:sldChg chg="del">
        <pc:chgData name="Wang, Wei" userId="627587dd-935f-4f2b-a6c6-edd4e0dcbff5" providerId="ADAL" clId="{F3F40E9F-D8D6-4502-85E8-EAB276806F4F}" dt="2024-04-25T17:16:02.838" v="0" actId="47"/>
        <pc:sldMkLst>
          <pc:docMk/>
          <pc:sldMk cId="2518968447" sldId="3214"/>
        </pc:sldMkLst>
      </pc:sldChg>
      <pc:sldChg chg="modSp mod">
        <pc:chgData name="Wang, Wei" userId="627587dd-935f-4f2b-a6c6-edd4e0dcbff5" providerId="ADAL" clId="{F3F40E9F-D8D6-4502-85E8-EAB276806F4F}" dt="2024-04-25T17:17:26.820" v="31" actId="113"/>
        <pc:sldMkLst>
          <pc:docMk/>
          <pc:sldMk cId="2016686710" sldId="2134961538"/>
        </pc:sldMkLst>
        <pc:spChg chg="mod">
          <ac:chgData name="Wang, Wei" userId="627587dd-935f-4f2b-a6c6-edd4e0dcbff5" providerId="ADAL" clId="{F3F40E9F-D8D6-4502-85E8-EAB276806F4F}" dt="2024-04-25T17:17:26.820" v="31" actId="113"/>
          <ac:spMkLst>
            <pc:docMk/>
            <pc:sldMk cId="2016686710" sldId="2134961538"/>
            <ac:spMk id="4" creationId="{BAF138FA-071C-66BB-41F3-65290DE2FF60}"/>
          </ac:spMkLst>
        </pc:spChg>
      </pc:sldChg>
      <pc:sldChg chg="modSp mod">
        <pc:chgData name="Wang, Wei" userId="627587dd-935f-4f2b-a6c6-edd4e0dcbff5" providerId="ADAL" clId="{F3F40E9F-D8D6-4502-85E8-EAB276806F4F}" dt="2024-04-25T17:17:03.664" v="8" actId="113"/>
        <pc:sldMkLst>
          <pc:docMk/>
          <pc:sldMk cId="2712657478" sldId="2134961542"/>
        </pc:sldMkLst>
        <pc:spChg chg="mod">
          <ac:chgData name="Wang, Wei" userId="627587dd-935f-4f2b-a6c6-edd4e0dcbff5" providerId="ADAL" clId="{F3F40E9F-D8D6-4502-85E8-EAB276806F4F}" dt="2024-04-25T17:17:03.664" v="8" actId="113"/>
          <ac:spMkLst>
            <pc:docMk/>
            <pc:sldMk cId="2712657478" sldId="2134961542"/>
            <ac:spMk id="4" creationId="{F3238B8C-C31B-372A-792E-0805687AB8C1}"/>
          </ac:spMkLst>
        </pc:spChg>
      </pc:sldChg>
    </pc:docChg>
  </pc:docChgLst>
  <pc:docChgLst>
    <pc:chgData name="Wang, Wei" userId="627587dd-935f-4f2b-a6c6-edd4e0dcbff5" providerId="ADAL" clId="{DAB86121-BC0A-4B05-BFDF-F2AC3EF9374F}"/>
    <pc:docChg chg="modSld">
      <pc:chgData name="Wang, Wei" userId="627587dd-935f-4f2b-a6c6-edd4e0dcbff5" providerId="ADAL" clId="{DAB86121-BC0A-4B05-BFDF-F2AC3EF9374F}" dt="2020-05-21T15:00:29.705" v="0"/>
      <pc:docMkLst>
        <pc:docMk/>
      </pc:docMkLst>
      <pc:sldChg chg="delCm">
        <pc:chgData name="Wang, Wei" userId="627587dd-935f-4f2b-a6c6-edd4e0dcbff5" providerId="ADAL" clId="{DAB86121-BC0A-4B05-BFDF-F2AC3EF9374F}" dt="2020-05-21T15:00:29.705" v="0"/>
        <pc:sldMkLst>
          <pc:docMk/>
          <pc:sldMk cId="881279817" sldId="3204"/>
        </pc:sldMkLst>
      </pc:sldChg>
      <pc:sldChg chg="delCm">
        <pc:chgData name="Wang, Wei" userId="627587dd-935f-4f2b-a6c6-edd4e0dcbff5" providerId="ADAL" clId="{DAB86121-BC0A-4B05-BFDF-F2AC3EF9374F}" dt="2020-05-21T15:00:29.705" v="0"/>
        <pc:sldMkLst>
          <pc:docMk/>
          <pc:sldMk cId="2518968447" sldId="3214"/>
        </pc:sldMkLst>
      </pc:sldChg>
    </pc:docChg>
  </pc:docChgLst>
  <pc:docChgLst>
    <pc:chgData name="Wang, Wei" userId="627587dd-935f-4f2b-a6c6-edd4e0dcbff5" providerId="ADAL" clId="{B1876A38-BFA0-4A1F-B19E-F1718391D511}"/>
    <pc:docChg chg="delSld delMainMaster">
      <pc:chgData name="Wang, Wei" userId="627587dd-935f-4f2b-a6c6-edd4e0dcbff5" providerId="ADAL" clId="{B1876A38-BFA0-4A1F-B19E-F1718391D511}" dt="2020-05-21T15:00:04.222" v="264" actId="2696"/>
      <pc:docMkLst>
        <pc:docMk/>
      </pc:docMkLst>
      <pc:sldChg chg="del">
        <pc:chgData name="Wang, Wei" userId="627587dd-935f-4f2b-a6c6-edd4e0dcbff5" providerId="ADAL" clId="{B1876A38-BFA0-4A1F-B19E-F1718391D511}" dt="2020-05-21T15:00:01.707" v="121" actId="2696"/>
        <pc:sldMkLst>
          <pc:docMk/>
          <pc:sldMk cId="3466899689" sldId="264"/>
        </pc:sldMkLst>
      </pc:sldChg>
      <pc:sldChg chg="del">
        <pc:chgData name="Wang, Wei" userId="627587dd-935f-4f2b-a6c6-edd4e0dcbff5" providerId="ADAL" clId="{B1876A38-BFA0-4A1F-B19E-F1718391D511}" dt="2020-05-21T14:59:32.766" v="0" actId="2696"/>
        <pc:sldMkLst>
          <pc:docMk/>
          <pc:sldMk cId="1859003141" sldId="403"/>
        </pc:sldMkLst>
      </pc:sldChg>
      <pc:sldChg chg="del">
        <pc:chgData name="Wang, Wei" userId="627587dd-935f-4f2b-a6c6-edd4e0dcbff5" providerId="ADAL" clId="{B1876A38-BFA0-4A1F-B19E-F1718391D511}" dt="2020-05-21T14:59:32.791" v="2" actId="2696"/>
        <pc:sldMkLst>
          <pc:docMk/>
          <pc:sldMk cId="1292908463" sldId="404"/>
        </pc:sldMkLst>
      </pc:sldChg>
      <pc:sldChg chg="del">
        <pc:chgData name="Wang, Wei" userId="627587dd-935f-4f2b-a6c6-edd4e0dcbff5" providerId="ADAL" clId="{B1876A38-BFA0-4A1F-B19E-F1718391D511}" dt="2020-05-21T14:59:32.862" v="4" actId="2696"/>
        <pc:sldMkLst>
          <pc:docMk/>
          <pc:sldMk cId="446603853" sldId="409"/>
        </pc:sldMkLst>
      </pc:sldChg>
      <pc:sldChg chg="del">
        <pc:chgData name="Wang, Wei" userId="627587dd-935f-4f2b-a6c6-edd4e0dcbff5" providerId="ADAL" clId="{B1876A38-BFA0-4A1F-B19E-F1718391D511}" dt="2020-05-21T14:59:32.833" v="3" actId="2696"/>
        <pc:sldMkLst>
          <pc:docMk/>
          <pc:sldMk cId="2082923428" sldId="454"/>
        </pc:sldMkLst>
      </pc:sldChg>
      <pc:sldChg chg="del">
        <pc:chgData name="Wang, Wei" userId="627587dd-935f-4f2b-a6c6-edd4e0dcbff5" providerId="ADAL" clId="{B1876A38-BFA0-4A1F-B19E-F1718391D511}" dt="2020-05-21T14:59:32.986" v="7" actId="2696"/>
        <pc:sldMkLst>
          <pc:docMk/>
          <pc:sldMk cId="3715361786" sldId="1704"/>
        </pc:sldMkLst>
      </pc:sldChg>
      <pc:sldChg chg="del">
        <pc:chgData name="Wang, Wei" userId="627587dd-935f-4f2b-a6c6-edd4e0dcbff5" providerId="ADAL" clId="{B1876A38-BFA0-4A1F-B19E-F1718391D511}" dt="2020-05-21T14:59:33.149" v="9" actId="2696"/>
        <pc:sldMkLst>
          <pc:docMk/>
          <pc:sldMk cId="3964538499" sldId="1705"/>
        </pc:sldMkLst>
      </pc:sldChg>
      <pc:sldChg chg="del">
        <pc:chgData name="Wang, Wei" userId="627587dd-935f-4f2b-a6c6-edd4e0dcbff5" providerId="ADAL" clId="{B1876A38-BFA0-4A1F-B19E-F1718391D511}" dt="2020-05-21T15:00:01.162" v="107" actId="2696"/>
        <pc:sldMkLst>
          <pc:docMk/>
          <pc:sldMk cId="3804357427" sldId="2298"/>
        </pc:sldMkLst>
      </pc:sldChg>
      <pc:sldChg chg="del">
        <pc:chgData name="Wang, Wei" userId="627587dd-935f-4f2b-a6c6-edd4e0dcbff5" providerId="ADAL" clId="{B1876A38-BFA0-4A1F-B19E-F1718391D511}" dt="2020-05-21T15:00:01.135" v="106" actId="2696"/>
        <pc:sldMkLst>
          <pc:docMk/>
          <pc:sldMk cId="885530237" sldId="2309"/>
        </pc:sldMkLst>
      </pc:sldChg>
      <pc:sldChg chg="del">
        <pc:chgData name="Wang, Wei" userId="627587dd-935f-4f2b-a6c6-edd4e0dcbff5" providerId="ADAL" clId="{B1876A38-BFA0-4A1F-B19E-F1718391D511}" dt="2020-05-21T15:00:03.883" v="223" actId="2696"/>
        <pc:sldMkLst>
          <pc:docMk/>
          <pc:sldMk cId="3774687517" sldId="2313"/>
        </pc:sldMkLst>
      </pc:sldChg>
      <pc:sldChg chg="del">
        <pc:chgData name="Wang, Wei" userId="627587dd-935f-4f2b-a6c6-edd4e0dcbff5" providerId="ADAL" clId="{B1876A38-BFA0-4A1F-B19E-F1718391D511}" dt="2020-05-21T15:00:03.905" v="224" actId="2696"/>
        <pc:sldMkLst>
          <pc:docMk/>
          <pc:sldMk cId="4032403608" sldId="2314"/>
        </pc:sldMkLst>
      </pc:sldChg>
      <pc:sldChg chg="del">
        <pc:chgData name="Wang, Wei" userId="627587dd-935f-4f2b-a6c6-edd4e0dcbff5" providerId="ADAL" clId="{B1876A38-BFA0-4A1F-B19E-F1718391D511}" dt="2020-05-21T15:00:03.930" v="225" actId="2696"/>
        <pc:sldMkLst>
          <pc:docMk/>
          <pc:sldMk cId="3720918296" sldId="2315"/>
        </pc:sldMkLst>
      </pc:sldChg>
      <pc:sldChg chg="del">
        <pc:chgData name="Wang, Wei" userId="627587dd-935f-4f2b-a6c6-edd4e0dcbff5" providerId="ADAL" clId="{B1876A38-BFA0-4A1F-B19E-F1718391D511}" dt="2020-05-21T15:00:03.967" v="226" actId="2696"/>
        <pc:sldMkLst>
          <pc:docMk/>
          <pc:sldMk cId="1848472487" sldId="2316"/>
        </pc:sldMkLst>
      </pc:sldChg>
      <pc:sldChg chg="del">
        <pc:chgData name="Wang, Wei" userId="627587dd-935f-4f2b-a6c6-edd4e0dcbff5" providerId="ADAL" clId="{B1876A38-BFA0-4A1F-B19E-F1718391D511}" dt="2020-05-21T15:00:03.990" v="227" actId="2696"/>
        <pc:sldMkLst>
          <pc:docMk/>
          <pc:sldMk cId="225359671" sldId="2317"/>
        </pc:sldMkLst>
      </pc:sldChg>
      <pc:sldChg chg="del">
        <pc:chgData name="Wang, Wei" userId="627587dd-935f-4f2b-a6c6-edd4e0dcbff5" providerId="ADAL" clId="{B1876A38-BFA0-4A1F-B19E-F1718391D511}" dt="2020-05-21T15:00:04.008" v="228" actId="2696"/>
        <pc:sldMkLst>
          <pc:docMk/>
          <pc:sldMk cId="822791018" sldId="2318"/>
        </pc:sldMkLst>
      </pc:sldChg>
      <pc:sldChg chg="del">
        <pc:chgData name="Wang, Wei" userId="627587dd-935f-4f2b-a6c6-edd4e0dcbff5" providerId="ADAL" clId="{B1876A38-BFA0-4A1F-B19E-F1718391D511}" dt="2020-05-21T14:59:59.796" v="76" actId="2696"/>
        <pc:sldMkLst>
          <pc:docMk/>
          <pc:sldMk cId="3610868713" sldId="2342"/>
        </pc:sldMkLst>
      </pc:sldChg>
      <pc:sldChg chg="del">
        <pc:chgData name="Wang, Wei" userId="627587dd-935f-4f2b-a6c6-edd4e0dcbff5" providerId="ADAL" clId="{B1876A38-BFA0-4A1F-B19E-F1718391D511}" dt="2020-05-21T15:00:03.797" v="220" actId="2696"/>
        <pc:sldMkLst>
          <pc:docMk/>
          <pc:sldMk cId="22907484" sldId="2522"/>
        </pc:sldMkLst>
      </pc:sldChg>
      <pc:sldChg chg="del">
        <pc:chgData name="Wang, Wei" userId="627587dd-935f-4f2b-a6c6-edd4e0dcbff5" providerId="ADAL" clId="{B1876A38-BFA0-4A1F-B19E-F1718391D511}" dt="2020-05-21T15:00:01.805" v="123" actId="2696"/>
        <pc:sldMkLst>
          <pc:docMk/>
          <pc:sldMk cId="3228592079" sldId="2529"/>
        </pc:sldMkLst>
      </pc:sldChg>
      <pc:sldChg chg="del">
        <pc:chgData name="Wang, Wei" userId="627587dd-935f-4f2b-a6c6-edd4e0dcbff5" providerId="ADAL" clId="{B1876A38-BFA0-4A1F-B19E-F1718391D511}" dt="2020-05-21T15:00:02.015" v="130" actId="2696"/>
        <pc:sldMkLst>
          <pc:docMk/>
          <pc:sldMk cId="2993275869" sldId="2530"/>
        </pc:sldMkLst>
      </pc:sldChg>
      <pc:sldChg chg="del">
        <pc:chgData name="Wang, Wei" userId="627587dd-935f-4f2b-a6c6-edd4e0dcbff5" providerId="ADAL" clId="{B1876A38-BFA0-4A1F-B19E-F1718391D511}" dt="2020-05-21T15:00:01.874" v="125" actId="2696"/>
        <pc:sldMkLst>
          <pc:docMk/>
          <pc:sldMk cId="3687469778" sldId="2537"/>
        </pc:sldMkLst>
      </pc:sldChg>
      <pc:sldChg chg="del">
        <pc:chgData name="Wang, Wei" userId="627587dd-935f-4f2b-a6c6-edd4e0dcbff5" providerId="ADAL" clId="{B1876A38-BFA0-4A1F-B19E-F1718391D511}" dt="2020-05-21T15:00:02.231" v="137" actId="2696"/>
        <pc:sldMkLst>
          <pc:docMk/>
          <pc:sldMk cId="1679945427" sldId="2538"/>
        </pc:sldMkLst>
      </pc:sldChg>
      <pc:sldChg chg="del">
        <pc:chgData name="Wang, Wei" userId="627587dd-935f-4f2b-a6c6-edd4e0dcbff5" providerId="ADAL" clId="{B1876A38-BFA0-4A1F-B19E-F1718391D511}" dt="2020-05-21T15:00:03.191" v="193" actId="2696"/>
        <pc:sldMkLst>
          <pc:docMk/>
          <pc:sldMk cId="1713380516" sldId="2558"/>
        </pc:sldMkLst>
      </pc:sldChg>
      <pc:sldChg chg="del">
        <pc:chgData name="Wang, Wei" userId="627587dd-935f-4f2b-a6c6-edd4e0dcbff5" providerId="ADAL" clId="{B1876A38-BFA0-4A1F-B19E-F1718391D511}" dt="2020-05-21T15:00:02.570" v="172" actId="2696"/>
        <pc:sldMkLst>
          <pc:docMk/>
          <pc:sldMk cId="2955668432" sldId="2559"/>
        </pc:sldMkLst>
      </pc:sldChg>
      <pc:sldChg chg="del">
        <pc:chgData name="Wang, Wei" userId="627587dd-935f-4f2b-a6c6-edd4e0dcbff5" providerId="ADAL" clId="{B1876A38-BFA0-4A1F-B19E-F1718391D511}" dt="2020-05-21T15:00:02.994" v="186" actId="2696"/>
        <pc:sldMkLst>
          <pc:docMk/>
          <pc:sldMk cId="523632826" sldId="2560"/>
        </pc:sldMkLst>
      </pc:sldChg>
      <pc:sldChg chg="del">
        <pc:chgData name="Wang, Wei" userId="627587dd-935f-4f2b-a6c6-edd4e0dcbff5" providerId="ADAL" clId="{B1876A38-BFA0-4A1F-B19E-F1718391D511}" dt="2020-05-21T15:00:02.786" v="179" actId="2696"/>
        <pc:sldMkLst>
          <pc:docMk/>
          <pc:sldMk cId="167443583" sldId="2561"/>
        </pc:sldMkLst>
      </pc:sldChg>
      <pc:sldChg chg="del">
        <pc:chgData name="Wang, Wei" userId="627587dd-935f-4f2b-a6c6-edd4e0dcbff5" providerId="ADAL" clId="{B1876A38-BFA0-4A1F-B19E-F1718391D511}" dt="2020-05-21T15:00:03.025" v="187" actId="2696"/>
        <pc:sldMkLst>
          <pc:docMk/>
          <pc:sldMk cId="881083979" sldId="2564"/>
        </pc:sldMkLst>
      </pc:sldChg>
      <pc:sldChg chg="del">
        <pc:chgData name="Wang, Wei" userId="627587dd-935f-4f2b-a6c6-edd4e0dcbff5" providerId="ADAL" clId="{B1876A38-BFA0-4A1F-B19E-F1718391D511}" dt="2020-05-21T15:00:02.298" v="139" actId="2696"/>
        <pc:sldMkLst>
          <pc:docMk/>
          <pc:sldMk cId="3797758620" sldId="2574"/>
        </pc:sldMkLst>
      </pc:sldChg>
      <pc:sldChg chg="del">
        <pc:chgData name="Wang, Wei" userId="627587dd-935f-4f2b-a6c6-edd4e0dcbff5" providerId="ADAL" clId="{B1876A38-BFA0-4A1F-B19E-F1718391D511}" dt="2020-05-21T15:00:03.783" v="218" actId="2696"/>
        <pc:sldMkLst>
          <pc:docMk/>
          <pc:sldMk cId="391170887" sldId="2638"/>
        </pc:sldMkLst>
      </pc:sldChg>
      <pc:sldChg chg="del">
        <pc:chgData name="Wang, Wei" userId="627587dd-935f-4f2b-a6c6-edd4e0dcbff5" providerId="ADAL" clId="{B1876A38-BFA0-4A1F-B19E-F1718391D511}" dt="2020-05-21T14:59:59.835" v="77" actId="2696"/>
        <pc:sldMkLst>
          <pc:docMk/>
          <pc:sldMk cId="656517287" sldId="2987"/>
        </pc:sldMkLst>
      </pc:sldChg>
      <pc:sldChg chg="del">
        <pc:chgData name="Wang, Wei" userId="627587dd-935f-4f2b-a6c6-edd4e0dcbff5" providerId="ADAL" clId="{B1876A38-BFA0-4A1F-B19E-F1718391D511}" dt="2020-05-21T14:59:59.864" v="78" actId="2696"/>
        <pc:sldMkLst>
          <pc:docMk/>
          <pc:sldMk cId="2823534408" sldId="2988"/>
        </pc:sldMkLst>
      </pc:sldChg>
      <pc:sldChg chg="del">
        <pc:chgData name="Wang, Wei" userId="627587dd-935f-4f2b-a6c6-edd4e0dcbff5" providerId="ADAL" clId="{B1876A38-BFA0-4A1F-B19E-F1718391D511}" dt="2020-05-21T15:00:01.208" v="109" actId="2696"/>
        <pc:sldMkLst>
          <pc:docMk/>
          <pc:sldMk cId="1416977938" sldId="3032"/>
        </pc:sldMkLst>
      </pc:sldChg>
      <pc:sldChg chg="del">
        <pc:chgData name="Wang, Wei" userId="627587dd-935f-4f2b-a6c6-edd4e0dcbff5" providerId="ADAL" clId="{B1876A38-BFA0-4A1F-B19E-F1718391D511}" dt="2020-05-21T15:00:01.186" v="108" actId="2696"/>
        <pc:sldMkLst>
          <pc:docMk/>
          <pc:sldMk cId="4269338773" sldId="3034"/>
        </pc:sldMkLst>
      </pc:sldChg>
      <pc:sldChg chg="del">
        <pc:chgData name="Wang, Wei" userId="627587dd-935f-4f2b-a6c6-edd4e0dcbff5" providerId="ADAL" clId="{B1876A38-BFA0-4A1F-B19E-F1718391D511}" dt="2020-05-21T15:00:00.882" v="101" actId="2696"/>
        <pc:sldMkLst>
          <pc:docMk/>
          <pc:sldMk cId="885568083" sldId="3044"/>
        </pc:sldMkLst>
      </pc:sldChg>
      <pc:sldChg chg="del">
        <pc:chgData name="Wang, Wei" userId="627587dd-935f-4f2b-a6c6-edd4e0dcbff5" providerId="ADAL" clId="{B1876A38-BFA0-4A1F-B19E-F1718391D511}" dt="2020-05-21T15:00:04.116" v="259" actId="2696"/>
        <pc:sldMkLst>
          <pc:docMk/>
          <pc:sldMk cId="2221406117" sldId="3051"/>
        </pc:sldMkLst>
      </pc:sldChg>
      <pc:sldChg chg="del">
        <pc:chgData name="Wang, Wei" userId="627587dd-935f-4f2b-a6c6-edd4e0dcbff5" providerId="ADAL" clId="{B1876A38-BFA0-4A1F-B19E-F1718391D511}" dt="2020-05-21T15:00:04.145" v="260" actId="2696"/>
        <pc:sldMkLst>
          <pc:docMk/>
          <pc:sldMk cId="3256214767" sldId="3052"/>
        </pc:sldMkLst>
      </pc:sldChg>
      <pc:sldChg chg="del">
        <pc:chgData name="Wang, Wei" userId="627587dd-935f-4f2b-a6c6-edd4e0dcbff5" providerId="ADAL" clId="{B1876A38-BFA0-4A1F-B19E-F1718391D511}" dt="2020-05-21T15:00:04.163" v="261" actId="2696"/>
        <pc:sldMkLst>
          <pc:docMk/>
          <pc:sldMk cId="2788603205" sldId="3053"/>
        </pc:sldMkLst>
      </pc:sldChg>
      <pc:sldChg chg="del">
        <pc:chgData name="Wang, Wei" userId="627587dd-935f-4f2b-a6c6-edd4e0dcbff5" providerId="ADAL" clId="{B1876A38-BFA0-4A1F-B19E-F1718391D511}" dt="2020-05-21T15:00:04.181" v="262" actId="2696"/>
        <pc:sldMkLst>
          <pc:docMk/>
          <pc:sldMk cId="487834608" sldId="3054"/>
        </pc:sldMkLst>
      </pc:sldChg>
      <pc:sldChg chg="del">
        <pc:chgData name="Wang, Wei" userId="627587dd-935f-4f2b-a6c6-edd4e0dcbff5" providerId="ADAL" clId="{B1876A38-BFA0-4A1F-B19E-F1718391D511}" dt="2020-05-21T15:00:01.951" v="128" actId="2696"/>
        <pc:sldMkLst>
          <pc:docMk/>
          <pc:sldMk cId="2156271036" sldId="3180"/>
        </pc:sldMkLst>
      </pc:sldChg>
      <pc:sldChg chg="del">
        <pc:chgData name="Wang, Wei" userId="627587dd-935f-4f2b-a6c6-edd4e0dcbff5" providerId="ADAL" clId="{B1876A38-BFA0-4A1F-B19E-F1718391D511}" dt="2020-05-21T14:59:33.079" v="8" actId="2696"/>
        <pc:sldMkLst>
          <pc:docMk/>
          <pc:sldMk cId="1652393144" sldId="3188"/>
        </pc:sldMkLst>
      </pc:sldChg>
      <pc:sldChg chg="del">
        <pc:chgData name="Wang, Wei" userId="627587dd-935f-4f2b-a6c6-edd4e0dcbff5" providerId="ADAL" clId="{B1876A38-BFA0-4A1F-B19E-F1718391D511}" dt="2020-05-21T15:00:00.751" v="100" actId="2696"/>
        <pc:sldMkLst>
          <pc:docMk/>
          <pc:sldMk cId="1347930657" sldId="3190"/>
        </pc:sldMkLst>
      </pc:sldChg>
      <pc:sldChg chg="del">
        <pc:chgData name="Wang, Wei" userId="627587dd-935f-4f2b-a6c6-edd4e0dcbff5" providerId="ADAL" clId="{B1876A38-BFA0-4A1F-B19E-F1718391D511}" dt="2020-05-21T15:00:00.999" v="102" actId="2696"/>
        <pc:sldMkLst>
          <pc:docMk/>
          <pc:sldMk cId="1761783579" sldId="3192"/>
        </pc:sldMkLst>
      </pc:sldChg>
      <pc:sldChg chg="del">
        <pc:chgData name="Wang, Wei" userId="627587dd-935f-4f2b-a6c6-edd4e0dcbff5" providerId="ADAL" clId="{B1876A38-BFA0-4A1F-B19E-F1718391D511}" dt="2020-05-21T15:00:01.026" v="103" actId="2696"/>
        <pc:sldMkLst>
          <pc:docMk/>
          <pc:sldMk cId="3842869934" sldId="3193"/>
        </pc:sldMkLst>
      </pc:sldChg>
      <pc:sldChg chg="del">
        <pc:chgData name="Wang, Wei" userId="627587dd-935f-4f2b-a6c6-edd4e0dcbff5" providerId="ADAL" clId="{B1876A38-BFA0-4A1F-B19E-F1718391D511}" dt="2020-05-21T14:59:32.887" v="5" actId="2696"/>
        <pc:sldMkLst>
          <pc:docMk/>
          <pc:sldMk cId="659576491" sldId="3195"/>
        </pc:sldMkLst>
      </pc:sldChg>
      <pc:sldChg chg="del">
        <pc:chgData name="Wang, Wei" userId="627587dd-935f-4f2b-a6c6-edd4e0dcbff5" providerId="ADAL" clId="{B1876A38-BFA0-4A1F-B19E-F1718391D511}" dt="2020-05-21T14:59:33.873" v="29" actId="2696"/>
        <pc:sldMkLst>
          <pc:docMk/>
          <pc:sldMk cId="450852563" sldId="3196"/>
        </pc:sldMkLst>
      </pc:sldChg>
      <pc:sldChg chg="del">
        <pc:chgData name="Wang, Wei" userId="627587dd-935f-4f2b-a6c6-edd4e0dcbff5" providerId="ADAL" clId="{B1876A38-BFA0-4A1F-B19E-F1718391D511}" dt="2020-05-21T14:59:33.986" v="31" actId="2696"/>
        <pc:sldMkLst>
          <pc:docMk/>
          <pc:sldMk cId="1451686496" sldId="3197"/>
        </pc:sldMkLst>
      </pc:sldChg>
      <pc:sldChg chg="del">
        <pc:chgData name="Wang, Wei" userId="627587dd-935f-4f2b-a6c6-edd4e0dcbff5" providerId="ADAL" clId="{B1876A38-BFA0-4A1F-B19E-F1718391D511}" dt="2020-05-21T14:59:34.026" v="32" actId="2696"/>
        <pc:sldMkLst>
          <pc:docMk/>
          <pc:sldMk cId="615656619" sldId="3198"/>
        </pc:sldMkLst>
      </pc:sldChg>
      <pc:sldChg chg="del">
        <pc:chgData name="Wang, Wei" userId="627587dd-935f-4f2b-a6c6-edd4e0dcbff5" providerId="ADAL" clId="{B1876A38-BFA0-4A1F-B19E-F1718391D511}" dt="2020-05-21T14:59:34.067" v="33" actId="2696"/>
        <pc:sldMkLst>
          <pc:docMk/>
          <pc:sldMk cId="3932808795" sldId="3199"/>
        </pc:sldMkLst>
      </pc:sldChg>
      <pc:sldChg chg="del">
        <pc:chgData name="Wang, Wei" userId="627587dd-935f-4f2b-a6c6-edd4e0dcbff5" providerId="ADAL" clId="{B1876A38-BFA0-4A1F-B19E-F1718391D511}" dt="2020-05-21T14:59:34.111" v="34" actId="2696"/>
        <pc:sldMkLst>
          <pc:docMk/>
          <pc:sldMk cId="2409233393" sldId="3200"/>
        </pc:sldMkLst>
      </pc:sldChg>
      <pc:sldChg chg="del">
        <pc:chgData name="Wang, Wei" userId="627587dd-935f-4f2b-a6c6-edd4e0dcbff5" providerId="ADAL" clId="{B1876A38-BFA0-4A1F-B19E-F1718391D511}" dt="2020-05-21T14:59:34.157" v="35" actId="2696"/>
        <pc:sldMkLst>
          <pc:docMk/>
          <pc:sldMk cId="3403919418" sldId="3201"/>
        </pc:sldMkLst>
      </pc:sldChg>
      <pc:sldChg chg="del">
        <pc:chgData name="Wang, Wei" userId="627587dd-935f-4f2b-a6c6-edd4e0dcbff5" providerId="ADAL" clId="{B1876A38-BFA0-4A1F-B19E-F1718391D511}" dt="2020-05-21T14:59:34.199" v="36" actId="2696"/>
        <pc:sldMkLst>
          <pc:docMk/>
          <pc:sldMk cId="1897824491" sldId="3202"/>
        </pc:sldMkLst>
      </pc:sldChg>
      <pc:sldChg chg="del">
        <pc:chgData name="Wang, Wei" userId="627587dd-935f-4f2b-a6c6-edd4e0dcbff5" providerId="ADAL" clId="{B1876A38-BFA0-4A1F-B19E-F1718391D511}" dt="2020-05-21T14:59:58.227" v="39" actId="2696"/>
        <pc:sldMkLst>
          <pc:docMk/>
          <pc:sldMk cId="3993921764" sldId="3206"/>
        </pc:sldMkLst>
      </pc:sldChg>
      <pc:sldChg chg="del">
        <pc:chgData name="Wang, Wei" userId="627587dd-935f-4f2b-a6c6-edd4e0dcbff5" providerId="ADAL" clId="{B1876A38-BFA0-4A1F-B19E-F1718391D511}" dt="2020-05-21T14:59:58.265" v="40" actId="2696"/>
        <pc:sldMkLst>
          <pc:docMk/>
          <pc:sldMk cId="1981241024" sldId="3209"/>
        </pc:sldMkLst>
      </pc:sldChg>
      <pc:sldChg chg="del">
        <pc:chgData name="Wang, Wei" userId="627587dd-935f-4f2b-a6c6-edd4e0dcbff5" providerId="ADAL" clId="{B1876A38-BFA0-4A1F-B19E-F1718391D511}" dt="2020-05-21T14:59:58.300" v="41" actId="2696"/>
        <pc:sldMkLst>
          <pc:docMk/>
          <pc:sldMk cId="2805832465" sldId="3210"/>
        </pc:sldMkLst>
      </pc:sldChg>
      <pc:sldChg chg="del">
        <pc:chgData name="Wang, Wei" userId="627587dd-935f-4f2b-a6c6-edd4e0dcbff5" providerId="ADAL" clId="{B1876A38-BFA0-4A1F-B19E-F1718391D511}" dt="2020-05-21T14:59:58.338" v="42" actId="2696"/>
        <pc:sldMkLst>
          <pc:docMk/>
          <pc:sldMk cId="2052222845" sldId="3211"/>
        </pc:sldMkLst>
      </pc:sldChg>
      <pc:sldChg chg="del">
        <pc:chgData name="Wang, Wei" userId="627587dd-935f-4f2b-a6c6-edd4e0dcbff5" providerId="ADAL" clId="{B1876A38-BFA0-4A1F-B19E-F1718391D511}" dt="2020-05-21T14:59:58.442" v="44" actId="2696"/>
        <pc:sldMkLst>
          <pc:docMk/>
          <pc:sldMk cId="4020754754" sldId="3213"/>
        </pc:sldMkLst>
      </pc:sldChg>
      <pc:sldChg chg="del">
        <pc:chgData name="Wang, Wei" userId="627587dd-935f-4f2b-a6c6-edd4e0dcbff5" providerId="ADAL" clId="{B1876A38-BFA0-4A1F-B19E-F1718391D511}" dt="2020-05-21T14:59:58.480" v="45" actId="2696"/>
        <pc:sldMkLst>
          <pc:docMk/>
          <pc:sldMk cId="2246022790" sldId="3215"/>
        </pc:sldMkLst>
      </pc:sldChg>
      <pc:sldChg chg="del">
        <pc:chgData name="Wang, Wei" userId="627587dd-935f-4f2b-a6c6-edd4e0dcbff5" providerId="ADAL" clId="{B1876A38-BFA0-4A1F-B19E-F1718391D511}" dt="2020-05-21T14:59:58.515" v="46" actId="2696"/>
        <pc:sldMkLst>
          <pc:docMk/>
          <pc:sldMk cId="2119841619" sldId="3216"/>
        </pc:sldMkLst>
      </pc:sldChg>
      <pc:sldChg chg="del">
        <pc:chgData name="Wang, Wei" userId="627587dd-935f-4f2b-a6c6-edd4e0dcbff5" providerId="ADAL" clId="{B1876A38-BFA0-4A1F-B19E-F1718391D511}" dt="2020-05-21T14:59:58.676" v="49" actId="2696"/>
        <pc:sldMkLst>
          <pc:docMk/>
          <pc:sldMk cId="3857299536" sldId="3217"/>
        </pc:sldMkLst>
      </pc:sldChg>
      <pc:sldChg chg="del">
        <pc:chgData name="Wang, Wei" userId="627587dd-935f-4f2b-a6c6-edd4e0dcbff5" providerId="ADAL" clId="{B1876A38-BFA0-4A1F-B19E-F1718391D511}" dt="2020-05-21T14:59:58.702" v="50" actId="2696"/>
        <pc:sldMkLst>
          <pc:docMk/>
          <pc:sldMk cId="246017269" sldId="3218"/>
        </pc:sldMkLst>
      </pc:sldChg>
      <pc:sldChg chg="del">
        <pc:chgData name="Wang, Wei" userId="627587dd-935f-4f2b-a6c6-edd4e0dcbff5" providerId="ADAL" clId="{B1876A38-BFA0-4A1F-B19E-F1718391D511}" dt="2020-05-21T14:59:58.769" v="52" actId="2696"/>
        <pc:sldMkLst>
          <pc:docMk/>
          <pc:sldMk cId="3408671469" sldId="3219"/>
        </pc:sldMkLst>
      </pc:sldChg>
      <pc:sldChg chg="del">
        <pc:chgData name="Wang, Wei" userId="627587dd-935f-4f2b-a6c6-edd4e0dcbff5" providerId="ADAL" clId="{B1876A38-BFA0-4A1F-B19E-F1718391D511}" dt="2020-05-21T14:59:58.744" v="51" actId="2696"/>
        <pc:sldMkLst>
          <pc:docMk/>
          <pc:sldMk cId="1897169788" sldId="3220"/>
        </pc:sldMkLst>
      </pc:sldChg>
      <pc:sldChg chg="del">
        <pc:chgData name="Wang, Wei" userId="627587dd-935f-4f2b-a6c6-edd4e0dcbff5" providerId="ADAL" clId="{B1876A38-BFA0-4A1F-B19E-F1718391D511}" dt="2020-05-21T14:59:58.810" v="53" actId="2696"/>
        <pc:sldMkLst>
          <pc:docMk/>
          <pc:sldMk cId="204676027" sldId="3222"/>
        </pc:sldMkLst>
      </pc:sldChg>
      <pc:sldChg chg="del">
        <pc:chgData name="Wang, Wei" userId="627587dd-935f-4f2b-a6c6-edd4e0dcbff5" providerId="ADAL" clId="{B1876A38-BFA0-4A1F-B19E-F1718391D511}" dt="2020-05-21T14:59:58.933" v="56" actId="2696"/>
        <pc:sldMkLst>
          <pc:docMk/>
          <pc:sldMk cId="2373195931" sldId="3223"/>
        </pc:sldMkLst>
      </pc:sldChg>
      <pc:sldChg chg="del">
        <pc:chgData name="Wang, Wei" userId="627587dd-935f-4f2b-a6c6-edd4e0dcbff5" providerId="ADAL" clId="{B1876A38-BFA0-4A1F-B19E-F1718391D511}" dt="2020-05-21T14:59:58.896" v="55" actId="2696"/>
        <pc:sldMkLst>
          <pc:docMk/>
          <pc:sldMk cId="877100948" sldId="3224"/>
        </pc:sldMkLst>
      </pc:sldChg>
      <pc:sldChg chg="del">
        <pc:chgData name="Wang, Wei" userId="627587dd-935f-4f2b-a6c6-edd4e0dcbff5" providerId="ADAL" clId="{B1876A38-BFA0-4A1F-B19E-F1718391D511}" dt="2020-05-21T14:59:58.965" v="57" actId="2696"/>
        <pc:sldMkLst>
          <pc:docMk/>
          <pc:sldMk cId="1460641953" sldId="3226"/>
        </pc:sldMkLst>
      </pc:sldChg>
      <pc:sldChg chg="del">
        <pc:chgData name="Wang, Wei" userId="627587dd-935f-4f2b-a6c6-edd4e0dcbff5" providerId="ADAL" clId="{B1876A38-BFA0-4A1F-B19E-F1718391D511}" dt="2020-05-21T14:59:59.170" v="62" actId="2696"/>
        <pc:sldMkLst>
          <pc:docMk/>
          <pc:sldMk cId="709152779" sldId="3227"/>
        </pc:sldMkLst>
      </pc:sldChg>
      <pc:sldChg chg="del">
        <pc:chgData name="Wang, Wei" userId="627587dd-935f-4f2b-a6c6-edd4e0dcbff5" providerId="ADAL" clId="{B1876A38-BFA0-4A1F-B19E-F1718391D511}" dt="2020-05-21T14:59:59.351" v="66" actId="2696"/>
        <pc:sldMkLst>
          <pc:docMk/>
          <pc:sldMk cId="1157975152" sldId="3228"/>
        </pc:sldMkLst>
      </pc:sldChg>
      <pc:sldChg chg="del">
        <pc:chgData name="Wang, Wei" userId="627587dd-935f-4f2b-a6c6-edd4e0dcbff5" providerId="ADAL" clId="{B1876A38-BFA0-4A1F-B19E-F1718391D511}" dt="2020-05-21T14:59:59.054" v="59" actId="2696"/>
        <pc:sldMkLst>
          <pc:docMk/>
          <pc:sldMk cId="654653082" sldId="3229"/>
        </pc:sldMkLst>
      </pc:sldChg>
      <pc:sldChg chg="del">
        <pc:chgData name="Wang, Wei" userId="627587dd-935f-4f2b-a6c6-edd4e0dcbff5" providerId="ADAL" clId="{B1876A38-BFA0-4A1F-B19E-F1718391D511}" dt="2020-05-21T14:59:59.103" v="60" actId="2696"/>
        <pc:sldMkLst>
          <pc:docMk/>
          <pc:sldMk cId="3816839617" sldId="3230"/>
        </pc:sldMkLst>
      </pc:sldChg>
      <pc:sldChg chg="del">
        <pc:chgData name="Wang, Wei" userId="627587dd-935f-4f2b-a6c6-edd4e0dcbff5" providerId="ADAL" clId="{B1876A38-BFA0-4A1F-B19E-F1718391D511}" dt="2020-05-21T14:59:59.006" v="58" actId="2696"/>
        <pc:sldMkLst>
          <pc:docMk/>
          <pc:sldMk cId="3155281055" sldId="3231"/>
        </pc:sldMkLst>
      </pc:sldChg>
      <pc:sldChg chg="del">
        <pc:chgData name="Wang, Wei" userId="627587dd-935f-4f2b-a6c6-edd4e0dcbff5" providerId="ADAL" clId="{B1876A38-BFA0-4A1F-B19E-F1718391D511}" dt="2020-05-21T14:59:59.136" v="61" actId="2696"/>
        <pc:sldMkLst>
          <pc:docMk/>
          <pc:sldMk cId="509975017" sldId="3232"/>
        </pc:sldMkLst>
      </pc:sldChg>
      <pc:sldChg chg="del">
        <pc:chgData name="Wang, Wei" userId="627587dd-935f-4f2b-a6c6-edd4e0dcbff5" providerId="ADAL" clId="{B1876A38-BFA0-4A1F-B19E-F1718391D511}" dt="2020-05-21T14:59:59.208" v="63" actId="2696"/>
        <pc:sldMkLst>
          <pc:docMk/>
          <pc:sldMk cId="1649909049" sldId="3233"/>
        </pc:sldMkLst>
      </pc:sldChg>
      <pc:sldChg chg="del">
        <pc:chgData name="Wang, Wei" userId="627587dd-935f-4f2b-a6c6-edd4e0dcbff5" providerId="ADAL" clId="{B1876A38-BFA0-4A1F-B19E-F1718391D511}" dt="2020-05-21T14:59:59.269" v="64" actId="2696"/>
        <pc:sldMkLst>
          <pc:docMk/>
          <pc:sldMk cId="3548260843" sldId="3235"/>
        </pc:sldMkLst>
      </pc:sldChg>
      <pc:sldChg chg="del">
        <pc:chgData name="Wang, Wei" userId="627587dd-935f-4f2b-a6c6-edd4e0dcbff5" providerId="ADAL" clId="{B1876A38-BFA0-4A1F-B19E-F1718391D511}" dt="2020-05-21T14:59:59.313" v="65" actId="2696"/>
        <pc:sldMkLst>
          <pc:docMk/>
          <pc:sldMk cId="763565562" sldId="3236"/>
        </pc:sldMkLst>
      </pc:sldChg>
      <pc:sldChg chg="del">
        <pc:chgData name="Wang, Wei" userId="627587dd-935f-4f2b-a6c6-edd4e0dcbff5" providerId="ADAL" clId="{B1876A38-BFA0-4A1F-B19E-F1718391D511}" dt="2020-05-21T14:59:59.424" v="68" actId="2696"/>
        <pc:sldMkLst>
          <pc:docMk/>
          <pc:sldMk cId="1984202630" sldId="3241"/>
        </pc:sldMkLst>
      </pc:sldChg>
      <pc:sldChg chg="del">
        <pc:chgData name="Wang, Wei" userId="627587dd-935f-4f2b-a6c6-edd4e0dcbff5" providerId="ADAL" clId="{B1876A38-BFA0-4A1F-B19E-F1718391D511}" dt="2020-05-21T14:59:59.464" v="69" actId="2696"/>
        <pc:sldMkLst>
          <pc:docMk/>
          <pc:sldMk cId="1888640879" sldId="3242"/>
        </pc:sldMkLst>
      </pc:sldChg>
      <pc:sldChg chg="del">
        <pc:chgData name="Wang, Wei" userId="627587dd-935f-4f2b-a6c6-edd4e0dcbff5" providerId="ADAL" clId="{B1876A38-BFA0-4A1F-B19E-F1718391D511}" dt="2020-05-21T14:59:59.713" v="74" actId="2696"/>
        <pc:sldMkLst>
          <pc:docMk/>
          <pc:sldMk cId="3650905765" sldId="3245"/>
        </pc:sldMkLst>
      </pc:sldChg>
      <pc:sldChg chg="del">
        <pc:chgData name="Wang, Wei" userId="627587dd-935f-4f2b-a6c6-edd4e0dcbff5" providerId="ADAL" clId="{B1876A38-BFA0-4A1F-B19E-F1718391D511}" dt="2020-05-21T14:59:59.752" v="75" actId="2696"/>
        <pc:sldMkLst>
          <pc:docMk/>
          <pc:sldMk cId="3318895836" sldId="3246"/>
        </pc:sldMkLst>
      </pc:sldChg>
      <pc:sldChg chg="del">
        <pc:chgData name="Wang, Wei" userId="627587dd-935f-4f2b-a6c6-edd4e0dcbff5" providerId="ADAL" clId="{B1876A38-BFA0-4A1F-B19E-F1718391D511}" dt="2020-05-21T15:00:00.104" v="85" actId="2696"/>
        <pc:sldMkLst>
          <pc:docMk/>
          <pc:sldMk cId="410940375" sldId="3247"/>
        </pc:sldMkLst>
      </pc:sldChg>
      <pc:sldChg chg="del">
        <pc:chgData name="Wang, Wei" userId="627587dd-935f-4f2b-a6c6-edd4e0dcbff5" providerId="ADAL" clId="{B1876A38-BFA0-4A1F-B19E-F1718391D511}" dt="2020-05-21T14:59:59.987" v="82" actId="2696"/>
        <pc:sldMkLst>
          <pc:docMk/>
          <pc:sldMk cId="991313656" sldId="3248"/>
        </pc:sldMkLst>
      </pc:sldChg>
      <pc:sldChg chg="del">
        <pc:chgData name="Wang, Wei" userId="627587dd-935f-4f2b-a6c6-edd4e0dcbff5" providerId="ADAL" clId="{B1876A38-BFA0-4A1F-B19E-F1718391D511}" dt="2020-05-21T14:59:59.927" v="80" actId="2696"/>
        <pc:sldMkLst>
          <pc:docMk/>
          <pc:sldMk cId="4163159633" sldId="3249"/>
        </pc:sldMkLst>
      </pc:sldChg>
      <pc:sldChg chg="del">
        <pc:chgData name="Wang, Wei" userId="627587dd-935f-4f2b-a6c6-edd4e0dcbff5" providerId="ADAL" clId="{B1876A38-BFA0-4A1F-B19E-F1718391D511}" dt="2020-05-21T14:59:59.953" v="81" actId="2696"/>
        <pc:sldMkLst>
          <pc:docMk/>
          <pc:sldMk cId="1078204521" sldId="3250"/>
        </pc:sldMkLst>
      </pc:sldChg>
      <pc:sldChg chg="del">
        <pc:chgData name="Wang, Wei" userId="627587dd-935f-4f2b-a6c6-edd4e0dcbff5" providerId="ADAL" clId="{B1876A38-BFA0-4A1F-B19E-F1718391D511}" dt="2020-05-21T15:00:00.025" v="83" actId="2696"/>
        <pc:sldMkLst>
          <pc:docMk/>
          <pc:sldMk cId="1715815920" sldId="3251"/>
        </pc:sldMkLst>
      </pc:sldChg>
      <pc:sldChg chg="del">
        <pc:chgData name="Wang, Wei" userId="627587dd-935f-4f2b-a6c6-edd4e0dcbff5" providerId="ADAL" clId="{B1876A38-BFA0-4A1F-B19E-F1718391D511}" dt="2020-05-21T15:00:00.135" v="86" actId="2696"/>
        <pc:sldMkLst>
          <pc:docMk/>
          <pc:sldMk cId="1954399707" sldId="3252"/>
        </pc:sldMkLst>
      </pc:sldChg>
      <pc:sldChg chg="del">
        <pc:chgData name="Wang, Wei" userId="627587dd-935f-4f2b-a6c6-edd4e0dcbff5" providerId="ADAL" clId="{B1876A38-BFA0-4A1F-B19E-F1718391D511}" dt="2020-05-21T14:59:59.896" v="79" actId="2696"/>
        <pc:sldMkLst>
          <pc:docMk/>
          <pc:sldMk cId="1692271070" sldId="3253"/>
        </pc:sldMkLst>
      </pc:sldChg>
      <pc:sldChg chg="del">
        <pc:chgData name="Wang, Wei" userId="627587dd-935f-4f2b-a6c6-edd4e0dcbff5" providerId="ADAL" clId="{B1876A38-BFA0-4A1F-B19E-F1718391D511}" dt="2020-05-21T15:00:00.167" v="87" actId="2696"/>
        <pc:sldMkLst>
          <pc:docMk/>
          <pc:sldMk cId="3626943776" sldId="3254"/>
        </pc:sldMkLst>
      </pc:sldChg>
      <pc:sldChg chg="del">
        <pc:chgData name="Wang, Wei" userId="627587dd-935f-4f2b-a6c6-edd4e0dcbff5" providerId="ADAL" clId="{B1876A38-BFA0-4A1F-B19E-F1718391D511}" dt="2020-05-21T15:00:00.065" v="84" actId="2696"/>
        <pc:sldMkLst>
          <pc:docMk/>
          <pc:sldMk cId="2984461346" sldId="3255"/>
        </pc:sldMkLst>
      </pc:sldChg>
      <pc:sldChg chg="del">
        <pc:chgData name="Wang, Wei" userId="627587dd-935f-4f2b-a6c6-edd4e0dcbff5" providerId="ADAL" clId="{B1876A38-BFA0-4A1F-B19E-F1718391D511}" dt="2020-05-21T15:00:00.226" v="88" actId="2696"/>
        <pc:sldMkLst>
          <pc:docMk/>
          <pc:sldMk cId="1985833319" sldId="3256"/>
        </pc:sldMkLst>
      </pc:sldChg>
      <pc:sldChg chg="del">
        <pc:chgData name="Wang, Wei" userId="627587dd-935f-4f2b-a6c6-edd4e0dcbff5" providerId="ADAL" clId="{B1876A38-BFA0-4A1F-B19E-F1718391D511}" dt="2020-05-21T15:00:00.369" v="92" actId="2696"/>
        <pc:sldMkLst>
          <pc:docMk/>
          <pc:sldMk cId="924062676" sldId="3257"/>
        </pc:sldMkLst>
      </pc:sldChg>
      <pc:sldChg chg="del">
        <pc:chgData name="Wang, Wei" userId="627587dd-935f-4f2b-a6c6-edd4e0dcbff5" providerId="ADAL" clId="{B1876A38-BFA0-4A1F-B19E-F1718391D511}" dt="2020-05-21T15:00:00.263" v="89" actId="2696"/>
        <pc:sldMkLst>
          <pc:docMk/>
          <pc:sldMk cId="1768402278" sldId="3258"/>
        </pc:sldMkLst>
      </pc:sldChg>
      <pc:sldChg chg="del">
        <pc:chgData name="Wang, Wei" userId="627587dd-935f-4f2b-a6c6-edd4e0dcbff5" providerId="ADAL" clId="{B1876A38-BFA0-4A1F-B19E-F1718391D511}" dt="2020-05-21T15:00:00.396" v="93" actId="2696"/>
        <pc:sldMkLst>
          <pc:docMk/>
          <pc:sldMk cId="716511567" sldId="3259"/>
        </pc:sldMkLst>
      </pc:sldChg>
      <pc:sldChg chg="del">
        <pc:chgData name="Wang, Wei" userId="627587dd-935f-4f2b-a6c6-edd4e0dcbff5" providerId="ADAL" clId="{B1876A38-BFA0-4A1F-B19E-F1718391D511}" dt="2020-05-21T15:00:00.301" v="90" actId="2696"/>
        <pc:sldMkLst>
          <pc:docMk/>
          <pc:sldMk cId="3234899859" sldId="3260"/>
        </pc:sldMkLst>
      </pc:sldChg>
      <pc:sldChg chg="del">
        <pc:chgData name="Wang, Wei" userId="627587dd-935f-4f2b-a6c6-edd4e0dcbff5" providerId="ADAL" clId="{B1876A38-BFA0-4A1F-B19E-F1718391D511}" dt="2020-05-21T15:00:00.342" v="91" actId="2696"/>
        <pc:sldMkLst>
          <pc:docMk/>
          <pc:sldMk cId="3066737904" sldId="3261"/>
        </pc:sldMkLst>
      </pc:sldChg>
      <pc:sldChg chg="del">
        <pc:chgData name="Wang, Wei" userId="627587dd-935f-4f2b-a6c6-edd4e0dcbff5" providerId="ADAL" clId="{B1876A38-BFA0-4A1F-B19E-F1718391D511}" dt="2020-05-21T15:00:00.437" v="94" actId="2696"/>
        <pc:sldMkLst>
          <pc:docMk/>
          <pc:sldMk cId="244349391" sldId="3262"/>
        </pc:sldMkLst>
      </pc:sldChg>
      <pc:sldChg chg="del">
        <pc:chgData name="Wang, Wei" userId="627587dd-935f-4f2b-a6c6-edd4e0dcbff5" providerId="ADAL" clId="{B1876A38-BFA0-4A1F-B19E-F1718391D511}" dt="2020-05-21T15:00:00.477" v="95" actId="2696"/>
        <pc:sldMkLst>
          <pc:docMk/>
          <pc:sldMk cId="1346862001" sldId="3263"/>
        </pc:sldMkLst>
      </pc:sldChg>
      <pc:sldChg chg="del">
        <pc:chgData name="Wang, Wei" userId="627587dd-935f-4f2b-a6c6-edd4e0dcbff5" providerId="ADAL" clId="{B1876A38-BFA0-4A1F-B19E-F1718391D511}" dt="2020-05-21T15:00:00.503" v="96" actId="2696"/>
        <pc:sldMkLst>
          <pc:docMk/>
          <pc:sldMk cId="1391415964" sldId="3264"/>
        </pc:sldMkLst>
      </pc:sldChg>
      <pc:sldChg chg="del">
        <pc:chgData name="Wang, Wei" userId="627587dd-935f-4f2b-a6c6-edd4e0dcbff5" providerId="ADAL" clId="{B1876A38-BFA0-4A1F-B19E-F1718391D511}" dt="2020-05-21T15:00:00.542" v="97" actId="2696"/>
        <pc:sldMkLst>
          <pc:docMk/>
          <pc:sldMk cId="2212679919" sldId="3265"/>
        </pc:sldMkLst>
      </pc:sldChg>
      <pc:sldChg chg="del">
        <pc:chgData name="Wang, Wei" userId="627587dd-935f-4f2b-a6c6-edd4e0dcbff5" providerId="ADAL" clId="{B1876A38-BFA0-4A1F-B19E-F1718391D511}" dt="2020-05-21T15:00:00.664" v="99" actId="2696"/>
        <pc:sldMkLst>
          <pc:docMk/>
          <pc:sldMk cId="126287035" sldId="3267"/>
        </pc:sldMkLst>
      </pc:sldChg>
      <pc:sldChg chg="del">
        <pc:chgData name="Wang, Wei" userId="627587dd-935f-4f2b-a6c6-edd4e0dcbff5" providerId="ADAL" clId="{B1876A38-BFA0-4A1F-B19E-F1718391D511}" dt="2020-05-21T15:00:01.052" v="104" actId="2696"/>
        <pc:sldMkLst>
          <pc:docMk/>
          <pc:sldMk cId="1679015854" sldId="3268"/>
        </pc:sldMkLst>
      </pc:sldChg>
      <pc:sldChg chg="del">
        <pc:chgData name="Wang, Wei" userId="627587dd-935f-4f2b-a6c6-edd4e0dcbff5" providerId="ADAL" clId="{B1876A38-BFA0-4A1F-B19E-F1718391D511}" dt="2020-05-21T15:00:01.082" v="105" actId="2696"/>
        <pc:sldMkLst>
          <pc:docMk/>
          <pc:sldMk cId="996068935" sldId="3269"/>
        </pc:sldMkLst>
      </pc:sldChg>
      <pc:sldChg chg="del">
        <pc:chgData name="Wang, Wei" userId="627587dd-935f-4f2b-a6c6-edd4e0dcbff5" providerId="ADAL" clId="{B1876A38-BFA0-4A1F-B19E-F1718391D511}" dt="2020-05-21T15:00:01.232" v="110" actId="2696"/>
        <pc:sldMkLst>
          <pc:docMk/>
          <pc:sldMk cId="742174932" sldId="3275"/>
        </pc:sldMkLst>
      </pc:sldChg>
      <pc:sldChg chg="del">
        <pc:chgData name="Wang, Wei" userId="627587dd-935f-4f2b-a6c6-edd4e0dcbff5" providerId="ADAL" clId="{B1876A38-BFA0-4A1F-B19E-F1718391D511}" dt="2020-05-21T15:00:01.264" v="111" actId="2696"/>
        <pc:sldMkLst>
          <pc:docMk/>
          <pc:sldMk cId="503339778" sldId="3276"/>
        </pc:sldMkLst>
      </pc:sldChg>
      <pc:sldChg chg="del">
        <pc:chgData name="Wang, Wei" userId="627587dd-935f-4f2b-a6c6-edd4e0dcbff5" providerId="ADAL" clId="{B1876A38-BFA0-4A1F-B19E-F1718391D511}" dt="2020-05-21T15:00:01.304" v="112" actId="2696"/>
        <pc:sldMkLst>
          <pc:docMk/>
          <pc:sldMk cId="3108903484" sldId="3277"/>
        </pc:sldMkLst>
      </pc:sldChg>
      <pc:sldChg chg="del">
        <pc:chgData name="Wang, Wei" userId="627587dd-935f-4f2b-a6c6-edd4e0dcbff5" providerId="ADAL" clId="{B1876A38-BFA0-4A1F-B19E-F1718391D511}" dt="2020-05-21T15:00:01.423" v="114" actId="2696"/>
        <pc:sldMkLst>
          <pc:docMk/>
          <pc:sldMk cId="1068174136" sldId="3279"/>
        </pc:sldMkLst>
      </pc:sldChg>
      <pc:sldChg chg="del">
        <pc:chgData name="Wang, Wei" userId="627587dd-935f-4f2b-a6c6-edd4e0dcbff5" providerId="ADAL" clId="{B1876A38-BFA0-4A1F-B19E-F1718391D511}" dt="2020-05-21T15:00:01.459" v="115" actId="2696"/>
        <pc:sldMkLst>
          <pc:docMk/>
          <pc:sldMk cId="1016294463" sldId="3280"/>
        </pc:sldMkLst>
      </pc:sldChg>
      <pc:sldChg chg="del">
        <pc:chgData name="Wang, Wei" userId="627587dd-935f-4f2b-a6c6-edd4e0dcbff5" providerId="ADAL" clId="{B1876A38-BFA0-4A1F-B19E-F1718391D511}" dt="2020-05-21T15:00:01.486" v="116" actId="2696"/>
        <pc:sldMkLst>
          <pc:docMk/>
          <pc:sldMk cId="2375318970" sldId="3281"/>
        </pc:sldMkLst>
      </pc:sldChg>
      <pc:sldChg chg="del">
        <pc:chgData name="Wang, Wei" userId="627587dd-935f-4f2b-a6c6-edd4e0dcbff5" providerId="ADAL" clId="{B1876A38-BFA0-4A1F-B19E-F1718391D511}" dt="2020-05-21T15:00:01.521" v="117" actId="2696"/>
        <pc:sldMkLst>
          <pc:docMk/>
          <pc:sldMk cId="3139898537" sldId="3282"/>
        </pc:sldMkLst>
      </pc:sldChg>
      <pc:sldChg chg="del">
        <pc:chgData name="Wang, Wei" userId="627587dd-935f-4f2b-a6c6-edd4e0dcbff5" providerId="ADAL" clId="{B1876A38-BFA0-4A1F-B19E-F1718391D511}" dt="2020-05-21T15:00:01.559" v="118" actId="2696"/>
        <pc:sldMkLst>
          <pc:docMk/>
          <pc:sldMk cId="3981214641" sldId="3284"/>
        </pc:sldMkLst>
      </pc:sldChg>
      <pc:sldChg chg="del">
        <pc:chgData name="Wang, Wei" userId="627587dd-935f-4f2b-a6c6-edd4e0dcbff5" providerId="ADAL" clId="{B1876A38-BFA0-4A1F-B19E-F1718391D511}" dt="2020-05-21T15:00:01.674" v="120" actId="2696"/>
        <pc:sldMkLst>
          <pc:docMk/>
          <pc:sldMk cId="3197551137" sldId="3287"/>
        </pc:sldMkLst>
      </pc:sldChg>
      <pc:sldChg chg="del">
        <pc:chgData name="Wang, Wei" userId="627587dd-935f-4f2b-a6c6-edd4e0dcbff5" providerId="ADAL" clId="{B1876A38-BFA0-4A1F-B19E-F1718391D511}" dt="2020-05-21T15:00:02.043" v="131" actId="2696"/>
        <pc:sldMkLst>
          <pc:docMk/>
          <pc:sldMk cId="3798856135" sldId="3288"/>
        </pc:sldMkLst>
      </pc:sldChg>
      <pc:sldChg chg="del">
        <pc:chgData name="Wang, Wei" userId="627587dd-935f-4f2b-a6c6-edd4e0dcbff5" providerId="ADAL" clId="{B1876A38-BFA0-4A1F-B19E-F1718391D511}" dt="2020-05-21T15:00:02.069" v="132" actId="2696"/>
        <pc:sldMkLst>
          <pc:docMk/>
          <pc:sldMk cId="19228181" sldId="3289"/>
        </pc:sldMkLst>
      </pc:sldChg>
      <pc:sldChg chg="del">
        <pc:chgData name="Wang, Wei" userId="627587dd-935f-4f2b-a6c6-edd4e0dcbff5" providerId="ADAL" clId="{B1876A38-BFA0-4A1F-B19E-F1718391D511}" dt="2020-05-21T15:00:01.832" v="124" actId="2696"/>
        <pc:sldMkLst>
          <pc:docMk/>
          <pc:sldMk cId="2303224268" sldId="3290"/>
        </pc:sldMkLst>
      </pc:sldChg>
      <pc:sldChg chg="del">
        <pc:chgData name="Wang, Wei" userId="627587dd-935f-4f2b-a6c6-edd4e0dcbff5" providerId="ADAL" clId="{B1876A38-BFA0-4A1F-B19E-F1718391D511}" dt="2020-05-21T15:00:02.115" v="133" actId="2696"/>
        <pc:sldMkLst>
          <pc:docMk/>
          <pc:sldMk cId="864121547" sldId="3291"/>
        </pc:sldMkLst>
      </pc:sldChg>
      <pc:sldChg chg="del">
        <pc:chgData name="Wang, Wei" userId="627587dd-935f-4f2b-a6c6-edd4e0dcbff5" providerId="ADAL" clId="{B1876A38-BFA0-4A1F-B19E-F1718391D511}" dt="2020-05-21T15:00:02.409" v="166" actId="2696"/>
        <pc:sldMkLst>
          <pc:docMk/>
          <pc:sldMk cId="2795661269" sldId="3292"/>
        </pc:sldMkLst>
      </pc:sldChg>
      <pc:sldChg chg="del">
        <pc:chgData name="Wang, Wei" userId="627587dd-935f-4f2b-a6c6-edd4e0dcbff5" providerId="ADAL" clId="{B1876A38-BFA0-4A1F-B19E-F1718391D511}" dt="2020-05-21T15:00:02.376" v="164" actId="2696"/>
        <pc:sldMkLst>
          <pc:docMk/>
          <pc:sldMk cId="1553453907" sldId="3293"/>
        </pc:sldMkLst>
      </pc:sldChg>
      <pc:sldChg chg="del">
        <pc:chgData name="Wang, Wei" userId="627587dd-935f-4f2b-a6c6-edd4e0dcbff5" providerId="ADAL" clId="{B1876A38-BFA0-4A1F-B19E-F1718391D511}" dt="2020-05-21T15:00:02.680" v="175" actId="2696"/>
        <pc:sldMkLst>
          <pc:docMk/>
          <pc:sldMk cId="929812060" sldId="3294"/>
        </pc:sldMkLst>
      </pc:sldChg>
      <pc:sldChg chg="del">
        <pc:chgData name="Wang, Wei" userId="627587dd-935f-4f2b-a6c6-edd4e0dcbff5" providerId="ADAL" clId="{B1876A38-BFA0-4A1F-B19E-F1718391D511}" dt="2020-05-21T15:00:02.439" v="167" actId="2696"/>
        <pc:sldMkLst>
          <pc:docMk/>
          <pc:sldMk cId="1479512413" sldId="3295"/>
        </pc:sldMkLst>
      </pc:sldChg>
      <pc:sldChg chg="del">
        <pc:chgData name="Wang, Wei" userId="627587dd-935f-4f2b-a6c6-edd4e0dcbff5" providerId="ADAL" clId="{B1876A38-BFA0-4A1F-B19E-F1718391D511}" dt="2020-05-21T15:00:02.468" v="168" actId="2696"/>
        <pc:sldMkLst>
          <pc:docMk/>
          <pc:sldMk cId="3954248733" sldId="3296"/>
        </pc:sldMkLst>
      </pc:sldChg>
      <pc:sldChg chg="del">
        <pc:chgData name="Wang, Wei" userId="627587dd-935f-4f2b-a6c6-edd4e0dcbff5" providerId="ADAL" clId="{B1876A38-BFA0-4A1F-B19E-F1718391D511}" dt="2020-05-21T15:00:02.496" v="169" actId="2696"/>
        <pc:sldMkLst>
          <pc:docMk/>
          <pc:sldMk cId="3156802134" sldId="3297"/>
        </pc:sldMkLst>
      </pc:sldChg>
      <pc:sldChg chg="del">
        <pc:chgData name="Wang, Wei" userId="627587dd-935f-4f2b-a6c6-edd4e0dcbff5" providerId="ADAL" clId="{B1876A38-BFA0-4A1F-B19E-F1718391D511}" dt="2020-05-21T15:00:02.521" v="170" actId="2696"/>
        <pc:sldMkLst>
          <pc:docMk/>
          <pc:sldMk cId="2403325956" sldId="3298"/>
        </pc:sldMkLst>
      </pc:sldChg>
      <pc:sldChg chg="del">
        <pc:chgData name="Wang, Wei" userId="627587dd-935f-4f2b-a6c6-edd4e0dcbff5" providerId="ADAL" clId="{B1876A38-BFA0-4A1F-B19E-F1718391D511}" dt="2020-05-21T15:00:02.545" v="171" actId="2696"/>
        <pc:sldMkLst>
          <pc:docMk/>
          <pc:sldMk cId="4278664167" sldId="3299"/>
        </pc:sldMkLst>
      </pc:sldChg>
      <pc:sldChg chg="del">
        <pc:chgData name="Wang, Wei" userId="627587dd-935f-4f2b-a6c6-edd4e0dcbff5" providerId="ADAL" clId="{B1876A38-BFA0-4A1F-B19E-F1718391D511}" dt="2020-05-21T15:00:02.861" v="181" actId="2696"/>
        <pc:sldMkLst>
          <pc:docMk/>
          <pc:sldMk cId="2813254392" sldId="3300"/>
        </pc:sldMkLst>
      </pc:sldChg>
      <pc:sldChg chg="del">
        <pc:chgData name="Wang, Wei" userId="627587dd-935f-4f2b-a6c6-edd4e0dcbff5" providerId="ADAL" clId="{B1876A38-BFA0-4A1F-B19E-F1718391D511}" dt="2020-05-21T15:00:02.890" v="182" actId="2696"/>
        <pc:sldMkLst>
          <pc:docMk/>
          <pc:sldMk cId="2168276619" sldId="3301"/>
        </pc:sldMkLst>
      </pc:sldChg>
      <pc:sldChg chg="del">
        <pc:chgData name="Wang, Wei" userId="627587dd-935f-4f2b-a6c6-edd4e0dcbff5" providerId="ADAL" clId="{B1876A38-BFA0-4A1F-B19E-F1718391D511}" dt="2020-05-21T15:00:02.928" v="183" actId="2696"/>
        <pc:sldMkLst>
          <pc:docMk/>
          <pc:sldMk cId="606603448" sldId="3302"/>
        </pc:sldMkLst>
      </pc:sldChg>
      <pc:sldChg chg="del">
        <pc:chgData name="Wang, Wei" userId="627587dd-935f-4f2b-a6c6-edd4e0dcbff5" providerId="ADAL" clId="{B1876A38-BFA0-4A1F-B19E-F1718391D511}" dt="2020-05-21T15:00:02.949" v="184" actId="2696"/>
        <pc:sldMkLst>
          <pc:docMk/>
          <pc:sldMk cId="83612990" sldId="3305"/>
        </pc:sldMkLst>
      </pc:sldChg>
      <pc:sldChg chg="del">
        <pc:chgData name="Wang, Wei" userId="627587dd-935f-4f2b-a6c6-edd4e0dcbff5" providerId="ADAL" clId="{B1876A38-BFA0-4A1F-B19E-F1718391D511}" dt="2020-05-21T15:00:02.973" v="185" actId="2696"/>
        <pc:sldMkLst>
          <pc:docMk/>
          <pc:sldMk cId="1312951834" sldId="3306"/>
        </pc:sldMkLst>
      </pc:sldChg>
      <pc:sldChg chg="del">
        <pc:chgData name="Wang, Wei" userId="627587dd-935f-4f2b-a6c6-edd4e0dcbff5" providerId="ADAL" clId="{B1876A38-BFA0-4A1F-B19E-F1718391D511}" dt="2020-05-21T15:00:02.709" v="176" actId="2696"/>
        <pc:sldMkLst>
          <pc:docMk/>
          <pc:sldMk cId="1996300682" sldId="3307"/>
        </pc:sldMkLst>
      </pc:sldChg>
      <pc:sldChg chg="del">
        <pc:chgData name="Wang, Wei" userId="627587dd-935f-4f2b-a6c6-edd4e0dcbff5" providerId="ADAL" clId="{B1876A38-BFA0-4A1F-B19E-F1718391D511}" dt="2020-05-21T15:00:02.735" v="177" actId="2696"/>
        <pc:sldMkLst>
          <pc:docMk/>
          <pc:sldMk cId="2269029745" sldId="3309"/>
        </pc:sldMkLst>
      </pc:sldChg>
      <pc:sldChg chg="del">
        <pc:chgData name="Wang, Wei" userId="627587dd-935f-4f2b-a6c6-edd4e0dcbff5" providerId="ADAL" clId="{B1876A38-BFA0-4A1F-B19E-F1718391D511}" dt="2020-05-21T15:00:02.764" v="178" actId="2696"/>
        <pc:sldMkLst>
          <pc:docMk/>
          <pc:sldMk cId="667677968" sldId="3310"/>
        </pc:sldMkLst>
      </pc:sldChg>
      <pc:sldChg chg="del">
        <pc:chgData name="Wang, Wei" userId="627587dd-935f-4f2b-a6c6-edd4e0dcbff5" providerId="ADAL" clId="{B1876A38-BFA0-4A1F-B19E-F1718391D511}" dt="2020-05-21T15:00:02.645" v="174" actId="2696"/>
        <pc:sldMkLst>
          <pc:docMk/>
          <pc:sldMk cId="1892545769" sldId="3311"/>
        </pc:sldMkLst>
      </pc:sldChg>
      <pc:sldChg chg="del">
        <pc:chgData name="Wang, Wei" userId="627587dd-935f-4f2b-a6c6-edd4e0dcbff5" providerId="ADAL" clId="{B1876A38-BFA0-4A1F-B19E-F1718391D511}" dt="2020-05-21T15:00:02.827" v="180" actId="2696"/>
        <pc:sldMkLst>
          <pc:docMk/>
          <pc:sldMk cId="2194838920" sldId="3312"/>
        </pc:sldMkLst>
      </pc:sldChg>
      <pc:sldChg chg="del">
        <pc:chgData name="Wang, Wei" userId="627587dd-935f-4f2b-a6c6-edd4e0dcbff5" providerId="ADAL" clId="{B1876A38-BFA0-4A1F-B19E-F1718391D511}" dt="2020-05-21T15:00:03.092" v="189" actId="2696"/>
        <pc:sldMkLst>
          <pc:docMk/>
          <pc:sldMk cId="215748073" sldId="3313"/>
        </pc:sldMkLst>
      </pc:sldChg>
      <pc:sldChg chg="del">
        <pc:chgData name="Wang, Wei" userId="627587dd-935f-4f2b-a6c6-edd4e0dcbff5" providerId="ADAL" clId="{B1876A38-BFA0-4A1F-B19E-F1718391D511}" dt="2020-05-21T15:00:03.125" v="190" actId="2696"/>
        <pc:sldMkLst>
          <pc:docMk/>
          <pc:sldMk cId="4262673835" sldId="3314"/>
        </pc:sldMkLst>
      </pc:sldChg>
      <pc:sldChg chg="del">
        <pc:chgData name="Wang, Wei" userId="627587dd-935f-4f2b-a6c6-edd4e0dcbff5" providerId="ADAL" clId="{B1876A38-BFA0-4A1F-B19E-F1718391D511}" dt="2020-05-21T15:00:03.147" v="191" actId="2696"/>
        <pc:sldMkLst>
          <pc:docMk/>
          <pc:sldMk cId="3335184793" sldId="3315"/>
        </pc:sldMkLst>
      </pc:sldChg>
      <pc:sldChg chg="del">
        <pc:chgData name="Wang, Wei" userId="627587dd-935f-4f2b-a6c6-edd4e0dcbff5" providerId="ADAL" clId="{B1876A38-BFA0-4A1F-B19E-F1718391D511}" dt="2020-05-21T15:00:03.209" v="194" actId="2696"/>
        <pc:sldMkLst>
          <pc:docMk/>
          <pc:sldMk cId="2416137483" sldId="3316"/>
        </pc:sldMkLst>
      </pc:sldChg>
      <pc:sldChg chg="del">
        <pc:chgData name="Wang, Wei" userId="627587dd-935f-4f2b-a6c6-edd4e0dcbff5" providerId="ADAL" clId="{B1876A38-BFA0-4A1F-B19E-F1718391D511}" dt="2020-05-21T15:00:03.441" v="203" actId="2696"/>
        <pc:sldMkLst>
          <pc:docMk/>
          <pc:sldMk cId="526447841" sldId="3317"/>
        </pc:sldMkLst>
      </pc:sldChg>
      <pc:sldChg chg="del">
        <pc:chgData name="Wang, Wei" userId="627587dd-935f-4f2b-a6c6-edd4e0dcbff5" providerId="ADAL" clId="{B1876A38-BFA0-4A1F-B19E-F1718391D511}" dt="2020-05-21T15:00:03.167" v="192" actId="2696"/>
        <pc:sldMkLst>
          <pc:docMk/>
          <pc:sldMk cId="2947608363" sldId="3318"/>
        </pc:sldMkLst>
      </pc:sldChg>
      <pc:sldChg chg="del">
        <pc:chgData name="Wang, Wei" userId="627587dd-935f-4f2b-a6c6-edd4e0dcbff5" providerId="ADAL" clId="{B1876A38-BFA0-4A1F-B19E-F1718391D511}" dt="2020-05-21T15:00:03.245" v="195" actId="2696"/>
        <pc:sldMkLst>
          <pc:docMk/>
          <pc:sldMk cId="2127992302" sldId="3319"/>
        </pc:sldMkLst>
      </pc:sldChg>
      <pc:sldChg chg="del">
        <pc:chgData name="Wang, Wei" userId="627587dd-935f-4f2b-a6c6-edd4e0dcbff5" providerId="ADAL" clId="{B1876A38-BFA0-4A1F-B19E-F1718391D511}" dt="2020-05-21T15:00:03.273" v="196" actId="2696"/>
        <pc:sldMkLst>
          <pc:docMk/>
          <pc:sldMk cId="2777060430" sldId="3320"/>
        </pc:sldMkLst>
      </pc:sldChg>
      <pc:sldChg chg="del">
        <pc:chgData name="Wang, Wei" userId="627587dd-935f-4f2b-a6c6-edd4e0dcbff5" providerId="ADAL" clId="{B1876A38-BFA0-4A1F-B19E-F1718391D511}" dt="2020-05-21T15:00:03.298" v="198" actId="2696"/>
        <pc:sldMkLst>
          <pc:docMk/>
          <pc:sldMk cId="1945554767" sldId="3321"/>
        </pc:sldMkLst>
      </pc:sldChg>
      <pc:sldChg chg="del">
        <pc:chgData name="Wang, Wei" userId="627587dd-935f-4f2b-a6c6-edd4e0dcbff5" providerId="ADAL" clId="{B1876A38-BFA0-4A1F-B19E-F1718391D511}" dt="2020-05-21T15:00:03.316" v="199" actId="2696"/>
        <pc:sldMkLst>
          <pc:docMk/>
          <pc:sldMk cId="2127991632" sldId="3322"/>
        </pc:sldMkLst>
      </pc:sldChg>
      <pc:sldChg chg="del">
        <pc:chgData name="Wang, Wei" userId="627587dd-935f-4f2b-a6c6-edd4e0dcbff5" providerId="ADAL" clId="{B1876A38-BFA0-4A1F-B19E-F1718391D511}" dt="2020-05-21T15:00:03.359" v="200" actId="2696"/>
        <pc:sldMkLst>
          <pc:docMk/>
          <pc:sldMk cId="4281611941" sldId="3323"/>
        </pc:sldMkLst>
      </pc:sldChg>
      <pc:sldChg chg="del">
        <pc:chgData name="Wang, Wei" userId="627587dd-935f-4f2b-a6c6-edd4e0dcbff5" providerId="ADAL" clId="{B1876A38-BFA0-4A1F-B19E-F1718391D511}" dt="2020-05-21T15:00:03.401" v="202" actId="2696"/>
        <pc:sldMkLst>
          <pc:docMk/>
          <pc:sldMk cId="3390179843" sldId="3326"/>
        </pc:sldMkLst>
      </pc:sldChg>
      <pc:sldChg chg="del">
        <pc:chgData name="Wang, Wei" userId="627587dd-935f-4f2b-a6c6-edd4e0dcbff5" providerId="ADAL" clId="{B1876A38-BFA0-4A1F-B19E-F1718391D511}" dt="2020-05-21T15:00:03.382" v="201" actId="2696"/>
        <pc:sldMkLst>
          <pc:docMk/>
          <pc:sldMk cId="3124520466" sldId="3327"/>
        </pc:sldMkLst>
      </pc:sldChg>
      <pc:sldChg chg="del">
        <pc:chgData name="Wang, Wei" userId="627587dd-935f-4f2b-a6c6-edd4e0dcbff5" providerId="ADAL" clId="{B1876A38-BFA0-4A1F-B19E-F1718391D511}" dt="2020-05-21T15:00:03.492" v="205" actId="2696"/>
        <pc:sldMkLst>
          <pc:docMk/>
          <pc:sldMk cId="3477645088" sldId="3328"/>
        </pc:sldMkLst>
      </pc:sldChg>
      <pc:sldChg chg="del">
        <pc:chgData name="Wang, Wei" userId="627587dd-935f-4f2b-a6c6-edd4e0dcbff5" providerId="ADAL" clId="{B1876A38-BFA0-4A1F-B19E-F1718391D511}" dt="2020-05-21T15:00:03.513" v="206" actId="2696"/>
        <pc:sldMkLst>
          <pc:docMk/>
          <pc:sldMk cId="1662053451" sldId="3329"/>
        </pc:sldMkLst>
      </pc:sldChg>
      <pc:sldChg chg="del">
        <pc:chgData name="Wang, Wei" userId="627587dd-935f-4f2b-a6c6-edd4e0dcbff5" providerId="ADAL" clId="{B1876A38-BFA0-4A1F-B19E-F1718391D511}" dt="2020-05-21T15:00:03.574" v="209" actId="2696"/>
        <pc:sldMkLst>
          <pc:docMk/>
          <pc:sldMk cId="346396587" sldId="3330"/>
        </pc:sldMkLst>
      </pc:sldChg>
      <pc:sldChg chg="del">
        <pc:chgData name="Wang, Wei" userId="627587dd-935f-4f2b-a6c6-edd4e0dcbff5" providerId="ADAL" clId="{B1876A38-BFA0-4A1F-B19E-F1718391D511}" dt="2020-05-21T15:00:03.620" v="211" actId="2696"/>
        <pc:sldMkLst>
          <pc:docMk/>
          <pc:sldMk cId="1291678737" sldId="3331"/>
        </pc:sldMkLst>
      </pc:sldChg>
      <pc:sldChg chg="del">
        <pc:chgData name="Wang, Wei" userId="627587dd-935f-4f2b-a6c6-edd4e0dcbff5" providerId="ADAL" clId="{B1876A38-BFA0-4A1F-B19E-F1718391D511}" dt="2020-05-21T15:00:03.671" v="213" actId="2696"/>
        <pc:sldMkLst>
          <pc:docMk/>
          <pc:sldMk cId="3148421959" sldId="3332"/>
        </pc:sldMkLst>
      </pc:sldChg>
      <pc:sldChg chg="del">
        <pc:chgData name="Wang, Wei" userId="627587dd-935f-4f2b-a6c6-edd4e0dcbff5" providerId="ADAL" clId="{B1876A38-BFA0-4A1F-B19E-F1718391D511}" dt="2020-05-21T15:00:03.470" v="204" actId="2696"/>
        <pc:sldMkLst>
          <pc:docMk/>
          <pc:sldMk cId="3111119971" sldId="3334"/>
        </pc:sldMkLst>
      </pc:sldChg>
      <pc:sldChg chg="del">
        <pc:chgData name="Wang, Wei" userId="627587dd-935f-4f2b-a6c6-edd4e0dcbff5" providerId="ADAL" clId="{B1876A38-BFA0-4A1F-B19E-F1718391D511}" dt="2020-05-21T15:00:03.532" v="207" actId="2696"/>
        <pc:sldMkLst>
          <pc:docMk/>
          <pc:sldMk cId="380740504" sldId="3335"/>
        </pc:sldMkLst>
      </pc:sldChg>
      <pc:sldChg chg="del">
        <pc:chgData name="Wang, Wei" userId="627587dd-935f-4f2b-a6c6-edd4e0dcbff5" providerId="ADAL" clId="{B1876A38-BFA0-4A1F-B19E-F1718391D511}" dt="2020-05-21T15:00:03.715" v="215" actId="2696"/>
        <pc:sldMkLst>
          <pc:docMk/>
          <pc:sldMk cId="4214234733" sldId="3337"/>
        </pc:sldMkLst>
      </pc:sldChg>
      <pc:sldChg chg="del">
        <pc:chgData name="Wang, Wei" userId="627587dd-935f-4f2b-a6c6-edd4e0dcbff5" providerId="ADAL" clId="{B1876A38-BFA0-4A1F-B19E-F1718391D511}" dt="2020-05-21T15:00:03.774" v="217" actId="2696"/>
        <pc:sldMkLst>
          <pc:docMk/>
          <pc:sldMk cId="3949925884" sldId="3338"/>
        </pc:sldMkLst>
      </pc:sldChg>
      <pc:sldChg chg="del">
        <pc:chgData name="Wang, Wei" userId="627587dd-935f-4f2b-a6c6-edd4e0dcbff5" providerId="ADAL" clId="{B1876A38-BFA0-4A1F-B19E-F1718391D511}" dt="2020-05-21T15:00:03.739" v="216" actId="2696"/>
        <pc:sldMkLst>
          <pc:docMk/>
          <pc:sldMk cId="4188551729" sldId="3339"/>
        </pc:sldMkLst>
      </pc:sldChg>
      <pc:sldChg chg="del">
        <pc:chgData name="Wang, Wei" userId="627587dd-935f-4f2b-a6c6-edd4e0dcbff5" providerId="ADAL" clId="{B1876A38-BFA0-4A1F-B19E-F1718391D511}" dt="2020-05-21T15:00:03.556" v="208" actId="2696"/>
        <pc:sldMkLst>
          <pc:docMk/>
          <pc:sldMk cId="3603535866" sldId="3340"/>
        </pc:sldMkLst>
      </pc:sldChg>
      <pc:sldChg chg="del">
        <pc:chgData name="Wang, Wei" userId="627587dd-935f-4f2b-a6c6-edd4e0dcbff5" providerId="ADAL" clId="{B1876A38-BFA0-4A1F-B19E-F1718391D511}" dt="2020-05-21T15:00:03.598" v="210" actId="2696"/>
        <pc:sldMkLst>
          <pc:docMk/>
          <pc:sldMk cId="3144107531" sldId="3341"/>
        </pc:sldMkLst>
      </pc:sldChg>
      <pc:sldChg chg="del">
        <pc:chgData name="Wang, Wei" userId="627587dd-935f-4f2b-a6c6-edd4e0dcbff5" providerId="ADAL" clId="{B1876A38-BFA0-4A1F-B19E-F1718391D511}" dt="2020-05-21T15:00:03.642" v="212" actId="2696"/>
        <pc:sldMkLst>
          <pc:docMk/>
          <pc:sldMk cId="2740622052" sldId="3342"/>
        </pc:sldMkLst>
      </pc:sldChg>
      <pc:sldChg chg="del">
        <pc:chgData name="Wang, Wei" userId="627587dd-935f-4f2b-a6c6-edd4e0dcbff5" providerId="ADAL" clId="{B1876A38-BFA0-4A1F-B19E-F1718391D511}" dt="2020-05-21T14:59:33.936" v="30" actId="2696"/>
        <pc:sldMkLst>
          <pc:docMk/>
          <pc:sldMk cId="2231477961" sldId="3343"/>
        </pc:sldMkLst>
      </pc:sldChg>
      <pc:sldChg chg="del">
        <pc:chgData name="Wang, Wei" userId="627587dd-935f-4f2b-a6c6-edd4e0dcbff5" providerId="ADAL" clId="{B1876A38-BFA0-4A1F-B19E-F1718391D511}" dt="2020-05-21T14:59:34.305" v="38" actId="2696"/>
        <pc:sldMkLst>
          <pc:docMk/>
          <pc:sldMk cId="254823969" sldId="3344"/>
        </pc:sldMkLst>
      </pc:sldChg>
      <pc:sldChg chg="del">
        <pc:chgData name="Wang, Wei" userId="627587dd-935f-4f2b-a6c6-edd4e0dcbff5" providerId="ADAL" clId="{B1876A38-BFA0-4A1F-B19E-F1718391D511}" dt="2020-05-21T14:59:59.635" v="72" actId="2696"/>
        <pc:sldMkLst>
          <pc:docMk/>
          <pc:sldMk cId="1271632320" sldId="3346"/>
        </pc:sldMkLst>
      </pc:sldChg>
      <pc:sldChg chg="del">
        <pc:chgData name="Wang, Wei" userId="627587dd-935f-4f2b-a6c6-edd4e0dcbff5" providerId="ADAL" clId="{B1876A38-BFA0-4A1F-B19E-F1718391D511}" dt="2020-05-21T14:59:34.259" v="37" actId="2696"/>
        <pc:sldMkLst>
          <pc:docMk/>
          <pc:sldMk cId="2979927466" sldId="3348"/>
        </pc:sldMkLst>
      </pc:sldChg>
      <pc:sldChg chg="del">
        <pc:chgData name="Wang, Wei" userId="627587dd-935f-4f2b-a6c6-edd4e0dcbff5" providerId="ADAL" clId="{B1876A38-BFA0-4A1F-B19E-F1718391D511}" dt="2020-05-21T14:59:58.394" v="43" actId="2696"/>
        <pc:sldMkLst>
          <pc:docMk/>
          <pc:sldMk cId="842741756" sldId="3350"/>
        </pc:sldMkLst>
      </pc:sldChg>
      <pc:sldChg chg="del">
        <pc:chgData name="Wang, Wei" userId="627587dd-935f-4f2b-a6c6-edd4e0dcbff5" providerId="ADAL" clId="{B1876A38-BFA0-4A1F-B19E-F1718391D511}" dt="2020-05-21T14:59:58.859" v="54" actId="2696"/>
        <pc:sldMkLst>
          <pc:docMk/>
          <pc:sldMk cId="3109476665" sldId="3351"/>
        </pc:sldMkLst>
      </pc:sldChg>
      <pc:sldChg chg="del">
        <pc:chgData name="Wang, Wei" userId="627587dd-935f-4f2b-a6c6-edd4e0dcbff5" providerId="ADAL" clId="{B1876A38-BFA0-4A1F-B19E-F1718391D511}" dt="2020-05-21T14:59:59.386" v="67" actId="2696"/>
        <pc:sldMkLst>
          <pc:docMk/>
          <pc:sldMk cId="3704800372" sldId="3352"/>
        </pc:sldMkLst>
      </pc:sldChg>
      <pc:sldChg chg="del">
        <pc:chgData name="Wang, Wei" userId="627587dd-935f-4f2b-a6c6-edd4e0dcbff5" providerId="ADAL" clId="{B1876A38-BFA0-4A1F-B19E-F1718391D511}" dt="2020-05-21T14:59:59.533" v="70" actId="2696"/>
        <pc:sldMkLst>
          <pc:docMk/>
          <pc:sldMk cId="2944446884" sldId="3353"/>
        </pc:sldMkLst>
      </pc:sldChg>
      <pc:sldChg chg="del">
        <pc:chgData name="Wang, Wei" userId="627587dd-935f-4f2b-a6c6-edd4e0dcbff5" providerId="ADAL" clId="{B1876A38-BFA0-4A1F-B19E-F1718391D511}" dt="2020-05-21T14:59:59.587" v="71" actId="2696"/>
        <pc:sldMkLst>
          <pc:docMk/>
          <pc:sldMk cId="2195433763" sldId="3354"/>
        </pc:sldMkLst>
      </pc:sldChg>
      <pc:sldChg chg="del">
        <pc:chgData name="Wang, Wei" userId="627587dd-935f-4f2b-a6c6-edd4e0dcbff5" providerId="ADAL" clId="{B1876A38-BFA0-4A1F-B19E-F1718391D511}" dt="2020-05-21T14:59:59.666" v="73" actId="2696"/>
        <pc:sldMkLst>
          <pc:docMk/>
          <pc:sldMk cId="3347548171" sldId="3355"/>
        </pc:sldMkLst>
      </pc:sldChg>
      <pc:sldChg chg="del">
        <pc:chgData name="Wang, Wei" userId="627587dd-935f-4f2b-a6c6-edd4e0dcbff5" providerId="ADAL" clId="{B1876A38-BFA0-4A1F-B19E-F1718391D511}" dt="2020-05-21T15:00:00.576" v="98" actId="2696"/>
        <pc:sldMkLst>
          <pc:docMk/>
          <pc:sldMk cId="2383908075" sldId="3356"/>
        </pc:sldMkLst>
      </pc:sldChg>
      <pc:sldChg chg="del">
        <pc:chgData name="Wang, Wei" userId="627587dd-935f-4f2b-a6c6-edd4e0dcbff5" providerId="ADAL" clId="{B1876A38-BFA0-4A1F-B19E-F1718391D511}" dt="2020-05-21T15:00:01.375" v="113" actId="2696"/>
        <pc:sldMkLst>
          <pc:docMk/>
          <pc:sldMk cId="1258555308" sldId="3357"/>
        </pc:sldMkLst>
      </pc:sldChg>
      <pc:sldChg chg="del">
        <pc:chgData name="Wang, Wei" userId="627587dd-935f-4f2b-a6c6-edd4e0dcbff5" providerId="ADAL" clId="{B1876A38-BFA0-4A1F-B19E-F1718391D511}" dt="2020-05-21T15:00:01.616" v="119" actId="2696"/>
        <pc:sldMkLst>
          <pc:docMk/>
          <pc:sldMk cId="981708690" sldId="3358"/>
        </pc:sldMkLst>
      </pc:sldChg>
      <pc:sldChg chg="del">
        <pc:chgData name="Wang, Wei" userId="627587dd-935f-4f2b-a6c6-edd4e0dcbff5" providerId="ADAL" clId="{B1876A38-BFA0-4A1F-B19E-F1718391D511}" dt="2020-05-21T15:00:02.255" v="138" actId="2696"/>
        <pc:sldMkLst>
          <pc:docMk/>
          <pc:sldMk cId="644571749" sldId="3359"/>
        </pc:sldMkLst>
      </pc:sldChg>
      <pc:sldChg chg="del">
        <pc:chgData name="Wang, Wei" userId="627587dd-935f-4f2b-a6c6-edd4e0dcbff5" providerId="ADAL" clId="{B1876A38-BFA0-4A1F-B19E-F1718391D511}" dt="2020-05-21T14:59:33.489" v="19" actId="2696"/>
        <pc:sldMkLst>
          <pc:docMk/>
          <pc:sldMk cId="3462559914" sldId="3366"/>
        </pc:sldMkLst>
      </pc:sldChg>
      <pc:sldChg chg="del">
        <pc:chgData name="Wang, Wei" userId="627587dd-935f-4f2b-a6c6-edd4e0dcbff5" providerId="ADAL" clId="{B1876A38-BFA0-4A1F-B19E-F1718391D511}" dt="2020-05-21T14:59:33.221" v="11" actId="2696"/>
        <pc:sldMkLst>
          <pc:docMk/>
          <pc:sldMk cId="2688626219" sldId="3367"/>
        </pc:sldMkLst>
      </pc:sldChg>
      <pc:sldChg chg="del">
        <pc:chgData name="Wang, Wei" userId="627587dd-935f-4f2b-a6c6-edd4e0dcbff5" providerId="ADAL" clId="{B1876A38-BFA0-4A1F-B19E-F1718391D511}" dt="2020-05-21T14:59:33.310" v="14" actId="2696"/>
        <pc:sldMkLst>
          <pc:docMk/>
          <pc:sldMk cId="1259372867" sldId="3368"/>
        </pc:sldMkLst>
      </pc:sldChg>
      <pc:sldChg chg="del">
        <pc:chgData name="Wang, Wei" userId="627587dd-935f-4f2b-a6c6-edd4e0dcbff5" providerId="ADAL" clId="{B1876A38-BFA0-4A1F-B19E-F1718391D511}" dt="2020-05-21T14:59:33.351" v="15" actId="2696"/>
        <pc:sldMkLst>
          <pc:docMk/>
          <pc:sldMk cId="1377410484" sldId="3369"/>
        </pc:sldMkLst>
      </pc:sldChg>
      <pc:sldChg chg="del">
        <pc:chgData name="Wang, Wei" userId="627587dd-935f-4f2b-a6c6-edd4e0dcbff5" providerId="ADAL" clId="{B1876A38-BFA0-4A1F-B19E-F1718391D511}" dt="2020-05-21T14:59:33.382" v="16" actId="2696"/>
        <pc:sldMkLst>
          <pc:docMk/>
          <pc:sldMk cId="836586135" sldId="3370"/>
        </pc:sldMkLst>
      </pc:sldChg>
      <pc:sldChg chg="del">
        <pc:chgData name="Wang, Wei" userId="627587dd-935f-4f2b-a6c6-edd4e0dcbff5" providerId="ADAL" clId="{B1876A38-BFA0-4A1F-B19E-F1718391D511}" dt="2020-05-21T14:59:33.420" v="17" actId="2696"/>
        <pc:sldMkLst>
          <pc:docMk/>
          <pc:sldMk cId="482020239" sldId="3371"/>
        </pc:sldMkLst>
      </pc:sldChg>
      <pc:sldChg chg="del">
        <pc:chgData name="Wang, Wei" userId="627587dd-935f-4f2b-a6c6-edd4e0dcbff5" providerId="ADAL" clId="{B1876A38-BFA0-4A1F-B19E-F1718391D511}" dt="2020-05-21T14:59:33.458" v="18" actId="2696"/>
        <pc:sldMkLst>
          <pc:docMk/>
          <pc:sldMk cId="3389317194" sldId="3372"/>
        </pc:sldMkLst>
      </pc:sldChg>
      <pc:sldChg chg="del">
        <pc:chgData name="Wang, Wei" userId="627587dd-935f-4f2b-a6c6-edd4e0dcbff5" providerId="ADAL" clId="{B1876A38-BFA0-4A1F-B19E-F1718391D511}" dt="2020-05-21T14:59:33.570" v="21" actId="2696"/>
        <pc:sldMkLst>
          <pc:docMk/>
          <pc:sldMk cId="3738227962" sldId="3373"/>
        </pc:sldMkLst>
      </pc:sldChg>
      <pc:sldChg chg="del">
        <pc:chgData name="Wang, Wei" userId="627587dd-935f-4f2b-a6c6-edd4e0dcbff5" providerId="ADAL" clId="{B1876A38-BFA0-4A1F-B19E-F1718391D511}" dt="2020-05-21T14:59:33.605" v="22" actId="2696"/>
        <pc:sldMkLst>
          <pc:docMk/>
          <pc:sldMk cId="4285430497" sldId="3374"/>
        </pc:sldMkLst>
      </pc:sldChg>
      <pc:sldChg chg="del">
        <pc:chgData name="Wang, Wei" userId="627587dd-935f-4f2b-a6c6-edd4e0dcbff5" providerId="ADAL" clId="{B1876A38-BFA0-4A1F-B19E-F1718391D511}" dt="2020-05-21T14:59:33.636" v="23" actId="2696"/>
        <pc:sldMkLst>
          <pc:docMk/>
          <pc:sldMk cId="2855469808" sldId="3375"/>
        </pc:sldMkLst>
      </pc:sldChg>
      <pc:sldChg chg="del">
        <pc:chgData name="Wang, Wei" userId="627587dd-935f-4f2b-a6c6-edd4e0dcbff5" providerId="ADAL" clId="{B1876A38-BFA0-4A1F-B19E-F1718391D511}" dt="2020-05-21T14:59:33.668" v="24" actId="2696"/>
        <pc:sldMkLst>
          <pc:docMk/>
          <pc:sldMk cId="3755021060" sldId="3376"/>
        </pc:sldMkLst>
      </pc:sldChg>
      <pc:sldChg chg="del">
        <pc:chgData name="Wang, Wei" userId="627587dd-935f-4f2b-a6c6-edd4e0dcbff5" providerId="ADAL" clId="{B1876A38-BFA0-4A1F-B19E-F1718391D511}" dt="2020-05-21T14:59:33.702" v="25" actId="2696"/>
        <pc:sldMkLst>
          <pc:docMk/>
          <pc:sldMk cId="384373623" sldId="3377"/>
        </pc:sldMkLst>
      </pc:sldChg>
      <pc:sldChg chg="del">
        <pc:chgData name="Wang, Wei" userId="627587dd-935f-4f2b-a6c6-edd4e0dcbff5" providerId="ADAL" clId="{B1876A38-BFA0-4A1F-B19E-F1718391D511}" dt="2020-05-21T14:59:33.733" v="26" actId="2696"/>
        <pc:sldMkLst>
          <pc:docMk/>
          <pc:sldMk cId="499139244" sldId="3378"/>
        </pc:sldMkLst>
      </pc:sldChg>
      <pc:sldChg chg="del">
        <pc:chgData name="Wang, Wei" userId="627587dd-935f-4f2b-a6c6-edd4e0dcbff5" providerId="ADAL" clId="{B1876A38-BFA0-4A1F-B19E-F1718391D511}" dt="2020-05-21T15:00:03.826" v="221" actId="2696"/>
        <pc:sldMkLst>
          <pc:docMk/>
          <pc:sldMk cId="1224844810" sldId="3379"/>
        </pc:sldMkLst>
      </pc:sldChg>
      <pc:sldChg chg="del">
        <pc:chgData name="Wang, Wei" userId="627587dd-935f-4f2b-a6c6-edd4e0dcbff5" providerId="ADAL" clId="{B1876A38-BFA0-4A1F-B19E-F1718391D511}" dt="2020-05-21T15:00:04.040" v="230" actId="2696"/>
        <pc:sldMkLst>
          <pc:docMk/>
          <pc:sldMk cId="1670647803" sldId="3380"/>
        </pc:sldMkLst>
      </pc:sldChg>
      <pc:sldChg chg="del">
        <pc:chgData name="Wang, Wei" userId="627587dd-935f-4f2b-a6c6-edd4e0dcbff5" providerId="ADAL" clId="{B1876A38-BFA0-4A1F-B19E-F1718391D511}" dt="2020-05-21T15:00:03.850" v="222" actId="2696"/>
        <pc:sldMkLst>
          <pc:docMk/>
          <pc:sldMk cId="1014139772" sldId="3381"/>
        </pc:sldMkLst>
      </pc:sldChg>
      <pc:sldChg chg="del">
        <pc:chgData name="Wang, Wei" userId="627587dd-935f-4f2b-a6c6-edd4e0dcbff5" providerId="ADAL" clId="{B1876A38-BFA0-4A1F-B19E-F1718391D511}" dt="2020-05-21T15:00:04.195" v="263" actId="2696"/>
        <pc:sldMkLst>
          <pc:docMk/>
          <pc:sldMk cId="3166199077" sldId="3382"/>
        </pc:sldMkLst>
      </pc:sldChg>
      <pc:sldChg chg="del">
        <pc:chgData name="Wang, Wei" userId="627587dd-935f-4f2b-a6c6-edd4e0dcbff5" providerId="ADAL" clId="{B1876A38-BFA0-4A1F-B19E-F1718391D511}" dt="2020-05-21T15:00:04.222" v="264" actId="2696"/>
        <pc:sldMkLst>
          <pc:docMk/>
          <pc:sldMk cId="1004978973" sldId="3383"/>
        </pc:sldMkLst>
      </pc:sldChg>
      <pc:sldChg chg="del">
        <pc:chgData name="Wang, Wei" userId="627587dd-935f-4f2b-a6c6-edd4e0dcbff5" providerId="ADAL" clId="{B1876A38-BFA0-4A1F-B19E-F1718391D511}" dt="2020-05-21T14:59:33.246" v="12" actId="2696"/>
        <pc:sldMkLst>
          <pc:docMk/>
          <pc:sldMk cId="2399175576" sldId="3384"/>
        </pc:sldMkLst>
      </pc:sldChg>
      <pc:sldChg chg="del">
        <pc:chgData name="Wang, Wei" userId="627587dd-935f-4f2b-a6c6-edd4e0dcbff5" providerId="ADAL" clId="{B1876A38-BFA0-4A1F-B19E-F1718391D511}" dt="2020-05-21T14:59:33.829" v="28" actId="2696"/>
        <pc:sldMkLst>
          <pc:docMk/>
          <pc:sldMk cId="4194780976" sldId="3385"/>
        </pc:sldMkLst>
      </pc:sldChg>
      <pc:sldChg chg="del">
        <pc:chgData name="Wang, Wei" userId="627587dd-935f-4f2b-a6c6-edd4e0dcbff5" providerId="ADAL" clId="{B1876A38-BFA0-4A1F-B19E-F1718391D511}" dt="2020-05-21T14:59:32.934" v="6" actId="2696"/>
        <pc:sldMkLst>
          <pc:docMk/>
          <pc:sldMk cId="4114256573" sldId="3387"/>
        </pc:sldMkLst>
      </pc:sldChg>
      <pc:sldChg chg="del">
        <pc:chgData name="Wang, Wei" userId="627587dd-935f-4f2b-a6c6-edd4e0dcbff5" providerId="ADAL" clId="{B1876A38-BFA0-4A1F-B19E-F1718391D511}" dt="2020-05-21T14:59:33.189" v="10" actId="2696"/>
        <pc:sldMkLst>
          <pc:docMk/>
          <pc:sldMk cId="207701557" sldId="3388"/>
        </pc:sldMkLst>
      </pc:sldChg>
      <pc:sldChg chg="del">
        <pc:chgData name="Wang, Wei" userId="627587dd-935f-4f2b-a6c6-edd4e0dcbff5" providerId="ADAL" clId="{B1876A38-BFA0-4A1F-B19E-F1718391D511}" dt="2020-05-21T14:59:33.278" v="13" actId="2696"/>
        <pc:sldMkLst>
          <pc:docMk/>
          <pc:sldMk cId="2131152357" sldId="3389"/>
        </pc:sldMkLst>
      </pc:sldChg>
      <pc:sldChg chg="del">
        <pc:chgData name="Wang, Wei" userId="627587dd-935f-4f2b-a6c6-edd4e0dcbff5" providerId="ADAL" clId="{B1876A38-BFA0-4A1F-B19E-F1718391D511}" dt="2020-05-21T14:59:33.526" v="20" actId="2696"/>
        <pc:sldMkLst>
          <pc:docMk/>
          <pc:sldMk cId="2108132475" sldId="3390"/>
        </pc:sldMkLst>
      </pc:sldChg>
      <pc:sldChg chg="del">
        <pc:chgData name="Wang, Wei" userId="627587dd-935f-4f2b-a6c6-edd4e0dcbff5" providerId="ADAL" clId="{B1876A38-BFA0-4A1F-B19E-F1718391D511}" dt="2020-05-21T14:59:33.791" v="27" actId="2696"/>
        <pc:sldMkLst>
          <pc:docMk/>
          <pc:sldMk cId="3099488781" sldId="3391"/>
        </pc:sldMkLst>
      </pc:sldChg>
      <pc:sldChg chg="del">
        <pc:chgData name="Wang, Wei" userId="627587dd-935f-4f2b-a6c6-edd4e0dcbff5" providerId="ADAL" clId="{B1876A38-BFA0-4A1F-B19E-F1718391D511}" dt="2020-05-21T14:59:58.579" v="47" actId="2696"/>
        <pc:sldMkLst>
          <pc:docMk/>
          <pc:sldMk cId="3510057645" sldId="3392"/>
        </pc:sldMkLst>
      </pc:sldChg>
      <pc:sldChg chg="del">
        <pc:chgData name="Wang, Wei" userId="627587dd-935f-4f2b-a6c6-edd4e0dcbff5" providerId="ADAL" clId="{B1876A38-BFA0-4A1F-B19E-F1718391D511}" dt="2020-05-21T14:59:58.632" v="48" actId="2696"/>
        <pc:sldMkLst>
          <pc:docMk/>
          <pc:sldMk cId="3242740702" sldId="3393"/>
        </pc:sldMkLst>
      </pc:sldChg>
      <pc:sldChg chg="del">
        <pc:chgData name="Wang, Wei" userId="627587dd-935f-4f2b-a6c6-edd4e0dcbff5" providerId="ADAL" clId="{B1876A38-BFA0-4A1F-B19E-F1718391D511}" dt="2020-05-21T15:00:03.693" v="214" actId="2696"/>
        <pc:sldMkLst>
          <pc:docMk/>
          <pc:sldMk cId="2567629624" sldId="3394"/>
        </pc:sldMkLst>
      </pc:sldChg>
      <pc:sldChg chg="del">
        <pc:chgData name="Wang, Wei" userId="627587dd-935f-4f2b-a6c6-edd4e0dcbff5" providerId="ADAL" clId="{B1876A38-BFA0-4A1F-B19E-F1718391D511}" dt="2020-05-21T15:00:01.984" v="129" actId="2696"/>
        <pc:sldMkLst>
          <pc:docMk/>
          <pc:sldMk cId="947442939" sldId="3395"/>
        </pc:sldMkLst>
      </pc:sldChg>
      <pc:sldChg chg="del">
        <pc:chgData name="Wang, Wei" userId="627587dd-935f-4f2b-a6c6-edd4e0dcbff5" providerId="ADAL" clId="{B1876A38-BFA0-4A1F-B19E-F1718391D511}" dt="2020-05-21T15:00:01.763" v="122" actId="2696"/>
        <pc:sldMkLst>
          <pc:docMk/>
          <pc:sldMk cId="3504699625" sldId="3396"/>
        </pc:sldMkLst>
      </pc:sldChg>
      <pc:sldChg chg="del">
        <pc:chgData name="Wang, Wei" userId="627587dd-935f-4f2b-a6c6-edd4e0dcbff5" providerId="ADAL" clId="{B1876A38-BFA0-4A1F-B19E-F1718391D511}" dt="2020-05-21T15:00:01.906" v="126" actId="2696"/>
        <pc:sldMkLst>
          <pc:docMk/>
          <pc:sldMk cId="328478141" sldId="3397"/>
        </pc:sldMkLst>
      </pc:sldChg>
      <pc:sldChg chg="del">
        <pc:chgData name="Wang, Wei" userId="627587dd-935f-4f2b-a6c6-edd4e0dcbff5" providerId="ADAL" clId="{B1876A38-BFA0-4A1F-B19E-F1718391D511}" dt="2020-05-21T15:00:02.143" v="134" actId="2696"/>
        <pc:sldMkLst>
          <pc:docMk/>
          <pc:sldMk cId="1157161006" sldId="3398"/>
        </pc:sldMkLst>
      </pc:sldChg>
      <pc:sldChg chg="del">
        <pc:chgData name="Wang, Wei" userId="627587dd-935f-4f2b-a6c6-edd4e0dcbff5" providerId="ADAL" clId="{B1876A38-BFA0-4A1F-B19E-F1718391D511}" dt="2020-05-21T15:00:01.932" v="127" actId="2696"/>
        <pc:sldMkLst>
          <pc:docMk/>
          <pc:sldMk cId="2824584400" sldId="3399"/>
        </pc:sldMkLst>
      </pc:sldChg>
      <pc:sldChg chg="del">
        <pc:chgData name="Wang, Wei" userId="627587dd-935f-4f2b-a6c6-edd4e0dcbff5" providerId="ADAL" clId="{B1876A38-BFA0-4A1F-B19E-F1718391D511}" dt="2020-05-21T15:00:02.167" v="135" actId="2696"/>
        <pc:sldMkLst>
          <pc:docMk/>
          <pc:sldMk cId="3420566958" sldId="3400"/>
        </pc:sldMkLst>
      </pc:sldChg>
      <pc:sldChg chg="del">
        <pc:chgData name="Wang, Wei" userId="627587dd-935f-4f2b-a6c6-edd4e0dcbff5" providerId="ADAL" clId="{B1876A38-BFA0-4A1F-B19E-F1718391D511}" dt="2020-05-21T15:00:02.199" v="136" actId="2696"/>
        <pc:sldMkLst>
          <pc:docMk/>
          <pc:sldMk cId="4176833171" sldId="3401"/>
        </pc:sldMkLst>
      </pc:sldChg>
      <pc:sldChg chg="del">
        <pc:chgData name="Wang, Wei" userId="627587dd-935f-4f2b-a6c6-edd4e0dcbff5" providerId="ADAL" clId="{B1876A38-BFA0-4A1F-B19E-F1718391D511}" dt="2020-05-21T15:00:02.595" v="173" actId="2696"/>
        <pc:sldMkLst>
          <pc:docMk/>
          <pc:sldMk cId="2707993506" sldId="3402"/>
        </pc:sldMkLst>
      </pc:sldChg>
      <pc:sldChg chg="del">
        <pc:chgData name="Wang, Wei" userId="627587dd-935f-4f2b-a6c6-edd4e0dcbff5" providerId="ADAL" clId="{B1876A38-BFA0-4A1F-B19E-F1718391D511}" dt="2020-05-21T15:00:03.049" v="188" actId="2696"/>
        <pc:sldMkLst>
          <pc:docMk/>
          <pc:sldMk cId="3615517084" sldId="3403"/>
        </pc:sldMkLst>
      </pc:sldChg>
      <pc:sldMasterChg chg="del delSldLayout">
        <pc:chgData name="Wang, Wei" userId="627587dd-935f-4f2b-a6c6-edd4e0dcbff5" providerId="ADAL" clId="{B1876A38-BFA0-4A1F-B19E-F1718391D511}" dt="2020-05-21T15:00:02.341" v="163" actId="2696"/>
        <pc:sldMasterMkLst>
          <pc:docMk/>
          <pc:sldMasterMk cId="1583574900" sldId="2147483648"/>
        </pc:sldMasterMkLst>
        <pc:sldLayoutChg chg="del">
          <pc:chgData name="Wang, Wei" userId="627587dd-935f-4f2b-a6c6-edd4e0dcbff5" providerId="ADAL" clId="{B1876A38-BFA0-4A1F-B19E-F1718391D511}" dt="2020-05-21T15:00:02.310" v="145" actId="2696"/>
          <pc:sldLayoutMkLst>
            <pc:docMk/>
            <pc:sldMasterMk cId="1583574900" sldId="2147483648"/>
            <pc:sldLayoutMk cId="1650472377" sldId="2147483650"/>
          </pc:sldLayoutMkLst>
        </pc:sldLayoutChg>
        <pc:sldLayoutChg chg="del">
          <pc:chgData name="Wang, Wei" userId="627587dd-935f-4f2b-a6c6-edd4e0dcbff5" providerId="ADAL" clId="{B1876A38-BFA0-4A1F-B19E-F1718391D511}" dt="2020-05-21T15:00:02.312" v="147" actId="2696"/>
          <pc:sldLayoutMkLst>
            <pc:docMk/>
            <pc:sldMasterMk cId="1583574900" sldId="2147483648"/>
            <pc:sldLayoutMk cId="1636589590" sldId="2147483654"/>
          </pc:sldLayoutMkLst>
        </pc:sldLayoutChg>
        <pc:sldLayoutChg chg="del">
          <pc:chgData name="Wang, Wei" userId="627587dd-935f-4f2b-a6c6-edd4e0dcbff5" providerId="ADAL" clId="{B1876A38-BFA0-4A1F-B19E-F1718391D511}" dt="2020-05-21T15:00:02.325" v="155" actId="2696"/>
          <pc:sldLayoutMkLst>
            <pc:docMk/>
            <pc:sldMasterMk cId="1583574900" sldId="2147483648"/>
            <pc:sldLayoutMk cId="2202305574" sldId="2147483655"/>
          </pc:sldLayoutMkLst>
        </pc:sldLayoutChg>
        <pc:sldLayoutChg chg="del">
          <pc:chgData name="Wang, Wei" userId="627587dd-935f-4f2b-a6c6-edd4e0dcbff5" providerId="ADAL" clId="{B1876A38-BFA0-4A1F-B19E-F1718391D511}" dt="2020-05-21T15:00:02.311" v="146" actId="2696"/>
          <pc:sldLayoutMkLst>
            <pc:docMk/>
            <pc:sldMasterMk cId="1583574900" sldId="2147483648"/>
            <pc:sldLayoutMk cId="1882155853" sldId="2147483657"/>
          </pc:sldLayoutMkLst>
        </pc:sldLayoutChg>
        <pc:sldLayoutChg chg="del">
          <pc:chgData name="Wang, Wei" userId="627587dd-935f-4f2b-a6c6-edd4e0dcbff5" providerId="ADAL" clId="{B1876A38-BFA0-4A1F-B19E-F1718391D511}" dt="2020-05-21T15:00:02.315" v="149" actId="2696"/>
          <pc:sldLayoutMkLst>
            <pc:docMk/>
            <pc:sldMasterMk cId="1583574900" sldId="2147483648"/>
            <pc:sldLayoutMk cId="1265934994" sldId="2147483664"/>
          </pc:sldLayoutMkLst>
        </pc:sldLayoutChg>
        <pc:sldLayoutChg chg="del">
          <pc:chgData name="Wang, Wei" userId="627587dd-935f-4f2b-a6c6-edd4e0dcbff5" providerId="ADAL" clId="{B1876A38-BFA0-4A1F-B19E-F1718391D511}" dt="2020-05-21T15:00:02.307" v="143" actId="2696"/>
          <pc:sldLayoutMkLst>
            <pc:docMk/>
            <pc:sldMasterMk cId="1583574900" sldId="2147483648"/>
            <pc:sldLayoutMk cId="3792690241" sldId="2147483668"/>
          </pc:sldLayoutMkLst>
        </pc:sldLayoutChg>
        <pc:sldLayoutChg chg="del">
          <pc:chgData name="Wang, Wei" userId="627587dd-935f-4f2b-a6c6-edd4e0dcbff5" providerId="ADAL" clId="{B1876A38-BFA0-4A1F-B19E-F1718391D511}" dt="2020-05-21T15:00:02.314" v="148" actId="2696"/>
          <pc:sldLayoutMkLst>
            <pc:docMk/>
            <pc:sldMasterMk cId="1583574900" sldId="2147483648"/>
            <pc:sldLayoutMk cId="1239496803" sldId="2147483679"/>
          </pc:sldLayoutMkLst>
        </pc:sldLayoutChg>
        <pc:sldLayoutChg chg="del">
          <pc:chgData name="Wang, Wei" userId="627587dd-935f-4f2b-a6c6-edd4e0dcbff5" providerId="ADAL" clId="{B1876A38-BFA0-4A1F-B19E-F1718391D511}" dt="2020-05-21T15:00:02.332" v="159" actId="2696"/>
          <pc:sldLayoutMkLst>
            <pc:docMk/>
            <pc:sldMasterMk cId="1583574900" sldId="2147483648"/>
            <pc:sldLayoutMk cId="1669711868" sldId="2147483684"/>
          </pc:sldLayoutMkLst>
        </pc:sldLayoutChg>
        <pc:sldLayoutChg chg="del">
          <pc:chgData name="Wang, Wei" userId="627587dd-935f-4f2b-a6c6-edd4e0dcbff5" providerId="ADAL" clId="{B1876A38-BFA0-4A1F-B19E-F1718391D511}" dt="2020-05-21T15:00:02.329" v="157" actId="2696"/>
          <pc:sldLayoutMkLst>
            <pc:docMk/>
            <pc:sldMasterMk cId="1583574900" sldId="2147483648"/>
            <pc:sldLayoutMk cId="0" sldId="2147483685"/>
          </pc:sldLayoutMkLst>
        </pc:sldLayoutChg>
        <pc:sldLayoutChg chg="del">
          <pc:chgData name="Wang, Wei" userId="627587dd-935f-4f2b-a6c6-edd4e0dcbff5" providerId="ADAL" clId="{B1876A38-BFA0-4A1F-B19E-F1718391D511}" dt="2020-05-21T14:59:32.767" v="1" actId="2696"/>
          <pc:sldLayoutMkLst>
            <pc:docMk/>
            <pc:sldMasterMk cId="1583574900" sldId="2147483648"/>
            <pc:sldLayoutMk cId="1063780236" sldId="2147483686"/>
          </pc:sldLayoutMkLst>
        </pc:sldLayoutChg>
        <pc:sldLayoutChg chg="del">
          <pc:chgData name="Wang, Wei" userId="627587dd-935f-4f2b-a6c6-edd4e0dcbff5" providerId="ADAL" clId="{B1876A38-BFA0-4A1F-B19E-F1718391D511}" dt="2020-05-21T15:00:02.316" v="150" actId="2696"/>
          <pc:sldLayoutMkLst>
            <pc:docMk/>
            <pc:sldMasterMk cId="1583574900" sldId="2147483648"/>
            <pc:sldLayoutMk cId="673999311" sldId="2147483688"/>
          </pc:sldLayoutMkLst>
        </pc:sldLayoutChg>
        <pc:sldLayoutChg chg="del">
          <pc:chgData name="Wang, Wei" userId="627587dd-935f-4f2b-a6c6-edd4e0dcbff5" providerId="ADAL" clId="{B1876A38-BFA0-4A1F-B19E-F1718391D511}" dt="2020-05-21T15:00:02.330" v="158" actId="2696"/>
          <pc:sldLayoutMkLst>
            <pc:docMk/>
            <pc:sldMasterMk cId="1583574900" sldId="2147483648"/>
            <pc:sldLayoutMk cId="0" sldId="2147483691"/>
          </pc:sldLayoutMkLst>
        </pc:sldLayoutChg>
        <pc:sldLayoutChg chg="del">
          <pc:chgData name="Wang, Wei" userId="627587dd-935f-4f2b-a6c6-edd4e0dcbff5" providerId="ADAL" clId="{B1876A38-BFA0-4A1F-B19E-F1718391D511}" dt="2020-05-21T15:00:02.305" v="142" actId="2696"/>
          <pc:sldLayoutMkLst>
            <pc:docMk/>
            <pc:sldMasterMk cId="1583574900" sldId="2147483648"/>
            <pc:sldLayoutMk cId="0" sldId="2147483692"/>
          </pc:sldLayoutMkLst>
        </pc:sldLayoutChg>
        <pc:sldLayoutChg chg="del">
          <pc:chgData name="Wang, Wei" userId="627587dd-935f-4f2b-a6c6-edd4e0dcbff5" providerId="ADAL" clId="{B1876A38-BFA0-4A1F-B19E-F1718391D511}" dt="2020-05-21T15:00:02.327" v="156" actId="2696"/>
          <pc:sldLayoutMkLst>
            <pc:docMk/>
            <pc:sldMasterMk cId="1583574900" sldId="2147483648"/>
            <pc:sldLayoutMk cId="1283683246" sldId="2147483693"/>
          </pc:sldLayoutMkLst>
        </pc:sldLayoutChg>
        <pc:sldLayoutChg chg="del">
          <pc:chgData name="Wang, Wei" userId="627587dd-935f-4f2b-a6c6-edd4e0dcbff5" providerId="ADAL" clId="{B1876A38-BFA0-4A1F-B19E-F1718391D511}" dt="2020-05-21T15:00:02.308" v="144" actId="2696"/>
          <pc:sldLayoutMkLst>
            <pc:docMk/>
            <pc:sldMasterMk cId="1583574900" sldId="2147483648"/>
            <pc:sldLayoutMk cId="0" sldId="2147483695"/>
          </pc:sldLayoutMkLst>
        </pc:sldLayoutChg>
        <pc:sldLayoutChg chg="del">
          <pc:chgData name="Wang, Wei" userId="627587dd-935f-4f2b-a6c6-edd4e0dcbff5" providerId="ADAL" clId="{B1876A38-BFA0-4A1F-B19E-F1718391D511}" dt="2020-05-21T15:00:02.300" v="140" actId="2696"/>
          <pc:sldLayoutMkLst>
            <pc:docMk/>
            <pc:sldMasterMk cId="1583574900" sldId="2147483648"/>
            <pc:sldLayoutMk cId="0" sldId="2147483696"/>
          </pc:sldLayoutMkLst>
        </pc:sldLayoutChg>
        <pc:sldLayoutChg chg="del">
          <pc:chgData name="Wang, Wei" userId="627587dd-935f-4f2b-a6c6-edd4e0dcbff5" providerId="ADAL" clId="{B1876A38-BFA0-4A1F-B19E-F1718391D511}" dt="2020-05-21T15:00:02.323" v="153" actId="2696"/>
          <pc:sldLayoutMkLst>
            <pc:docMk/>
            <pc:sldMasterMk cId="1583574900" sldId="2147483648"/>
            <pc:sldLayoutMk cId="0" sldId="2147483698"/>
          </pc:sldLayoutMkLst>
        </pc:sldLayoutChg>
        <pc:sldLayoutChg chg="del">
          <pc:chgData name="Wang, Wei" userId="627587dd-935f-4f2b-a6c6-edd4e0dcbff5" providerId="ADAL" clId="{B1876A38-BFA0-4A1F-B19E-F1718391D511}" dt="2020-05-21T15:00:02.324" v="154" actId="2696"/>
          <pc:sldLayoutMkLst>
            <pc:docMk/>
            <pc:sldMasterMk cId="1583574900" sldId="2147483648"/>
            <pc:sldLayoutMk cId="0" sldId="2147483699"/>
          </pc:sldLayoutMkLst>
        </pc:sldLayoutChg>
        <pc:sldLayoutChg chg="del">
          <pc:chgData name="Wang, Wei" userId="627587dd-935f-4f2b-a6c6-edd4e0dcbff5" providerId="ADAL" clId="{B1876A38-BFA0-4A1F-B19E-F1718391D511}" dt="2020-05-21T15:00:02.317" v="151" actId="2696"/>
          <pc:sldLayoutMkLst>
            <pc:docMk/>
            <pc:sldMasterMk cId="1583574900" sldId="2147483648"/>
            <pc:sldLayoutMk cId="0" sldId="2147483700"/>
          </pc:sldLayoutMkLst>
        </pc:sldLayoutChg>
        <pc:sldLayoutChg chg="del">
          <pc:chgData name="Wang, Wei" userId="627587dd-935f-4f2b-a6c6-edd4e0dcbff5" providerId="ADAL" clId="{B1876A38-BFA0-4A1F-B19E-F1718391D511}" dt="2020-05-21T15:00:02.318" v="152" actId="2696"/>
          <pc:sldLayoutMkLst>
            <pc:docMk/>
            <pc:sldMasterMk cId="1583574900" sldId="2147483648"/>
            <pc:sldLayoutMk cId="0" sldId="2147483701"/>
          </pc:sldLayoutMkLst>
        </pc:sldLayoutChg>
        <pc:sldLayoutChg chg="del">
          <pc:chgData name="Wang, Wei" userId="627587dd-935f-4f2b-a6c6-edd4e0dcbff5" providerId="ADAL" clId="{B1876A38-BFA0-4A1F-B19E-F1718391D511}" dt="2020-05-21T15:00:02.333" v="160" actId="2696"/>
          <pc:sldLayoutMkLst>
            <pc:docMk/>
            <pc:sldMasterMk cId="1583574900" sldId="2147483648"/>
            <pc:sldLayoutMk cId="0" sldId="2147483717"/>
          </pc:sldLayoutMkLst>
        </pc:sldLayoutChg>
        <pc:sldLayoutChg chg="del">
          <pc:chgData name="Wang, Wei" userId="627587dd-935f-4f2b-a6c6-edd4e0dcbff5" providerId="ADAL" clId="{B1876A38-BFA0-4A1F-B19E-F1718391D511}" dt="2020-05-21T15:00:02.335" v="161" actId="2696"/>
          <pc:sldLayoutMkLst>
            <pc:docMk/>
            <pc:sldMasterMk cId="1583574900" sldId="2147483648"/>
            <pc:sldLayoutMk cId="1228748614" sldId="2147483817"/>
          </pc:sldLayoutMkLst>
        </pc:sldLayoutChg>
        <pc:sldLayoutChg chg="del">
          <pc:chgData name="Wang, Wei" userId="627587dd-935f-4f2b-a6c6-edd4e0dcbff5" providerId="ADAL" clId="{B1876A38-BFA0-4A1F-B19E-F1718391D511}" dt="2020-05-21T15:00:02.301" v="141" actId="2696"/>
          <pc:sldLayoutMkLst>
            <pc:docMk/>
            <pc:sldMasterMk cId="1583574900" sldId="2147483648"/>
            <pc:sldLayoutMk cId="4061941092" sldId="2147483818"/>
          </pc:sldLayoutMkLst>
        </pc:sldLayoutChg>
        <pc:sldLayoutChg chg="del">
          <pc:chgData name="Wang, Wei" userId="627587dd-935f-4f2b-a6c6-edd4e0dcbff5" providerId="ADAL" clId="{B1876A38-BFA0-4A1F-B19E-F1718391D511}" dt="2020-05-21T15:00:02.337" v="162" actId="2696"/>
          <pc:sldLayoutMkLst>
            <pc:docMk/>
            <pc:sldMasterMk cId="1583574900" sldId="2147483648"/>
            <pc:sldLayoutMk cId="280407589" sldId="2147483819"/>
          </pc:sldLayoutMkLst>
        </pc:sldLayoutChg>
      </pc:sldMasterChg>
      <pc:sldMasterChg chg="del delSldLayout">
        <pc:chgData name="Wang, Wei" userId="627587dd-935f-4f2b-a6c6-edd4e0dcbff5" providerId="ADAL" clId="{B1876A38-BFA0-4A1F-B19E-F1718391D511}" dt="2020-05-21T15:00:04.091" v="258" actId="2696"/>
        <pc:sldMasterMkLst>
          <pc:docMk/>
          <pc:sldMasterMk cId="3877396151" sldId="2147483849"/>
        </pc:sldMasterMkLst>
        <pc:sldLayoutChg chg="del">
          <pc:chgData name="Wang, Wei" userId="627587dd-935f-4f2b-a6c6-edd4e0dcbff5" providerId="ADAL" clId="{B1876A38-BFA0-4A1F-B19E-F1718391D511}" dt="2020-05-21T15:00:04.042" v="231" actId="2696"/>
          <pc:sldLayoutMkLst>
            <pc:docMk/>
            <pc:sldMasterMk cId="3877396151" sldId="2147483849"/>
            <pc:sldLayoutMk cId="2809059773" sldId="2147483850"/>
          </pc:sldLayoutMkLst>
        </pc:sldLayoutChg>
        <pc:sldLayoutChg chg="del">
          <pc:chgData name="Wang, Wei" userId="627587dd-935f-4f2b-a6c6-edd4e0dcbff5" providerId="ADAL" clId="{B1876A38-BFA0-4A1F-B19E-F1718391D511}" dt="2020-05-21T15:00:04.043" v="232" actId="2696"/>
          <pc:sldLayoutMkLst>
            <pc:docMk/>
            <pc:sldMasterMk cId="3877396151" sldId="2147483849"/>
            <pc:sldLayoutMk cId="4210182259" sldId="2147483851"/>
          </pc:sldLayoutMkLst>
        </pc:sldLayoutChg>
        <pc:sldLayoutChg chg="del">
          <pc:chgData name="Wang, Wei" userId="627587dd-935f-4f2b-a6c6-edd4e0dcbff5" providerId="ADAL" clId="{B1876A38-BFA0-4A1F-B19E-F1718391D511}" dt="2020-05-21T15:00:04.044" v="233" actId="2696"/>
          <pc:sldLayoutMkLst>
            <pc:docMk/>
            <pc:sldMasterMk cId="3877396151" sldId="2147483849"/>
            <pc:sldLayoutMk cId="3881125674" sldId="2147483852"/>
          </pc:sldLayoutMkLst>
        </pc:sldLayoutChg>
        <pc:sldLayoutChg chg="del">
          <pc:chgData name="Wang, Wei" userId="627587dd-935f-4f2b-a6c6-edd4e0dcbff5" providerId="ADAL" clId="{B1876A38-BFA0-4A1F-B19E-F1718391D511}" dt="2020-05-21T15:00:04.046" v="234" actId="2696"/>
          <pc:sldLayoutMkLst>
            <pc:docMk/>
            <pc:sldMasterMk cId="3877396151" sldId="2147483849"/>
            <pc:sldLayoutMk cId="214291803" sldId="2147483853"/>
          </pc:sldLayoutMkLst>
        </pc:sldLayoutChg>
        <pc:sldLayoutChg chg="del">
          <pc:chgData name="Wang, Wei" userId="627587dd-935f-4f2b-a6c6-edd4e0dcbff5" providerId="ADAL" clId="{B1876A38-BFA0-4A1F-B19E-F1718391D511}" dt="2020-05-21T15:00:04.048" v="235" actId="2696"/>
          <pc:sldLayoutMkLst>
            <pc:docMk/>
            <pc:sldMasterMk cId="3877396151" sldId="2147483849"/>
            <pc:sldLayoutMk cId="1474066911" sldId="2147483854"/>
          </pc:sldLayoutMkLst>
        </pc:sldLayoutChg>
        <pc:sldLayoutChg chg="del">
          <pc:chgData name="Wang, Wei" userId="627587dd-935f-4f2b-a6c6-edd4e0dcbff5" providerId="ADAL" clId="{B1876A38-BFA0-4A1F-B19E-F1718391D511}" dt="2020-05-21T15:00:04.049" v="236" actId="2696"/>
          <pc:sldLayoutMkLst>
            <pc:docMk/>
            <pc:sldMasterMk cId="3877396151" sldId="2147483849"/>
            <pc:sldLayoutMk cId="1847845935" sldId="2147483855"/>
          </pc:sldLayoutMkLst>
        </pc:sldLayoutChg>
        <pc:sldLayoutChg chg="del">
          <pc:chgData name="Wang, Wei" userId="627587dd-935f-4f2b-a6c6-edd4e0dcbff5" providerId="ADAL" clId="{B1876A38-BFA0-4A1F-B19E-F1718391D511}" dt="2020-05-21T15:00:04.050" v="237" actId="2696"/>
          <pc:sldLayoutMkLst>
            <pc:docMk/>
            <pc:sldMasterMk cId="3877396151" sldId="2147483849"/>
            <pc:sldLayoutMk cId="4057498967" sldId="2147483856"/>
          </pc:sldLayoutMkLst>
        </pc:sldLayoutChg>
        <pc:sldLayoutChg chg="del">
          <pc:chgData name="Wang, Wei" userId="627587dd-935f-4f2b-a6c6-edd4e0dcbff5" providerId="ADAL" clId="{B1876A38-BFA0-4A1F-B19E-F1718391D511}" dt="2020-05-21T15:00:04.056" v="238" actId="2696"/>
          <pc:sldLayoutMkLst>
            <pc:docMk/>
            <pc:sldMasterMk cId="3877396151" sldId="2147483849"/>
            <pc:sldLayoutMk cId="439931139" sldId="2147483857"/>
          </pc:sldLayoutMkLst>
        </pc:sldLayoutChg>
        <pc:sldLayoutChg chg="del">
          <pc:chgData name="Wang, Wei" userId="627587dd-935f-4f2b-a6c6-edd4e0dcbff5" providerId="ADAL" clId="{B1876A38-BFA0-4A1F-B19E-F1718391D511}" dt="2020-05-21T15:00:04.058" v="239" actId="2696"/>
          <pc:sldLayoutMkLst>
            <pc:docMk/>
            <pc:sldMasterMk cId="3877396151" sldId="2147483849"/>
            <pc:sldLayoutMk cId="740488066" sldId="2147483858"/>
          </pc:sldLayoutMkLst>
        </pc:sldLayoutChg>
        <pc:sldLayoutChg chg="del">
          <pc:chgData name="Wang, Wei" userId="627587dd-935f-4f2b-a6c6-edd4e0dcbff5" providerId="ADAL" clId="{B1876A38-BFA0-4A1F-B19E-F1718391D511}" dt="2020-05-21T15:00:04.059" v="240" actId="2696"/>
          <pc:sldLayoutMkLst>
            <pc:docMk/>
            <pc:sldMasterMk cId="3877396151" sldId="2147483849"/>
            <pc:sldLayoutMk cId="1760919890" sldId="2147483859"/>
          </pc:sldLayoutMkLst>
        </pc:sldLayoutChg>
        <pc:sldLayoutChg chg="del">
          <pc:chgData name="Wang, Wei" userId="627587dd-935f-4f2b-a6c6-edd4e0dcbff5" providerId="ADAL" clId="{B1876A38-BFA0-4A1F-B19E-F1718391D511}" dt="2020-05-21T15:00:04.060" v="241" actId="2696"/>
          <pc:sldLayoutMkLst>
            <pc:docMk/>
            <pc:sldMasterMk cId="3877396151" sldId="2147483849"/>
            <pc:sldLayoutMk cId="2694469045" sldId="2147483860"/>
          </pc:sldLayoutMkLst>
        </pc:sldLayoutChg>
        <pc:sldLayoutChg chg="del">
          <pc:chgData name="Wang, Wei" userId="627587dd-935f-4f2b-a6c6-edd4e0dcbff5" providerId="ADAL" clId="{B1876A38-BFA0-4A1F-B19E-F1718391D511}" dt="2020-05-21T15:00:04.061" v="242" actId="2696"/>
          <pc:sldLayoutMkLst>
            <pc:docMk/>
            <pc:sldMasterMk cId="3877396151" sldId="2147483849"/>
            <pc:sldLayoutMk cId="2180933198" sldId="2147483861"/>
          </pc:sldLayoutMkLst>
        </pc:sldLayoutChg>
        <pc:sldLayoutChg chg="del">
          <pc:chgData name="Wang, Wei" userId="627587dd-935f-4f2b-a6c6-edd4e0dcbff5" providerId="ADAL" clId="{B1876A38-BFA0-4A1F-B19E-F1718391D511}" dt="2020-05-21T15:00:04.062" v="243" actId="2696"/>
          <pc:sldLayoutMkLst>
            <pc:docMk/>
            <pc:sldMasterMk cId="3877396151" sldId="2147483849"/>
            <pc:sldLayoutMk cId="3841452663" sldId="2147483862"/>
          </pc:sldLayoutMkLst>
        </pc:sldLayoutChg>
        <pc:sldLayoutChg chg="del">
          <pc:chgData name="Wang, Wei" userId="627587dd-935f-4f2b-a6c6-edd4e0dcbff5" providerId="ADAL" clId="{B1876A38-BFA0-4A1F-B19E-F1718391D511}" dt="2020-05-21T15:00:04.064" v="244" actId="2696"/>
          <pc:sldLayoutMkLst>
            <pc:docMk/>
            <pc:sldMasterMk cId="3877396151" sldId="2147483849"/>
            <pc:sldLayoutMk cId="1875997094" sldId="2147483863"/>
          </pc:sldLayoutMkLst>
        </pc:sldLayoutChg>
        <pc:sldLayoutChg chg="del">
          <pc:chgData name="Wang, Wei" userId="627587dd-935f-4f2b-a6c6-edd4e0dcbff5" providerId="ADAL" clId="{B1876A38-BFA0-4A1F-B19E-F1718391D511}" dt="2020-05-21T15:00:04.065" v="245" actId="2696"/>
          <pc:sldLayoutMkLst>
            <pc:docMk/>
            <pc:sldMasterMk cId="3877396151" sldId="2147483849"/>
            <pc:sldLayoutMk cId="2610778980" sldId="2147483864"/>
          </pc:sldLayoutMkLst>
        </pc:sldLayoutChg>
        <pc:sldLayoutChg chg="del">
          <pc:chgData name="Wang, Wei" userId="627587dd-935f-4f2b-a6c6-edd4e0dcbff5" providerId="ADAL" clId="{B1876A38-BFA0-4A1F-B19E-F1718391D511}" dt="2020-05-21T15:00:04.066" v="246" actId="2696"/>
          <pc:sldLayoutMkLst>
            <pc:docMk/>
            <pc:sldMasterMk cId="3877396151" sldId="2147483849"/>
            <pc:sldLayoutMk cId="2535699597" sldId="2147483865"/>
          </pc:sldLayoutMkLst>
        </pc:sldLayoutChg>
        <pc:sldLayoutChg chg="del">
          <pc:chgData name="Wang, Wei" userId="627587dd-935f-4f2b-a6c6-edd4e0dcbff5" providerId="ADAL" clId="{B1876A38-BFA0-4A1F-B19E-F1718391D511}" dt="2020-05-21T15:00:04.070" v="247" actId="2696"/>
          <pc:sldLayoutMkLst>
            <pc:docMk/>
            <pc:sldMasterMk cId="3877396151" sldId="2147483849"/>
            <pc:sldLayoutMk cId="3601425507" sldId="2147483866"/>
          </pc:sldLayoutMkLst>
        </pc:sldLayoutChg>
        <pc:sldLayoutChg chg="del">
          <pc:chgData name="Wang, Wei" userId="627587dd-935f-4f2b-a6c6-edd4e0dcbff5" providerId="ADAL" clId="{B1876A38-BFA0-4A1F-B19E-F1718391D511}" dt="2020-05-21T15:00:04.073" v="248" actId="2696"/>
          <pc:sldLayoutMkLst>
            <pc:docMk/>
            <pc:sldMasterMk cId="3877396151" sldId="2147483849"/>
            <pc:sldLayoutMk cId="2609394409" sldId="2147483867"/>
          </pc:sldLayoutMkLst>
        </pc:sldLayoutChg>
        <pc:sldLayoutChg chg="del">
          <pc:chgData name="Wang, Wei" userId="627587dd-935f-4f2b-a6c6-edd4e0dcbff5" providerId="ADAL" clId="{B1876A38-BFA0-4A1F-B19E-F1718391D511}" dt="2020-05-21T15:00:04.074" v="249" actId="2696"/>
          <pc:sldLayoutMkLst>
            <pc:docMk/>
            <pc:sldMasterMk cId="3877396151" sldId="2147483849"/>
            <pc:sldLayoutMk cId="3610381843" sldId="2147483868"/>
          </pc:sldLayoutMkLst>
        </pc:sldLayoutChg>
        <pc:sldLayoutChg chg="del">
          <pc:chgData name="Wang, Wei" userId="627587dd-935f-4f2b-a6c6-edd4e0dcbff5" providerId="ADAL" clId="{B1876A38-BFA0-4A1F-B19E-F1718391D511}" dt="2020-05-21T15:00:04.076" v="250" actId="2696"/>
          <pc:sldLayoutMkLst>
            <pc:docMk/>
            <pc:sldMasterMk cId="3877396151" sldId="2147483849"/>
            <pc:sldLayoutMk cId="286573086" sldId="2147483869"/>
          </pc:sldLayoutMkLst>
        </pc:sldLayoutChg>
        <pc:sldLayoutChg chg="del">
          <pc:chgData name="Wang, Wei" userId="627587dd-935f-4f2b-a6c6-edd4e0dcbff5" providerId="ADAL" clId="{B1876A38-BFA0-4A1F-B19E-F1718391D511}" dt="2020-05-21T15:00:04.077" v="251" actId="2696"/>
          <pc:sldLayoutMkLst>
            <pc:docMk/>
            <pc:sldMasterMk cId="3877396151" sldId="2147483849"/>
            <pc:sldLayoutMk cId="1939716253" sldId="2147483870"/>
          </pc:sldLayoutMkLst>
        </pc:sldLayoutChg>
        <pc:sldLayoutChg chg="del">
          <pc:chgData name="Wang, Wei" userId="627587dd-935f-4f2b-a6c6-edd4e0dcbff5" providerId="ADAL" clId="{B1876A38-BFA0-4A1F-B19E-F1718391D511}" dt="2020-05-21T15:00:04.078" v="252" actId="2696"/>
          <pc:sldLayoutMkLst>
            <pc:docMk/>
            <pc:sldMasterMk cId="3877396151" sldId="2147483849"/>
            <pc:sldLayoutMk cId="3360775297" sldId="2147483871"/>
          </pc:sldLayoutMkLst>
        </pc:sldLayoutChg>
        <pc:sldLayoutChg chg="del">
          <pc:chgData name="Wang, Wei" userId="627587dd-935f-4f2b-a6c6-edd4e0dcbff5" providerId="ADAL" clId="{B1876A38-BFA0-4A1F-B19E-F1718391D511}" dt="2020-05-21T15:00:04.079" v="253" actId="2696"/>
          <pc:sldLayoutMkLst>
            <pc:docMk/>
            <pc:sldMasterMk cId="3877396151" sldId="2147483849"/>
            <pc:sldLayoutMk cId="1765900942" sldId="2147483872"/>
          </pc:sldLayoutMkLst>
        </pc:sldLayoutChg>
        <pc:sldLayoutChg chg="del">
          <pc:chgData name="Wang, Wei" userId="627587dd-935f-4f2b-a6c6-edd4e0dcbff5" providerId="ADAL" clId="{B1876A38-BFA0-4A1F-B19E-F1718391D511}" dt="2020-05-21T15:00:04.080" v="254" actId="2696"/>
          <pc:sldLayoutMkLst>
            <pc:docMk/>
            <pc:sldMasterMk cId="3877396151" sldId="2147483849"/>
            <pc:sldLayoutMk cId="1953932773" sldId="2147483873"/>
          </pc:sldLayoutMkLst>
        </pc:sldLayoutChg>
        <pc:sldLayoutChg chg="del">
          <pc:chgData name="Wang, Wei" userId="627587dd-935f-4f2b-a6c6-edd4e0dcbff5" providerId="ADAL" clId="{B1876A38-BFA0-4A1F-B19E-F1718391D511}" dt="2020-05-21T15:00:04.082" v="255" actId="2696"/>
          <pc:sldLayoutMkLst>
            <pc:docMk/>
            <pc:sldMasterMk cId="3877396151" sldId="2147483849"/>
            <pc:sldLayoutMk cId="2795723551" sldId="2147483874"/>
          </pc:sldLayoutMkLst>
        </pc:sldLayoutChg>
        <pc:sldLayoutChg chg="del">
          <pc:chgData name="Wang, Wei" userId="627587dd-935f-4f2b-a6c6-edd4e0dcbff5" providerId="ADAL" clId="{B1876A38-BFA0-4A1F-B19E-F1718391D511}" dt="2020-05-21T15:00:04.083" v="256" actId="2696"/>
          <pc:sldLayoutMkLst>
            <pc:docMk/>
            <pc:sldMasterMk cId="3877396151" sldId="2147483849"/>
            <pc:sldLayoutMk cId="3625183382" sldId="2147483875"/>
          </pc:sldLayoutMkLst>
        </pc:sldLayoutChg>
        <pc:sldLayoutChg chg="del">
          <pc:chgData name="Wang, Wei" userId="627587dd-935f-4f2b-a6c6-edd4e0dcbff5" providerId="ADAL" clId="{B1876A38-BFA0-4A1F-B19E-F1718391D511}" dt="2020-05-21T15:00:04.088" v="257" actId="2696"/>
          <pc:sldLayoutMkLst>
            <pc:docMk/>
            <pc:sldMasterMk cId="3877396151" sldId="2147483849"/>
            <pc:sldLayoutMk cId="3754326233" sldId="2147483876"/>
          </pc:sldLayoutMkLst>
        </pc:sldLayoutChg>
        <pc:sldLayoutChg chg="del">
          <pc:chgData name="Wang, Wei" userId="627587dd-935f-4f2b-a6c6-edd4e0dcbff5" providerId="ADAL" clId="{B1876A38-BFA0-4A1F-B19E-F1718391D511}" dt="2020-05-21T15:00:04.009" v="229" actId="2696"/>
          <pc:sldLayoutMkLst>
            <pc:docMk/>
            <pc:sldMasterMk cId="3877396151" sldId="2147483849"/>
            <pc:sldLayoutMk cId="1039443579" sldId="2147483993"/>
          </pc:sldLayoutMkLst>
        </pc:sldLayoutChg>
      </pc:sldMasterChg>
      <pc:sldMasterChg chg="delSldLayout">
        <pc:chgData name="Wang, Wei" userId="627587dd-935f-4f2b-a6c6-edd4e0dcbff5" providerId="ADAL" clId="{B1876A38-BFA0-4A1F-B19E-F1718391D511}" dt="2020-05-21T15:00:02.377" v="165" actId="2696"/>
        <pc:sldMasterMkLst>
          <pc:docMk/>
          <pc:sldMasterMk cId="2027459739" sldId="2147483926"/>
        </pc:sldMasterMkLst>
        <pc:sldLayoutChg chg="del">
          <pc:chgData name="Wang, Wei" userId="627587dd-935f-4f2b-a6c6-edd4e0dcbff5" providerId="ADAL" clId="{B1876A38-BFA0-4A1F-B19E-F1718391D511}" dt="2020-05-21T15:00:02.377" v="165" actId="2696"/>
          <pc:sldLayoutMkLst>
            <pc:docMk/>
            <pc:sldMasterMk cId="2027459739" sldId="2147483926"/>
            <pc:sldLayoutMk cId="1571272697" sldId="2147483992"/>
          </pc:sldLayoutMkLst>
        </pc:sldLayoutChg>
      </pc:sldMasterChg>
      <pc:sldMasterChg chg="delSldLayout">
        <pc:chgData name="Wang, Wei" userId="627587dd-935f-4f2b-a6c6-edd4e0dcbff5" providerId="ADAL" clId="{B1876A38-BFA0-4A1F-B19E-F1718391D511}" dt="2020-05-21T15:00:03.785" v="219" actId="2696"/>
        <pc:sldMasterMkLst>
          <pc:docMk/>
          <pc:sldMasterMk cId="2216067138" sldId="2147483931"/>
        </pc:sldMasterMkLst>
        <pc:sldLayoutChg chg="del">
          <pc:chgData name="Wang, Wei" userId="627587dd-935f-4f2b-a6c6-edd4e0dcbff5" providerId="ADAL" clId="{B1876A38-BFA0-4A1F-B19E-F1718391D511}" dt="2020-05-21T15:00:03.275" v="197" actId="2696"/>
          <pc:sldLayoutMkLst>
            <pc:docMk/>
            <pc:sldMasterMk cId="2216067138" sldId="2147483931"/>
            <pc:sldLayoutMk cId="3162750045" sldId="2147483996"/>
          </pc:sldLayoutMkLst>
        </pc:sldLayoutChg>
        <pc:sldLayoutChg chg="del">
          <pc:chgData name="Wang, Wei" userId="627587dd-935f-4f2b-a6c6-edd4e0dcbff5" providerId="ADAL" clId="{B1876A38-BFA0-4A1F-B19E-F1718391D511}" dt="2020-05-21T15:00:03.785" v="219" actId="2696"/>
          <pc:sldLayoutMkLst>
            <pc:docMk/>
            <pc:sldMasterMk cId="2216067138" sldId="2147483931"/>
            <pc:sldLayoutMk cId="852366077" sldId="2147483997"/>
          </pc:sldLayoutMkLst>
        </pc:sldLayoutChg>
      </pc:sldMasterChg>
    </pc:docChg>
  </pc:docChgLst>
  <pc:docChgLst>
    <pc:chgData name="Wang, Wei" userId="627587dd-935f-4f2b-a6c6-edd4e0dcbff5" providerId="ADAL" clId="{1402D2C8-4600-4E3B-BA9C-238CAB0857C6}"/>
    <pc:docChg chg="custSel delSld">
      <pc:chgData name="Wang, Wei" userId="627587dd-935f-4f2b-a6c6-edd4e0dcbff5" providerId="ADAL" clId="{1402D2C8-4600-4E3B-BA9C-238CAB0857C6}" dt="2021-03-16T11:32:40.476" v="7" actId="1592"/>
      <pc:docMkLst>
        <pc:docMk/>
      </pc:docMkLst>
      <pc:sldChg chg="del">
        <pc:chgData name="Wang, Wei" userId="627587dd-935f-4f2b-a6c6-edd4e0dcbff5" providerId="ADAL" clId="{1402D2C8-4600-4E3B-BA9C-238CAB0857C6}" dt="2021-03-16T10:59:29.905" v="0" actId="2696"/>
        <pc:sldMkLst>
          <pc:docMk/>
          <pc:sldMk cId="1886563594" sldId="2327"/>
        </pc:sldMkLst>
      </pc:sldChg>
      <pc:sldChg chg="del">
        <pc:chgData name="Wang, Wei" userId="627587dd-935f-4f2b-a6c6-edd4e0dcbff5" providerId="ADAL" clId="{1402D2C8-4600-4E3B-BA9C-238CAB0857C6}" dt="2021-03-16T10:59:29.921" v="1" actId="2696"/>
        <pc:sldMkLst>
          <pc:docMk/>
          <pc:sldMk cId="881279817" sldId="3204"/>
        </pc:sldMkLst>
      </pc:sldChg>
      <pc:sldChg chg="del">
        <pc:chgData name="Wang, Wei" userId="627587dd-935f-4f2b-a6c6-edd4e0dcbff5" providerId="ADAL" clId="{1402D2C8-4600-4E3B-BA9C-238CAB0857C6}" dt="2021-03-16T10:59:29.952" v="2" actId="2696"/>
        <pc:sldMkLst>
          <pc:docMk/>
          <pc:sldMk cId="2173968615" sldId="3205"/>
        </pc:sldMkLst>
      </pc:sldChg>
      <pc:sldChg chg="del">
        <pc:chgData name="Wang, Wei" userId="627587dd-935f-4f2b-a6c6-edd4e0dcbff5" providerId="ADAL" clId="{1402D2C8-4600-4E3B-BA9C-238CAB0857C6}" dt="2021-03-16T10:59:29.959" v="3" actId="2696"/>
        <pc:sldMkLst>
          <pc:docMk/>
          <pc:sldMk cId="1666393814" sldId="3207"/>
        </pc:sldMkLst>
      </pc:sldChg>
      <pc:sldChg chg="del">
        <pc:chgData name="Wang, Wei" userId="627587dd-935f-4f2b-a6c6-edd4e0dcbff5" providerId="ADAL" clId="{1402D2C8-4600-4E3B-BA9C-238CAB0857C6}" dt="2021-03-16T10:59:29.990" v="4" actId="2696"/>
        <pc:sldMkLst>
          <pc:docMk/>
          <pc:sldMk cId="263658791" sldId="3208"/>
        </pc:sldMkLst>
      </pc:sldChg>
      <pc:sldChg chg="del">
        <pc:chgData name="Wang, Wei" userId="627587dd-935f-4f2b-a6c6-edd4e0dcbff5" providerId="ADAL" clId="{1402D2C8-4600-4E3B-BA9C-238CAB0857C6}" dt="2021-03-16T10:59:30.006" v="5" actId="2696"/>
        <pc:sldMkLst>
          <pc:docMk/>
          <pc:sldMk cId="2518968447" sldId="3214"/>
        </pc:sldMkLst>
      </pc:sldChg>
      <pc:sldChg chg="addCm delCm">
        <pc:chgData name="Wang, Wei" userId="627587dd-935f-4f2b-a6c6-edd4e0dcbff5" providerId="ADAL" clId="{1402D2C8-4600-4E3B-BA9C-238CAB0857C6}" dt="2021-03-16T11:32:40.476" v="7" actId="1592"/>
        <pc:sldMkLst>
          <pc:docMk/>
          <pc:sldMk cId="1899842097" sldId="334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3835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8.jpe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0.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2.jpeg"/><Relationship Id="rId1" Type="http://schemas.openxmlformats.org/officeDocument/2006/relationships/slideMaster" Target="../slideMasters/slideMaster4.xml"/><Relationship Id="rId4" Type="http://schemas.openxmlformats.org/officeDocument/2006/relationships/image" Target="../media/image11.jpe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roject Title Slide">
    <p:spTree>
      <p:nvGrpSpPr>
        <p:cNvPr id="1" name=""/>
        <p:cNvGrpSpPr/>
        <p:nvPr/>
      </p:nvGrpSpPr>
      <p:grpSpPr>
        <a:xfrm>
          <a:off x="0" y="0"/>
          <a:ext cx="0" cy="0"/>
          <a:chOff x="0" y="0"/>
          <a:chExt cx="0" cy="0"/>
        </a:xfrm>
      </p:grpSpPr>
      <p:pic>
        <p:nvPicPr>
          <p:cNvPr id="15" name="Picture 14"/>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Date Placeholder 1"/>
          <p:cNvSpPr txBox="1">
            <a:spLocks/>
          </p:cNvSpPr>
          <p:nvPr userDrawn="1"/>
        </p:nvSpPr>
        <p:spPr>
          <a:xfrm>
            <a:off x="4151273" y="5923728"/>
            <a:ext cx="3889454"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i="0">
                <a:solidFill>
                  <a:schemeClr val="bg1"/>
                </a:solidFill>
                <a:latin typeface="+mn-lt"/>
                <a:ea typeface="Roboto" charset="0"/>
                <a:cs typeface="Roboto" charset="0"/>
              </a:rPr>
              <a:t>Simplify, Standardize, Accelerate </a:t>
            </a:r>
          </a:p>
        </p:txBody>
      </p:sp>
      <p:sp>
        <p:nvSpPr>
          <p:cNvPr id="9" name="TextBox 8"/>
          <p:cNvSpPr txBox="1"/>
          <p:nvPr userDrawn="1"/>
        </p:nvSpPr>
        <p:spPr>
          <a:xfrm>
            <a:off x="3398969" y="2345440"/>
            <a:ext cx="5387927" cy="1941342"/>
          </a:xfrm>
          <a:prstGeom prst="rect">
            <a:avLst/>
          </a:prstGeom>
          <a:noFill/>
        </p:spPr>
        <p:txBody>
          <a:bodyPr wrap="square" lIns="0" tIns="0" rIns="0" bIns="0" rtlCol="0">
            <a:noAutofit/>
          </a:bodyPr>
          <a:lstStyle/>
          <a:p>
            <a:pPr algn="l"/>
            <a:r>
              <a:rPr lang="en-US" sz="9600" b="1">
                <a:solidFill>
                  <a:schemeClr val="bg1"/>
                </a:solidFill>
                <a:latin typeface="Arial" charset="0"/>
                <a:ea typeface="Arial" charset="0"/>
                <a:cs typeface="Arial" charset="0"/>
              </a:rPr>
              <a:t>S4F-ERP</a:t>
            </a:r>
          </a:p>
        </p:txBody>
      </p:sp>
      <p:sp>
        <p:nvSpPr>
          <p:cNvPr id="10" name="Rectangle 9"/>
          <p:cNvSpPr/>
          <p:nvPr userDrawn="1"/>
        </p:nvSpPr>
        <p:spPr>
          <a:xfrm>
            <a:off x="5517737" y="164298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userDrawn="1"/>
        </p:nvSpPr>
        <p:spPr>
          <a:xfrm>
            <a:off x="4271627" y="4115677"/>
            <a:ext cx="3642610" cy="704538"/>
          </a:xfrm>
          <a:prstGeom prst="rect">
            <a:avLst/>
          </a:prstGeom>
          <a:noFill/>
        </p:spPr>
        <p:txBody>
          <a:bodyPr wrap="square" lIns="0" tIns="0" rIns="0" bIns="0" rtlCol="0">
            <a:noAutofit/>
          </a:bodyPr>
          <a:lstStyle/>
          <a:p>
            <a:pPr algn="ctr"/>
            <a:r>
              <a:rPr lang="en-US" spc="1000">
                <a:solidFill>
                  <a:schemeClr val="bg1"/>
                </a:solidFill>
                <a:latin typeface="Arial" charset="0"/>
                <a:ea typeface="Arial" charset="0"/>
                <a:cs typeface="Arial" charset="0"/>
              </a:rPr>
              <a:t>PROJECT</a:t>
            </a:r>
          </a:p>
        </p:txBody>
      </p:sp>
      <p:sp>
        <p:nvSpPr>
          <p:cNvPr id="12" name="Rectangle 11"/>
          <p:cNvSpPr/>
          <p:nvPr userDrawn="1"/>
        </p:nvSpPr>
        <p:spPr>
          <a:xfrm>
            <a:off x="5517737" y="5047786"/>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5775643" y="498252"/>
            <a:ext cx="634576" cy="474992"/>
          </a:xfrm>
          <a:prstGeom prst="rect">
            <a:avLst/>
          </a:prstGeom>
        </p:spPr>
      </p:pic>
    </p:spTree>
    <p:extLst>
      <p:ext uri="{BB962C8B-B14F-4D97-AF65-F5344CB8AC3E}">
        <p14:creationId xmlns:p14="http://schemas.microsoft.com/office/powerpoint/2010/main" val="8184171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43037" cy="6858001"/>
          </a:xfrm>
          <a:prstGeom prst="rect">
            <a:avLst/>
          </a:prstGeom>
        </p:spPr>
      </p:pic>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10" name="Content Placeholder 2"/>
          <p:cNvSpPr>
            <a:spLocks noGrp="1"/>
          </p:cNvSpPr>
          <p:nvPr>
            <p:ph idx="1"/>
          </p:nvPr>
        </p:nvSpPr>
        <p:spPr>
          <a:xfrm>
            <a:off x="5792779" y="987425"/>
            <a:ext cx="5561021" cy="4873625"/>
          </a:xfrm>
        </p:spPr>
        <p:txBody>
          <a:bodyPr>
            <a:normAutofit/>
          </a:bodyPr>
          <a:lstStyle>
            <a:lvl1pPr>
              <a:defRPr sz="2000">
                <a:latin typeface="Arial" charset="0"/>
                <a:ea typeface="Arial" charset="0"/>
                <a:cs typeface="Arial" charset="0"/>
              </a:defRPr>
            </a:lvl1pPr>
            <a:lvl2pPr>
              <a:defRPr sz="1800">
                <a:latin typeface="Arial" charset="0"/>
                <a:ea typeface="Arial" charset="0"/>
                <a:cs typeface="Arial" charset="0"/>
              </a:defRPr>
            </a:lvl2pPr>
            <a:lvl3pPr>
              <a:defRPr sz="1600">
                <a:latin typeface="Arial" charset="0"/>
                <a:ea typeface="Arial" charset="0"/>
                <a:cs typeface="Arial" charset="0"/>
              </a:defRPr>
            </a:lvl3pPr>
            <a:lvl4pPr>
              <a:defRPr sz="1400">
                <a:latin typeface="Arial" charset="0"/>
                <a:ea typeface="Arial" charset="0"/>
                <a:cs typeface="Arial" charset="0"/>
              </a:defRPr>
            </a:lvl4pPr>
            <a:lvl5pPr>
              <a:defRPr sz="1400">
                <a:latin typeface="Arial" charset="0"/>
                <a:ea typeface="Arial" charset="0"/>
                <a:cs typeface="Arial"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Box 10"/>
          <p:cNvSpPr txBox="1"/>
          <p:nvPr userDrawn="1"/>
        </p:nvSpPr>
        <p:spPr>
          <a:xfrm>
            <a:off x="141298" y="2139775"/>
            <a:ext cx="2989658" cy="1941342"/>
          </a:xfrm>
          <a:prstGeom prst="rect">
            <a:avLst/>
          </a:prstGeom>
          <a:noFill/>
        </p:spPr>
        <p:txBody>
          <a:bodyPr wrap="square" lIns="0" tIns="0" rIns="0" bIns="0" rtlCol="0">
            <a:noAutofit/>
          </a:bodyPr>
          <a:lstStyle/>
          <a:p>
            <a:pPr algn="ctr"/>
            <a:r>
              <a:rPr lang="en-US" sz="4400" b="1">
                <a:solidFill>
                  <a:schemeClr val="bg1"/>
                </a:solidFill>
                <a:latin typeface="Arial" charset="0"/>
                <a:ea typeface="Arial" charset="0"/>
                <a:cs typeface="Arial" charset="0"/>
              </a:rPr>
              <a:t>S4F-ERP</a:t>
            </a:r>
          </a:p>
        </p:txBody>
      </p:sp>
      <p:sp>
        <p:nvSpPr>
          <p:cNvPr id="12" name="Rectangle 11"/>
          <p:cNvSpPr/>
          <p:nvPr userDrawn="1"/>
        </p:nvSpPr>
        <p:spPr>
          <a:xfrm>
            <a:off x="1060932" y="1604522"/>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1A3140"/>
              </a:solidFill>
            </a:endParaRPr>
          </a:p>
        </p:txBody>
      </p:sp>
      <p:sp>
        <p:nvSpPr>
          <p:cNvPr id="13" name="Rectangle 12"/>
          <p:cNvSpPr/>
          <p:nvPr userDrawn="1"/>
        </p:nvSpPr>
        <p:spPr>
          <a:xfrm>
            <a:off x="1060932" y="4091120"/>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4" name="Date Placeholder 1"/>
          <p:cNvSpPr txBox="1">
            <a:spLocks/>
          </p:cNvSpPr>
          <p:nvPr userDrawn="1"/>
        </p:nvSpPr>
        <p:spPr>
          <a:xfrm>
            <a:off x="0" y="5855768"/>
            <a:ext cx="3343037"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0">
                <a:solidFill>
                  <a:schemeClr val="bg1"/>
                </a:solidFill>
                <a:latin typeface="+mn-lt"/>
                <a:ea typeface="Roboto" charset="0"/>
                <a:cs typeface="Roboto" charset="0"/>
              </a:rPr>
              <a:t>Simplify, Standardize, Accelerate </a:t>
            </a:r>
          </a:p>
        </p:txBody>
      </p:sp>
      <p:sp>
        <p:nvSpPr>
          <p:cNvPr id="15" name="Rectangle 14"/>
          <p:cNvSpPr/>
          <p:nvPr userDrawn="1"/>
        </p:nvSpPr>
        <p:spPr>
          <a:xfrm>
            <a:off x="4731547" y="1017332"/>
            <a:ext cx="250825" cy="58406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16" name="Picture 15">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315690" y="365125"/>
            <a:ext cx="576887" cy="431811"/>
          </a:xfrm>
          <a:prstGeom prst="rect">
            <a:avLst/>
          </a:prstGeom>
        </p:spPr>
      </p:pic>
      <p:sp>
        <p:nvSpPr>
          <p:cNvPr id="17" name="TextBox 16"/>
          <p:cNvSpPr txBox="1"/>
          <p:nvPr userDrawn="1"/>
        </p:nvSpPr>
        <p:spPr>
          <a:xfrm>
            <a:off x="389295" y="3213617"/>
            <a:ext cx="2493664" cy="704538"/>
          </a:xfrm>
          <a:prstGeom prst="rect">
            <a:avLst/>
          </a:prstGeom>
          <a:noFill/>
        </p:spPr>
        <p:txBody>
          <a:bodyPr wrap="square" lIns="0" tIns="0" rIns="0" bIns="0" rtlCol="0">
            <a:noAutofit/>
          </a:bodyPr>
          <a:lstStyle/>
          <a:p>
            <a:pPr algn="ctr"/>
            <a:r>
              <a:rPr lang="en-US" sz="1600" spc="1000">
                <a:solidFill>
                  <a:schemeClr val="bg1"/>
                </a:solidFill>
                <a:latin typeface="Arial" charset="0"/>
                <a:ea typeface="Arial" charset="0"/>
                <a:cs typeface="Arial" charset="0"/>
              </a:rPr>
              <a:t>PROJECT</a:t>
            </a:r>
          </a:p>
        </p:txBody>
      </p:sp>
    </p:spTree>
    <p:extLst>
      <p:ext uri="{BB962C8B-B14F-4D97-AF65-F5344CB8AC3E}">
        <p14:creationId xmlns:p14="http://schemas.microsoft.com/office/powerpoint/2010/main" val="543811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 y="-1"/>
            <a:ext cx="3332215" cy="6858001"/>
          </a:xfrm>
          <a:prstGeom prst="rect">
            <a:avLst/>
          </a:prstGeom>
        </p:spPr>
      </p:pic>
      <p:sp>
        <p:nvSpPr>
          <p:cNvPr id="6" name="Slide Number Placeholder 5"/>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sp>
        <p:nvSpPr>
          <p:cNvPr id="12" name="Date Placeholder 1"/>
          <p:cNvSpPr txBox="1">
            <a:spLocks/>
          </p:cNvSpPr>
          <p:nvPr/>
        </p:nvSpPr>
        <p:spPr>
          <a:xfrm>
            <a:off x="-308599" y="5855770"/>
            <a:ext cx="3889454" cy="365125"/>
          </a:xfrm>
          <a:prstGeom prst="rect">
            <a:avLst/>
          </a:prstGeom>
        </p:spPr>
        <p:txBody>
          <a:bodyPr vert="horz" lIns="0" tIns="0" rIns="0" bIns="0" rtlCol="0" anchor="b" anchorCtr="0">
            <a:noAutofit/>
          </a:bodyP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200" i="1">
                <a:solidFill>
                  <a:schemeClr val="bg1"/>
                </a:solidFill>
                <a:latin typeface="Roboto" charset="0"/>
                <a:ea typeface="Roboto" charset="0"/>
                <a:cs typeface="Roboto" charset="0"/>
              </a:rPr>
              <a:t>Simplify, Standardize, Accelerate </a:t>
            </a:r>
          </a:p>
        </p:txBody>
      </p:sp>
      <p:sp>
        <p:nvSpPr>
          <p:cNvPr id="8" name="Rectangle 7"/>
          <p:cNvSpPr/>
          <p:nvPr userDrawn="1"/>
        </p:nvSpPr>
        <p:spPr>
          <a:xfrm>
            <a:off x="1060933" y="1604524"/>
            <a:ext cx="1150391" cy="104931"/>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rgbClr val="1A3140"/>
              </a:solidFill>
            </a:endParaRPr>
          </a:p>
        </p:txBody>
      </p:sp>
      <p:sp>
        <p:nvSpPr>
          <p:cNvPr id="9" name="Rectangle 8"/>
          <p:cNvSpPr/>
          <p:nvPr userDrawn="1"/>
        </p:nvSpPr>
        <p:spPr>
          <a:xfrm>
            <a:off x="1060933" y="4091122"/>
            <a:ext cx="1150391"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bg1"/>
              </a:solidFill>
            </a:endParaRPr>
          </a:p>
        </p:txBody>
      </p:sp>
    </p:spTree>
    <p:extLst>
      <p:ext uri="{BB962C8B-B14F-4D97-AF65-F5344CB8AC3E}">
        <p14:creationId xmlns:p14="http://schemas.microsoft.com/office/powerpoint/2010/main" val="14301335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Image Title 01">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647272"/>
            <a:ext cx="12192001" cy="4498847"/>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8" name="Picture 7"/>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37358281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Image Title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633845"/>
            <a:ext cx="12201057" cy="4499140"/>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accent1">
                    <a:lumMod val="60000"/>
                    <a:lumOff val="40000"/>
                  </a:schemeClr>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pic>
        <p:nvPicPr>
          <p:cNvPr id="10" name="Picture 9"/>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11723" y="5090737"/>
            <a:ext cx="12212780" cy="548702"/>
          </a:xfrm>
          <a:prstGeom prst="rect">
            <a:avLst/>
          </a:prstGeom>
        </p:spPr>
      </p:pic>
    </p:spTree>
    <p:extLst>
      <p:ext uri="{BB962C8B-B14F-4D97-AF65-F5344CB8AC3E}">
        <p14:creationId xmlns:p14="http://schemas.microsoft.com/office/powerpoint/2010/main" val="4236123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Spectrum Title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645274"/>
            <a:ext cx="12193587" cy="5001275"/>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1103313"/>
            <a:ext cx="11161713" cy="1468437"/>
          </a:xfrm>
        </p:spPr>
        <p:txBody>
          <a:bodyPr anchor="b" anchorCtr="0"/>
          <a:lstStyle>
            <a:lvl1pPr algn="l">
              <a:defRPr sz="4400" b="1" cap="all" baseline="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F631D629-EA3E-4A82-8438-59B781EBBDC8}"/>
              </a:ext>
            </a:extLst>
          </p:cNvPr>
          <p:cNvSpPr>
            <a:spLocks noGrp="1"/>
          </p:cNvSpPr>
          <p:nvPr>
            <p:ph type="subTitle" idx="1"/>
          </p:nvPr>
        </p:nvSpPr>
        <p:spPr>
          <a:xfrm>
            <a:off x="514350" y="2703059"/>
            <a:ext cx="8295821" cy="1655762"/>
          </a:xfrm>
        </p:spPr>
        <p:txBody>
          <a:bodyPr anchor="t" anchorCtr="0"/>
          <a:lstStyle>
            <a:lvl1pPr marL="0" indent="0" algn="l">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Tree>
    <p:extLst>
      <p:ext uri="{BB962C8B-B14F-4D97-AF65-F5344CB8AC3E}">
        <p14:creationId xmlns:p14="http://schemas.microsoft.com/office/powerpoint/2010/main" val="17242190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9344211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888873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Tree>
    <p:extLst>
      <p:ext uri="{BB962C8B-B14F-4D97-AF65-F5344CB8AC3E}">
        <p14:creationId xmlns:p14="http://schemas.microsoft.com/office/powerpoint/2010/main" val="21703280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grpSp>
        <p:nvGrpSpPr>
          <p:cNvPr id="6" name="Group 5"/>
          <p:cNvGrpSpPr/>
          <p:nvPr userDrawn="1"/>
        </p:nvGrpSpPr>
        <p:grpSpPr>
          <a:xfrm>
            <a:off x="10086109" y="417870"/>
            <a:ext cx="2105891" cy="569193"/>
            <a:chOff x="10086109" y="5763491"/>
            <a:chExt cx="2105891" cy="569193"/>
          </a:xfrm>
        </p:grpSpPr>
        <p:sp>
          <p:nvSpPr>
            <p:cNvPr id="7" name="Rectangle 6"/>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8" name="Group 7"/>
            <p:cNvGrpSpPr/>
            <p:nvPr/>
          </p:nvGrpSpPr>
          <p:grpSpPr>
            <a:xfrm>
              <a:off x="10538695" y="5812704"/>
              <a:ext cx="1343888" cy="519980"/>
              <a:chOff x="515938" y="466803"/>
              <a:chExt cx="2499478" cy="967103"/>
            </a:xfrm>
          </p:grpSpPr>
          <p:grpSp>
            <p:nvGrpSpPr>
              <p:cNvPr id="9" name="Group 8"/>
              <p:cNvGrpSpPr/>
              <p:nvPr/>
            </p:nvGrpSpPr>
            <p:grpSpPr>
              <a:xfrm>
                <a:off x="515938" y="466803"/>
                <a:ext cx="281354" cy="780960"/>
                <a:chOff x="4342156" y="2541184"/>
                <a:chExt cx="219003" cy="683186"/>
              </a:xfrm>
            </p:grpSpPr>
            <p:sp>
              <p:nvSpPr>
                <p:cNvPr id="11" name="Rectangle 10"/>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2" name="Rounded Rectangle 11"/>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0" name="TextBox 9"/>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42623574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661023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ivider 02">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7603985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3026644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04">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4819338"/>
            <a:ext cx="8961437" cy="1463192"/>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1" name="TextBox 10">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2897341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131758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2397839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Title Only 0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2566DF-8A7B-474D-A0F4-205CFA3DC5A8}"/>
              </a:ext>
            </a:extLst>
          </p:cNvPr>
          <p:cNvSpPr>
            <a:spLocks noGrp="1"/>
          </p:cNvSpPr>
          <p:nvPr>
            <p:ph type="ftr" sz="quarter" idx="11"/>
          </p:nvPr>
        </p:nvSpPr>
        <p:spPr/>
        <p:txBody>
          <a:bodyPr/>
          <a:lstStyle/>
          <a:p>
            <a:r>
              <a:rPr lang="en-GB"/>
              <a:t>Presentation title in footer</a:t>
            </a:r>
          </a:p>
        </p:txBody>
      </p:sp>
      <p:sp>
        <p:nvSpPr>
          <p:cNvPr id="4" name="Slide Number Placeholder 3">
            <a:extLst>
              <a:ext uri="{FF2B5EF4-FFF2-40B4-BE49-F238E27FC236}">
                <a16:creationId xmlns:a16="http://schemas.microsoft.com/office/drawing/2014/main" id="{10D12603-15D9-4377-BA98-9268CA8548FA}"/>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5" name="TextBox 4">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7" name="Title 6"/>
          <p:cNvSpPr>
            <a:spLocks noGrp="1"/>
          </p:cNvSpPr>
          <p:nvPr>
            <p:ph type="title"/>
          </p:nvPr>
        </p:nvSpPr>
        <p:spPr/>
        <p:txBody>
          <a:bodyPr/>
          <a:lstStyle/>
          <a:p>
            <a:r>
              <a:rPr lang="en-US"/>
              <a:t>Click to edit Master title style</a:t>
            </a:r>
          </a:p>
        </p:txBody>
      </p:sp>
      <p:sp>
        <p:nvSpPr>
          <p:cNvPr id="8" name="TextBox 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5094785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8950108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Footer Placeholder 3"/>
          <p:cNvSpPr>
            <a:spLocks noGrp="1"/>
          </p:cNvSpPr>
          <p:nvPr>
            <p:ph type="ftr" sz="quarter" idx="11"/>
          </p:nvPr>
        </p:nvSpPr>
        <p:spPr/>
        <p:txBody>
          <a:bodyPr/>
          <a:lstStyle>
            <a:lvl1pPr>
              <a:defRPr>
                <a:solidFill>
                  <a:schemeClr val="bg1"/>
                </a:solidFill>
              </a:defRPr>
            </a:lvl1pPr>
          </a:lstStyle>
          <a:p>
            <a:endParaRPr lang="en-US"/>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1A6A2304-23DC-2B46-BD14-F082077842FF}" type="slidenum">
              <a:rPr lang="en-US" smtClean="0"/>
              <a:pPr/>
              <a:t>‹#›</a:t>
            </a:fld>
            <a:endParaRPr lang="en-US"/>
          </a:p>
        </p:txBody>
      </p:sp>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3916663" y="1945294"/>
            <a:ext cx="4405534" cy="1971681"/>
          </a:xfrm>
          <a:prstGeom prst="rect">
            <a:avLst/>
          </a:prstGeom>
          <a:noFill/>
        </p:spPr>
        <p:txBody>
          <a:bodyPr wrap="square" lIns="0" tIns="0" rIns="0" bIns="0" rtlCol="0">
            <a:noAutofit/>
          </a:bodyPr>
          <a:lstStyle/>
          <a:p>
            <a:pPr algn="l"/>
            <a:r>
              <a:rPr lang="en-US" sz="15000" b="1" i="0">
                <a:solidFill>
                  <a:schemeClr val="bg1"/>
                </a:solidFill>
                <a:latin typeface="Arial" charset="0"/>
                <a:ea typeface="Arial" charset="0"/>
                <a:cs typeface="Arial" charset="0"/>
              </a:rPr>
              <a:t>Q&amp;A</a:t>
            </a:r>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rgbClr val="A7E6E4"/>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6" name="TextBox 15">
            <a:extLst>
              <a:ext uri="{FF2B5EF4-FFF2-40B4-BE49-F238E27FC236}">
                <a16:creationId xmlns:a16="http://schemas.microsoft.com/office/drawing/2014/main" id="{EEC8EE6D-3E29-41D5-BCF4-F699C8F035C9}"/>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sp>
        <p:nvSpPr>
          <p:cNvPr id="18" name="TextBox 17">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18550967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Rectangle 7"/>
          <p:cNvSpPr/>
          <p:nvPr userDrawn="1"/>
        </p:nvSpPr>
        <p:spPr>
          <a:xfrm>
            <a:off x="4623867" y="1695450"/>
            <a:ext cx="2957512" cy="2957512"/>
          </a:xfrm>
          <a:prstGeom prst="rect">
            <a:avLst/>
          </a:prstGeom>
          <a:noFill/>
          <a:ln w="1270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userDrawn="1"/>
        </p:nvGrpSpPr>
        <p:grpSpPr>
          <a:xfrm>
            <a:off x="9177936" y="5483056"/>
            <a:ext cx="2499478" cy="844061"/>
            <a:chOff x="515938" y="495364"/>
            <a:chExt cx="2499478" cy="844061"/>
          </a:xfrm>
        </p:grpSpPr>
        <p:grpSp>
          <p:nvGrpSpPr>
            <p:cNvPr id="11" name="Group 10"/>
            <p:cNvGrpSpPr/>
            <p:nvPr/>
          </p:nvGrpSpPr>
          <p:grpSpPr>
            <a:xfrm>
              <a:off x="515938" y="499199"/>
              <a:ext cx="281354" cy="780960"/>
              <a:chOff x="4342156" y="2569527"/>
              <a:chExt cx="219003" cy="683186"/>
            </a:xfrm>
          </p:grpSpPr>
          <p:sp>
            <p:nvSpPr>
              <p:cNvPr id="13" name="Rectangle 12"/>
              <p:cNvSpPr/>
              <p:nvPr/>
            </p:nvSpPr>
            <p:spPr>
              <a:xfrm>
                <a:off x="4342156" y="2569527"/>
                <a:ext cx="92606" cy="544710"/>
              </a:xfrm>
              <a:prstGeom prst="rect">
                <a:avLst/>
              </a:prstGeom>
              <a:solidFill>
                <a:schemeClr val="accent1">
                  <a:lumMod val="60000"/>
                  <a:lumOff val="40000"/>
                </a:schemeClr>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4" name="Rounded Rectangle 13"/>
              <p:cNvSpPr/>
              <p:nvPr/>
            </p:nvSpPr>
            <p:spPr bwMode="auto">
              <a:xfrm>
                <a:off x="4475003" y="2569527"/>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2" name="TextBox 11"/>
            <p:cNvSpPr txBox="1"/>
            <p:nvPr/>
          </p:nvSpPr>
          <p:spPr>
            <a:xfrm>
              <a:off x="891194" y="495364"/>
              <a:ext cx="2124222" cy="844061"/>
            </a:xfrm>
            <a:prstGeom prst="rect">
              <a:avLst/>
            </a:prstGeom>
            <a:noFill/>
          </p:spPr>
          <p:txBody>
            <a:bodyPr wrap="square" lIns="0" tIns="0" rIns="0" bIns="0" rtlCol="0">
              <a:noAutofit/>
            </a:bodyPr>
            <a:lstStyle/>
            <a:p>
              <a:pPr algn="l"/>
              <a:r>
                <a:rPr lang="en-US" sz="3600" b="1">
                  <a:solidFill>
                    <a:schemeClr val="bg1"/>
                  </a:solidFill>
                  <a:latin typeface="Arial" charset="0"/>
                  <a:ea typeface="Arial" charset="0"/>
                  <a:cs typeface="Arial" charset="0"/>
                </a:rPr>
                <a:t>S4F-ERP</a:t>
              </a:r>
            </a:p>
          </p:txBody>
        </p:sp>
      </p:grpSp>
      <p:pic>
        <p:nvPicPr>
          <p:cNvPr id="15" name="Picture 14">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7" name="TextBox 16">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202022428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770608" y="2544869"/>
            <a:ext cx="2650782" cy="1984161"/>
          </a:xfrm>
          <a:prstGeom prst="rect">
            <a:avLst/>
          </a:prstGeom>
        </p:spPr>
      </p:pic>
      <p:sp>
        <p:nvSpPr>
          <p:cNvPr id="6" name="TextBox 5">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5432009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02">
    <p:spTree>
      <p:nvGrpSpPr>
        <p:cNvPr id="1" name=""/>
        <p:cNvGrpSpPr/>
        <p:nvPr/>
      </p:nvGrpSpPr>
      <p:grpSpPr>
        <a:xfrm>
          <a:off x="0" y="0"/>
          <a:ext cx="0" cy="0"/>
          <a:chOff x="0" y="0"/>
          <a:chExt cx="0" cy="0"/>
        </a:xfrm>
      </p:grpSpPr>
      <p:sp>
        <p:nvSpPr>
          <p:cNvPr id="23" name="Footer Placeholder 22"/>
          <p:cNvSpPr>
            <a:spLocks noGrp="1"/>
          </p:cNvSpPr>
          <p:nvPr>
            <p:ph type="ftr" sz="quarter" idx="11"/>
          </p:nvPr>
        </p:nvSpPr>
        <p:spPr/>
        <p:txBody>
          <a:bodyPr/>
          <a:lstStyle/>
          <a:p>
            <a:r>
              <a:rPr lang="en-GB"/>
              <a:t>Presentation title in footer</a:t>
            </a:r>
          </a:p>
        </p:txBody>
      </p:sp>
      <p:sp>
        <p:nvSpPr>
          <p:cNvPr id="24" name="Slide Number Placeholder 23"/>
          <p:cNvSpPr>
            <a:spLocks noGrp="1"/>
          </p:cNvSpPr>
          <p:nvPr>
            <p:ph type="sldNum" sz="quarter" idx="12"/>
          </p:nvPr>
        </p:nvSpPr>
        <p:spPr/>
        <p:txBody>
          <a:bodyPr/>
          <a:lstStyle/>
          <a:p>
            <a:fld id="{F4C94289-3309-4C35-850A-56FD49B3E346}" type="slidenum">
              <a:rPr lang="en-GB" smtClean="0"/>
              <a:pPr/>
              <a:t>‹#›</a:t>
            </a:fld>
            <a:endParaRPr lang="en-GB"/>
          </a:p>
        </p:txBody>
      </p:sp>
      <p:sp>
        <p:nvSpPr>
          <p:cNvPr id="25" name="TextBox 24">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843004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448800" y="6484902"/>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29975552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S4F-ERP Knowledge Transfer</a:t>
            </a:r>
          </a:p>
        </p:txBody>
      </p:sp>
      <p:sp>
        <p:nvSpPr>
          <p:cNvPr id="4" name="Slide Number Placeholder 3"/>
          <p:cNvSpPr>
            <a:spLocks noGrp="1"/>
          </p:cNvSpPr>
          <p:nvPr>
            <p:ph type="sldNum" sz="quarter" idx="12"/>
          </p:nvPr>
        </p:nvSpPr>
        <p:spPr>
          <a:xfrm>
            <a:off x="9448800" y="6492875"/>
            <a:ext cx="2743200" cy="365125"/>
          </a:xfrm>
        </p:spPr>
        <p:txBody>
          <a:bodyPr/>
          <a:lstStyle>
            <a:lvl1pPr>
              <a:defRPr sz="800"/>
            </a:lvl1pPr>
          </a:lstStyle>
          <a:p>
            <a:fld id="{1A6A2304-23DC-2B46-BD14-F082077842FF}" type="slidenum">
              <a:rPr lang="en-US" smtClean="0"/>
              <a:pPr/>
              <a:t>‹#›</a:t>
            </a:fld>
            <a:endParaRPr lang="en-US"/>
          </a:p>
        </p:txBody>
      </p:sp>
      <p:pic>
        <p:nvPicPr>
          <p:cNvPr id="5" name="Picture 4"/>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365" y="-66611"/>
            <a:ext cx="12212780" cy="548702"/>
          </a:xfrm>
          <a:prstGeom prst="rect">
            <a:avLst/>
          </a:prstGeom>
        </p:spPr>
      </p:pic>
      <p:sp>
        <p:nvSpPr>
          <p:cNvPr id="6" name="TextBox 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Tree>
    <p:extLst>
      <p:ext uri="{BB962C8B-B14F-4D97-AF65-F5344CB8AC3E}">
        <p14:creationId xmlns:p14="http://schemas.microsoft.com/office/powerpoint/2010/main" val="30701193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5938" y="12539"/>
            <a:ext cx="10837863" cy="1325563"/>
          </a:xfrm>
        </p:spPr>
        <p:txBody>
          <a:bodyPr>
            <a:normAutofit/>
          </a:bodyPr>
          <a:lstStyle>
            <a:lvl1pPr>
              <a:defRPr sz="3199">
                <a:latin typeface="Arial" charset="0"/>
                <a:ea typeface="Arial" charset="0"/>
                <a:cs typeface="Arial" charset="0"/>
              </a:defRPr>
            </a:lvl1pPr>
          </a:lstStyle>
          <a:p>
            <a:r>
              <a:rPr lang="en-US"/>
              <a:t>Click to edit Master title style</a:t>
            </a:r>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7" name="Group 6"/>
          <p:cNvGrpSpPr/>
          <p:nvPr/>
        </p:nvGrpSpPr>
        <p:grpSpPr>
          <a:xfrm>
            <a:off x="10086109" y="301055"/>
            <a:ext cx="2105891" cy="569193"/>
            <a:chOff x="10086109" y="5763491"/>
            <a:chExt cx="2105891" cy="569193"/>
          </a:xfrm>
        </p:grpSpPr>
        <p:sp>
          <p:nvSpPr>
            <p:cNvPr id="8" name="Rectangle 7"/>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2"/>
            <a:ext cx="10837863" cy="4067101"/>
          </a:xfrm>
        </p:spPr>
        <p:txBody>
          <a:bodyPr/>
          <a:lstStyle>
            <a:lvl3pPr marL="399930" indent="-195204">
              <a:defRPr/>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sp>
        <p:nvSpPr>
          <p:cNvPr id="15" name="Date Placeholder 14"/>
          <p:cNvSpPr>
            <a:spLocks noGrp="1"/>
          </p:cNvSpPr>
          <p:nvPr>
            <p:ph type="dt" sz="half" idx="10"/>
          </p:nvPr>
        </p:nvSpPr>
        <p:spPr/>
        <p:txBody>
          <a:bodyPr/>
          <a:lstStyle/>
          <a:p>
            <a:endParaRPr lang="en-GB"/>
          </a:p>
        </p:txBody>
      </p:sp>
      <p:sp>
        <p:nvSpPr>
          <p:cNvPr id="17" name="Footer Placeholder 16"/>
          <p:cNvSpPr>
            <a:spLocks noGrp="1"/>
          </p:cNvSpPr>
          <p:nvPr>
            <p:ph type="ftr" sz="quarter" idx="11"/>
          </p:nvPr>
        </p:nvSpPr>
        <p:spPr>
          <a:xfrm>
            <a:off x="7316057" y="6356352"/>
            <a:ext cx="4114800" cy="365125"/>
          </a:xfrm>
        </p:spPr>
        <p:txBody>
          <a:bodyPr/>
          <a:lstStyle>
            <a:lvl1pPr algn="r">
              <a:defRPr sz="800"/>
            </a:lvl1pPr>
          </a:lstStyle>
          <a:p>
            <a:pPr>
              <a:defRPr/>
            </a:pPr>
            <a:fld id="{737923CA-60CF-4E27-AE00-5869EACE0DFB}" type="slidenum">
              <a:rPr lang="en-US" smtClean="0"/>
              <a:pPr>
                <a:defRPr/>
              </a:pPr>
              <a:t>‹#›</a:t>
            </a:fld>
            <a:endParaRPr lang="en-US"/>
          </a:p>
        </p:txBody>
      </p:sp>
    </p:spTree>
    <p:extLst>
      <p:ext uri="{BB962C8B-B14F-4D97-AF65-F5344CB8AC3E}">
        <p14:creationId xmlns:p14="http://schemas.microsoft.com/office/powerpoint/2010/main" val="567751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theme" Target="../theme/theme4.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tags" Target="../tags/tag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tags" Target="../tags/tag1.xml"/><Relationship Id="rId30" Type="http://schemas.openxmlformats.org/officeDocument/2006/relationships/image" Target="../media/image5.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264364AC-3F7D-42EF-8317-6E0E4319EEB1}"/>
              </a:ext>
            </a:extLst>
          </p:cNvPr>
          <p:cNvGraphicFramePr>
            <a:graphicFrameLocks noChangeAspect="1"/>
          </p:cNvGraphicFramePr>
          <p:nvPr userDrawn="1">
            <p:custDataLst>
              <p:tags r:id="rId2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499" imgH="499" progId="TCLayout.ActiveDocument.1">
                  <p:embed/>
                </p:oleObj>
              </mc:Choice>
              <mc:Fallback>
                <p:oleObj name="think-cell Slide" r:id="rId29" imgW="499" imgH="499" progId="TCLayout.ActiveDocument.1">
                  <p:embed/>
                  <p:pic>
                    <p:nvPicPr>
                      <p:cNvPr id="7" name="Object 6" hidden="1">
                        <a:extLst>
                          <a:ext uri="{FF2B5EF4-FFF2-40B4-BE49-F238E27FC236}">
                            <a16:creationId xmlns:a16="http://schemas.microsoft.com/office/drawing/2014/main" id="{264364AC-3F7D-42EF-8317-6E0E4319EEB1}"/>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39EE2B7-B72B-4000-9F67-6AE66419B6F9}"/>
              </a:ext>
            </a:extLst>
          </p:cNvPr>
          <p:cNvSpPr/>
          <p:nvPr userDrawn="1">
            <p:custDataLst>
              <p:tags r:id="rId28"/>
            </p:custDataLst>
          </p:nvPr>
        </p:nvSpPr>
        <p:spPr>
          <a:xfrm>
            <a:off x="0" y="0"/>
            <a:ext cx="158750" cy="1587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3200" b="1" i="0" baseline="0">
              <a:latin typeface="Arial" panose="020B0604020202020204" pitchFamily="34" charset="0"/>
              <a:ea typeface="+mj-ea"/>
              <a:cs typeface="+mj-cs"/>
              <a:sym typeface="Arial" panose="020B0604020202020204" pitchFamily="34" charset="0"/>
            </a:endParaRPr>
          </a:p>
        </p:txBody>
      </p:sp>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954369021"/>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 id="2147483954" r:id="rId18"/>
    <p:sldLayoutId id="2147483955" r:id="rId19"/>
    <p:sldLayoutId id="2147483956" r:id="rId20"/>
    <p:sldLayoutId id="2147483957" r:id="rId21"/>
    <p:sldLayoutId id="2147483958" r:id="rId22"/>
    <p:sldLayoutId id="2147483959" r:id="rId23"/>
    <p:sldLayoutId id="2147483960" r:id="rId24"/>
    <p:sldLayoutId id="2147483961" r:id="rId2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3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0.xml"/><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0.xml"/><Relationship Id="rId5" Type="http://schemas.openxmlformats.org/officeDocument/2006/relationships/image" Target="../media/image31.png"/><Relationship Id="rId4" Type="http://schemas.openxmlformats.org/officeDocument/2006/relationships/image" Target="../media/image30.svg"/></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2.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40603"/>
            <a:ext cx="12192000" cy="4902408"/>
          </a:xfrm>
          <a:prstGeom prst="rect">
            <a:avLst/>
          </a:prstGeom>
        </p:spPr>
      </p:pic>
      <p:sp>
        <p:nvSpPr>
          <p:cNvPr id="38" name="Rectangle 37"/>
          <p:cNvSpPr/>
          <p:nvPr/>
        </p:nvSpPr>
        <p:spPr>
          <a:xfrm>
            <a:off x="0" y="1340095"/>
            <a:ext cx="12192000" cy="4902409"/>
          </a:xfrm>
          <a:prstGeom prst="rect">
            <a:avLst/>
          </a:prstGeom>
          <a:gradFill flip="none" rotWithShape="1">
            <a:gsLst>
              <a:gs pos="0">
                <a:schemeClr val="accent6"/>
              </a:gs>
              <a:gs pos="100000">
                <a:schemeClr val="accent1">
                  <a:lumMod val="20000"/>
                  <a:lumOff val="80000"/>
                  <a:alpha val="41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Execution (BSC) </a:t>
            </a:r>
          </a:p>
        </p:txBody>
      </p:sp>
      <p:sp>
        <p:nvSpPr>
          <p:cNvPr id="40" name="Rounded Rectangle 39"/>
          <p:cNvSpPr/>
          <p:nvPr/>
        </p:nvSpPr>
        <p:spPr>
          <a:xfrm>
            <a:off x="3281078" y="1399526"/>
            <a:ext cx="609852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000000"/>
                </a:solidFill>
                <a:effectLst/>
                <a:uLnTx/>
                <a:uFillTx/>
                <a:latin typeface="Arial" charset="0"/>
                <a:ea typeface="+mn-ea"/>
                <a:cs typeface="Arial" charset="0"/>
              </a:rPr>
              <a:t>Period End Closing Key Process Areas and New Period End Checks</a:t>
            </a:r>
          </a:p>
        </p:txBody>
      </p:sp>
      <p:sp>
        <p:nvSpPr>
          <p:cNvPr id="41" name="Rounded Rectangle 40"/>
          <p:cNvSpPr/>
          <p:nvPr/>
        </p:nvSpPr>
        <p:spPr>
          <a:xfrm>
            <a:off x="673313"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Lease Accounting and Period End Closing</a:t>
            </a:r>
          </a:p>
        </p:txBody>
      </p:sp>
      <p:sp>
        <p:nvSpPr>
          <p:cNvPr id="22" name="Rounded Rectangle 40">
            <a:extLst>
              <a:ext uri="{FF2B5EF4-FFF2-40B4-BE49-F238E27FC236}">
                <a16:creationId xmlns:a16="http://schemas.microsoft.com/office/drawing/2014/main" id="{091BB016-E8F1-4AAD-AF98-88E474CD8BB2}"/>
              </a:ext>
            </a:extLst>
          </p:cNvPr>
          <p:cNvSpPr/>
          <p:nvPr/>
        </p:nvSpPr>
        <p:spPr>
          <a:xfrm>
            <a:off x="673313" y="3593671"/>
            <a:ext cx="4944971"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Period End Closing for Accruals and Recurring Entries</a:t>
            </a:r>
          </a:p>
        </p:txBody>
      </p:sp>
      <p:sp>
        <p:nvSpPr>
          <p:cNvPr id="23" name="Rounded Rectangle 40">
            <a:extLst>
              <a:ext uri="{FF2B5EF4-FFF2-40B4-BE49-F238E27FC236}">
                <a16:creationId xmlns:a16="http://schemas.microsoft.com/office/drawing/2014/main" id="{205DE5C2-7760-4191-BCD4-8195DDE0BF39}"/>
              </a:ext>
            </a:extLst>
          </p:cNvPr>
          <p:cNvSpPr/>
          <p:nvPr/>
        </p:nvSpPr>
        <p:spPr>
          <a:xfrm>
            <a:off x="673313"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Asset Accounting Closing Activities</a:t>
            </a:r>
          </a:p>
        </p:txBody>
      </p:sp>
      <p:sp>
        <p:nvSpPr>
          <p:cNvPr id="24" name="Rounded Rectangle 40">
            <a:extLst>
              <a:ext uri="{FF2B5EF4-FFF2-40B4-BE49-F238E27FC236}">
                <a16:creationId xmlns:a16="http://schemas.microsoft.com/office/drawing/2014/main" id="{8FFA192F-87C5-48EB-9C2E-BEAA28CDE5C6}"/>
              </a:ext>
            </a:extLst>
          </p:cNvPr>
          <p:cNvSpPr/>
          <p:nvPr/>
        </p:nvSpPr>
        <p:spPr>
          <a:xfrm>
            <a:off x="673313"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GR/IR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ounded Rectangle 40">
            <a:extLst>
              <a:ext uri="{FF2B5EF4-FFF2-40B4-BE49-F238E27FC236}">
                <a16:creationId xmlns:a16="http://schemas.microsoft.com/office/drawing/2014/main" id="{E379EF69-99DA-4912-A17E-41FCD589B730}"/>
              </a:ext>
            </a:extLst>
          </p:cNvPr>
          <p:cNvSpPr/>
          <p:nvPr/>
        </p:nvSpPr>
        <p:spPr>
          <a:xfrm>
            <a:off x="673313"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Automatic Clearing of LSC</a:t>
            </a:r>
            <a:r>
              <a:rPr lang="en-GB" sz="1400" i="1" baseline="30000">
                <a:solidFill>
                  <a:srgbClr val="FF0000"/>
                </a:solidFill>
                <a:latin typeface="Arial" charset="0"/>
                <a:cs typeface="Arial" charset="0"/>
              </a:rPr>
              <a:t>1)</a:t>
            </a:r>
            <a:r>
              <a:rPr lang="en-GB" sz="1400" b="1">
                <a:solidFill>
                  <a:srgbClr val="FFFFFF"/>
                </a:solidFill>
                <a:latin typeface="Arial" charset="0"/>
                <a:cs typeface="Arial" charset="0"/>
              </a:rPr>
              <a:t> Accounts</a:t>
            </a:r>
          </a:p>
        </p:txBody>
      </p:sp>
      <p:sp>
        <p:nvSpPr>
          <p:cNvPr id="26" name="Rounded Rectangle 40">
            <a:extLst>
              <a:ext uri="{FF2B5EF4-FFF2-40B4-BE49-F238E27FC236}">
                <a16:creationId xmlns:a16="http://schemas.microsoft.com/office/drawing/2014/main" id="{4329EBC2-8992-4195-8E13-999726E21761}"/>
              </a:ext>
            </a:extLst>
          </p:cNvPr>
          <p:cNvSpPr/>
          <p:nvPr/>
        </p:nvSpPr>
        <p:spPr>
          <a:xfrm>
            <a:off x="6695134" y="291072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Cost Management Closing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Rounded Rectangle 40">
            <a:extLst>
              <a:ext uri="{FF2B5EF4-FFF2-40B4-BE49-F238E27FC236}">
                <a16:creationId xmlns:a16="http://schemas.microsoft.com/office/drawing/2014/main" id="{478B7F94-42EC-425F-9F47-5A42225822AD}"/>
              </a:ext>
            </a:extLst>
          </p:cNvPr>
          <p:cNvSpPr/>
          <p:nvPr/>
        </p:nvSpPr>
        <p:spPr>
          <a:xfrm>
            <a:off x="6695134" y="359367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Period End Data Checks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Rounded Rectangle 40">
            <a:extLst>
              <a:ext uri="{FF2B5EF4-FFF2-40B4-BE49-F238E27FC236}">
                <a16:creationId xmlns:a16="http://schemas.microsoft.com/office/drawing/2014/main" id="{1C57AD5B-BBB5-4766-909A-B0F414925B5B}"/>
              </a:ext>
            </a:extLst>
          </p:cNvPr>
          <p:cNvSpPr/>
          <p:nvPr/>
        </p:nvSpPr>
        <p:spPr>
          <a:xfrm>
            <a:off x="6695134" y="4276616"/>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VAT Clearing and Reporting</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9" name="Rounded Rectangle 40">
            <a:extLst>
              <a:ext uri="{FF2B5EF4-FFF2-40B4-BE49-F238E27FC236}">
                <a16:creationId xmlns:a16="http://schemas.microsoft.com/office/drawing/2014/main" id="{D796FE03-AABA-4EB3-BA42-BC9F43C15FD3}"/>
              </a:ext>
            </a:extLst>
          </p:cNvPr>
          <p:cNvSpPr/>
          <p:nvPr/>
        </p:nvSpPr>
        <p:spPr>
          <a:xfrm>
            <a:off x="6695134" y="495956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Material Ledger Closing (Non-GSC Activities)</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ounded Rectangle 40">
            <a:extLst>
              <a:ext uri="{FF2B5EF4-FFF2-40B4-BE49-F238E27FC236}">
                <a16:creationId xmlns:a16="http://schemas.microsoft.com/office/drawing/2014/main" id="{7DD719F9-E985-4F5E-A70A-5AFC7C99D2CE}"/>
              </a:ext>
            </a:extLst>
          </p:cNvPr>
          <p:cNvSpPr/>
          <p:nvPr/>
        </p:nvSpPr>
        <p:spPr>
          <a:xfrm>
            <a:off x="6695134" y="5642505"/>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Arial" charset="0"/>
                <a:ea typeface="+mn-ea"/>
                <a:cs typeface="Arial" charset="0"/>
              </a:rPr>
              <a:t>G/L Closing Activities for Financial Statement Preparation</a:t>
            </a:r>
            <a:endParaRPr kumimoji="0" lang="en-GB" sz="14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5" name="Connector: Elbow 4">
            <a:extLst>
              <a:ext uri="{FF2B5EF4-FFF2-40B4-BE49-F238E27FC236}">
                <a16:creationId xmlns:a16="http://schemas.microsoft.com/office/drawing/2014/main" id="{E4E3B551-8A19-41F9-B96A-F3D36604A60A}"/>
              </a:ext>
            </a:extLst>
          </p:cNvPr>
          <p:cNvCxnSpPr>
            <a:cxnSpLocks/>
          </p:cNvCxnSpPr>
          <p:nvPr/>
        </p:nvCxnSpPr>
        <p:spPr>
          <a:xfrm rot="10800000" flipV="1">
            <a:off x="571718" y="2082470"/>
            <a:ext cx="5657025" cy="3811882"/>
          </a:xfrm>
          <a:prstGeom prst="bentConnector3">
            <a:avLst>
              <a:gd name="adj1" fmla="val 105978"/>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1E4123E-477A-425D-9FBC-58AF1A698C84}"/>
              </a:ext>
            </a:extLst>
          </p:cNvPr>
          <p:cNvCxnSpPr>
            <a:cxnSpLocks/>
          </p:cNvCxnSpPr>
          <p:nvPr/>
        </p:nvCxnSpPr>
        <p:spPr>
          <a:xfrm rot="16200000" flipH="1">
            <a:off x="4405376" y="3706192"/>
            <a:ext cx="3991130" cy="385189"/>
          </a:xfrm>
          <a:prstGeom prst="bentConnector3">
            <a:avLst>
              <a:gd name="adj1" fmla="val 100163"/>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3EBEE6B-2DD2-4C84-98CD-E5ED4E58D20C}"/>
              </a:ext>
            </a:extLst>
          </p:cNvPr>
          <p:cNvCxnSpPr>
            <a:cxnSpLocks/>
          </p:cNvCxnSpPr>
          <p:nvPr/>
        </p:nvCxnSpPr>
        <p:spPr>
          <a:xfrm>
            <a:off x="237114" y="309996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88FA4E5-5E3C-4BAB-8D83-7A18F42B78B6}"/>
              </a:ext>
            </a:extLst>
          </p:cNvPr>
          <p:cNvCxnSpPr>
            <a:cxnSpLocks/>
          </p:cNvCxnSpPr>
          <p:nvPr/>
        </p:nvCxnSpPr>
        <p:spPr>
          <a:xfrm>
            <a:off x="237114" y="37711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5E2183E-AF10-4629-B7B8-E9B9986DB435}"/>
              </a:ext>
            </a:extLst>
          </p:cNvPr>
          <p:cNvCxnSpPr>
            <a:cxnSpLocks/>
          </p:cNvCxnSpPr>
          <p:nvPr/>
        </p:nvCxnSpPr>
        <p:spPr>
          <a:xfrm>
            <a:off x="237114" y="455997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638197A-BD05-4467-A0B3-1123B54A7910}"/>
              </a:ext>
            </a:extLst>
          </p:cNvPr>
          <p:cNvCxnSpPr>
            <a:cxnSpLocks/>
          </p:cNvCxnSpPr>
          <p:nvPr/>
        </p:nvCxnSpPr>
        <p:spPr>
          <a:xfrm>
            <a:off x="237114" y="5211408"/>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0BA6438-1A74-436F-9160-CB0FB704C8A4}"/>
              </a:ext>
            </a:extLst>
          </p:cNvPr>
          <p:cNvCxnSpPr>
            <a:cxnSpLocks/>
          </p:cNvCxnSpPr>
          <p:nvPr/>
        </p:nvCxnSpPr>
        <p:spPr>
          <a:xfrm>
            <a:off x="6235949" y="3094104"/>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933A4AA-F545-4E3B-B48D-08711E8FCF6A}"/>
              </a:ext>
            </a:extLst>
          </p:cNvPr>
          <p:cNvCxnSpPr>
            <a:cxnSpLocks/>
          </p:cNvCxnSpPr>
          <p:nvPr/>
        </p:nvCxnSpPr>
        <p:spPr>
          <a:xfrm>
            <a:off x="6235949" y="3818002"/>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46830C5-8D0A-496A-9F17-E7945754D25C}"/>
              </a:ext>
            </a:extLst>
          </p:cNvPr>
          <p:cNvCxnSpPr>
            <a:cxnSpLocks/>
          </p:cNvCxnSpPr>
          <p:nvPr/>
        </p:nvCxnSpPr>
        <p:spPr>
          <a:xfrm>
            <a:off x="6235949" y="4554117"/>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D59F-EA27-49EC-A25F-785761157405}"/>
              </a:ext>
            </a:extLst>
          </p:cNvPr>
          <p:cNvCxnSpPr>
            <a:cxnSpLocks/>
          </p:cNvCxnSpPr>
          <p:nvPr/>
        </p:nvCxnSpPr>
        <p:spPr>
          <a:xfrm>
            <a:off x="6235949" y="5205550"/>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31" name="Rounded Rectangle 40">
            <a:extLst>
              <a:ext uri="{FF2B5EF4-FFF2-40B4-BE49-F238E27FC236}">
                <a16:creationId xmlns:a16="http://schemas.microsoft.com/office/drawing/2014/main" id="{BDACF3D3-2286-4EE6-939F-BD6495EE430E}"/>
              </a:ext>
            </a:extLst>
          </p:cNvPr>
          <p:cNvSpPr/>
          <p:nvPr/>
        </p:nvSpPr>
        <p:spPr>
          <a:xfrm>
            <a:off x="6675312" y="2211643"/>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FFFFFF"/>
                </a:solidFill>
                <a:latin typeface="Arial" charset="0"/>
                <a:cs typeface="Arial" charset="0"/>
              </a:rPr>
              <a:t>Intercompany and Period End Closing</a:t>
            </a:r>
            <a:endParaRPr lang="en-GB" sz="1400">
              <a:solidFill>
                <a:srgbClr val="FFFFFF"/>
              </a:solidFill>
            </a:endParaRPr>
          </a:p>
        </p:txBody>
      </p:sp>
      <p:cxnSp>
        <p:nvCxnSpPr>
          <p:cNvPr id="32" name="Straight Connector 31">
            <a:extLst>
              <a:ext uri="{FF2B5EF4-FFF2-40B4-BE49-F238E27FC236}">
                <a16:creationId xmlns:a16="http://schemas.microsoft.com/office/drawing/2014/main" id="{884238E6-E8C6-46A4-A65E-938DFAE16828}"/>
              </a:ext>
            </a:extLst>
          </p:cNvPr>
          <p:cNvCxnSpPr>
            <a:cxnSpLocks/>
          </p:cNvCxnSpPr>
          <p:nvPr/>
        </p:nvCxnSpPr>
        <p:spPr>
          <a:xfrm>
            <a:off x="6228742" y="242002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3035EF1-E9BE-44DE-BA35-80386C719969}"/>
              </a:ext>
            </a:extLst>
          </p:cNvPr>
          <p:cNvSpPr txBox="1"/>
          <p:nvPr/>
        </p:nvSpPr>
        <p:spPr>
          <a:xfrm>
            <a:off x="1978269" y="6409592"/>
            <a:ext cx="3490546" cy="365125"/>
          </a:xfrm>
          <a:prstGeom prst="rect">
            <a:avLst/>
          </a:prstGeom>
          <a:noFill/>
        </p:spPr>
        <p:txBody>
          <a:bodyPr wrap="square" lIns="0" tIns="0" rIns="0" bIns="0" rtlCol="0">
            <a:noAutofit/>
          </a:bodyPr>
          <a:lstStyle/>
          <a:p>
            <a:pPr algn="l"/>
            <a:r>
              <a:rPr lang="en-US" sz="900" i="1" baseline="30000">
                <a:solidFill>
                  <a:srgbClr val="FF0000"/>
                </a:solidFill>
              </a:rPr>
              <a:t>1) </a:t>
            </a:r>
            <a:r>
              <a:rPr lang="en-US" sz="900" b="1" i="1"/>
              <a:t>LSC</a:t>
            </a:r>
            <a:r>
              <a:rPr lang="en-US" sz="900" i="1"/>
              <a:t> – Accounts with indicator “Clearing Specific to Ledger Groups” active.</a:t>
            </a:r>
          </a:p>
        </p:txBody>
      </p:sp>
      <p:sp>
        <p:nvSpPr>
          <p:cNvPr id="33" name="Rounded Rectangle 40">
            <a:extLst>
              <a:ext uri="{FF2B5EF4-FFF2-40B4-BE49-F238E27FC236}">
                <a16:creationId xmlns:a16="http://schemas.microsoft.com/office/drawing/2014/main" id="{3B7A6A7E-D54B-4464-8203-DF984ED60F8B}"/>
              </a:ext>
            </a:extLst>
          </p:cNvPr>
          <p:cNvSpPr/>
          <p:nvPr/>
        </p:nvSpPr>
        <p:spPr>
          <a:xfrm>
            <a:off x="673313" y="2223801"/>
            <a:ext cx="4944971"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FFFFFF"/>
                </a:solidFill>
                <a:latin typeface="Arial" charset="0"/>
                <a:cs typeface="Arial" charset="0"/>
              </a:rPr>
              <a:t>Posting Period Control</a:t>
            </a:r>
          </a:p>
        </p:txBody>
      </p:sp>
      <p:cxnSp>
        <p:nvCxnSpPr>
          <p:cNvPr id="37" name="Straight Connector 36">
            <a:extLst>
              <a:ext uri="{FF2B5EF4-FFF2-40B4-BE49-F238E27FC236}">
                <a16:creationId xmlns:a16="http://schemas.microsoft.com/office/drawing/2014/main" id="{401AB3D3-7BD8-4F78-9906-C339BF054918}"/>
              </a:ext>
            </a:extLst>
          </p:cNvPr>
          <p:cNvCxnSpPr>
            <a:cxnSpLocks/>
          </p:cNvCxnSpPr>
          <p:nvPr/>
        </p:nvCxnSpPr>
        <p:spPr>
          <a:xfrm>
            <a:off x="247717" y="2450265"/>
            <a:ext cx="324000" cy="0"/>
          </a:xfrm>
          <a:prstGeom prst="line">
            <a:avLst/>
          </a:prstGeom>
          <a:ln w="28575">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842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Slide Number Placeholder 2"/>
          <p:cNvSpPr>
            <a:spLocks noGrp="1"/>
          </p:cNvSpPr>
          <p:nvPr>
            <p:ph type="sldNum" sz="quarter" idx="12"/>
          </p:nvPr>
        </p:nvSpPr>
        <p:spPr>
          <a:xfrm>
            <a:off x="11278800" y="6282531"/>
            <a:ext cx="39726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solidFill>
                  <a:srgbClr val="000000"/>
                </a:solidFill>
              </a:rPr>
              <a:t>Period End Closing Key Process Areas and New Period End Checks</a:t>
            </a:r>
          </a:p>
        </p:txBody>
      </p:sp>
      <p:sp>
        <p:nvSpPr>
          <p:cNvPr id="40" name="Rounded Rectangle 39"/>
          <p:cNvSpPr/>
          <p:nvPr/>
        </p:nvSpPr>
        <p:spPr>
          <a:xfrm>
            <a:off x="853017" y="3177153"/>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GB" sz="1400" b="1">
                <a:solidFill>
                  <a:srgbClr val="000000"/>
                </a:solidFill>
                <a:latin typeface="Arial" charset="0"/>
                <a:cs typeface="Arial" charset="0"/>
              </a:rPr>
              <a:t>Period End Closing for Accruals and Recurring Entries</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807351" y="4027904"/>
            <a:ext cx="4124412"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defRPr/>
            </a:pPr>
            <a:r>
              <a:rPr lang="en-GB" sz="1400" b="1">
                <a:solidFill>
                  <a:srgbClr val="FFFFFF"/>
                </a:solidFill>
                <a:cs typeface="Arial"/>
              </a:rPr>
              <a:t>Monthly Recurring Entries Posting</a:t>
            </a:r>
            <a:endParaRPr kumimoji="0" lang="en-GB" sz="1400" b="1" i="0" u="none" strike="noStrike" kern="1200" cap="none" spc="0" normalizeH="0" baseline="0" noProof="0">
              <a:ln>
                <a:noFill/>
              </a:ln>
              <a:solidFill>
                <a:srgbClr val="FFFFFF"/>
              </a:solidFill>
              <a:effectLst/>
              <a:uLnTx/>
              <a:uFillTx/>
              <a:latin typeface="Arial" panose="020B0604020202020204"/>
              <a:ea typeface="+mn-ea"/>
              <a:cs typeface="Arial"/>
            </a:endParaRPr>
          </a:p>
        </p:txBody>
      </p: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4529469" y="2592572"/>
            <a:ext cx="1127055" cy="791392"/>
          </a:xfrm>
          <a:prstGeom prst="bentConnector3">
            <a:avLst>
              <a:gd name="adj1" fmla="val 50000"/>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17" name="Elbow Connector 7">
            <a:extLst>
              <a:ext uri="{FF2B5EF4-FFF2-40B4-BE49-F238E27FC236}">
                <a16:creationId xmlns:a16="http://schemas.microsoft.com/office/drawing/2014/main" id="{06B3D66A-D303-4524-8C8E-FC2882AAAE9A}"/>
              </a:ext>
            </a:extLst>
          </p:cNvPr>
          <p:cNvCxnSpPr>
            <a:cxnSpLocks/>
          </p:cNvCxnSpPr>
          <p:nvPr/>
        </p:nvCxnSpPr>
        <p:spPr>
          <a:xfrm rot="16200000" flipH="1">
            <a:off x="4934912" y="3558138"/>
            <a:ext cx="879696" cy="563529"/>
          </a:xfrm>
          <a:prstGeom prst="bentConnector3">
            <a:avLst>
              <a:gd name="adj1" fmla="val 100764"/>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1" name="Rounded Rectangle 39">
            <a:extLst>
              <a:ext uri="{FF2B5EF4-FFF2-40B4-BE49-F238E27FC236}">
                <a16:creationId xmlns:a16="http://schemas.microsoft.com/office/drawing/2014/main" id="{924F80A1-1595-4D0A-99BB-4E4BC34E0927}"/>
              </a:ext>
            </a:extLst>
          </p:cNvPr>
          <p:cNvSpPr/>
          <p:nvPr/>
        </p:nvSpPr>
        <p:spPr>
          <a:xfrm>
            <a:off x="5807351" y="2166899"/>
            <a:ext cx="4124412"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Monthly Accrual Run</a:t>
            </a:r>
          </a:p>
        </p:txBody>
      </p:sp>
    </p:spTree>
    <p:extLst>
      <p:ext uri="{BB962C8B-B14F-4D97-AF65-F5344CB8AC3E}">
        <p14:creationId xmlns:p14="http://schemas.microsoft.com/office/powerpoint/2010/main" val="32257354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7287E001-AFC3-88E6-8425-84A67A27EE86}"/>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167750" y="1509408"/>
            <a:ext cx="5965065" cy="2644433"/>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8881665" cy="984247"/>
          </a:xfrm>
        </p:spPr>
        <p:txBody>
          <a:bodyPr/>
          <a:lstStyle/>
          <a:p>
            <a:r>
              <a:rPr lang="en-GB"/>
              <a:t>Monthly Accrual Run (1/6): Overview</a:t>
            </a:r>
          </a:p>
        </p:txBody>
      </p:sp>
      <p:sp>
        <p:nvSpPr>
          <p:cNvPr id="8" name="Rectangle 7">
            <a:extLst>
              <a:ext uri="{FF2B5EF4-FFF2-40B4-BE49-F238E27FC236}">
                <a16:creationId xmlns:a16="http://schemas.microsoft.com/office/drawing/2014/main" id="{23CA56EC-827F-49BB-A015-79EA68FD2EFE}"/>
              </a:ext>
            </a:extLst>
          </p:cNvPr>
          <p:cNvSpPr/>
          <p:nvPr/>
        </p:nvSpPr>
        <p:spPr>
          <a:xfrm>
            <a:off x="6367352" y="2078954"/>
            <a:ext cx="5429742" cy="307777"/>
          </a:xfrm>
          <a:prstGeom prst="rect">
            <a:avLst/>
          </a:prstGeom>
        </p:spPr>
        <p:txBody>
          <a:bodyPr wrap="square">
            <a:spAutoFit/>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4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 name="Rectangle: Rounded Corners 1">
            <a:extLst>
              <a:ext uri="{FF2B5EF4-FFF2-40B4-BE49-F238E27FC236}">
                <a16:creationId xmlns:a16="http://schemas.microsoft.com/office/drawing/2014/main" id="{A284160F-A5AD-434E-90E1-5CAA6675F8F0}"/>
              </a:ext>
            </a:extLst>
          </p:cNvPr>
          <p:cNvSpPr/>
          <p:nvPr/>
        </p:nvSpPr>
        <p:spPr>
          <a:xfrm>
            <a:off x="394906" y="1372462"/>
            <a:ext cx="5671325" cy="321003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314E1B0E-68E5-4F0F-83BA-4ACBC5BD82BF}"/>
              </a:ext>
            </a:extLst>
          </p:cNvPr>
          <p:cNvSpPr txBox="1"/>
          <p:nvPr/>
        </p:nvSpPr>
        <p:spPr>
          <a:xfrm>
            <a:off x="544588" y="1430949"/>
            <a:ext cx="3441952" cy="288235"/>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Accrual Engine Process</a:t>
            </a:r>
          </a:p>
        </p:txBody>
      </p:sp>
      <p:sp>
        <p:nvSpPr>
          <p:cNvPr id="30" name="Freeform: Shape 29">
            <a:extLst>
              <a:ext uri="{FF2B5EF4-FFF2-40B4-BE49-F238E27FC236}">
                <a16:creationId xmlns:a16="http://schemas.microsoft.com/office/drawing/2014/main" id="{DD54F385-30B9-43B3-A158-E7DFC194F62A}"/>
              </a:ext>
            </a:extLst>
          </p:cNvPr>
          <p:cNvSpPr/>
          <p:nvPr/>
        </p:nvSpPr>
        <p:spPr>
          <a:xfrm>
            <a:off x="632942" y="1954294"/>
            <a:ext cx="1240085"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lumMod val="50000"/>
              </a:schemeClr>
            </a:solidFill>
          </a:ln>
        </p:spPr>
        <p:style>
          <a:lnRef idx="0">
            <a:schemeClr val="lt1">
              <a:hueOff val="0"/>
              <a:satOff val="0"/>
              <a:lumOff val="0"/>
              <a:alphaOff val="0"/>
            </a:schemeClr>
          </a:lnRef>
          <a:fillRef idx="3">
            <a:schemeClr val="accent1">
              <a:shade val="50000"/>
              <a:hueOff val="0"/>
              <a:satOff val="0"/>
              <a:lumOff val="0"/>
              <a:alphaOff val="0"/>
            </a:schemeClr>
          </a:fillRef>
          <a:effectRef idx="3">
            <a:schemeClr val="accent1">
              <a:shade val="50000"/>
              <a:hueOff val="0"/>
              <a:satOff val="0"/>
              <a:lumOff val="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panose="020B0604020202020204"/>
                <a:ea typeface="+mn-ea"/>
                <a:cs typeface="+mn-cs"/>
              </a:rPr>
              <a:t>Create Accrual Object</a:t>
            </a: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1" name="Freeform: Shape 30">
            <a:extLst>
              <a:ext uri="{FF2B5EF4-FFF2-40B4-BE49-F238E27FC236}">
                <a16:creationId xmlns:a16="http://schemas.microsoft.com/office/drawing/2014/main" id="{65647C21-FE94-4517-A4CD-95659E62C104}"/>
              </a:ext>
            </a:extLst>
          </p:cNvPr>
          <p:cNvSpPr/>
          <p:nvPr/>
        </p:nvSpPr>
        <p:spPr>
          <a:xfrm>
            <a:off x="2038274" y="2126413"/>
            <a:ext cx="470218" cy="427038"/>
          </a:xfrm>
          <a:custGeom>
            <a:avLst/>
            <a:gdLst>
              <a:gd name="connsiteX0" fmla="*/ 0 w 652241"/>
              <a:gd name="connsiteY0" fmla="*/ 152600 h 762999"/>
              <a:gd name="connsiteX1" fmla="*/ 326121 w 652241"/>
              <a:gd name="connsiteY1" fmla="*/ 152600 h 762999"/>
              <a:gd name="connsiteX2" fmla="*/ 326121 w 652241"/>
              <a:gd name="connsiteY2" fmla="*/ 0 h 762999"/>
              <a:gd name="connsiteX3" fmla="*/ 652241 w 652241"/>
              <a:gd name="connsiteY3" fmla="*/ 381500 h 762999"/>
              <a:gd name="connsiteX4" fmla="*/ 326121 w 652241"/>
              <a:gd name="connsiteY4" fmla="*/ 762999 h 762999"/>
              <a:gd name="connsiteX5" fmla="*/ 326121 w 652241"/>
              <a:gd name="connsiteY5" fmla="*/ 610399 h 762999"/>
              <a:gd name="connsiteX6" fmla="*/ 0 w 652241"/>
              <a:gd name="connsiteY6" fmla="*/ 610399 h 762999"/>
              <a:gd name="connsiteX7" fmla="*/ 0 w 652241"/>
              <a:gd name="connsiteY7" fmla="*/ 152600 h 76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2241" h="762999">
                <a:moveTo>
                  <a:pt x="0" y="152600"/>
                </a:moveTo>
                <a:lnTo>
                  <a:pt x="326121" y="152600"/>
                </a:lnTo>
                <a:lnTo>
                  <a:pt x="326121" y="0"/>
                </a:lnTo>
                <a:lnTo>
                  <a:pt x="652241" y="381500"/>
                </a:lnTo>
                <a:lnTo>
                  <a:pt x="326121" y="762999"/>
                </a:lnTo>
                <a:lnTo>
                  <a:pt x="326121" y="610399"/>
                </a:lnTo>
                <a:lnTo>
                  <a:pt x="0" y="610399"/>
                </a:lnTo>
                <a:lnTo>
                  <a:pt x="0" y="152600"/>
                </a:lnTo>
                <a:close/>
              </a:path>
            </a:pathLst>
          </a:custGeom>
          <a:solidFill>
            <a:schemeClr val="accent3"/>
          </a:solidFill>
        </p:spPr>
        <p:style>
          <a:lnRef idx="0">
            <a:schemeClr val="accent1">
              <a:shade val="90000"/>
              <a:hueOff val="0"/>
              <a:satOff val="0"/>
              <a:lumOff val="0"/>
              <a:alphaOff val="0"/>
            </a:schemeClr>
          </a:lnRef>
          <a:fillRef idx="3">
            <a:schemeClr val="accent1">
              <a:shade val="90000"/>
              <a:hueOff val="0"/>
              <a:satOff val="0"/>
              <a:lumOff val="0"/>
              <a:alphaOff val="0"/>
            </a:schemeClr>
          </a:fillRef>
          <a:effectRef idx="3">
            <a:schemeClr val="accent1">
              <a:shade val="90000"/>
              <a:hueOff val="0"/>
              <a:satOff val="0"/>
              <a:lumOff val="0"/>
              <a:alphaOff val="0"/>
            </a:schemeClr>
          </a:effectRef>
          <a:fontRef idx="minor">
            <a:schemeClr val="lt1"/>
          </a:fontRef>
        </p:style>
        <p:txBody>
          <a:bodyPr spcFirstLastPara="0" vert="horz" wrap="square" lIns="0" tIns="152600" rIns="195672" bIns="152600"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en-GB" sz="3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2" name="Freeform: Shape 31">
            <a:extLst>
              <a:ext uri="{FF2B5EF4-FFF2-40B4-BE49-F238E27FC236}">
                <a16:creationId xmlns:a16="http://schemas.microsoft.com/office/drawing/2014/main" id="{E10A5AF6-F221-43E0-B53F-7B735CAFF956}"/>
              </a:ext>
            </a:extLst>
          </p:cNvPr>
          <p:cNvSpPr/>
          <p:nvPr/>
        </p:nvSpPr>
        <p:spPr>
          <a:xfrm>
            <a:off x="2583556" y="1954294"/>
            <a:ext cx="1240085"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38100">
            <a:solidFill>
              <a:schemeClr val="tx2">
                <a:lumMod val="75000"/>
                <a:lumOff val="25000"/>
              </a:schemeClr>
            </a:solidFill>
          </a:ln>
        </p:spPr>
        <p:style>
          <a:lnRef idx="0">
            <a:schemeClr val="lt1">
              <a:hueOff val="0"/>
              <a:satOff val="0"/>
              <a:lumOff val="0"/>
              <a:alphaOff val="0"/>
            </a:schemeClr>
          </a:lnRef>
          <a:fillRef idx="3">
            <a:schemeClr val="accent1">
              <a:shade val="50000"/>
              <a:hueOff val="-22819"/>
              <a:satOff val="12637"/>
              <a:lumOff val="24540"/>
              <a:alphaOff val="0"/>
            </a:schemeClr>
          </a:fillRef>
          <a:effectRef idx="3">
            <a:schemeClr val="accent1">
              <a:shade val="50000"/>
              <a:hueOff val="-22819"/>
              <a:satOff val="12637"/>
              <a:lumOff val="2454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000000">
                    <a:lumMod val="75000"/>
                    <a:lumOff val="25000"/>
                  </a:srgbClr>
                </a:solidFill>
                <a:effectLst/>
                <a:uLnTx/>
                <a:uFillTx/>
                <a:latin typeface="Arial" panose="020B0604020202020204"/>
                <a:ea typeface="+mn-ea"/>
                <a:cs typeface="+mn-cs"/>
              </a:rPr>
              <a:t>Monthly Accrual Run</a:t>
            </a:r>
            <a:endParaRPr kumimoji="0" lang="en-GB" sz="1200" b="0" i="0" u="none" strike="noStrike" kern="1200" cap="none" spc="0" normalizeH="0" baseline="0" noProof="0">
              <a:ln>
                <a:noFill/>
              </a:ln>
              <a:solidFill>
                <a:srgbClr val="000000">
                  <a:lumMod val="75000"/>
                  <a:lumOff val="25000"/>
                </a:srgbClr>
              </a:solidFill>
              <a:effectLst/>
              <a:uLnTx/>
              <a:uFillTx/>
              <a:latin typeface="Arial" panose="020B0604020202020204"/>
              <a:ea typeface="+mn-ea"/>
              <a:cs typeface="+mn-cs"/>
            </a:endParaRPr>
          </a:p>
        </p:txBody>
      </p:sp>
      <p:sp>
        <p:nvSpPr>
          <p:cNvPr id="33" name="Freeform: Shape 32">
            <a:extLst>
              <a:ext uri="{FF2B5EF4-FFF2-40B4-BE49-F238E27FC236}">
                <a16:creationId xmlns:a16="http://schemas.microsoft.com/office/drawing/2014/main" id="{18CF96D2-1D1D-4B89-A412-02BA593E0EAB}"/>
              </a:ext>
            </a:extLst>
          </p:cNvPr>
          <p:cNvSpPr/>
          <p:nvPr/>
        </p:nvSpPr>
        <p:spPr>
          <a:xfrm>
            <a:off x="3989957" y="2157109"/>
            <a:ext cx="470218" cy="427038"/>
          </a:xfrm>
          <a:custGeom>
            <a:avLst/>
            <a:gdLst>
              <a:gd name="connsiteX0" fmla="*/ 0 w 652241"/>
              <a:gd name="connsiteY0" fmla="*/ 152600 h 762999"/>
              <a:gd name="connsiteX1" fmla="*/ 326121 w 652241"/>
              <a:gd name="connsiteY1" fmla="*/ 152600 h 762999"/>
              <a:gd name="connsiteX2" fmla="*/ 326121 w 652241"/>
              <a:gd name="connsiteY2" fmla="*/ 0 h 762999"/>
              <a:gd name="connsiteX3" fmla="*/ 652241 w 652241"/>
              <a:gd name="connsiteY3" fmla="*/ 381500 h 762999"/>
              <a:gd name="connsiteX4" fmla="*/ 326121 w 652241"/>
              <a:gd name="connsiteY4" fmla="*/ 762999 h 762999"/>
              <a:gd name="connsiteX5" fmla="*/ 326121 w 652241"/>
              <a:gd name="connsiteY5" fmla="*/ 610399 h 762999"/>
              <a:gd name="connsiteX6" fmla="*/ 0 w 652241"/>
              <a:gd name="connsiteY6" fmla="*/ 610399 h 762999"/>
              <a:gd name="connsiteX7" fmla="*/ 0 w 652241"/>
              <a:gd name="connsiteY7" fmla="*/ 152600 h 762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2241" h="762999">
                <a:moveTo>
                  <a:pt x="0" y="152600"/>
                </a:moveTo>
                <a:lnTo>
                  <a:pt x="326121" y="152600"/>
                </a:lnTo>
                <a:lnTo>
                  <a:pt x="326121" y="0"/>
                </a:lnTo>
                <a:lnTo>
                  <a:pt x="652241" y="381500"/>
                </a:lnTo>
                <a:lnTo>
                  <a:pt x="326121" y="762999"/>
                </a:lnTo>
                <a:lnTo>
                  <a:pt x="326121" y="610399"/>
                </a:lnTo>
                <a:lnTo>
                  <a:pt x="0" y="610399"/>
                </a:lnTo>
                <a:lnTo>
                  <a:pt x="0" y="152600"/>
                </a:lnTo>
                <a:close/>
              </a:path>
            </a:pathLst>
          </a:custGeom>
          <a:solidFill>
            <a:schemeClr val="accent1">
              <a:lumMod val="75000"/>
            </a:schemeClr>
          </a:solidFill>
        </p:spPr>
        <p:style>
          <a:lnRef idx="0">
            <a:schemeClr val="accent1">
              <a:shade val="90000"/>
              <a:hueOff val="-36623"/>
              <a:satOff val="-542"/>
              <a:lumOff val="23728"/>
              <a:alphaOff val="0"/>
            </a:schemeClr>
          </a:lnRef>
          <a:fillRef idx="3">
            <a:schemeClr val="accent1">
              <a:shade val="90000"/>
              <a:hueOff val="-36623"/>
              <a:satOff val="-542"/>
              <a:lumOff val="23728"/>
              <a:alphaOff val="0"/>
            </a:schemeClr>
          </a:fillRef>
          <a:effectRef idx="3">
            <a:schemeClr val="accent1">
              <a:shade val="90000"/>
              <a:hueOff val="-36623"/>
              <a:satOff val="-542"/>
              <a:lumOff val="23728"/>
              <a:alphaOff val="0"/>
            </a:schemeClr>
          </a:effectRef>
          <a:fontRef idx="minor">
            <a:schemeClr val="lt1"/>
          </a:fontRef>
        </p:style>
        <p:txBody>
          <a:bodyPr spcFirstLastPara="0" vert="horz" wrap="square" lIns="0" tIns="152600" rIns="195672" bIns="152600"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tabLst/>
              <a:defRPr/>
            </a:pPr>
            <a:endParaRPr kumimoji="0" lang="en-GB" sz="3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Freeform: Shape 33">
            <a:extLst>
              <a:ext uri="{FF2B5EF4-FFF2-40B4-BE49-F238E27FC236}">
                <a16:creationId xmlns:a16="http://schemas.microsoft.com/office/drawing/2014/main" id="{A1804EBC-412B-427C-8BF6-0E2FD67F736B}"/>
              </a:ext>
            </a:extLst>
          </p:cNvPr>
          <p:cNvSpPr/>
          <p:nvPr/>
        </p:nvSpPr>
        <p:spPr>
          <a:xfrm>
            <a:off x="4616228" y="1950514"/>
            <a:ext cx="1240085" cy="759060"/>
          </a:xfrm>
          <a:custGeom>
            <a:avLst/>
            <a:gdLst>
              <a:gd name="connsiteX0" fmla="*/ 0 w 3076611"/>
              <a:gd name="connsiteY0" fmla="*/ 184597 h 1845966"/>
              <a:gd name="connsiteX1" fmla="*/ 184597 w 3076611"/>
              <a:gd name="connsiteY1" fmla="*/ 0 h 1845966"/>
              <a:gd name="connsiteX2" fmla="*/ 2892014 w 3076611"/>
              <a:gd name="connsiteY2" fmla="*/ 0 h 1845966"/>
              <a:gd name="connsiteX3" fmla="*/ 3076611 w 3076611"/>
              <a:gd name="connsiteY3" fmla="*/ 184597 h 1845966"/>
              <a:gd name="connsiteX4" fmla="*/ 3076611 w 3076611"/>
              <a:gd name="connsiteY4" fmla="*/ 1661369 h 1845966"/>
              <a:gd name="connsiteX5" fmla="*/ 2892014 w 3076611"/>
              <a:gd name="connsiteY5" fmla="*/ 1845966 h 1845966"/>
              <a:gd name="connsiteX6" fmla="*/ 184597 w 3076611"/>
              <a:gd name="connsiteY6" fmla="*/ 1845966 h 1845966"/>
              <a:gd name="connsiteX7" fmla="*/ 0 w 3076611"/>
              <a:gd name="connsiteY7" fmla="*/ 1661369 h 1845966"/>
              <a:gd name="connsiteX8" fmla="*/ 0 w 3076611"/>
              <a:gd name="connsiteY8" fmla="*/ 184597 h 1845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76611" h="1845966">
                <a:moveTo>
                  <a:pt x="0" y="184597"/>
                </a:moveTo>
                <a:cubicBezTo>
                  <a:pt x="0" y="82647"/>
                  <a:pt x="82647" y="0"/>
                  <a:pt x="184597" y="0"/>
                </a:cubicBezTo>
                <a:lnTo>
                  <a:pt x="2892014" y="0"/>
                </a:lnTo>
                <a:cubicBezTo>
                  <a:pt x="2993964" y="0"/>
                  <a:pt x="3076611" y="82647"/>
                  <a:pt x="3076611" y="184597"/>
                </a:cubicBezTo>
                <a:lnTo>
                  <a:pt x="3076611" y="1661369"/>
                </a:lnTo>
                <a:cubicBezTo>
                  <a:pt x="3076611" y="1763319"/>
                  <a:pt x="2993964" y="1845966"/>
                  <a:pt x="2892014" y="1845966"/>
                </a:cubicBezTo>
                <a:lnTo>
                  <a:pt x="184597" y="1845966"/>
                </a:lnTo>
                <a:cubicBezTo>
                  <a:pt x="82647" y="1845966"/>
                  <a:pt x="0" y="1763319"/>
                  <a:pt x="0" y="1661369"/>
                </a:cubicBezTo>
                <a:lnTo>
                  <a:pt x="0" y="184597"/>
                </a:lnTo>
                <a:close/>
              </a:path>
            </a:pathLst>
          </a:custGeom>
          <a:noFill/>
          <a:ln w="28575">
            <a:solidFill>
              <a:schemeClr val="accent3"/>
            </a:solidFill>
          </a:ln>
        </p:spPr>
        <p:style>
          <a:lnRef idx="0">
            <a:schemeClr val="lt1">
              <a:hueOff val="0"/>
              <a:satOff val="0"/>
              <a:lumOff val="0"/>
              <a:alphaOff val="0"/>
            </a:schemeClr>
          </a:lnRef>
          <a:fillRef idx="3">
            <a:schemeClr val="accent1">
              <a:shade val="50000"/>
              <a:hueOff val="-22819"/>
              <a:satOff val="12637"/>
              <a:lumOff val="24540"/>
              <a:alphaOff val="0"/>
            </a:schemeClr>
          </a:fillRef>
          <a:effectRef idx="3">
            <a:schemeClr val="accent1">
              <a:shade val="50000"/>
              <a:hueOff val="-22819"/>
              <a:satOff val="12637"/>
              <a:lumOff val="24540"/>
              <a:alphaOff val="0"/>
            </a:schemeClr>
          </a:effectRef>
          <a:fontRef idx="minor">
            <a:schemeClr val="lt1"/>
          </a:fontRef>
        </p:style>
        <p:txBody>
          <a:bodyPr spcFirstLastPara="0" vert="horz" wrap="square" lIns="36000" tIns="36000" rIns="36000" bIns="36000" numCol="1" spcCol="1270" anchor="ctr" anchorCtr="0">
            <a:noAutofit/>
          </a:bodyPr>
          <a:lstStyle/>
          <a:p>
            <a:pPr marL="0" marR="0" lvl="0" indent="0" algn="ctr" defTabSz="2889250" rtl="0" eaLnBrk="1" fontAlgn="auto" latinLnBrk="0" hangingPunct="1">
              <a:lnSpc>
                <a:spcPct val="90000"/>
              </a:lnSpc>
              <a:spcBef>
                <a:spcPct val="0"/>
              </a:spcBef>
              <a:spcAft>
                <a:spcPct val="35000"/>
              </a:spcAft>
              <a:buClrTx/>
              <a:buSzTx/>
              <a:buFontTx/>
              <a:buNone/>
              <a:tabLst/>
              <a:defRPr/>
            </a:pPr>
            <a:r>
              <a:rPr kumimoji="0" lang="en-GB" sz="1200" b="1" i="0" u="none" strike="noStrike" kern="1200" cap="none" spc="0" normalizeH="0" baseline="0" noProof="0">
                <a:ln>
                  <a:noFill/>
                </a:ln>
                <a:solidFill>
                  <a:srgbClr val="000000">
                    <a:lumMod val="75000"/>
                    <a:lumOff val="25000"/>
                  </a:srgbClr>
                </a:solidFill>
                <a:effectLst/>
                <a:uLnTx/>
                <a:uFillTx/>
                <a:latin typeface="Arial" panose="020B0604020202020204"/>
                <a:ea typeface="+mn-ea"/>
                <a:cs typeface="+mn-cs"/>
              </a:rPr>
              <a:t>Accrual Engine Reporting</a:t>
            </a:r>
            <a:endParaRPr kumimoji="0" lang="en-GB" sz="1200" b="0" i="0" u="none" strike="noStrike" kern="1200" cap="none" spc="0" normalizeH="0" baseline="0" noProof="0">
              <a:ln>
                <a:noFill/>
              </a:ln>
              <a:solidFill>
                <a:srgbClr val="000000">
                  <a:lumMod val="75000"/>
                  <a:lumOff val="25000"/>
                </a:srgbClr>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73DC45C2-85A9-44CD-AC86-20C6E6ECCF23}"/>
              </a:ext>
            </a:extLst>
          </p:cNvPr>
          <p:cNvSpPr txBox="1"/>
          <p:nvPr/>
        </p:nvSpPr>
        <p:spPr>
          <a:xfrm>
            <a:off x="540178" y="2783409"/>
            <a:ext cx="1999223" cy="1329948"/>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300"/>
              </a:spcBef>
              <a:spcAft>
                <a:spcPts val="0"/>
              </a:spcAft>
              <a:buClrTx/>
              <a:buSzTx/>
              <a:buFontTx/>
              <a:buNone/>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The following is entered in the Accrual Object during the month:</a:t>
            </a:r>
          </a:p>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Information of the prepaid expense</a:t>
            </a:r>
          </a:p>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 Key parameters determining how prepaids are to be calculated and accounts to be used for postings</a:t>
            </a:r>
          </a:p>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Inception posting is made upon creation</a:t>
            </a:r>
          </a:p>
        </p:txBody>
      </p:sp>
      <p:sp>
        <p:nvSpPr>
          <p:cNvPr id="44" name="TextBox 43">
            <a:extLst>
              <a:ext uri="{FF2B5EF4-FFF2-40B4-BE49-F238E27FC236}">
                <a16:creationId xmlns:a16="http://schemas.microsoft.com/office/drawing/2014/main" id="{42FD064D-6B78-4470-8ECC-47DE131BADBB}"/>
              </a:ext>
            </a:extLst>
          </p:cNvPr>
          <p:cNvSpPr txBox="1"/>
          <p:nvPr/>
        </p:nvSpPr>
        <p:spPr>
          <a:xfrm>
            <a:off x="2601452" y="2792341"/>
            <a:ext cx="1405332" cy="1329948"/>
          </a:xfrm>
          <a:prstGeom prst="rect">
            <a:avLst/>
          </a:prstGeom>
          <a:noFill/>
        </p:spPr>
        <p:txBody>
          <a:bodyPr wrap="square" lIns="0" tIns="0" rIns="0" bIns="0" rtlCol="0">
            <a:noAutofit/>
          </a:bodyPr>
          <a:lstStyle/>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Monthly accruals posted via automatic accrual runs</a:t>
            </a:r>
          </a:p>
        </p:txBody>
      </p:sp>
      <p:sp>
        <p:nvSpPr>
          <p:cNvPr id="25" name="Freeform: Shape 24">
            <a:extLst>
              <a:ext uri="{FF2B5EF4-FFF2-40B4-BE49-F238E27FC236}">
                <a16:creationId xmlns:a16="http://schemas.microsoft.com/office/drawing/2014/main" id="{513203DA-10E1-4520-B0AF-701FDA830BC8}"/>
              </a:ext>
            </a:extLst>
          </p:cNvPr>
          <p:cNvSpPr/>
          <p:nvPr/>
        </p:nvSpPr>
        <p:spPr>
          <a:xfrm>
            <a:off x="394906" y="4732091"/>
            <a:ext cx="2050147"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ACEPOSTINGRUN</a:t>
            </a:r>
          </a:p>
        </p:txBody>
      </p:sp>
      <p:sp>
        <p:nvSpPr>
          <p:cNvPr id="27" name="Freeform: Shape 26">
            <a:extLst>
              <a:ext uri="{FF2B5EF4-FFF2-40B4-BE49-F238E27FC236}">
                <a16:creationId xmlns:a16="http://schemas.microsoft.com/office/drawing/2014/main" id="{F70E22DA-9C3D-4EF6-9EEC-7D94927A4C2B}"/>
              </a:ext>
            </a:extLst>
          </p:cNvPr>
          <p:cNvSpPr/>
          <p:nvPr/>
        </p:nvSpPr>
        <p:spPr>
          <a:xfrm>
            <a:off x="394906" y="6205160"/>
            <a:ext cx="2050147" cy="537203"/>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 </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WD-3 to WD2 daily</a:t>
            </a:r>
          </a:p>
        </p:txBody>
      </p:sp>
      <p:sp>
        <p:nvSpPr>
          <p:cNvPr id="38" name="Freeform: Shape 37">
            <a:extLst>
              <a:ext uri="{FF2B5EF4-FFF2-40B4-BE49-F238E27FC236}">
                <a16:creationId xmlns:a16="http://schemas.microsoft.com/office/drawing/2014/main" id="{454F50E9-FEB5-4789-BF3B-3A639F5DC84C}"/>
              </a:ext>
            </a:extLst>
          </p:cNvPr>
          <p:cNvSpPr/>
          <p:nvPr/>
        </p:nvSpPr>
        <p:spPr>
          <a:xfrm>
            <a:off x="404784" y="5458924"/>
            <a:ext cx="2050147" cy="619635"/>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dirty="0">
                <a:ln>
                  <a:noFill/>
                </a:ln>
                <a:solidFill>
                  <a:srgbClr val="000000">
                    <a:hueOff val="0"/>
                    <a:satOff val="0"/>
                    <a:lumOff val="0"/>
                    <a:alphaOff val="0"/>
                  </a:srgbClr>
                </a:solidFill>
                <a:effectLst/>
                <a:uLnTx/>
                <a:uFillTx/>
                <a:latin typeface="Arial" panose="020B0604020202020204"/>
                <a:ea typeface="+mn-ea"/>
                <a:cs typeface="+mn-cs"/>
              </a:rPr>
              <a:t>: GBS Level</a:t>
            </a:r>
          </a:p>
        </p:txBody>
      </p:sp>
      <p:cxnSp>
        <p:nvCxnSpPr>
          <p:cNvPr id="39" name="Straight Connector 38">
            <a:extLst>
              <a:ext uri="{FF2B5EF4-FFF2-40B4-BE49-F238E27FC236}">
                <a16:creationId xmlns:a16="http://schemas.microsoft.com/office/drawing/2014/main" id="{9E8EC926-DB0A-42D0-8A7F-776AE31130ED}"/>
              </a:ext>
            </a:extLst>
          </p:cNvPr>
          <p:cNvCxnSpPr>
            <a:cxnSpLocks/>
          </p:cNvCxnSpPr>
          <p:nvPr/>
        </p:nvCxnSpPr>
        <p:spPr>
          <a:xfrm>
            <a:off x="1747129" y="4153841"/>
            <a:ext cx="235853" cy="0"/>
          </a:xfrm>
          <a:prstGeom prst="line">
            <a:avLst/>
          </a:prstGeom>
          <a:solidFill>
            <a:schemeClr val="accent1">
              <a:lumMod val="40000"/>
              <a:lumOff val="60000"/>
            </a:schemeClr>
          </a:solidFill>
          <a:ln>
            <a:solidFill>
              <a:schemeClr val="accent1">
                <a:lumMod val="40000"/>
                <a:lumOff val="60000"/>
              </a:schemeClr>
            </a:solidFill>
          </a:ln>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cxnSp>
      <p:sp>
        <p:nvSpPr>
          <p:cNvPr id="5" name="Rectangle 4">
            <a:extLst>
              <a:ext uri="{FF2B5EF4-FFF2-40B4-BE49-F238E27FC236}">
                <a16:creationId xmlns:a16="http://schemas.microsoft.com/office/drawing/2014/main" id="{45F95EF3-7599-40F1-BC7E-247951A21F76}"/>
              </a:ext>
            </a:extLst>
          </p:cNvPr>
          <p:cNvSpPr/>
          <p:nvPr/>
        </p:nvSpPr>
        <p:spPr>
          <a:xfrm>
            <a:off x="2454930" y="4800645"/>
            <a:ext cx="8975069"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Monthly Accrual Runs simply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make postings for the amortization of the prepaids</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using the G/L accounts determined by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Accrual Type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of each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Accrual Object</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a:t>
            </a:r>
          </a:p>
        </p:txBody>
      </p:sp>
      <p:sp>
        <p:nvSpPr>
          <p:cNvPr id="6" name="Rectangle 5">
            <a:extLst>
              <a:ext uri="{FF2B5EF4-FFF2-40B4-BE49-F238E27FC236}">
                <a16:creationId xmlns:a16="http://schemas.microsoft.com/office/drawing/2014/main" id="{832D8D85-F399-4C87-B5E8-154141119A1E}"/>
              </a:ext>
            </a:extLst>
          </p:cNvPr>
          <p:cNvSpPr/>
          <p:nvPr/>
        </p:nvSpPr>
        <p:spPr>
          <a:xfrm>
            <a:off x="2454553" y="1817429"/>
            <a:ext cx="1490180" cy="154123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141AA02A-B49B-45C1-8C1D-6AD74350EDB8}"/>
              </a:ext>
            </a:extLst>
          </p:cNvPr>
          <p:cNvSpPr/>
          <p:nvPr/>
        </p:nvSpPr>
        <p:spPr>
          <a:xfrm>
            <a:off x="2443630" y="6300244"/>
            <a:ext cx="8975069"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This is to ensure any newly created Accrual Objects can be captured for the monthly run.</a:t>
            </a:r>
          </a:p>
        </p:txBody>
      </p:sp>
      <p:sp>
        <p:nvSpPr>
          <p:cNvPr id="40" name="Rectangle 39">
            <a:extLst>
              <a:ext uri="{FF2B5EF4-FFF2-40B4-BE49-F238E27FC236}">
                <a16:creationId xmlns:a16="http://schemas.microsoft.com/office/drawing/2014/main" id="{689CBDBA-83EE-41DF-8DA7-B8B49163AD50}"/>
              </a:ext>
            </a:extLst>
          </p:cNvPr>
          <p:cNvSpPr/>
          <p:nvPr/>
        </p:nvSpPr>
        <p:spPr>
          <a:xfrm>
            <a:off x="2443630" y="5588890"/>
            <a:ext cx="8975069"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Entities using Accrual Engine are included in the GBS variants for ACEPOSTINGRUN. Like any task set at GBS level, you should ensure the respective variant has included the required entities before the tasks are due to be run. </a:t>
            </a:r>
          </a:p>
        </p:txBody>
      </p:sp>
      <p:sp>
        <p:nvSpPr>
          <p:cNvPr id="41" name="Rectangle: Rounded Corners 40">
            <a:extLst>
              <a:ext uri="{FF2B5EF4-FFF2-40B4-BE49-F238E27FC236}">
                <a16:creationId xmlns:a16="http://schemas.microsoft.com/office/drawing/2014/main" id="{0BAE89FA-D485-41D3-B31A-1D7EC9BAC655}"/>
              </a:ext>
            </a:extLst>
          </p:cNvPr>
          <p:cNvSpPr/>
          <p:nvPr/>
        </p:nvSpPr>
        <p:spPr>
          <a:xfrm>
            <a:off x="6304267" y="2266843"/>
            <a:ext cx="1887468" cy="71063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2" name="Rectangle: Rounded Corners 41">
            <a:extLst>
              <a:ext uri="{FF2B5EF4-FFF2-40B4-BE49-F238E27FC236}">
                <a16:creationId xmlns:a16="http://schemas.microsoft.com/office/drawing/2014/main" id="{ED552CFC-CBAD-4F25-973D-DFCC6918A1FC}"/>
              </a:ext>
            </a:extLst>
          </p:cNvPr>
          <p:cNvSpPr/>
          <p:nvPr/>
        </p:nvSpPr>
        <p:spPr>
          <a:xfrm>
            <a:off x="11418699" y="3893186"/>
            <a:ext cx="695124" cy="10964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TextBox 25">
            <a:extLst>
              <a:ext uri="{FF2B5EF4-FFF2-40B4-BE49-F238E27FC236}">
                <a16:creationId xmlns:a16="http://schemas.microsoft.com/office/drawing/2014/main" id="{5935AD60-A991-47F4-9E92-87A97529462E}"/>
              </a:ext>
            </a:extLst>
          </p:cNvPr>
          <p:cNvSpPr txBox="1"/>
          <p:nvPr/>
        </p:nvSpPr>
        <p:spPr>
          <a:xfrm>
            <a:off x="4616228" y="2771208"/>
            <a:ext cx="1292484" cy="1329948"/>
          </a:xfrm>
          <a:prstGeom prst="rect">
            <a:avLst/>
          </a:prstGeom>
          <a:noFill/>
        </p:spPr>
        <p:txBody>
          <a:bodyPr wrap="square" lIns="0" tIns="0" rIns="0" bIns="0" rtlCol="0">
            <a:noAutofit/>
          </a:bodyPr>
          <a:lstStyle/>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Display using standard FAGLL03H G/L report and Fiori App</a:t>
            </a:r>
          </a:p>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Display totals or line items </a:t>
            </a:r>
          </a:p>
          <a:p>
            <a:pPr marL="108000" marR="0" lvl="0" indent="-10800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GB"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Deferred expenses by vendor</a:t>
            </a:r>
          </a:p>
        </p:txBody>
      </p:sp>
    </p:spTree>
    <p:extLst>
      <p:ext uri="{BB962C8B-B14F-4D97-AF65-F5344CB8AC3E}">
        <p14:creationId xmlns:p14="http://schemas.microsoft.com/office/powerpoint/2010/main" val="18865635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B69637-36FA-48BD-A2B8-41B1E1536353}"/>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71836" y="1890047"/>
            <a:ext cx="5008141" cy="4790172"/>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p:txBody>
          <a:bodyPr/>
          <a:lstStyle/>
          <a:p>
            <a:r>
              <a:rPr lang="en-US"/>
              <a:t>Monthly Accrual Run (2/6): Execution</a:t>
            </a:r>
          </a:p>
        </p:txBody>
      </p:sp>
      <p:sp>
        <p:nvSpPr>
          <p:cNvPr id="7" name="Rectangle: Rounded Corners 6">
            <a:extLst>
              <a:ext uri="{FF2B5EF4-FFF2-40B4-BE49-F238E27FC236}">
                <a16:creationId xmlns:a16="http://schemas.microsoft.com/office/drawing/2014/main" id="{425496C8-DBAA-475B-A3FA-E68AC9ECD9CF}"/>
              </a:ext>
            </a:extLst>
          </p:cNvPr>
          <p:cNvSpPr/>
          <p:nvPr/>
        </p:nvSpPr>
        <p:spPr>
          <a:xfrm>
            <a:off x="3606793" y="1689562"/>
            <a:ext cx="1673184" cy="390036"/>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ACEPOSTINGRUN– Periodic Accrual Run</a:t>
            </a:r>
          </a:p>
        </p:txBody>
      </p:sp>
      <p:sp>
        <p:nvSpPr>
          <p:cNvPr id="10" name="Rectangle: Rounded Corners 9">
            <a:extLst>
              <a:ext uri="{FF2B5EF4-FFF2-40B4-BE49-F238E27FC236}">
                <a16:creationId xmlns:a16="http://schemas.microsoft.com/office/drawing/2014/main" id="{0216BBFF-9E83-4E7B-B28B-0522B6738510}"/>
              </a:ext>
            </a:extLst>
          </p:cNvPr>
          <p:cNvSpPr/>
          <p:nvPr/>
        </p:nvSpPr>
        <p:spPr>
          <a:xfrm>
            <a:off x="1115221" y="2876996"/>
            <a:ext cx="1485936" cy="21749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4F154010-9059-4E5E-A5D6-5BB6410AD24B}"/>
              </a:ext>
            </a:extLst>
          </p:cNvPr>
          <p:cNvSpPr/>
          <p:nvPr/>
        </p:nvSpPr>
        <p:spPr>
          <a:xfrm>
            <a:off x="1390472" y="3481412"/>
            <a:ext cx="3563268" cy="169961"/>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6" name="Speech Bubble: Rectangle 15">
            <a:extLst>
              <a:ext uri="{FF2B5EF4-FFF2-40B4-BE49-F238E27FC236}">
                <a16:creationId xmlns:a16="http://schemas.microsoft.com/office/drawing/2014/main" id="{FF5B2FEF-94B8-44B8-98D4-6F1507371939}"/>
              </a:ext>
            </a:extLst>
          </p:cNvPr>
          <p:cNvSpPr/>
          <p:nvPr/>
        </p:nvSpPr>
        <p:spPr>
          <a:xfrm>
            <a:off x="215278" y="1394376"/>
            <a:ext cx="2162844" cy="842420"/>
          </a:xfrm>
          <a:prstGeom prst="wedgeRectCallout">
            <a:avLst>
              <a:gd name="adj1" fmla="val 34307"/>
              <a:gd name="adj2" fmla="val 89470"/>
            </a:avLst>
          </a:prstGeom>
          <a:ln/>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US"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Remember this is a “GBS variant” therefore Company Code field must be reviewed / amended when executed outside of FCC!</a:t>
            </a:r>
          </a:p>
        </p:txBody>
      </p:sp>
      <p:sp>
        <p:nvSpPr>
          <p:cNvPr id="18" name="Rectangle: Rounded Corners 17">
            <a:extLst>
              <a:ext uri="{FF2B5EF4-FFF2-40B4-BE49-F238E27FC236}">
                <a16:creationId xmlns:a16="http://schemas.microsoft.com/office/drawing/2014/main" id="{6772E0B2-AAF9-4A23-96B1-6BAAF472407B}"/>
              </a:ext>
            </a:extLst>
          </p:cNvPr>
          <p:cNvSpPr/>
          <p:nvPr/>
        </p:nvSpPr>
        <p:spPr>
          <a:xfrm>
            <a:off x="1390472" y="4038298"/>
            <a:ext cx="3563268" cy="169961"/>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74091C60-31A7-4E47-9EB3-4D92765FAD51}"/>
              </a:ext>
            </a:extLst>
          </p:cNvPr>
          <p:cNvSpPr/>
          <p:nvPr/>
        </p:nvSpPr>
        <p:spPr>
          <a:xfrm>
            <a:off x="1110765" y="5582188"/>
            <a:ext cx="1267357" cy="169961"/>
          </a:xfrm>
          <a:prstGeom prst="roundRect">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70EF787D-2680-4BC7-91B0-653BE26A004F}"/>
              </a:ext>
            </a:extLst>
          </p:cNvPr>
          <p:cNvSpPr txBox="1"/>
          <p:nvPr/>
        </p:nvSpPr>
        <p:spPr>
          <a:xfrm>
            <a:off x="5731621" y="1486246"/>
            <a:ext cx="6262112" cy="461665"/>
          </a:xfrm>
          <a:prstGeom prst="rect">
            <a:avLst/>
          </a:prstGeom>
          <a:solidFill>
            <a:schemeClr val="bg1"/>
          </a:solidFill>
          <a:ln w="19050">
            <a:solidFill>
              <a:srgbClr val="FF0000"/>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Application Component </a:t>
            </a: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ACAC</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stands for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Manual Accrual</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which is the functionality that JTI uses for Accrual Engine process.</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sp>
        <p:nvSpPr>
          <p:cNvPr id="20" name="TextBox 19">
            <a:extLst>
              <a:ext uri="{FF2B5EF4-FFF2-40B4-BE49-F238E27FC236}">
                <a16:creationId xmlns:a16="http://schemas.microsoft.com/office/drawing/2014/main" id="{29DE7D73-446D-4CC0-B68D-051DEC72BB06}"/>
              </a:ext>
            </a:extLst>
          </p:cNvPr>
          <p:cNvSpPr txBox="1"/>
          <p:nvPr/>
        </p:nvSpPr>
        <p:spPr>
          <a:xfrm>
            <a:off x="5731620" y="2104007"/>
            <a:ext cx="6262112" cy="1693341"/>
          </a:xfrm>
          <a:prstGeom prst="rect">
            <a:avLst/>
          </a:prstGeom>
          <a:solidFill>
            <a:schemeClr val="bg1"/>
          </a:solidFill>
          <a:ln w="19050">
            <a:solidFill>
              <a:schemeClr val="accent3"/>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Each GBS is expected to execute this transaction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for all the entities they are responsible for which use the Accrual Engine process</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Therefore, make sure you check that all the required company codes have been included before execution – these should be included in your future FCC variants.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If you execute this transaction outside of FCC when only certain entities belonging to your GBS need to be included for the reason of either error correction or reacting to any emergency issue during period end closing, you should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always check the list of Company Codes</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included here and make the necessary adjustments if needed.  </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sp>
        <p:nvSpPr>
          <p:cNvPr id="21" name="Rectangle: Rounded Corners 20">
            <a:extLst>
              <a:ext uri="{FF2B5EF4-FFF2-40B4-BE49-F238E27FC236}">
                <a16:creationId xmlns:a16="http://schemas.microsoft.com/office/drawing/2014/main" id="{7BB46A4D-ECC2-44A2-ABEC-32DD8B0BCCC6}"/>
              </a:ext>
            </a:extLst>
          </p:cNvPr>
          <p:cNvSpPr/>
          <p:nvPr/>
        </p:nvSpPr>
        <p:spPr>
          <a:xfrm>
            <a:off x="1390472" y="3704962"/>
            <a:ext cx="3563268" cy="305451"/>
          </a:xfrm>
          <a:prstGeom prst="round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23" name="Connector: Elbow 22">
            <a:extLst>
              <a:ext uri="{FF2B5EF4-FFF2-40B4-BE49-F238E27FC236}">
                <a16:creationId xmlns:a16="http://schemas.microsoft.com/office/drawing/2014/main" id="{D7FB82A2-009D-4E17-996E-79B9FBDBDAF2}"/>
              </a:ext>
            </a:extLst>
          </p:cNvPr>
          <p:cNvCxnSpPr>
            <a:cxnSpLocks/>
            <a:stCxn id="10" idx="3"/>
          </p:cNvCxnSpPr>
          <p:nvPr/>
        </p:nvCxnSpPr>
        <p:spPr>
          <a:xfrm flipV="1">
            <a:off x="2601157" y="1581516"/>
            <a:ext cx="3130463" cy="1404226"/>
          </a:xfrm>
          <a:prstGeom prst="bentConnector3">
            <a:avLst>
              <a:gd name="adj1" fmla="val 16820"/>
            </a:avLst>
          </a:prstGeom>
          <a:ln w="95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56D6BCA-044F-45D3-A061-D41CE43DA1F1}"/>
              </a:ext>
            </a:extLst>
          </p:cNvPr>
          <p:cNvCxnSpPr>
            <a:cxnSpLocks/>
            <a:stCxn id="12" idx="3"/>
            <a:endCxn id="20" idx="1"/>
          </p:cNvCxnSpPr>
          <p:nvPr/>
        </p:nvCxnSpPr>
        <p:spPr>
          <a:xfrm flipV="1">
            <a:off x="4953740" y="2950678"/>
            <a:ext cx="777880" cy="615715"/>
          </a:xfrm>
          <a:prstGeom prst="bentConnector3">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30B230D4-4190-433D-B716-42C968128799}"/>
              </a:ext>
            </a:extLst>
          </p:cNvPr>
          <p:cNvSpPr txBox="1"/>
          <p:nvPr/>
        </p:nvSpPr>
        <p:spPr>
          <a:xfrm>
            <a:off x="5731620" y="3891644"/>
            <a:ext cx="6262112" cy="662600"/>
          </a:xfrm>
          <a:prstGeom prst="rect">
            <a:avLst/>
          </a:prstGeom>
          <a:solidFill>
            <a:schemeClr val="bg1"/>
          </a:solidFill>
          <a:ln w="19050">
            <a:solidFill>
              <a:schemeClr val="accent5"/>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We leave Ledger Group and Accrual Item Type selection blank, as accrual objects created in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all Ledger Groups and with all Accrual Item Types should be included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the monthly posting. </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cxnSp>
        <p:nvCxnSpPr>
          <p:cNvPr id="30" name="Connector: Elbow 29">
            <a:extLst>
              <a:ext uri="{FF2B5EF4-FFF2-40B4-BE49-F238E27FC236}">
                <a16:creationId xmlns:a16="http://schemas.microsoft.com/office/drawing/2014/main" id="{A4AD13A7-D008-4649-8CE2-F8292326CD87}"/>
              </a:ext>
            </a:extLst>
          </p:cNvPr>
          <p:cNvCxnSpPr>
            <a:cxnSpLocks/>
            <a:stCxn id="21" idx="3"/>
            <a:endCxn id="28" idx="1"/>
          </p:cNvCxnSpPr>
          <p:nvPr/>
        </p:nvCxnSpPr>
        <p:spPr>
          <a:xfrm>
            <a:off x="4953740" y="3857688"/>
            <a:ext cx="777880" cy="365256"/>
          </a:xfrm>
          <a:prstGeom prst="bentConnector3">
            <a:avLst>
              <a:gd name="adj1" fmla="val 71684"/>
            </a:avLst>
          </a:prstGeom>
          <a:ln w="9525">
            <a:solidFill>
              <a:schemeClr val="accent5"/>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5ABDD06-A43B-4F4D-915B-351A16885843}"/>
              </a:ext>
            </a:extLst>
          </p:cNvPr>
          <p:cNvSpPr txBox="1"/>
          <p:nvPr/>
        </p:nvSpPr>
        <p:spPr>
          <a:xfrm>
            <a:off x="5731620" y="4648540"/>
            <a:ext cx="6262112" cy="235000"/>
          </a:xfrm>
          <a:prstGeom prst="rect">
            <a:avLst/>
          </a:prstGeom>
          <a:solidFill>
            <a:schemeClr val="bg1"/>
          </a:solidFill>
          <a:ln w="19050">
            <a:solidFill>
              <a:schemeClr val="accent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Key date should be the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balance sheet date of the period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that you are closing.</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cxnSp>
        <p:nvCxnSpPr>
          <p:cNvPr id="34" name="Connector: Elbow 33">
            <a:extLst>
              <a:ext uri="{FF2B5EF4-FFF2-40B4-BE49-F238E27FC236}">
                <a16:creationId xmlns:a16="http://schemas.microsoft.com/office/drawing/2014/main" id="{63430BA9-E55D-476A-B692-F25FCB033DB8}"/>
              </a:ext>
            </a:extLst>
          </p:cNvPr>
          <p:cNvCxnSpPr>
            <a:stCxn id="18" idx="3"/>
            <a:endCxn id="32" idx="1"/>
          </p:cNvCxnSpPr>
          <p:nvPr/>
        </p:nvCxnSpPr>
        <p:spPr>
          <a:xfrm>
            <a:off x="4953740" y="4123279"/>
            <a:ext cx="777880" cy="642761"/>
          </a:xfrm>
          <a:prstGeom prst="bentConnector3">
            <a:avLst>
              <a:gd name="adj1" fmla="val 50000"/>
            </a:avLst>
          </a:prstGeom>
          <a:ln w="9525">
            <a:solidFill>
              <a:schemeClr val="accent6"/>
            </a:solidFill>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B2D92651-9C9A-4B6C-864F-BDBD92E13ACF}"/>
              </a:ext>
            </a:extLst>
          </p:cNvPr>
          <p:cNvSpPr/>
          <p:nvPr/>
        </p:nvSpPr>
        <p:spPr>
          <a:xfrm>
            <a:off x="1390472" y="4606028"/>
            <a:ext cx="3563268" cy="419274"/>
          </a:xfrm>
          <a:prstGeom prst="roundRect">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7" name="TextBox 36">
            <a:extLst>
              <a:ext uri="{FF2B5EF4-FFF2-40B4-BE49-F238E27FC236}">
                <a16:creationId xmlns:a16="http://schemas.microsoft.com/office/drawing/2014/main" id="{542ADC38-72CC-488E-BD9A-FFD506DD6D9A}"/>
              </a:ext>
            </a:extLst>
          </p:cNvPr>
          <p:cNvSpPr txBox="1"/>
          <p:nvPr/>
        </p:nvSpPr>
        <p:spPr>
          <a:xfrm>
            <a:off x="5731620" y="4998264"/>
            <a:ext cx="6262112" cy="425596"/>
          </a:xfrm>
          <a:prstGeom prst="rect">
            <a:avLst/>
          </a:prstGeom>
          <a:solidFill>
            <a:schemeClr val="bg1"/>
          </a:solidFill>
          <a:ln w="19050">
            <a:solidFill>
              <a:schemeClr val="accent4"/>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Further restrictions to Accrual Objects should only be used if you are executing this transaction outside of FCC for specific correction purposes.</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cxnSp>
        <p:nvCxnSpPr>
          <p:cNvPr id="39" name="Connector: Elbow 38">
            <a:extLst>
              <a:ext uri="{FF2B5EF4-FFF2-40B4-BE49-F238E27FC236}">
                <a16:creationId xmlns:a16="http://schemas.microsoft.com/office/drawing/2014/main" id="{B6CFD662-52F1-4438-B391-F50EAE223BFF}"/>
              </a:ext>
            </a:extLst>
          </p:cNvPr>
          <p:cNvCxnSpPr>
            <a:stCxn id="36" idx="3"/>
            <a:endCxn id="37" idx="1"/>
          </p:cNvCxnSpPr>
          <p:nvPr/>
        </p:nvCxnSpPr>
        <p:spPr>
          <a:xfrm>
            <a:off x="4953740" y="4815665"/>
            <a:ext cx="777880" cy="395397"/>
          </a:xfrm>
          <a:prstGeom prst="bentConnector3">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Rounded Corners 40">
            <a:extLst>
              <a:ext uri="{FF2B5EF4-FFF2-40B4-BE49-F238E27FC236}">
                <a16:creationId xmlns:a16="http://schemas.microsoft.com/office/drawing/2014/main" id="{5B79D75C-DC19-477F-BE92-A39FB4801BE8}"/>
              </a:ext>
            </a:extLst>
          </p:cNvPr>
          <p:cNvSpPr/>
          <p:nvPr/>
        </p:nvSpPr>
        <p:spPr>
          <a:xfrm>
            <a:off x="1110765" y="5778725"/>
            <a:ext cx="1267357" cy="169961"/>
          </a:xfrm>
          <a:prstGeom prst="roundRect">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0429EAC5-7D92-4B41-8879-39420C640249}"/>
              </a:ext>
            </a:extLst>
          </p:cNvPr>
          <p:cNvSpPr txBox="1"/>
          <p:nvPr/>
        </p:nvSpPr>
        <p:spPr>
          <a:xfrm>
            <a:off x="5731620" y="5522823"/>
            <a:ext cx="6262112" cy="425596"/>
          </a:xfrm>
          <a:prstGeom prst="rect">
            <a:avLst/>
          </a:prstGeom>
          <a:solidFill>
            <a:schemeClr val="bg1"/>
          </a:solidFill>
          <a:ln w="19050">
            <a:solidFill>
              <a:srgbClr val="00B050"/>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It is recommended that you select the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Display Result List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option so that the results of amortization of which Accrual Objects are successful are shown. </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cxnSp>
        <p:nvCxnSpPr>
          <p:cNvPr id="44" name="Connector: Elbow 43">
            <a:extLst>
              <a:ext uri="{FF2B5EF4-FFF2-40B4-BE49-F238E27FC236}">
                <a16:creationId xmlns:a16="http://schemas.microsoft.com/office/drawing/2014/main" id="{9220470D-B3A0-4866-81FF-52522E168384}"/>
              </a:ext>
            </a:extLst>
          </p:cNvPr>
          <p:cNvCxnSpPr>
            <a:stCxn id="19" idx="3"/>
            <a:endCxn id="42" idx="1"/>
          </p:cNvCxnSpPr>
          <p:nvPr/>
        </p:nvCxnSpPr>
        <p:spPr>
          <a:xfrm>
            <a:off x="2378122" y="5667169"/>
            <a:ext cx="3353498" cy="68452"/>
          </a:xfrm>
          <a:prstGeom prst="bentConnector3">
            <a:avLst/>
          </a:prstGeom>
          <a:ln w="9525">
            <a:solidFill>
              <a:srgbClr val="00B05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EC320C1-8573-477A-8E33-D478C1076D24}"/>
              </a:ext>
            </a:extLst>
          </p:cNvPr>
          <p:cNvSpPr txBox="1"/>
          <p:nvPr/>
        </p:nvSpPr>
        <p:spPr>
          <a:xfrm>
            <a:off x="5731620" y="6065726"/>
            <a:ext cx="6262112" cy="707935"/>
          </a:xfrm>
          <a:prstGeom prst="rect">
            <a:avLst/>
          </a:prstGeom>
          <a:solidFill>
            <a:schemeClr val="bg1"/>
          </a:solidFill>
          <a:ln w="19050">
            <a:solidFill>
              <a:srgbClr val="00B050"/>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171450" indent="-171450">
              <a:spcAft>
                <a:spcPts val="300"/>
              </a:spcAft>
              <a:buFont typeface="Arial" panose="020B0604020202020204" pitchFamily="34" charset="0"/>
              <a:buChar char="•"/>
              <a:defRPr sz="1200" b="1">
                <a:solidFill>
                  <a:srgbClr val="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You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must remove “Test Run” in your FCC variant</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but you should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do a Test Run if you execute the transaction outside of FCC</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so that you can detect errors before an update run.</a:t>
            </a:r>
            <a:endParaRPr kumimoji="0" lang="en-US"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endParaRPr>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cxnSp>
        <p:nvCxnSpPr>
          <p:cNvPr id="47" name="Connector: Elbow 46">
            <a:extLst>
              <a:ext uri="{FF2B5EF4-FFF2-40B4-BE49-F238E27FC236}">
                <a16:creationId xmlns:a16="http://schemas.microsoft.com/office/drawing/2014/main" id="{F10AD69D-896C-46DC-866D-9C04CF3BE22D}"/>
              </a:ext>
            </a:extLst>
          </p:cNvPr>
          <p:cNvCxnSpPr>
            <a:cxnSpLocks/>
            <a:stCxn id="41" idx="3"/>
            <a:endCxn id="45" idx="1"/>
          </p:cNvCxnSpPr>
          <p:nvPr/>
        </p:nvCxnSpPr>
        <p:spPr>
          <a:xfrm>
            <a:off x="2378122" y="5863706"/>
            <a:ext cx="3353498" cy="555988"/>
          </a:xfrm>
          <a:prstGeom prst="bentConnector3">
            <a:avLst>
              <a:gd name="adj1" fmla="val 50000"/>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279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3E716C-1473-478F-9D99-7F056C56CFCD}"/>
              </a:ext>
            </a:extLst>
          </p:cNvPr>
          <p:cNvPicPr>
            <a:picLocks noChangeAspect="1"/>
          </p:cNvPicPr>
          <p:nvPr/>
        </p:nvPicPr>
        <p:blipFill>
          <a:blip r:embed="rId2"/>
          <a:stretch>
            <a:fillRect/>
          </a:stretch>
        </p:blipFill>
        <p:spPr>
          <a:xfrm>
            <a:off x="358448" y="1344199"/>
            <a:ext cx="6563347" cy="3787094"/>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p:txBody>
          <a:bodyPr/>
          <a:lstStyle/>
          <a:p>
            <a:r>
              <a:rPr lang="en-US"/>
              <a:t>Monthly Accrual Run (3/6): Messages</a:t>
            </a:r>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9" name="Rectangle 18">
            <a:extLst>
              <a:ext uri="{FF2B5EF4-FFF2-40B4-BE49-F238E27FC236}">
                <a16:creationId xmlns:a16="http://schemas.microsoft.com/office/drawing/2014/main" id="{6C4DD227-AD43-45F7-A764-3A7E5D4E2425}"/>
              </a:ext>
            </a:extLst>
          </p:cNvPr>
          <p:cNvSpPr/>
          <p:nvPr/>
        </p:nvSpPr>
        <p:spPr>
          <a:xfrm>
            <a:off x="4609254" y="1420877"/>
            <a:ext cx="7066807" cy="1169551"/>
          </a:xfrm>
          <a:prstGeom prst="rect">
            <a:avLst/>
          </a:prstGeom>
          <a:solidFill>
            <a:schemeClr val="bg1"/>
          </a:solidFill>
          <a:effectLst>
            <a:outerShdw blurRad="50800" dist="38100" dir="10800000" algn="r" rotWithShape="0">
              <a:prstClr val="black">
                <a:alpha val="40000"/>
              </a:prstClr>
            </a:outerShdw>
          </a:effectLst>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Success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You will see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Success Message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if the ACEPOSTINGRUN run is successful. </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Following a successful update run, you can then either double click the </a:t>
            </a:r>
            <a:r>
              <a:rPr kumimoji="0" lang="en-GB" sz="1200" b="1"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DocumentNo</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to display the document generated, or go to the reports such as</a:t>
            </a:r>
            <a:r>
              <a:rPr kumimoji="0" lang="en-GB" sz="1200" b="0" i="1" u="none" strike="noStrike" kern="1200" cap="none" spc="0" normalizeH="0" baseline="0" noProof="0" dirty="0">
                <a:ln>
                  <a:noFill/>
                </a:ln>
                <a:solidFill>
                  <a:srgbClr val="000000"/>
                </a:solidFill>
                <a:effectLst/>
                <a:uLnTx/>
                <a:uFillTx/>
                <a:latin typeface="Arial" panose="020B0604020202020204"/>
                <a:ea typeface="+mn-ea"/>
                <a:cs typeface="+mn-cs"/>
              </a:rPr>
              <a:t> FB03/FAGLL03/FAGLL03H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to find your posted documents. You can use fields such as Document Type (SD), </a:t>
            </a:r>
            <a:r>
              <a:rPr kumimoji="0" lang="en-GB"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TCode</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(ACEPOSTINGRUN), etc. to locate your documents/line items. </a:t>
            </a:r>
          </a:p>
        </p:txBody>
      </p:sp>
      <p:sp>
        <p:nvSpPr>
          <p:cNvPr id="13" name="Rectangle: Rounded Corners 12">
            <a:extLst>
              <a:ext uri="{FF2B5EF4-FFF2-40B4-BE49-F238E27FC236}">
                <a16:creationId xmlns:a16="http://schemas.microsoft.com/office/drawing/2014/main" id="{29157596-C5C7-4161-9CB2-FA18692748A1}"/>
              </a:ext>
            </a:extLst>
          </p:cNvPr>
          <p:cNvSpPr/>
          <p:nvPr/>
        </p:nvSpPr>
        <p:spPr>
          <a:xfrm>
            <a:off x="358448" y="1354215"/>
            <a:ext cx="2748736" cy="226010"/>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ACEPOSTINGRUN– Periodic Accrual Run</a:t>
            </a:r>
          </a:p>
        </p:txBody>
      </p:sp>
      <p:sp>
        <p:nvSpPr>
          <p:cNvPr id="6" name="Rectangle 5">
            <a:extLst>
              <a:ext uri="{FF2B5EF4-FFF2-40B4-BE49-F238E27FC236}">
                <a16:creationId xmlns:a16="http://schemas.microsoft.com/office/drawing/2014/main" id="{79EF3680-230D-4A49-A32B-604437E9E8CF}"/>
              </a:ext>
            </a:extLst>
          </p:cNvPr>
          <p:cNvSpPr/>
          <p:nvPr/>
        </p:nvSpPr>
        <p:spPr>
          <a:xfrm>
            <a:off x="358448" y="2221921"/>
            <a:ext cx="2304853" cy="30003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67C1E0D8-B235-4C9C-90A0-DCA04EA887D7}"/>
              </a:ext>
            </a:extLst>
          </p:cNvPr>
          <p:cNvPicPr>
            <a:picLocks noChangeAspect="1"/>
          </p:cNvPicPr>
          <p:nvPr/>
        </p:nvPicPr>
        <p:blipFill>
          <a:blip r:embed="rId3"/>
          <a:stretch>
            <a:fillRect/>
          </a:stretch>
        </p:blipFill>
        <p:spPr>
          <a:xfrm>
            <a:off x="8929702" y="5101227"/>
            <a:ext cx="2249033" cy="1196294"/>
          </a:xfrm>
          <a:prstGeom prst="rect">
            <a:avLst/>
          </a:prstGeom>
          <a:effectLst>
            <a:outerShdw blurRad="50800" dist="38100" dir="2700000" algn="tl" rotWithShape="0">
              <a:prstClr val="black">
                <a:alpha val="40000"/>
              </a:prstClr>
            </a:outerShdw>
          </a:effectLst>
        </p:spPr>
      </p:pic>
      <p:sp>
        <p:nvSpPr>
          <p:cNvPr id="8" name="Rectangle 7">
            <a:extLst>
              <a:ext uri="{FF2B5EF4-FFF2-40B4-BE49-F238E27FC236}">
                <a16:creationId xmlns:a16="http://schemas.microsoft.com/office/drawing/2014/main" id="{1C28E82C-84E2-43F3-8797-5E5B48E93A67}"/>
              </a:ext>
            </a:extLst>
          </p:cNvPr>
          <p:cNvSpPr/>
          <p:nvPr/>
        </p:nvSpPr>
        <p:spPr>
          <a:xfrm>
            <a:off x="4660777" y="3237746"/>
            <a:ext cx="592229" cy="19125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D774DC69-2BC8-4284-8991-7F223F131BB6}"/>
              </a:ext>
            </a:extLst>
          </p:cNvPr>
          <p:cNvSpPr/>
          <p:nvPr/>
        </p:nvSpPr>
        <p:spPr>
          <a:xfrm>
            <a:off x="435006" y="4669654"/>
            <a:ext cx="221942" cy="22194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0" name="Picture 9">
            <a:extLst>
              <a:ext uri="{FF2B5EF4-FFF2-40B4-BE49-F238E27FC236}">
                <a16:creationId xmlns:a16="http://schemas.microsoft.com/office/drawing/2014/main" id="{E411BEEF-D877-473E-A484-3A7B0D7FF6D6}"/>
              </a:ext>
            </a:extLst>
          </p:cNvPr>
          <p:cNvPicPr>
            <a:picLocks noChangeAspect="1"/>
          </p:cNvPicPr>
          <p:nvPr/>
        </p:nvPicPr>
        <p:blipFill>
          <a:blip r:embed="rId4"/>
          <a:stretch>
            <a:fillRect/>
          </a:stretch>
        </p:blipFill>
        <p:spPr>
          <a:xfrm>
            <a:off x="358448" y="5219008"/>
            <a:ext cx="3067235" cy="1526861"/>
          </a:xfrm>
          <a:prstGeom prst="rect">
            <a:avLst/>
          </a:prstGeom>
          <a:effectLst>
            <a:outerShdw blurRad="50800" dist="38100" dir="2700000" algn="tl" rotWithShape="0">
              <a:prstClr val="black">
                <a:alpha val="40000"/>
              </a:prstClr>
            </a:outerShdw>
          </a:effectLst>
        </p:spPr>
      </p:pic>
      <p:cxnSp>
        <p:nvCxnSpPr>
          <p:cNvPr id="12" name="Straight Arrow Connector 11">
            <a:extLst>
              <a:ext uri="{FF2B5EF4-FFF2-40B4-BE49-F238E27FC236}">
                <a16:creationId xmlns:a16="http://schemas.microsoft.com/office/drawing/2014/main" id="{C40D9F7B-3FB2-4D66-9037-BB3B7577F60C}"/>
              </a:ext>
            </a:extLst>
          </p:cNvPr>
          <p:cNvCxnSpPr>
            <a:cxnSpLocks/>
          </p:cNvCxnSpPr>
          <p:nvPr/>
        </p:nvCxnSpPr>
        <p:spPr>
          <a:xfrm>
            <a:off x="545977" y="4891596"/>
            <a:ext cx="110971" cy="62220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8DDD926B-3BFD-4042-8201-21DAE0526C43}"/>
              </a:ext>
            </a:extLst>
          </p:cNvPr>
          <p:cNvSpPr/>
          <p:nvPr/>
        </p:nvSpPr>
        <p:spPr>
          <a:xfrm>
            <a:off x="2037777" y="5280901"/>
            <a:ext cx="6282464" cy="1169551"/>
          </a:xfrm>
          <a:prstGeom prst="rect">
            <a:avLst/>
          </a:prstGeom>
          <a:solidFill>
            <a:schemeClr val="bg1"/>
          </a:solidFill>
          <a:effectLst>
            <a:outerShdw blurRad="50800" dist="38100" dir="10800000" algn="r" rotWithShape="0">
              <a:prstClr val="black">
                <a:alpha val="40000"/>
              </a:prstClr>
            </a:outerShdw>
          </a:effectLst>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No periodic posting</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You will be able to click on these crosses to see why no posting has been made to certain Accrual Objects. These are not errors but simply no posting has been made.</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most common r</a:t>
            </a:r>
            <a:r>
              <a:rPr kumimoji="0" lang="en-GB"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eason</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for no periodic posting, as demonstrated in testing environment is when there’s no value to amortize, or monthly posting for the selected period has been made already.</a:t>
            </a:r>
          </a:p>
        </p:txBody>
      </p:sp>
      <p:sp>
        <p:nvSpPr>
          <p:cNvPr id="31" name="Rectangle 30">
            <a:extLst>
              <a:ext uri="{FF2B5EF4-FFF2-40B4-BE49-F238E27FC236}">
                <a16:creationId xmlns:a16="http://schemas.microsoft.com/office/drawing/2014/main" id="{50BBE562-B1E2-43A5-9D60-81E3D471712B}"/>
              </a:ext>
            </a:extLst>
          </p:cNvPr>
          <p:cNvSpPr/>
          <p:nvPr/>
        </p:nvSpPr>
        <p:spPr>
          <a:xfrm>
            <a:off x="4767309" y="2770648"/>
            <a:ext cx="592229" cy="19125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33" name="Picture 32">
            <a:extLst>
              <a:ext uri="{FF2B5EF4-FFF2-40B4-BE49-F238E27FC236}">
                <a16:creationId xmlns:a16="http://schemas.microsoft.com/office/drawing/2014/main" id="{110C8509-8A61-490A-BA71-FE55B4BA43D0}"/>
              </a:ext>
            </a:extLst>
          </p:cNvPr>
          <p:cNvPicPr>
            <a:picLocks noChangeAspect="1"/>
          </p:cNvPicPr>
          <p:nvPr/>
        </p:nvPicPr>
        <p:blipFill>
          <a:blip r:embed="rId5"/>
          <a:stretch>
            <a:fillRect/>
          </a:stretch>
        </p:blipFill>
        <p:spPr>
          <a:xfrm>
            <a:off x="7260879" y="3539588"/>
            <a:ext cx="4850907" cy="1196294"/>
          </a:xfrm>
          <a:prstGeom prst="rect">
            <a:avLst/>
          </a:prstGeom>
          <a:effectLst>
            <a:outerShdw blurRad="50800" dist="38100" dir="2700000" algn="tl" rotWithShape="0">
              <a:prstClr val="black">
                <a:alpha val="40000"/>
              </a:prstClr>
            </a:outerShdw>
          </a:effectLst>
        </p:spPr>
      </p:pic>
      <p:cxnSp>
        <p:nvCxnSpPr>
          <p:cNvPr id="35" name="Straight Arrow Connector 34">
            <a:extLst>
              <a:ext uri="{FF2B5EF4-FFF2-40B4-BE49-F238E27FC236}">
                <a16:creationId xmlns:a16="http://schemas.microsoft.com/office/drawing/2014/main" id="{A8F6419F-B3DB-49AA-B76D-B9528A9B8AFE}"/>
              </a:ext>
            </a:extLst>
          </p:cNvPr>
          <p:cNvCxnSpPr>
            <a:cxnSpLocks/>
            <a:stCxn id="31" idx="3"/>
          </p:cNvCxnSpPr>
          <p:nvPr/>
        </p:nvCxnSpPr>
        <p:spPr>
          <a:xfrm>
            <a:off x="5359538" y="2866274"/>
            <a:ext cx="2009983" cy="918075"/>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E6C40113-F6DC-46AE-AB9E-4BE120019260}"/>
              </a:ext>
            </a:extLst>
          </p:cNvPr>
          <p:cNvSpPr/>
          <p:nvPr/>
        </p:nvSpPr>
        <p:spPr>
          <a:xfrm>
            <a:off x="7271917" y="2914447"/>
            <a:ext cx="4784179" cy="630942"/>
          </a:xfrm>
          <a:prstGeom prst="rect">
            <a:avLst/>
          </a:prstGeom>
          <a:solidFill>
            <a:schemeClr val="bg1"/>
          </a:solidFill>
          <a:effectLst>
            <a:outerShdw blurRad="50800" dist="38100" dir="10800000" algn="r" rotWithShape="0">
              <a:prstClr val="black">
                <a:alpha val="40000"/>
              </a:prstClr>
            </a:outerShdw>
          </a:effectLst>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Warning or Error</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You may display all messages via this button. You should pay attention to only Warning or Errors listed here, if any.</a:t>
            </a:r>
          </a:p>
        </p:txBody>
      </p:sp>
      <p:cxnSp>
        <p:nvCxnSpPr>
          <p:cNvPr id="26" name="Straight Arrow Connector 25">
            <a:extLst>
              <a:ext uri="{FF2B5EF4-FFF2-40B4-BE49-F238E27FC236}">
                <a16:creationId xmlns:a16="http://schemas.microsoft.com/office/drawing/2014/main" id="{6D9D6C1E-E99E-4562-8E99-28CF1778BC65}"/>
              </a:ext>
            </a:extLst>
          </p:cNvPr>
          <p:cNvCxnSpPr>
            <a:cxnSpLocks/>
            <a:stCxn id="8" idx="3"/>
            <a:endCxn id="7" idx="1"/>
          </p:cNvCxnSpPr>
          <p:nvPr/>
        </p:nvCxnSpPr>
        <p:spPr>
          <a:xfrm>
            <a:off x="5253006" y="3333373"/>
            <a:ext cx="3676696" cy="2366001"/>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a16="http://schemas.microsoft.com/office/drawing/2014/main" id="{8C352CE8-F761-4512-A289-79FE1DAB30F2}"/>
              </a:ext>
            </a:extLst>
          </p:cNvPr>
          <p:cNvSpPr/>
          <p:nvPr/>
        </p:nvSpPr>
        <p:spPr>
          <a:xfrm>
            <a:off x="7694574" y="4196840"/>
            <a:ext cx="4319528" cy="32688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173968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F822A74-40E4-43C2-9D42-47187A88155B}"/>
              </a:ext>
            </a:extLst>
          </p:cNvPr>
          <p:cNvPicPr>
            <a:picLocks noChangeAspect="1"/>
          </p:cNvPicPr>
          <p:nvPr/>
        </p:nvPicPr>
        <p:blipFill>
          <a:blip r:embed="rId2"/>
          <a:stretch>
            <a:fillRect/>
          </a:stretch>
        </p:blipFill>
        <p:spPr>
          <a:xfrm>
            <a:off x="337351" y="1452093"/>
            <a:ext cx="8775073" cy="2429953"/>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a:xfrm>
            <a:off x="1511276" y="210344"/>
            <a:ext cx="9162586" cy="984247"/>
          </a:xfrm>
        </p:spPr>
        <p:txBody>
          <a:bodyPr/>
          <a:lstStyle/>
          <a:p>
            <a:r>
              <a:rPr lang="en-US"/>
              <a:t>Monthly Accrual Run (4/6): Posted Documents</a:t>
            </a:r>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6" name="Rectangle: Rounded Corners 15">
            <a:extLst>
              <a:ext uri="{FF2B5EF4-FFF2-40B4-BE49-F238E27FC236}">
                <a16:creationId xmlns:a16="http://schemas.microsoft.com/office/drawing/2014/main" id="{C6CA88A4-6602-4DB7-8089-487371E4A526}"/>
              </a:ext>
            </a:extLst>
          </p:cNvPr>
          <p:cNvSpPr/>
          <p:nvPr/>
        </p:nvSpPr>
        <p:spPr>
          <a:xfrm>
            <a:off x="606178" y="3222164"/>
            <a:ext cx="8080249" cy="286735"/>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8A6F9BB1-731A-4FC6-B6CB-1416BB5C2B6F}"/>
              </a:ext>
            </a:extLst>
          </p:cNvPr>
          <p:cNvSpPr/>
          <p:nvPr/>
        </p:nvSpPr>
        <p:spPr>
          <a:xfrm>
            <a:off x="509914" y="1745991"/>
            <a:ext cx="1594141" cy="143757"/>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9" name="Rectangle: Rounded Corners 28">
            <a:extLst>
              <a:ext uri="{FF2B5EF4-FFF2-40B4-BE49-F238E27FC236}">
                <a16:creationId xmlns:a16="http://schemas.microsoft.com/office/drawing/2014/main" id="{D3D98385-F958-4304-9635-4513BBFEFB29}"/>
              </a:ext>
            </a:extLst>
          </p:cNvPr>
          <p:cNvSpPr/>
          <p:nvPr/>
        </p:nvSpPr>
        <p:spPr>
          <a:xfrm>
            <a:off x="4157815" y="1735789"/>
            <a:ext cx="918900" cy="398963"/>
          </a:xfrm>
          <a:prstGeom prst="roundRect">
            <a:avLst>
              <a:gd name="adj" fmla="val 9991"/>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endParaRPr>
          </a:p>
        </p:txBody>
      </p:sp>
      <p:sp>
        <p:nvSpPr>
          <p:cNvPr id="31" name="Rectangle: Rounded Corners 30">
            <a:extLst>
              <a:ext uri="{FF2B5EF4-FFF2-40B4-BE49-F238E27FC236}">
                <a16:creationId xmlns:a16="http://schemas.microsoft.com/office/drawing/2014/main" id="{D13F58EC-D707-4B5B-A01C-DBE1B57756BB}"/>
              </a:ext>
            </a:extLst>
          </p:cNvPr>
          <p:cNvSpPr/>
          <p:nvPr/>
        </p:nvSpPr>
        <p:spPr>
          <a:xfrm>
            <a:off x="4133687" y="2316876"/>
            <a:ext cx="967155" cy="217491"/>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2" name="Rectangle: Rounded Corners 31">
            <a:extLst>
              <a:ext uri="{FF2B5EF4-FFF2-40B4-BE49-F238E27FC236}">
                <a16:creationId xmlns:a16="http://schemas.microsoft.com/office/drawing/2014/main" id="{CC1E99AA-C820-45B3-9FB2-E8558BA25721}"/>
              </a:ext>
            </a:extLst>
          </p:cNvPr>
          <p:cNvSpPr/>
          <p:nvPr/>
        </p:nvSpPr>
        <p:spPr>
          <a:xfrm flipV="1">
            <a:off x="863028" y="2308230"/>
            <a:ext cx="799252" cy="193997"/>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7" name="Rectangle: Rounded Corners 36">
            <a:extLst>
              <a:ext uri="{FF2B5EF4-FFF2-40B4-BE49-F238E27FC236}">
                <a16:creationId xmlns:a16="http://schemas.microsoft.com/office/drawing/2014/main" id="{2EDFFBAD-0138-4D65-8F70-FD8AFEA9177D}"/>
              </a:ext>
            </a:extLst>
          </p:cNvPr>
          <p:cNvSpPr/>
          <p:nvPr/>
        </p:nvSpPr>
        <p:spPr>
          <a:xfrm>
            <a:off x="2444205" y="1745991"/>
            <a:ext cx="1462873" cy="398963"/>
          </a:xfrm>
          <a:prstGeom prst="roundRect">
            <a:avLst>
              <a:gd name="adj" fmla="val 9613"/>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8" name="Rectangle: Rounded Corners 37">
            <a:extLst>
              <a:ext uri="{FF2B5EF4-FFF2-40B4-BE49-F238E27FC236}">
                <a16:creationId xmlns:a16="http://schemas.microsoft.com/office/drawing/2014/main" id="{F0E145A7-86A4-466D-A407-0EDB6947D656}"/>
              </a:ext>
            </a:extLst>
          </p:cNvPr>
          <p:cNvSpPr/>
          <p:nvPr/>
        </p:nvSpPr>
        <p:spPr>
          <a:xfrm>
            <a:off x="9051199" y="2432484"/>
            <a:ext cx="1244593" cy="482958"/>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grpSp>
        <p:nvGrpSpPr>
          <p:cNvPr id="11" name="Group 10">
            <a:extLst>
              <a:ext uri="{FF2B5EF4-FFF2-40B4-BE49-F238E27FC236}">
                <a16:creationId xmlns:a16="http://schemas.microsoft.com/office/drawing/2014/main" id="{1E1557C6-C834-4DF1-91BB-1C964D8FFAB9}"/>
              </a:ext>
            </a:extLst>
          </p:cNvPr>
          <p:cNvGrpSpPr/>
          <p:nvPr/>
        </p:nvGrpSpPr>
        <p:grpSpPr>
          <a:xfrm>
            <a:off x="8665506" y="4435226"/>
            <a:ext cx="3433815" cy="1890346"/>
            <a:chOff x="7081785" y="4686300"/>
            <a:chExt cx="3433815" cy="1890346"/>
          </a:xfrm>
        </p:grpSpPr>
        <p:sp>
          <p:nvSpPr>
            <p:cNvPr id="10" name="Rectangle 9">
              <a:extLst>
                <a:ext uri="{FF2B5EF4-FFF2-40B4-BE49-F238E27FC236}">
                  <a16:creationId xmlns:a16="http://schemas.microsoft.com/office/drawing/2014/main" id="{C08DA4F5-4DC8-4712-9704-A1BCDB480355}"/>
                </a:ext>
              </a:extLst>
            </p:cNvPr>
            <p:cNvSpPr/>
            <p:nvPr/>
          </p:nvSpPr>
          <p:spPr>
            <a:xfrm>
              <a:off x="7081785" y="4686300"/>
              <a:ext cx="3433815" cy="1890346"/>
            </a:xfrm>
            <a:prstGeom prst="rect">
              <a:avLst/>
            </a:prstGeom>
            <a:solidFill>
              <a:schemeClr val="accent2">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Rounded Corners 29">
              <a:extLst>
                <a:ext uri="{FF2B5EF4-FFF2-40B4-BE49-F238E27FC236}">
                  <a16:creationId xmlns:a16="http://schemas.microsoft.com/office/drawing/2014/main" id="{AFF423CE-4621-4AA0-B0FE-1BCE73A8663A}"/>
                </a:ext>
              </a:extLst>
            </p:cNvPr>
            <p:cNvSpPr/>
            <p:nvPr/>
          </p:nvSpPr>
          <p:spPr>
            <a:xfrm>
              <a:off x="7240215" y="5198801"/>
              <a:ext cx="2892430" cy="347083"/>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Arial" panose="020B0604020202020204"/>
                  <a:ea typeface="+mn-ea"/>
                  <a:cs typeface="+mn-cs"/>
                </a:rPr>
                <a:t>Automatically generated by the system</a:t>
              </a:r>
            </a:p>
          </p:txBody>
        </p:sp>
        <p:sp>
          <p:nvSpPr>
            <p:cNvPr id="34" name="Rectangle: Rounded Corners 33">
              <a:extLst>
                <a:ext uri="{FF2B5EF4-FFF2-40B4-BE49-F238E27FC236}">
                  <a16:creationId xmlns:a16="http://schemas.microsoft.com/office/drawing/2014/main" id="{9989F065-A794-43AE-B1C1-F6095F3CB636}"/>
                </a:ext>
              </a:extLst>
            </p:cNvPr>
            <p:cNvSpPr/>
            <p:nvPr/>
          </p:nvSpPr>
          <p:spPr>
            <a:xfrm>
              <a:off x="7240215" y="5593073"/>
              <a:ext cx="2892430" cy="347083"/>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Arial" panose="020B0604020202020204"/>
                  <a:ea typeface="+mn-ea"/>
                  <a:cs typeface="+mn-cs"/>
                </a:rPr>
                <a:t>Determined by the Accrual Object master data</a:t>
              </a:r>
            </a:p>
          </p:txBody>
        </p:sp>
        <p:sp>
          <p:nvSpPr>
            <p:cNvPr id="36" name="Rectangle: Rounded Corners 35">
              <a:extLst>
                <a:ext uri="{FF2B5EF4-FFF2-40B4-BE49-F238E27FC236}">
                  <a16:creationId xmlns:a16="http://schemas.microsoft.com/office/drawing/2014/main" id="{A8258512-8A56-41DF-9279-DB332BB83CD9}"/>
                </a:ext>
              </a:extLst>
            </p:cNvPr>
            <p:cNvSpPr/>
            <p:nvPr/>
          </p:nvSpPr>
          <p:spPr>
            <a:xfrm>
              <a:off x="7240213" y="5987345"/>
              <a:ext cx="2892431" cy="347083"/>
            </a:xfrm>
            <a:prstGeom prst="round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Arial" panose="020B0604020202020204"/>
                  <a:ea typeface="+mn-ea"/>
                  <a:cs typeface="+mn-cs"/>
                </a:rPr>
                <a:t>Determined by the Monthly Accrual Run execution parameter</a:t>
              </a:r>
            </a:p>
          </p:txBody>
        </p:sp>
        <p:sp>
          <p:nvSpPr>
            <p:cNvPr id="9" name="TextBox 8">
              <a:extLst>
                <a:ext uri="{FF2B5EF4-FFF2-40B4-BE49-F238E27FC236}">
                  <a16:creationId xmlns:a16="http://schemas.microsoft.com/office/drawing/2014/main" id="{988E4C12-B11E-46B9-A5A9-8D1FEC6180B0}"/>
                </a:ext>
              </a:extLst>
            </p:cNvPr>
            <p:cNvSpPr txBox="1"/>
            <p:nvPr/>
          </p:nvSpPr>
          <p:spPr>
            <a:xfrm>
              <a:off x="7240213" y="4800691"/>
              <a:ext cx="888023" cy="17738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00000"/>
                  </a:solidFill>
                  <a:effectLst/>
                  <a:uLnTx/>
                  <a:uFillTx/>
                  <a:latin typeface="Agency FB" panose="020B0503020202020204" pitchFamily="34" charset="0"/>
                  <a:ea typeface="+mn-ea"/>
                  <a:cs typeface="Aldhabi" panose="020B0604020202020204" pitchFamily="2" charset="-78"/>
                </a:rPr>
                <a:t>Legend</a:t>
              </a:r>
            </a:p>
          </p:txBody>
        </p:sp>
      </p:grpSp>
      <p:sp>
        <p:nvSpPr>
          <p:cNvPr id="42" name="Rectangle 41">
            <a:extLst>
              <a:ext uri="{FF2B5EF4-FFF2-40B4-BE49-F238E27FC236}">
                <a16:creationId xmlns:a16="http://schemas.microsoft.com/office/drawing/2014/main" id="{B999DAF6-84E3-4131-BE3C-64AFAA35C891}"/>
              </a:ext>
            </a:extLst>
          </p:cNvPr>
          <p:cNvSpPr/>
          <p:nvPr/>
        </p:nvSpPr>
        <p:spPr>
          <a:xfrm>
            <a:off x="362593" y="4423049"/>
            <a:ext cx="8078385" cy="170816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200" b="1" i="1" u="sng" strike="noStrike" kern="1200" cap="none" spc="0" normalizeH="0" baseline="0" noProof="0" dirty="0">
                <a:ln>
                  <a:noFill/>
                </a:ln>
                <a:solidFill>
                  <a:srgbClr val="000000"/>
                </a:solidFill>
                <a:effectLst/>
                <a:uLnTx/>
                <a:uFillTx/>
                <a:latin typeface="Georgia" panose="02040502050405020303" pitchFamily="18" charset="0"/>
                <a:ea typeface="+mn-ea"/>
                <a:cs typeface="+mn-cs"/>
              </a:rPr>
              <a:t>Posted Document from Monthly Accrual Run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documents posted via the Monthly Accrual Run contain information based on the Accrual Object master data, the parameters used in the Monthly Accrual Run, as well as automatically generated information by the system.</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the recent SAP release of Accrual Engine, the parameters entered during ACEPOSTINGRUN are very limited, including only Company Code and Posting Date. This means, as you can see from our example, majority of the information from the posted monthly amortization document is derived from the Accrual Object master data.</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Like any other postings made in the Accrual Engine process, the monthly amortization postings are also presented in the FI G/L line item reports, as well as the dedicated reports for Accrual Engine.</a:t>
            </a:r>
          </a:p>
        </p:txBody>
      </p:sp>
      <p:sp>
        <p:nvSpPr>
          <p:cNvPr id="43" name="Rectangle: Rounded Corners 42">
            <a:extLst>
              <a:ext uri="{FF2B5EF4-FFF2-40B4-BE49-F238E27FC236}">
                <a16:creationId xmlns:a16="http://schemas.microsoft.com/office/drawing/2014/main" id="{FC37A30C-C824-4B00-BD20-B5F931170456}"/>
              </a:ext>
            </a:extLst>
          </p:cNvPr>
          <p:cNvSpPr/>
          <p:nvPr/>
        </p:nvSpPr>
        <p:spPr>
          <a:xfrm>
            <a:off x="337351" y="1399645"/>
            <a:ext cx="2426676"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FB03 – Display FI Document</a:t>
            </a:r>
          </a:p>
        </p:txBody>
      </p:sp>
      <p:pic>
        <p:nvPicPr>
          <p:cNvPr id="4" name="Picture 3">
            <a:extLst>
              <a:ext uri="{FF2B5EF4-FFF2-40B4-BE49-F238E27FC236}">
                <a16:creationId xmlns:a16="http://schemas.microsoft.com/office/drawing/2014/main" id="{E0577701-3A9F-498A-9672-CE2B70636B04}"/>
              </a:ext>
            </a:extLst>
          </p:cNvPr>
          <p:cNvPicPr>
            <a:picLocks noChangeAspect="1"/>
          </p:cNvPicPr>
          <p:nvPr/>
        </p:nvPicPr>
        <p:blipFill>
          <a:blip r:embed="rId3"/>
          <a:stretch>
            <a:fillRect/>
          </a:stretch>
        </p:blipFill>
        <p:spPr>
          <a:xfrm>
            <a:off x="8686428" y="1530878"/>
            <a:ext cx="3297029" cy="2780095"/>
          </a:xfrm>
          <a:prstGeom prst="rect">
            <a:avLst/>
          </a:prstGeom>
          <a:effectLst>
            <a:outerShdw blurRad="50800" dist="38100" dir="10800000" algn="r" rotWithShape="0">
              <a:prstClr val="black">
                <a:alpha val="40000"/>
              </a:prstClr>
            </a:outerShdw>
          </a:effectLst>
        </p:spPr>
      </p:pic>
      <p:sp>
        <p:nvSpPr>
          <p:cNvPr id="24" name="Rectangle: Rounded Corners 23">
            <a:extLst>
              <a:ext uri="{FF2B5EF4-FFF2-40B4-BE49-F238E27FC236}">
                <a16:creationId xmlns:a16="http://schemas.microsoft.com/office/drawing/2014/main" id="{BF0A9675-2048-4784-BF5C-72D6584F9CEB}"/>
              </a:ext>
            </a:extLst>
          </p:cNvPr>
          <p:cNvSpPr/>
          <p:nvPr/>
        </p:nvSpPr>
        <p:spPr>
          <a:xfrm>
            <a:off x="8764207" y="1920038"/>
            <a:ext cx="2181959" cy="223503"/>
          </a:xfrm>
          <a:prstGeom prst="roundRect">
            <a:avLst>
              <a:gd name="adj" fmla="val 7519"/>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3D38C628-89E0-4D6A-AE38-B16C6E7C365D}"/>
              </a:ext>
            </a:extLst>
          </p:cNvPr>
          <p:cNvSpPr/>
          <p:nvPr/>
        </p:nvSpPr>
        <p:spPr>
          <a:xfrm>
            <a:off x="8798692" y="2866021"/>
            <a:ext cx="1734107" cy="874613"/>
          </a:xfrm>
          <a:prstGeom prst="roundRect">
            <a:avLst>
              <a:gd name="adj" fmla="val 4487"/>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39" name="Rectangle: Rounded Corners 38">
            <a:extLst>
              <a:ext uri="{FF2B5EF4-FFF2-40B4-BE49-F238E27FC236}">
                <a16:creationId xmlns:a16="http://schemas.microsoft.com/office/drawing/2014/main" id="{EB07110C-0051-451F-B80A-E9F394FF761F}"/>
              </a:ext>
            </a:extLst>
          </p:cNvPr>
          <p:cNvSpPr/>
          <p:nvPr/>
        </p:nvSpPr>
        <p:spPr>
          <a:xfrm>
            <a:off x="8798692" y="3910692"/>
            <a:ext cx="854759" cy="387732"/>
          </a:xfrm>
          <a:prstGeom prst="roundRect">
            <a:avLst>
              <a:gd name="adj" fmla="val 7509"/>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4" name="Rectangle: Rounded Corners 43">
            <a:extLst>
              <a:ext uri="{FF2B5EF4-FFF2-40B4-BE49-F238E27FC236}">
                <a16:creationId xmlns:a16="http://schemas.microsoft.com/office/drawing/2014/main" id="{E06AED47-B844-4AF6-86C0-59AB418FA7C1}"/>
              </a:ext>
            </a:extLst>
          </p:cNvPr>
          <p:cNvSpPr/>
          <p:nvPr/>
        </p:nvSpPr>
        <p:spPr>
          <a:xfrm flipV="1">
            <a:off x="8798692" y="2628400"/>
            <a:ext cx="1037766" cy="181692"/>
          </a:xfrm>
          <a:prstGeom prst="roundRect">
            <a:avLst/>
          </a:prstGeom>
          <a:noFill/>
          <a:ln w="19050">
            <a:solidFill>
              <a:schemeClr val="accent3"/>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BDA04F86-E57B-4D7A-9920-B04136C4DFB3}"/>
              </a:ext>
            </a:extLst>
          </p:cNvPr>
          <p:cNvSpPr/>
          <p:nvPr/>
        </p:nvSpPr>
        <p:spPr>
          <a:xfrm>
            <a:off x="10645330" y="2335833"/>
            <a:ext cx="1244593" cy="123286"/>
          </a:xfrm>
          <a:prstGeom prst="roundRect">
            <a:avLst>
              <a:gd name="adj" fmla="val 7519"/>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6" name="Rectangle: Rounded Corners 45">
            <a:extLst>
              <a:ext uri="{FF2B5EF4-FFF2-40B4-BE49-F238E27FC236}">
                <a16:creationId xmlns:a16="http://schemas.microsoft.com/office/drawing/2014/main" id="{E7E02C5C-84EE-4625-9FFF-EDF69AF23028}"/>
              </a:ext>
            </a:extLst>
          </p:cNvPr>
          <p:cNvSpPr/>
          <p:nvPr/>
        </p:nvSpPr>
        <p:spPr>
          <a:xfrm>
            <a:off x="10645329" y="2696721"/>
            <a:ext cx="1244593" cy="123286"/>
          </a:xfrm>
          <a:prstGeom prst="roundRect">
            <a:avLst>
              <a:gd name="adj" fmla="val 7519"/>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47" name="Rectangle: Rounded Corners 46">
            <a:extLst>
              <a:ext uri="{FF2B5EF4-FFF2-40B4-BE49-F238E27FC236}">
                <a16:creationId xmlns:a16="http://schemas.microsoft.com/office/drawing/2014/main" id="{4108CE7C-B1F1-447D-B245-9DB14F9DB596}"/>
              </a:ext>
            </a:extLst>
          </p:cNvPr>
          <p:cNvSpPr/>
          <p:nvPr/>
        </p:nvSpPr>
        <p:spPr>
          <a:xfrm>
            <a:off x="10641073" y="2515203"/>
            <a:ext cx="1244593" cy="123286"/>
          </a:xfrm>
          <a:prstGeom prst="roundRect">
            <a:avLst>
              <a:gd name="adj" fmla="val 7519"/>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666393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8C06C9E-420F-4C9B-A45E-FF55962F2DD0}"/>
              </a:ext>
            </a:extLst>
          </p:cNvPr>
          <p:cNvPicPr>
            <a:picLocks noChangeAspect="1"/>
          </p:cNvPicPr>
          <p:nvPr/>
        </p:nvPicPr>
        <p:blipFill>
          <a:blip r:embed="rId2"/>
          <a:stretch>
            <a:fillRect/>
          </a:stretch>
        </p:blipFill>
        <p:spPr>
          <a:xfrm>
            <a:off x="329221" y="3183594"/>
            <a:ext cx="11102804" cy="2277498"/>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653A209D-24D6-4C14-8666-98272E529475}"/>
              </a:ext>
            </a:extLst>
          </p:cNvPr>
          <p:cNvPicPr>
            <a:picLocks noChangeAspect="1"/>
          </p:cNvPicPr>
          <p:nvPr/>
        </p:nvPicPr>
        <p:blipFill>
          <a:blip r:embed="rId3"/>
          <a:stretch>
            <a:fillRect/>
          </a:stretch>
        </p:blipFill>
        <p:spPr>
          <a:xfrm>
            <a:off x="329221" y="1774623"/>
            <a:ext cx="11735532" cy="1251982"/>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p:txBody>
          <a:bodyPr/>
          <a:lstStyle/>
          <a:p>
            <a:r>
              <a:rPr lang="en-US"/>
              <a:t>Monthly Accrual Run (5/6): Reporting</a:t>
            </a:r>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8" name="Rectangle: Rounded Corners 7">
            <a:extLst>
              <a:ext uri="{FF2B5EF4-FFF2-40B4-BE49-F238E27FC236}">
                <a16:creationId xmlns:a16="http://schemas.microsoft.com/office/drawing/2014/main" id="{7CA877EE-B260-42FF-ADDF-BABF13048D40}"/>
              </a:ext>
            </a:extLst>
          </p:cNvPr>
          <p:cNvSpPr/>
          <p:nvPr/>
        </p:nvSpPr>
        <p:spPr>
          <a:xfrm>
            <a:off x="329221" y="2833204"/>
            <a:ext cx="11637878" cy="191589"/>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 name="Rectangle: Rounded Corners 8">
            <a:extLst>
              <a:ext uri="{FF2B5EF4-FFF2-40B4-BE49-F238E27FC236}">
                <a16:creationId xmlns:a16="http://schemas.microsoft.com/office/drawing/2014/main" id="{D4D652C4-1D12-4DFA-8900-FB64385E5187}"/>
              </a:ext>
            </a:extLst>
          </p:cNvPr>
          <p:cNvSpPr/>
          <p:nvPr/>
        </p:nvSpPr>
        <p:spPr>
          <a:xfrm>
            <a:off x="647700" y="4900555"/>
            <a:ext cx="10706839" cy="217491"/>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2" name="Rectangle 11">
            <a:extLst>
              <a:ext uri="{FF2B5EF4-FFF2-40B4-BE49-F238E27FC236}">
                <a16:creationId xmlns:a16="http://schemas.microsoft.com/office/drawing/2014/main" id="{A60780FF-37BB-49B2-9586-C96BE78469AA}"/>
              </a:ext>
            </a:extLst>
          </p:cNvPr>
          <p:cNvSpPr/>
          <p:nvPr/>
        </p:nvSpPr>
        <p:spPr>
          <a:xfrm>
            <a:off x="329220" y="5670910"/>
            <a:ext cx="10949579" cy="1015663"/>
          </a:xfrm>
          <a:prstGeom prst="rect">
            <a:avLst/>
          </a:prstGeom>
          <a:solidFill>
            <a:schemeClr val="bg1"/>
          </a:solid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In the Accrual Engine Line Item report, as well as G/L Line Item report (e.g. FAGLL03H)  you can find the corresponding postings generated from Monthly Accrual Run.</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You can also display the [Postings] tab of the Accrual Object to locate the Monthly Accrual Run postings.</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The </a:t>
            </a:r>
            <a:r>
              <a:rPr kumimoji="0" lang="en-GB" sz="1200" b="1"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Accr</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a:t>
            </a:r>
            <a:r>
              <a:rPr kumimoji="0" lang="en-GB" sz="1200" b="1"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TType</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(Accrual Management Transaction Type) </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is </a:t>
            </a:r>
            <a:r>
              <a:rPr kumimoji="0" lang="en-GB" sz="1200" b="1"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PP</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for Monthly Accrual Run posting, indicating this is a periodic recognition of expenses. </a:t>
            </a:r>
          </a:p>
        </p:txBody>
      </p:sp>
      <p:sp>
        <p:nvSpPr>
          <p:cNvPr id="13" name="Rectangle: Rounded Corners 12">
            <a:extLst>
              <a:ext uri="{FF2B5EF4-FFF2-40B4-BE49-F238E27FC236}">
                <a16:creationId xmlns:a16="http://schemas.microsoft.com/office/drawing/2014/main" id="{7A2E7AD6-F187-4ABA-9174-5BBC23EFFD64}"/>
              </a:ext>
            </a:extLst>
          </p:cNvPr>
          <p:cNvSpPr/>
          <p:nvPr/>
        </p:nvSpPr>
        <p:spPr>
          <a:xfrm>
            <a:off x="329221" y="1394694"/>
            <a:ext cx="2192037" cy="26027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ZFFIA_ACC_TOTAL – Line Items</a:t>
            </a:r>
          </a:p>
        </p:txBody>
      </p:sp>
      <p:sp>
        <p:nvSpPr>
          <p:cNvPr id="14" name="Rectangle: Rounded Corners 13">
            <a:extLst>
              <a:ext uri="{FF2B5EF4-FFF2-40B4-BE49-F238E27FC236}">
                <a16:creationId xmlns:a16="http://schemas.microsoft.com/office/drawing/2014/main" id="{F5FF5FDC-7FDB-4A09-9277-DEFDC311CE53}"/>
              </a:ext>
            </a:extLst>
          </p:cNvPr>
          <p:cNvSpPr/>
          <p:nvPr/>
        </p:nvSpPr>
        <p:spPr>
          <a:xfrm>
            <a:off x="7345046" y="3211509"/>
            <a:ext cx="4132384"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ZR2R_ACACTREE02_001 – Display Accrual Object (Postings tab)</a:t>
            </a:r>
          </a:p>
        </p:txBody>
      </p:sp>
      <p:sp>
        <p:nvSpPr>
          <p:cNvPr id="16" name="Rectangle: Rounded Corners 15">
            <a:extLst>
              <a:ext uri="{FF2B5EF4-FFF2-40B4-BE49-F238E27FC236}">
                <a16:creationId xmlns:a16="http://schemas.microsoft.com/office/drawing/2014/main" id="{FCC244D3-EA12-4B44-B6A2-6178CA96C3D8}"/>
              </a:ext>
            </a:extLst>
          </p:cNvPr>
          <p:cNvSpPr/>
          <p:nvPr/>
        </p:nvSpPr>
        <p:spPr>
          <a:xfrm>
            <a:off x="3577702" y="4126405"/>
            <a:ext cx="248574" cy="991642"/>
          </a:xfrm>
          <a:prstGeom prst="round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E6B62472-BE8B-4271-A1A1-938416915B6D}"/>
              </a:ext>
            </a:extLst>
          </p:cNvPr>
          <p:cNvSpPr/>
          <p:nvPr/>
        </p:nvSpPr>
        <p:spPr>
          <a:xfrm>
            <a:off x="11544299" y="2237173"/>
            <a:ext cx="422800" cy="7876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263658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Picture 46">
            <a:extLst>
              <a:ext uri="{FF2B5EF4-FFF2-40B4-BE49-F238E27FC236}">
                <a16:creationId xmlns:a16="http://schemas.microsoft.com/office/drawing/2014/main" id="{C85D929B-1EFC-4E2B-95EA-8163F9A65C06}"/>
              </a:ext>
            </a:extLst>
          </p:cNvPr>
          <p:cNvPicPr>
            <a:picLocks noChangeAspect="1"/>
          </p:cNvPicPr>
          <p:nvPr/>
        </p:nvPicPr>
        <p:blipFill>
          <a:blip r:embed="rId2"/>
          <a:stretch>
            <a:fillRect/>
          </a:stretch>
        </p:blipFill>
        <p:spPr>
          <a:xfrm>
            <a:off x="488273" y="4407764"/>
            <a:ext cx="8975324" cy="1437157"/>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AF05CB04-6686-480D-9D8E-C7E9FD47A4D8}"/>
              </a:ext>
            </a:extLst>
          </p:cNvPr>
          <p:cNvSpPr>
            <a:spLocks noGrp="1"/>
          </p:cNvSpPr>
          <p:nvPr>
            <p:ph type="title"/>
          </p:nvPr>
        </p:nvSpPr>
        <p:spPr/>
        <p:txBody>
          <a:bodyPr/>
          <a:lstStyle/>
          <a:p>
            <a:r>
              <a:rPr lang="en-US"/>
              <a:t>Monthly Accrual Run (6/6): Reversal</a:t>
            </a:r>
          </a:p>
        </p:txBody>
      </p:sp>
      <p:sp>
        <p:nvSpPr>
          <p:cNvPr id="5" name="Slide Number Placeholder 4">
            <a:extLst>
              <a:ext uri="{FF2B5EF4-FFF2-40B4-BE49-F238E27FC236}">
                <a16:creationId xmlns:a16="http://schemas.microsoft.com/office/drawing/2014/main" id="{DBDD6361-8403-4DAF-A6D1-27C877BC989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28" name="Rectangle: Rounded Corners 27">
            <a:extLst>
              <a:ext uri="{FF2B5EF4-FFF2-40B4-BE49-F238E27FC236}">
                <a16:creationId xmlns:a16="http://schemas.microsoft.com/office/drawing/2014/main" id="{73E3EB50-F11D-469F-B130-74D7FFAC1926}"/>
              </a:ext>
            </a:extLst>
          </p:cNvPr>
          <p:cNvSpPr/>
          <p:nvPr/>
        </p:nvSpPr>
        <p:spPr>
          <a:xfrm>
            <a:off x="470371" y="1395340"/>
            <a:ext cx="11233154" cy="850709"/>
          </a:xfrm>
          <a:prstGeom prst="roundRect">
            <a:avLst>
              <a:gd name="adj" fmla="val 8611"/>
            </a:avLst>
          </a:prstGeom>
          <a:gradFill>
            <a:gsLst>
              <a:gs pos="0">
                <a:schemeClr val="accent1">
                  <a:lumMod val="5000"/>
                  <a:lumOff val="95000"/>
                </a:schemeClr>
              </a:gs>
              <a:gs pos="74000">
                <a:schemeClr val="accent1"/>
              </a:gs>
              <a:gs pos="83000">
                <a:schemeClr val="accent1"/>
              </a:gs>
              <a:gs pos="100000">
                <a:schemeClr val="accent1">
                  <a:lumMod val="75000"/>
                </a:schemeClr>
              </a:gs>
            </a:gsLst>
            <a:lin ang="5400000" scaled="1"/>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GB" sz="16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TextBox 29">
            <a:extLst>
              <a:ext uri="{FF2B5EF4-FFF2-40B4-BE49-F238E27FC236}">
                <a16:creationId xmlns:a16="http://schemas.microsoft.com/office/drawing/2014/main" id="{FD4B1782-799F-4015-B3E1-D4DD30D01A0B}"/>
              </a:ext>
            </a:extLst>
          </p:cNvPr>
          <p:cNvSpPr txBox="1"/>
          <p:nvPr/>
        </p:nvSpPr>
        <p:spPr>
          <a:xfrm>
            <a:off x="963778" y="1469058"/>
            <a:ext cx="10648213" cy="697093"/>
          </a:xfrm>
          <a:prstGeom prst="rect">
            <a:avLst/>
          </a:prstGeom>
          <a:noFill/>
        </p:spPr>
        <p:txBody>
          <a:bodyPr wrap="square" lIns="0" tIns="0" rIns="0" bIns="0" rtlCol="0">
            <a:noAutofit/>
          </a:bodyPr>
          <a:lstStyle/>
          <a:p>
            <a:pPr marL="171450" marR="0" lvl="0" indent="-1714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ＭＳ Ｐゴシック" pitchFamily="80" charset="-128"/>
                <a:cs typeface="+mn-cs"/>
              </a:rPr>
              <a:t>In the recent SAP release, line items posted via Monthly Accrual Run is treated as direct FI entry. In the very unlikely event when these line items need to be reversed, the standard FI document reversal T-codes  FB08/F.80 can be used.</a:t>
            </a:r>
          </a:p>
          <a:p>
            <a:pPr marL="171450" marR="0" lvl="0" indent="-1714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ＭＳ Ｐゴシック" pitchFamily="80" charset="-128"/>
                <a:cs typeface="+mn-cs"/>
              </a:rPr>
              <a:t>Entities should submit a MyRequest reversal request to have these postings reversed if the reason for reversal is originated on the entity side.</a:t>
            </a:r>
            <a:endParaRPr kumimoji="0" lang="en-US" sz="1100" b="0" i="1" u="none" strike="noStrike" kern="1200" cap="none" spc="0" normalizeH="0" baseline="0" noProof="0" dirty="0">
              <a:ln>
                <a:noFill/>
              </a:ln>
              <a:solidFill>
                <a:srgbClr val="000000"/>
              </a:solidFill>
              <a:effectLst/>
              <a:uLnTx/>
              <a:uFillTx/>
              <a:latin typeface="Georgia" panose="02040502050405020303" pitchFamily="18" charset="0"/>
              <a:ea typeface="ＭＳ Ｐゴシック" pitchFamily="80" charset="-128"/>
              <a:cs typeface="+mn-cs"/>
            </a:endParaRPr>
          </a:p>
        </p:txBody>
      </p:sp>
      <p:pic>
        <p:nvPicPr>
          <p:cNvPr id="32" name="Graphic 31" descr="Person with idea">
            <a:extLst>
              <a:ext uri="{FF2B5EF4-FFF2-40B4-BE49-F238E27FC236}">
                <a16:creationId xmlns:a16="http://schemas.microsoft.com/office/drawing/2014/main" id="{4F7A1287-6950-4D96-9CA7-D31FAB15E7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8475" y="1460654"/>
            <a:ext cx="457200" cy="457200"/>
          </a:xfrm>
          <a:prstGeom prst="rect">
            <a:avLst/>
          </a:prstGeom>
          <a:effectLst>
            <a:outerShdw blurRad="50800" dist="38100" dir="5400000" algn="t" rotWithShape="0">
              <a:prstClr val="black">
                <a:alpha val="40000"/>
              </a:prstClr>
            </a:outerShdw>
          </a:effectLst>
        </p:spPr>
      </p:pic>
      <p:pic>
        <p:nvPicPr>
          <p:cNvPr id="3" name="Picture 2">
            <a:extLst>
              <a:ext uri="{FF2B5EF4-FFF2-40B4-BE49-F238E27FC236}">
                <a16:creationId xmlns:a16="http://schemas.microsoft.com/office/drawing/2014/main" id="{9F91F75D-B4AD-4123-B6D3-7BE7287F2E84}"/>
              </a:ext>
            </a:extLst>
          </p:cNvPr>
          <p:cNvPicPr>
            <a:picLocks noChangeAspect="1"/>
          </p:cNvPicPr>
          <p:nvPr/>
        </p:nvPicPr>
        <p:blipFill>
          <a:blip r:embed="rId5"/>
          <a:stretch>
            <a:fillRect/>
          </a:stretch>
        </p:blipFill>
        <p:spPr>
          <a:xfrm>
            <a:off x="488273" y="2470688"/>
            <a:ext cx="8904302" cy="1728990"/>
          </a:xfrm>
          <a:prstGeom prst="rect">
            <a:avLst/>
          </a:prstGeom>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7FB8D4FD-B016-4A57-9A56-DD8A9AC569AA}"/>
              </a:ext>
            </a:extLst>
          </p:cNvPr>
          <p:cNvSpPr/>
          <p:nvPr/>
        </p:nvSpPr>
        <p:spPr>
          <a:xfrm>
            <a:off x="949911" y="3249228"/>
            <a:ext cx="2752078" cy="43500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Rectangle 10">
            <a:extLst>
              <a:ext uri="{FF2B5EF4-FFF2-40B4-BE49-F238E27FC236}">
                <a16:creationId xmlns:a16="http://schemas.microsoft.com/office/drawing/2014/main" id="{B7EACE18-E849-41E8-BBDA-18B0BC060366}"/>
              </a:ext>
            </a:extLst>
          </p:cNvPr>
          <p:cNvSpPr/>
          <p:nvPr/>
        </p:nvSpPr>
        <p:spPr>
          <a:xfrm>
            <a:off x="949911" y="3684234"/>
            <a:ext cx="2752078" cy="435006"/>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7" name="Rectangle 36">
            <a:extLst>
              <a:ext uri="{FF2B5EF4-FFF2-40B4-BE49-F238E27FC236}">
                <a16:creationId xmlns:a16="http://schemas.microsoft.com/office/drawing/2014/main" id="{7D007938-B8C5-4C6C-9CF7-B2F22B125856}"/>
              </a:ext>
            </a:extLst>
          </p:cNvPr>
          <p:cNvSpPr/>
          <p:nvPr/>
        </p:nvSpPr>
        <p:spPr>
          <a:xfrm>
            <a:off x="7803472" y="3107185"/>
            <a:ext cx="665826" cy="577049"/>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39" name="Connector: Elbow 38">
            <a:extLst>
              <a:ext uri="{FF2B5EF4-FFF2-40B4-BE49-F238E27FC236}">
                <a16:creationId xmlns:a16="http://schemas.microsoft.com/office/drawing/2014/main" id="{F6E937C7-E2B1-4C9A-A9D4-0754BDA70D8F}"/>
              </a:ext>
            </a:extLst>
          </p:cNvPr>
          <p:cNvCxnSpPr>
            <a:cxnSpLocks/>
            <a:stCxn id="37" idx="3"/>
            <a:endCxn id="11" idx="2"/>
          </p:cNvCxnSpPr>
          <p:nvPr/>
        </p:nvCxnSpPr>
        <p:spPr>
          <a:xfrm flipH="1">
            <a:off x="2325950" y="3395710"/>
            <a:ext cx="6143348" cy="723530"/>
          </a:xfrm>
          <a:prstGeom prst="bentConnector4">
            <a:avLst>
              <a:gd name="adj1" fmla="val -3721"/>
              <a:gd name="adj2" fmla="val 131595"/>
            </a:avLst>
          </a:prstGeom>
          <a:ln w="952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Rounded Corners 41">
            <a:extLst>
              <a:ext uri="{FF2B5EF4-FFF2-40B4-BE49-F238E27FC236}">
                <a16:creationId xmlns:a16="http://schemas.microsoft.com/office/drawing/2014/main" id="{9BD823E7-D618-4575-BCD2-BA3A1848658B}"/>
              </a:ext>
            </a:extLst>
          </p:cNvPr>
          <p:cNvSpPr/>
          <p:nvPr/>
        </p:nvSpPr>
        <p:spPr>
          <a:xfrm>
            <a:off x="7412855" y="2475461"/>
            <a:ext cx="1979720" cy="210033"/>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B2A9">
                    <a:lumMod val="50000"/>
                  </a:srgbClr>
                </a:solidFill>
                <a:effectLst/>
                <a:uLnTx/>
                <a:uFillTx/>
                <a:latin typeface="Arial" panose="020B0604020202020204"/>
                <a:ea typeface="+mn-ea"/>
                <a:cs typeface="+mn-cs"/>
              </a:rPr>
              <a:t>FB03  FI Document Display</a:t>
            </a:r>
          </a:p>
        </p:txBody>
      </p:sp>
      <p:sp>
        <p:nvSpPr>
          <p:cNvPr id="44" name="Rectangle 43">
            <a:extLst>
              <a:ext uri="{FF2B5EF4-FFF2-40B4-BE49-F238E27FC236}">
                <a16:creationId xmlns:a16="http://schemas.microsoft.com/office/drawing/2014/main" id="{3C46AD9A-FBF3-40BC-8BEF-6E8287F2B82F}"/>
              </a:ext>
            </a:extLst>
          </p:cNvPr>
          <p:cNvSpPr/>
          <p:nvPr/>
        </p:nvSpPr>
        <p:spPr>
          <a:xfrm>
            <a:off x="1223345" y="5158124"/>
            <a:ext cx="8240251" cy="53690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5" name="Rectangle: Rounded Corners 44">
            <a:extLst>
              <a:ext uri="{FF2B5EF4-FFF2-40B4-BE49-F238E27FC236}">
                <a16:creationId xmlns:a16="http://schemas.microsoft.com/office/drawing/2014/main" id="{3AAF3FD5-6D81-4DA5-8F67-F7DF7804D0BF}"/>
              </a:ext>
            </a:extLst>
          </p:cNvPr>
          <p:cNvSpPr/>
          <p:nvPr/>
        </p:nvSpPr>
        <p:spPr>
          <a:xfrm>
            <a:off x="5260191" y="4409984"/>
            <a:ext cx="4132384" cy="217491"/>
          </a:xfrm>
          <a:prstGeom prst="roundRect">
            <a:avLst/>
          </a:prstGeom>
          <a:solidFill>
            <a:schemeClr val="bg1"/>
          </a:solidFill>
          <a:ln w="19050">
            <a:solidFill>
              <a:schemeClr val="accent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ZR2R_ACACTREE02_001 – Display Accrual Object (Postings tab)</a:t>
            </a:r>
          </a:p>
        </p:txBody>
      </p:sp>
      <p:sp>
        <p:nvSpPr>
          <p:cNvPr id="46" name="Rectangle 45">
            <a:extLst>
              <a:ext uri="{FF2B5EF4-FFF2-40B4-BE49-F238E27FC236}">
                <a16:creationId xmlns:a16="http://schemas.microsoft.com/office/drawing/2014/main" id="{0417B743-71A9-4D93-B9D7-05D7DDD2712F}"/>
              </a:ext>
            </a:extLst>
          </p:cNvPr>
          <p:cNvSpPr/>
          <p:nvPr/>
        </p:nvSpPr>
        <p:spPr>
          <a:xfrm>
            <a:off x="9493188" y="2524929"/>
            <a:ext cx="2414726" cy="3170099"/>
          </a:xfrm>
          <a:prstGeom prst="rect">
            <a:avLst/>
          </a:prstGeom>
          <a:solidFill>
            <a:schemeClr val="bg1"/>
          </a:solidFill>
        </p:spPr>
        <p:txBody>
          <a:bodyPr wrap="square">
            <a:spAutoFit/>
          </a:bodyPr>
          <a:lstStyle/>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Upon reversing a monthly accrual posting document, you will see its reversal document indicated in field [Reversed With], just like any other direct FI entry.</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You will recognize these documents based on [Transaction Code], which will be FB08.</a:t>
            </a:r>
          </a:p>
          <a:p>
            <a:pPr marL="171450" marR="0" lvl="0" indent="-171450" algn="l" defTabSz="914400" rtl="0" eaLnBrk="1" fontAlgn="auto" latinLnBrk="0" hangingPunct="1">
              <a:lnSpc>
                <a:spcPts val="1200"/>
              </a:lnSpc>
              <a:spcBef>
                <a:spcPts val="600"/>
              </a:spcBef>
              <a:spcAft>
                <a:spcPts val="0"/>
              </a:spcAft>
              <a:buClrTx/>
              <a:buSzTx/>
              <a:buFont typeface="Arial" panose="020B0604020202020204" pitchFamily="34" charset="0"/>
              <a:buChar char="•"/>
              <a:tabLst/>
              <a:defRPr/>
            </a:pP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If you navigate to the [Postings] tab of the Accrual Object, you will see the monthly accrual postings and reversal postings (if any), both have [Acct </a:t>
            </a:r>
            <a:r>
              <a:rPr kumimoji="0" lang="en-GB" sz="1200" b="0" i="1" u="none" strike="noStrike" kern="1200" cap="none" spc="0" normalizeH="0" baseline="0" noProof="0" dirty="0" err="1">
                <a:ln>
                  <a:noFill/>
                </a:ln>
                <a:solidFill>
                  <a:srgbClr val="000000"/>
                </a:solidFill>
                <a:effectLst/>
                <a:uLnTx/>
                <a:uFillTx/>
                <a:latin typeface="Georgia" panose="02040502050405020303" pitchFamily="18" charset="0"/>
                <a:ea typeface="+mn-ea"/>
                <a:cs typeface="+mn-cs"/>
              </a:rPr>
              <a:t>TType</a:t>
            </a:r>
            <a:r>
              <a:rPr kumimoji="0" lang="en-GB" sz="120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 “PP”. This will allow new monthly accrual run of the same period to be posted if needed. </a:t>
            </a:r>
          </a:p>
        </p:txBody>
      </p:sp>
    </p:spTree>
    <p:extLst>
      <p:ext uri="{BB962C8B-B14F-4D97-AF65-F5344CB8AC3E}">
        <p14:creationId xmlns:p14="http://schemas.microsoft.com/office/powerpoint/2010/main" val="2518968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6C6B77-B132-7143-16F7-32D7C631F2B3}"/>
              </a:ext>
            </a:extLst>
          </p:cNvPr>
          <p:cNvSpPr>
            <a:spLocks noGrp="1"/>
          </p:cNvSpPr>
          <p:nvPr>
            <p:ph type="sldNum" sz="quarter" idx="12"/>
          </p:nvPr>
        </p:nvSpPr>
        <p:spPr/>
        <p:txBody>
          <a:bodyPr/>
          <a:lstStyle/>
          <a:p>
            <a:fld id="{F4C94289-3309-4C35-850A-56FD49B3E346}" type="slidenum">
              <a:rPr lang="en-GB" smtClean="0"/>
              <a:t>9</a:t>
            </a:fld>
            <a:endParaRPr lang="en-GB"/>
          </a:p>
        </p:txBody>
      </p:sp>
      <p:sp>
        <p:nvSpPr>
          <p:cNvPr id="4" name="Title 3">
            <a:extLst>
              <a:ext uri="{FF2B5EF4-FFF2-40B4-BE49-F238E27FC236}">
                <a16:creationId xmlns:a16="http://schemas.microsoft.com/office/drawing/2014/main" id="{F3238B8C-C31B-372A-792E-0805687AB8C1}"/>
              </a:ext>
            </a:extLst>
          </p:cNvPr>
          <p:cNvSpPr>
            <a:spLocks noGrp="1"/>
          </p:cNvSpPr>
          <p:nvPr>
            <p:ph type="title"/>
          </p:nvPr>
        </p:nvSpPr>
        <p:spPr/>
        <p:txBody>
          <a:bodyPr/>
          <a:lstStyle/>
          <a:p>
            <a:r>
              <a:rPr lang="en-GB" dirty="0"/>
              <a:t>Monthly Accrual Run - </a:t>
            </a:r>
            <a:r>
              <a:rPr lang="en-GB" cap="none" dirty="0"/>
              <a:t>Common Error</a:t>
            </a:r>
            <a:endParaRPr lang="en-US" dirty="0"/>
          </a:p>
        </p:txBody>
      </p:sp>
      <p:sp>
        <p:nvSpPr>
          <p:cNvPr id="6" name="TextBox 5">
            <a:extLst>
              <a:ext uri="{FF2B5EF4-FFF2-40B4-BE49-F238E27FC236}">
                <a16:creationId xmlns:a16="http://schemas.microsoft.com/office/drawing/2014/main" id="{B05BA0AE-75D3-81FF-33E3-12A44E1462DD}"/>
              </a:ext>
            </a:extLst>
          </p:cNvPr>
          <p:cNvSpPr txBox="1"/>
          <p:nvPr/>
        </p:nvSpPr>
        <p:spPr>
          <a:xfrm>
            <a:off x="668646" y="1354155"/>
            <a:ext cx="11083305" cy="461665"/>
          </a:xfrm>
          <a:prstGeom prst="rect">
            <a:avLst/>
          </a:prstGeom>
          <a:noFill/>
          <a:ln>
            <a:noFill/>
          </a:ln>
        </p:spPr>
        <p:txBody>
          <a:bodyPr wrap="square">
            <a:spAutoFit/>
          </a:bodyPr>
          <a:lstStyle/>
          <a:p>
            <a:r>
              <a:rPr lang="en-US" sz="1200" b="1" dirty="0"/>
              <a:t>Detail of the “Errors” can be checked from the “Output Logs”. GBS/JTBC GL Team needs to check the error and work as per the resolution mentioned below.</a:t>
            </a:r>
          </a:p>
        </p:txBody>
      </p:sp>
      <p:pic>
        <p:nvPicPr>
          <p:cNvPr id="7" name="Picture 6">
            <a:extLst>
              <a:ext uri="{FF2B5EF4-FFF2-40B4-BE49-F238E27FC236}">
                <a16:creationId xmlns:a16="http://schemas.microsoft.com/office/drawing/2014/main" id="{CE3BB3CB-122A-1D45-07B2-FE69FF228A24}"/>
              </a:ext>
              <a:ext uri="{147F2762-F138-4A5C-976F-8EAC2B608ADB}">
                <a16:predDERef xmlns:a16="http://schemas.microsoft.com/office/drawing/2014/main" pred="{0DDDE48E-617E-2A86-C92A-FA3DCA439C53}"/>
              </a:ext>
            </a:extLst>
          </p:cNvPr>
          <p:cNvPicPr>
            <a:picLocks noChangeAspect="1"/>
          </p:cNvPicPr>
          <p:nvPr/>
        </p:nvPicPr>
        <p:blipFill>
          <a:blip r:embed="rId2"/>
          <a:stretch>
            <a:fillRect/>
          </a:stretch>
        </p:blipFill>
        <p:spPr>
          <a:xfrm>
            <a:off x="611050" y="4103498"/>
            <a:ext cx="5822241" cy="2083061"/>
          </a:xfrm>
          <a:prstGeom prst="rect">
            <a:avLst/>
          </a:prstGeom>
          <a:ln>
            <a:noFill/>
          </a:ln>
          <a:effectLst>
            <a:outerShdw blurRad="63500" sx="102000" sy="102000" algn="ctr" rotWithShape="0">
              <a:prstClr val="black">
                <a:alpha val="40000"/>
              </a:prstClr>
            </a:outerShdw>
          </a:effectLst>
        </p:spPr>
      </p:pic>
      <p:sp>
        <p:nvSpPr>
          <p:cNvPr id="8" name="Rectangle 7">
            <a:extLst>
              <a:ext uri="{FF2B5EF4-FFF2-40B4-BE49-F238E27FC236}">
                <a16:creationId xmlns:a16="http://schemas.microsoft.com/office/drawing/2014/main" id="{EF1A9E21-856E-BA7A-A907-885C5887728B}"/>
              </a:ext>
            </a:extLst>
          </p:cNvPr>
          <p:cNvSpPr/>
          <p:nvPr/>
        </p:nvSpPr>
        <p:spPr>
          <a:xfrm>
            <a:off x="611050" y="5718402"/>
            <a:ext cx="4972064" cy="46815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 name="Table 8">
            <a:extLst>
              <a:ext uri="{FF2B5EF4-FFF2-40B4-BE49-F238E27FC236}">
                <a16:creationId xmlns:a16="http://schemas.microsoft.com/office/drawing/2014/main" id="{B6A8DD50-3895-17D5-16F0-B8A8A223B170}"/>
              </a:ext>
            </a:extLst>
          </p:cNvPr>
          <p:cNvGraphicFramePr>
            <a:graphicFrameLocks noGrp="1"/>
          </p:cNvGraphicFramePr>
          <p:nvPr/>
        </p:nvGraphicFramePr>
        <p:xfrm>
          <a:off x="555064" y="1975384"/>
          <a:ext cx="11196886" cy="1925320"/>
        </p:xfrm>
        <a:graphic>
          <a:graphicData uri="http://schemas.openxmlformats.org/drawingml/2006/table">
            <a:tbl>
              <a:tblPr firstRow="1" bandRow="1">
                <a:tableStyleId>{5C22544A-7EE6-4342-B048-85BDC9FD1C3A}</a:tableStyleId>
              </a:tblPr>
              <a:tblGrid>
                <a:gridCol w="1378188">
                  <a:extLst>
                    <a:ext uri="{9D8B030D-6E8A-4147-A177-3AD203B41FA5}">
                      <a16:colId xmlns:a16="http://schemas.microsoft.com/office/drawing/2014/main" val="1908942225"/>
                    </a:ext>
                  </a:extLst>
                </a:gridCol>
                <a:gridCol w="3984607">
                  <a:extLst>
                    <a:ext uri="{9D8B030D-6E8A-4147-A177-3AD203B41FA5}">
                      <a16:colId xmlns:a16="http://schemas.microsoft.com/office/drawing/2014/main" val="3613414165"/>
                    </a:ext>
                  </a:extLst>
                </a:gridCol>
                <a:gridCol w="5834091">
                  <a:extLst>
                    <a:ext uri="{9D8B030D-6E8A-4147-A177-3AD203B41FA5}">
                      <a16:colId xmlns:a16="http://schemas.microsoft.com/office/drawing/2014/main" val="3136766162"/>
                    </a:ext>
                  </a:extLst>
                </a:gridCol>
              </a:tblGrid>
              <a:tr h="370840">
                <a:tc>
                  <a:txBody>
                    <a:bodyPr/>
                    <a:lstStyle/>
                    <a:p>
                      <a:r>
                        <a:rPr lang="en-GB" sz="1400" dirty="0">
                          <a:solidFill>
                            <a:schemeClr val="tx1"/>
                          </a:solidFill>
                        </a:rPr>
                        <a:t>Error</a:t>
                      </a:r>
                    </a:p>
                  </a:txBody>
                  <a:tcPr/>
                </a:tc>
                <a:tc>
                  <a:txBody>
                    <a:bodyPr/>
                    <a:lstStyle/>
                    <a:p>
                      <a:r>
                        <a:rPr lang="en-GB" sz="1400" dirty="0">
                          <a:solidFill>
                            <a:schemeClr val="tx1"/>
                          </a:solidFill>
                        </a:rPr>
                        <a:t>Error Description / Causes</a:t>
                      </a:r>
                    </a:p>
                  </a:txBody>
                  <a:tcPr/>
                </a:tc>
                <a:tc>
                  <a:txBody>
                    <a:bodyPr/>
                    <a:lstStyle/>
                    <a:p>
                      <a:r>
                        <a:rPr lang="en-GB" sz="1400" dirty="0">
                          <a:solidFill>
                            <a:schemeClr val="tx1"/>
                          </a:solidFill>
                        </a:rPr>
                        <a:t>Resolution</a:t>
                      </a:r>
                    </a:p>
                  </a:txBody>
                  <a:tcPr/>
                </a:tc>
                <a:extLst>
                  <a:ext uri="{0D108BD9-81ED-4DB2-BD59-A6C34878D82A}">
                    <a16:rowId xmlns:a16="http://schemas.microsoft.com/office/drawing/2014/main" val="852756176"/>
                  </a:ext>
                </a:extLst>
              </a:tr>
              <a:tr h="370840">
                <a:tc>
                  <a:txBody>
                    <a:bodyPr/>
                    <a:lstStyle/>
                    <a:p>
                      <a:r>
                        <a:rPr lang="en-GB" sz="1200" dirty="0"/>
                        <a:t>Account assignment contains errors</a:t>
                      </a:r>
                    </a:p>
                  </a:txBody>
                  <a:tcPr/>
                </a:tc>
                <a:tc>
                  <a:txBody>
                    <a:bodyPr/>
                    <a:lstStyle/>
                    <a:p>
                      <a:r>
                        <a:rPr lang="en-GB" sz="1200" dirty="0"/>
                        <a:t>Monthly Accrual Run is executed based on master data provided by Market. Sometimes we can face an issue connected with Account Assignment, such as blocked Cost Center or blocked Profit Center</a:t>
                      </a:r>
                    </a:p>
                  </a:txBody>
                  <a:tcPr/>
                </a:tc>
                <a:tc>
                  <a:txBody>
                    <a:bodyPr/>
                    <a:lstStyle/>
                    <a:p>
                      <a:pPr marL="228600" indent="-228600">
                        <a:buFont typeface="+mj-lt"/>
                        <a:buAutoNum type="arabicPeriod"/>
                      </a:pPr>
                      <a:r>
                        <a:rPr lang="en-GB" sz="1200" dirty="0"/>
                        <a:t>GBS/JTBC GL Team needs to check to which market the Account Assignment which is causing issue belongs to</a:t>
                      </a:r>
                    </a:p>
                    <a:p>
                      <a:pPr marL="228600" indent="-228600">
                        <a:buFont typeface="+mj-lt"/>
                        <a:buAutoNum type="arabicPeriod"/>
                      </a:pPr>
                      <a:r>
                        <a:rPr lang="en-GB" sz="1200" dirty="0"/>
                        <a:t>To check Cost Center master data, use T-Code KS03. To check Profit Center master data, use T-Code KE53. See details on the next slide.</a:t>
                      </a:r>
                    </a:p>
                    <a:p>
                      <a:pPr marL="228600" indent="-228600">
                        <a:buFont typeface="+mj-lt"/>
                        <a:buAutoNum type="arabicPeriod"/>
                      </a:pPr>
                      <a:r>
                        <a:rPr lang="en-GB" sz="1200" dirty="0"/>
                        <a:t>GBS/JTBC GL Team need to inform respective markets about the issue. The market should then initiate the request to correct the master data, e.g. unblock a Cost Center, or change Cost Center in Accrual Object, before the next Accrual run.</a:t>
                      </a:r>
                    </a:p>
                  </a:txBody>
                  <a:tcPr/>
                </a:tc>
                <a:extLst>
                  <a:ext uri="{0D108BD9-81ED-4DB2-BD59-A6C34878D82A}">
                    <a16:rowId xmlns:a16="http://schemas.microsoft.com/office/drawing/2014/main" val="413173242"/>
                  </a:ext>
                </a:extLst>
              </a:tr>
            </a:tbl>
          </a:graphicData>
        </a:graphic>
      </p:graphicFrame>
    </p:spTree>
    <p:extLst>
      <p:ext uri="{BB962C8B-B14F-4D97-AF65-F5344CB8AC3E}">
        <p14:creationId xmlns:p14="http://schemas.microsoft.com/office/powerpoint/2010/main" val="2712657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BE7BC4C-8B0D-3C21-C6AA-B6D4316027BB}"/>
              </a:ext>
            </a:extLst>
          </p:cNvPr>
          <p:cNvSpPr>
            <a:spLocks noGrp="1"/>
          </p:cNvSpPr>
          <p:nvPr>
            <p:ph type="sldNum" sz="quarter" idx="12"/>
          </p:nvPr>
        </p:nvSpPr>
        <p:spPr/>
        <p:txBody>
          <a:bodyPr/>
          <a:lstStyle/>
          <a:p>
            <a:fld id="{F4C94289-3309-4C35-850A-56FD49B3E346}" type="slidenum">
              <a:rPr lang="en-GB" smtClean="0"/>
              <a:t>10</a:t>
            </a:fld>
            <a:endParaRPr lang="en-GB"/>
          </a:p>
        </p:txBody>
      </p:sp>
      <p:sp>
        <p:nvSpPr>
          <p:cNvPr id="4" name="Title 3">
            <a:extLst>
              <a:ext uri="{FF2B5EF4-FFF2-40B4-BE49-F238E27FC236}">
                <a16:creationId xmlns:a16="http://schemas.microsoft.com/office/drawing/2014/main" id="{BAF138FA-071C-66BB-41F3-65290DE2FF60}"/>
              </a:ext>
            </a:extLst>
          </p:cNvPr>
          <p:cNvSpPr>
            <a:spLocks noGrp="1"/>
          </p:cNvSpPr>
          <p:nvPr>
            <p:ph type="title"/>
          </p:nvPr>
        </p:nvSpPr>
        <p:spPr/>
        <p:txBody>
          <a:bodyPr/>
          <a:lstStyle/>
          <a:p>
            <a:r>
              <a:rPr lang="en-GB" dirty="0"/>
              <a:t>Monthly Accrual Run - </a:t>
            </a:r>
            <a:r>
              <a:rPr lang="en-GB" cap="none" dirty="0"/>
              <a:t>Check in case of error</a:t>
            </a:r>
            <a:endParaRPr lang="en-US" dirty="0"/>
          </a:p>
        </p:txBody>
      </p:sp>
      <p:pic>
        <p:nvPicPr>
          <p:cNvPr id="5" name="Picture 4">
            <a:extLst>
              <a:ext uri="{FF2B5EF4-FFF2-40B4-BE49-F238E27FC236}">
                <a16:creationId xmlns:a16="http://schemas.microsoft.com/office/drawing/2014/main" id="{00000000-0008-0000-0500-000004000000}"/>
              </a:ext>
              <a:ext uri="{147F2762-F138-4A5C-976F-8EAC2B608ADB}">
                <a16:predDERef xmlns:a16="http://schemas.microsoft.com/office/drawing/2014/main" pred="{FFDE3159-3E12-8B88-EA12-0F9023B7B535}"/>
              </a:ext>
            </a:extLst>
          </p:cNvPr>
          <p:cNvPicPr>
            <a:picLocks noChangeAspect="1"/>
          </p:cNvPicPr>
          <p:nvPr/>
        </p:nvPicPr>
        <p:blipFill>
          <a:blip r:embed="rId2"/>
          <a:stretch>
            <a:fillRect/>
          </a:stretch>
        </p:blipFill>
        <p:spPr>
          <a:xfrm>
            <a:off x="463277" y="1623285"/>
            <a:ext cx="3240497" cy="1744883"/>
          </a:xfrm>
          <a:prstGeom prst="rect">
            <a:avLst/>
          </a:prstGeom>
        </p:spPr>
      </p:pic>
      <p:pic>
        <p:nvPicPr>
          <p:cNvPr id="6" name="Picture 5">
            <a:extLst>
              <a:ext uri="{FF2B5EF4-FFF2-40B4-BE49-F238E27FC236}">
                <a16:creationId xmlns:a16="http://schemas.microsoft.com/office/drawing/2014/main" id="{00000000-0008-0000-0500-000005000000}"/>
              </a:ext>
              <a:ext uri="{147F2762-F138-4A5C-976F-8EAC2B608ADB}">
                <a16:predDERef xmlns:a16="http://schemas.microsoft.com/office/drawing/2014/main" pred="{4173B1BA-F75D-0F34-34AA-2DA8E4A2D1BA}"/>
              </a:ext>
            </a:extLst>
          </p:cNvPr>
          <p:cNvPicPr>
            <a:picLocks noChangeAspect="1"/>
          </p:cNvPicPr>
          <p:nvPr/>
        </p:nvPicPr>
        <p:blipFill>
          <a:blip r:embed="rId3"/>
          <a:stretch>
            <a:fillRect/>
          </a:stretch>
        </p:blipFill>
        <p:spPr>
          <a:xfrm>
            <a:off x="1748987" y="3576145"/>
            <a:ext cx="2724150" cy="847725"/>
          </a:xfrm>
          <a:prstGeom prst="rect">
            <a:avLst/>
          </a:prstGeom>
        </p:spPr>
      </p:pic>
      <p:pic>
        <p:nvPicPr>
          <p:cNvPr id="7" name="Picture 6">
            <a:extLst>
              <a:ext uri="{FF2B5EF4-FFF2-40B4-BE49-F238E27FC236}">
                <a16:creationId xmlns:a16="http://schemas.microsoft.com/office/drawing/2014/main" id="{00000000-0008-0000-0500-000006000000}"/>
              </a:ext>
              <a:ext uri="{147F2762-F138-4A5C-976F-8EAC2B608ADB}">
                <a16:predDERef xmlns:a16="http://schemas.microsoft.com/office/drawing/2014/main" pred="{AE36B4C4-8AF6-B2A1-EA38-3FBEF5442724}"/>
              </a:ext>
            </a:extLst>
          </p:cNvPr>
          <p:cNvPicPr>
            <a:picLocks noChangeAspect="1"/>
          </p:cNvPicPr>
          <p:nvPr/>
        </p:nvPicPr>
        <p:blipFill>
          <a:blip r:embed="rId4"/>
          <a:stretch>
            <a:fillRect/>
          </a:stretch>
        </p:blipFill>
        <p:spPr>
          <a:xfrm>
            <a:off x="6025738" y="1680670"/>
            <a:ext cx="4572000" cy="3790950"/>
          </a:xfrm>
          <a:prstGeom prst="rect">
            <a:avLst/>
          </a:prstGeom>
        </p:spPr>
      </p:pic>
      <p:sp>
        <p:nvSpPr>
          <p:cNvPr id="8" name="Freeform: Shape 7">
            <a:extLst>
              <a:ext uri="{FF2B5EF4-FFF2-40B4-BE49-F238E27FC236}">
                <a16:creationId xmlns:a16="http://schemas.microsoft.com/office/drawing/2014/main" id="{4FBF462B-04F8-308A-8D2B-D2BA1B16F0B1}"/>
              </a:ext>
            </a:extLst>
          </p:cNvPr>
          <p:cNvSpPr/>
          <p:nvPr/>
        </p:nvSpPr>
        <p:spPr>
          <a:xfrm>
            <a:off x="463278" y="1354305"/>
            <a:ext cx="1523178" cy="222248"/>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r>
              <a:rPr lang="en-US" sz="900" b="1" dirty="0">
                <a:solidFill>
                  <a:srgbClr val="00B2A9">
                    <a:lumMod val="50000"/>
                  </a:srgbClr>
                </a:solidFill>
                <a:latin typeface="Arial" panose="020B0604020202020204"/>
              </a:rPr>
              <a:t>1. T-Code: KS03</a:t>
            </a:r>
          </a:p>
        </p:txBody>
      </p:sp>
      <p:sp>
        <p:nvSpPr>
          <p:cNvPr id="9" name="Rectangle 8">
            <a:extLst>
              <a:ext uri="{FF2B5EF4-FFF2-40B4-BE49-F238E27FC236}">
                <a16:creationId xmlns:a16="http://schemas.microsoft.com/office/drawing/2014/main" id="{24C70596-69B4-8ED6-FBC0-9FD51664257C}"/>
              </a:ext>
            </a:extLst>
          </p:cNvPr>
          <p:cNvSpPr/>
          <p:nvPr/>
        </p:nvSpPr>
        <p:spPr>
          <a:xfrm>
            <a:off x="874996" y="2554014"/>
            <a:ext cx="2225556" cy="24173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9310001-E7FE-7A90-1491-1070834B7BC9}"/>
              </a:ext>
            </a:extLst>
          </p:cNvPr>
          <p:cNvSpPr/>
          <p:nvPr/>
        </p:nvSpPr>
        <p:spPr>
          <a:xfrm>
            <a:off x="1899755" y="3675993"/>
            <a:ext cx="2398976" cy="6229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14ACE1B-8801-9914-7D74-356CE023A21E}"/>
              </a:ext>
            </a:extLst>
          </p:cNvPr>
          <p:cNvSpPr txBox="1"/>
          <p:nvPr/>
        </p:nvSpPr>
        <p:spPr>
          <a:xfrm>
            <a:off x="1116419" y="4748434"/>
            <a:ext cx="4680436" cy="276999"/>
          </a:xfrm>
          <a:prstGeom prst="rect">
            <a:avLst/>
          </a:prstGeom>
          <a:solidFill>
            <a:schemeClr val="bg1"/>
          </a:solidFill>
          <a:ln>
            <a:solidFill>
              <a:srgbClr val="FF0000"/>
            </a:solidFill>
          </a:ln>
        </p:spPr>
        <p:txBody>
          <a:bodyPr wrap="square">
            <a:spAutoFit/>
          </a:bodyPr>
          <a:lstStyle/>
          <a:p>
            <a:r>
              <a:rPr lang="en-US" sz="1200"/>
              <a:t>2. Enter the “Controlling Area’ &amp; “Cost Center” from the Error Log.</a:t>
            </a:r>
          </a:p>
        </p:txBody>
      </p:sp>
      <p:cxnSp>
        <p:nvCxnSpPr>
          <p:cNvPr id="13" name="Connector: Elbow 12">
            <a:extLst>
              <a:ext uri="{FF2B5EF4-FFF2-40B4-BE49-F238E27FC236}">
                <a16:creationId xmlns:a16="http://schemas.microsoft.com/office/drawing/2014/main" id="{2ACB11B3-BC62-2E44-A20E-D11A2A74519C}"/>
              </a:ext>
            </a:extLst>
          </p:cNvPr>
          <p:cNvCxnSpPr/>
          <p:nvPr/>
        </p:nvCxnSpPr>
        <p:spPr>
          <a:xfrm rot="16200000" flipH="1">
            <a:off x="2896804" y="4323968"/>
            <a:ext cx="449537" cy="399393"/>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A5D352D-12F1-03FE-615D-140B47E31929}"/>
              </a:ext>
            </a:extLst>
          </p:cNvPr>
          <p:cNvSpPr/>
          <p:nvPr/>
        </p:nvSpPr>
        <p:spPr>
          <a:xfrm>
            <a:off x="6795100" y="4423869"/>
            <a:ext cx="2769313" cy="19904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966A5D7-5DCC-7D61-F38D-C1B1C20F8570}"/>
              </a:ext>
            </a:extLst>
          </p:cNvPr>
          <p:cNvSpPr txBox="1"/>
          <p:nvPr/>
        </p:nvSpPr>
        <p:spPr>
          <a:xfrm>
            <a:off x="7154002" y="5232895"/>
            <a:ext cx="4047868" cy="646331"/>
          </a:xfrm>
          <a:prstGeom prst="rect">
            <a:avLst/>
          </a:prstGeom>
          <a:solidFill>
            <a:schemeClr val="bg1"/>
          </a:solidFill>
          <a:ln>
            <a:solidFill>
              <a:srgbClr val="FF0000"/>
            </a:solidFill>
          </a:ln>
        </p:spPr>
        <p:txBody>
          <a:bodyPr wrap="square">
            <a:spAutoFit/>
          </a:bodyPr>
          <a:lstStyle/>
          <a:p>
            <a:r>
              <a:rPr lang="en-US" sz="1200"/>
              <a:t>3. Identity the “Company Code” to which Controlling Object (Cost  Center) causing an error belongs to. Ask the Market Team to correct the Master Data.</a:t>
            </a:r>
          </a:p>
        </p:txBody>
      </p:sp>
      <p:cxnSp>
        <p:nvCxnSpPr>
          <p:cNvPr id="16" name="Connector: Elbow 15">
            <a:extLst>
              <a:ext uri="{FF2B5EF4-FFF2-40B4-BE49-F238E27FC236}">
                <a16:creationId xmlns:a16="http://schemas.microsoft.com/office/drawing/2014/main" id="{B175F0FD-61B1-4A62-E9D1-3797F973DDEA}"/>
              </a:ext>
            </a:extLst>
          </p:cNvPr>
          <p:cNvCxnSpPr>
            <a:cxnSpLocks/>
          </p:cNvCxnSpPr>
          <p:nvPr/>
        </p:nvCxnSpPr>
        <p:spPr>
          <a:xfrm rot="16200000" flipH="1">
            <a:off x="7866563" y="4712203"/>
            <a:ext cx="634186" cy="407197"/>
          </a:xfrm>
          <a:prstGeom prst="bentConnector3">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66867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J9IeTG2tw1a0MhCifZEZg"/>
</p:tagLst>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2_JTI">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_ip_UnifiedCompliancePolicyUIAction xmlns="http://schemas.microsoft.com/sharepoint/v3" xsi:nil="true"/>
    <_ip_UnifiedCompliancePolicyProperties xmlns="http://schemas.microsoft.com/sharepoint/v3" xsi:nil="true"/>
    <Remarks xmlns="91871c47-af2e-43ea-ad3f-7bb4c536bc45" xsi:nil="true"/>
    <Details xmlns="91871c47-af2e-43ea-ad3f-7bb4c536bc45" xsi:nil="true"/>
    <FolderInfo xmlns="91871c47-af2e-43ea-ad3f-7bb4c536bc45" xsi:nil="true"/>
    <T_x002d_Code xmlns="91871c47-af2e-43ea-ad3f-7bb4c536bc4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6" ma:contentTypeDescription="Create a new document." ma:contentTypeScope="" ma:versionID="f1bfec99b7120fc41ecdfe5db34ab04d">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6fb91d6a9c4b20f36a20c4886e61de75"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BC77B7-89BE-45D2-B43A-94AB4C5F40F4}">
  <ds:schemaRef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http://purl.org/dc/terms/"/>
    <ds:schemaRef ds:uri="http://purl.org/dc/dcmitype/"/>
    <ds:schemaRef ds:uri="cb52ee0d-5346-4ae8-a9f9-d746adffeb6b"/>
    <ds:schemaRef ds:uri="http://www.w3.org/XML/1998/namespace"/>
    <ds:schemaRef ds:uri="ba249638-b5c4-4b59-8094-70d8491c2e9c"/>
    <ds:schemaRef ds:uri="91871c47-af2e-43ea-ad3f-7bb4c536bc45"/>
    <ds:schemaRef ds:uri="http://schemas.microsoft.com/office/2006/metadata/properties"/>
  </ds:schemaRefs>
</ds:datastoreItem>
</file>

<file path=customXml/itemProps2.xml><?xml version="1.0" encoding="utf-8"?>
<ds:datastoreItem xmlns:ds="http://schemas.openxmlformats.org/officeDocument/2006/customXml" ds:itemID="{85758136-D6DC-4D50-86D5-833067F57809}"/>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S4F Template</Template>
  <TotalTime>10</TotalTime>
  <Words>1530</Words>
  <Application>Microsoft Office PowerPoint</Application>
  <PresentationFormat>Widescreen</PresentationFormat>
  <Paragraphs>108</Paragraphs>
  <Slides>10</Slides>
  <Notes>1</Notes>
  <HiddenSlides>0</HiddenSlides>
  <MMClips>0</MMClips>
  <ScaleCrop>false</ScaleCrop>
  <HeadingPairs>
    <vt:vector size="8" baseType="variant">
      <vt:variant>
        <vt:lpstr>Fonts Used</vt:lpstr>
      </vt:variant>
      <vt:variant>
        <vt:i4>6</vt:i4>
      </vt:variant>
      <vt:variant>
        <vt:lpstr>Theme</vt:lpstr>
      </vt:variant>
      <vt:variant>
        <vt:i4>4</vt:i4>
      </vt:variant>
      <vt:variant>
        <vt:lpstr>Embedded OLE Servers</vt:lpstr>
      </vt:variant>
      <vt:variant>
        <vt:i4>1</vt:i4>
      </vt:variant>
      <vt:variant>
        <vt:lpstr>Slide Titles</vt:lpstr>
      </vt:variant>
      <vt:variant>
        <vt:i4>10</vt:i4>
      </vt:variant>
    </vt:vector>
  </HeadingPairs>
  <TitlesOfParts>
    <vt:vector size="21" baseType="lpstr">
      <vt:lpstr>Agency FB</vt:lpstr>
      <vt:lpstr>Aharoni</vt:lpstr>
      <vt:lpstr>Arial</vt:lpstr>
      <vt:lpstr>Calibri</vt:lpstr>
      <vt:lpstr>Georgia</vt:lpstr>
      <vt:lpstr>Roboto</vt:lpstr>
      <vt:lpstr>1_S4F-ERP Clean IFRS Stat &amp; Tax Rep</vt:lpstr>
      <vt:lpstr>S4F-ERP Period End Closing</vt:lpstr>
      <vt:lpstr>1_S4F-ERP Period End Closing</vt:lpstr>
      <vt:lpstr>2_JTI</vt:lpstr>
      <vt:lpstr>think-cell Slide</vt:lpstr>
      <vt:lpstr>Period End Closing Execution (BSC) </vt:lpstr>
      <vt:lpstr>Period End Closing Key Process Areas and New Period End Checks</vt:lpstr>
      <vt:lpstr>Monthly Accrual Run (1/6): Overview</vt:lpstr>
      <vt:lpstr>Monthly Accrual Run (2/6): Execution</vt:lpstr>
      <vt:lpstr>Monthly Accrual Run (3/6): Messages</vt:lpstr>
      <vt:lpstr>Monthly Accrual Run (4/6): Posted Documents</vt:lpstr>
      <vt:lpstr>Monthly Accrual Run (5/6): Reporting</vt:lpstr>
      <vt:lpstr>Monthly Accrual Run (6/6): Reversal</vt:lpstr>
      <vt:lpstr>Monthly Accrual Run - Common Error</vt:lpstr>
      <vt:lpstr>Monthly Accrual Run - Check in case of error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1</cp:revision>
  <dcterms:created xsi:type="dcterms:W3CDTF">2019-04-11T09:35:08Z</dcterms:created>
  <dcterms:modified xsi:type="dcterms:W3CDTF">2024-04-25T17:17:29Z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1337300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SIP_Label_b020b37f-db72-473e-ae54-fb16df408069_Enabled">
    <vt:lpwstr>true</vt:lpwstr>
  </property>
  <property fmtid="{D5CDD505-2E9C-101B-9397-08002B2CF9AE}" pid="9" name="MSIP_Label_b020b37f-db72-473e-ae54-fb16df408069_SetDate">
    <vt:lpwstr>2021-03-16T10:54:24Z</vt:lpwstr>
  </property>
  <property fmtid="{D5CDD505-2E9C-101B-9397-08002B2CF9AE}" pid="10" name="MSIP_Label_b020b37f-db72-473e-ae54-fb16df408069_Method">
    <vt:lpwstr>Standard</vt:lpwstr>
  </property>
  <property fmtid="{D5CDD505-2E9C-101B-9397-08002B2CF9AE}" pid="11" name="MSIP_Label_b020b37f-db72-473e-ae54-fb16df408069_Name">
    <vt:lpwstr>General</vt:lpwstr>
  </property>
  <property fmtid="{D5CDD505-2E9C-101B-9397-08002B2CF9AE}" pid="12" name="MSIP_Label_b020b37f-db72-473e-ae54-fb16df408069_SiteId">
    <vt:lpwstr>705d07a3-2eea-4f3b-ab59-65ca29abeb26</vt:lpwstr>
  </property>
  <property fmtid="{D5CDD505-2E9C-101B-9397-08002B2CF9AE}" pid="13" name="MSIP_Label_b020b37f-db72-473e-ae54-fb16df408069_ActionId">
    <vt:lpwstr>e1a67f92-0738-4b57-ab4e-d5824232a6bf</vt:lpwstr>
  </property>
  <property fmtid="{D5CDD505-2E9C-101B-9397-08002B2CF9AE}" pid="14" name="MSIP_Label_b020b37f-db72-473e-ae54-fb16df408069_ContentBits">
    <vt:lpwstr>0</vt:lpwstr>
  </property>
  <property fmtid="{D5CDD505-2E9C-101B-9397-08002B2CF9AE}" pid="15" name="MediaServiceImageTags">
    <vt:lpwstr/>
  </property>
</Properties>
</file>