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comments/modernComment_D05_D95FBA29.xml" ContentType="application/vnd.ms-powerpoint.comment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comments/modernComment_D0B_C0FCC7A9.xml" ContentType="application/vnd.ms-powerpoint.comment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4"/>
    <p:sldMasterId id="2147483762" r:id="rId5"/>
  </p:sldMasterIdLst>
  <p:notesMasterIdLst>
    <p:notesMasterId r:id="rId26"/>
  </p:notesMasterIdLst>
  <p:sldIdLst>
    <p:sldId id="3122" r:id="rId6"/>
    <p:sldId id="2702" r:id="rId7"/>
    <p:sldId id="3123" r:id="rId8"/>
    <p:sldId id="3333" r:id="rId9"/>
    <p:sldId id="3336" r:id="rId10"/>
    <p:sldId id="3339" r:id="rId11"/>
    <p:sldId id="3340" r:id="rId12"/>
    <p:sldId id="3341" r:id="rId13"/>
    <p:sldId id="3342" r:id="rId14"/>
    <p:sldId id="3343" r:id="rId15"/>
    <p:sldId id="3354" r:id="rId16"/>
    <p:sldId id="3356" r:id="rId17"/>
    <p:sldId id="3355" r:id="rId18"/>
    <p:sldId id="3357" r:id="rId19"/>
    <p:sldId id="3358" r:id="rId20"/>
    <p:sldId id="3349" r:id="rId21"/>
    <p:sldId id="3350" r:id="rId22"/>
    <p:sldId id="3351" r:id="rId23"/>
    <p:sldId id="3352" r:id="rId24"/>
    <p:sldId id="335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1BF018-C419-0D87-BEDF-EA7AE60753A3}" name="Fukazawa, Kota" initials="FK" userId="S::fcf9629@CORP.JTI.COM::6fc18270-e0fb-49ff-a9fa-0afa3676147d" providerId="AD"/>
  <p188:author id="{3414684B-A592-E466-FFBA-BE2F667A91F8}" name="Schegoleva, Elena" initials="SE" userId="S::GVASCHEGE@CORP.JTI.COM::9ce2a171-21f1-4fc5-97a5-c35dfb6c8245" providerId="AD"/>
  <p188:author id="{D67CDB93-F548-27E7-0CE0-1CEAD33D003A}" name="Ouchi, Akira" initials="OA" userId="S::hmd1579@corp.jti.com::b7a6756c-56dd-40de-bf7f-50f37b965d05" providerId="AD"/>
  <p188:author id="{86439F9C-7C77-A7AA-CFAD-8E2E50F7C3A6}" name="Fukuda, Taro" initials="FT" userId="S::nnc7835@corp.jti.com::706e41c9-55ee-44c5-8703-2e35a2a25d5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ndrotiene, Ilmante" initials="KI [2]" lastIdx="11" clrIdx="0">
    <p:extLst>
      <p:ext uri="{19B8F6BF-5375-455C-9EA6-DF929625EA0E}">
        <p15:presenceInfo xmlns:p15="http://schemas.microsoft.com/office/powerpoint/2012/main" userId="S::gvakandri@corp.jti.com::9c9540c0-163c-4c36-9d78-d3fff8b35cb9" providerId="AD"/>
      </p:ext>
    </p:extLst>
  </p:cmAuthor>
  <p:cmAuthor id="2" name="Govender, Neelan" initials="GN" lastIdx="8" clrIdx="1">
    <p:extLst>
      <p:ext uri="{19B8F6BF-5375-455C-9EA6-DF929625EA0E}">
        <p15:presenceInfo xmlns:p15="http://schemas.microsoft.com/office/powerpoint/2012/main" userId="S::GVAGOVENN@CORP.JTI.COM::6fe03db5-bbf0-41a0-a04e-9fd375cbcc71" providerId="AD"/>
      </p:ext>
    </p:extLst>
  </p:cmAuthor>
  <p:cmAuthor id="3" name="Wang, Wei" initials="WW" lastIdx="81" clrIdx="2">
    <p:extLst>
      <p:ext uri="{19B8F6BF-5375-455C-9EA6-DF929625EA0E}">
        <p15:presenceInfo xmlns:p15="http://schemas.microsoft.com/office/powerpoint/2012/main" userId="S-1-5-21-1645522239-1214440339-682003330-696358" providerId="AD"/>
      </p:ext>
    </p:extLst>
  </p:cmAuthor>
  <p:cmAuthor id="4" name="Kandrotiene, Ilmante" initials="KI" lastIdx="53" clrIdx="3">
    <p:extLst>
      <p:ext uri="{19B8F6BF-5375-455C-9EA6-DF929625EA0E}">
        <p15:presenceInfo xmlns:p15="http://schemas.microsoft.com/office/powerpoint/2012/main" userId="S-1-5-21-1645522239-1214440339-682003330-44245" providerId="AD"/>
      </p:ext>
    </p:extLst>
  </p:cmAuthor>
  <p:cmAuthor id="5" name="Vostrenkova, Anna" initials="VA" lastIdx="8" clrIdx="4">
    <p:extLst>
      <p:ext uri="{19B8F6BF-5375-455C-9EA6-DF929625EA0E}">
        <p15:presenceInfo xmlns:p15="http://schemas.microsoft.com/office/powerpoint/2012/main" userId="S::SPBVOSTRA@CORP.JTI.COM::714b791a-f154-4e8e-a89b-2941418e6a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36632-C70F-9130-7DBA-0E4A90E3D0C0}" v="48" dt="2024-05-21T11:58:18.594"/>
    <p1510:client id="{89DA7589-7103-41B5-A857-383176D93E1B}" v="21" dt="2024-05-21T12:23:20.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9" d="100"/>
          <a:sy n="149" d="100"/>
        </p:scale>
        <p:origin x="2844"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egoleva, Elena" userId="S::gvaschege@corp.jti.com::9ce2a171-21f1-4fc5-97a5-c35dfb6c8245" providerId="AD" clId="Web-{BEF6CA92-C109-7B4B-10F5-73CC84BC7550}"/>
    <pc:docChg chg="modSld">
      <pc:chgData name="Schegoleva, Elena" userId="S::gvaschege@corp.jti.com::9ce2a171-21f1-4fc5-97a5-c35dfb6c8245" providerId="AD" clId="Web-{BEF6CA92-C109-7B4B-10F5-73CC84BC7550}" dt="2024-05-14T11:29:37.107" v="6" actId="14100"/>
      <pc:docMkLst>
        <pc:docMk/>
      </pc:docMkLst>
      <pc:sldChg chg="modSp">
        <pc:chgData name="Schegoleva, Elena" userId="S::gvaschege@corp.jti.com::9ce2a171-21f1-4fc5-97a5-c35dfb6c8245" providerId="AD" clId="Web-{BEF6CA92-C109-7B4B-10F5-73CC84BC7550}" dt="2024-05-14T11:29:37.107" v="6" actId="14100"/>
        <pc:sldMkLst>
          <pc:docMk/>
          <pc:sldMk cId="2576933562" sldId="3343"/>
        </pc:sldMkLst>
        <pc:picChg chg="mod">
          <ac:chgData name="Schegoleva, Elena" userId="S::gvaschege@corp.jti.com::9ce2a171-21f1-4fc5-97a5-c35dfb6c8245" providerId="AD" clId="Web-{BEF6CA92-C109-7B4B-10F5-73CC84BC7550}" dt="2024-05-14T11:29:37.107" v="6" actId="14100"/>
          <ac:picMkLst>
            <pc:docMk/>
            <pc:sldMk cId="2576933562" sldId="3343"/>
            <ac:picMk id="7" creationId="{23D4BFA2-72D5-3F65-CD86-0E11AAE7FC28}"/>
          </ac:picMkLst>
        </pc:picChg>
      </pc:sldChg>
    </pc:docChg>
  </pc:docChgLst>
  <pc:docChgLst>
    <pc:chgData name="Schegoleva, Elena" userId="S::gvaschege@corp.jti.com::9ce2a171-21f1-4fc5-97a5-c35dfb6c8245" providerId="AD" clId="Web-{5F859C19-5287-03E3-C595-D891A1A9F894}"/>
    <pc:docChg chg="addSld delSld modSld">
      <pc:chgData name="Schegoleva, Elena" userId="S::gvaschege@corp.jti.com::9ce2a171-21f1-4fc5-97a5-c35dfb6c8245" providerId="AD" clId="Web-{5F859C19-5287-03E3-C595-D891A1A9F894}" dt="2024-05-14T11:26:11.341" v="246"/>
      <pc:docMkLst>
        <pc:docMk/>
      </pc:docMkLst>
      <pc:sldChg chg="addSp delSp modSp">
        <pc:chgData name="Schegoleva, Elena" userId="S::gvaschege@corp.jti.com::9ce2a171-21f1-4fc5-97a5-c35dfb6c8245" providerId="AD" clId="Web-{5F859C19-5287-03E3-C595-D891A1A9F894}" dt="2024-05-14T11:18:46.120" v="75" actId="1076"/>
        <pc:sldMkLst>
          <pc:docMk/>
          <pc:sldMk cId="1464532728" sldId="2702"/>
        </pc:sldMkLst>
        <pc:spChg chg="add del">
          <ac:chgData name="Schegoleva, Elena" userId="S::gvaschege@corp.jti.com::9ce2a171-21f1-4fc5-97a5-c35dfb6c8245" providerId="AD" clId="Web-{5F859C19-5287-03E3-C595-D891A1A9F894}" dt="2024-05-14T11:18:14.056" v="15"/>
          <ac:spMkLst>
            <pc:docMk/>
            <pc:sldMk cId="1464532728" sldId="2702"/>
            <ac:spMk id="3" creationId="{96929166-8B7B-484A-8479-C599FE37B099}"/>
          </ac:spMkLst>
        </pc:spChg>
        <pc:spChg chg="add del mod">
          <ac:chgData name="Schegoleva, Elena" userId="S::gvaschege@corp.jti.com::9ce2a171-21f1-4fc5-97a5-c35dfb6c8245" providerId="AD" clId="Web-{5F859C19-5287-03E3-C595-D891A1A9F894}" dt="2024-05-14T11:18:35.978" v="71" actId="14100"/>
          <ac:spMkLst>
            <pc:docMk/>
            <pc:sldMk cId="1464532728" sldId="2702"/>
            <ac:spMk id="5" creationId="{09CE20F3-819E-40FE-91DF-E548027F1CEC}"/>
          </ac:spMkLst>
        </pc:spChg>
        <pc:spChg chg="add del mod">
          <ac:chgData name="Schegoleva, Elena" userId="S::gvaschege@corp.jti.com::9ce2a171-21f1-4fc5-97a5-c35dfb6c8245" providerId="AD" clId="Web-{5F859C19-5287-03E3-C595-D891A1A9F894}" dt="2024-05-14T11:18:31.025" v="69"/>
          <ac:spMkLst>
            <pc:docMk/>
            <pc:sldMk cId="1464532728" sldId="2702"/>
            <ac:spMk id="6" creationId="{2039601D-1174-47F8-A700-30642A176D44}"/>
          </ac:spMkLst>
        </pc:spChg>
        <pc:spChg chg="add del mod">
          <ac:chgData name="Schegoleva, Elena" userId="S::gvaschege@corp.jti.com::9ce2a171-21f1-4fc5-97a5-c35dfb6c8245" providerId="AD" clId="Web-{5F859C19-5287-03E3-C595-D891A1A9F894}" dt="2024-05-14T11:18:31.025" v="67"/>
          <ac:spMkLst>
            <pc:docMk/>
            <pc:sldMk cId="1464532728" sldId="2702"/>
            <ac:spMk id="10" creationId="{FBA139E8-2B0E-42E3-A0C4-F8437A4A4028}"/>
          </ac:spMkLst>
        </pc:spChg>
        <pc:spChg chg="add del mod">
          <ac:chgData name="Schegoleva, Elena" userId="S::gvaschege@corp.jti.com::9ce2a171-21f1-4fc5-97a5-c35dfb6c8245" providerId="AD" clId="Web-{5F859C19-5287-03E3-C595-D891A1A9F894}" dt="2024-05-14T11:18:31.025" v="65"/>
          <ac:spMkLst>
            <pc:docMk/>
            <pc:sldMk cId="1464532728" sldId="2702"/>
            <ac:spMk id="14" creationId="{ED9DEA5F-BBA7-4DB2-A281-907F80189A0E}"/>
          </ac:spMkLst>
        </pc:spChg>
        <pc:spChg chg="add del mod">
          <ac:chgData name="Schegoleva, Elena" userId="S::gvaschege@corp.jti.com::9ce2a171-21f1-4fc5-97a5-c35dfb6c8245" providerId="AD" clId="Web-{5F859C19-5287-03E3-C595-D891A1A9F894}" dt="2024-05-14T11:18:31.025" v="63"/>
          <ac:spMkLst>
            <pc:docMk/>
            <pc:sldMk cId="1464532728" sldId="2702"/>
            <ac:spMk id="18" creationId="{65A29251-BCF0-44F0-A83B-5B6C03D16EC8}"/>
          </ac:spMkLst>
        </pc:spChg>
        <pc:spChg chg="add del mod">
          <ac:chgData name="Schegoleva, Elena" userId="S::gvaschege@corp.jti.com::9ce2a171-21f1-4fc5-97a5-c35dfb6c8245" providerId="AD" clId="Web-{5F859C19-5287-03E3-C595-D891A1A9F894}" dt="2024-05-14T11:18:31.025" v="61"/>
          <ac:spMkLst>
            <pc:docMk/>
            <pc:sldMk cId="1464532728" sldId="2702"/>
            <ac:spMk id="22" creationId="{5EF560C4-D38F-46EC-A5C8-862CE7F00373}"/>
          </ac:spMkLst>
        </pc:spChg>
        <pc:grpChg chg="add del mod">
          <ac:chgData name="Schegoleva, Elena" userId="S::gvaschege@corp.jti.com::9ce2a171-21f1-4fc5-97a5-c35dfb6c8245" providerId="AD" clId="Web-{5F859C19-5287-03E3-C595-D891A1A9F894}" dt="2024-05-14T11:18:31.025" v="68"/>
          <ac:grpSpMkLst>
            <pc:docMk/>
            <pc:sldMk cId="1464532728" sldId="2702"/>
            <ac:grpSpMk id="7" creationId="{BB699772-447D-4530-91FF-C6F594441966}"/>
          </ac:grpSpMkLst>
        </pc:grpChg>
        <pc:grpChg chg="add del mod">
          <ac:chgData name="Schegoleva, Elena" userId="S::gvaschege@corp.jti.com::9ce2a171-21f1-4fc5-97a5-c35dfb6c8245" providerId="AD" clId="Web-{5F859C19-5287-03E3-C595-D891A1A9F894}" dt="2024-05-14T11:18:31.025" v="66"/>
          <ac:grpSpMkLst>
            <pc:docMk/>
            <pc:sldMk cId="1464532728" sldId="2702"/>
            <ac:grpSpMk id="11" creationId="{9AC34D38-C861-44A4-A2D4-1287090FEB74}"/>
          </ac:grpSpMkLst>
        </pc:grpChg>
        <pc:grpChg chg="add del mod">
          <ac:chgData name="Schegoleva, Elena" userId="S::gvaschege@corp.jti.com::9ce2a171-21f1-4fc5-97a5-c35dfb6c8245" providerId="AD" clId="Web-{5F859C19-5287-03E3-C595-D891A1A9F894}" dt="2024-05-14T11:18:31.025" v="64"/>
          <ac:grpSpMkLst>
            <pc:docMk/>
            <pc:sldMk cId="1464532728" sldId="2702"/>
            <ac:grpSpMk id="15" creationId="{ABBE7923-8727-4F67-8319-6BDAAE73FA7C}"/>
          </ac:grpSpMkLst>
        </pc:grpChg>
        <pc:grpChg chg="add del mod">
          <ac:chgData name="Schegoleva, Elena" userId="S::gvaschege@corp.jti.com::9ce2a171-21f1-4fc5-97a5-c35dfb6c8245" providerId="AD" clId="Web-{5F859C19-5287-03E3-C595-D891A1A9F894}" dt="2024-05-14T11:18:31.025" v="62"/>
          <ac:grpSpMkLst>
            <pc:docMk/>
            <pc:sldMk cId="1464532728" sldId="2702"/>
            <ac:grpSpMk id="19" creationId="{1EA9CC61-EF33-46F2-9E15-9E33BE513FE5}"/>
          </ac:grpSpMkLst>
        </pc:grpChg>
        <pc:grpChg chg="add del mod">
          <ac:chgData name="Schegoleva, Elena" userId="S::gvaschege@corp.jti.com::9ce2a171-21f1-4fc5-97a5-c35dfb6c8245" providerId="AD" clId="Web-{5F859C19-5287-03E3-C595-D891A1A9F894}" dt="2024-05-14T11:18:31.025" v="60"/>
          <ac:grpSpMkLst>
            <pc:docMk/>
            <pc:sldMk cId="1464532728" sldId="2702"/>
            <ac:grpSpMk id="23" creationId="{523C36B3-2981-4CC4-B595-43A1ED507C82}"/>
          </ac:grpSpMkLst>
        </pc:grpChg>
        <pc:picChg chg="add mod">
          <ac:chgData name="Schegoleva, Elena" userId="S::gvaschege@corp.jti.com::9ce2a171-21f1-4fc5-97a5-c35dfb6c8245" providerId="AD" clId="Web-{5F859C19-5287-03E3-C595-D891A1A9F894}" dt="2024-05-14T11:18:46.120" v="75" actId="1076"/>
          <ac:picMkLst>
            <pc:docMk/>
            <pc:sldMk cId="1464532728" sldId="2702"/>
            <ac:picMk id="27" creationId="{8DB7B499-4AD9-2EDA-062E-1B478AF4D277}"/>
          </ac:picMkLst>
        </pc:picChg>
      </pc:sldChg>
      <pc:sldChg chg="add del">
        <pc:chgData name="Schegoleva, Elena" userId="S::gvaschege@corp.jti.com::9ce2a171-21f1-4fc5-97a5-c35dfb6c8245" providerId="AD" clId="Web-{5F859C19-5287-03E3-C595-D891A1A9F894}" dt="2024-05-14T11:24:00.898" v="160"/>
        <pc:sldMkLst>
          <pc:docMk/>
          <pc:sldMk cId="127492248" sldId="2703"/>
        </pc:sldMkLst>
      </pc:sldChg>
      <pc:sldChg chg="del">
        <pc:chgData name="Schegoleva, Elena" userId="S::gvaschege@corp.jti.com::9ce2a171-21f1-4fc5-97a5-c35dfb6c8245" providerId="AD" clId="Web-{5F859C19-5287-03E3-C595-D891A1A9F894}" dt="2024-05-14T11:25:25.980" v="222"/>
        <pc:sldMkLst>
          <pc:docMk/>
          <pc:sldMk cId="1590073023" sldId="2704"/>
        </pc:sldMkLst>
      </pc:sldChg>
      <pc:sldChg chg="del">
        <pc:chgData name="Schegoleva, Elena" userId="S::gvaschege@corp.jti.com::9ce2a171-21f1-4fc5-97a5-c35dfb6c8245" providerId="AD" clId="Web-{5F859C19-5287-03E3-C595-D891A1A9F894}" dt="2024-05-14T11:25:27.105" v="223"/>
        <pc:sldMkLst>
          <pc:docMk/>
          <pc:sldMk cId="286186183" sldId="2705"/>
        </pc:sldMkLst>
      </pc:sldChg>
      <pc:sldChg chg="del">
        <pc:chgData name="Schegoleva, Elena" userId="S::gvaschege@corp.jti.com::9ce2a171-21f1-4fc5-97a5-c35dfb6c8245" providerId="AD" clId="Web-{5F859C19-5287-03E3-C595-D891A1A9F894}" dt="2024-05-14T11:25:45.840" v="225"/>
        <pc:sldMkLst>
          <pc:docMk/>
          <pc:sldMk cId="3808871326" sldId="2706"/>
        </pc:sldMkLst>
      </pc:sldChg>
      <pc:sldChg chg="del">
        <pc:chgData name="Schegoleva, Elena" userId="S::gvaschege@corp.jti.com::9ce2a171-21f1-4fc5-97a5-c35dfb6c8245" providerId="AD" clId="Web-{5F859C19-5287-03E3-C595-D891A1A9F894}" dt="2024-05-14T11:26:00.872" v="235"/>
        <pc:sldMkLst>
          <pc:docMk/>
          <pc:sldMk cId="2576933562" sldId="2707"/>
        </pc:sldMkLst>
      </pc:sldChg>
      <pc:sldChg chg="del">
        <pc:chgData name="Schegoleva, Elena" userId="S::gvaschege@corp.jti.com::9ce2a171-21f1-4fc5-97a5-c35dfb6c8245" providerId="AD" clId="Web-{5F859C19-5287-03E3-C595-D891A1A9F894}" dt="2024-05-14T11:26:00.872" v="234"/>
        <pc:sldMkLst>
          <pc:docMk/>
          <pc:sldMk cId="2302875541" sldId="2708"/>
        </pc:sldMkLst>
      </pc:sldChg>
      <pc:sldChg chg="del">
        <pc:chgData name="Schegoleva, Elena" userId="S::gvaschege@corp.jti.com::9ce2a171-21f1-4fc5-97a5-c35dfb6c8245" providerId="AD" clId="Web-{5F859C19-5287-03E3-C595-D891A1A9F894}" dt="2024-05-14T11:26:00.872" v="233"/>
        <pc:sldMkLst>
          <pc:docMk/>
          <pc:sldMk cId="2270012720" sldId="2709"/>
        </pc:sldMkLst>
      </pc:sldChg>
      <pc:sldChg chg="del">
        <pc:chgData name="Schegoleva, Elena" userId="S::gvaschege@corp.jti.com::9ce2a171-21f1-4fc5-97a5-c35dfb6c8245" providerId="AD" clId="Web-{5F859C19-5287-03E3-C595-D891A1A9F894}" dt="2024-05-14T11:26:00.872" v="232"/>
        <pc:sldMkLst>
          <pc:docMk/>
          <pc:sldMk cId="2589711468" sldId="2710"/>
        </pc:sldMkLst>
      </pc:sldChg>
      <pc:sldChg chg="del">
        <pc:chgData name="Schegoleva, Elena" userId="S::gvaschege@corp.jti.com::9ce2a171-21f1-4fc5-97a5-c35dfb6c8245" providerId="AD" clId="Web-{5F859C19-5287-03E3-C595-D891A1A9F894}" dt="2024-05-14T11:26:00.872" v="231"/>
        <pc:sldMkLst>
          <pc:docMk/>
          <pc:sldMk cId="3533263115" sldId="2711"/>
        </pc:sldMkLst>
      </pc:sldChg>
      <pc:sldChg chg="del">
        <pc:chgData name="Schegoleva, Elena" userId="S::gvaschege@corp.jti.com::9ce2a171-21f1-4fc5-97a5-c35dfb6c8245" providerId="AD" clId="Web-{5F859C19-5287-03E3-C595-D891A1A9F894}" dt="2024-05-14T11:26:00.872" v="230"/>
        <pc:sldMkLst>
          <pc:docMk/>
          <pc:sldMk cId="569130686" sldId="2712"/>
        </pc:sldMkLst>
      </pc:sldChg>
      <pc:sldChg chg="del">
        <pc:chgData name="Schegoleva, Elena" userId="S::gvaschege@corp.jti.com::9ce2a171-21f1-4fc5-97a5-c35dfb6c8245" providerId="AD" clId="Web-{5F859C19-5287-03E3-C595-D891A1A9F894}" dt="2024-05-14T11:26:00.872" v="229"/>
        <pc:sldMkLst>
          <pc:docMk/>
          <pc:sldMk cId="1414618102" sldId="2713"/>
        </pc:sldMkLst>
      </pc:sldChg>
      <pc:sldChg chg="del">
        <pc:chgData name="Schegoleva, Elena" userId="S::gvaschege@corp.jti.com::9ce2a171-21f1-4fc5-97a5-c35dfb6c8245" providerId="AD" clId="Web-{5F859C19-5287-03E3-C595-D891A1A9F894}" dt="2024-05-14T11:26:00.872" v="228"/>
        <pc:sldMkLst>
          <pc:docMk/>
          <pc:sldMk cId="149082889" sldId="2714"/>
        </pc:sldMkLst>
      </pc:sldChg>
      <pc:sldChg chg="del">
        <pc:chgData name="Schegoleva, Elena" userId="S::gvaschege@corp.jti.com::9ce2a171-21f1-4fc5-97a5-c35dfb6c8245" providerId="AD" clId="Web-{5F859C19-5287-03E3-C595-D891A1A9F894}" dt="2024-05-14T11:26:00.872" v="227"/>
        <pc:sldMkLst>
          <pc:docMk/>
          <pc:sldMk cId="403647292" sldId="2715"/>
        </pc:sldMkLst>
      </pc:sldChg>
      <pc:sldChg chg="del">
        <pc:chgData name="Schegoleva, Elena" userId="S::gvaschege@corp.jti.com::9ce2a171-21f1-4fc5-97a5-c35dfb6c8245" providerId="AD" clId="Web-{5F859C19-5287-03E3-C595-D891A1A9F894}" dt="2024-05-14T11:26:00.872" v="226"/>
        <pc:sldMkLst>
          <pc:docMk/>
          <pc:sldMk cId="810078965" sldId="2716"/>
        </pc:sldMkLst>
      </pc:sldChg>
      <pc:sldChg chg="modSp add">
        <pc:chgData name="Schegoleva, Elena" userId="S::gvaschege@corp.jti.com::9ce2a171-21f1-4fc5-97a5-c35dfb6c8245" providerId="AD" clId="Web-{5F859C19-5287-03E3-C595-D891A1A9F894}" dt="2024-05-14T11:22:39.989" v="154" actId="20577"/>
        <pc:sldMkLst>
          <pc:docMk/>
          <pc:sldMk cId="835742790" sldId="3123"/>
        </pc:sldMkLst>
        <pc:spChg chg="mod">
          <ac:chgData name="Schegoleva, Elena" userId="S::gvaschege@corp.jti.com::9ce2a171-21f1-4fc5-97a5-c35dfb6c8245" providerId="AD" clId="Web-{5F859C19-5287-03E3-C595-D891A1A9F894}" dt="2024-05-14T11:21:40.783" v="127" actId="20577"/>
          <ac:spMkLst>
            <pc:docMk/>
            <pc:sldMk cId="835742790" sldId="3123"/>
            <ac:spMk id="8" creationId="{42B5A341-C693-4C89-AB07-7E29F17F35A9}"/>
          </ac:spMkLst>
        </pc:spChg>
        <pc:spChg chg="mod">
          <ac:chgData name="Schegoleva, Elena" userId="S::gvaschege@corp.jti.com::9ce2a171-21f1-4fc5-97a5-c35dfb6c8245" providerId="AD" clId="Web-{5F859C19-5287-03E3-C595-D891A1A9F894}" dt="2024-05-14T11:21:03.297" v="107" actId="20577"/>
          <ac:spMkLst>
            <pc:docMk/>
            <pc:sldMk cId="835742790" sldId="3123"/>
            <ac:spMk id="11" creationId="{8D6A0676-E036-4025-BD6E-2585EFB4FA2D}"/>
          </ac:spMkLst>
        </pc:spChg>
        <pc:spChg chg="mod">
          <ac:chgData name="Schegoleva, Elena" userId="S::gvaschege@corp.jti.com::9ce2a171-21f1-4fc5-97a5-c35dfb6c8245" providerId="AD" clId="Web-{5F859C19-5287-03E3-C595-D891A1A9F894}" dt="2024-05-14T11:20:34.968" v="77" actId="20577"/>
          <ac:spMkLst>
            <pc:docMk/>
            <pc:sldMk cId="835742790" sldId="3123"/>
            <ac:spMk id="12" creationId="{9955BB60-2D47-4597-A477-B0D96A4E243E}"/>
          </ac:spMkLst>
        </pc:spChg>
        <pc:spChg chg="mod">
          <ac:chgData name="Schegoleva, Elena" userId="S::gvaschege@corp.jti.com::9ce2a171-21f1-4fc5-97a5-c35dfb6c8245" providerId="AD" clId="Web-{5F859C19-5287-03E3-C595-D891A1A9F894}" dt="2024-05-14T11:22:39.989" v="154" actId="20577"/>
          <ac:spMkLst>
            <pc:docMk/>
            <pc:sldMk cId="835742790" sldId="3123"/>
            <ac:spMk id="15" creationId="{0BBC9B27-3D6A-4602-9B83-5112E70EB25E}"/>
          </ac:spMkLst>
        </pc:spChg>
        <pc:spChg chg="mod">
          <ac:chgData name="Schegoleva, Elena" userId="S::gvaschege@corp.jti.com::9ce2a171-21f1-4fc5-97a5-c35dfb6c8245" providerId="AD" clId="Web-{5F859C19-5287-03E3-C595-D891A1A9F894}" dt="2024-05-14T11:22:02.346" v="138" actId="20577"/>
          <ac:spMkLst>
            <pc:docMk/>
            <pc:sldMk cId="835742790" sldId="3123"/>
            <ac:spMk id="19" creationId="{12AEB260-EE8A-4CEF-BB24-34D4D6BFB574}"/>
          </ac:spMkLst>
        </pc:spChg>
        <pc:spChg chg="mod">
          <ac:chgData name="Schegoleva, Elena" userId="S::gvaschege@corp.jti.com::9ce2a171-21f1-4fc5-97a5-c35dfb6c8245" providerId="AD" clId="Web-{5F859C19-5287-03E3-C595-D891A1A9F894}" dt="2024-05-14T11:22:27.457" v="147" actId="20577"/>
          <ac:spMkLst>
            <pc:docMk/>
            <pc:sldMk cId="835742790" sldId="3123"/>
            <ac:spMk id="23" creationId="{5EE72DF0-824E-41A0-A9E1-BAC845C8DC8F}"/>
          </ac:spMkLst>
        </pc:spChg>
        <pc:graphicFrameChg chg="mod modGraphic">
          <ac:chgData name="Schegoleva, Elena" userId="S::gvaschege@corp.jti.com::9ce2a171-21f1-4fc5-97a5-c35dfb6c8245" providerId="AD" clId="Web-{5F859C19-5287-03E3-C595-D891A1A9F894}" dt="2024-05-14T11:21:18.173" v="123"/>
          <ac:graphicFrameMkLst>
            <pc:docMk/>
            <pc:sldMk cId="835742790" sldId="3123"/>
            <ac:graphicFrameMk id="7" creationId="{768264B5-5D12-4168-B878-DE8B8A0B1C5D}"/>
          </ac:graphicFrameMkLst>
        </pc:graphicFrameChg>
        <pc:graphicFrameChg chg="mod modGraphic">
          <ac:chgData name="Schegoleva, Elena" userId="S::gvaschege@corp.jti.com::9ce2a171-21f1-4fc5-97a5-c35dfb6c8245" providerId="AD" clId="Web-{5F859C19-5287-03E3-C595-D891A1A9F894}" dt="2024-05-14T11:20:46.453" v="95"/>
          <ac:graphicFrameMkLst>
            <pc:docMk/>
            <pc:sldMk cId="835742790" sldId="3123"/>
            <ac:graphicFrameMk id="10" creationId="{3B762249-4ADA-4F84-AEAF-FBFFDF4D4A5C}"/>
          </ac:graphicFrameMkLst>
        </pc:graphicFrameChg>
        <pc:graphicFrameChg chg="mod modGraphic">
          <ac:chgData name="Schegoleva, Elena" userId="S::gvaschege@corp.jti.com::9ce2a171-21f1-4fc5-97a5-c35dfb6c8245" providerId="AD" clId="Web-{5F859C19-5287-03E3-C595-D891A1A9F894}" dt="2024-05-14T11:21:48.190" v="131"/>
          <ac:graphicFrameMkLst>
            <pc:docMk/>
            <pc:sldMk cId="835742790" sldId="3123"/>
            <ac:graphicFrameMk id="18" creationId="{ED8927DD-6C30-4623-98FF-0395868FE93B}"/>
          </ac:graphicFrameMkLst>
        </pc:graphicFrameChg>
        <pc:graphicFrameChg chg="mod modGraphic">
          <ac:chgData name="Schegoleva, Elena" userId="S::gvaschege@corp.jti.com::9ce2a171-21f1-4fc5-97a5-c35dfb6c8245" providerId="AD" clId="Web-{5F859C19-5287-03E3-C595-D891A1A9F894}" dt="2024-05-14T11:22:18.441" v="145"/>
          <ac:graphicFrameMkLst>
            <pc:docMk/>
            <pc:sldMk cId="835742790" sldId="3123"/>
            <ac:graphicFrameMk id="22" creationId="{250AA26A-BD5C-4EFD-8DBB-0F07F84DC20A}"/>
          </ac:graphicFrameMkLst>
        </pc:graphicFrameChg>
      </pc:sldChg>
      <pc:sldChg chg="modSp add">
        <pc:chgData name="Schegoleva, Elena" userId="S::gvaschege@corp.jti.com::9ce2a171-21f1-4fc5-97a5-c35dfb6c8245" providerId="AD" clId="Web-{5F859C19-5287-03E3-C595-D891A1A9F894}" dt="2024-05-14T11:24:08.180" v="162" actId="20577"/>
        <pc:sldMkLst>
          <pc:docMk/>
          <pc:sldMk cId="3646929449" sldId="3333"/>
        </pc:sldMkLst>
        <pc:spChg chg="mod">
          <ac:chgData name="Schegoleva, Elena" userId="S::gvaschege@corp.jti.com::9ce2a171-21f1-4fc5-97a5-c35dfb6c8245" providerId="AD" clId="Web-{5F859C19-5287-03E3-C595-D891A1A9F894}" dt="2024-05-14T11:24:08.180" v="162" actId="20577"/>
          <ac:spMkLst>
            <pc:docMk/>
            <pc:sldMk cId="3646929449" sldId="3333"/>
            <ac:spMk id="5" creationId="{09CE20F3-819E-40FE-91DF-E548027F1CEC}"/>
          </ac:spMkLst>
        </pc:spChg>
      </pc:sldChg>
      <pc:sldChg chg="add">
        <pc:chgData name="Schegoleva, Elena" userId="S::gvaschege@corp.jti.com::9ce2a171-21f1-4fc5-97a5-c35dfb6c8245" providerId="AD" clId="Web-{5F859C19-5287-03E3-C595-D891A1A9F894}" dt="2024-05-14T11:23:52.929" v="158"/>
        <pc:sldMkLst>
          <pc:docMk/>
          <pc:sldMk cId="4208970574" sldId="3336"/>
        </pc:sldMkLst>
      </pc:sldChg>
      <pc:sldChg chg="modSp add">
        <pc:chgData name="Schegoleva, Elena" userId="S::gvaschege@corp.jti.com::9ce2a171-21f1-4fc5-97a5-c35dfb6c8245" providerId="AD" clId="Web-{5F859C19-5287-03E3-C595-D891A1A9F894}" dt="2024-05-14T11:24:13.633" v="163" actId="20577"/>
        <pc:sldMkLst>
          <pc:docMk/>
          <pc:sldMk cId="3237791657" sldId="3339"/>
        </pc:sldMkLst>
        <pc:spChg chg="mod">
          <ac:chgData name="Schegoleva, Elena" userId="S::gvaschege@corp.jti.com::9ce2a171-21f1-4fc5-97a5-c35dfb6c8245" providerId="AD" clId="Web-{5F859C19-5287-03E3-C595-D891A1A9F894}" dt="2024-05-14T11:24:13.633" v="163" actId="20577"/>
          <ac:spMkLst>
            <pc:docMk/>
            <pc:sldMk cId="3237791657" sldId="3339"/>
            <ac:spMk id="5" creationId="{09CE20F3-819E-40FE-91DF-E548027F1CEC}"/>
          </ac:spMkLst>
        </pc:spChg>
      </pc:sldChg>
      <pc:sldChg chg="modSp add">
        <pc:chgData name="Schegoleva, Elena" userId="S::gvaschege@corp.jti.com::9ce2a171-21f1-4fc5-97a5-c35dfb6c8245" providerId="AD" clId="Web-{5F859C19-5287-03E3-C595-D891A1A9F894}" dt="2024-05-14T11:24:49.056" v="188"/>
        <pc:sldMkLst>
          <pc:docMk/>
          <pc:sldMk cId="1286837269" sldId="3340"/>
        </pc:sldMkLst>
        <pc:spChg chg="mod">
          <ac:chgData name="Schegoleva, Elena" userId="S::gvaschege@corp.jti.com::9ce2a171-21f1-4fc5-97a5-c35dfb6c8245" providerId="AD" clId="Web-{5F859C19-5287-03E3-C595-D891A1A9F894}" dt="2024-05-14T11:24:30.493" v="166" actId="20577"/>
          <ac:spMkLst>
            <pc:docMk/>
            <pc:sldMk cId="1286837269" sldId="3340"/>
            <ac:spMk id="5" creationId="{0EFD9CF0-2F41-4E31-8576-C4AB937D2E5B}"/>
          </ac:spMkLst>
        </pc:spChg>
        <pc:graphicFrameChg chg="mod modGraphic">
          <ac:chgData name="Schegoleva, Elena" userId="S::gvaschege@corp.jti.com::9ce2a171-21f1-4fc5-97a5-c35dfb6c8245" providerId="AD" clId="Web-{5F859C19-5287-03E3-C595-D891A1A9F894}" dt="2024-05-14T11:24:49.056" v="188"/>
          <ac:graphicFrameMkLst>
            <pc:docMk/>
            <pc:sldMk cId="1286837269" sldId="3340"/>
            <ac:graphicFrameMk id="28" creationId="{30275240-00A9-4908-8AC4-4EBF0600AFC8}"/>
          </ac:graphicFrameMkLst>
        </pc:graphicFrameChg>
      </pc:sldChg>
      <pc:sldChg chg="modSp add">
        <pc:chgData name="Schegoleva, Elena" userId="S::gvaschege@corp.jti.com::9ce2a171-21f1-4fc5-97a5-c35dfb6c8245" providerId="AD" clId="Web-{5F859C19-5287-03E3-C595-D891A1A9F894}" dt="2024-05-14T11:25:20.636" v="221"/>
        <pc:sldMkLst>
          <pc:docMk/>
          <pc:sldMk cId="3280672034" sldId="3341"/>
        </pc:sldMkLst>
        <pc:spChg chg="mod">
          <ac:chgData name="Schegoleva, Elena" userId="S::gvaschege@corp.jti.com::9ce2a171-21f1-4fc5-97a5-c35dfb6c8245" providerId="AD" clId="Web-{5F859C19-5287-03E3-C595-D891A1A9F894}" dt="2024-05-14T11:24:55.510" v="189" actId="20577"/>
          <ac:spMkLst>
            <pc:docMk/>
            <pc:sldMk cId="3280672034" sldId="3341"/>
            <ac:spMk id="5" creationId="{0EFD9CF0-2F41-4E31-8576-C4AB937D2E5B}"/>
          </ac:spMkLst>
        </pc:spChg>
        <pc:graphicFrameChg chg="mod modGraphic">
          <ac:chgData name="Schegoleva, Elena" userId="S::gvaschege@corp.jti.com::9ce2a171-21f1-4fc5-97a5-c35dfb6c8245" providerId="AD" clId="Web-{5F859C19-5287-03E3-C595-D891A1A9F894}" dt="2024-05-14T11:25:20.636" v="221"/>
          <ac:graphicFrameMkLst>
            <pc:docMk/>
            <pc:sldMk cId="3280672034" sldId="3341"/>
            <ac:graphicFrameMk id="10" creationId="{B5D52DB3-25BC-406F-ACAC-7B92E027A117}"/>
          </ac:graphicFrameMkLst>
        </pc:graphicFrameChg>
      </pc:sldChg>
      <pc:sldChg chg="add">
        <pc:chgData name="Schegoleva, Elena" userId="S::gvaschege@corp.jti.com::9ce2a171-21f1-4fc5-97a5-c35dfb6c8245" providerId="AD" clId="Web-{5F859C19-5287-03E3-C595-D891A1A9F894}" dt="2024-05-14T11:25:35.418" v="224"/>
        <pc:sldMkLst>
          <pc:docMk/>
          <pc:sldMk cId="3497570747" sldId="3342"/>
        </pc:sldMkLst>
      </pc:sldChg>
      <pc:sldChg chg="add">
        <pc:chgData name="Schegoleva, Elena" userId="S::gvaschege@corp.jti.com::9ce2a171-21f1-4fc5-97a5-c35dfb6c8245" providerId="AD" clId="Web-{5F859C19-5287-03E3-C595-D891A1A9F894}" dt="2024-05-14T11:26:11.200" v="236"/>
        <pc:sldMkLst>
          <pc:docMk/>
          <pc:sldMk cId="2576933562" sldId="3343"/>
        </pc:sldMkLst>
      </pc:sldChg>
      <pc:sldChg chg="add">
        <pc:chgData name="Schegoleva, Elena" userId="S::gvaschege@corp.jti.com::9ce2a171-21f1-4fc5-97a5-c35dfb6c8245" providerId="AD" clId="Web-{5F859C19-5287-03E3-C595-D891A1A9F894}" dt="2024-05-14T11:26:11.216" v="237"/>
        <pc:sldMkLst>
          <pc:docMk/>
          <pc:sldMk cId="2302875541" sldId="3344"/>
        </pc:sldMkLst>
      </pc:sldChg>
      <pc:sldChg chg="add">
        <pc:chgData name="Schegoleva, Elena" userId="S::gvaschege@corp.jti.com::9ce2a171-21f1-4fc5-97a5-c35dfb6c8245" providerId="AD" clId="Web-{5F859C19-5287-03E3-C595-D891A1A9F894}" dt="2024-05-14T11:26:11.232" v="238"/>
        <pc:sldMkLst>
          <pc:docMk/>
          <pc:sldMk cId="2270012720" sldId="3345"/>
        </pc:sldMkLst>
      </pc:sldChg>
      <pc:sldChg chg="add">
        <pc:chgData name="Schegoleva, Elena" userId="S::gvaschege@corp.jti.com::9ce2a171-21f1-4fc5-97a5-c35dfb6c8245" providerId="AD" clId="Web-{5F859C19-5287-03E3-C595-D891A1A9F894}" dt="2024-05-14T11:26:11.247" v="239"/>
        <pc:sldMkLst>
          <pc:docMk/>
          <pc:sldMk cId="1125608517" sldId="3346"/>
        </pc:sldMkLst>
      </pc:sldChg>
      <pc:sldChg chg="add">
        <pc:chgData name="Schegoleva, Elena" userId="S::gvaschege@corp.jti.com::9ce2a171-21f1-4fc5-97a5-c35dfb6c8245" providerId="AD" clId="Web-{5F859C19-5287-03E3-C595-D891A1A9F894}" dt="2024-05-14T11:26:11.263" v="240"/>
        <pc:sldMkLst>
          <pc:docMk/>
          <pc:sldMk cId="2589711468" sldId="3347"/>
        </pc:sldMkLst>
      </pc:sldChg>
      <pc:sldChg chg="add">
        <pc:chgData name="Schegoleva, Elena" userId="S::gvaschege@corp.jti.com::9ce2a171-21f1-4fc5-97a5-c35dfb6c8245" providerId="AD" clId="Web-{5F859C19-5287-03E3-C595-D891A1A9F894}" dt="2024-05-14T11:26:11.278" v="241"/>
        <pc:sldMkLst>
          <pc:docMk/>
          <pc:sldMk cId="3533263115" sldId="3348"/>
        </pc:sldMkLst>
      </pc:sldChg>
      <pc:sldChg chg="add">
        <pc:chgData name="Schegoleva, Elena" userId="S::gvaschege@corp.jti.com::9ce2a171-21f1-4fc5-97a5-c35dfb6c8245" providerId="AD" clId="Web-{5F859C19-5287-03E3-C595-D891A1A9F894}" dt="2024-05-14T11:26:11.294" v="242"/>
        <pc:sldMkLst>
          <pc:docMk/>
          <pc:sldMk cId="569130686" sldId="3349"/>
        </pc:sldMkLst>
      </pc:sldChg>
      <pc:sldChg chg="add">
        <pc:chgData name="Schegoleva, Elena" userId="S::gvaschege@corp.jti.com::9ce2a171-21f1-4fc5-97a5-c35dfb6c8245" providerId="AD" clId="Web-{5F859C19-5287-03E3-C595-D891A1A9F894}" dt="2024-05-14T11:26:11.310" v="243"/>
        <pc:sldMkLst>
          <pc:docMk/>
          <pc:sldMk cId="1414618102" sldId="3350"/>
        </pc:sldMkLst>
      </pc:sldChg>
      <pc:sldChg chg="add">
        <pc:chgData name="Schegoleva, Elena" userId="S::gvaschege@corp.jti.com::9ce2a171-21f1-4fc5-97a5-c35dfb6c8245" providerId="AD" clId="Web-{5F859C19-5287-03E3-C595-D891A1A9F894}" dt="2024-05-14T11:26:11.325" v="244"/>
        <pc:sldMkLst>
          <pc:docMk/>
          <pc:sldMk cId="149082889" sldId="3351"/>
        </pc:sldMkLst>
      </pc:sldChg>
      <pc:sldChg chg="add">
        <pc:chgData name="Schegoleva, Elena" userId="S::gvaschege@corp.jti.com::9ce2a171-21f1-4fc5-97a5-c35dfb6c8245" providerId="AD" clId="Web-{5F859C19-5287-03E3-C595-D891A1A9F894}" dt="2024-05-14T11:26:11.325" v="245"/>
        <pc:sldMkLst>
          <pc:docMk/>
          <pc:sldMk cId="403647292" sldId="3352"/>
        </pc:sldMkLst>
      </pc:sldChg>
      <pc:sldChg chg="add">
        <pc:chgData name="Schegoleva, Elena" userId="S::gvaschege@corp.jti.com::9ce2a171-21f1-4fc5-97a5-c35dfb6c8245" providerId="AD" clId="Web-{5F859C19-5287-03E3-C595-D891A1A9F894}" dt="2024-05-14T11:26:11.341" v="246"/>
        <pc:sldMkLst>
          <pc:docMk/>
          <pc:sldMk cId="810078965" sldId="3353"/>
        </pc:sldMkLst>
      </pc:sldChg>
    </pc:docChg>
  </pc:docChgLst>
  <pc:docChgLst>
    <pc:chgData name="Walendziuk, Malgorzata" userId="S::cstwalenm@corp.jti.com::d2124180-0e82-4794-ac3f-7d320d625575" providerId="AD" clId="Web-{ACA74EF5-DF6C-65DB-5489-CDB410E7079A}"/>
    <pc:docChg chg="modSld">
      <pc:chgData name="Walendziuk, Malgorzata" userId="S::cstwalenm@corp.jti.com::d2124180-0e82-4794-ac3f-7d320d625575" providerId="AD" clId="Web-{ACA74EF5-DF6C-65DB-5489-CDB410E7079A}" dt="2020-10-02T07:10:04.749" v="11" actId="20577"/>
      <pc:docMkLst>
        <pc:docMk/>
      </pc:docMkLst>
      <pc:sldChg chg="modSp">
        <pc:chgData name="Walendziuk, Malgorzata" userId="S::cstwalenm@corp.jti.com::d2124180-0e82-4794-ac3f-7d320d625575" providerId="AD" clId="Web-{ACA74EF5-DF6C-65DB-5489-CDB410E7079A}" dt="2020-10-02T07:08:11.669" v="8" actId="20577"/>
        <pc:sldMkLst>
          <pc:docMk/>
          <pc:sldMk cId="2507996219" sldId="2471"/>
        </pc:sldMkLst>
        <pc:spChg chg="mod">
          <ac:chgData name="Walendziuk, Malgorzata" userId="S::cstwalenm@corp.jti.com::d2124180-0e82-4794-ac3f-7d320d625575" providerId="AD" clId="Web-{ACA74EF5-DF6C-65DB-5489-CDB410E7079A}" dt="2020-10-02T07:08:11.669" v="8" actId="20577"/>
          <ac:spMkLst>
            <pc:docMk/>
            <pc:sldMk cId="2507996219" sldId="2471"/>
            <ac:spMk id="5" creationId="{09CE20F3-819E-40FE-91DF-E548027F1CEC}"/>
          </ac:spMkLst>
        </pc:spChg>
      </pc:sldChg>
      <pc:sldChg chg="modSp">
        <pc:chgData name="Walendziuk, Malgorzata" userId="S::cstwalenm@corp.jti.com::d2124180-0e82-4794-ac3f-7d320d625575" providerId="AD" clId="Web-{ACA74EF5-DF6C-65DB-5489-CDB410E7079A}" dt="2020-10-02T07:10:04.749" v="11" actId="20577"/>
        <pc:sldMkLst>
          <pc:docMk/>
          <pc:sldMk cId="3744669065" sldId="2701"/>
        </pc:sldMkLst>
        <pc:spChg chg="mod">
          <ac:chgData name="Walendziuk, Malgorzata" userId="S::cstwalenm@corp.jti.com::d2124180-0e82-4794-ac3f-7d320d625575" providerId="AD" clId="Web-{ACA74EF5-DF6C-65DB-5489-CDB410E7079A}" dt="2020-10-02T07:10:04.749" v="11" actId="20577"/>
          <ac:spMkLst>
            <pc:docMk/>
            <pc:sldMk cId="3744669065" sldId="2701"/>
            <ac:spMk id="19" creationId="{12AEB260-EE8A-4CEF-BB24-34D4D6BFB574}"/>
          </ac:spMkLst>
        </pc:spChg>
      </pc:sldChg>
    </pc:docChg>
  </pc:docChgLst>
  <pc:docChgLst>
    <pc:chgData name="Schegoleva, Elena" userId="S::gvaschege@corp.jti.com::9ce2a171-21f1-4fc5-97a5-c35dfb6c8245" providerId="AD" clId="Web-{E4AE1962-2D24-71DC-F456-E76BDF17763E}"/>
    <pc:docChg chg="modSld">
      <pc:chgData name="Schegoleva, Elena" userId="S::gvaschege@corp.jti.com::9ce2a171-21f1-4fc5-97a5-c35dfb6c8245" providerId="AD" clId="Web-{E4AE1962-2D24-71DC-F456-E76BDF17763E}" dt="2024-05-14T13:14:46.729" v="16" actId="20577"/>
      <pc:docMkLst>
        <pc:docMk/>
      </pc:docMkLst>
      <pc:sldChg chg="addSp delSp modSp">
        <pc:chgData name="Schegoleva, Elena" userId="S::gvaschege@corp.jti.com::9ce2a171-21f1-4fc5-97a5-c35dfb6c8245" providerId="AD" clId="Web-{E4AE1962-2D24-71DC-F456-E76BDF17763E}" dt="2024-05-14T13:04:41.800" v="10" actId="14100"/>
        <pc:sldMkLst>
          <pc:docMk/>
          <pc:sldMk cId="2576933562" sldId="3343"/>
        </pc:sldMkLst>
        <pc:picChg chg="add mod modCrop">
          <ac:chgData name="Schegoleva, Elena" userId="S::gvaschege@corp.jti.com::9ce2a171-21f1-4fc5-97a5-c35dfb6c8245" providerId="AD" clId="Web-{E4AE1962-2D24-71DC-F456-E76BDF17763E}" dt="2024-05-14T13:04:41.800" v="10" actId="14100"/>
          <ac:picMkLst>
            <pc:docMk/>
            <pc:sldMk cId="2576933562" sldId="3343"/>
            <ac:picMk id="5" creationId="{9370B32F-24BA-DBD1-381F-DA1C1A348ABF}"/>
          </ac:picMkLst>
        </pc:picChg>
        <pc:picChg chg="del">
          <ac:chgData name="Schegoleva, Elena" userId="S::gvaschege@corp.jti.com::9ce2a171-21f1-4fc5-97a5-c35dfb6c8245" providerId="AD" clId="Web-{E4AE1962-2D24-71DC-F456-E76BDF17763E}" dt="2024-05-14T13:04:13.689" v="0"/>
          <ac:picMkLst>
            <pc:docMk/>
            <pc:sldMk cId="2576933562" sldId="3343"/>
            <ac:picMk id="7" creationId="{23D4BFA2-72D5-3F65-CD86-0E11AAE7FC28}"/>
          </ac:picMkLst>
        </pc:picChg>
      </pc:sldChg>
      <pc:sldChg chg="modSp">
        <pc:chgData name="Schegoleva, Elena" userId="S::gvaschege@corp.jti.com::9ce2a171-21f1-4fc5-97a5-c35dfb6c8245" providerId="AD" clId="Web-{E4AE1962-2D24-71DC-F456-E76BDF17763E}" dt="2024-05-14T13:13:50.242" v="12" actId="20577"/>
        <pc:sldMkLst>
          <pc:docMk/>
          <pc:sldMk cId="2589711468" sldId="3347"/>
        </pc:sldMkLst>
        <pc:spChg chg="mod">
          <ac:chgData name="Schegoleva, Elena" userId="S::gvaschege@corp.jti.com::9ce2a171-21f1-4fc5-97a5-c35dfb6c8245" providerId="AD" clId="Web-{E4AE1962-2D24-71DC-F456-E76BDF17763E}" dt="2024-05-14T13:13:50.242" v="12" actId="20577"/>
          <ac:spMkLst>
            <pc:docMk/>
            <pc:sldMk cId="2589711468" sldId="3347"/>
            <ac:spMk id="9" creationId="{2C1D5F92-ADF0-424F-9EBB-3DE9444B632D}"/>
          </ac:spMkLst>
        </pc:spChg>
      </pc:sldChg>
      <pc:sldChg chg="modSp">
        <pc:chgData name="Schegoleva, Elena" userId="S::gvaschege@corp.jti.com::9ce2a171-21f1-4fc5-97a5-c35dfb6c8245" providerId="AD" clId="Web-{E4AE1962-2D24-71DC-F456-E76BDF17763E}" dt="2024-05-14T13:14:46.729" v="16" actId="20577"/>
        <pc:sldMkLst>
          <pc:docMk/>
          <pc:sldMk cId="3533263115" sldId="3348"/>
        </pc:sldMkLst>
        <pc:spChg chg="mod">
          <ac:chgData name="Schegoleva, Elena" userId="S::gvaschege@corp.jti.com::9ce2a171-21f1-4fc5-97a5-c35dfb6c8245" providerId="AD" clId="Web-{E4AE1962-2D24-71DC-F456-E76BDF17763E}" dt="2024-05-14T13:14:38.760" v="14" actId="20577"/>
          <ac:spMkLst>
            <pc:docMk/>
            <pc:sldMk cId="3533263115" sldId="3348"/>
            <ac:spMk id="8" creationId="{76A747F3-452F-2DE7-6153-44978DA6CFD3}"/>
          </ac:spMkLst>
        </pc:spChg>
        <pc:spChg chg="mod">
          <ac:chgData name="Schegoleva, Elena" userId="S::gvaschege@corp.jti.com::9ce2a171-21f1-4fc5-97a5-c35dfb6c8245" providerId="AD" clId="Web-{E4AE1962-2D24-71DC-F456-E76BDF17763E}" dt="2024-05-14T13:14:46.729" v="16" actId="20577"/>
          <ac:spMkLst>
            <pc:docMk/>
            <pc:sldMk cId="3533263115" sldId="3348"/>
            <ac:spMk id="9" creationId="{2C1D5F92-ADF0-424F-9EBB-3DE9444B632D}"/>
          </ac:spMkLst>
        </pc:spChg>
      </pc:sldChg>
    </pc:docChg>
  </pc:docChgLst>
  <pc:docChgLst>
    <pc:chgData name="Wang, Wei" userId="627587dd-935f-4f2b-a6c6-edd4e0dcbff5" providerId="ADAL" clId="{DDA96D52-869E-4122-9932-457FD6724455}"/>
    <pc:docChg chg="delSld delMainMaster">
      <pc:chgData name="Wang, Wei" userId="627587dd-935f-4f2b-a6c6-edd4e0dcbff5" providerId="ADAL" clId="{DDA96D52-869E-4122-9932-457FD6724455}" dt="2021-07-14T15:10:07.442" v="0" actId="47"/>
      <pc:docMkLst>
        <pc:docMk/>
      </pc:docMkLst>
      <pc:sldChg chg="del">
        <pc:chgData name="Wang, Wei" userId="627587dd-935f-4f2b-a6c6-edd4e0dcbff5" providerId="ADAL" clId="{DDA96D52-869E-4122-9932-457FD6724455}" dt="2021-07-14T15:10:07.442" v="0" actId="47"/>
        <pc:sldMkLst>
          <pc:docMk/>
          <pc:sldMk cId="806639410" sldId="2215"/>
        </pc:sldMkLst>
      </pc:sldChg>
      <pc:sldChg chg="del">
        <pc:chgData name="Wang, Wei" userId="627587dd-935f-4f2b-a6c6-edd4e0dcbff5" providerId="ADAL" clId="{DDA96D52-869E-4122-9932-457FD6724455}" dt="2021-07-14T15:10:07.442" v="0" actId="47"/>
        <pc:sldMkLst>
          <pc:docMk/>
          <pc:sldMk cId="2830367056" sldId="2431"/>
        </pc:sldMkLst>
      </pc:sldChg>
      <pc:sldChg chg="del">
        <pc:chgData name="Wang, Wei" userId="627587dd-935f-4f2b-a6c6-edd4e0dcbff5" providerId="ADAL" clId="{DDA96D52-869E-4122-9932-457FD6724455}" dt="2021-07-14T15:10:07.442" v="0" actId="47"/>
        <pc:sldMkLst>
          <pc:docMk/>
          <pc:sldMk cId="2507996219" sldId="2471"/>
        </pc:sldMkLst>
      </pc:sldChg>
      <pc:sldChg chg="del">
        <pc:chgData name="Wang, Wei" userId="627587dd-935f-4f2b-a6c6-edd4e0dcbff5" providerId="ADAL" clId="{DDA96D52-869E-4122-9932-457FD6724455}" dt="2021-07-14T15:10:07.442" v="0" actId="47"/>
        <pc:sldMkLst>
          <pc:docMk/>
          <pc:sldMk cId="2828914739" sldId="2651"/>
        </pc:sldMkLst>
      </pc:sldChg>
      <pc:sldChg chg="del">
        <pc:chgData name="Wang, Wei" userId="627587dd-935f-4f2b-a6c6-edd4e0dcbff5" providerId="ADAL" clId="{DDA96D52-869E-4122-9932-457FD6724455}" dt="2021-07-14T15:10:07.442" v="0" actId="47"/>
        <pc:sldMkLst>
          <pc:docMk/>
          <pc:sldMk cId="3937243407" sldId="2654"/>
        </pc:sldMkLst>
      </pc:sldChg>
      <pc:sldChg chg="del">
        <pc:chgData name="Wang, Wei" userId="627587dd-935f-4f2b-a6c6-edd4e0dcbff5" providerId="ADAL" clId="{DDA96D52-869E-4122-9932-457FD6724455}" dt="2021-07-14T15:10:07.442" v="0" actId="47"/>
        <pc:sldMkLst>
          <pc:docMk/>
          <pc:sldMk cId="18681107" sldId="2655"/>
        </pc:sldMkLst>
      </pc:sldChg>
      <pc:sldChg chg="del">
        <pc:chgData name="Wang, Wei" userId="627587dd-935f-4f2b-a6c6-edd4e0dcbff5" providerId="ADAL" clId="{DDA96D52-869E-4122-9932-457FD6724455}" dt="2021-07-14T15:10:07.442" v="0" actId="47"/>
        <pc:sldMkLst>
          <pc:docMk/>
          <pc:sldMk cId="3418360489" sldId="2678"/>
        </pc:sldMkLst>
      </pc:sldChg>
      <pc:sldChg chg="del">
        <pc:chgData name="Wang, Wei" userId="627587dd-935f-4f2b-a6c6-edd4e0dcbff5" providerId="ADAL" clId="{DDA96D52-869E-4122-9932-457FD6724455}" dt="2021-07-14T15:10:07.442" v="0" actId="47"/>
        <pc:sldMkLst>
          <pc:docMk/>
          <pc:sldMk cId="3525788506" sldId="2679"/>
        </pc:sldMkLst>
      </pc:sldChg>
      <pc:sldChg chg="del">
        <pc:chgData name="Wang, Wei" userId="627587dd-935f-4f2b-a6c6-edd4e0dcbff5" providerId="ADAL" clId="{DDA96D52-869E-4122-9932-457FD6724455}" dt="2021-07-14T15:10:07.442" v="0" actId="47"/>
        <pc:sldMkLst>
          <pc:docMk/>
          <pc:sldMk cId="1630097365" sldId="2681"/>
        </pc:sldMkLst>
      </pc:sldChg>
      <pc:sldChg chg="del">
        <pc:chgData name="Wang, Wei" userId="627587dd-935f-4f2b-a6c6-edd4e0dcbff5" providerId="ADAL" clId="{DDA96D52-869E-4122-9932-457FD6724455}" dt="2021-07-14T15:10:07.442" v="0" actId="47"/>
        <pc:sldMkLst>
          <pc:docMk/>
          <pc:sldMk cId="3396849485" sldId="2682"/>
        </pc:sldMkLst>
      </pc:sldChg>
      <pc:sldChg chg="del">
        <pc:chgData name="Wang, Wei" userId="627587dd-935f-4f2b-a6c6-edd4e0dcbff5" providerId="ADAL" clId="{DDA96D52-869E-4122-9932-457FD6724455}" dt="2021-07-14T15:10:07.442" v="0" actId="47"/>
        <pc:sldMkLst>
          <pc:docMk/>
          <pc:sldMk cId="3768938217" sldId="2683"/>
        </pc:sldMkLst>
      </pc:sldChg>
      <pc:sldChg chg="del">
        <pc:chgData name="Wang, Wei" userId="627587dd-935f-4f2b-a6c6-edd4e0dcbff5" providerId="ADAL" clId="{DDA96D52-869E-4122-9932-457FD6724455}" dt="2021-07-14T15:10:07.442" v="0" actId="47"/>
        <pc:sldMkLst>
          <pc:docMk/>
          <pc:sldMk cId="1689117540" sldId="2684"/>
        </pc:sldMkLst>
      </pc:sldChg>
      <pc:sldChg chg="del">
        <pc:chgData name="Wang, Wei" userId="627587dd-935f-4f2b-a6c6-edd4e0dcbff5" providerId="ADAL" clId="{DDA96D52-869E-4122-9932-457FD6724455}" dt="2021-07-14T15:10:07.442" v="0" actId="47"/>
        <pc:sldMkLst>
          <pc:docMk/>
          <pc:sldMk cId="4109776251" sldId="2685"/>
        </pc:sldMkLst>
      </pc:sldChg>
      <pc:sldChg chg="del">
        <pc:chgData name="Wang, Wei" userId="627587dd-935f-4f2b-a6c6-edd4e0dcbff5" providerId="ADAL" clId="{DDA96D52-869E-4122-9932-457FD6724455}" dt="2021-07-14T15:10:07.442" v="0" actId="47"/>
        <pc:sldMkLst>
          <pc:docMk/>
          <pc:sldMk cId="2755661379" sldId="2686"/>
        </pc:sldMkLst>
      </pc:sldChg>
      <pc:sldChg chg="del">
        <pc:chgData name="Wang, Wei" userId="627587dd-935f-4f2b-a6c6-edd4e0dcbff5" providerId="ADAL" clId="{DDA96D52-869E-4122-9932-457FD6724455}" dt="2021-07-14T15:10:07.442" v="0" actId="47"/>
        <pc:sldMkLst>
          <pc:docMk/>
          <pc:sldMk cId="3662410924" sldId="2688"/>
        </pc:sldMkLst>
      </pc:sldChg>
      <pc:sldChg chg="del">
        <pc:chgData name="Wang, Wei" userId="627587dd-935f-4f2b-a6c6-edd4e0dcbff5" providerId="ADAL" clId="{DDA96D52-869E-4122-9932-457FD6724455}" dt="2021-07-14T15:10:07.442" v="0" actId="47"/>
        <pc:sldMkLst>
          <pc:docMk/>
          <pc:sldMk cId="3744669065" sldId="2701"/>
        </pc:sldMkLst>
      </pc:sldChg>
      <pc:sldMasterChg chg="del delSldLayout">
        <pc:chgData name="Wang, Wei" userId="627587dd-935f-4f2b-a6c6-edd4e0dcbff5" providerId="ADAL" clId="{DDA96D52-869E-4122-9932-457FD6724455}" dt="2021-07-14T15:10:07.442" v="0" actId="47"/>
        <pc:sldMasterMkLst>
          <pc:docMk/>
          <pc:sldMasterMk cId="2836521439" sldId="2147483702"/>
        </pc:sldMasterMkLst>
        <pc:sldLayoutChg chg="del">
          <pc:chgData name="Wang, Wei" userId="627587dd-935f-4f2b-a6c6-edd4e0dcbff5" providerId="ADAL" clId="{DDA96D52-869E-4122-9932-457FD6724455}" dt="2021-07-14T15:10:07.442" v="0" actId="47"/>
          <pc:sldLayoutMkLst>
            <pc:docMk/>
            <pc:sldMasterMk cId="2836521439" sldId="2147483702"/>
            <pc:sldLayoutMk cId="380365703" sldId="2147483703"/>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1415036621" sldId="2147483704"/>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1059508642" sldId="2147483705"/>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920549700" sldId="2147483706"/>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819214316" sldId="2147483707"/>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108629251" sldId="2147483708"/>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665911436" sldId="2147483709"/>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3444009004" sldId="2147483710"/>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3598458974" sldId="2147483711"/>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2559886088" sldId="2147483712"/>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844894232" sldId="2147483713"/>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796467834" sldId="2147483714"/>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3022726613" sldId="2147483715"/>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2067802144" sldId="2147483716"/>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1248495476" sldId="2147483717"/>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1272755757" sldId="2147483718"/>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3725882292" sldId="2147483719"/>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1421434301" sldId="2147483720"/>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3955619718" sldId="2147483721"/>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3924470501" sldId="2147483722"/>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4121807472" sldId="2147483723"/>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2813829416" sldId="2147483724"/>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2441579517" sldId="2147483725"/>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2726955475" sldId="2147483726"/>
          </pc:sldLayoutMkLst>
        </pc:sldLayoutChg>
        <pc:sldLayoutChg chg="del">
          <pc:chgData name="Wang, Wei" userId="627587dd-935f-4f2b-a6c6-edd4e0dcbff5" providerId="ADAL" clId="{DDA96D52-869E-4122-9932-457FD6724455}" dt="2021-07-14T15:10:07.442" v="0" actId="47"/>
          <pc:sldLayoutMkLst>
            <pc:docMk/>
            <pc:sldMasterMk cId="2836521439" sldId="2147483702"/>
            <pc:sldLayoutMk cId="555707014" sldId="2147483727"/>
          </pc:sldLayoutMkLst>
        </pc:sldLayoutChg>
      </pc:sldMasterChg>
      <pc:sldMasterChg chg="del delSldLayout">
        <pc:chgData name="Wang, Wei" userId="627587dd-935f-4f2b-a6c6-edd4e0dcbff5" providerId="ADAL" clId="{DDA96D52-869E-4122-9932-457FD6724455}" dt="2021-07-14T15:10:07.442" v="0" actId="47"/>
        <pc:sldMasterMkLst>
          <pc:docMk/>
          <pc:sldMasterMk cId="2309389062" sldId="2147483740"/>
        </pc:sldMasterMkLst>
        <pc:sldLayoutChg chg="del">
          <pc:chgData name="Wang, Wei" userId="627587dd-935f-4f2b-a6c6-edd4e0dcbff5" providerId="ADAL" clId="{DDA96D52-869E-4122-9932-457FD6724455}" dt="2021-07-14T15:10:07.442" v="0" actId="47"/>
          <pc:sldLayoutMkLst>
            <pc:docMk/>
            <pc:sldMasterMk cId="2309389062" sldId="2147483740"/>
            <pc:sldLayoutMk cId="3832838041" sldId="2147483741"/>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327079776" sldId="2147483742"/>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1835497187" sldId="2147483743"/>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1278115248" sldId="2147483744"/>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1891218014" sldId="2147483745"/>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4161322562" sldId="2147483746"/>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094684835" sldId="2147483747"/>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4036629917" sldId="2147483748"/>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990103470" sldId="2147483749"/>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3635113655" sldId="2147483750"/>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3589614086" sldId="2147483751"/>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3195942341" sldId="2147483752"/>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685414635" sldId="2147483753"/>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201695687" sldId="2147483754"/>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643281626" sldId="2147483755"/>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1469950437" sldId="2147483756"/>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1103763223" sldId="2147483757"/>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763686032" sldId="2147483758"/>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87140010" sldId="2147483759"/>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549496040" sldId="2147483760"/>
          </pc:sldLayoutMkLst>
        </pc:sldLayoutChg>
        <pc:sldLayoutChg chg="del">
          <pc:chgData name="Wang, Wei" userId="627587dd-935f-4f2b-a6c6-edd4e0dcbff5" providerId="ADAL" clId="{DDA96D52-869E-4122-9932-457FD6724455}" dt="2021-07-14T15:10:07.442" v="0" actId="47"/>
          <pc:sldLayoutMkLst>
            <pc:docMk/>
            <pc:sldMasterMk cId="2309389062" sldId="2147483740"/>
            <pc:sldLayoutMk cId="2118755777" sldId="2147483761"/>
          </pc:sldLayoutMkLst>
        </pc:sldLayoutChg>
      </pc:sldMasterChg>
    </pc:docChg>
  </pc:docChgLst>
  <pc:docChgLst>
    <pc:chgData name="Vostrenkova, Anna" userId="S::spbvostra@corp.jti.com::714b791a-f154-4e8e-a89b-2941418e6a84" providerId="AD" clId="Web-{C7291E47-16DF-2263-9614-0315B5869656}"/>
    <pc:docChg chg="addSld delSld">
      <pc:chgData name="Vostrenkova, Anna" userId="S::spbvostra@corp.jti.com::714b791a-f154-4e8e-a89b-2941418e6a84" providerId="AD" clId="Web-{C7291E47-16DF-2263-9614-0315B5869656}" dt="2020-08-27T12:48:55.013" v="1"/>
      <pc:docMkLst>
        <pc:docMk/>
      </pc:docMkLst>
      <pc:sldChg chg="new del">
        <pc:chgData name="Vostrenkova, Anna" userId="S::spbvostra@corp.jti.com::714b791a-f154-4e8e-a89b-2941418e6a84" providerId="AD" clId="Web-{C7291E47-16DF-2263-9614-0315B5869656}" dt="2020-08-27T12:48:55.013" v="1"/>
        <pc:sldMkLst>
          <pc:docMk/>
          <pc:sldMk cId="2721844410" sldId="2702"/>
        </pc:sldMkLst>
      </pc:sldChg>
    </pc:docChg>
  </pc:docChgLst>
  <pc:docChgLst>
    <pc:chgData name="Schegoleva, Elena" userId="9ce2a171-21f1-4fc5-97a5-c35dfb6c8245" providerId="ADAL" clId="{89DA7589-7103-41B5-A857-383176D93E1B}"/>
    <pc:docChg chg="undo custSel addSld delSld modSld sldOrd">
      <pc:chgData name="Schegoleva, Elena" userId="9ce2a171-21f1-4fc5-97a5-c35dfb6c8245" providerId="ADAL" clId="{89DA7589-7103-41B5-A857-383176D93E1B}" dt="2024-05-21T12:23:35.004" v="760" actId="1076"/>
      <pc:docMkLst>
        <pc:docMk/>
      </pc:docMkLst>
      <pc:sldChg chg="modSp mod">
        <pc:chgData name="Schegoleva, Elena" userId="9ce2a171-21f1-4fc5-97a5-c35dfb6c8245" providerId="ADAL" clId="{89DA7589-7103-41B5-A857-383176D93E1B}" dt="2024-05-14T11:59:07.110" v="686" actId="113"/>
        <pc:sldMkLst>
          <pc:docMk/>
          <pc:sldMk cId="835742790" sldId="3123"/>
        </pc:sldMkLst>
        <pc:spChg chg="mod">
          <ac:chgData name="Schegoleva, Elena" userId="9ce2a171-21f1-4fc5-97a5-c35dfb6c8245" providerId="ADAL" clId="{89DA7589-7103-41B5-A857-383176D93E1B}" dt="2024-05-14T11:59:07.110" v="686" actId="113"/>
          <ac:spMkLst>
            <pc:docMk/>
            <pc:sldMk cId="835742790" sldId="3123"/>
            <ac:spMk id="8" creationId="{42B5A341-C693-4C89-AB07-7E29F17F35A9}"/>
          </ac:spMkLst>
        </pc:spChg>
        <pc:spChg chg="mod">
          <ac:chgData name="Schegoleva, Elena" userId="9ce2a171-21f1-4fc5-97a5-c35dfb6c8245" providerId="ADAL" clId="{89DA7589-7103-41B5-A857-383176D93E1B}" dt="2024-05-14T11:44:04.686" v="117" actId="113"/>
          <ac:spMkLst>
            <pc:docMk/>
            <pc:sldMk cId="835742790" sldId="3123"/>
            <ac:spMk id="15" creationId="{0BBC9B27-3D6A-4602-9B83-5112E70EB25E}"/>
          </ac:spMkLst>
        </pc:spChg>
        <pc:spChg chg="mod">
          <ac:chgData name="Schegoleva, Elena" userId="9ce2a171-21f1-4fc5-97a5-c35dfb6c8245" providerId="ADAL" clId="{89DA7589-7103-41B5-A857-383176D93E1B}" dt="2024-05-14T11:43:29.035" v="116" actId="20577"/>
          <ac:spMkLst>
            <pc:docMk/>
            <pc:sldMk cId="835742790" sldId="3123"/>
            <ac:spMk id="23" creationId="{5EE72DF0-824E-41A0-A9E1-BAC845C8DC8F}"/>
          </ac:spMkLst>
        </pc:spChg>
        <pc:graphicFrameChg chg="modGraphic">
          <ac:chgData name="Schegoleva, Elena" userId="9ce2a171-21f1-4fc5-97a5-c35dfb6c8245" providerId="ADAL" clId="{89DA7589-7103-41B5-A857-383176D93E1B}" dt="2024-05-14T11:42:16.831" v="112" actId="20577"/>
          <ac:graphicFrameMkLst>
            <pc:docMk/>
            <pc:sldMk cId="835742790" sldId="3123"/>
            <ac:graphicFrameMk id="7" creationId="{768264B5-5D12-4168-B878-DE8B8A0B1C5D}"/>
          </ac:graphicFrameMkLst>
        </pc:graphicFrameChg>
      </pc:sldChg>
      <pc:sldChg chg="modSp mod">
        <pc:chgData name="Schegoleva, Elena" userId="9ce2a171-21f1-4fc5-97a5-c35dfb6c8245" providerId="ADAL" clId="{89DA7589-7103-41B5-A857-383176D93E1B}" dt="2024-05-14T11:38:57.479" v="68" actId="20577"/>
        <pc:sldMkLst>
          <pc:docMk/>
          <pc:sldMk cId="1286837269" sldId="3340"/>
        </pc:sldMkLst>
        <pc:graphicFrameChg chg="modGraphic">
          <ac:chgData name="Schegoleva, Elena" userId="9ce2a171-21f1-4fc5-97a5-c35dfb6c8245" providerId="ADAL" clId="{89DA7589-7103-41B5-A857-383176D93E1B}" dt="2024-05-14T11:38:57.479" v="68" actId="20577"/>
          <ac:graphicFrameMkLst>
            <pc:docMk/>
            <pc:sldMk cId="1286837269" sldId="3340"/>
            <ac:graphicFrameMk id="28" creationId="{30275240-00A9-4908-8AC4-4EBF0600AFC8}"/>
          </ac:graphicFrameMkLst>
        </pc:graphicFrameChg>
      </pc:sldChg>
      <pc:sldChg chg="modSp mod">
        <pc:chgData name="Schegoleva, Elena" userId="9ce2a171-21f1-4fc5-97a5-c35dfb6c8245" providerId="ADAL" clId="{89DA7589-7103-41B5-A857-383176D93E1B}" dt="2024-05-14T11:39:21.859" v="79" actId="20577"/>
        <pc:sldMkLst>
          <pc:docMk/>
          <pc:sldMk cId="3280672034" sldId="3341"/>
        </pc:sldMkLst>
        <pc:graphicFrameChg chg="modGraphic">
          <ac:chgData name="Schegoleva, Elena" userId="9ce2a171-21f1-4fc5-97a5-c35dfb6c8245" providerId="ADAL" clId="{89DA7589-7103-41B5-A857-383176D93E1B}" dt="2024-05-14T11:39:21.859" v="79" actId="20577"/>
          <ac:graphicFrameMkLst>
            <pc:docMk/>
            <pc:sldMk cId="3280672034" sldId="3341"/>
            <ac:graphicFrameMk id="10" creationId="{B5D52DB3-25BC-406F-ACAC-7B92E027A117}"/>
          </ac:graphicFrameMkLst>
        </pc:graphicFrameChg>
      </pc:sldChg>
      <pc:sldChg chg="delSp modSp mod">
        <pc:chgData name="Schegoleva, Elena" userId="9ce2a171-21f1-4fc5-97a5-c35dfb6c8245" providerId="ADAL" clId="{89DA7589-7103-41B5-A857-383176D93E1B}" dt="2024-05-14T11:47:39.063" v="175" actId="1036"/>
        <pc:sldMkLst>
          <pc:docMk/>
          <pc:sldMk cId="2302875541" sldId="3344"/>
        </pc:sldMkLst>
        <pc:spChg chg="ord">
          <ac:chgData name="Schegoleva, Elena" userId="9ce2a171-21f1-4fc5-97a5-c35dfb6c8245" providerId="ADAL" clId="{89DA7589-7103-41B5-A857-383176D93E1B}" dt="2024-05-14T11:47:23.211" v="164" actId="166"/>
          <ac:spMkLst>
            <pc:docMk/>
            <pc:sldMk cId="2302875541" sldId="3344"/>
            <ac:spMk id="2" creationId="{9B9A6126-AA9C-41E9-9BBC-7A51B62155E8}"/>
          </ac:spMkLst>
        </pc:spChg>
        <pc:spChg chg="mod">
          <ac:chgData name="Schegoleva, Elena" userId="9ce2a171-21f1-4fc5-97a5-c35dfb6c8245" providerId="ADAL" clId="{89DA7589-7103-41B5-A857-383176D93E1B}" dt="2024-05-14T11:46:41.770" v="147" actId="1036"/>
          <ac:spMkLst>
            <pc:docMk/>
            <pc:sldMk cId="2302875541" sldId="3344"/>
            <ac:spMk id="7" creationId="{0FE9150A-EE5C-45A7-BA9E-18FC91A56498}"/>
          </ac:spMkLst>
        </pc:spChg>
        <pc:spChg chg="del">
          <ac:chgData name="Schegoleva, Elena" userId="9ce2a171-21f1-4fc5-97a5-c35dfb6c8245" providerId="ADAL" clId="{89DA7589-7103-41B5-A857-383176D93E1B}" dt="2024-05-14T11:34:13.444" v="38" actId="478"/>
          <ac:spMkLst>
            <pc:docMk/>
            <pc:sldMk cId="2302875541" sldId="3344"/>
            <ac:spMk id="8" creationId="{1CC6CE04-86B5-473D-94E4-5388A1F56903}"/>
          </ac:spMkLst>
        </pc:spChg>
        <pc:spChg chg="mod">
          <ac:chgData name="Schegoleva, Elena" userId="9ce2a171-21f1-4fc5-97a5-c35dfb6c8245" providerId="ADAL" clId="{89DA7589-7103-41B5-A857-383176D93E1B}" dt="2024-05-14T11:46:46.747" v="161" actId="1036"/>
          <ac:spMkLst>
            <pc:docMk/>
            <pc:sldMk cId="2302875541" sldId="3344"/>
            <ac:spMk id="9" creationId="{B7044D37-2E49-4B26-B32E-36BAD58F088A}"/>
          </ac:spMkLst>
        </pc:spChg>
        <pc:spChg chg="del">
          <ac:chgData name="Schegoleva, Elena" userId="9ce2a171-21f1-4fc5-97a5-c35dfb6c8245" providerId="ADAL" clId="{89DA7589-7103-41B5-A857-383176D93E1B}" dt="2024-05-14T11:34:10.551" v="37" actId="478"/>
          <ac:spMkLst>
            <pc:docMk/>
            <pc:sldMk cId="2302875541" sldId="3344"/>
            <ac:spMk id="11" creationId="{F3B76164-51BB-4AC7-B800-233B7AE26B51}"/>
          </ac:spMkLst>
        </pc:spChg>
        <pc:spChg chg="mod ord">
          <ac:chgData name="Schegoleva, Elena" userId="9ce2a171-21f1-4fc5-97a5-c35dfb6c8245" providerId="ADAL" clId="{89DA7589-7103-41B5-A857-383176D93E1B}" dt="2024-05-14T11:47:39.063" v="175" actId="1036"/>
          <ac:spMkLst>
            <pc:docMk/>
            <pc:sldMk cId="2302875541" sldId="3344"/>
            <ac:spMk id="12" creationId="{1D05720B-70E1-44C8-88D3-E4E1460DCF78}"/>
          </ac:spMkLst>
        </pc:spChg>
        <pc:picChg chg="mod">
          <ac:chgData name="Schegoleva, Elena" userId="9ce2a171-21f1-4fc5-97a5-c35dfb6c8245" providerId="ADAL" clId="{89DA7589-7103-41B5-A857-383176D93E1B}" dt="2024-05-14T11:47:27.548" v="165" actId="1076"/>
          <ac:picMkLst>
            <pc:docMk/>
            <pc:sldMk cId="2302875541" sldId="3344"/>
            <ac:picMk id="6" creationId="{E6983126-C040-1B66-9951-F11DD18066FE}"/>
          </ac:picMkLst>
        </pc:picChg>
        <pc:picChg chg="mod">
          <ac:chgData name="Schegoleva, Elena" userId="9ce2a171-21f1-4fc5-97a5-c35dfb6c8245" providerId="ADAL" clId="{89DA7589-7103-41B5-A857-383176D93E1B}" dt="2024-05-14T11:46:58.936" v="162" actId="1440"/>
          <ac:picMkLst>
            <pc:docMk/>
            <pc:sldMk cId="2302875541" sldId="3344"/>
            <ac:picMk id="17" creationId="{4F51D668-F841-E1A4-B9C3-7A2FC9140BC6}"/>
          </ac:picMkLst>
        </pc:picChg>
      </pc:sldChg>
      <pc:sldChg chg="addSp delSp modSp mod">
        <pc:chgData name="Schegoleva, Elena" userId="9ce2a171-21f1-4fc5-97a5-c35dfb6c8245" providerId="ADAL" clId="{89DA7589-7103-41B5-A857-383176D93E1B}" dt="2024-05-14T11:49:57.737" v="346" actId="1076"/>
        <pc:sldMkLst>
          <pc:docMk/>
          <pc:sldMk cId="2270012720" sldId="3345"/>
        </pc:sldMkLst>
        <pc:spChg chg="mod ord">
          <ac:chgData name="Schegoleva, Elena" userId="9ce2a171-21f1-4fc5-97a5-c35dfb6c8245" providerId="ADAL" clId="{89DA7589-7103-41B5-A857-383176D93E1B}" dt="2024-05-14T11:48:27.378" v="220" actId="1036"/>
          <ac:spMkLst>
            <pc:docMk/>
            <pc:sldMk cId="2270012720" sldId="3345"/>
            <ac:spMk id="2" creationId="{AB79491E-8A1B-E69A-3CE1-F74115A98D3C}"/>
          </ac:spMkLst>
        </pc:spChg>
        <pc:spChg chg="add mod">
          <ac:chgData name="Schegoleva, Elena" userId="9ce2a171-21f1-4fc5-97a5-c35dfb6c8245" providerId="ADAL" clId="{89DA7589-7103-41B5-A857-383176D93E1B}" dt="2024-05-14T11:48:32.999" v="221" actId="1076"/>
          <ac:spMkLst>
            <pc:docMk/>
            <pc:sldMk cId="2270012720" sldId="3345"/>
            <ac:spMk id="5" creationId="{AC6BB767-B0F9-65F0-9B81-8E3472B7881B}"/>
          </ac:spMkLst>
        </pc:spChg>
        <pc:spChg chg="mod ord">
          <ac:chgData name="Schegoleva, Elena" userId="9ce2a171-21f1-4fc5-97a5-c35dfb6c8245" providerId="ADAL" clId="{89DA7589-7103-41B5-A857-383176D93E1B}" dt="2024-05-14T11:48:17.209" v="195" actId="1036"/>
          <ac:spMkLst>
            <pc:docMk/>
            <pc:sldMk cId="2270012720" sldId="3345"/>
            <ac:spMk id="6" creationId="{7E0A1D2C-2617-4741-92E5-5B99D10A471E}"/>
          </ac:spMkLst>
        </pc:spChg>
        <pc:spChg chg="add mod">
          <ac:chgData name="Schegoleva, Elena" userId="9ce2a171-21f1-4fc5-97a5-c35dfb6c8245" providerId="ADAL" clId="{89DA7589-7103-41B5-A857-383176D93E1B}" dt="2024-05-14T11:48:56.405" v="292" actId="1035"/>
          <ac:spMkLst>
            <pc:docMk/>
            <pc:sldMk cId="2270012720" sldId="3345"/>
            <ac:spMk id="8" creationId="{59D80A44-B93A-90A5-279B-3C885C591D8E}"/>
          </ac:spMkLst>
        </pc:spChg>
        <pc:spChg chg="add mod">
          <ac:chgData name="Schegoleva, Elena" userId="9ce2a171-21f1-4fc5-97a5-c35dfb6c8245" providerId="ADAL" clId="{89DA7589-7103-41B5-A857-383176D93E1B}" dt="2024-05-14T11:49:10.824" v="345" actId="1037"/>
          <ac:spMkLst>
            <pc:docMk/>
            <pc:sldMk cId="2270012720" sldId="3345"/>
            <ac:spMk id="9" creationId="{EDDF6A87-2388-2A6C-D186-5353F5F0F4B0}"/>
          </ac:spMkLst>
        </pc:spChg>
        <pc:spChg chg="add del mod">
          <ac:chgData name="Schegoleva, Elena" userId="9ce2a171-21f1-4fc5-97a5-c35dfb6c8245" providerId="ADAL" clId="{89DA7589-7103-41B5-A857-383176D93E1B}" dt="2024-05-14T11:33:59.805" v="36" actId="478"/>
          <ac:spMkLst>
            <pc:docMk/>
            <pc:sldMk cId="2270012720" sldId="3345"/>
            <ac:spMk id="10" creationId="{00B26D0D-8716-6EE7-BAD3-5385835A9FFA}"/>
          </ac:spMkLst>
        </pc:spChg>
        <pc:spChg chg="add mod">
          <ac:chgData name="Schegoleva, Elena" userId="9ce2a171-21f1-4fc5-97a5-c35dfb6c8245" providerId="ADAL" clId="{89DA7589-7103-41B5-A857-383176D93E1B}" dt="2024-05-14T11:49:57.737" v="346" actId="1076"/>
          <ac:spMkLst>
            <pc:docMk/>
            <pc:sldMk cId="2270012720" sldId="3345"/>
            <ac:spMk id="11" creationId="{07086FA0-AA51-D0EC-D7B6-24204D533427}"/>
          </ac:spMkLst>
        </pc:spChg>
        <pc:spChg chg="add del mod">
          <ac:chgData name="Schegoleva, Elena" userId="9ce2a171-21f1-4fc5-97a5-c35dfb6c8245" providerId="ADAL" clId="{89DA7589-7103-41B5-A857-383176D93E1B}" dt="2024-05-14T11:33:51.911" v="35" actId="478"/>
          <ac:spMkLst>
            <pc:docMk/>
            <pc:sldMk cId="2270012720" sldId="3345"/>
            <ac:spMk id="13" creationId="{F16421E1-A347-01B9-7966-A5560C604236}"/>
          </ac:spMkLst>
        </pc:spChg>
        <pc:picChg chg="mod">
          <ac:chgData name="Schegoleva, Elena" userId="9ce2a171-21f1-4fc5-97a5-c35dfb6c8245" providerId="ADAL" clId="{89DA7589-7103-41B5-A857-383176D93E1B}" dt="2024-05-14T11:48:04.047" v="179" actId="1440"/>
          <ac:picMkLst>
            <pc:docMk/>
            <pc:sldMk cId="2270012720" sldId="3345"/>
            <ac:picMk id="7" creationId="{D664B8AB-0E4A-0FD2-17BA-0223663C5957}"/>
          </ac:picMkLst>
        </pc:picChg>
        <pc:picChg chg="mod">
          <ac:chgData name="Schegoleva, Elena" userId="9ce2a171-21f1-4fc5-97a5-c35dfb6c8245" providerId="ADAL" clId="{89DA7589-7103-41B5-A857-383176D93E1B}" dt="2024-05-14T11:48:44.366" v="224" actId="14100"/>
          <ac:picMkLst>
            <pc:docMk/>
            <pc:sldMk cId="2270012720" sldId="3345"/>
            <ac:picMk id="12" creationId="{6009B4C1-3EF2-CCEE-BE6C-493BC06A01A3}"/>
          </ac:picMkLst>
        </pc:picChg>
      </pc:sldChg>
      <pc:sldChg chg="addSp modSp mod">
        <pc:chgData name="Schegoleva, Elena" userId="9ce2a171-21f1-4fc5-97a5-c35dfb6c8245" providerId="ADAL" clId="{89DA7589-7103-41B5-A857-383176D93E1B}" dt="2024-05-14T11:51:16.356" v="466" actId="1038"/>
        <pc:sldMkLst>
          <pc:docMk/>
          <pc:sldMk cId="1125608517" sldId="3346"/>
        </pc:sldMkLst>
        <pc:spChg chg="mod ord">
          <ac:chgData name="Schegoleva, Elena" userId="9ce2a171-21f1-4fc5-97a5-c35dfb6c8245" providerId="ADAL" clId="{89DA7589-7103-41B5-A857-383176D93E1B}" dt="2024-05-14T11:50:34.205" v="382" actId="1036"/>
          <ac:spMkLst>
            <pc:docMk/>
            <pc:sldMk cId="1125608517" sldId="3346"/>
            <ac:spMk id="2" creationId="{6AF5BBCD-C253-6B76-CBF1-08576BA45648}"/>
          </ac:spMkLst>
        </pc:spChg>
        <pc:spChg chg="mod ord">
          <ac:chgData name="Schegoleva, Elena" userId="9ce2a171-21f1-4fc5-97a5-c35dfb6c8245" providerId="ADAL" clId="{89DA7589-7103-41B5-A857-383176D93E1B}" dt="2024-05-14T11:50:27.685" v="368" actId="1036"/>
          <ac:spMkLst>
            <pc:docMk/>
            <pc:sldMk cId="1125608517" sldId="3346"/>
            <ac:spMk id="7" creationId="{1AEA724D-D940-DBBE-DADF-D1DB30F908FE}"/>
          </ac:spMkLst>
        </pc:spChg>
        <pc:spChg chg="add mod">
          <ac:chgData name="Schegoleva, Elena" userId="9ce2a171-21f1-4fc5-97a5-c35dfb6c8245" providerId="ADAL" clId="{89DA7589-7103-41B5-A857-383176D93E1B}" dt="2024-05-14T11:50:41.141" v="394" actId="1036"/>
          <ac:spMkLst>
            <pc:docMk/>
            <pc:sldMk cId="1125608517" sldId="3346"/>
            <ac:spMk id="8" creationId="{249B0D1A-BAE7-9C9F-BBFC-E42C990D9156}"/>
          </ac:spMkLst>
        </pc:spChg>
        <pc:spChg chg="add mod">
          <ac:chgData name="Schegoleva, Elena" userId="9ce2a171-21f1-4fc5-97a5-c35dfb6c8245" providerId="ADAL" clId="{89DA7589-7103-41B5-A857-383176D93E1B}" dt="2024-05-14T11:51:16.356" v="466" actId="1038"/>
          <ac:spMkLst>
            <pc:docMk/>
            <pc:sldMk cId="1125608517" sldId="3346"/>
            <ac:spMk id="9" creationId="{83DF87DF-CC16-4BC0-E8EB-886F241C95DD}"/>
          </ac:spMkLst>
        </pc:spChg>
        <pc:spChg chg="add mod">
          <ac:chgData name="Schegoleva, Elena" userId="9ce2a171-21f1-4fc5-97a5-c35dfb6c8245" providerId="ADAL" clId="{89DA7589-7103-41B5-A857-383176D93E1B}" dt="2024-05-14T11:50:52.739" v="424" actId="1038"/>
          <ac:spMkLst>
            <pc:docMk/>
            <pc:sldMk cId="1125608517" sldId="3346"/>
            <ac:spMk id="10" creationId="{77CBD39D-CA3C-C99F-7703-7A24931744C3}"/>
          </ac:spMkLst>
        </pc:spChg>
        <pc:spChg chg="add mod">
          <ac:chgData name="Schegoleva, Elena" userId="9ce2a171-21f1-4fc5-97a5-c35dfb6c8245" providerId="ADAL" clId="{89DA7589-7103-41B5-A857-383176D93E1B}" dt="2024-05-14T11:51:12.127" v="457" actId="1038"/>
          <ac:spMkLst>
            <pc:docMk/>
            <pc:sldMk cId="1125608517" sldId="3346"/>
            <ac:spMk id="11" creationId="{D7CE18E7-0EC9-69B0-67AE-B1ECA18D46D2}"/>
          </ac:spMkLst>
        </pc:spChg>
        <pc:picChg chg="mod">
          <ac:chgData name="Schegoleva, Elena" userId="9ce2a171-21f1-4fc5-97a5-c35dfb6c8245" providerId="ADAL" clId="{89DA7589-7103-41B5-A857-383176D93E1B}" dt="2024-05-14T11:51:08.668" v="448" actId="14100"/>
          <ac:picMkLst>
            <pc:docMk/>
            <pc:sldMk cId="1125608517" sldId="3346"/>
            <ac:picMk id="5" creationId="{56BEE492-CADC-C911-CBD4-C34F85172B53}"/>
          </ac:picMkLst>
        </pc:picChg>
        <pc:picChg chg="mod">
          <ac:chgData name="Schegoleva, Elena" userId="9ce2a171-21f1-4fc5-97a5-c35dfb6c8245" providerId="ADAL" clId="{89DA7589-7103-41B5-A857-383176D93E1B}" dt="2024-05-14T11:50:15.052" v="349" actId="1440"/>
          <ac:picMkLst>
            <pc:docMk/>
            <pc:sldMk cId="1125608517" sldId="3346"/>
            <ac:picMk id="6" creationId="{67FD9C2D-D13D-C49D-97E9-C96E6D207AB5}"/>
          </ac:picMkLst>
        </pc:picChg>
      </pc:sldChg>
      <pc:sldChg chg="addSp modSp mod">
        <pc:chgData name="Schegoleva, Elena" userId="9ce2a171-21f1-4fc5-97a5-c35dfb6c8245" providerId="ADAL" clId="{89DA7589-7103-41B5-A857-383176D93E1B}" dt="2024-05-14T11:52:02.828" v="514" actId="1038"/>
        <pc:sldMkLst>
          <pc:docMk/>
          <pc:sldMk cId="2589711468" sldId="3347"/>
        </pc:sldMkLst>
        <pc:spChg chg="add mod">
          <ac:chgData name="Schegoleva, Elena" userId="9ce2a171-21f1-4fc5-97a5-c35dfb6c8245" providerId="ADAL" clId="{89DA7589-7103-41B5-A857-383176D93E1B}" dt="2024-05-14T11:52:02.828" v="514" actId="1038"/>
          <ac:spMkLst>
            <pc:docMk/>
            <pc:sldMk cId="2589711468" sldId="3347"/>
            <ac:spMk id="2" creationId="{5342D583-7325-23DE-A4C1-01C7EE5B3DB8}"/>
          </ac:spMkLst>
        </pc:spChg>
        <pc:spChg chg="add mod">
          <ac:chgData name="Schegoleva, Elena" userId="9ce2a171-21f1-4fc5-97a5-c35dfb6c8245" providerId="ADAL" clId="{89DA7589-7103-41B5-A857-383176D93E1B}" dt="2024-05-14T11:34:39.838" v="44" actId="1076"/>
          <ac:spMkLst>
            <pc:docMk/>
            <pc:sldMk cId="2589711468" sldId="3347"/>
            <ac:spMk id="5" creationId="{514A5FE0-E28A-0408-CBB2-AB2602A44D1D}"/>
          </ac:spMkLst>
        </pc:spChg>
        <pc:spChg chg="mod ord">
          <ac:chgData name="Schegoleva, Elena" userId="9ce2a171-21f1-4fc5-97a5-c35dfb6c8245" providerId="ADAL" clId="{89DA7589-7103-41B5-A857-383176D93E1B}" dt="2024-05-14T11:51:56.012" v="500" actId="1036"/>
          <ac:spMkLst>
            <pc:docMk/>
            <pc:sldMk cId="2589711468" sldId="3347"/>
            <ac:spMk id="9" creationId="{2C1D5F92-ADF0-424F-9EBB-3DE9444B632D}"/>
          </ac:spMkLst>
        </pc:spChg>
        <pc:picChg chg="mod">
          <ac:chgData name="Schegoleva, Elena" userId="9ce2a171-21f1-4fc5-97a5-c35dfb6c8245" providerId="ADAL" clId="{89DA7589-7103-41B5-A857-383176D93E1B}" dt="2024-05-14T11:51:35.495" v="470" actId="14100"/>
          <ac:picMkLst>
            <pc:docMk/>
            <pc:sldMk cId="2589711468" sldId="3347"/>
            <ac:picMk id="12" creationId="{5099AF23-BF4E-FD2C-6D2D-62B7259AD6BF}"/>
          </ac:picMkLst>
        </pc:picChg>
        <pc:picChg chg="mod">
          <ac:chgData name="Schegoleva, Elena" userId="9ce2a171-21f1-4fc5-97a5-c35dfb6c8245" providerId="ADAL" clId="{89DA7589-7103-41B5-A857-383176D93E1B}" dt="2024-05-14T11:51:43.468" v="483" actId="1038"/>
          <ac:picMkLst>
            <pc:docMk/>
            <pc:sldMk cId="2589711468" sldId="3347"/>
            <ac:picMk id="16" creationId="{2AFD3EF3-8D0B-E937-267B-BE89E63377A5}"/>
          </ac:picMkLst>
        </pc:picChg>
      </pc:sldChg>
      <pc:sldChg chg="addSp modSp mod">
        <pc:chgData name="Schegoleva, Elena" userId="9ce2a171-21f1-4fc5-97a5-c35dfb6c8245" providerId="ADAL" clId="{89DA7589-7103-41B5-A857-383176D93E1B}" dt="2024-05-14T11:53:01.514" v="631" actId="1440"/>
        <pc:sldMkLst>
          <pc:docMk/>
          <pc:sldMk cId="3533263115" sldId="3348"/>
        </pc:sldMkLst>
        <pc:spChg chg="add mod">
          <ac:chgData name="Schegoleva, Elena" userId="9ce2a171-21f1-4fc5-97a5-c35dfb6c8245" providerId="ADAL" clId="{89DA7589-7103-41B5-A857-383176D93E1B}" dt="2024-05-14T11:52:32.153" v="548" actId="1038"/>
          <ac:spMkLst>
            <pc:docMk/>
            <pc:sldMk cId="3533263115" sldId="3348"/>
            <ac:spMk id="2" creationId="{9C9B3C15-FC38-1DA1-83FE-AB7419A5B132}"/>
          </ac:spMkLst>
        </pc:spChg>
        <pc:spChg chg="add mod">
          <ac:chgData name="Schegoleva, Elena" userId="9ce2a171-21f1-4fc5-97a5-c35dfb6c8245" providerId="ADAL" clId="{89DA7589-7103-41B5-A857-383176D93E1B}" dt="2024-05-14T11:52:37.130" v="567" actId="1038"/>
          <ac:spMkLst>
            <pc:docMk/>
            <pc:sldMk cId="3533263115" sldId="3348"/>
            <ac:spMk id="5" creationId="{8097C017-113E-A4F4-C300-1D720EF704F1}"/>
          </ac:spMkLst>
        </pc:spChg>
        <pc:spChg chg="add mod">
          <ac:chgData name="Schegoleva, Elena" userId="9ce2a171-21f1-4fc5-97a5-c35dfb6c8245" providerId="ADAL" clId="{89DA7589-7103-41B5-A857-383176D93E1B}" dt="2024-05-14T11:52:45.223" v="601" actId="1038"/>
          <ac:spMkLst>
            <pc:docMk/>
            <pc:sldMk cId="3533263115" sldId="3348"/>
            <ac:spMk id="10" creationId="{64D31C5C-183C-0C01-5672-13CF01F4FF96}"/>
          </ac:spMkLst>
        </pc:spChg>
        <pc:spChg chg="add mod">
          <ac:chgData name="Schegoleva, Elena" userId="9ce2a171-21f1-4fc5-97a5-c35dfb6c8245" providerId="ADAL" clId="{89DA7589-7103-41B5-A857-383176D93E1B}" dt="2024-05-14T11:52:50.325" v="629" actId="1038"/>
          <ac:spMkLst>
            <pc:docMk/>
            <pc:sldMk cId="3533263115" sldId="3348"/>
            <ac:spMk id="11" creationId="{56CE7D77-4CEE-9B5A-C0EC-AE81EF2B0714}"/>
          </ac:spMkLst>
        </pc:spChg>
        <pc:picChg chg="mod">
          <ac:chgData name="Schegoleva, Elena" userId="9ce2a171-21f1-4fc5-97a5-c35dfb6c8245" providerId="ADAL" clId="{89DA7589-7103-41B5-A857-383176D93E1B}" dt="2024-05-14T11:53:01.514" v="631" actId="1440"/>
          <ac:picMkLst>
            <pc:docMk/>
            <pc:sldMk cId="3533263115" sldId="3348"/>
            <ac:picMk id="6" creationId="{C93756F2-0843-7B30-7978-2CA7EB4C8333}"/>
          </ac:picMkLst>
        </pc:picChg>
        <pc:picChg chg="mod">
          <ac:chgData name="Schegoleva, Elena" userId="9ce2a171-21f1-4fc5-97a5-c35dfb6c8245" providerId="ADAL" clId="{89DA7589-7103-41B5-A857-383176D93E1B}" dt="2024-05-14T11:52:58.390" v="630" actId="1440"/>
          <ac:picMkLst>
            <pc:docMk/>
            <pc:sldMk cId="3533263115" sldId="3348"/>
            <ac:picMk id="7" creationId="{C3514620-3FD3-F31D-4A25-38C6E3EA2294}"/>
          </ac:picMkLst>
        </pc:picChg>
      </pc:sldChg>
      <pc:sldChg chg="modSp mod">
        <pc:chgData name="Schegoleva, Elena" userId="9ce2a171-21f1-4fc5-97a5-c35dfb6c8245" providerId="ADAL" clId="{89DA7589-7103-41B5-A857-383176D93E1B}" dt="2024-05-14T11:53:32.232" v="635" actId="732"/>
        <pc:sldMkLst>
          <pc:docMk/>
          <pc:sldMk cId="569130686" sldId="3349"/>
        </pc:sldMkLst>
        <pc:picChg chg="mod modCrop">
          <ac:chgData name="Schegoleva, Elena" userId="9ce2a171-21f1-4fc5-97a5-c35dfb6c8245" providerId="ADAL" clId="{89DA7589-7103-41B5-A857-383176D93E1B}" dt="2024-05-14T11:53:32.232" v="635" actId="732"/>
          <ac:picMkLst>
            <pc:docMk/>
            <pc:sldMk cId="569130686" sldId="3349"/>
            <ac:picMk id="5" creationId="{B9A2EA6C-365B-306A-A2DF-FB755E7573A9}"/>
          </ac:picMkLst>
        </pc:picChg>
      </pc:sldChg>
      <pc:sldChg chg="addSp modSp mod">
        <pc:chgData name="Schegoleva, Elena" userId="9ce2a171-21f1-4fc5-97a5-c35dfb6c8245" providerId="ADAL" clId="{89DA7589-7103-41B5-A857-383176D93E1B}" dt="2024-05-14T11:53:46.834" v="638" actId="1440"/>
        <pc:sldMkLst>
          <pc:docMk/>
          <pc:sldMk cId="1414618102" sldId="3350"/>
        </pc:sldMkLst>
        <pc:spChg chg="add mod">
          <ac:chgData name="Schegoleva, Elena" userId="9ce2a171-21f1-4fc5-97a5-c35dfb6c8245" providerId="ADAL" clId="{89DA7589-7103-41B5-A857-383176D93E1B}" dt="2024-05-14T11:32:02.469" v="19" actId="1076"/>
          <ac:spMkLst>
            <pc:docMk/>
            <pc:sldMk cId="1414618102" sldId="3350"/>
            <ac:spMk id="2" creationId="{09230E57-ED6F-AE04-9083-A346020D8EA8}"/>
          </ac:spMkLst>
        </pc:spChg>
        <pc:spChg chg="add mod">
          <ac:chgData name="Schegoleva, Elena" userId="9ce2a171-21f1-4fc5-97a5-c35dfb6c8245" providerId="ADAL" clId="{89DA7589-7103-41B5-A857-383176D93E1B}" dt="2024-05-14T11:32:09.510" v="21" actId="1076"/>
          <ac:spMkLst>
            <pc:docMk/>
            <pc:sldMk cId="1414618102" sldId="3350"/>
            <ac:spMk id="5" creationId="{202BB4FB-B2F1-EB29-6808-5D9DA7FD1CA3}"/>
          </ac:spMkLst>
        </pc:spChg>
        <pc:spChg chg="add mod">
          <ac:chgData name="Schegoleva, Elena" userId="9ce2a171-21f1-4fc5-97a5-c35dfb6c8245" providerId="ADAL" clId="{89DA7589-7103-41B5-A857-383176D93E1B}" dt="2024-05-14T11:35:01.580" v="50" actId="1076"/>
          <ac:spMkLst>
            <pc:docMk/>
            <pc:sldMk cId="1414618102" sldId="3350"/>
            <ac:spMk id="10" creationId="{17AC7DDA-F17F-424C-2BB9-6C9857A75FC2}"/>
          </ac:spMkLst>
        </pc:spChg>
        <pc:spChg chg="add mod">
          <ac:chgData name="Schegoleva, Elena" userId="9ce2a171-21f1-4fc5-97a5-c35dfb6c8245" providerId="ADAL" clId="{89DA7589-7103-41B5-A857-383176D93E1B}" dt="2024-05-14T11:35:07.179" v="52" actId="1076"/>
          <ac:spMkLst>
            <pc:docMk/>
            <pc:sldMk cId="1414618102" sldId="3350"/>
            <ac:spMk id="11" creationId="{DDB27616-C6B3-F323-77B4-16AE082C9A3E}"/>
          </ac:spMkLst>
        </pc:spChg>
        <pc:picChg chg="mod">
          <ac:chgData name="Schegoleva, Elena" userId="9ce2a171-21f1-4fc5-97a5-c35dfb6c8245" providerId="ADAL" clId="{89DA7589-7103-41B5-A857-383176D93E1B}" dt="2024-05-14T11:53:43.402" v="636" actId="1440"/>
          <ac:picMkLst>
            <pc:docMk/>
            <pc:sldMk cId="1414618102" sldId="3350"/>
            <ac:picMk id="7" creationId="{349040E2-3CE5-41A7-86CF-557DDFE132DA}"/>
          </ac:picMkLst>
        </pc:picChg>
        <pc:picChg chg="mod">
          <ac:chgData name="Schegoleva, Elena" userId="9ce2a171-21f1-4fc5-97a5-c35dfb6c8245" providerId="ADAL" clId="{89DA7589-7103-41B5-A857-383176D93E1B}" dt="2024-05-14T11:53:46.834" v="638" actId="1440"/>
          <ac:picMkLst>
            <pc:docMk/>
            <pc:sldMk cId="1414618102" sldId="3350"/>
            <ac:picMk id="8" creationId="{A99F7DEC-313F-41CE-A2F5-02C37C1EB5FD}"/>
          </ac:picMkLst>
        </pc:picChg>
      </pc:sldChg>
      <pc:sldChg chg="addSp modSp mod">
        <pc:chgData name="Schegoleva, Elena" userId="9ce2a171-21f1-4fc5-97a5-c35dfb6c8245" providerId="ADAL" clId="{89DA7589-7103-41B5-A857-383176D93E1B}" dt="2024-05-14T11:54:09.385" v="673" actId="1038"/>
        <pc:sldMkLst>
          <pc:docMk/>
          <pc:sldMk cId="149082889" sldId="3351"/>
        </pc:sldMkLst>
        <pc:spChg chg="add mod">
          <ac:chgData name="Schegoleva, Elena" userId="9ce2a171-21f1-4fc5-97a5-c35dfb6c8245" providerId="ADAL" clId="{89DA7589-7103-41B5-A857-383176D93E1B}" dt="2024-05-14T11:54:04.391" v="653" actId="1036"/>
          <ac:spMkLst>
            <pc:docMk/>
            <pc:sldMk cId="149082889" sldId="3351"/>
            <ac:spMk id="2" creationId="{42E30159-1794-C5D7-5A9B-12FE4553C577}"/>
          </ac:spMkLst>
        </pc:spChg>
        <pc:spChg chg="add mod">
          <ac:chgData name="Schegoleva, Elena" userId="9ce2a171-21f1-4fc5-97a5-c35dfb6c8245" providerId="ADAL" clId="{89DA7589-7103-41B5-A857-383176D93E1B}" dt="2024-05-14T11:54:09.385" v="673" actId="1038"/>
          <ac:spMkLst>
            <pc:docMk/>
            <pc:sldMk cId="149082889" sldId="3351"/>
            <ac:spMk id="7" creationId="{520B2FFE-052F-D047-90F0-8CFD74A97CD9}"/>
          </ac:spMkLst>
        </pc:spChg>
        <pc:picChg chg="mod">
          <ac:chgData name="Schegoleva, Elena" userId="9ce2a171-21f1-4fc5-97a5-c35dfb6c8245" providerId="ADAL" clId="{89DA7589-7103-41B5-A857-383176D93E1B}" dt="2024-05-14T11:53:59.974" v="640" actId="1440"/>
          <ac:picMkLst>
            <pc:docMk/>
            <pc:sldMk cId="149082889" sldId="3351"/>
            <ac:picMk id="5" creationId="{6580880D-365F-4155-AA05-BA5EC4D49F49}"/>
          </ac:picMkLst>
        </pc:picChg>
      </pc:sldChg>
      <pc:sldChg chg="modSp mod">
        <pc:chgData name="Schegoleva, Elena" userId="9ce2a171-21f1-4fc5-97a5-c35dfb6c8245" providerId="ADAL" clId="{89DA7589-7103-41B5-A857-383176D93E1B}" dt="2024-05-14T11:54:16.844" v="675" actId="1076"/>
        <pc:sldMkLst>
          <pc:docMk/>
          <pc:sldMk cId="403647292" sldId="3352"/>
        </pc:sldMkLst>
        <pc:picChg chg="mod">
          <ac:chgData name="Schegoleva, Elena" userId="9ce2a171-21f1-4fc5-97a5-c35dfb6c8245" providerId="ADAL" clId="{89DA7589-7103-41B5-A857-383176D93E1B}" dt="2024-05-14T11:54:16.844" v="675" actId="1076"/>
          <ac:picMkLst>
            <pc:docMk/>
            <pc:sldMk cId="403647292" sldId="3352"/>
            <ac:picMk id="6" creationId="{9D62AF53-72A0-40CD-643D-A68DC4A504E1}"/>
          </ac:picMkLst>
        </pc:picChg>
      </pc:sldChg>
      <pc:sldChg chg="addSp modSp mod">
        <pc:chgData name="Schegoleva, Elena" userId="9ce2a171-21f1-4fc5-97a5-c35dfb6c8245" providerId="ADAL" clId="{89DA7589-7103-41B5-A857-383176D93E1B}" dt="2024-05-14T11:54:26.295" v="677" actId="1440"/>
        <pc:sldMkLst>
          <pc:docMk/>
          <pc:sldMk cId="810078965" sldId="3353"/>
        </pc:sldMkLst>
        <pc:spChg chg="add mod">
          <ac:chgData name="Schegoleva, Elena" userId="9ce2a171-21f1-4fc5-97a5-c35dfb6c8245" providerId="ADAL" clId="{89DA7589-7103-41B5-A857-383176D93E1B}" dt="2024-05-14T11:33:05.317" v="25" actId="1076"/>
          <ac:spMkLst>
            <pc:docMk/>
            <pc:sldMk cId="810078965" sldId="3353"/>
            <ac:spMk id="9" creationId="{F1D2CC0F-5DBD-318B-FDC5-A9E78108F85B}"/>
          </ac:spMkLst>
        </pc:spChg>
        <pc:spChg chg="add mod">
          <ac:chgData name="Schegoleva, Elena" userId="9ce2a171-21f1-4fc5-97a5-c35dfb6c8245" providerId="ADAL" clId="{89DA7589-7103-41B5-A857-383176D93E1B}" dt="2024-05-14T11:33:10.988" v="27" actId="1076"/>
          <ac:spMkLst>
            <pc:docMk/>
            <pc:sldMk cId="810078965" sldId="3353"/>
            <ac:spMk id="10" creationId="{2FE6CB01-3D5E-9644-58E4-674668FB1B39}"/>
          </ac:spMkLst>
        </pc:spChg>
        <pc:spChg chg="add mod">
          <ac:chgData name="Schegoleva, Elena" userId="9ce2a171-21f1-4fc5-97a5-c35dfb6c8245" providerId="ADAL" clId="{89DA7589-7103-41B5-A857-383176D93E1B}" dt="2024-05-14T11:35:25.005" v="56" actId="1076"/>
          <ac:spMkLst>
            <pc:docMk/>
            <pc:sldMk cId="810078965" sldId="3353"/>
            <ac:spMk id="11" creationId="{EDCCC5FE-3277-CFAA-B34D-E528982E4B84}"/>
          </ac:spMkLst>
        </pc:spChg>
        <pc:spChg chg="add mod">
          <ac:chgData name="Schegoleva, Elena" userId="9ce2a171-21f1-4fc5-97a5-c35dfb6c8245" providerId="ADAL" clId="{89DA7589-7103-41B5-A857-383176D93E1B}" dt="2024-05-14T11:35:30.838" v="58" actId="1076"/>
          <ac:spMkLst>
            <pc:docMk/>
            <pc:sldMk cId="810078965" sldId="3353"/>
            <ac:spMk id="12" creationId="{3703333E-91AC-6F0A-2CCB-AC6B4000D85B}"/>
          </ac:spMkLst>
        </pc:spChg>
        <pc:picChg chg="mod">
          <ac:chgData name="Schegoleva, Elena" userId="9ce2a171-21f1-4fc5-97a5-c35dfb6c8245" providerId="ADAL" clId="{89DA7589-7103-41B5-A857-383176D93E1B}" dt="2024-05-14T11:54:23.085" v="676" actId="1440"/>
          <ac:picMkLst>
            <pc:docMk/>
            <pc:sldMk cId="810078965" sldId="3353"/>
            <ac:picMk id="5" creationId="{56B87204-F93C-4C2A-BEC1-C7DC15823544}"/>
          </ac:picMkLst>
        </pc:picChg>
        <pc:picChg chg="mod">
          <ac:chgData name="Schegoleva, Elena" userId="9ce2a171-21f1-4fc5-97a5-c35dfb6c8245" providerId="ADAL" clId="{89DA7589-7103-41B5-A857-383176D93E1B}" dt="2024-05-14T11:54:26.295" v="677" actId="1440"/>
          <ac:picMkLst>
            <pc:docMk/>
            <pc:sldMk cId="810078965" sldId="3353"/>
            <ac:picMk id="7" creationId="{5D272541-3537-4F4A-B188-848F4D4213AD}"/>
          </ac:picMkLst>
        </pc:picChg>
      </pc:sldChg>
      <pc:sldChg chg="modSp mod">
        <pc:chgData name="Schegoleva, Elena" userId="9ce2a171-21f1-4fc5-97a5-c35dfb6c8245" providerId="ADAL" clId="{89DA7589-7103-41B5-A857-383176D93E1B}" dt="2024-05-21T11:59:34.550" v="688" actId="1440"/>
        <pc:sldMkLst>
          <pc:docMk/>
          <pc:sldMk cId="1337737916" sldId="3354"/>
        </pc:sldMkLst>
        <pc:picChg chg="mod">
          <ac:chgData name="Schegoleva, Elena" userId="9ce2a171-21f1-4fc5-97a5-c35dfb6c8245" providerId="ADAL" clId="{89DA7589-7103-41B5-A857-383176D93E1B}" dt="2024-05-21T11:59:32.375" v="687" actId="1440"/>
          <ac:picMkLst>
            <pc:docMk/>
            <pc:sldMk cId="1337737916" sldId="3354"/>
            <ac:picMk id="13" creationId="{2CE1D877-C82E-1129-2BC0-681465E635D0}"/>
          </ac:picMkLst>
        </pc:picChg>
        <pc:picChg chg="mod">
          <ac:chgData name="Schegoleva, Elena" userId="9ce2a171-21f1-4fc5-97a5-c35dfb6c8245" providerId="ADAL" clId="{89DA7589-7103-41B5-A857-383176D93E1B}" dt="2024-05-21T11:59:34.550" v="688" actId="1440"/>
          <ac:picMkLst>
            <pc:docMk/>
            <pc:sldMk cId="1337737916" sldId="3354"/>
            <ac:picMk id="16" creationId="{FEA357DD-527C-985E-9167-CDEE13D8988D}"/>
          </ac:picMkLst>
        </pc:picChg>
      </pc:sldChg>
      <pc:sldChg chg="modSp mod">
        <pc:chgData name="Schegoleva, Elena" userId="9ce2a171-21f1-4fc5-97a5-c35dfb6c8245" providerId="ADAL" clId="{89DA7589-7103-41B5-A857-383176D93E1B}" dt="2024-05-21T12:17:49.104" v="723" actId="1440"/>
        <pc:sldMkLst>
          <pc:docMk/>
          <pc:sldMk cId="2230014208" sldId="3355"/>
        </pc:sldMkLst>
        <pc:picChg chg="mod">
          <ac:chgData name="Schegoleva, Elena" userId="9ce2a171-21f1-4fc5-97a5-c35dfb6c8245" providerId="ADAL" clId="{89DA7589-7103-41B5-A857-383176D93E1B}" dt="2024-05-21T12:17:46.470" v="722" actId="1440"/>
          <ac:picMkLst>
            <pc:docMk/>
            <pc:sldMk cId="2230014208" sldId="3355"/>
            <ac:picMk id="8" creationId="{8278EAF9-9B06-CEB7-F51D-F0D62374F6EE}"/>
          </ac:picMkLst>
        </pc:picChg>
        <pc:picChg chg="mod">
          <ac:chgData name="Schegoleva, Elena" userId="9ce2a171-21f1-4fc5-97a5-c35dfb6c8245" providerId="ADAL" clId="{89DA7589-7103-41B5-A857-383176D93E1B}" dt="2024-05-21T12:17:49.104" v="723" actId="1440"/>
          <ac:picMkLst>
            <pc:docMk/>
            <pc:sldMk cId="2230014208" sldId="3355"/>
            <ac:picMk id="10" creationId="{2619F099-93B6-D3A7-95B4-0A0FACC2353D}"/>
          </ac:picMkLst>
        </pc:picChg>
      </pc:sldChg>
      <pc:sldChg chg="addSp delSp modSp mod ord">
        <pc:chgData name="Schegoleva, Elena" userId="9ce2a171-21f1-4fc5-97a5-c35dfb6c8245" providerId="ADAL" clId="{89DA7589-7103-41B5-A857-383176D93E1B}" dt="2024-05-21T12:17:26.848" v="721" actId="1440"/>
        <pc:sldMkLst>
          <pc:docMk/>
          <pc:sldMk cId="3853775529" sldId="3356"/>
        </pc:sldMkLst>
        <pc:spChg chg="mod">
          <ac:chgData name="Schegoleva, Elena" userId="9ce2a171-21f1-4fc5-97a5-c35dfb6c8245" providerId="ADAL" clId="{89DA7589-7103-41B5-A857-383176D93E1B}" dt="2024-05-21T12:16:40.122" v="713" actId="1076"/>
          <ac:spMkLst>
            <pc:docMk/>
            <pc:sldMk cId="3853775529" sldId="3356"/>
            <ac:spMk id="2" creationId="{6AF5BBCD-C253-6B76-CBF1-08576BA45648}"/>
          </ac:spMkLst>
        </pc:spChg>
        <pc:spChg chg="mod">
          <ac:chgData name="Schegoleva, Elena" userId="9ce2a171-21f1-4fc5-97a5-c35dfb6c8245" providerId="ADAL" clId="{89DA7589-7103-41B5-A857-383176D93E1B}" dt="2024-05-21T12:14:55.621" v="690" actId="1076"/>
          <ac:spMkLst>
            <pc:docMk/>
            <pc:sldMk cId="3853775529" sldId="3356"/>
            <ac:spMk id="3" creationId="{70FAF430-488C-4F54-BBD8-6F13742EE52B}"/>
          </ac:spMkLst>
        </pc:spChg>
        <pc:spChg chg="add mod">
          <ac:chgData name="Schegoleva, Elena" userId="9ce2a171-21f1-4fc5-97a5-c35dfb6c8245" providerId="ADAL" clId="{89DA7589-7103-41B5-A857-383176D93E1B}" dt="2024-05-21T12:16:58.005" v="716" actId="14100"/>
          <ac:spMkLst>
            <pc:docMk/>
            <pc:sldMk cId="3853775529" sldId="3356"/>
            <ac:spMk id="5" creationId="{F553E6EC-CC29-9F48-7A47-913AAE57E614}"/>
          </ac:spMkLst>
        </pc:spChg>
        <pc:spChg chg="add mod">
          <ac:chgData name="Schegoleva, Elena" userId="9ce2a171-21f1-4fc5-97a5-c35dfb6c8245" providerId="ADAL" clId="{89DA7589-7103-41B5-A857-383176D93E1B}" dt="2024-05-21T12:17:05.053" v="718" actId="1076"/>
          <ac:spMkLst>
            <pc:docMk/>
            <pc:sldMk cId="3853775529" sldId="3356"/>
            <ac:spMk id="6" creationId="{BDC7AEE4-F03F-194B-58CA-ED30ED9E1336}"/>
          </ac:spMkLst>
        </pc:spChg>
        <pc:spChg chg="del mod">
          <ac:chgData name="Schegoleva, Elena" userId="9ce2a171-21f1-4fc5-97a5-c35dfb6c8245" providerId="ADAL" clId="{89DA7589-7103-41B5-A857-383176D93E1B}" dt="2024-05-21T12:16:28.204" v="707" actId="478"/>
          <ac:spMkLst>
            <pc:docMk/>
            <pc:sldMk cId="3853775529" sldId="3356"/>
            <ac:spMk id="7" creationId="{1AEA724D-D940-DBBE-DADF-D1DB30F908FE}"/>
          </ac:spMkLst>
        </pc:spChg>
        <pc:spChg chg="add mod">
          <ac:chgData name="Schegoleva, Elena" userId="9ce2a171-21f1-4fc5-97a5-c35dfb6c8245" providerId="ADAL" clId="{89DA7589-7103-41B5-A857-383176D93E1B}" dt="2024-05-21T12:17:22.771" v="720" actId="1076"/>
          <ac:spMkLst>
            <pc:docMk/>
            <pc:sldMk cId="3853775529" sldId="3356"/>
            <ac:spMk id="8" creationId="{4D4CDA28-48D7-14A9-3AB8-5A193ABA4B17}"/>
          </ac:spMkLst>
        </pc:spChg>
        <pc:picChg chg="mod">
          <ac:chgData name="Schegoleva, Elena" userId="9ce2a171-21f1-4fc5-97a5-c35dfb6c8245" providerId="ADAL" clId="{89DA7589-7103-41B5-A857-383176D93E1B}" dt="2024-05-21T12:17:26.848" v="721" actId="1440"/>
          <ac:picMkLst>
            <pc:docMk/>
            <pc:sldMk cId="3853775529" sldId="3356"/>
            <ac:picMk id="9" creationId="{6955D512-2359-FB8F-3BA1-5025FA620F6E}"/>
          </ac:picMkLst>
        </pc:picChg>
        <pc:picChg chg="del mod">
          <ac:chgData name="Schegoleva, Elena" userId="9ce2a171-21f1-4fc5-97a5-c35dfb6c8245" providerId="ADAL" clId="{89DA7589-7103-41B5-A857-383176D93E1B}" dt="2024-05-21T12:16:25.914" v="706" actId="478"/>
          <ac:picMkLst>
            <pc:docMk/>
            <pc:sldMk cId="3853775529" sldId="3356"/>
            <ac:picMk id="11" creationId="{D5BB7722-F720-24BD-FBD3-AF4CEAA060F2}"/>
          </ac:picMkLst>
        </pc:picChg>
      </pc:sldChg>
      <pc:sldChg chg="addSp modSp mod">
        <pc:chgData name="Schegoleva, Elena" userId="9ce2a171-21f1-4fc5-97a5-c35dfb6c8245" providerId="ADAL" clId="{89DA7589-7103-41B5-A857-383176D93E1B}" dt="2024-05-21T12:20:23.556" v="738" actId="1076"/>
        <pc:sldMkLst>
          <pc:docMk/>
          <pc:sldMk cId="2159943740" sldId="3357"/>
        </pc:sldMkLst>
        <pc:spChg chg="add mod">
          <ac:chgData name="Schegoleva, Elena" userId="9ce2a171-21f1-4fc5-97a5-c35dfb6c8245" providerId="ADAL" clId="{89DA7589-7103-41B5-A857-383176D93E1B}" dt="2024-05-21T12:15:51.998" v="702" actId="1076"/>
          <ac:spMkLst>
            <pc:docMk/>
            <pc:sldMk cId="2159943740" sldId="3357"/>
            <ac:spMk id="5" creationId="{D24B5569-4940-F895-EFEC-8B45A8E9E8A5}"/>
          </ac:spMkLst>
        </pc:spChg>
        <pc:spChg chg="add mod">
          <ac:chgData name="Schegoleva, Elena" userId="9ce2a171-21f1-4fc5-97a5-c35dfb6c8245" providerId="ADAL" clId="{89DA7589-7103-41B5-A857-383176D93E1B}" dt="2024-05-21T12:19:47.161" v="729" actId="1076"/>
          <ac:spMkLst>
            <pc:docMk/>
            <pc:sldMk cId="2159943740" sldId="3357"/>
            <ac:spMk id="6" creationId="{B30EE95A-E1FA-4AF6-5994-020FB30778E6}"/>
          </ac:spMkLst>
        </pc:spChg>
        <pc:spChg chg="add mod">
          <ac:chgData name="Schegoleva, Elena" userId="9ce2a171-21f1-4fc5-97a5-c35dfb6c8245" providerId="ADAL" clId="{89DA7589-7103-41B5-A857-383176D93E1B}" dt="2024-05-21T12:19:49.911" v="730" actId="1076"/>
          <ac:spMkLst>
            <pc:docMk/>
            <pc:sldMk cId="2159943740" sldId="3357"/>
            <ac:spMk id="7" creationId="{1121D19D-7162-C5A4-91F2-892800131D1C}"/>
          </ac:spMkLst>
        </pc:spChg>
        <pc:spChg chg="add mod">
          <ac:chgData name="Schegoleva, Elena" userId="9ce2a171-21f1-4fc5-97a5-c35dfb6c8245" providerId="ADAL" clId="{89DA7589-7103-41B5-A857-383176D93E1B}" dt="2024-05-21T12:20:06.532" v="734" actId="1076"/>
          <ac:spMkLst>
            <pc:docMk/>
            <pc:sldMk cId="2159943740" sldId="3357"/>
            <ac:spMk id="8" creationId="{BC6E4773-E38E-F7A6-84F1-80BCEA9C844A}"/>
          </ac:spMkLst>
        </pc:spChg>
        <pc:spChg chg="mod">
          <ac:chgData name="Schegoleva, Elena" userId="9ce2a171-21f1-4fc5-97a5-c35dfb6c8245" providerId="ADAL" clId="{89DA7589-7103-41B5-A857-383176D93E1B}" dt="2024-05-21T12:15:31.127" v="698" actId="1076"/>
          <ac:spMkLst>
            <pc:docMk/>
            <pc:sldMk cId="2159943740" sldId="3357"/>
            <ac:spMk id="9" creationId="{2C1D5F92-ADF0-424F-9EBB-3DE9444B632D}"/>
          </ac:spMkLst>
        </pc:spChg>
        <pc:spChg chg="add mod">
          <ac:chgData name="Schegoleva, Elena" userId="9ce2a171-21f1-4fc5-97a5-c35dfb6c8245" providerId="ADAL" clId="{89DA7589-7103-41B5-A857-383176D93E1B}" dt="2024-05-21T12:20:00.857" v="733" actId="1076"/>
          <ac:spMkLst>
            <pc:docMk/>
            <pc:sldMk cId="2159943740" sldId="3357"/>
            <ac:spMk id="10" creationId="{5C7D7EC9-92C5-1BA2-60FF-97C1318337C6}"/>
          </ac:spMkLst>
        </pc:spChg>
        <pc:spChg chg="add mod">
          <ac:chgData name="Schegoleva, Elena" userId="9ce2a171-21f1-4fc5-97a5-c35dfb6c8245" providerId="ADAL" clId="{89DA7589-7103-41B5-A857-383176D93E1B}" dt="2024-05-21T12:20:16.348" v="736" actId="1076"/>
          <ac:spMkLst>
            <pc:docMk/>
            <pc:sldMk cId="2159943740" sldId="3357"/>
            <ac:spMk id="11" creationId="{D7FC73A3-BC7B-7B67-9823-0C8EC9E9FC4F}"/>
          </ac:spMkLst>
        </pc:spChg>
        <pc:spChg chg="add mod">
          <ac:chgData name="Schegoleva, Elena" userId="9ce2a171-21f1-4fc5-97a5-c35dfb6c8245" providerId="ADAL" clId="{89DA7589-7103-41B5-A857-383176D93E1B}" dt="2024-05-21T12:20:23.556" v="738" actId="1076"/>
          <ac:spMkLst>
            <pc:docMk/>
            <pc:sldMk cId="2159943740" sldId="3357"/>
            <ac:spMk id="12" creationId="{8680AE01-57E8-3217-DD5E-F6EEF6133F76}"/>
          </ac:spMkLst>
        </pc:spChg>
        <pc:picChg chg="add mod">
          <ac:chgData name="Schegoleva, Elena" userId="9ce2a171-21f1-4fc5-97a5-c35dfb6c8245" providerId="ADAL" clId="{89DA7589-7103-41B5-A857-383176D93E1B}" dt="2024-05-21T12:19:27.790" v="725" actId="1440"/>
          <ac:picMkLst>
            <pc:docMk/>
            <pc:sldMk cId="2159943740" sldId="3357"/>
            <ac:picMk id="2" creationId="{B2C08E35-B637-B68F-1B35-2F33FBB24990}"/>
          </ac:picMkLst>
        </pc:picChg>
        <pc:picChg chg="mod">
          <ac:chgData name="Schegoleva, Elena" userId="9ce2a171-21f1-4fc5-97a5-c35dfb6c8245" providerId="ADAL" clId="{89DA7589-7103-41B5-A857-383176D93E1B}" dt="2024-05-21T12:19:26.035" v="724" actId="1440"/>
          <ac:picMkLst>
            <pc:docMk/>
            <pc:sldMk cId="2159943740" sldId="3357"/>
            <ac:picMk id="13" creationId="{395ECB62-B734-38F2-3D56-85916568588A}"/>
          </ac:picMkLst>
        </pc:picChg>
      </pc:sldChg>
      <pc:sldChg chg="addSp delSp modSp mod">
        <pc:chgData name="Schegoleva, Elena" userId="9ce2a171-21f1-4fc5-97a5-c35dfb6c8245" providerId="ADAL" clId="{89DA7589-7103-41B5-A857-383176D93E1B}" dt="2024-05-21T12:23:35.004" v="760" actId="1076"/>
        <pc:sldMkLst>
          <pc:docMk/>
          <pc:sldMk cId="1362466153" sldId="3358"/>
        </pc:sldMkLst>
        <pc:spChg chg="mod">
          <ac:chgData name="Schegoleva, Elena" userId="9ce2a171-21f1-4fc5-97a5-c35dfb6c8245" providerId="ADAL" clId="{89DA7589-7103-41B5-A857-383176D93E1B}" dt="2024-05-21T12:16:04.658" v="704" actId="1076"/>
          <ac:spMkLst>
            <pc:docMk/>
            <pc:sldMk cId="1362466153" sldId="3358"/>
            <ac:spMk id="3" creationId="{70FAF430-488C-4F54-BBD8-6F13742EE52B}"/>
          </ac:spMkLst>
        </pc:spChg>
        <pc:spChg chg="add mod">
          <ac:chgData name="Schegoleva, Elena" userId="9ce2a171-21f1-4fc5-97a5-c35dfb6c8245" providerId="ADAL" clId="{89DA7589-7103-41B5-A857-383176D93E1B}" dt="2024-05-21T12:22:15.452" v="747" actId="1076"/>
          <ac:spMkLst>
            <pc:docMk/>
            <pc:sldMk cId="1362466153" sldId="3358"/>
            <ac:spMk id="6" creationId="{CFEA17D8-E863-B833-0C95-93C5C05C3609}"/>
          </ac:spMkLst>
        </pc:spChg>
        <pc:spChg chg="add mod">
          <ac:chgData name="Schegoleva, Elena" userId="9ce2a171-21f1-4fc5-97a5-c35dfb6c8245" providerId="ADAL" clId="{89DA7589-7103-41B5-A857-383176D93E1B}" dt="2024-05-21T12:22:42.042" v="749" actId="1076"/>
          <ac:spMkLst>
            <pc:docMk/>
            <pc:sldMk cId="1362466153" sldId="3358"/>
            <ac:spMk id="7" creationId="{1435E50E-4238-7462-26E0-CF7E7497F8FA}"/>
          </ac:spMkLst>
        </pc:spChg>
        <pc:spChg chg="del">
          <ac:chgData name="Schegoleva, Elena" userId="9ce2a171-21f1-4fc5-97a5-c35dfb6c8245" providerId="ADAL" clId="{89DA7589-7103-41B5-A857-383176D93E1B}" dt="2024-05-21T12:15:59.469" v="703" actId="478"/>
          <ac:spMkLst>
            <pc:docMk/>
            <pc:sldMk cId="1362466153" sldId="3358"/>
            <ac:spMk id="8" creationId="{76A747F3-452F-2DE7-6153-44978DA6CFD3}"/>
          </ac:spMkLst>
        </pc:spChg>
        <pc:spChg chg="mod">
          <ac:chgData name="Schegoleva, Elena" userId="9ce2a171-21f1-4fc5-97a5-c35dfb6c8245" providerId="ADAL" clId="{89DA7589-7103-41B5-A857-383176D93E1B}" dt="2024-05-21T12:20:45.649" v="741" actId="1076"/>
          <ac:spMkLst>
            <pc:docMk/>
            <pc:sldMk cId="1362466153" sldId="3358"/>
            <ac:spMk id="9" creationId="{2C1D5F92-ADF0-424F-9EBB-3DE9444B632D}"/>
          </ac:spMkLst>
        </pc:spChg>
        <pc:spChg chg="add mod">
          <ac:chgData name="Schegoleva, Elena" userId="9ce2a171-21f1-4fc5-97a5-c35dfb6c8245" providerId="ADAL" clId="{89DA7589-7103-41B5-A857-383176D93E1B}" dt="2024-05-21T12:22:48.251" v="751" actId="1076"/>
          <ac:spMkLst>
            <pc:docMk/>
            <pc:sldMk cId="1362466153" sldId="3358"/>
            <ac:spMk id="10" creationId="{0BF81259-1438-141B-A4EA-DDAEEAD80E10}"/>
          </ac:spMkLst>
        </pc:spChg>
        <pc:spChg chg="add mod">
          <ac:chgData name="Schegoleva, Elena" userId="9ce2a171-21f1-4fc5-97a5-c35dfb6c8245" providerId="ADAL" clId="{89DA7589-7103-41B5-A857-383176D93E1B}" dt="2024-05-21T12:22:54.470" v="753" actId="1076"/>
          <ac:spMkLst>
            <pc:docMk/>
            <pc:sldMk cId="1362466153" sldId="3358"/>
            <ac:spMk id="12" creationId="{CD9989A1-FB16-068A-799F-FD9882B56678}"/>
          </ac:spMkLst>
        </pc:spChg>
        <pc:spChg chg="add mod">
          <ac:chgData name="Schegoleva, Elena" userId="9ce2a171-21f1-4fc5-97a5-c35dfb6c8245" providerId="ADAL" clId="{89DA7589-7103-41B5-A857-383176D93E1B}" dt="2024-05-21T12:23:19.583" v="756" actId="1076"/>
          <ac:spMkLst>
            <pc:docMk/>
            <pc:sldMk cId="1362466153" sldId="3358"/>
            <ac:spMk id="13" creationId="{952B6C91-95A9-81D4-7930-39DAD84FA941}"/>
          </ac:spMkLst>
        </pc:spChg>
        <pc:spChg chg="add mod">
          <ac:chgData name="Schegoleva, Elena" userId="9ce2a171-21f1-4fc5-97a5-c35dfb6c8245" providerId="ADAL" clId="{89DA7589-7103-41B5-A857-383176D93E1B}" dt="2024-05-21T12:23:35.004" v="760" actId="1076"/>
          <ac:spMkLst>
            <pc:docMk/>
            <pc:sldMk cId="1362466153" sldId="3358"/>
            <ac:spMk id="14" creationId="{E994CDD6-24D3-E0AE-1872-A0526B7BD780}"/>
          </ac:spMkLst>
        </pc:spChg>
        <pc:picChg chg="add mod">
          <ac:chgData name="Schegoleva, Elena" userId="9ce2a171-21f1-4fc5-97a5-c35dfb6c8245" providerId="ADAL" clId="{89DA7589-7103-41B5-A857-383176D93E1B}" dt="2024-05-21T12:20:58.432" v="746" actId="1440"/>
          <ac:picMkLst>
            <pc:docMk/>
            <pc:sldMk cId="1362466153" sldId="3358"/>
            <ac:picMk id="2" creationId="{1FC44AFB-EF60-7C8B-6B0E-9BB02FFDD549}"/>
          </ac:picMkLst>
        </pc:picChg>
        <pc:picChg chg="mod">
          <ac:chgData name="Schegoleva, Elena" userId="9ce2a171-21f1-4fc5-97a5-c35dfb6c8245" providerId="ADAL" clId="{89DA7589-7103-41B5-A857-383176D93E1B}" dt="2024-05-21T12:23:25.857" v="759" actId="1076"/>
          <ac:picMkLst>
            <pc:docMk/>
            <pc:sldMk cId="1362466153" sldId="3358"/>
            <ac:picMk id="5" creationId="{3900414D-C5F9-07A5-116D-C83BF2DCC4BD}"/>
          </ac:picMkLst>
        </pc:picChg>
        <pc:picChg chg="del">
          <ac:chgData name="Schegoleva, Elena" userId="9ce2a171-21f1-4fc5-97a5-c35dfb6c8245" providerId="ADAL" clId="{89DA7589-7103-41B5-A857-383176D93E1B}" dt="2024-05-21T12:15:59.469" v="703" actId="478"/>
          <ac:picMkLst>
            <pc:docMk/>
            <pc:sldMk cId="1362466153" sldId="3358"/>
            <ac:picMk id="11" creationId="{90E2F877-045E-6DC6-24B5-F7A9E58260E8}"/>
          </ac:picMkLst>
        </pc:picChg>
      </pc:sldChg>
      <pc:sldChg chg="add del">
        <pc:chgData name="Schegoleva, Elena" userId="9ce2a171-21f1-4fc5-97a5-c35dfb6c8245" providerId="ADAL" clId="{89DA7589-7103-41B5-A857-383176D93E1B}" dt="2024-05-21T12:15:12.475" v="695" actId="47"/>
        <pc:sldMkLst>
          <pc:docMk/>
          <pc:sldMk cId="1373062863" sldId="3359"/>
        </pc:sldMkLst>
      </pc:sldChg>
    </pc:docChg>
  </pc:docChgLst>
  <pc:docChgLst>
    <pc:chgData name="Schegoleva, Elena" userId="S::gvaschege@corp.jti.com::9ce2a171-21f1-4fc5-97a5-c35dfb6c8245" providerId="AD" clId="Web-{39336632-C70F-9130-7DBA-0E4A90E3D0C0}"/>
    <pc:docChg chg="addSld delSld modSld">
      <pc:chgData name="Schegoleva, Elena" userId="S::gvaschege@corp.jti.com::9ce2a171-21f1-4fc5-97a5-c35dfb6c8245" providerId="AD" clId="Web-{39336632-C70F-9130-7DBA-0E4A90E3D0C0}" dt="2024-05-21T11:58:18.594" v="43"/>
      <pc:docMkLst>
        <pc:docMk/>
      </pc:docMkLst>
      <pc:sldChg chg="addSp delSp modSp">
        <pc:chgData name="Schegoleva, Elena" userId="S::gvaschege@corp.jti.com::9ce2a171-21f1-4fc5-97a5-c35dfb6c8245" providerId="AD" clId="Web-{39336632-C70F-9130-7DBA-0E4A90E3D0C0}" dt="2024-05-21T11:49:10.482" v="8" actId="14100"/>
        <pc:sldMkLst>
          <pc:docMk/>
          <pc:sldMk cId="2576933562" sldId="3343"/>
        </pc:sldMkLst>
        <pc:picChg chg="del">
          <ac:chgData name="Schegoleva, Elena" userId="S::gvaschege@corp.jti.com::9ce2a171-21f1-4fc5-97a5-c35dfb6c8245" providerId="AD" clId="Web-{39336632-C70F-9130-7DBA-0E4A90E3D0C0}" dt="2024-05-21T11:48:33.903" v="0"/>
          <ac:picMkLst>
            <pc:docMk/>
            <pc:sldMk cId="2576933562" sldId="3343"/>
            <ac:picMk id="5" creationId="{9370B32F-24BA-DBD1-381F-DA1C1A348ABF}"/>
          </ac:picMkLst>
        </pc:picChg>
        <pc:picChg chg="add mod modCrop">
          <ac:chgData name="Schegoleva, Elena" userId="S::gvaschege@corp.jti.com::9ce2a171-21f1-4fc5-97a5-c35dfb6c8245" providerId="AD" clId="Web-{39336632-C70F-9130-7DBA-0E4A90E3D0C0}" dt="2024-05-21T11:49:10.482" v="8" actId="14100"/>
          <ac:picMkLst>
            <pc:docMk/>
            <pc:sldMk cId="2576933562" sldId="3343"/>
            <ac:picMk id="7" creationId="{EA2858B7-4767-6E39-6C2E-8A08264C352C}"/>
          </ac:picMkLst>
        </pc:picChg>
      </pc:sldChg>
      <pc:sldChg chg="del">
        <pc:chgData name="Schegoleva, Elena" userId="S::gvaschege@corp.jti.com::9ce2a171-21f1-4fc5-97a5-c35dfb6c8245" providerId="AD" clId="Web-{39336632-C70F-9130-7DBA-0E4A90E3D0C0}" dt="2024-05-21T11:49:56.641" v="10"/>
        <pc:sldMkLst>
          <pc:docMk/>
          <pc:sldMk cId="2302875541" sldId="3344"/>
        </pc:sldMkLst>
      </pc:sldChg>
      <pc:sldChg chg="del">
        <pc:chgData name="Schegoleva, Elena" userId="S::gvaschege@corp.jti.com::9ce2a171-21f1-4fc5-97a5-c35dfb6c8245" providerId="AD" clId="Web-{39336632-C70F-9130-7DBA-0E4A90E3D0C0}" dt="2024-05-21T11:50:52.267" v="12"/>
        <pc:sldMkLst>
          <pc:docMk/>
          <pc:sldMk cId="2270012720" sldId="3345"/>
        </pc:sldMkLst>
      </pc:sldChg>
      <pc:sldChg chg="del">
        <pc:chgData name="Schegoleva, Elena" userId="S::gvaschege@corp.jti.com::9ce2a171-21f1-4fc5-97a5-c35dfb6c8245" providerId="AD" clId="Web-{39336632-C70F-9130-7DBA-0E4A90E3D0C0}" dt="2024-05-21T11:56:23.356" v="33"/>
        <pc:sldMkLst>
          <pc:docMk/>
          <pc:sldMk cId="1125608517" sldId="3346"/>
        </pc:sldMkLst>
      </pc:sldChg>
      <pc:sldChg chg="del">
        <pc:chgData name="Schegoleva, Elena" userId="S::gvaschege@corp.jti.com::9ce2a171-21f1-4fc5-97a5-c35dfb6c8245" providerId="AD" clId="Web-{39336632-C70F-9130-7DBA-0E4A90E3D0C0}" dt="2024-05-21T11:57:27.280" v="37"/>
        <pc:sldMkLst>
          <pc:docMk/>
          <pc:sldMk cId="2589711468" sldId="3347"/>
        </pc:sldMkLst>
      </pc:sldChg>
      <pc:sldChg chg="del">
        <pc:chgData name="Schegoleva, Elena" userId="S::gvaschege@corp.jti.com::9ce2a171-21f1-4fc5-97a5-c35dfb6c8245" providerId="AD" clId="Web-{39336632-C70F-9130-7DBA-0E4A90E3D0C0}" dt="2024-05-21T11:58:18.594" v="43"/>
        <pc:sldMkLst>
          <pc:docMk/>
          <pc:sldMk cId="3533263115" sldId="3348"/>
        </pc:sldMkLst>
      </pc:sldChg>
      <pc:sldChg chg="modSp add">
        <pc:chgData name="Schegoleva, Elena" userId="S::gvaschege@corp.jti.com::9ce2a171-21f1-4fc5-97a5-c35dfb6c8245" providerId="AD" clId="Web-{39336632-C70F-9130-7DBA-0E4A90E3D0C0}" dt="2024-05-21T11:53:38.647" v="29"/>
        <pc:sldMkLst>
          <pc:docMk/>
          <pc:sldMk cId="1337737916" sldId="3354"/>
        </pc:sldMkLst>
        <pc:spChg chg="mod ord">
          <ac:chgData name="Schegoleva, Elena" userId="S::gvaschege@corp.jti.com::9ce2a171-21f1-4fc5-97a5-c35dfb6c8245" providerId="AD" clId="Web-{39336632-C70F-9130-7DBA-0E4A90E3D0C0}" dt="2024-05-21T11:53:30.866" v="27"/>
          <ac:spMkLst>
            <pc:docMk/>
            <pc:sldMk cId="1337737916" sldId="3354"/>
            <ac:spMk id="2" creationId="{9B9A6126-AA9C-41E9-9BBC-7A51B62155E8}"/>
          </ac:spMkLst>
        </pc:spChg>
        <pc:spChg chg="mod ord">
          <ac:chgData name="Schegoleva, Elena" userId="S::gvaschege@corp.jti.com::9ce2a171-21f1-4fc5-97a5-c35dfb6c8245" providerId="AD" clId="Web-{39336632-C70F-9130-7DBA-0E4A90E3D0C0}" dt="2024-05-21T11:53:38.647" v="29"/>
          <ac:spMkLst>
            <pc:docMk/>
            <pc:sldMk cId="1337737916" sldId="3354"/>
            <ac:spMk id="12" creationId="{1D05720B-70E1-44C8-88D3-E4E1460DCF78}"/>
          </ac:spMkLst>
        </pc:spChg>
      </pc:sldChg>
      <pc:sldChg chg="addSp modSp add">
        <pc:chgData name="Schegoleva, Elena" userId="S::gvaschege@corp.jti.com::9ce2a171-21f1-4fc5-97a5-c35dfb6c8245" providerId="AD" clId="Web-{39336632-C70F-9130-7DBA-0E4A90E3D0C0}" dt="2024-05-21T11:53:23.600" v="25"/>
        <pc:sldMkLst>
          <pc:docMk/>
          <pc:sldMk cId="2230014208" sldId="3355"/>
        </pc:sldMkLst>
        <pc:spChg chg="mod ord">
          <ac:chgData name="Schegoleva, Elena" userId="S::gvaschege@corp.jti.com::9ce2a171-21f1-4fc5-97a5-c35dfb6c8245" providerId="AD" clId="Web-{39336632-C70F-9130-7DBA-0E4A90E3D0C0}" dt="2024-05-21T11:53:23.600" v="25"/>
          <ac:spMkLst>
            <pc:docMk/>
            <pc:sldMk cId="2230014208" sldId="3355"/>
            <ac:spMk id="2" creationId="{AB79491E-8A1B-E69A-3CE1-F74115A98D3C}"/>
          </ac:spMkLst>
        </pc:spChg>
        <pc:spChg chg="mod ord">
          <ac:chgData name="Schegoleva, Elena" userId="S::gvaschege@corp.jti.com::9ce2a171-21f1-4fc5-97a5-c35dfb6c8245" providerId="AD" clId="Web-{39336632-C70F-9130-7DBA-0E4A90E3D0C0}" dt="2024-05-21T11:53:14.818" v="23"/>
          <ac:spMkLst>
            <pc:docMk/>
            <pc:sldMk cId="2230014208" sldId="3355"/>
            <ac:spMk id="6" creationId="{7E0A1D2C-2617-4741-92E5-5B99D10A471E}"/>
          </ac:spMkLst>
        </pc:spChg>
        <pc:spChg chg="add mod">
          <ac:chgData name="Schegoleva, Elena" userId="S::gvaschege@corp.jti.com::9ce2a171-21f1-4fc5-97a5-c35dfb6c8245" providerId="AD" clId="Web-{39336632-C70F-9130-7DBA-0E4A90E3D0C0}" dt="2024-05-21T11:52:26.786" v="14" actId="1076"/>
          <ac:spMkLst>
            <pc:docMk/>
            <pc:sldMk cId="2230014208" sldId="3355"/>
            <ac:spMk id="7" creationId="{34CCBB5F-293D-DF63-AA6E-E647D0F067D5}"/>
          </ac:spMkLst>
        </pc:spChg>
        <pc:spChg chg="add mod">
          <ac:chgData name="Schegoleva, Elena" userId="S::gvaschege@corp.jti.com::9ce2a171-21f1-4fc5-97a5-c35dfb6c8245" providerId="AD" clId="Web-{39336632-C70F-9130-7DBA-0E4A90E3D0C0}" dt="2024-05-21T11:52:35.536" v="16" actId="1076"/>
          <ac:spMkLst>
            <pc:docMk/>
            <pc:sldMk cId="2230014208" sldId="3355"/>
            <ac:spMk id="11" creationId="{56C57701-6486-90A4-99F6-BCD93CF46C42}"/>
          </ac:spMkLst>
        </pc:spChg>
        <pc:spChg chg="add mod">
          <ac:chgData name="Schegoleva, Elena" userId="S::gvaschege@corp.jti.com::9ce2a171-21f1-4fc5-97a5-c35dfb6c8245" providerId="AD" clId="Web-{39336632-C70F-9130-7DBA-0E4A90E3D0C0}" dt="2024-05-21T11:52:48.208" v="18" actId="1076"/>
          <ac:spMkLst>
            <pc:docMk/>
            <pc:sldMk cId="2230014208" sldId="3355"/>
            <ac:spMk id="13" creationId="{3BF8EF22-F44E-7EC2-5635-326FE4916D8A}"/>
          </ac:spMkLst>
        </pc:spChg>
        <pc:spChg chg="add mod">
          <ac:chgData name="Schegoleva, Elena" userId="S::gvaschege@corp.jti.com::9ce2a171-21f1-4fc5-97a5-c35dfb6c8245" providerId="AD" clId="Web-{39336632-C70F-9130-7DBA-0E4A90E3D0C0}" dt="2024-05-21T11:53:01.380" v="21" actId="1076"/>
          <ac:spMkLst>
            <pc:docMk/>
            <pc:sldMk cId="2230014208" sldId="3355"/>
            <ac:spMk id="15" creationId="{2F06C95C-1A9C-37FB-F605-E13C4AF488C6}"/>
          </ac:spMkLst>
        </pc:spChg>
      </pc:sldChg>
      <pc:sldChg chg="add del replId">
        <pc:chgData name="Schegoleva, Elena" userId="S::gvaschege@corp.jti.com::9ce2a171-21f1-4fc5-97a5-c35dfb6c8245" providerId="AD" clId="Web-{39336632-C70F-9130-7DBA-0E4A90E3D0C0}" dt="2024-05-21T11:55:01.119" v="31"/>
        <pc:sldMkLst>
          <pc:docMk/>
          <pc:sldMk cId="120320608" sldId="3356"/>
        </pc:sldMkLst>
      </pc:sldChg>
      <pc:sldChg chg="add">
        <pc:chgData name="Schegoleva, Elena" userId="S::gvaschege@corp.jti.com::9ce2a171-21f1-4fc5-97a5-c35dfb6c8245" providerId="AD" clId="Web-{39336632-C70F-9130-7DBA-0E4A90E3D0C0}" dt="2024-05-21T11:55:15.151" v="32"/>
        <pc:sldMkLst>
          <pc:docMk/>
          <pc:sldMk cId="3853775529" sldId="3356"/>
        </pc:sldMkLst>
      </pc:sldChg>
      <pc:sldChg chg="modSp add">
        <pc:chgData name="Schegoleva, Elena" userId="S::gvaschege@corp.jti.com::9ce2a171-21f1-4fc5-97a5-c35dfb6c8245" providerId="AD" clId="Web-{39336632-C70F-9130-7DBA-0E4A90E3D0C0}" dt="2024-05-21T11:57:10.295" v="36" actId="20577"/>
        <pc:sldMkLst>
          <pc:docMk/>
          <pc:sldMk cId="2159943740" sldId="3357"/>
        </pc:sldMkLst>
        <pc:spChg chg="mod">
          <ac:chgData name="Schegoleva, Elena" userId="S::gvaschege@corp.jti.com::9ce2a171-21f1-4fc5-97a5-c35dfb6c8245" providerId="AD" clId="Web-{39336632-C70F-9130-7DBA-0E4A90E3D0C0}" dt="2024-05-21T11:57:10.295" v="36" actId="20577"/>
          <ac:spMkLst>
            <pc:docMk/>
            <pc:sldMk cId="2159943740" sldId="3357"/>
            <ac:spMk id="9" creationId="{2C1D5F92-ADF0-424F-9EBB-3DE9444B632D}"/>
          </ac:spMkLst>
        </pc:spChg>
      </pc:sldChg>
      <pc:sldChg chg="modSp add">
        <pc:chgData name="Schegoleva, Elena" userId="S::gvaschege@corp.jti.com::9ce2a171-21f1-4fc5-97a5-c35dfb6c8245" providerId="AD" clId="Web-{39336632-C70F-9130-7DBA-0E4A90E3D0C0}" dt="2024-05-21T11:58:16.672" v="42" actId="20577"/>
        <pc:sldMkLst>
          <pc:docMk/>
          <pc:sldMk cId="1362466153" sldId="3358"/>
        </pc:sldMkLst>
        <pc:spChg chg="mod">
          <ac:chgData name="Schegoleva, Elena" userId="S::gvaschege@corp.jti.com::9ce2a171-21f1-4fc5-97a5-c35dfb6c8245" providerId="AD" clId="Web-{39336632-C70F-9130-7DBA-0E4A90E3D0C0}" dt="2024-05-21T11:58:13.610" v="41" actId="20577"/>
          <ac:spMkLst>
            <pc:docMk/>
            <pc:sldMk cId="1362466153" sldId="3358"/>
            <ac:spMk id="8" creationId="{76A747F3-452F-2DE7-6153-44978DA6CFD3}"/>
          </ac:spMkLst>
        </pc:spChg>
        <pc:spChg chg="mod">
          <ac:chgData name="Schegoleva, Elena" userId="S::gvaschege@corp.jti.com::9ce2a171-21f1-4fc5-97a5-c35dfb6c8245" providerId="AD" clId="Web-{39336632-C70F-9130-7DBA-0E4A90E3D0C0}" dt="2024-05-21T11:58:16.672" v="42" actId="20577"/>
          <ac:spMkLst>
            <pc:docMk/>
            <pc:sldMk cId="1362466153" sldId="3358"/>
            <ac:spMk id="9" creationId="{2C1D5F92-ADF0-424F-9EBB-3DE9444B632D}"/>
          </ac:spMkLst>
        </pc:spChg>
      </pc:sldChg>
      <pc:sldChg chg="add del replId">
        <pc:chgData name="Schegoleva, Elena" userId="S::gvaschege@corp.jti.com::9ce2a171-21f1-4fc5-97a5-c35dfb6c8245" providerId="AD" clId="Web-{39336632-C70F-9130-7DBA-0E4A90E3D0C0}" dt="2024-05-21T11:58:02.063" v="39"/>
        <pc:sldMkLst>
          <pc:docMk/>
          <pc:sldMk cId="3499194104" sldId="3358"/>
        </pc:sldMkLst>
      </pc:sldChg>
    </pc:docChg>
  </pc:docChgLst>
</pc:chgInfo>
</file>

<file path=ppt/comments/modernComment_D0B_C0FCC7A9.xml><?xml version="1.0" encoding="utf-8"?>
<p188:cmLst xmlns:a="http://schemas.openxmlformats.org/drawingml/2006/main" xmlns:r="http://schemas.openxmlformats.org/officeDocument/2006/relationships" xmlns:p188="http://schemas.microsoft.com/office/powerpoint/2018/8/main">
  <p188:cm id="{787F79E9-D1D8-44DE-A469-20A7D973295A}" authorId="{D67CDB93-F548-27E7-0CE0-1CEAD33D003A}" created="2023-09-12T04:49:03.805">
    <pc:sldMkLst xmlns:pc="http://schemas.microsoft.com/office/powerpoint/2013/main/command">
      <pc:docMk/>
      <pc:sldMk cId="3237791657" sldId="3339"/>
    </pc:sldMkLst>
    <p188:replyLst>
      <p188:reply id="{E3A6CCBE-E2B0-46B4-A208-EF4D2DC8B0F8}" authorId="{161BF018-C419-0D87-BEDF-EA7AE60753A3}" created="2023-09-12T12:25:20.731">
        <p188:txBody>
          <a:bodyPr/>
          <a:lstStyle/>
          <a:p>
            <a:r>
              <a:rPr lang="ja-JP" altLang="en-US"/>
              <a:t>（EN）
・Via "e-mail" should be "ITSP"？</a:t>
            </a:r>
          </a:p>
        </p188:txBody>
      </p188:reply>
      <p188:reply id="{DDEDF62E-AEE8-415C-83D1-75E6CF17DF7A}" authorId="{3414684B-A592-E466-FFBA-BE2F667A91F8}" created="2023-09-20T09:02:28.836">
        <p188:txBody>
          <a:bodyPr/>
          <a:lstStyle/>
          <a:p>
            <a:r>
              <a:rPr lang="en-US"/>
              <a:t>NO, it is done via email. ITSP is an IT portal - it is used only for some changes in the systems like OB42 table update for ARO.</a:t>
            </a:r>
          </a:p>
        </p188:txBody>
      </p188:reply>
    </p188:replyLst>
    <p188:txBody>
      <a:bodyPr/>
      <a:lstStyle/>
      <a:p>
        <a:r>
          <a:rPr lang="en-US"/>
          <a:t>・Via e-mailについて、ITSPでは？</a:t>
        </a:r>
      </a:p>
    </p188:txBody>
  </p188:cm>
</p188:cmLst>
</file>

<file path=ppt/comments/modernComment_D05_D95FBA29.xml><?xml version="1.0" encoding="utf-8"?>
<p188:cmLst xmlns:a="http://schemas.openxmlformats.org/drawingml/2006/main" xmlns:r="http://schemas.openxmlformats.org/officeDocument/2006/relationships" xmlns:p188="http://schemas.microsoft.com/office/powerpoint/2018/8/main">
  <p188:cm id="{9AE814FE-A8AF-47AC-A342-C12ABCCF34C1}" authorId="{D67CDB93-F548-27E7-0CE0-1CEAD33D003A}" created="2023-09-12T04:48:22.460">
    <pc:sldMkLst xmlns:pc="http://schemas.microsoft.com/office/powerpoint/2013/main/command">
      <pc:docMk/>
      <pc:sldMk cId="3646929449" sldId="3333"/>
    </pc:sldMkLst>
    <p188:replyLst>
      <p188:reply id="{1E708AF4-9B53-4079-8E1F-8849819963FC}" authorId="{161BF018-C419-0D87-BEDF-EA7AE60753A3}" created="2023-09-12T12:24:33.094">
        <p188:txBody>
          <a:bodyPr/>
          <a:lstStyle/>
          <a:p>
            <a:r>
              <a:rPr lang="ja-JP" altLang="en-US"/>
              <a:t>（EN）
・Corrected "Market" to "JTBC".
・Via "e-mail" should be "ITSP"？</a:t>
            </a:r>
          </a:p>
        </p188:txBody>
      </p188:reply>
      <p188:reply id="{367FDC69-89ED-4609-A2C4-81DFD18499BC}" authorId="{3414684B-A592-E466-FFBA-BE2F667A91F8}" created="2023-09-20T12:06:21.615">
        <p188:txBody>
          <a:bodyPr/>
          <a:lstStyle/>
          <a:p>
            <a:r>
              <a:rPr lang="en-US"/>
              <a:t>No, will done via email</a:t>
            </a:r>
          </a:p>
        </p188:txBody>
      </p188:reply>
      <p188:reply id="{9F29CEC9-205E-4F88-8CE2-2A9587A4069C}" authorId="{86439F9C-7C77-A7AA-CFAD-8E2E50F7C3A6}" created="2023-09-28T09:09:00.830">
        <p188:txBody>
          <a:bodyPr/>
          <a:lstStyle/>
          <a:p>
            <a:r>
              <a:rPr lang="en-US"/>
              <a:t>Correction "Market" to "JTBC" has not yet been completed. Could you amend this please?</a:t>
            </a:r>
          </a:p>
        </p188:txBody>
      </p188:reply>
      <p188:reply id="{B9BC10F8-7097-43B0-989B-5FDB3615F501}" authorId="{3414684B-A592-E466-FFBA-BE2F667A91F8}" created="2023-09-28T12:24:14.818">
        <p188:txBody>
          <a:bodyPr/>
          <a:lstStyle/>
          <a:p>
            <a:r>
              <a:rPr lang="en-US"/>
              <a:t>Thanks, updated</a:t>
            </a:r>
          </a:p>
        </p188:txBody>
      </p188:reply>
    </p188:replyLst>
    <p188:txBody>
      <a:bodyPr/>
      <a:lstStyle/>
      <a:p>
        <a:r>
          <a:rPr lang="en-US"/>
          <a:t>・Marketになっている部分は、JTBCに修正
・Via e-mailについて、ITSPでは？</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080043-8A78-4CD2-8FA6-7C639E76E277}" type="datetimeFigureOut">
              <a:rPr lang="en-GB" smtClean="0"/>
              <a:t>21/05/2024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E1FB8C-B2B7-4D0B-BCA2-7AD35F1C8092}" type="slidenum">
              <a:rPr lang="en-GB" smtClean="0"/>
              <a:t>‹#›</a:t>
            </a:fld>
            <a:endParaRPr lang="en-GB"/>
          </a:p>
        </p:txBody>
      </p:sp>
    </p:spTree>
    <p:extLst>
      <p:ext uri="{BB962C8B-B14F-4D97-AF65-F5344CB8AC3E}">
        <p14:creationId xmlns:p14="http://schemas.microsoft.com/office/powerpoint/2010/main" val="85477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mailto:jtleasecontractforlat@jti.co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4741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200">
                <a:solidFill>
                  <a:srgbClr val="000000"/>
                </a:solidFill>
                <a:latin typeface="Arial" panose="020B0604020202020204"/>
              </a:rPr>
              <a:t>Prior to WD-4 Market should create all the Purchase Orders for leased assets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200">
                <a:solidFill>
                  <a:srgbClr val="000000"/>
                </a:solidFill>
                <a:latin typeface="Arial" panose="020B0604020202020204"/>
              </a:rPr>
              <a:t>Within the same timelines Markets should submit the templates with the lease contracts data to GBS LAT </a:t>
            </a:r>
            <a:r>
              <a:rPr lang="en-US" sz="1200" b="1">
                <a:solidFill>
                  <a:srgbClr val="000000"/>
                </a:solidFill>
                <a:latin typeface="Arial" panose="020B0604020202020204"/>
              </a:rPr>
              <a:t>via email</a:t>
            </a:r>
            <a:r>
              <a:rPr lang="en-US" sz="1200">
                <a:solidFill>
                  <a:srgbClr val="000000"/>
                </a:solidFill>
                <a:latin typeface="Arial" panose="020B0604020202020204"/>
              </a:rPr>
              <a:t>. Contracts should be attached to the templates</a:t>
            </a:r>
          </a:p>
          <a:p>
            <a:pPr marL="285750" indent="-285750">
              <a:buFont typeface="Arial" panose="020B0604020202020204" pitchFamily="34" charset="0"/>
              <a:buChar char="•"/>
              <a:defRPr/>
            </a:pPr>
            <a:r>
              <a:rPr lang="en-US" sz="1200">
                <a:solidFill>
                  <a:srgbClr val="000000"/>
                </a:solidFill>
                <a:latin typeface="Arial" panose="020B0604020202020204"/>
              </a:rPr>
              <a:t>The template contains the general information regarding the contract e.g., Asset description (always in English), asset type, contract currency, start and end dates of the contract, payment frequency. If the attached contract is in the language different to English or Polish (e.g., Japanese), additional information should be added to the template (see on the next slide)</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200">
                <a:solidFill>
                  <a:srgbClr val="000000"/>
                </a:solidFill>
                <a:latin typeface="Arial" panose="020B0604020202020204"/>
              </a:rPr>
              <a:t>If the template is submitted to LAT after the deadline, it is considered for the following month postings.</a:t>
            </a: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 template should be as clear and detailed as possible to avoid misunderstanding, questions from LAT and mistakes in postings</a:t>
            </a:r>
          </a:p>
          <a:p>
            <a:pPr marL="285750" indent="-285750">
              <a:buFont typeface="Arial" panose="020B0604020202020204" pitchFamily="34" charset="0"/>
              <a:buChar char="•"/>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One template should be created for only one Purchase Order. </a:t>
            </a:r>
            <a:r>
              <a:rPr lang="en-US" sz="1200">
                <a:solidFill>
                  <a:srgbClr val="000000"/>
                </a:solidFill>
                <a:latin typeface="Arial" panose="020B0604020202020204"/>
              </a:rPr>
              <a:t>In case one template considers more than 1 asset (one PO with several lines for each asset), it is required to add details for each asset using field for additional notes.</a:t>
            </a:r>
          </a:p>
          <a:p>
            <a:pPr marL="285750" indent="-285750">
              <a:buFont typeface="Arial" panose="020B0604020202020204" pitchFamily="34" charset="0"/>
              <a:buChar char="•"/>
              <a:defRPr/>
            </a:pPr>
            <a:endParaRPr lang="en-US" sz="1200">
              <a:solidFill>
                <a:srgbClr val="000000"/>
              </a:solidFill>
              <a:latin typeface="Arial" panose="020B0604020202020204"/>
            </a:endParaRPr>
          </a:p>
          <a:p>
            <a:pPr marL="285750" indent="-285750">
              <a:buFont typeface="Arial" panose="020B0604020202020204" pitchFamily="34" charset="0"/>
              <a:buChar char="•"/>
              <a:defRPr/>
            </a:pPr>
            <a:endParaRPr lang="en-US" sz="1200">
              <a:solidFill>
                <a:srgbClr val="000000"/>
              </a:solidFill>
              <a:latin typeface="Arial" panose="020B0604020202020204"/>
            </a:endParaRPr>
          </a:p>
          <a:p>
            <a:pPr marL="285750" indent="-285750">
              <a:buFont typeface="Arial" panose="020B0604020202020204" pitchFamily="34" charset="0"/>
              <a:buChar char="•"/>
              <a:defRPr/>
            </a:pPr>
            <a:endParaRPr lang="en-US" sz="1200">
              <a:solidFill>
                <a:srgbClr val="000000"/>
              </a:solidFill>
              <a:latin typeface="Arial" panose="020B0604020202020204"/>
            </a:endParaRPr>
          </a:p>
          <a:p>
            <a:pPr marL="285750" indent="-285750">
              <a:buFont typeface="Arial" panose="020B0604020202020204" pitchFamily="34" charset="0"/>
              <a:buChar char="•"/>
              <a:defRPr/>
            </a:pPr>
            <a:r>
              <a:rPr lang="en-US" sz="1200">
                <a:solidFill>
                  <a:srgbClr val="000000"/>
                </a:solidFill>
                <a:latin typeface="Arial" panose="020B0604020202020204"/>
              </a:rPr>
              <a:t>Additional slide</a:t>
            </a:r>
          </a:p>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90984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On this slide you can see </a:t>
            </a:r>
            <a:r>
              <a:rPr lang="en-US" sz="1200">
                <a:solidFill>
                  <a:srgbClr val="000000"/>
                </a:solidFill>
                <a:latin typeface="Arial" panose="020B0604020202020204"/>
              </a:rPr>
              <a:t>additional information requested by GBS LAT for contracts in languages other than English and Polish e.g.: </a:t>
            </a:r>
          </a:p>
          <a:p>
            <a:endParaRPr lang="en-US"/>
          </a:p>
          <a:p>
            <a:pPr marL="285750" lvl="0" indent="-285750" fontAlgn="auto">
              <a:spcBef>
                <a:spcPts val="0"/>
              </a:spcBef>
              <a:buClrTx/>
              <a:buSzTx/>
              <a:buFont typeface="Arial" panose="020B0604020202020204" pitchFamily="34" charset="0"/>
              <a:buChar char="•"/>
              <a:tabLst/>
              <a:defRPr/>
            </a:pPr>
            <a:r>
              <a:rPr lang="en-US" sz="1200">
                <a:latin typeface="+mj-lt"/>
                <a:cs typeface="Times New Roman" panose="02020603050405020304" pitchFamily="18" charset="0"/>
              </a:rPr>
              <a:t>Is there an extension option for the contract (e.g., if the contract is for 5 years but its already known it can be extended). If YES – details should be provided in the text field</a:t>
            </a:r>
          </a:p>
          <a:p>
            <a:pPr marL="285750" indent="-285750">
              <a:spcBef>
                <a:spcPts val="0"/>
              </a:spcBef>
              <a:buFont typeface="Arial" panose="020B0604020202020204" pitchFamily="34" charset="0"/>
              <a:buChar char="•"/>
              <a:defRPr/>
            </a:pPr>
            <a:r>
              <a:rPr lang="en-US" sz="1200">
                <a:latin typeface="+mj-lt"/>
                <a:cs typeface="Times New Roman" panose="02020603050405020304" pitchFamily="18" charset="0"/>
              </a:rPr>
              <a:t>Payment date and period e.g., we pay on the 1st of January for January, or we pay on the 15th of January for the period January 15th – February 15</a:t>
            </a:r>
            <a:r>
              <a:rPr lang="en-US" sz="1200" baseline="30000">
                <a:latin typeface="+mj-lt"/>
                <a:cs typeface="Times New Roman" panose="02020603050405020304" pitchFamily="18" charset="0"/>
              </a:rPr>
              <a:t>th</a:t>
            </a:r>
            <a:endParaRPr lang="en-US" sz="1200">
              <a:latin typeface="+mj-lt"/>
              <a:cs typeface="Times New Roman" panose="02020603050405020304" pitchFamily="18" charset="0"/>
            </a:endParaRPr>
          </a:p>
          <a:p>
            <a:pPr marL="285750" indent="-285750">
              <a:spcBef>
                <a:spcPts val="0"/>
              </a:spcBef>
              <a:buFont typeface="Arial" panose="020B0604020202020204" pitchFamily="34" charset="0"/>
              <a:buChar char="•"/>
              <a:defRPr/>
            </a:pPr>
            <a:r>
              <a:rPr lang="en-US" sz="1200">
                <a:latin typeface="+mj-lt"/>
                <a:cs typeface="Times New Roman" panose="02020603050405020304" pitchFamily="18" charset="0"/>
              </a:rPr>
              <a:t>Advance or post payment </a:t>
            </a:r>
          </a:p>
          <a:p>
            <a:pPr marL="285750" indent="-285750">
              <a:spcBef>
                <a:spcPts val="0"/>
              </a:spcBef>
              <a:buFont typeface="Arial" panose="020B0604020202020204" pitchFamily="34" charset="0"/>
              <a:buChar char="•"/>
              <a:defRPr/>
            </a:pPr>
            <a:r>
              <a:rPr lang="en-US" sz="1200">
                <a:latin typeface="+mj-lt"/>
                <a:cs typeface="Times New Roman" panose="02020603050405020304" pitchFamily="18" charset="0"/>
              </a:rPr>
              <a:t>Number of assets (e.g., there may be 500 vehicles in one Contract and PO).  Conditions for all the assets (e.g., values, dates) should be the same</a:t>
            </a:r>
          </a:p>
          <a:p>
            <a:pPr marL="285750" indent="-285750">
              <a:spcBef>
                <a:spcPts val="0"/>
              </a:spcBef>
              <a:buFont typeface="Arial" panose="020B0604020202020204" pitchFamily="34" charset="0"/>
              <a:buChar char="•"/>
              <a:defRPr/>
            </a:pPr>
            <a:r>
              <a:rPr lang="en-US" sz="1200">
                <a:latin typeface="+mj-lt"/>
                <a:cs typeface="Times New Roman" panose="02020603050405020304" pitchFamily="18" charset="0"/>
              </a:rPr>
              <a:t>When the 1st invoice should be posted, and payments should start</a:t>
            </a: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Is the payment amount fixed or will change during the year. If changes planned – details should be provided in the text field</a:t>
            </a:r>
            <a:endParaRPr lang="en-US" sz="1200">
              <a:effectLst/>
              <a:latin typeface="+mj-lt"/>
              <a:ea typeface="Calibri" panose="020F0502020204030204" pitchFamily="34" charset="0"/>
              <a:cs typeface="Times New Roman" panose="02020603050405020304" pitchFamily="18" charset="0"/>
            </a:endParaRP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A</a:t>
            </a:r>
            <a:r>
              <a:rPr lang="en-US" sz="1200">
                <a:effectLst/>
                <a:latin typeface="+mj-lt"/>
                <a:ea typeface="Calibri" panose="020F0502020204030204" pitchFamily="34" charset="0"/>
                <a:cs typeface="Times New Roman" panose="02020603050405020304" pitchFamily="18" charset="0"/>
              </a:rPr>
              <a:t>re there any deposits, guaranties etc. If YES – detailed should be provided in the text field.</a:t>
            </a: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A</a:t>
            </a:r>
            <a:r>
              <a:rPr lang="en-US" sz="1200">
                <a:effectLst/>
                <a:latin typeface="+mj-lt"/>
                <a:ea typeface="Calibri" panose="020F0502020204030204" pitchFamily="34" charset="0"/>
                <a:cs typeface="Times New Roman" panose="02020603050405020304" pitchFamily="18" charset="0"/>
              </a:rPr>
              <a:t>ny legal, transportation</a:t>
            </a:r>
            <a:r>
              <a:rPr lang="en-US" sz="1200">
                <a:latin typeface="+mj-lt"/>
                <a:ea typeface="Calibri" panose="020F0502020204030204" pitchFamily="34" charset="0"/>
                <a:cs typeface="Times New Roman" panose="02020603050405020304" pitchFamily="18" charset="0"/>
              </a:rPr>
              <a:t>, other additional </a:t>
            </a:r>
            <a:r>
              <a:rPr lang="en-US" sz="1200">
                <a:effectLst/>
                <a:latin typeface="+mj-lt"/>
                <a:ea typeface="Calibri" panose="020F0502020204030204" pitchFamily="34" charset="0"/>
                <a:cs typeface="Times New Roman" panose="02020603050405020304" pitchFamily="18" charset="0"/>
              </a:rPr>
              <a:t>costs planned? If </a:t>
            </a:r>
            <a:r>
              <a:rPr lang="en-US" sz="1200">
                <a:latin typeface="+mj-lt"/>
                <a:ea typeface="Calibri" panose="020F0502020204030204" pitchFamily="34" charset="0"/>
                <a:cs typeface="Times New Roman" panose="02020603050405020304" pitchFamily="18" charset="0"/>
              </a:rPr>
              <a:t>YES</a:t>
            </a:r>
            <a:r>
              <a:rPr lang="en-US" sz="1200">
                <a:effectLst/>
                <a:latin typeface="+mj-lt"/>
                <a:ea typeface="Calibri" panose="020F0502020204030204" pitchFamily="34" charset="0"/>
                <a:cs typeface="Times New Roman" panose="02020603050405020304" pitchFamily="18" charset="0"/>
              </a:rPr>
              <a:t> -  amount and other details should be provided in the text field</a:t>
            </a: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A</a:t>
            </a:r>
            <a:r>
              <a:rPr lang="en-US" sz="1200">
                <a:effectLst/>
                <a:latin typeface="+mj-lt"/>
                <a:ea typeface="Calibri" panose="020F0502020204030204" pitchFamily="34" charset="0"/>
                <a:cs typeface="Times New Roman" panose="02020603050405020304" pitchFamily="18" charset="0"/>
              </a:rPr>
              <a:t>ccounting assessment (e.g., if it’s a low value asset)</a:t>
            </a: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If contract has an option to replace the asset (e.g., </a:t>
            </a:r>
            <a:r>
              <a:rPr lang="en-US" sz="1200">
                <a:effectLst/>
                <a:latin typeface="+mj-lt"/>
                <a:ea typeface="Calibri" panose="020F0502020204030204" pitchFamily="34" charset="0"/>
                <a:cs typeface="Times New Roman" panose="02020603050405020304" pitchFamily="18" charset="0"/>
              </a:rPr>
              <a:t>initially we leased BMW, but after a year it was replaced by Volvo)</a:t>
            </a: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Can the contract we terminated earlier? I</a:t>
            </a:r>
            <a:r>
              <a:rPr lang="en-US" sz="1200">
                <a:effectLst/>
                <a:latin typeface="+mj-lt"/>
                <a:ea typeface="Calibri" panose="020F0502020204030204" pitchFamily="34" charset="0"/>
                <a:cs typeface="Times New Roman" panose="02020603050405020304" pitchFamily="18" charset="0"/>
              </a:rPr>
              <a:t>f YES, the earliest date when its possible to terminate (non-cancellable period) should be provided in the text field</a:t>
            </a:r>
            <a:endParaRPr lang="en-US" sz="1200">
              <a:latin typeface="+mj-lt"/>
              <a:ea typeface="Calibri" panose="020F0502020204030204" pitchFamily="34" charset="0"/>
              <a:cs typeface="Times New Roman" panose="02020603050405020304" pitchFamily="18" charset="0"/>
            </a:endParaRPr>
          </a:p>
          <a:p>
            <a:pPr marL="285750" marR="0" indent="-285750">
              <a:spcBef>
                <a:spcPts val="0"/>
              </a:spcBef>
              <a:spcAft>
                <a:spcPts val="0"/>
              </a:spcAft>
              <a:buFont typeface="Arial" panose="020B0604020202020204" pitchFamily="34" charset="0"/>
              <a:buChar char="•"/>
            </a:pPr>
            <a:r>
              <a:rPr lang="en-US" sz="1200">
                <a:latin typeface="+mj-lt"/>
                <a:ea typeface="Calibri" panose="020F0502020204030204" pitchFamily="34" charset="0"/>
                <a:cs typeface="Times New Roman" panose="02020603050405020304" pitchFamily="18" charset="0"/>
              </a:rPr>
              <a:t>Is any asset retirement obligation (ARO) planned? </a:t>
            </a:r>
            <a:r>
              <a:rPr lang="en-US" sz="1200">
                <a:effectLst/>
                <a:latin typeface="+mj-lt"/>
                <a:ea typeface="Calibri" panose="020F0502020204030204" pitchFamily="34" charset="0"/>
                <a:cs typeface="Times New Roman" panose="02020603050405020304" pitchFamily="18" charset="0"/>
              </a:rPr>
              <a:t>If YES, it is required to provide NPV of ARO in the text field</a:t>
            </a:r>
            <a:endParaRPr lang="en-US" sz="1200">
              <a:latin typeface="+mj-lt"/>
              <a:ea typeface="Calibri" panose="020F0502020204030204" pitchFamily="34" charset="0"/>
              <a:cs typeface="Times New Roman" panose="02020603050405020304" pitchFamily="18" charset="0"/>
            </a:endParaRPr>
          </a:p>
          <a:p>
            <a:pPr marL="285750" marR="0" indent="-285750">
              <a:spcBef>
                <a:spcPts val="0"/>
              </a:spcBef>
              <a:spcAft>
                <a:spcPts val="0"/>
              </a:spcAft>
              <a:buFont typeface="Arial" panose="020B0604020202020204" pitchFamily="34" charset="0"/>
              <a:buChar char="•"/>
            </a:pPr>
            <a:r>
              <a:rPr lang="en-US" sz="1200">
                <a:effectLst/>
                <a:latin typeface="+mj-lt"/>
                <a:ea typeface="Calibri" panose="020F0502020204030204" pitchFamily="34" charset="0"/>
                <a:cs typeface="Times New Roman" panose="02020603050405020304" pitchFamily="18" charset="0"/>
              </a:rPr>
              <a:t>If the minimum NPV of the asset at the end of the leasing period (how much the asset should cost at least)</a:t>
            </a:r>
            <a:r>
              <a:rPr lang="en-US" sz="1200">
                <a:latin typeface="+mj-lt"/>
                <a:ea typeface="Calibri" panose="020F0502020204030204" pitchFamily="34" charset="0"/>
                <a:cs typeface="Times New Roman" panose="02020603050405020304" pitchFamily="18" charset="0"/>
              </a:rPr>
              <a:t> is fixed. If YES, it should be provided in the text field. </a:t>
            </a:r>
          </a:p>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5</a:t>
            </a:fld>
            <a:endParaRPr lang="en-GB"/>
          </a:p>
        </p:txBody>
      </p:sp>
    </p:spTree>
    <p:extLst>
      <p:ext uri="{BB962C8B-B14F-4D97-AF65-F5344CB8AC3E}">
        <p14:creationId xmlns:p14="http://schemas.microsoft.com/office/powerpoint/2010/main" val="1653721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200">
                <a:solidFill>
                  <a:srgbClr val="000000"/>
                </a:solidFill>
                <a:latin typeface="Arial" panose="020B0604020202020204"/>
              </a:rPr>
              <a:t>In case of a contract modification, within the same timelines modifications template (different from initial contract template) is filled out by the </a:t>
            </a:r>
            <a:r>
              <a:rPr lang="en-US" sz="1200" b="1">
                <a:solidFill>
                  <a:srgbClr val="000000"/>
                </a:solidFill>
                <a:latin typeface="Arial" panose="020B0604020202020204"/>
              </a:rPr>
              <a:t>JTBC IP </a:t>
            </a:r>
            <a:r>
              <a:rPr lang="en-US" sz="1200">
                <a:solidFill>
                  <a:srgbClr val="000000"/>
                </a:solidFill>
                <a:latin typeface="Arial" panose="020B0604020202020204"/>
              </a:rPr>
              <a:t>and submitted to GBS LAT </a:t>
            </a:r>
            <a:r>
              <a:rPr lang="en-US" sz="1200" b="1">
                <a:solidFill>
                  <a:srgbClr val="000000"/>
                </a:solidFill>
                <a:latin typeface="Arial" panose="020B0604020202020204"/>
              </a:rPr>
              <a:t>via email </a:t>
            </a:r>
            <a:r>
              <a:rPr lang="en-US" sz="1200">
                <a:effectLst/>
                <a:hlinkClick r:id="rId3" tooltip="mailto:jtleasecontractforlat@jti.com"/>
              </a:rPr>
              <a:t>jtleasecontractforlat@jti.com</a:t>
            </a:r>
            <a:r>
              <a:rPr lang="en-US" sz="1200">
                <a:solidFill>
                  <a:srgbClr val="000000"/>
                </a:solidFill>
                <a:latin typeface="Arial" panose="020B0604020202020204"/>
              </a:rPr>
              <a:t>. Modified contracts should be attached to the templates.</a:t>
            </a:r>
          </a:p>
          <a:p>
            <a:pPr marL="285750" indent="-285750">
              <a:buFont typeface="Arial" panose="020B0604020202020204" pitchFamily="34" charset="0"/>
              <a:buChar char="•"/>
              <a:defRPr/>
            </a:pPr>
            <a:r>
              <a:rPr lang="en-US" sz="1200">
                <a:solidFill>
                  <a:srgbClr val="000000"/>
                </a:solidFill>
                <a:latin typeface="Arial" panose="020B0604020202020204"/>
              </a:rPr>
              <a:t>The template contains the general information regarding the contract e.g., Asset description (always in English), PO number. In addition to that it is required to provide the details of the modifications in the form.</a:t>
            </a:r>
          </a:p>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6</a:t>
            </a:fld>
            <a:endParaRPr lang="en-GB"/>
          </a:p>
        </p:txBody>
      </p:sp>
    </p:spTree>
    <p:extLst>
      <p:ext uri="{BB962C8B-B14F-4D97-AF65-F5344CB8AC3E}">
        <p14:creationId xmlns:p14="http://schemas.microsoft.com/office/powerpoint/2010/main" val="3281624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9BE1FB8C-B2B7-4D0B-BCA2-7AD35F1C8092}" type="slidenum">
              <a:rPr lang="en-GB" smtClean="0"/>
              <a:t>13</a:t>
            </a:fld>
            <a:endParaRPr lang="en-GB"/>
          </a:p>
        </p:txBody>
      </p:sp>
    </p:spTree>
    <p:extLst>
      <p:ext uri="{BB962C8B-B14F-4D97-AF65-F5344CB8AC3E}">
        <p14:creationId xmlns:p14="http://schemas.microsoft.com/office/powerpoint/2010/main" val="6324952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rgbClr val="EEBB33">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5" name="Picture 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80255" y="4343868"/>
            <a:ext cx="1188720" cy="1188720"/>
          </a:xfrm>
          <a:prstGeom prst="rect">
            <a:avLst/>
          </a:prstGeom>
        </p:spPr>
      </p:pic>
    </p:spTree>
    <p:extLst>
      <p:ext uri="{BB962C8B-B14F-4D97-AF65-F5344CB8AC3E}">
        <p14:creationId xmlns:p14="http://schemas.microsoft.com/office/powerpoint/2010/main" val="3217432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09185"/>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32551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93874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EEBB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808513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a:xfrm>
            <a:off x="1532335" y="210344"/>
            <a:ext cx="8881665" cy="984247"/>
          </a:xfrm>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grpSp>
        <p:nvGrpSpPr>
          <p:cNvPr id="15" name="Group 14">
            <a:extLst>
              <a:ext uri="{FF2B5EF4-FFF2-40B4-BE49-F238E27FC236}">
                <a16:creationId xmlns:a16="http://schemas.microsoft.com/office/drawing/2014/main" id="{D2D4FF2C-2863-449B-8159-028D52A383B4}"/>
              </a:ext>
            </a:extLst>
          </p:cNvPr>
          <p:cNvGrpSpPr/>
          <p:nvPr userDrawn="1"/>
        </p:nvGrpSpPr>
        <p:grpSpPr>
          <a:xfrm>
            <a:off x="515937" y="309185"/>
            <a:ext cx="902611" cy="902611"/>
            <a:chOff x="515937" y="326276"/>
            <a:chExt cx="902611" cy="902611"/>
          </a:xfrm>
        </p:grpSpPr>
        <p:grpSp>
          <p:nvGrpSpPr>
            <p:cNvPr id="16" name="Group 15">
              <a:extLst>
                <a:ext uri="{FF2B5EF4-FFF2-40B4-BE49-F238E27FC236}">
                  <a16:creationId xmlns:a16="http://schemas.microsoft.com/office/drawing/2014/main" id="{E2CBE3F5-E740-4343-ACD0-B407836957CB}"/>
                </a:ext>
              </a:extLst>
            </p:cNvPr>
            <p:cNvGrpSpPr/>
            <p:nvPr/>
          </p:nvGrpSpPr>
          <p:grpSpPr>
            <a:xfrm>
              <a:off x="515937" y="326276"/>
              <a:ext cx="902611" cy="902611"/>
              <a:chOff x="4492144" y="190843"/>
              <a:chExt cx="855656" cy="855656"/>
            </a:xfrm>
          </p:grpSpPr>
          <p:sp>
            <p:nvSpPr>
              <p:cNvPr id="18" name="Oval 17">
                <a:extLst>
                  <a:ext uri="{FF2B5EF4-FFF2-40B4-BE49-F238E27FC236}">
                    <a16:creationId xmlns:a16="http://schemas.microsoft.com/office/drawing/2014/main" id="{C93D632E-D509-451A-99C4-85C616D003F4}"/>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EF1310D-D492-45DC-B970-E0959483EFE6}"/>
                  </a:ext>
                </a:extLst>
              </p:cNvPr>
              <p:cNvSpPr/>
              <p:nvPr/>
            </p:nvSpPr>
            <p:spPr>
              <a:xfrm>
                <a:off x="4551137" y="249836"/>
                <a:ext cx="737671" cy="737671"/>
              </a:xfrm>
              <a:prstGeom prst="ellipse">
                <a:avLst/>
              </a:prstGeom>
              <a:solidFill>
                <a:srgbClr val="EEBB3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7" name="Picture 16">
              <a:extLst>
                <a:ext uri="{FF2B5EF4-FFF2-40B4-BE49-F238E27FC236}">
                  <a16:creationId xmlns:a16="http://schemas.microsoft.com/office/drawing/2014/main" id="{1C694745-7EE9-4ADE-B5CF-8E3D7F859F9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4184" y="566457"/>
              <a:ext cx="457200" cy="457200"/>
            </a:xfrm>
            <a:prstGeom prst="rect">
              <a:avLst/>
            </a:prstGeom>
          </p:spPr>
        </p:pic>
      </p:grpSp>
    </p:spTree>
    <p:extLst>
      <p:ext uri="{BB962C8B-B14F-4D97-AF65-F5344CB8AC3E}">
        <p14:creationId xmlns:p14="http://schemas.microsoft.com/office/powerpoint/2010/main" val="1114932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ntroductory">
    <p:spTree>
      <p:nvGrpSpPr>
        <p:cNvPr id="1" name=""/>
        <p:cNvGrpSpPr/>
        <p:nvPr/>
      </p:nvGrpSpPr>
      <p:grpSpPr>
        <a:xfrm>
          <a:off x="0" y="0"/>
          <a:ext cx="0" cy="0"/>
          <a:chOff x="0" y="0"/>
          <a:chExt cx="0" cy="0"/>
        </a:xfrm>
      </p:grpSpPr>
      <p:sp>
        <p:nvSpPr>
          <p:cNvPr id="4" name="Rectangle 7"/>
          <p:cNvSpPr>
            <a:spLocks noChangeArrowheads="1"/>
          </p:cNvSpPr>
          <p:nvPr/>
        </p:nvSpPr>
        <p:spPr bwMode="auto">
          <a:xfrm>
            <a:off x="777632" y="6424616"/>
            <a:ext cx="2858478"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a:solidFill>
                  <a:srgbClr val="122632"/>
                </a:solidFill>
                <a:cs typeface="Arial" pitchFamily="34" charset="0"/>
              </a:rPr>
              <a:t>© Copyright JTI 2015</a:t>
            </a:r>
          </a:p>
        </p:txBody>
      </p:sp>
      <p:sp>
        <p:nvSpPr>
          <p:cNvPr id="2" name="Title 1"/>
          <p:cNvSpPr>
            <a:spLocks noGrp="1"/>
          </p:cNvSpPr>
          <p:nvPr>
            <p:ph type="title" hasCustomPrompt="1"/>
          </p:nvPr>
        </p:nvSpPr>
        <p:spPr>
          <a:xfrm>
            <a:off x="777632" y="576265"/>
            <a:ext cx="10619153" cy="385763"/>
          </a:xfrm>
        </p:spPr>
        <p:txBody>
          <a:bodyPr>
            <a:noAutofit/>
          </a:bodyPr>
          <a:lstStyle>
            <a:lvl1pPr>
              <a:defRPr sz="2400">
                <a:solidFill>
                  <a:schemeClr val="tx1"/>
                </a:solidFill>
              </a:defRPr>
            </a:lvl1pPr>
          </a:lstStyle>
          <a:p>
            <a:r>
              <a:rPr lang="en-US"/>
              <a:t>Click to edit Master title style</a:t>
            </a:r>
            <a:br>
              <a:rPr lang="en-US"/>
            </a:br>
            <a:br>
              <a:rPr lang="en-US"/>
            </a:br>
            <a:endParaRPr lang="en-GB"/>
          </a:p>
        </p:txBody>
      </p:sp>
      <p:sp>
        <p:nvSpPr>
          <p:cNvPr id="3" name="Content Placeholder 2"/>
          <p:cNvSpPr>
            <a:spLocks noGrp="1"/>
          </p:cNvSpPr>
          <p:nvPr>
            <p:ph idx="1"/>
          </p:nvPr>
        </p:nvSpPr>
        <p:spPr>
          <a:xfrm>
            <a:off x="778608" y="1994403"/>
            <a:ext cx="10619154" cy="4269875"/>
          </a:xfrm>
        </p:spPr>
        <p:txBody>
          <a:bodyPr>
            <a:normAutofit/>
          </a:bodyPr>
          <a:lstStyle>
            <a:lvl1pPr>
              <a:defRPr sz="2400">
                <a:latin typeface="Georgia" pitchFamily="18" charset="0"/>
              </a:defRPr>
            </a:lvl1pPr>
            <a:lvl2pPr>
              <a:defRPr sz="2400">
                <a:latin typeface="Georgia" pitchFamily="18" charset="0"/>
              </a:defRPr>
            </a:lvl2pPr>
            <a:lvl3pPr>
              <a:defRPr sz="2400">
                <a:latin typeface="Georgia" pitchFamily="18" charset="0"/>
              </a:defRPr>
            </a:lvl3pPr>
            <a:lvl4pPr>
              <a:defRPr sz="2400">
                <a:latin typeface="Georgia" pitchFamily="18" charset="0"/>
              </a:defRPr>
            </a:lvl4pPr>
            <a:lvl5pPr>
              <a:defRPr sz="2400">
                <a:latin typeface="Georgia" pitchFamily="18" charset="0"/>
              </a:defRPr>
            </a:lvl5pPr>
          </a:lstStyle>
          <a:p>
            <a:pPr lvl="0"/>
            <a:r>
              <a:rPr lang="en-US"/>
              <a:t>Click to edit Master text styles</a:t>
            </a:r>
          </a:p>
        </p:txBody>
      </p:sp>
      <p:sp>
        <p:nvSpPr>
          <p:cNvPr id="10" name="Text Placeholder 9"/>
          <p:cNvSpPr>
            <a:spLocks noGrp="1"/>
          </p:cNvSpPr>
          <p:nvPr>
            <p:ph type="body" sz="quarter" idx="12"/>
          </p:nvPr>
        </p:nvSpPr>
        <p:spPr>
          <a:xfrm>
            <a:off x="777632" y="967741"/>
            <a:ext cx="10619446" cy="342900"/>
          </a:xfrm>
        </p:spPr>
        <p:txBody>
          <a:bodyPr>
            <a:normAutofit/>
          </a:bodyPr>
          <a:lstStyle>
            <a:lvl1pPr algn="l" rtl="0" eaLnBrk="1" fontAlgn="base" hangingPunct="1">
              <a:spcBef>
                <a:spcPct val="0"/>
              </a:spcBef>
              <a:spcAft>
                <a:spcPct val="0"/>
              </a:spcAft>
              <a:defRPr lang="en-US" sz="1800" i="1" dirty="0">
                <a:solidFill>
                  <a:schemeClr val="tx2"/>
                </a:solidFill>
                <a:latin typeface="Georgia" pitchFamily="18" charset="0"/>
                <a:ea typeface="ＭＳ Ｐゴシック" pitchFamily="80" charset="-128"/>
                <a:cs typeface="+mj-cs"/>
              </a:defRPr>
            </a:lvl1pPr>
          </a:lstStyle>
          <a:p>
            <a:pPr lvl="0"/>
            <a:r>
              <a:rPr lang="en-US"/>
              <a:t>Click to edit Master text styles</a:t>
            </a:r>
          </a:p>
        </p:txBody>
      </p:sp>
      <p:sp>
        <p:nvSpPr>
          <p:cNvPr id="12" name="Footer Placeholder 11"/>
          <p:cNvSpPr>
            <a:spLocks noGrp="1"/>
          </p:cNvSpPr>
          <p:nvPr>
            <p:ph type="ftr" sz="quarter" idx="13"/>
          </p:nvPr>
        </p:nvSpPr>
        <p:spPr/>
        <p:txBody>
          <a:bodyPr/>
          <a:lstStyle/>
          <a:p>
            <a:pPr>
              <a:defRPr/>
            </a:pPr>
            <a:r>
              <a:rPr lang="pt-BR">
                <a:solidFill>
                  <a:srgbClr val="122632"/>
                </a:solidFill>
              </a:rPr>
              <a:t>R2R-FI Webinar 2017</a:t>
            </a:r>
            <a:endParaRPr lang="en-US">
              <a:solidFill>
                <a:srgbClr val="122632"/>
              </a:solidFill>
            </a:endParaRPr>
          </a:p>
        </p:txBody>
      </p:sp>
      <p:sp>
        <p:nvSpPr>
          <p:cNvPr id="13" name="Slide Number Placeholder 12"/>
          <p:cNvSpPr>
            <a:spLocks noGrp="1"/>
          </p:cNvSpPr>
          <p:nvPr>
            <p:ph type="sldNum" sz="quarter" idx="14"/>
          </p:nvPr>
        </p:nvSpPr>
        <p:spPr/>
        <p:txBody>
          <a:bodyPr/>
          <a:lstStyle/>
          <a:p>
            <a:pPr>
              <a:defRPr/>
            </a:pPr>
            <a:fld id="{1BB4E4D9-2C5A-423A-A8BE-9B5EA07DECC8}" type="slidenum">
              <a:rPr lang="en-US">
                <a:solidFill>
                  <a:srgbClr val="122632"/>
                </a:solidFill>
              </a:rPr>
              <a:pPr>
                <a:defRPr/>
              </a:pPr>
              <a:t>‹#›</a:t>
            </a:fld>
            <a:endParaRPr lang="en-US">
              <a:solidFill>
                <a:srgbClr val="122632"/>
              </a:solidFill>
            </a:endParaRPr>
          </a:p>
        </p:txBody>
      </p:sp>
    </p:spTree>
    <p:extLst>
      <p:ext uri="{BB962C8B-B14F-4D97-AF65-F5344CB8AC3E}">
        <p14:creationId xmlns:p14="http://schemas.microsoft.com/office/powerpoint/2010/main" val="263253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050418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a:xfrm>
            <a:off x="7077073" y="6297521"/>
            <a:ext cx="4201727" cy="365125"/>
          </a:xfrm>
          <a:prstGeom prst="rect">
            <a:avLst/>
          </a:prstGeom>
        </p:spPr>
        <p:txBody>
          <a:bodyPr/>
          <a:lstStyle/>
          <a:p>
            <a:r>
              <a:rPr lang="en-GB"/>
              <a:t>S4F-ERP FIT2 Testing</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p:nvSpPr>
        <p:spPr>
          <a:xfrm>
            <a:off x="515938" y="6282531"/>
            <a:ext cx="1799722" cy="365125"/>
          </a:xfrm>
          <a:prstGeom prst="rect">
            <a:avLst/>
          </a:prstGeom>
          <a:noFill/>
        </p:spPr>
        <p:txBody>
          <a:bodyPr wrap="square" lIns="0" tIns="0" rIns="0" bIns="0" rtlCol="0" anchor="b" anchorCtr="0">
            <a:noAutofit/>
          </a:bodyPr>
          <a:lstStyle/>
          <a:p>
            <a:r>
              <a:rPr lang="en-GB" sz="800"/>
              <a:t>© JTI 2018 Confidential </a:t>
            </a: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613783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Image Title 02">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33845"/>
            <a:ext cx="12201057" cy="5005594"/>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5"/>
            <a:ext cx="11161713" cy="1468437"/>
          </a:xfrm>
        </p:spPr>
        <p:txBody>
          <a:bodyPr anchor="b" anchorCtr="0"/>
          <a:lstStyle>
            <a:lvl1pPr algn="l">
              <a:defRPr sz="4399" b="1" cap="all" baseline="0">
                <a:solidFill>
                  <a:srgbClr val="ACE8E6"/>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1" y="2703059"/>
            <a:ext cx="8295821" cy="1655762"/>
          </a:xfrm>
        </p:spPr>
        <p:txBody>
          <a:bodyPr anchor="t" anchorCtr="0"/>
          <a:lstStyle>
            <a:lvl1pPr marL="0" indent="0" algn="l">
              <a:buNone/>
              <a:defRPr sz="31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9A6DFED-0FBE-48D4-A5E6-0F2D5059C09B}"/>
              </a:ext>
            </a:extLst>
          </p:cNvPr>
          <p:cNvSpPr>
            <a:spLocks noGrp="1"/>
          </p:cNvSpPr>
          <p:nvPr>
            <p:ph type="dt" sz="half" idx="10"/>
          </p:nvPr>
        </p:nvSpPr>
        <p:spPr>
          <a:xfrm>
            <a:off x="514350" y="5915822"/>
            <a:ext cx="2743200" cy="365125"/>
          </a:xfrm>
          <a:prstGeom prst="rect">
            <a:avLst/>
          </a:prstGeom>
        </p:spPr>
        <p:txBody>
          <a:bodyPr anchor="t" anchorCtr="0"/>
          <a:lstStyle>
            <a:lvl1pPr>
              <a:defRPr sz="1400">
                <a:solidFill>
                  <a:schemeClr val="tx1"/>
                </a:solidFill>
              </a:defRPr>
            </a:lvl1pPr>
          </a:lstStyle>
          <a:p>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9" name="TextBox 8">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2675168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185194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11508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89600" cy="4991640"/>
          </a:xfrm>
          <a:prstGeom prst="rect">
            <a:avLst/>
          </a:prstGeom>
        </p:spPr>
      </p:pic>
      <p:sp>
        <p:nvSpPr>
          <p:cNvPr id="6" name="Rectangle 5"/>
          <p:cNvSpPr/>
          <p:nvPr userDrawn="1"/>
        </p:nvSpPr>
        <p:spPr>
          <a:xfrm>
            <a:off x="0" y="4199439"/>
            <a:ext cx="12192000" cy="1440000"/>
          </a:xfrm>
          <a:prstGeom prst="rect">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8" name="Picture 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80255" y="4347939"/>
            <a:ext cx="1188720" cy="1143000"/>
          </a:xfrm>
          <a:prstGeom prst="rect">
            <a:avLst/>
          </a:prstGeom>
        </p:spPr>
      </p:pic>
    </p:spTree>
    <p:extLst>
      <p:ext uri="{BB962C8B-B14F-4D97-AF65-F5344CB8AC3E}">
        <p14:creationId xmlns:p14="http://schemas.microsoft.com/office/powerpoint/2010/main" val="184706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ackgrou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E0D7-9010-4EA3-8D94-1310B7813E1E}"/>
              </a:ext>
            </a:extLst>
          </p:cNvPr>
          <p:cNvSpPr>
            <a:spLocks noGrp="1"/>
          </p:cNvSpPr>
          <p:nvPr>
            <p:ph type="title"/>
          </p:nvPr>
        </p:nvSpPr>
        <p:spPr>
          <a:xfrm>
            <a:off x="1627200" y="210344"/>
            <a:ext cx="9898061" cy="984247"/>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3204A71-03CF-4069-AAF3-FCD4B29802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A88C93B-3309-4CDD-8E93-9BC031BCA55F}"/>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5" name="Picture 4">
            <a:extLst>
              <a:ext uri="{FF2B5EF4-FFF2-40B4-BE49-F238E27FC236}">
                <a16:creationId xmlns:a16="http://schemas.microsoft.com/office/drawing/2014/main" id="{B0569AC9-2439-4739-83B0-40ED089A3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6" name="Rectangle 5">
            <a:extLst>
              <a:ext uri="{FF2B5EF4-FFF2-40B4-BE49-F238E27FC236}">
                <a16:creationId xmlns:a16="http://schemas.microsoft.com/office/drawing/2014/main" id="{2E8C4CA7-D47E-47B4-9560-4C33FA23FFDE}"/>
              </a:ext>
            </a:extLst>
          </p:cNvPr>
          <p:cNvSpPr/>
          <p:nvPr userDrawn="1"/>
        </p:nvSpPr>
        <p:spPr>
          <a:xfrm>
            <a:off x="0" y="1340603"/>
            <a:ext cx="12192000" cy="4902409"/>
          </a:xfrm>
          <a:prstGeom prst="rect">
            <a:avLst/>
          </a:prstGeom>
          <a:gradFill flip="none" rotWithShape="1">
            <a:gsLst>
              <a:gs pos="0">
                <a:schemeClr val="accent6">
                  <a:lumMod val="75000"/>
                  <a:alpha val="85000"/>
                </a:schemeClr>
              </a:gs>
              <a:gs pos="100000">
                <a:schemeClr val="accent4">
                  <a:lumMod val="50000"/>
                  <a:alpha val="6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75A368A-18C4-4572-BEE6-47A28FFDE898}"/>
              </a:ext>
            </a:extLst>
          </p:cNvPr>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4" name="Group 13">
            <a:extLst>
              <a:ext uri="{FF2B5EF4-FFF2-40B4-BE49-F238E27FC236}">
                <a16:creationId xmlns:a16="http://schemas.microsoft.com/office/drawing/2014/main" id="{136F6DB4-38A8-4042-A493-7D73F47477BF}"/>
              </a:ext>
            </a:extLst>
          </p:cNvPr>
          <p:cNvGrpSpPr/>
          <p:nvPr userDrawn="1"/>
        </p:nvGrpSpPr>
        <p:grpSpPr>
          <a:xfrm>
            <a:off x="515937" y="326276"/>
            <a:ext cx="902611" cy="902611"/>
            <a:chOff x="515937" y="326276"/>
            <a:chExt cx="902611" cy="902611"/>
          </a:xfrm>
        </p:grpSpPr>
        <p:grpSp>
          <p:nvGrpSpPr>
            <p:cNvPr id="9" name="Group 8">
              <a:extLst>
                <a:ext uri="{FF2B5EF4-FFF2-40B4-BE49-F238E27FC236}">
                  <a16:creationId xmlns:a16="http://schemas.microsoft.com/office/drawing/2014/main" id="{8F22EA1E-3D60-43D9-B6E0-84F348DF3D73}"/>
                </a:ext>
              </a:extLst>
            </p:cNvPr>
            <p:cNvGrpSpPr/>
            <p:nvPr/>
          </p:nvGrpSpPr>
          <p:grpSpPr>
            <a:xfrm>
              <a:off x="515937" y="326276"/>
              <a:ext cx="902611" cy="902611"/>
              <a:chOff x="4492144" y="190843"/>
              <a:chExt cx="855656" cy="855656"/>
            </a:xfrm>
          </p:grpSpPr>
          <p:sp>
            <p:nvSpPr>
              <p:cNvPr id="11" name="Oval 10">
                <a:extLst>
                  <a:ext uri="{FF2B5EF4-FFF2-40B4-BE49-F238E27FC236}">
                    <a16:creationId xmlns:a16="http://schemas.microsoft.com/office/drawing/2014/main" id="{A0BB4967-0053-4847-85C4-5DC257062DC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BF415222-5057-4987-9DFE-3EE144B41D5A}"/>
                  </a:ext>
                </a:extLst>
              </p:cNvPr>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E4ADF36D-5770-435B-B007-92D6042FF29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2058338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10102557"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11160124" cy="4587081"/>
          </a:xfrm>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Group 3">
            <a:extLst>
              <a:ext uri="{FF2B5EF4-FFF2-40B4-BE49-F238E27FC236}">
                <a16:creationId xmlns:a16="http://schemas.microsoft.com/office/drawing/2014/main" id="{2F8C67F5-A98A-43ED-9E09-1254ECAEF5B9}"/>
              </a:ext>
            </a:extLst>
          </p:cNvPr>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3634130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10102556"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3905160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3526" y="594174"/>
              <a:ext cx="457200" cy="438912"/>
            </a:xfrm>
            <a:prstGeom prst="rect">
              <a:avLst/>
            </a:prstGeom>
          </p:spPr>
        </p:pic>
      </p:grpSp>
    </p:spTree>
    <p:extLst>
      <p:ext uri="{BB962C8B-B14F-4D97-AF65-F5344CB8AC3E}">
        <p14:creationId xmlns:p14="http://schemas.microsoft.com/office/powerpoint/2010/main" val="1690237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no Icon">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10164784"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750769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311796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Course Demo">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9771D9D-4CCE-4E88-A579-EE0BE326CD3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00" y="461028"/>
            <a:ext cx="12189600" cy="4991640"/>
          </a:xfrm>
          <a:prstGeom prst="rect">
            <a:avLst/>
          </a:prstGeom>
        </p:spPr>
      </p:pic>
      <p:sp>
        <p:nvSpPr>
          <p:cNvPr id="7" name="Rectangle 6">
            <a:extLst>
              <a:ext uri="{FF2B5EF4-FFF2-40B4-BE49-F238E27FC236}">
                <a16:creationId xmlns:a16="http://schemas.microsoft.com/office/drawing/2014/main" id="{CBFFA971-7AD3-420C-A998-A5620740FC7C}"/>
              </a:ext>
            </a:extLst>
          </p:cNvPr>
          <p:cNvSpPr/>
          <p:nvPr userDrawn="1"/>
        </p:nvSpPr>
        <p:spPr>
          <a:xfrm>
            <a:off x="7077073" y="0"/>
            <a:ext cx="5114927"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BD4BCCDE-BDBD-4BE6-B688-19A2DBE9940F}"/>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7645ACEF-FE10-48B1-9E1B-C8442C623D59}"/>
              </a:ext>
            </a:extLst>
          </p:cNvPr>
          <p:cNvSpPr>
            <a:spLocks noGrp="1"/>
          </p:cNvSpPr>
          <p:nvPr>
            <p:ph type="sldNum" sz="quarter" idx="11"/>
          </p:nvPr>
        </p:nvSpPr>
        <p:spPr/>
        <p:txBody>
          <a:bodyPr/>
          <a:lstStyle/>
          <a:p>
            <a:fld id="{F4C94289-3309-4C35-850A-56FD49B3E346}" type="slidenum">
              <a:rPr lang="en-GB" smtClean="0"/>
              <a:pPr/>
              <a:t>‹#›</a:t>
            </a:fld>
            <a:endParaRPr lang="en-GB"/>
          </a:p>
        </p:txBody>
      </p:sp>
      <p:grpSp>
        <p:nvGrpSpPr>
          <p:cNvPr id="9" name="Group 8">
            <a:extLst>
              <a:ext uri="{FF2B5EF4-FFF2-40B4-BE49-F238E27FC236}">
                <a16:creationId xmlns:a16="http://schemas.microsoft.com/office/drawing/2014/main" id="{71F9A56E-0A83-4FC4-A927-AB2B408EFB62}"/>
              </a:ext>
            </a:extLst>
          </p:cNvPr>
          <p:cNvGrpSpPr/>
          <p:nvPr/>
        </p:nvGrpSpPr>
        <p:grpSpPr>
          <a:xfrm>
            <a:off x="10001920" y="1450390"/>
            <a:ext cx="1328400" cy="1327985"/>
            <a:chOff x="4492144" y="190843"/>
            <a:chExt cx="855656" cy="855656"/>
          </a:xfrm>
        </p:grpSpPr>
        <p:sp>
          <p:nvSpPr>
            <p:cNvPr id="11" name="Oval 10">
              <a:extLst>
                <a:ext uri="{FF2B5EF4-FFF2-40B4-BE49-F238E27FC236}">
                  <a16:creationId xmlns:a16="http://schemas.microsoft.com/office/drawing/2014/main" id="{F8EED97D-A281-4BF3-81D4-5022073A6A37}"/>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FC49233-5249-4739-A1F1-379B26E466FE}"/>
                </a:ext>
              </a:extLst>
            </p:cNvPr>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8DFD7DA-D133-499C-B5FD-0FEB3B3851C7}"/>
              </a:ext>
            </a:extLst>
          </p:cNvPr>
          <p:cNvSpPr/>
          <p:nvPr userDrawn="1"/>
        </p:nvSpPr>
        <p:spPr>
          <a:xfrm>
            <a:off x="0" y="4498848"/>
            <a:ext cx="5330952" cy="9593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C5285-5510-4434-A3B1-097CC11F2EFD}"/>
              </a:ext>
            </a:extLst>
          </p:cNvPr>
          <p:cNvSpPr>
            <a:spLocks noGrp="1"/>
          </p:cNvSpPr>
          <p:nvPr userDrawn="1">
            <p:ph type="title"/>
          </p:nvPr>
        </p:nvSpPr>
        <p:spPr>
          <a:xfrm>
            <a:off x="7483856" y="3052676"/>
            <a:ext cx="4275328" cy="1793643"/>
          </a:xfrm>
        </p:spPr>
        <p:txBody>
          <a:bodyPr/>
          <a:lstStyle>
            <a:lvl1pPr>
              <a:defRPr sz="4000">
                <a:solidFill>
                  <a:schemeClr val="bg1"/>
                </a:solidFill>
              </a:defRPr>
            </a:lvl1pPr>
          </a:lstStyle>
          <a:p>
            <a:r>
              <a:rPr lang="en-US"/>
              <a:t>Click to edit Master title style</a:t>
            </a:r>
          </a:p>
        </p:txBody>
      </p:sp>
      <p:sp>
        <p:nvSpPr>
          <p:cNvPr id="16" name="TextBox 15">
            <a:extLst>
              <a:ext uri="{FF2B5EF4-FFF2-40B4-BE49-F238E27FC236}">
                <a16:creationId xmlns:a16="http://schemas.microsoft.com/office/drawing/2014/main" id="{C285A997-B528-4D91-9253-C6D57E471AE7}"/>
              </a:ext>
            </a:extLst>
          </p:cNvPr>
          <p:cNvSpPr txBox="1"/>
          <p:nvPr userDrawn="1"/>
        </p:nvSpPr>
        <p:spPr>
          <a:xfrm>
            <a:off x="256032" y="4602276"/>
            <a:ext cx="2962656" cy="850392"/>
          </a:xfrm>
          <a:prstGeom prst="rect">
            <a:avLst/>
          </a:prstGeom>
          <a:noFill/>
        </p:spPr>
        <p:txBody>
          <a:bodyPr wrap="square" lIns="0" tIns="0" rIns="0" bIns="0" rtlCol="0">
            <a:noAutofit/>
          </a:bodyPr>
          <a:lstStyle/>
          <a:p>
            <a:pPr algn="l"/>
            <a:r>
              <a:rPr lang="en-US" sz="4800">
                <a:solidFill>
                  <a:schemeClr val="bg1"/>
                </a:solidFill>
              </a:rPr>
              <a:t>DEMO</a:t>
            </a:r>
          </a:p>
        </p:txBody>
      </p:sp>
      <p:sp>
        <p:nvSpPr>
          <p:cNvPr id="17" name="Isosceles Triangle 16">
            <a:extLst>
              <a:ext uri="{FF2B5EF4-FFF2-40B4-BE49-F238E27FC236}">
                <a16:creationId xmlns:a16="http://schemas.microsoft.com/office/drawing/2014/main" id="{00AB9036-4189-4626-83AC-16E15E2250D7}"/>
              </a:ext>
            </a:extLst>
          </p:cNvPr>
          <p:cNvSpPr/>
          <p:nvPr userDrawn="1"/>
        </p:nvSpPr>
        <p:spPr>
          <a:xfrm rot="5400000">
            <a:off x="10433613" y="1770202"/>
            <a:ext cx="675894" cy="67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E78046-1769-401C-89CD-4CE546238EB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178296" y="5607730"/>
            <a:ext cx="714382" cy="534728"/>
          </a:xfrm>
          <a:prstGeom prst="rect">
            <a:avLst/>
          </a:prstGeom>
        </p:spPr>
      </p:pic>
      <p:pic>
        <p:nvPicPr>
          <p:cNvPr id="15" name="Picture 14">
            <a:extLst>
              <a:ext uri="{FF2B5EF4-FFF2-40B4-BE49-F238E27FC236}">
                <a16:creationId xmlns:a16="http://schemas.microsoft.com/office/drawing/2014/main" id="{4D166F5D-BA8F-48A8-8AA2-F99261C9E5D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432777" y="4634727"/>
            <a:ext cx="715104" cy="687600"/>
          </a:xfrm>
          <a:prstGeom prst="rect">
            <a:avLst/>
          </a:prstGeom>
        </p:spPr>
      </p:pic>
    </p:spTree>
    <p:extLst>
      <p:ext uri="{BB962C8B-B14F-4D97-AF65-F5344CB8AC3E}">
        <p14:creationId xmlns:p14="http://schemas.microsoft.com/office/powerpoint/2010/main" val="1932792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grpSp>
        <p:nvGrpSpPr>
          <p:cNvPr id="22" name="Group 21">
            <a:extLst>
              <a:ext uri="{FF2B5EF4-FFF2-40B4-BE49-F238E27FC236}">
                <a16:creationId xmlns:a16="http://schemas.microsoft.com/office/drawing/2014/main" id="{C394641D-F82B-4D80-BC4E-DD0ABEB6808A}"/>
              </a:ext>
            </a:extLst>
          </p:cNvPr>
          <p:cNvGrpSpPr/>
          <p:nvPr/>
        </p:nvGrpSpPr>
        <p:grpSpPr>
          <a:xfrm>
            <a:off x="933841" y="4139282"/>
            <a:ext cx="1328400" cy="1327985"/>
            <a:chOff x="4492144" y="190843"/>
            <a:chExt cx="855656" cy="855656"/>
          </a:xfrm>
        </p:grpSpPr>
        <p:sp>
          <p:nvSpPr>
            <p:cNvPr id="24" name="Oval 23">
              <a:extLst>
                <a:ext uri="{FF2B5EF4-FFF2-40B4-BE49-F238E27FC236}">
                  <a16:creationId xmlns:a16="http://schemas.microsoft.com/office/drawing/2014/main" id="{D598798A-3B17-421E-88FC-2B5EF9DE12A3}"/>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6380228A-7A70-449B-A0B9-1513D9852599}"/>
                </a:ext>
              </a:extLst>
            </p:cNvPr>
            <p:cNvSpPr/>
            <p:nvPr/>
          </p:nvSpPr>
          <p:spPr>
            <a:xfrm>
              <a:off x="4551137" y="249836"/>
              <a:ext cx="737671" cy="737671"/>
            </a:xfrm>
            <a:prstGeom prst="ellipse">
              <a:avLst/>
            </a:prstGeom>
            <a:solidFill>
              <a:schemeClr val="accent3"/>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a:extLst>
              <a:ext uri="{FF2B5EF4-FFF2-40B4-BE49-F238E27FC236}">
                <a16:creationId xmlns:a16="http://schemas.microsoft.com/office/drawing/2014/main" id="{A7B91F5F-3BF4-44CB-8FB5-D47624AEF19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40489" y="4459474"/>
            <a:ext cx="715104" cy="687600"/>
          </a:xfrm>
          <a:prstGeom prst="rect">
            <a:avLst/>
          </a:prstGeom>
        </p:spPr>
      </p:pic>
    </p:spTree>
    <p:extLst>
      <p:ext uri="{BB962C8B-B14F-4D97-AF65-F5344CB8AC3E}">
        <p14:creationId xmlns:p14="http://schemas.microsoft.com/office/powerpoint/2010/main" val="2820355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EA6C60B-421A-4EC2-B272-C9C1D65B9CDA}"/>
              </a:ext>
            </a:extLst>
          </p:cNvPr>
          <p:cNvGraphicFramePr>
            <a:graphicFrameLocks noChangeAspect="1"/>
          </p:cNvGraphicFramePr>
          <p:nvPr userDrawn="1">
            <p:custDataLst>
              <p:tags r:id="rId1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99" imgH="499" progId="TCLayout.ActiveDocument.1">
                  <p:embed/>
                </p:oleObj>
              </mc:Choice>
              <mc:Fallback>
                <p:oleObj name="think-cell Slide" r:id="rId15" imgW="499" imgH="499" progId="TCLayout.ActiveDocument.1">
                  <p:embed/>
                  <p:pic>
                    <p:nvPicPr>
                      <p:cNvPr id="7" name="Object 6" hidden="1">
                        <a:extLst>
                          <a:ext uri="{FF2B5EF4-FFF2-40B4-BE49-F238E27FC236}">
                            <a16:creationId xmlns:a16="http://schemas.microsoft.com/office/drawing/2014/main" id="{FEA6C60B-421A-4EC2-B272-C9C1D65B9CDA}"/>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F70C274-30A4-4B8A-A080-A328CB853D4D}"/>
              </a:ext>
            </a:extLst>
          </p:cNvPr>
          <p:cNvSpPr/>
          <p:nvPr userDrawn="1">
            <p:custDataLst>
              <p:tags r:id="rId14"/>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885179878"/>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66962570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5.png"/><Relationship Id="rId5" Type="http://schemas.openxmlformats.org/officeDocument/2006/relationships/image" Target="../media/image1.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hyperlink" Target="mailto:jtleasecontractforlat@jti.com" TargetMode="External"/><Relationship Id="rId3" Type="http://schemas.openxmlformats.org/officeDocument/2006/relationships/slideLayout" Target="../slideLayouts/slideLayout16.xml"/><Relationship Id="rId7" Type="http://schemas.openxmlformats.org/officeDocument/2006/relationships/image" Target="../media/image1.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3.bin"/><Relationship Id="rId5" Type="http://schemas.microsoft.com/office/2018/10/relationships/comments" Target="../comments/modernComment_D05_D95FBA29.xml"/><Relationship Id="rId4" Type="http://schemas.openxmlformats.org/officeDocument/2006/relationships/notesSlide" Target="../notesSlides/notesSlide2.xml"/><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8" Type="http://schemas.openxmlformats.org/officeDocument/2006/relationships/hyperlink" Target="mailto:jtleasecontractforlat@jti.com" TargetMode="External"/><Relationship Id="rId3" Type="http://schemas.openxmlformats.org/officeDocument/2006/relationships/slideLayout" Target="../slideLayouts/slideLayout16.xml"/><Relationship Id="rId7" Type="http://schemas.openxmlformats.org/officeDocument/2006/relationships/image" Target="../media/image1.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5.bin"/><Relationship Id="rId5" Type="http://schemas.microsoft.com/office/2018/10/relationships/comments" Target="../comments/modernComment_D0B_C0FCC7A9.xml"/><Relationship Id="rId4" Type="http://schemas.openxmlformats.org/officeDocument/2006/relationships/notesSlide" Target="../notesSlides/notesSlide4.xm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0.emf"/><Relationship Id="rId5" Type="http://schemas.openxmlformats.org/officeDocument/2006/relationships/image" Target="../media/image1.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1.png"/><Relationship Id="rId5" Type="http://schemas.openxmlformats.org/officeDocument/2006/relationships/image" Target="../media/image1.emf"/><Relationship Id="rId4"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a:xfrm>
            <a:off x="1627200" y="210344"/>
            <a:ext cx="10048861" cy="984247"/>
          </a:xfrm>
        </p:spPr>
        <p:txBody>
          <a:bodyPr/>
          <a:lstStyle/>
          <a:p>
            <a:r>
              <a:rPr lang="en-GB"/>
              <a:t>Course Structure</a:t>
            </a:r>
          </a:p>
        </p:txBody>
      </p:sp>
      <p:sp>
        <p:nvSpPr>
          <p:cNvPr id="67" name="Rectangle: Rounded Corners 66">
            <a:extLst>
              <a:ext uri="{FF2B5EF4-FFF2-40B4-BE49-F238E27FC236}">
                <a16:creationId xmlns:a16="http://schemas.microsoft.com/office/drawing/2014/main" id="{A8B03CDC-9D91-4D45-8AA0-B3589656160D}"/>
              </a:ext>
            </a:extLst>
          </p:cNvPr>
          <p:cNvSpPr/>
          <p:nvPr/>
        </p:nvSpPr>
        <p:spPr>
          <a:xfrm>
            <a:off x="2242224" y="2323512"/>
            <a:ext cx="2165184"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Overview</a:t>
            </a:r>
          </a:p>
        </p:txBody>
      </p:sp>
      <p:sp>
        <p:nvSpPr>
          <p:cNvPr id="69" name="Rectangle: Rounded Corners 68">
            <a:extLst>
              <a:ext uri="{FF2B5EF4-FFF2-40B4-BE49-F238E27FC236}">
                <a16:creationId xmlns:a16="http://schemas.microsoft.com/office/drawing/2014/main" id="{8CE54815-6CB9-441E-811A-3EC6035D3243}"/>
              </a:ext>
            </a:extLst>
          </p:cNvPr>
          <p:cNvSpPr/>
          <p:nvPr/>
        </p:nvSpPr>
        <p:spPr>
          <a:xfrm>
            <a:off x="2242224" y="2970792"/>
            <a:ext cx="2165184"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Key Design Areas</a:t>
            </a:r>
          </a:p>
        </p:txBody>
      </p:sp>
      <p:sp>
        <p:nvSpPr>
          <p:cNvPr id="70" name="Rectangle: Rounded Corners 69">
            <a:extLst>
              <a:ext uri="{FF2B5EF4-FFF2-40B4-BE49-F238E27FC236}">
                <a16:creationId xmlns:a16="http://schemas.microsoft.com/office/drawing/2014/main" id="{61578E22-8FA8-45CA-AE0D-08D52BB238F0}"/>
              </a:ext>
            </a:extLst>
          </p:cNvPr>
          <p:cNvSpPr/>
          <p:nvPr/>
        </p:nvSpPr>
        <p:spPr>
          <a:xfrm>
            <a:off x="2242224" y="3614472"/>
            <a:ext cx="2165184" cy="482400"/>
          </a:xfrm>
          <a:prstGeom prst="roundRect">
            <a:avLst/>
          </a:prstGeom>
          <a:solidFill>
            <a:schemeClr val="accent3"/>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Postings</a:t>
            </a:r>
          </a:p>
        </p:txBody>
      </p:sp>
      <p:sp>
        <p:nvSpPr>
          <p:cNvPr id="71" name="Rectangle: Rounded Corners 70">
            <a:extLst>
              <a:ext uri="{FF2B5EF4-FFF2-40B4-BE49-F238E27FC236}">
                <a16:creationId xmlns:a16="http://schemas.microsoft.com/office/drawing/2014/main" id="{4E484E43-98B6-4601-B985-0D515DDB4013}"/>
              </a:ext>
            </a:extLst>
          </p:cNvPr>
          <p:cNvSpPr/>
          <p:nvPr/>
        </p:nvSpPr>
        <p:spPr>
          <a:xfrm>
            <a:off x="2242224" y="4258152"/>
            <a:ext cx="2165184"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Reporting</a:t>
            </a:r>
          </a:p>
        </p:txBody>
      </p:sp>
      <p:cxnSp>
        <p:nvCxnSpPr>
          <p:cNvPr id="75" name="Elbow Connector 29">
            <a:extLst>
              <a:ext uri="{FF2B5EF4-FFF2-40B4-BE49-F238E27FC236}">
                <a16:creationId xmlns:a16="http://schemas.microsoft.com/office/drawing/2014/main" id="{80B5F73C-42FE-4B01-AEF5-831A5F0B2A5D}"/>
              </a:ext>
            </a:extLst>
          </p:cNvPr>
          <p:cNvCxnSpPr>
            <a:cxnSpLocks/>
            <a:stCxn id="26" idx="6"/>
          </p:cNvCxnSpPr>
          <p:nvPr/>
        </p:nvCxnSpPr>
        <p:spPr>
          <a:xfrm flipV="1">
            <a:off x="1854000" y="3255042"/>
            <a:ext cx="388224" cy="18835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1" name="Elbow Connector 29">
            <a:extLst>
              <a:ext uri="{FF2B5EF4-FFF2-40B4-BE49-F238E27FC236}">
                <a16:creationId xmlns:a16="http://schemas.microsoft.com/office/drawing/2014/main" id="{439D2357-C57A-4D86-AD02-778A6B477D13}"/>
              </a:ext>
            </a:extLst>
          </p:cNvPr>
          <p:cNvCxnSpPr>
            <a:cxnSpLocks/>
            <a:stCxn id="26" idx="6"/>
            <a:endCxn id="70" idx="1"/>
          </p:cNvCxnSpPr>
          <p:nvPr/>
        </p:nvCxnSpPr>
        <p:spPr>
          <a:xfrm>
            <a:off x="1854000" y="3443400"/>
            <a:ext cx="388224" cy="412272"/>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4" name="Elbow Connector 29">
            <a:extLst>
              <a:ext uri="{FF2B5EF4-FFF2-40B4-BE49-F238E27FC236}">
                <a16:creationId xmlns:a16="http://schemas.microsoft.com/office/drawing/2014/main" id="{0FA2773C-53ED-4D45-8CEF-2BA843F5CEEC}"/>
              </a:ext>
            </a:extLst>
          </p:cNvPr>
          <p:cNvCxnSpPr>
            <a:cxnSpLocks/>
            <a:stCxn id="26" idx="6"/>
            <a:endCxn id="71" idx="1"/>
          </p:cNvCxnSpPr>
          <p:nvPr/>
        </p:nvCxnSpPr>
        <p:spPr>
          <a:xfrm>
            <a:off x="1854000" y="3443400"/>
            <a:ext cx="388224" cy="1055952"/>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90" name="Elbow Connector 29">
            <a:extLst>
              <a:ext uri="{FF2B5EF4-FFF2-40B4-BE49-F238E27FC236}">
                <a16:creationId xmlns:a16="http://schemas.microsoft.com/office/drawing/2014/main" id="{0CA479CB-A0D6-482D-8603-45A6CF981003}"/>
              </a:ext>
            </a:extLst>
          </p:cNvPr>
          <p:cNvCxnSpPr>
            <a:cxnSpLocks/>
            <a:stCxn id="26" idx="6"/>
            <a:endCxn id="67" idx="1"/>
          </p:cNvCxnSpPr>
          <p:nvPr/>
        </p:nvCxnSpPr>
        <p:spPr>
          <a:xfrm flipV="1">
            <a:off x="1854000" y="2564712"/>
            <a:ext cx="388224" cy="878688"/>
          </a:xfrm>
          <a:prstGeom prst="bentConnector3">
            <a:avLst>
              <a:gd name="adj1" fmla="val 50000"/>
            </a:avLst>
          </a:prstGeom>
          <a:ln w="3492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9FA8FF-989B-44C3-957E-B59207B0B7A7}"/>
              </a:ext>
            </a:extLst>
          </p:cNvPr>
          <p:cNvGrpSpPr/>
          <p:nvPr/>
        </p:nvGrpSpPr>
        <p:grpSpPr>
          <a:xfrm>
            <a:off x="403200" y="2718000"/>
            <a:ext cx="1450800" cy="1450800"/>
            <a:chOff x="403200" y="2718000"/>
            <a:chExt cx="1450800" cy="1450800"/>
          </a:xfrm>
        </p:grpSpPr>
        <p:grpSp>
          <p:nvGrpSpPr>
            <p:cNvPr id="24" name="Group 23"/>
            <p:cNvGrpSpPr/>
            <p:nvPr/>
          </p:nvGrpSpPr>
          <p:grpSpPr>
            <a:xfrm>
              <a:off x="403200" y="2718000"/>
              <a:ext cx="1450800" cy="1450800"/>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p:cNvSpPr/>
              <p:nvPr/>
            </p:nvSpPr>
            <p:spPr>
              <a:xfrm>
                <a:off x="4551137" y="249836"/>
                <a:ext cx="737671" cy="737671"/>
              </a:xfrm>
              <a:prstGeom prst="ellipse">
                <a:avLst/>
              </a:prstGeom>
              <a:solidFill>
                <a:schemeClr val="accent3"/>
              </a:solidFill>
              <a:ln w="76200">
                <a:noFill/>
              </a:ln>
              <a:effectLst>
                <a:innerShdw blurRad="114300" dist="1270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9" name="Picture 28">
              <a:extLst>
                <a:ext uri="{FF2B5EF4-FFF2-40B4-BE49-F238E27FC236}">
                  <a16:creationId xmlns:a16="http://schemas.microsoft.com/office/drawing/2014/main" id="{353D9CF2-11F3-4D70-8FD0-848F6BE97F7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1501" y="3156545"/>
              <a:ext cx="715104" cy="687600"/>
            </a:xfrm>
            <a:prstGeom prst="rect">
              <a:avLst/>
            </a:prstGeom>
          </p:spPr>
        </p:pic>
      </p:grpSp>
      <p:sp>
        <p:nvSpPr>
          <p:cNvPr id="19" name="Rectangle: Rounded Corners 18">
            <a:extLst>
              <a:ext uri="{FF2B5EF4-FFF2-40B4-BE49-F238E27FC236}">
                <a16:creationId xmlns:a16="http://schemas.microsoft.com/office/drawing/2014/main" id="{247AE51D-8524-4C53-A078-C22156452FD5}"/>
              </a:ext>
            </a:extLst>
          </p:cNvPr>
          <p:cNvSpPr/>
          <p:nvPr/>
        </p:nvSpPr>
        <p:spPr>
          <a:xfrm>
            <a:off x="4777344" y="2323512"/>
            <a:ext cx="4385317"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G/L Journal Posting</a:t>
            </a:r>
          </a:p>
        </p:txBody>
      </p:sp>
      <p:cxnSp>
        <p:nvCxnSpPr>
          <p:cNvPr id="20" name="Elbow Connector 29">
            <a:extLst>
              <a:ext uri="{FF2B5EF4-FFF2-40B4-BE49-F238E27FC236}">
                <a16:creationId xmlns:a16="http://schemas.microsoft.com/office/drawing/2014/main" id="{6CEE2382-AD06-4873-B8D4-52849D40C925}"/>
              </a:ext>
            </a:extLst>
          </p:cNvPr>
          <p:cNvCxnSpPr>
            <a:cxnSpLocks/>
            <a:stCxn id="70" idx="3"/>
            <a:endCxn id="19" idx="1"/>
          </p:cNvCxnSpPr>
          <p:nvPr/>
        </p:nvCxnSpPr>
        <p:spPr>
          <a:xfrm flipV="1">
            <a:off x="4407408" y="2564712"/>
            <a:ext cx="369936" cy="1290960"/>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D9FCF5C0-13B8-4D66-93A0-FC552CB816D6}"/>
              </a:ext>
            </a:extLst>
          </p:cNvPr>
          <p:cNvSpPr/>
          <p:nvPr/>
        </p:nvSpPr>
        <p:spPr>
          <a:xfrm>
            <a:off x="4777344" y="2915345"/>
            <a:ext cx="4385317" cy="482400"/>
          </a:xfrm>
          <a:prstGeom prst="roundRect">
            <a:avLst/>
          </a:prstGeom>
          <a:solidFill>
            <a:schemeClr val="accent3"/>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Parallel Valuation Postings and GAAP-to-GAAP Adjustments</a:t>
            </a:r>
          </a:p>
        </p:txBody>
      </p:sp>
      <p:sp>
        <p:nvSpPr>
          <p:cNvPr id="30" name="Rectangle: Rounded Corners 29">
            <a:extLst>
              <a:ext uri="{FF2B5EF4-FFF2-40B4-BE49-F238E27FC236}">
                <a16:creationId xmlns:a16="http://schemas.microsoft.com/office/drawing/2014/main" id="{2ACE3D03-992B-45A9-AD40-4EE394368293}"/>
              </a:ext>
            </a:extLst>
          </p:cNvPr>
          <p:cNvSpPr/>
          <p:nvPr/>
        </p:nvSpPr>
        <p:spPr>
          <a:xfrm>
            <a:off x="4777344" y="3507178"/>
            <a:ext cx="4385317"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Ledger-through Postings and GAAP-to-GAAP Adjustments</a:t>
            </a:r>
          </a:p>
        </p:txBody>
      </p:sp>
      <p:sp>
        <p:nvSpPr>
          <p:cNvPr id="31" name="Rectangle: Rounded Corners 30">
            <a:extLst>
              <a:ext uri="{FF2B5EF4-FFF2-40B4-BE49-F238E27FC236}">
                <a16:creationId xmlns:a16="http://schemas.microsoft.com/office/drawing/2014/main" id="{0AB1BB0D-DA2B-4CB2-ABA5-23AC551F0A1A}"/>
              </a:ext>
            </a:extLst>
          </p:cNvPr>
          <p:cNvSpPr/>
          <p:nvPr/>
        </p:nvSpPr>
        <p:spPr>
          <a:xfrm>
            <a:off x="4777344" y="4096872"/>
            <a:ext cx="4385317"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G/L Clearing</a:t>
            </a:r>
          </a:p>
        </p:txBody>
      </p:sp>
      <p:cxnSp>
        <p:nvCxnSpPr>
          <p:cNvPr id="32" name="Elbow Connector 29">
            <a:extLst>
              <a:ext uri="{FF2B5EF4-FFF2-40B4-BE49-F238E27FC236}">
                <a16:creationId xmlns:a16="http://schemas.microsoft.com/office/drawing/2014/main" id="{72C22EBD-AB5A-40DA-A7F9-2FC2088B2D1F}"/>
              </a:ext>
            </a:extLst>
          </p:cNvPr>
          <p:cNvCxnSpPr>
            <a:cxnSpLocks/>
            <a:stCxn id="70" idx="3"/>
            <a:endCxn id="28" idx="1"/>
          </p:cNvCxnSpPr>
          <p:nvPr/>
        </p:nvCxnSpPr>
        <p:spPr>
          <a:xfrm flipV="1">
            <a:off x="4407408" y="3156545"/>
            <a:ext cx="369936" cy="699127"/>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3" name="Elbow Connector 29">
            <a:extLst>
              <a:ext uri="{FF2B5EF4-FFF2-40B4-BE49-F238E27FC236}">
                <a16:creationId xmlns:a16="http://schemas.microsoft.com/office/drawing/2014/main" id="{6E47F5AB-3316-44DD-9078-D72F88425D8E}"/>
              </a:ext>
            </a:extLst>
          </p:cNvPr>
          <p:cNvCxnSpPr>
            <a:cxnSpLocks/>
            <a:stCxn id="70" idx="3"/>
            <a:endCxn id="30" idx="1"/>
          </p:cNvCxnSpPr>
          <p:nvPr/>
        </p:nvCxnSpPr>
        <p:spPr>
          <a:xfrm flipV="1">
            <a:off x="4407408" y="3748378"/>
            <a:ext cx="369936" cy="10729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35" name="Elbow Connector 29">
            <a:extLst>
              <a:ext uri="{FF2B5EF4-FFF2-40B4-BE49-F238E27FC236}">
                <a16:creationId xmlns:a16="http://schemas.microsoft.com/office/drawing/2014/main" id="{ABABD9E0-11A2-4C5C-B4F5-F6D9B289171E}"/>
              </a:ext>
            </a:extLst>
          </p:cNvPr>
          <p:cNvCxnSpPr>
            <a:cxnSpLocks/>
            <a:stCxn id="70" idx="3"/>
            <a:endCxn id="31" idx="1"/>
          </p:cNvCxnSpPr>
          <p:nvPr/>
        </p:nvCxnSpPr>
        <p:spPr>
          <a:xfrm>
            <a:off x="4407408" y="3855672"/>
            <a:ext cx="369936" cy="482400"/>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8DDBED87-0F39-41CB-8D9D-39F9E13F4C88}"/>
              </a:ext>
            </a:extLst>
          </p:cNvPr>
          <p:cNvSpPr/>
          <p:nvPr/>
        </p:nvSpPr>
        <p:spPr>
          <a:xfrm>
            <a:off x="4777344" y="4686566"/>
            <a:ext cx="4385317" cy="482400"/>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Postings to Extension Ledgers</a:t>
            </a:r>
          </a:p>
        </p:txBody>
      </p:sp>
      <p:cxnSp>
        <p:nvCxnSpPr>
          <p:cNvPr id="37" name="Elbow Connector 29">
            <a:extLst>
              <a:ext uri="{FF2B5EF4-FFF2-40B4-BE49-F238E27FC236}">
                <a16:creationId xmlns:a16="http://schemas.microsoft.com/office/drawing/2014/main" id="{CDB12E56-BCC2-4F3A-974F-FB598089A9C7}"/>
              </a:ext>
            </a:extLst>
          </p:cNvPr>
          <p:cNvCxnSpPr>
            <a:cxnSpLocks/>
            <a:stCxn id="70" idx="3"/>
            <a:endCxn id="36" idx="1"/>
          </p:cNvCxnSpPr>
          <p:nvPr/>
        </p:nvCxnSpPr>
        <p:spPr>
          <a:xfrm>
            <a:off x="4407408" y="3855672"/>
            <a:ext cx="369936" cy="107209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34290040-8D9E-408D-A056-86CA93183B3B}"/>
              </a:ext>
            </a:extLst>
          </p:cNvPr>
          <p:cNvSpPr/>
          <p:nvPr/>
        </p:nvSpPr>
        <p:spPr>
          <a:xfrm>
            <a:off x="9467273" y="2537136"/>
            <a:ext cx="2595418" cy="433656"/>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Asset Accounting</a:t>
            </a:r>
          </a:p>
        </p:txBody>
      </p:sp>
      <p:cxnSp>
        <p:nvCxnSpPr>
          <p:cNvPr id="39" name="Elbow Connector 29">
            <a:extLst>
              <a:ext uri="{FF2B5EF4-FFF2-40B4-BE49-F238E27FC236}">
                <a16:creationId xmlns:a16="http://schemas.microsoft.com/office/drawing/2014/main" id="{4450374D-EE7A-444B-B794-620DBBEFBAA3}"/>
              </a:ext>
            </a:extLst>
          </p:cNvPr>
          <p:cNvCxnSpPr>
            <a:cxnSpLocks/>
            <a:stCxn id="28" idx="3"/>
            <a:endCxn id="38" idx="1"/>
          </p:cNvCxnSpPr>
          <p:nvPr/>
        </p:nvCxnSpPr>
        <p:spPr>
          <a:xfrm flipV="1">
            <a:off x="9162661" y="2753964"/>
            <a:ext cx="304612" cy="402581"/>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1C864048-9428-4E6D-BEA0-86163888B324}"/>
              </a:ext>
            </a:extLst>
          </p:cNvPr>
          <p:cNvSpPr/>
          <p:nvPr/>
        </p:nvSpPr>
        <p:spPr>
          <a:xfrm>
            <a:off x="9467273" y="3084840"/>
            <a:ext cx="2595418" cy="433656"/>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Inventory and Product Costing</a:t>
            </a:r>
          </a:p>
        </p:txBody>
      </p:sp>
      <p:sp>
        <p:nvSpPr>
          <p:cNvPr id="41" name="Rectangle: Rounded Corners 40">
            <a:extLst>
              <a:ext uri="{FF2B5EF4-FFF2-40B4-BE49-F238E27FC236}">
                <a16:creationId xmlns:a16="http://schemas.microsoft.com/office/drawing/2014/main" id="{AA1806FE-CCA5-4583-9001-43689C80E894}"/>
              </a:ext>
            </a:extLst>
          </p:cNvPr>
          <p:cNvSpPr/>
          <p:nvPr/>
        </p:nvSpPr>
        <p:spPr>
          <a:xfrm>
            <a:off x="9467273" y="3632544"/>
            <a:ext cx="2595418" cy="433656"/>
          </a:xfrm>
          <a:prstGeom prst="roundRect">
            <a:avLst/>
          </a:prstGeom>
          <a:solidFill>
            <a:schemeClr val="accent6">
              <a:lumMod val="75000"/>
            </a:schemeClr>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Accrual Engine</a:t>
            </a:r>
          </a:p>
        </p:txBody>
      </p:sp>
      <p:cxnSp>
        <p:nvCxnSpPr>
          <p:cNvPr id="42" name="Elbow Connector 29">
            <a:extLst>
              <a:ext uri="{FF2B5EF4-FFF2-40B4-BE49-F238E27FC236}">
                <a16:creationId xmlns:a16="http://schemas.microsoft.com/office/drawing/2014/main" id="{95F691C4-9935-442C-8343-CB2550B184B8}"/>
              </a:ext>
            </a:extLst>
          </p:cNvPr>
          <p:cNvCxnSpPr>
            <a:cxnSpLocks/>
            <a:endCxn id="40" idx="1"/>
          </p:cNvCxnSpPr>
          <p:nvPr/>
        </p:nvCxnSpPr>
        <p:spPr>
          <a:xfrm>
            <a:off x="9162661" y="3164760"/>
            <a:ext cx="304612" cy="136908"/>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Elbow Connector 29">
            <a:extLst>
              <a:ext uri="{FF2B5EF4-FFF2-40B4-BE49-F238E27FC236}">
                <a16:creationId xmlns:a16="http://schemas.microsoft.com/office/drawing/2014/main" id="{B64F2012-232E-4EED-947C-280D6293DDD0}"/>
              </a:ext>
            </a:extLst>
          </p:cNvPr>
          <p:cNvCxnSpPr>
            <a:cxnSpLocks/>
            <a:stCxn id="28" idx="3"/>
            <a:endCxn id="41" idx="1"/>
          </p:cNvCxnSpPr>
          <p:nvPr/>
        </p:nvCxnSpPr>
        <p:spPr>
          <a:xfrm>
            <a:off x="9162661" y="3156545"/>
            <a:ext cx="304612" cy="692827"/>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50" name="Rectangle: Rounded Corners 49">
            <a:extLst>
              <a:ext uri="{FF2B5EF4-FFF2-40B4-BE49-F238E27FC236}">
                <a16:creationId xmlns:a16="http://schemas.microsoft.com/office/drawing/2014/main" id="{07B99612-4D7D-4CC8-8BC6-DEFED65F6AA7}"/>
              </a:ext>
            </a:extLst>
          </p:cNvPr>
          <p:cNvSpPr/>
          <p:nvPr/>
        </p:nvSpPr>
        <p:spPr>
          <a:xfrm>
            <a:off x="9467273" y="4173513"/>
            <a:ext cx="2595418" cy="433656"/>
          </a:xfrm>
          <a:prstGeom prst="roundRect">
            <a:avLst/>
          </a:prstGeom>
          <a:solidFill>
            <a:schemeClr val="accent3"/>
          </a:solidFill>
          <a:ln w="22225">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Arial" panose="020B0604020202020204"/>
                <a:ea typeface="+mn-ea"/>
                <a:cs typeface="+mn-cs"/>
              </a:rPr>
              <a:t>Lease Accounting</a:t>
            </a:r>
          </a:p>
        </p:txBody>
      </p:sp>
      <p:cxnSp>
        <p:nvCxnSpPr>
          <p:cNvPr id="55" name="Elbow Connector 29">
            <a:extLst>
              <a:ext uri="{FF2B5EF4-FFF2-40B4-BE49-F238E27FC236}">
                <a16:creationId xmlns:a16="http://schemas.microsoft.com/office/drawing/2014/main" id="{9AD9C5A5-E908-4D4B-9EFE-AC429660DDAB}"/>
              </a:ext>
            </a:extLst>
          </p:cNvPr>
          <p:cNvCxnSpPr>
            <a:cxnSpLocks/>
            <a:stCxn id="28" idx="3"/>
            <a:endCxn id="50" idx="1"/>
          </p:cNvCxnSpPr>
          <p:nvPr/>
        </p:nvCxnSpPr>
        <p:spPr>
          <a:xfrm>
            <a:off x="9162661" y="3156545"/>
            <a:ext cx="304612" cy="1233796"/>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229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8D55A72F-5513-4775-9456-B6082ADD50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9" imgH="499" progId="TCLayout.ActiveDocument.1">
                  <p:embed/>
                </p:oleObj>
              </mc:Choice>
              <mc:Fallback>
                <p:oleObj name="think-cell Slide" r:id="rId4" imgW="499" imgH="499" progId="TCLayout.ActiveDocument.1">
                  <p:embed/>
                  <p:pic>
                    <p:nvPicPr>
                      <p:cNvPr id="26" name="Object 25" hidden="1">
                        <a:extLst>
                          <a:ext uri="{FF2B5EF4-FFF2-40B4-BE49-F238E27FC236}">
                            <a16:creationId xmlns:a16="http://schemas.microsoft.com/office/drawing/2014/main" id="{8D55A72F-5513-4775-9456-B6082ADD50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7DB5718-8378-4718-9262-91265171DDE9}"/>
              </a:ext>
            </a:extLst>
          </p:cNvPr>
          <p:cNvSpPr/>
          <p:nvPr>
            <p:custDataLst>
              <p:tags r:id="rId2"/>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Slide Number Placeholder 2">
            <a:extLst>
              <a:ext uri="{FF2B5EF4-FFF2-40B4-BE49-F238E27FC236}">
                <a16:creationId xmlns:a16="http://schemas.microsoft.com/office/drawing/2014/main" id="{96929166-8B7B-484A-8479-C599FE37B0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F97AFCFA-EABB-4D8A-93A9-E8F9656C6146}"/>
              </a:ext>
            </a:extLst>
          </p:cNvPr>
          <p:cNvSpPr>
            <a:spLocks noGrp="1"/>
          </p:cNvSpPr>
          <p:nvPr>
            <p:ph type="title"/>
          </p:nvPr>
        </p:nvSpPr>
        <p:spPr/>
        <p:txBody>
          <a:bodyPr/>
          <a:lstStyle/>
          <a:p>
            <a:r>
              <a:rPr lang="en-GB"/>
              <a:t>IFRS 16 Lease Accounting Overview</a:t>
            </a:r>
          </a:p>
        </p:txBody>
      </p:sp>
      <p:sp>
        <p:nvSpPr>
          <p:cNvPr id="5" name="Content Placeholder 4">
            <a:extLst>
              <a:ext uri="{FF2B5EF4-FFF2-40B4-BE49-F238E27FC236}">
                <a16:creationId xmlns:a16="http://schemas.microsoft.com/office/drawing/2014/main" id="{09CE20F3-819E-40FE-91DF-E548027F1CEC}"/>
              </a:ext>
            </a:extLst>
          </p:cNvPr>
          <p:cNvSpPr txBox="1">
            <a:spLocks/>
          </p:cNvSpPr>
          <p:nvPr/>
        </p:nvSpPr>
        <p:spPr>
          <a:xfrm>
            <a:off x="515938" y="1452091"/>
            <a:ext cx="11160124" cy="4375414"/>
          </a:xfrm>
          <a:prstGeom prst="rect">
            <a:avLst/>
          </a:prstGeom>
        </p:spPr>
        <p:txBody>
          <a:bodyPr lIns="91440" tIns="45720" rIns="91440" bIns="45720" anchor="t">
            <a:normAutofit/>
          </a:bodyPr>
          <a:lst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IFRS 16 Accounting standard was effective since January 1</a:t>
            </a:r>
            <a:r>
              <a:rPr kumimoji="0" lang="en-US" sz="1600" b="0" i="0" u="none" strike="noStrike" kern="1200" cap="none" spc="0" normalizeH="0" baseline="30000" noProof="0">
                <a:ln>
                  <a:noFill/>
                </a:ln>
                <a:solidFill>
                  <a:srgbClr val="000000"/>
                </a:solidFill>
                <a:effectLst/>
                <a:uLnTx/>
                <a:uFillTx/>
                <a:latin typeface="Arial" panose="020B0604020202020204"/>
                <a:ea typeface="+mn-ea"/>
                <a:cs typeface="+mn-cs"/>
              </a:rPr>
              <a:t>st</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 2019 with previous operating leases capitalized on the Balance Sheet. Right-of-use (RoU) assets have been created together with Lease liabilities based on the NPV of future payments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Lease accounting process is centrally managed by a dedicated Lease Accounting Team (LAT) in GBS Warsaw with limited involvement on entity side</a:t>
            </a:r>
          </a:p>
          <a:p>
            <a:pPr marL="285750" indent="-285750">
              <a:buFont typeface="Arial" panose="020B0604020202020204" pitchFamily="34" charset="0"/>
              <a:buChar char="•"/>
              <a:defRPr/>
            </a:pPr>
            <a:r>
              <a:rPr lang="en-US" sz="1600">
                <a:solidFill>
                  <a:srgbClr val="000000"/>
                </a:solidFill>
                <a:latin typeface="Arial" panose="020B0604020202020204"/>
              </a:rPr>
              <a:t>CLM Lease accounting solution </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a:t>
            </a:r>
            <a:r>
              <a:rPr lang="en-US" sz="1600">
                <a:solidFill>
                  <a:srgbClr val="000000"/>
                </a:solidFill>
                <a:latin typeface="Arial" panose="020B0604020202020204"/>
              </a:rPr>
              <a:t>SAP Contract and Lease Management</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 </a:t>
            </a:r>
            <a:r>
              <a:rPr lang="en-US" sz="1600">
                <a:solidFill>
                  <a:srgbClr val="000000"/>
                </a:solidFill>
                <a:latin typeface="Arial" panose="020B0604020202020204"/>
              </a:rPr>
              <a:t>is fully integrated with S/4 HANA </a:t>
            </a:r>
            <a:endParaRPr lang="en-US">
              <a:ea typeface="+mn-ea"/>
              <a:cs typeface="+mn-cs"/>
            </a:endParaRP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The following leases are exempt from capitalization and expensed to P&amp;L:</a:t>
            </a:r>
          </a:p>
          <a:p>
            <a:pPr marL="742315" marR="0" lvl="1"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Short-Term leases with a duration of 12 months or less</a:t>
            </a:r>
            <a:endParaRPr lang="en-US" sz="1600" b="0" i="0" u="none" strike="noStrike" kern="1200" cap="none" spc="0" normalizeH="0" baseline="0" noProof="0">
              <a:ln>
                <a:noFill/>
              </a:ln>
              <a:solidFill>
                <a:srgbClr val="000000"/>
              </a:solidFill>
              <a:effectLst/>
              <a:uLnTx/>
              <a:uFillTx/>
              <a:latin typeface="Arial" panose="020B0604020202020204"/>
              <a:cs typeface="Arial" panose="020B0604020202020204"/>
            </a:endParaRPr>
          </a:p>
          <a:p>
            <a:pPr marL="742315" marR="0" lvl="1"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Low value leases with an asset value when new less than US$5,000</a:t>
            </a:r>
            <a:endParaRPr lang="en-US" sz="1600" b="0" i="0" u="none" strike="noStrike" kern="1200" cap="none" spc="0" normalizeH="0" baseline="0" noProof="0">
              <a:ln>
                <a:noFill/>
              </a:ln>
              <a:solidFill>
                <a:srgbClr val="000000"/>
              </a:solidFill>
              <a:effectLst/>
              <a:uLnTx/>
              <a:uFillTx/>
              <a:latin typeface="Arial" panose="020B0604020202020204"/>
              <a:cs typeface="Arial" panose="020B0604020202020204"/>
            </a:endParaRP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endParaRPr lang="en-US" sz="1600" b="0" i="0" u="none" strike="noStrike" kern="1200" cap="none" spc="0" normalizeH="0" baseline="0" noProof="0">
              <a:ln>
                <a:noFill/>
              </a:ln>
              <a:solidFill>
                <a:srgbClr val="000000"/>
              </a:solidFill>
              <a:effectLst/>
              <a:uLnTx/>
              <a:uFillTx/>
              <a:latin typeface="Arial" panose="020B0604020202020204"/>
              <a:cs typeface="Arial" panose="020B0604020202020204"/>
            </a:endParaRPr>
          </a:p>
        </p:txBody>
      </p:sp>
      <p:pic>
        <p:nvPicPr>
          <p:cNvPr id="27" name="Рисунок 26" descr="Изображение выглядит как текст, снимок экрана, Шрифт, типография&#10;&#10;Автоматически созданное описание">
            <a:extLst>
              <a:ext uri="{FF2B5EF4-FFF2-40B4-BE49-F238E27FC236}">
                <a16:creationId xmlns:a16="http://schemas.microsoft.com/office/drawing/2014/main" id="{8DB7B499-4AD9-2EDA-062E-1B478AF4D277}"/>
              </a:ext>
            </a:extLst>
          </p:cNvPr>
          <p:cNvPicPr>
            <a:picLocks noChangeAspect="1"/>
          </p:cNvPicPr>
          <p:nvPr/>
        </p:nvPicPr>
        <p:blipFill>
          <a:blip r:embed="rId6"/>
          <a:stretch>
            <a:fillRect/>
          </a:stretch>
        </p:blipFill>
        <p:spPr>
          <a:xfrm>
            <a:off x="444500" y="4750722"/>
            <a:ext cx="11599334" cy="1738058"/>
          </a:xfrm>
          <a:prstGeom prst="rect">
            <a:avLst/>
          </a:prstGeom>
        </p:spPr>
      </p:pic>
    </p:spTree>
    <p:extLst>
      <p:ext uri="{BB962C8B-B14F-4D97-AF65-F5344CB8AC3E}">
        <p14:creationId xmlns:p14="http://schemas.microsoft.com/office/powerpoint/2010/main" val="146453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7B5C0C49-2720-4764-9323-5C6CB1C95CD3}"/>
              </a:ext>
            </a:extLst>
          </p:cNvPr>
          <p:cNvSpPr/>
          <p:nvPr/>
        </p:nvSpPr>
        <p:spPr>
          <a:xfrm>
            <a:off x="9699080" y="1230092"/>
            <a:ext cx="2384970" cy="3278408"/>
          </a:xfrm>
          <a:prstGeom prst="roundRect">
            <a:avLst>
              <a:gd name="adj" fmla="val 3712"/>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445A875D-2D43-4039-B2C4-4FB9DC5E53B5}"/>
              </a:ext>
            </a:extLst>
          </p:cNvPr>
          <p:cNvSpPr>
            <a:spLocks noGrp="1"/>
          </p:cNvSpPr>
          <p:nvPr>
            <p:ph type="sldNum" sz="quarter" idx="12"/>
          </p:nvPr>
        </p:nvSpPr>
        <p:spPr>
          <a:xfrm>
            <a:off x="11615350" y="625307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3CB8BCE2-B854-428F-8E2A-30455E564DFF}"/>
              </a:ext>
            </a:extLst>
          </p:cNvPr>
          <p:cNvSpPr>
            <a:spLocks noGrp="1"/>
          </p:cNvSpPr>
          <p:nvPr>
            <p:ph type="title"/>
          </p:nvPr>
        </p:nvSpPr>
        <p:spPr/>
        <p:txBody>
          <a:bodyPr/>
          <a:lstStyle/>
          <a:p>
            <a:r>
              <a:rPr lang="en-US"/>
              <a:t>Lease Accounting Process</a:t>
            </a:r>
            <a:endParaRPr lang="en-GB"/>
          </a:p>
        </p:txBody>
      </p:sp>
      <p:sp>
        <p:nvSpPr>
          <p:cNvPr id="5" name="Freeform: Shape 4">
            <a:extLst>
              <a:ext uri="{FF2B5EF4-FFF2-40B4-BE49-F238E27FC236}">
                <a16:creationId xmlns:a16="http://schemas.microsoft.com/office/drawing/2014/main" id="{C07F0DFA-61D0-49F8-9492-CE658D3E6984}"/>
              </a:ext>
            </a:extLst>
          </p:cNvPr>
          <p:cNvSpPr/>
          <p:nvPr/>
        </p:nvSpPr>
        <p:spPr>
          <a:xfrm>
            <a:off x="2056205" y="1339341"/>
            <a:ext cx="399102" cy="641958"/>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AD899707-ED1C-4567-8346-6284B27E7A85}"/>
              </a:ext>
            </a:extLst>
          </p:cNvPr>
          <p:cNvSpPr/>
          <p:nvPr/>
        </p:nvSpPr>
        <p:spPr>
          <a:xfrm>
            <a:off x="141033" y="1220339"/>
            <a:ext cx="1906350" cy="5471824"/>
          </a:xfrm>
          <a:prstGeom prst="roundRect">
            <a:avLst>
              <a:gd name="adj" fmla="val 3712"/>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7" name="Table 6">
            <a:extLst>
              <a:ext uri="{FF2B5EF4-FFF2-40B4-BE49-F238E27FC236}">
                <a16:creationId xmlns:a16="http://schemas.microsoft.com/office/drawing/2014/main" id="{768264B5-5D12-4168-B878-DE8B8A0B1C5D}"/>
              </a:ext>
            </a:extLst>
          </p:cNvPr>
          <p:cNvGraphicFramePr>
            <a:graphicFrameLocks noGrp="1"/>
          </p:cNvGraphicFramePr>
          <p:nvPr>
            <p:extLst>
              <p:ext uri="{D42A27DB-BD31-4B8C-83A1-F6EECF244321}">
                <p14:modId xmlns:p14="http://schemas.microsoft.com/office/powerpoint/2010/main" val="3407249426"/>
              </p:ext>
            </p:extLst>
          </p:nvPr>
        </p:nvGraphicFramePr>
        <p:xfrm>
          <a:off x="180722" y="1652219"/>
          <a:ext cx="1838086" cy="909891"/>
        </p:xfrm>
        <a:graphic>
          <a:graphicData uri="http://schemas.openxmlformats.org/drawingml/2006/table">
            <a:tbl>
              <a:tblPr firstCol="1" bandRow="1">
                <a:tableStyleId>{5C22544A-7EE6-4342-B048-85BDC9FD1C3A}</a:tableStyleId>
              </a:tblPr>
              <a:tblGrid>
                <a:gridCol w="989011">
                  <a:extLst>
                    <a:ext uri="{9D8B030D-6E8A-4147-A177-3AD203B41FA5}">
                      <a16:colId xmlns:a16="http://schemas.microsoft.com/office/drawing/2014/main" val="2214447594"/>
                    </a:ext>
                  </a:extLst>
                </a:gridCol>
                <a:gridCol w="849075">
                  <a:extLst>
                    <a:ext uri="{9D8B030D-6E8A-4147-A177-3AD203B41FA5}">
                      <a16:colId xmlns:a16="http://schemas.microsoft.com/office/drawing/2014/main" val="2451903993"/>
                    </a:ext>
                  </a:extLst>
                </a:gridCol>
              </a:tblGrid>
              <a:tr h="467880">
                <a:tc>
                  <a:txBody>
                    <a:bodyPr/>
                    <a:lstStyle/>
                    <a:p>
                      <a:pPr algn="l"/>
                      <a:r>
                        <a:rPr lang="en-GB" sz="1000"/>
                        <a:t>Responsibility: </a:t>
                      </a:r>
                      <a:endParaRPr lang="en-GB" sz="1000">
                        <a:solidFill>
                          <a:schemeClr val="tx1"/>
                        </a:solidFill>
                      </a:endParaRPr>
                    </a:p>
                  </a:txBody>
                  <a:tcPr marL="36000" marR="36000" marT="36000" marB="36000">
                    <a:lnL w="12700" cap="flat" cmpd="sng" algn="ctr">
                      <a:solidFill>
                        <a:schemeClr val="accent1">
                          <a:lumMod val="60000"/>
                          <a:lumOff val="40000"/>
                        </a:schemeClr>
                      </a:solidFill>
                      <a:prstDash val="solid"/>
                      <a:round/>
                      <a:headEnd type="none" w="med" len="med"/>
                      <a:tailEnd type="none" w="med" len="med"/>
                    </a:lnL>
                    <a:lnT w="12700" cap="flat" cmpd="sng" algn="ctr">
                      <a:solidFill>
                        <a:schemeClr val="accent1">
                          <a:lumMod val="60000"/>
                          <a:lumOff val="40000"/>
                        </a:schemeClr>
                      </a:solidFill>
                      <a:prstDash val="solid"/>
                      <a:round/>
                      <a:headEnd type="none" w="med" len="med"/>
                      <a:tailEnd type="none" w="med" len="med"/>
                    </a:lnT>
                    <a:solidFill>
                      <a:schemeClr val="accent1"/>
                    </a:solidFill>
                  </a:tcPr>
                </a:tc>
                <a:tc>
                  <a:txBody>
                    <a:bodyPr/>
                    <a:lstStyle/>
                    <a:p>
                      <a:pPr algn="l"/>
                      <a:r>
                        <a:rPr lang="en-GB" sz="1000" b="1">
                          <a:solidFill>
                            <a:schemeClr val="tx1"/>
                          </a:solidFill>
                        </a:rPr>
                        <a:t>Entity IP </a:t>
                      </a:r>
                      <a:r>
                        <a:rPr lang="en-GB" sz="1000">
                          <a:solidFill>
                            <a:schemeClr val="tx1"/>
                          </a:solidFill>
                        </a:rPr>
                        <a:t>in liaison with </a:t>
                      </a:r>
                      <a:r>
                        <a:rPr lang="en-GB" sz="1000" b="1">
                          <a:solidFill>
                            <a:schemeClr val="tx1"/>
                          </a:solidFill>
                        </a:rPr>
                        <a:t>Entity Tax</a:t>
                      </a:r>
                    </a:p>
                  </a:txBody>
                  <a:tcPr marL="36000" marR="36000" marT="36000" marB="36000">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2831204838"/>
                  </a:ext>
                </a:extLst>
              </a:tr>
              <a:tr h="380691">
                <a:tc>
                  <a:txBody>
                    <a:bodyPr/>
                    <a:lstStyle/>
                    <a:p>
                      <a:r>
                        <a:rPr lang="en-GB" sz="1000"/>
                        <a:t>System: </a:t>
                      </a:r>
                      <a:endParaRPr lang="en-GB" sz="1000" b="1" i="0">
                        <a:solidFill>
                          <a:schemeClr val="tx1"/>
                        </a:solidFill>
                      </a:endParaRPr>
                    </a:p>
                  </a:txBody>
                  <a:tcPr marL="36000" marR="36000" marT="36000" marB="36000">
                    <a:lnL w="12700" cap="flat" cmpd="sng" algn="ctr">
                      <a:solidFill>
                        <a:schemeClr val="accent1">
                          <a:lumMod val="60000"/>
                          <a:lumOff val="40000"/>
                        </a:schemeClr>
                      </a:solidFill>
                      <a:prstDash val="solid"/>
                      <a:round/>
                      <a:headEnd type="none" w="med" len="med"/>
                      <a:tailEnd type="none" w="med" len="med"/>
                    </a:lnL>
                    <a:lnB w="12700" cap="flat" cmpd="sng" algn="ctr">
                      <a:solidFill>
                        <a:schemeClr val="accent1">
                          <a:lumMod val="60000"/>
                          <a:lumOff val="40000"/>
                        </a:schemeClr>
                      </a:solidFill>
                      <a:prstDash val="solid"/>
                      <a:round/>
                      <a:headEnd type="none" w="med" len="med"/>
                      <a:tailEnd type="none" w="med" len="med"/>
                    </a:lnB>
                    <a:solidFill>
                      <a:schemeClr val="bg1">
                        <a:lumMod val="75000"/>
                      </a:schemeClr>
                    </a:solidFill>
                  </a:tcPr>
                </a:tc>
                <a:tc>
                  <a:txBody>
                    <a:bodyPr/>
                    <a:lstStyle/>
                    <a:p>
                      <a:r>
                        <a:rPr lang="en-GB" sz="1000" b="1"/>
                        <a:t>SAP/</a:t>
                      </a:r>
                      <a:r>
                        <a:rPr lang="en-GB" sz="1000" b="1" err="1"/>
                        <a:t>MyJTI</a:t>
                      </a:r>
                      <a:r>
                        <a:rPr lang="en-GB" sz="1000" b="1">
                          <a:solidFill>
                            <a:schemeClr val="tx1"/>
                          </a:solidFill>
                        </a:rPr>
                        <a:t>/ email</a:t>
                      </a:r>
                    </a:p>
                  </a:txBody>
                  <a:tcPr marL="36000" marR="36000" marT="36000" marB="36000" anchor="ctr">
                    <a:lnR w="12700" cap="flat" cmpd="sng" algn="ctr">
                      <a:solidFill>
                        <a:schemeClr val="accent1">
                          <a:lumMod val="60000"/>
                          <a:lumOff val="40000"/>
                        </a:schemeClr>
                      </a:solidFill>
                      <a:prstDash val="solid"/>
                      <a:round/>
                      <a:headEnd type="none" w="med" len="med"/>
                      <a:tailEnd type="none" w="med" len="med"/>
                    </a:lnR>
                    <a:lnB w="12700" cap="flat" cmpd="sng" algn="ctr">
                      <a:solidFill>
                        <a:schemeClr val="accent1">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803255"/>
                  </a:ext>
                </a:extLst>
              </a:tr>
            </a:tbl>
          </a:graphicData>
        </a:graphic>
      </p:graphicFrame>
      <p:sp>
        <p:nvSpPr>
          <p:cNvPr id="8" name="TextBox 7">
            <a:extLst>
              <a:ext uri="{FF2B5EF4-FFF2-40B4-BE49-F238E27FC236}">
                <a16:creationId xmlns:a16="http://schemas.microsoft.com/office/drawing/2014/main" id="{42B5A341-C693-4C89-AB07-7E29F17F35A9}"/>
              </a:ext>
            </a:extLst>
          </p:cNvPr>
          <p:cNvSpPr txBox="1"/>
          <p:nvPr/>
        </p:nvSpPr>
        <p:spPr>
          <a:xfrm>
            <a:off x="199065" y="2701378"/>
            <a:ext cx="1790286" cy="1915609"/>
          </a:xfrm>
          <a:prstGeom prst="rect">
            <a:avLst/>
          </a:prstGeom>
          <a:noFill/>
        </p:spPr>
        <p:txBody>
          <a:bodyPr wrap="square" lIns="0" tIns="0" rIns="0" bIns="0" rtlCol="0" anchor="t">
            <a:noAutofit/>
          </a:bodyPr>
          <a:lstStyle/>
          <a:p>
            <a:pPr marL="143510" marR="0" lvl="0" indent="-143510" algn="l" defTabSz="914400" rtl="0" eaLnBrk="1" fontAlgn="auto" latinLnBrk="0" hangingPunct="1">
              <a:lnSpc>
                <a:spcPct val="100000"/>
              </a:lnSpc>
              <a:spcBef>
                <a:spcPts val="0"/>
              </a:spcBef>
              <a:spcAft>
                <a:spcPts val="0"/>
              </a:spcAft>
              <a:buClrTx/>
              <a:buSzTx/>
              <a:buFontTx/>
              <a:buAutoNum type="arabicParenR"/>
              <a:tabLst/>
              <a:defRPr/>
            </a:pPr>
            <a:r>
              <a:rPr lang="en-GB" sz="1050" b="1">
                <a:solidFill>
                  <a:srgbClr val="000000"/>
                </a:solidFill>
                <a:latin typeface="Calibri"/>
                <a:cs typeface="Calibri"/>
              </a:rPr>
              <a:t>Indirect Procurement (IP)</a:t>
            </a:r>
            <a:r>
              <a:rPr kumimoji="0" lang="en-GB" sz="1050" b="0" i="0" u="none" strike="noStrike" kern="1200" cap="none" spc="0" normalizeH="0" baseline="0" noProof="0">
                <a:ln>
                  <a:noFill/>
                </a:ln>
                <a:solidFill>
                  <a:srgbClr val="000000"/>
                </a:solidFill>
                <a:effectLst/>
                <a:uLnTx/>
                <a:uFillTx/>
                <a:latin typeface="Calibri"/>
                <a:ea typeface="+mn-ea"/>
                <a:cs typeface="Calibri"/>
              </a:rPr>
              <a:t> creates the PO using </a:t>
            </a:r>
            <a:r>
              <a:rPr kumimoji="0" lang="en-GB" sz="1050" b="1" i="0" u="none" strike="noStrike" kern="1200" cap="none" spc="0" normalizeH="0" baseline="0" noProof="0">
                <a:ln>
                  <a:noFill/>
                </a:ln>
                <a:solidFill>
                  <a:srgbClr val="000000"/>
                </a:solidFill>
                <a:effectLst/>
                <a:uLnTx/>
                <a:uFillTx/>
                <a:latin typeface="Calibri"/>
                <a:ea typeface="+mn-ea"/>
                <a:cs typeface="Calibri"/>
              </a:rPr>
              <a:t>fixed leasing Material Group</a:t>
            </a:r>
            <a:r>
              <a:rPr kumimoji="0" lang="en-GB" sz="1050" b="0" i="0" u="none" strike="noStrike" kern="1200" cap="none" spc="0" normalizeH="0" baseline="0" noProof="0">
                <a:ln>
                  <a:noFill/>
                </a:ln>
                <a:solidFill>
                  <a:srgbClr val="000000"/>
                </a:solidFill>
                <a:effectLst/>
                <a:uLnTx/>
                <a:uFillTx/>
                <a:latin typeface="Calibri"/>
                <a:ea typeface="+mn-ea"/>
                <a:cs typeface="Calibri"/>
              </a:rPr>
              <a:t> (for fixed payments) &amp; sends PO reference and contract to LAT via </a:t>
            </a:r>
            <a:r>
              <a:rPr kumimoji="0" lang="en-GB" sz="1050" b="1" i="0" u="none" strike="noStrike" kern="1200" cap="none" spc="0" normalizeH="0" baseline="0" noProof="0" err="1">
                <a:ln>
                  <a:noFill/>
                </a:ln>
                <a:effectLst/>
                <a:uLnTx/>
                <a:uFillTx/>
                <a:latin typeface="Calibri"/>
                <a:ea typeface="+mn-ea"/>
                <a:cs typeface="Calibri"/>
              </a:rPr>
              <a:t>MyJTI</a:t>
            </a:r>
            <a:r>
              <a:rPr kumimoji="0" lang="en-GB" sz="1050" b="0" i="0" u="none" strike="noStrike" kern="1200" cap="none" spc="0" normalizeH="0" baseline="0" noProof="0">
                <a:ln>
                  <a:noFill/>
                </a:ln>
                <a:effectLst/>
                <a:uLnTx/>
                <a:uFillTx/>
                <a:latin typeface="Calibri"/>
                <a:ea typeface="+mn-ea"/>
                <a:cs typeface="Calibri"/>
              </a:rPr>
              <a:t> </a:t>
            </a:r>
          </a:p>
          <a:p>
            <a:pPr marL="143510" indent="-143510">
              <a:buFont typeface="+mj-lt"/>
              <a:buAutoNum type="arabicParenR"/>
              <a:defRPr/>
            </a:pPr>
            <a:r>
              <a:rPr kumimoji="0" lang="en-US" sz="1050" b="1" i="0" u="none" strike="noStrike" kern="1200" cap="none" spc="0" normalizeH="0" baseline="0" noProof="0" err="1">
                <a:ln>
                  <a:noFill/>
                </a:ln>
                <a:effectLst/>
                <a:uLnTx/>
                <a:uFillTx/>
                <a:latin typeface="Calibri"/>
                <a:ea typeface="+mn-ea"/>
                <a:cs typeface="Calibri"/>
              </a:rPr>
              <a:t>MyJTI</a:t>
            </a:r>
            <a:r>
              <a:rPr kumimoji="0" lang="en-US" sz="1050" b="0" i="0" u="none" strike="noStrike" kern="1200" cap="none" spc="0" normalizeH="0" baseline="0" noProof="0">
                <a:ln>
                  <a:noFill/>
                </a:ln>
                <a:effectLst/>
                <a:uLnTx/>
                <a:uFillTx/>
                <a:latin typeface="Calibri"/>
                <a:ea typeface="+mn-ea"/>
                <a:cs typeface="Calibri"/>
              </a:rPr>
              <a:t> </a:t>
            </a:r>
            <a:r>
              <a:rPr kumimoji="0" lang="en-GB" sz="1050" b="0" i="0" u="none" strike="noStrike" kern="1200" cap="none" spc="0" normalizeH="0" baseline="0" noProof="0">
                <a:ln>
                  <a:noFill/>
                </a:ln>
                <a:effectLst/>
                <a:uLnTx/>
                <a:uFillTx/>
                <a:latin typeface="Calibri"/>
                <a:ea typeface="+mn-ea"/>
                <a:cs typeface="Calibri"/>
              </a:rPr>
              <a:t>als</a:t>
            </a:r>
            <a:r>
              <a:rPr kumimoji="0" lang="en-GB" sz="1050" b="0" i="0" u="none" strike="noStrike" kern="1200" cap="none" spc="0" normalizeH="0" baseline="0" noProof="0">
                <a:ln>
                  <a:noFill/>
                </a:ln>
                <a:solidFill>
                  <a:srgbClr val="000000"/>
                </a:solidFill>
                <a:effectLst/>
                <a:uLnTx/>
                <a:uFillTx/>
                <a:latin typeface="Calibri"/>
                <a:ea typeface="+mn-ea"/>
                <a:cs typeface="Calibri"/>
              </a:rPr>
              <a:t>o contains </a:t>
            </a:r>
            <a:r>
              <a:rPr kumimoji="0" lang="en-GB" sz="1050" b="1" i="0" u="none" strike="noStrike" kern="1200" cap="none" spc="0" normalizeH="0" baseline="0" noProof="0">
                <a:ln>
                  <a:noFill/>
                </a:ln>
                <a:solidFill>
                  <a:srgbClr val="000000"/>
                </a:solidFill>
                <a:effectLst/>
                <a:uLnTx/>
                <a:uFillTx/>
                <a:latin typeface="Calibri"/>
                <a:ea typeface="+mn-ea"/>
                <a:cs typeface="Calibri"/>
              </a:rPr>
              <a:t>Tax Perm Tag (TPT) ID field</a:t>
            </a:r>
            <a:r>
              <a:rPr kumimoji="0" lang="en-GB" sz="1050" b="0" i="0" u="none" strike="noStrike" kern="1200" cap="none" spc="0" normalizeH="0" baseline="0" noProof="0">
                <a:ln>
                  <a:noFill/>
                </a:ln>
                <a:effectLst/>
                <a:uLnTx/>
                <a:uFillTx/>
                <a:latin typeface="Calibri"/>
                <a:ea typeface="+mn-ea"/>
                <a:cs typeface="Calibri"/>
              </a:rPr>
              <a:t>, which is used for research &amp; development reasons</a:t>
            </a:r>
            <a:r>
              <a:rPr kumimoji="0" lang="en-GB" sz="1050" b="1" i="0" u="none" strike="noStrike" kern="1200" cap="none" spc="0" normalizeH="0" baseline="0" noProof="0">
                <a:ln>
                  <a:noFill/>
                </a:ln>
                <a:effectLst/>
                <a:uLnTx/>
                <a:uFillTx/>
                <a:latin typeface="Calibri"/>
                <a:ea typeface="+mn-ea"/>
                <a:cs typeface="Calibri"/>
              </a:rPr>
              <a:t>, where applicable, in liaison with Entity Tax team. </a:t>
            </a:r>
            <a:endParaRPr kumimoji="0" lang="en-GB" sz="105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endParaRPr>
          </a:p>
          <a:p>
            <a:pPr marL="143510" marR="0" lvl="0" indent="-143510" algn="l" defTabSz="914400" rtl="0" eaLnBrk="1" fontAlgn="auto" latinLnBrk="0" hangingPunct="1">
              <a:lnSpc>
                <a:spcPct val="100000"/>
              </a:lnSpc>
              <a:spcBef>
                <a:spcPts val="0"/>
              </a:spcBef>
              <a:spcAft>
                <a:spcPts val="0"/>
              </a:spcAft>
              <a:buClrTx/>
              <a:buSzTx/>
              <a:buFont typeface="+mj-lt"/>
              <a:buAutoNum type="arabicParenR"/>
              <a:tabLst/>
              <a:defRPr/>
            </a:pPr>
            <a:r>
              <a:rPr kumimoji="0" lang="en-GB" sz="1050" b="0" i="0" u="none" strike="noStrike" kern="1200" cap="none" spc="0" normalizeH="0" baseline="0" noProof="0">
                <a:ln>
                  <a:noFill/>
                </a:ln>
                <a:solidFill>
                  <a:srgbClr val="000000"/>
                </a:solidFill>
                <a:effectLst/>
                <a:uLnTx/>
                <a:uFillTx/>
                <a:latin typeface="Calibri"/>
                <a:ea typeface="+mn-ea"/>
                <a:cs typeface="Calibri"/>
              </a:rPr>
              <a:t>Any </a:t>
            </a:r>
            <a:r>
              <a:rPr kumimoji="0" lang="en-GB" sz="1050" b="1" i="0" u="none" strike="noStrike" kern="1200" cap="none" spc="0" normalizeH="0" baseline="0" noProof="0">
                <a:ln>
                  <a:noFill/>
                </a:ln>
                <a:solidFill>
                  <a:srgbClr val="000000"/>
                </a:solidFill>
                <a:effectLst/>
                <a:uLnTx/>
                <a:uFillTx/>
                <a:latin typeface="Calibri"/>
                <a:ea typeface="+mn-ea"/>
                <a:cs typeface="Calibri"/>
              </a:rPr>
              <a:t>subsequent contract change </a:t>
            </a:r>
            <a:r>
              <a:rPr kumimoji="0" lang="en-GB" sz="1050" b="0" i="0" u="none" strike="noStrike" kern="1200" cap="none" spc="0" normalizeH="0" baseline="0" noProof="0">
                <a:ln>
                  <a:noFill/>
                </a:ln>
                <a:solidFill>
                  <a:srgbClr val="000000"/>
                </a:solidFill>
                <a:effectLst/>
                <a:uLnTx/>
                <a:uFillTx/>
                <a:latin typeface="Calibri"/>
                <a:ea typeface="+mn-ea"/>
                <a:cs typeface="Calibri"/>
              </a:rPr>
              <a:t>(e.g. extension, termination, price increase) must be </a:t>
            </a:r>
            <a:r>
              <a:rPr kumimoji="0" lang="en-GB" sz="1050" b="1" i="0" u="none" strike="noStrike" kern="1200" cap="none" spc="0" normalizeH="0" baseline="0" noProof="0">
                <a:ln>
                  <a:noFill/>
                </a:ln>
                <a:solidFill>
                  <a:srgbClr val="000000"/>
                </a:solidFill>
                <a:effectLst/>
                <a:uLnTx/>
                <a:uFillTx/>
                <a:latin typeface="Calibri"/>
                <a:ea typeface="+mn-ea"/>
                <a:cs typeface="Calibri"/>
              </a:rPr>
              <a:t>communicated to LAT via</a:t>
            </a:r>
            <a:r>
              <a:rPr kumimoji="0" lang="en-GB" sz="1050" b="1" i="0" u="none" strike="noStrike" kern="1200" cap="none" spc="0" normalizeH="0" baseline="0" noProof="0">
                <a:ln>
                  <a:noFill/>
                </a:ln>
                <a:effectLst/>
                <a:uLnTx/>
                <a:uFillTx/>
                <a:latin typeface="Calibri"/>
                <a:ea typeface="+mn-ea"/>
                <a:cs typeface="Calibri"/>
              </a:rPr>
              <a:t> </a:t>
            </a:r>
            <a:r>
              <a:rPr kumimoji="0" lang="en-US" sz="1050" b="1" i="0" u="none" strike="noStrike" kern="1200" cap="none" spc="0" normalizeH="0" baseline="0" noProof="0">
                <a:ln>
                  <a:noFill/>
                </a:ln>
                <a:effectLst/>
                <a:uLnTx/>
                <a:uFillTx/>
                <a:latin typeface="Calibri"/>
                <a:ea typeface="+mn-ea"/>
                <a:cs typeface="Calibri"/>
              </a:rPr>
              <a:t>MyJTI</a:t>
            </a:r>
            <a:r>
              <a:rPr kumimoji="0" lang="en-US" sz="1050" b="1" i="0" u="none" strike="noStrike" kern="1200" cap="none" spc="0" normalizeH="0" baseline="0" noProof="0">
                <a:ln>
                  <a:noFill/>
                </a:ln>
                <a:solidFill>
                  <a:srgbClr val="000000"/>
                </a:solidFill>
                <a:effectLst/>
                <a:uLnTx/>
                <a:uFillTx/>
                <a:latin typeface="Calibri"/>
                <a:ea typeface="+mn-ea"/>
                <a:cs typeface="Calibri"/>
              </a:rPr>
              <a:t> </a:t>
            </a:r>
            <a:r>
              <a:rPr kumimoji="0" lang="en-GB" sz="1050" b="0" i="0" u="none" strike="noStrike" kern="1200" cap="none" spc="0" normalizeH="0" baseline="0" noProof="0">
                <a:ln>
                  <a:noFill/>
                </a:ln>
                <a:solidFill>
                  <a:srgbClr val="000000"/>
                </a:solidFill>
                <a:effectLst/>
                <a:uLnTx/>
                <a:uFillTx/>
                <a:latin typeface="Calibri"/>
                <a:ea typeface="+mn-ea"/>
                <a:cs typeface="Calibri"/>
              </a:rPr>
              <a:t>and </a:t>
            </a:r>
            <a:r>
              <a:rPr kumimoji="0" lang="en-GB" sz="1050" b="1" i="0" u="none" strike="noStrike" kern="1200" cap="none" spc="0" normalizeH="0" baseline="0" noProof="0">
                <a:ln>
                  <a:noFill/>
                </a:ln>
                <a:solidFill>
                  <a:srgbClr val="000000"/>
                </a:solidFill>
                <a:effectLst/>
                <a:uLnTx/>
                <a:uFillTx/>
                <a:latin typeface="Calibri"/>
                <a:ea typeface="+mn-ea"/>
                <a:cs typeface="Calibri"/>
              </a:rPr>
              <a:t>PO</a:t>
            </a:r>
            <a:r>
              <a:rPr kumimoji="0" lang="en-GB" sz="1050" b="0" i="0" u="none" strike="noStrike" kern="1200" cap="none" spc="0" normalizeH="0" baseline="0" noProof="0">
                <a:ln>
                  <a:noFill/>
                </a:ln>
                <a:solidFill>
                  <a:srgbClr val="000000"/>
                </a:solidFill>
                <a:effectLst/>
                <a:uLnTx/>
                <a:uFillTx/>
                <a:latin typeface="Calibri"/>
                <a:ea typeface="+mn-ea"/>
                <a:cs typeface="Calibri"/>
              </a:rPr>
              <a:t> Price and/or Quantity </a:t>
            </a:r>
            <a:r>
              <a:rPr kumimoji="0" lang="en-GB" sz="1050" b="1" i="0" u="none" strike="noStrike" kern="1200" cap="none" spc="0" normalizeH="0" baseline="0" noProof="0">
                <a:ln>
                  <a:noFill/>
                </a:ln>
                <a:solidFill>
                  <a:srgbClr val="000000"/>
                </a:solidFill>
                <a:effectLst/>
                <a:uLnTx/>
                <a:uFillTx/>
                <a:latin typeface="Calibri"/>
                <a:ea typeface="+mn-ea"/>
                <a:cs typeface="Calibri"/>
              </a:rPr>
              <a:t>updated accordingly.</a:t>
            </a:r>
          </a:p>
          <a:p>
            <a:pPr marL="143510" marR="0" lvl="0" indent="-143510" algn="l" defTabSz="914400" rtl="0" eaLnBrk="1" fontAlgn="auto" latinLnBrk="0" hangingPunct="1">
              <a:lnSpc>
                <a:spcPct val="100000"/>
              </a:lnSpc>
              <a:spcBef>
                <a:spcPts val="0"/>
              </a:spcBef>
              <a:spcAft>
                <a:spcPts val="0"/>
              </a:spcAft>
              <a:buClrTx/>
              <a:buSzTx/>
              <a:buFont typeface="+mj-lt"/>
              <a:buAutoNum type="arabicParenR"/>
              <a:tabLst/>
              <a:defRPr/>
            </a:pPr>
            <a:r>
              <a:rPr lang="en-GB" sz="1050" b="1">
                <a:latin typeface="Calibri"/>
                <a:cs typeface="Calibri"/>
              </a:rPr>
              <a:t>Deadline – WD-4</a:t>
            </a:r>
            <a:endParaRPr kumimoji="0" lang="en-GB" sz="1050" b="0" i="0" u="none" strike="noStrike" kern="1200" cap="none" spc="0" normalizeH="0" baseline="0" noProof="0">
              <a:ln>
                <a:noFill/>
              </a:ln>
              <a:effectLst/>
              <a:uLnTx/>
              <a:uFillTx/>
              <a:latin typeface="Calibri"/>
              <a:ea typeface="+mn-ea"/>
              <a:cs typeface="Calibri"/>
            </a:endParaRPr>
          </a:p>
        </p:txBody>
      </p:sp>
      <p:sp>
        <p:nvSpPr>
          <p:cNvPr id="9" name="Rectangle: Rounded Corners 8">
            <a:extLst>
              <a:ext uri="{FF2B5EF4-FFF2-40B4-BE49-F238E27FC236}">
                <a16:creationId xmlns:a16="http://schemas.microsoft.com/office/drawing/2014/main" id="{4DC4CF1C-55AA-4CFD-B900-F37025FA1455}"/>
              </a:ext>
            </a:extLst>
          </p:cNvPr>
          <p:cNvSpPr/>
          <p:nvPr/>
        </p:nvSpPr>
        <p:spPr>
          <a:xfrm>
            <a:off x="2443872" y="1220338"/>
            <a:ext cx="1801690" cy="5471824"/>
          </a:xfrm>
          <a:prstGeom prst="roundRect">
            <a:avLst>
              <a:gd name="adj" fmla="val 3712"/>
            </a:avLst>
          </a:prstGeom>
          <a:solidFill>
            <a:schemeClr val="bg1"/>
          </a:solidFill>
          <a:ln>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0" name="Table 9">
            <a:extLst>
              <a:ext uri="{FF2B5EF4-FFF2-40B4-BE49-F238E27FC236}">
                <a16:creationId xmlns:a16="http://schemas.microsoft.com/office/drawing/2014/main" id="{3B762249-4ADA-4F84-AEAF-FBFFDF4D4A5C}"/>
              </a:ext>
            </a:extLst>
          </p:cNvPr>
          <p:cNvGraphicFramePr>
            <a:graphicFrameLocks noGrp="1"/>
          </p:cNvGraphicFramePr>
          <p:nvPr>
            <p:extLst>
              <p:ext uri="{D42A27DB-BD31-4B8C-83A1-F6EECF244321}">
                <p14:modId xmlns:p14="http://schemas.microsoft.com/office/powerpoint/2010/main" val="749426135"/>
              </p:ext>
            </p:extLst>
          </p:nvPr>
        </p:nvGraphicFramePr>
        <p:xfrm>
          <a:off x="2483561" y="1652218"/>
          <a:ext cx="1733787" cy="909892"/>
        </p:xfrm>
        <a:graphic>
          <a:graphicData uri="http://schemas.openxmlformats.org/drawingml/2006/table">
            <a:tbl>
              <a:tblPr firstCol="1" bandRow="1">
                <a:tableStyleId>{5C22544A-7EE6-4342-B048-85BDC9FD1C3A}</a:tableStyleId>
              </a:tblPr>
              <a:tblGrid>
                <a:gridCol w="932891">
                  <a:extLst>
                    <a:ext uri="{9D8B030D-6E8A-4147-A177-3AD203B41FA5}">
                      <a16:colId xmlns:a16="http://schemas.microsoft.com/office/drawing/2014/main" val="2214447594"/>
                    </a:ext>
                  </a:extLst>
                </a:gridCol>
                <a:gridCol w="800896">
                  <a:extLst>
                    <a:ext uri="{9D8B030D-6E8A-4147-A177-3AD203B41FA5}">
                      <a16:colId xmlns:a16="http://schemas.microsoft.com/office/drawing/2014/main" val="2451903993"/>
                    </a:ext>
                  </a:extLst>
                </a:gridCol>
              </a:tblGrid>
              <a:tr h="517415">
                <a:tc>
                  <a:txBody>
                    <a:bodyPr/>
                    <a:lstStyle/>
                    <a:p>
                      <a:pPr marL="0" algn="l" defTabSz="914400" rtl="0" eaLnBrk="1" latinLnBrk="0" hangingPunct="1"/>
                      <a:r>
                        <a:rPr lang="en-GB" sz="1000" b="1" kern="1200">
                          <a:solidFill>
                            <a:schemeClr val="lt1"/>
                          </a:solidFill>
                          <a:latin typeface="+mn-lt"/>
                          <a:ea typeface="+mn-ea"/>
                          <a:cs typeface="+mn-cs"/>
                        </a:rPr>
                        <a:t>Responsibility: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T w="12700" cap="flat" cmpd="sng" algn="ctr">
                      <a:solidFill>
                        <a:schemeClr val="accent1">
                          <a:lumMod val="60000"/>
                          <a:lumOff val="40000"/>
                        </a:schemeClr>
                      </a:solidFill>
                      <a:prstDash val="solid"/>
                      <a:round/>
                      <a:headEnd type="none" w="med" len="med"/>
                      <a:tailEnd type="none" w="med" len="med"/>
                    </a:lnT>
                  </a:tcPr>
                </a:tc>
                <a:tc>
                  <a:txBody>
                    <a:bodyPr/>
                    <a:lstStyle/>
                    <a:p>
                      <a:pPr marL="0" algn="l" defTabSz="914400" rtl="0" eaLnBrk="1" latinLnBrk="0" hangingPunct="1"/>
                      <a:r>
                        <a:rPr lang="en-GB" sz="1000" b="1" kern="1200">
                          <a:solidFill>
                            <a:schemeClr val="dk1"/>
                          </a:solidFill>
                          <a:latin typeface="+mn-lt"/>
                          <a:ea typeface="+mn-ea"/>
                          <a:cs typeface="+mn-cs"/>
                        </a:rPr>
                        <a:t>GBS LAT</a:t>
                      </a:r>
                      <a:r>
                        <a:rPr lang="en-GB" sz="1200" b="1" i="1" kern="1200" baseline="30000">
                          <a:solidFill>
                            <a:srgbClr val="FF0000"/>
                          </a:solidFill>
                          <a:latin typeface="+mn-lt"/>
                          <a:ea typeface="+mn-ea"/>
                          <a:cs typeface="+mn-cs"/>
                        </a:rPr>
                        <a:t> 1)</a:t>
                      </a:r>
                    </a:p>
                  </a:txBody>
                  <a:tcPr marL="36000" marR="36000" marT="36000" marB="36000">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2831204838"/>
                  </a:ext>
                </a:extLst>
              </a:tr>
              <a:tr h="392477">
                <a:tc>
                  <a:txBody>
                    <a:bodyPr/>
                    <a:lstStyle/>
                    <a:p>
                      <a:pPr marL="0" algn="l" rtl="0" eaLnBrk="1" latinLnBrk="0" hangingPunct="1"/>
                      <a:r>
                        <a:rPr lang="en-GB" sz="1000" b="1" kern="1200">
                          <a:solidFill>
                            <a:schemeClr val="lt1"/>
                          </a:solidFill>
                          <a:latin typeface="+mn-lt"/>
                          <a:ea typeface="+mn-ea"/>
                          <a:cs typeface="+mn-cs"/>
                        </a:rPr>
                        <a:t>System: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B w="12700" cap="flat" cmpd="sng" algn="ctr">
                      <a:solidFill>
                        <a:schemeClr val="accent1">
                          <a:lumMod val="60000"/>
                          <a:lumOff val="40000"/>
                        </a:schemeClr>
                      </a:solidFill>
                      <a:prstDash val="solid"/>
                      <a:round/>
                      <a:headEnd type="none" w="med" len="med"/>
                      <a:tailEnd type="none" w="med" len="med"/>
                    </a:lnB>
                    <a:solidFill>
                      <a:schemeClr val="bg1">
                        <a:lumMod val="75000"/>
                      </a:schemeClr>
                    </a:solidFill>
                  </a:tcPr>
                </a:tc>
                <a:tc>
                  <a:txBody>
                    <a:bodyPr/>
                    <a:lstStyle/>
                    <a:p>
                      <a:pPr marL="0" algn="l" rtl="0" eaLnBrk="1" latinLnBrk="0" hangingPunct="1"/>
                      <a:r>
                        <a:rPr lang="en-GB" sz="1000" b="1" kern="1200">
                          <a:solidFill>
                            <a:schemeClr val="tx1"/>
                          </a:solidFill>
                          <a:latin typeface="+mn-lt"/>
                          <a:ea typeface="+mn-ea"/>
                          <a:cs typeface="+mn-cs"/>
                        </a:rPr>
                        <a:t>CLM</a:t>
                      </a:r>
                    </a:p>
                  </a:txBody>
                  <a:tcPr marL="36000" marR="36000" marT="36000" marB="36000">
                    <a:lnR w="12700" cap="flat" cmpd="sng" algn="ctr">
                      <a:solidFill>
                        <a:schemeClr val="accent1">
                          <a:lumMod val="60000"/>
                          <a:lumOff val="40000"/>
                        </a:schemeClr>
                      </a:solidFill>
                      <a:prstDash val="solid"/>
                      <a:round/>
                      <a:headEnd type="none" w="med" len="med"/>
                      <a:tailEnd type="none" w="med" len="med"/>
                    </a:lnR>
                    <a:lnB w="12700" cap="flat" cmpd="sng" algn="ctr">
                      <a:solidFill>
                        <a:schemeClr val="accent1">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803255"/>
                  </a:ext>
                </a:extLst>
              </a:tr>
            </a:tbl>
          </a:graphicData>
        </a:graphic>
      </p:graphicFrame>
      <p:sp>
        <p:nvSpPr>
          <p:cNvPr id="11" name="TextBox 10">
            <a:extLst>
              <a:ext uri="{FF2B5EF4-FFF2-40B4-BE49-F238E27FC236}">
                <a16:creationId xmlns:a16="http://schemas.microsoft.com/office/drawing/2014/main" id="{8D6A0676-E036-4025-BD6E-2585EFB4FA2D}"/>
              </a:ext>
            </a:extLst>
          </p:cNvPr>
          <p:cNvSpPr txBox="1"/>
          <p:nvPr/>
        </p:nvSpPr>
        <p:spPr>
          <a:xfrm>
            <a:off x="2502786" y="2740891"/>
            <a:ext cx="1687445" cy="1903624"/>
          </a:xfrm>
          <a:prstGeom prst="rect">
            <a:avLst/>
          </a:prstGeom>
          <a:noFill/>
        </p:spPr>
        <p:txBody>
          <a:bodyPr wrap="square" lIns="0" tIns="0" rIns="0" bIns="0" rtlCol="0" anchor="t">
            <a:noAutofit/>
          </a:bodyPr>
          <a:lstStyle/>
          <a:p>
            <a:pPr marL="143510" marR="0" lvl="0" indent="-143510" algn="l" defTabSz="914400" rtl="0" eaLnBrk="1" fontAlgn="auto" latinLnBrk="0" hangingPunct="1">
              <a:lnSpc>
                <a:spcPct val="100000"/>
              </a:lnSpc>
              <a:spcBef>
                <a:spcPts val="0"/>
              </a:spcBef>
              <a:spcAft>
                <a:spcPts val="0"/>
              </a:spcAft>
              <a:buClrTx/>
              <a:buSzTx/>
              <a:buFont typeface="+mj-lt"/>
              <a:buAutoNum type="arabicParenR"/>
              <a:tabLst/>
              <a:defRPr/>
            </a:pPr>
            <a:r>
              <a:rPr kumimoji="0" lang="en-GB" sz="1050" b="1" i="0" u="none" strike="noStrike" kern="1200" cap="none" spc="0" normalizeH="0" baseline="0" noProof="0">
                <a:ln>
                  <a:noFill/>
                </a:ln>
                <a:solidFill>
                  <a:srgbClr val="000000"/>
                </a:solidFill>
                <a:effectLst/>
                <a:uLnTx/>
                <a:uFillTx/>
                <a:latin typeface="Calibri"/>
                <a:cs typeface="Calibri"/>
              </a:rPr>
              <a:t>LAT reconciles </a:t>
            </a:r>
            <a:r>
              <a:rPr kumimoji="0" lang="en-GB" sz="1050" b="0" i="0" u="none" strike="noStrike" kern="1200" cap="none" spc="0" normalizeH="0" baseline="0" noProof="0">
                <a:ln>
                  <a:noFill/>
                </a:ln>
                <a:solidFill>
                  <a:srgbClr val="000000"/>
                </a:solidFill>
                <a:effectLst/>
                <a:uLnTx/>
                <a:uFillTx/>
                <a:latin typeface="Calibri"/>
                <a:cs typeface="Calibri"/>
              </a:rPr>
              <a:t>contract &amp; PO information </a:t>
            </a:r>
            <a:r>
              <a:rPr kumimoji="0" lang="en-GB" sz="1050" b="1" i="0" u="none" strike="noStrike" kern="1200" cap="none" spc="0" normalizeH="0" baseline="0" noProof="0">
                <a:ln>
                  <a:noFill/>
                </a:ln>
                <a:solidFill>
                  <a:srgbClr val="000000"/>
                </a:solidFill>
                <a:effectLst/>
                <a:uLnTx/>
                <a:uFillTx/>
                <a:latin typeface="Calibri"/>
                <a:cs typeface="Calibri"/>
              </a:rPr>
              <a:t>and enters </a:t>
            </a:r>
            <a:r>
              <a:rPr kumimoji="0" lang="en-GB" sz="1050" b="0" i="0" u="none" strike="noStrike" kern="1200" cap="none" spc="0" normalizeH="0" baseline="0" noProof="0">
                <a:ln>
                  <a:noFill/>
                </a:ln>
                <a:solidFill>
                  <a:srgbClr val="000000"/>
                </a:solidFill>
                <a:effectLst/>
                <a:uLnTx/>
                <a:uFillTx/>
                <a:latin typeface="Calibri"/>
                <a:cs typeface="Calibri"/>
              </a:rPr>
              <a:t>all details </a:t>
            </a:r>
            <a:r>
              <a:rPr kumimoji="0" lang="en-GB" sz="1050" b="1" i="0" u="none" strike="noStrike" kern="1200" cap="none" spc="0" normalizeH="0" baseline="0" noProof="0">
                <a:ln>
                  <a:noFill/>
                </a:ln>
                <a:solidFill>
                  <a:srgbClr val="000000"/>
                </a:solidFill>
                <a:effectLst/>
                <a:uLnTx/>
                <a:uFillTx/>
                <a:latin typeface="Calibri"/>
                <a:cs typeface="Calibri"/>
              </a:rPr>
              <a:t>including TPT ID in CLM.</a:t>
            </a:r>
            <a:endParaRPr lang="ru-RU">
              <a:latin typeface="Calibri"/>
              <a:cs typeface="Calibri"/>
            </a:endParaRPr>
          </a:p>
          <a:p>
            <a:pPr marL="143510" marR="0" lvl="0" indent="-143510" algn="l" defTabSz="914400" rtl="0" eaLnBrk="1" fontAlgn="auto" latinLnBrk="0" hangingPunct="1">
              <a:lnSpc>
                <a:spcPct val="100000"/>
              </a:lnSpc>
              <a:spcBef>
                <a:spcPts val="0"/>
              </a:spcBef>
              <a:spcAft>
                <a:spcPts val="0"/>
              </a:spcAft>
              <a:buClrTx/>
              <a:buSzTx/>
              <a:buFont typeface="+mj-lt"/>
              <a:buAutoNum type="arabicParenR"/>
              <a:tabLst/>
              <a:defRPr/>
            </a:pPr>
            <a:r>
              <a:rPr kumimoji="0" lang="en-GB" sz="1050" b="1" i="0" u="none" strike="noStrike" kern="1200" cap="none" spc="0" normalizeH="0" baseline="0" noProof="0">
                <a:ln>
                  <a:noFill/>
                </a:ln>
                <a:solidFill>
                  <a:srgbClr val="000000"/>
                </a:solidFill>
                <a:effectLst/>
                <a:uLnTx/>
                <a:uFillTx/>
                <a:latin typeface="Calibri"/>
                <a:cs typeface="Calibri"/>
              </a:rPr>
              <a:t>Contract terms </a:t>
            </a:r>
            <a:r>
              <a:rPr kumimoji="0" lang="en-GB" sz="1050" b="0" i="0" u="none" strike="noStrike" kern="1200" cap="none" spc="0" normalizeH="0" baseline="0" noProof="0">
                <a:ln>
                  <a:noFill/>
                </a:ln>
                <a:solidFill>
                  <a:srgbClr val="000000"/>
                </a:solidFill>
                <a:effectLst/>
                <a:uLnTx/>
                <a:uFillTx/>
                <a:latin typeface="Calibri"/>
                <a:cs typeface="Calibri"/>
              </a:rPr>
              <a:t>are assessed by LAT and contract is </a:t>
            </a:r>
            <a:r>
              <a:rPr kumimoji="0" lang="en-GB" sz="1050" b="1" i="0" u="none" strike="noStrike" kern="1200" cap="none" spc="0" normalizeH="0" baseline="0" noProof="0">
                <a:ln>
                  <a:noFill/>
                </a:ln>
                <a:solidFill>
                  <a:srgbClr val="000000"/>
                </a:solidFill>
                <a:effectLst/>
                <a:uLnTx/>
                <a:uFillTx/>
                <a:latin typeface="Calibri"/>
                <a:cs typeface="Calibri"/>
              </a:rPr>
              <a:t>classified</a:t>
            </a:r>
            <a:r>
              <a:rPr kumimoji="0" lang="en-GB" sz="1050" b="0" i="0" u="none" strike="noStrike" kern="1200" cap="none" spc="0" normalizeH="0" baseline="0" noProof="0">
                <a:ln>
                  <a:noFill/>
                </a:ln>
                <a:solidFill>
                  <a:srgbClr val="000000"/>
                </a:solidFill>
                <a:effectLst/>
                <a:uLnTx/>
                <a:uFillTx/>
                <a:latin typeface="Calibri"/>
                <a:cs typeface="Calibri"/>
              </a:rPr>
              <a:t> in </a:t>
            </a:r>
            <a:r>
              <a:rPr lang="en-GB" sz="1050">
                <a:solidFill>
                  <a:srgbClr val="000000"/>
                </a:solidFill>
                <a:latin typeface="Calibri"/>
                <a:cs typeface="Calibri"/>
              </a:rPr>
              <a:t>CLM</a:t>
            </a:r>
            <a:r>
              <a:rPr kumimoji="0" lang="en-GB" sz="1050" b="0" i="0" u="none" strike="noStrike" kern="1200" cap="none" spc="0" normalizeH="0" baseline="0" noProof="0">
                <a:ln>
                  <a:noFill/>
                </a:ln>
                <a:solidFill>
                  <a:srgbClr val="000000"/>
                </a:solidFill>
                <a:effectLst/>
                <a:uLnTx/>
                <a:uFillTx/>
                <a:latin typeface="Calibri"/>
                <a:cs typeface="Calibri"/>
              </a:rPr>
              <a:t> as “</a:t>
            </a:r>
            <a:r>
              <a:rPr kumimoji="0" lang="en-GB" sz="1050" b="1" i="0" u="none" strike="noStrike" kern="1200" cap="none" spc="0" normalizeH="0" baseline="0" noProof="0">
                <a:ln>
                  <a:noFill/>
                </a:ln>
                <a:solidFill>
                  <a:srgbClr val="000000"/>
                </a:solidFill>
                <a:effectLst/>
                <a:uLnTx/>
                <a:uFillTx/>
                <a:latin typeface="Calibri"/>
                <a:cs typeface="Calibri"/>
              </a:rPr>
              <a:t>Capitalized” or “Exempt”</a:t>
            </a:r>
            <a:r>
              <a:rPr kumimoji="0" lang="en-GB" sz="1050" b="0" i="0" u="none" strike="noStrike" kern="1200" cap="none" spc="0" normalizeH="0" baseline="0" noProof="0">
                <a:ln>
                  <a:noFill/>
                </a:ln>
                <a:solidFill>
                  <a:srgbClr val="000000"/>
                </a:solidFill>
                <a:effectLst/>
                <a:uLnTx/>
                <a:uFillTx/>
                <a:latin typeface="Calibri"/>
                <a:cs typeface="Calibri"/>
              </a:rPr>
              <a:t> (Low value / Short Term).</a:t>
            </a:r>
            <a:endParaRPr lang="en-GB" sz="1050" b="0" i="0" u="none" strike="noStrike" kern="1200" cap="none" spc="0" normalizeH="0" baseline="0" noProof="0">
              <a:ln>
                <a:noFill/>
              </a:ln>
              <a:solidFill>
                <a:srgbClr val="000000"/>
              </a:solidFill>
              <a:effectLst/>
              <a:uLnTx/>
              <a:uFillTx/>
              <a:latin typeface="Calibri"/>
              <a:cs typeface="Calibri"/>
            </a:endParaRPr>
          </a:p>
          <a:p>
            <a:pPr marL="143510" indent="-143510">
              <a:buFont typeface="+mj-lt"/>
              <a:buAutoNum type="arabicParenR"/>
              <a:defRPr/>
            </a:pPr>
            <a:r>
              <a:rPr kumimoji="0" lang="en-GB" sz="1050" b="0" i="0" u="none" strike="noStrike" kern="1200" cap="none" spc="0" normalizeH="0" baseline="0" noProof="0">
                <a:ln>
                  <a:noFill/>
                </a:ln>
                <a:solidFill>
                  <a:srgbClr val="000000"/>
                </a:solidFill>
                <a:effectLst/>
                <a:uLnTx/>
                <a:uFillTx/>
                <a:latin typeface="Calibri"/>
                <a:cs typeface="Calibri"/>
              </a:rPr>
              <a:t>Contract is then </a:t>
            </a:r>
            <a:r>
              <a:rPr kumimoji="0" lang="en-GB" sz="1050" b="1" i="0" u="none" strike="noStrike" kern="1200" cap="none" spc="0" normalizeH="0" baseline="0" noProof="0">
                <a:ln>
                  <a:noFill/>
                </a:ln>
                <a:solidFill>
                  <a:srgbClr val="000000"/>
                </a:solidFill>
                <a:effectLst/>
                <a:uLnTx/>
                <a:uFillTx/>
                <a:latin typeface="Calibri"/>
                <a:cs typeface="Calibri"/>
              </a:rPr>
              <a:t>activated in</a:t>
            </a:r>
            <a:r>
              <a:rPr lang="en-GB" sz="1050" b="1">
                <a:solidFill>
                  <a:srgbClr val="000000"/>
                </a:solidFill>
                <a:latin typeface="Calibri"/>
                <a:cs typeface="Calibri"/>
              </a:rPr>
              <a:t>  CLM</a:t>
            </a:r>
            <a:r>
              <a:rPr kumimoji="0" lang="en-GB" sz="1050" b="1" i="0" u="none" strike="noStrike" kern="1200" cap="none" spc="0" normalizeH="0" baseline="0" noProof="0">
                <a:ln>
                  <a:noFill/>
                </a:ln>
                <a:solidFill>
                  <a:srgbClr val="000000"/>
                </a:solidFill>
                <a:effectLst/>
                <a:uLnTx/>
                <a:uFillTx/>
                <a:latin typeface="Calibri"/>
                <a:cs typeface="Calibri"/>
              </a:rPr>
              <a:t> by LAT.</a:t>
            </a:r>
            <a:endParaRPr lang="en-GB" sz="1050" b="0" i="0" u="none" strike="noStrike" kern="1200" cap="none" spc="0" normalizeH="0" baseline="0" noProof="0">
              <a:ln>
                <a:noFill/>
              </a:ln>
              <a:solidFill>
                <a:srgbClr val="000000"/>
              </a:solidFill>
              <a:effectLst/>
              <a:uLnTx/>
              <a:uFillTx/>
              <a:latin typeface="Calibri"/>
              <a:cs typeface="Calibri"/>
            </a:endParaRPr>
          </a:p>
        </p:txBody>
      </p:sp>
      <p:sp>
        <p:nvSpPr>
          <p:cNvPr id="12" name="Freeform: Shape 11">
            <a:extLst>
              <a:ext uri="{FF2B5EF4-FFF2-40B4-BE49-F238E27FC236}">
                <a16:creationId xmlns:a16="http://schemas.microsoft.com/office/drawing/2014/main" id="{9955BB60-2D47-4597-A477-B0D96A4E243E}"/>
              </a:ext>
            </a:extLst>
          </p:cNvPr>
          <p:cNvSpPr/>
          <p:nvPr/>
        </p:nvSpPr>
        <p:spPr>
          <a:xfrm>
            <a:off x="2483561" y="1258438"/>
            <a:ext cx="1733787" cy="376177"/>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tx2">
              <a:lumMod val="75000"/>
              <a:lumOff val="25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a:cs typeface="Calibri"/>
              </a:rPr>
              <a:t>2. Review &amp; </a:t>
            </a:r>
            <a:r>
              <a:rPr lang="en-GB" sz="1200" b="1">
                <a:solidFill>
                  <a:srgbClr val="FFFFFF"/>
                </a:solidFill>
                <a:latin typeface="Calibri"/>
                <a:cs typeface="Calibri"/>
              </a:rPr>
              <a:t>CLM</a:t>
            </a:r>
            <a:r>
              <a:rPr kumimoji="0" lang="en-GB" sz="1200" b="1" i="0" u="none" strike="noStrike" kern="1200" cap="none" spc="0" normalizeH="0" baseline="0" noProof="0">
                <a:ln>
                  <a:noFill/>
                </a:ln>
                <a:solidFill>
                  <a:srgbClr val="FFFFFF"/>
                </a:solidFill>
                <a:effectLst/>
                <a:uLnTx/>
                <a:uFillTx/>
                <a:latin typeface="Calibri"/>
                <a:cs typeface="Calibri"/>
              </a:rPr>
              <a:t> Data Entry</a:t>
            </a:r>
          </a:p>
        </p:txBody>
      </p:sp>
      <p:graphicFrame>
        <p:nvGraphicFramePr>
          <p:cNvPr id="14" name="Table 13">
            <a:extLst>
              <a:ext uri="{FF2B5EF4-FFF2-40B4-BE49-F238E27FC236}">
                <a16:creationId xmlns:a16="http://schemas.microsoft.com/office/drawing/2014/main" id="{51796AFB-2D7A-4C27-AE7E-E95FBBF06529}"/>
              </a:ext>
            </a:extLst>
          </p:cNvPr>
          <p:cNvGraphicFramePr>
            <a:graphicFrameLocks noGrp="1"/>
          </p:cNvGraphicFramePr>
          <p:nvPr/>
        </p:nvGraphicFramePr>
        <p:xfrm>
          <a:off x="9921858" y="1736099"/>
          <a:ext cx="1981470" cy="476561"/>
        </p:xfrm>
        <a:graphic>
          <a:graphicData uri="http://schemas.openxmlformats.org/drawingml/2006/table">
            <a:tbl>
              <a:tblPr firstCol="1" bandRow="1">
                <a:tableStyleId>{5C22544A-7EE6-4342-B048-85BDC9FD1C3A}</a:tableStyleId>
              </a:tblPr>
              <a:tblGrid>
                <a:gridCol w="1205377">
                  <a:extLst>
                    <a:ext uri="{9D8B030D-6E8A-4147-A177-3AD203B41FA5}">
                      <a16:colId xmlns:a16="http://schemas.microsoft.com/office/drawing/2014/main" val="2214447594"/>
                    </a:ext>
                  </a:extLst>
                </a:gridCol>
                <a:gridCol w="776093">
                  <a:extLst>
                    <a:ext uri="{9D8B030D-6E8A-4147-A177-3AD203B41FA5}">
                      <a16:colId xmlns:a16="http://schemas.microsoft.com/office/drawing/2014/main" val="2451903993"/>
                    </a:ext>
                  </a:extLst>
                </a:gridCol>
              </a:tblGrid>
              <a:tr h="196140">
                <a:tc>
                  <a:txBody>
                    <a:bodyPr/>
                    <a:lstStyle/>
                    <a:p>
                      <a:pPr algn="l"/>
                      <a:r>
                        <a:rPr lang="en-GB" sz="1000"/>
                        <a:t>Responsibility: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T w="12700" cap="flat" cmpd="sng" algn="ctr">
                      <a:solidFill>
                        <a:schemeClr val="accent1">
                          <a:lumMod val="60000"/>
                          <a:lumOff val="40000"/>
                        </a:schemeClr>
                      </a:solidFill>
                      <a:prstDash val="solid"/>
                      <a:round/>
                      <a:headEnd type="none" w="med" len="med"/>
                      <a:tailEnd type="none" w="med" len="med"/>
                    </a:lnT>
                  </a:tcPr>
                </a:tc>
                <a:tc>
                  <a:txBody>
                    <a:bodyPr/>
                    <a:lstStyle/>
                    <a:p>
                      <a:pPr algn="l"/>
                      <a:r>
                        <a:rPr lang="en-GB" sz="1000" b="1" strike="noStrike">
                          <a:solidFill>
                            <a:schemeClr val="tx1"/>
                          </a:solidFill>
                        </a:rPr>
                        <a:t>GBS LAT</a:t>
                      </a:r>
                      <a:r>
                        <a:rPr lang="en-GB" sz="1000" b="1" i="1" strike="noStrike" kern="1200" baseline="30000">
                          <a:solidFill>
                            <a:srgbClr val="FF0000"/>
                          </a:solidFill>
                          <a:latin typeface="+mn-lt"/>
                          <a:ea typeface="+mn-ea"/>
                          <a:cs typeface="+mn-cs"/>
                        </a:rPr>
                        <a:t>1)</a:t>
                      </a:r>
                      <a:endParaRPr lang="en-GB" sz="1000" b="1" strike="noStrike">
                        <a:solidFill>
                          <a:srgbClr val="FF0000"/>
                        </a:solidFill>
                      </a:endParaRPr>
                    </a:p>
                  </a:txBody>
                  <a:tcPr marL="36000" marR="36000" marT="36000" marB="36000">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2831204838"/>
                  </a:ext>
                </a:extLst>
              </a:tr>
              <a:tr h="252161">
                <a:tc>
                  <a:txBody>
                    <a:bodyPr/>
                    <a:lstStyle/>
                    <a:p>
                      <a:r>
                        <a:rPr lang="en-GB" sz="1000" b="1"/>
                        <a:t>System: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B w="12700" cap="flat" cmpd="sng" algn="ctr">
                      <a:solidFill>
                        <a:schemeClr val="accent1">
                          <a:lumMod val="60000"/>
                          <a:lumOff val="40000"/>
                        </a:schemeClr>
                      </a:solidFill>
                      <a:prstDash val="solid"/>
                      <a:round/>
                      <a:headEnd type="none" w="med" len="med"/>
                      <a:tailEnd type="none" w="med" len="med"/>
                    </a:lnB>
                    <a:solidFill>
                      <a:schemeClr val="bg1">
                        <a:lumMod val="75000"/>
                      </a:schemeClr>
                    </a:solidFill>
                  </a:tcPr>
                </a:tc>
                <a:tc>
                  <a:txBody>
                    <a:bodyPr/>
                    <a:lstStyle/>
                    <a:p>
                      <a:pPr algn="l"/>
                      <a:r>
                        <a:rPr lang="en-GB" sz="1000" b="1"/>
                        <a:t>SAP</a:t>
                      </a:r>
                    </a:p>
                  </a:txBody>
                  <a:tcPr marL="36000" marR="36000" marT="36000" marB="36000">
                    <a:lnR w="12700" cap="flat" cmpd="sng" algn="ctr">
                      <a:solidFill>
                        <a:schemeClr val="accent1">
                          <a:lumMod val="60000"/>
                          <a:lumOff val="40000"/>
                        </a:schemeClr>
                      </a:solidFill>
                      <a:prstDash val="solid"/>
                      <a:round/>
                      <a:headEnd type="none" w="med" len="med"/>
                      <a:tailEnd type="none" w="med" len="med"/>
                    </a:lnR>
                    <a:lnB w="12700" cap="flat" cmpd="sng" algn="ctr">
                      <a:solidFill>
                        <a:schemeClr val="accent1">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803255"/>
                  </a:ext>
                </a:extLst>
              </a:tr>
            </a:tbl>
          </a:graphicData>
        </a:graphic>
      </p:graphicFrame>
      <p:sp>
        <p:nvSpPr>
          <p:cNvPr id="15" name="TextBox 14">
            <a:extLst>
              <a:ext uri="{FF2B5EF4-FFF2-40B4-BE49-F238E27FC236}">
                <a16:creationId xmlns:a16="http://schemas.microsoft.com/office/drawing/2014/main" id="{0BBC9B27-3D6A-4602-9B83-5112E70EB25E}"/>
              </a:ext>
            </a:extLst>
          </p:cNvPr>
          <p:cNvSpPr txBox="1"/>
          <p:nvPr/>
        </p:nvSpPr>
        <p:spPr>
          <a:xfrm>
            <a:off x="9700197" y="2248161"/>
            <a:ext cx="2350769" cy="2406108"/>
          </a:xfrm>
          <a:prstGeom prst="rect">
            <a:avLst/>
          </a:prstGeom>
          <a:noFill/>
        </p:spPr>
        <p:txBody>
          <a:bodyPr wrap="square" lIns="0" tIns="0" rIns="0" bIns="0" rtlCol="0" anchor="t">
            <a:noAutofit/>
          </a:bodyPr>
          <a:lstStyle/>
          <a:p>
            <a:pPr marL="143510" marR="0" lvl="0" indent="-143510" algn="l" defTabSz="914400" rtl="0" eaLnBrk="1" fontAlgn="auto" latinLnBrk="0" hangingPunct="1">
              <a:lnSpc>
                <a:spcPct val="100000"/>
              </a:lnSpc>
              <a:spcBef>
                <a:spcPts val="0"/>
              </a:spcBef>
              <a:spcAft>
                <a:spcPts val="0"/>
              </a:spcAft>
              <a:buClrTx/>
              <a:buSzTx/>
              <a:buFont typeface="+mj-lt"/>
              <a:buAutoNum type="arabicParenR"/>
              <a:tabLst/>
              <a:defRPr/>
            </a:pP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Invoices</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are first posted as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ledger through</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to account 243032 based on PO account assignment. For ledgers where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IFRS 16 or Accrual approach</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is followed, the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invoice</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(incl. non-recoverable VAT)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is automatically reposted to account 243031</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using GR/IR Offset framework.</a:t>
            </a:r>
            <a:endParaRPr lang="ru-RU">
              <a:ea typeface="+mn-ea"/>
            </a:endParaRPr>
          </a:p>
          <a:p>
            <a:pPr marL="143510" marR="0" lvl="0" indent="-143510" algn="l" defTabSz="914400" rtl="0" eaLnBrk="1" fontAlgn="auto" latinLnBrk="0" hangingPunct="1">
              <a:lnSpc>
                <a:spcPct val="100000"/>
              </a:lnSpc>
              <a:spcBef>
                <a:spcPts val="0"/>
              </a:spcBef>
              <a:spcAft>
                <a:spcPts val="0"/>
              </a:spcAft>
              <a:buClrTx/>
              <a:buSzTx/>
              <a:buFont typeface="+mj-lt"/>
              <a:buAutoNum type="arabicParenR"/>
              <a:tabLst/>
              <a:defRPr/>
            </a:pPr>
            <a:r>
              <a:rPr kumimoji="0" lang="en-GB" sz="1050" b="0" i="0" u="none" strike="noStrike" kern="1200" cap="none" spc="0" normalizeH="0" baseline="0" noProof="0">
                <a:ln>
                  <a:noFill/>
                </a:ln>
                <a:solidFill>
                  <a:srgbClr val="000000"/>
                </a:solidFill>
                <a:effectLst/>
                <a:uLnTx/>
                <a:uFillTx/>
                <a:latin typeface="Calibri"/>
                <a:cs typeface="Calibri"/>
              </a:rPr>
              <a:t>In account </a:t>
            </a:r>
            <a:r>
              <a:rPr kumimoji="0" lang="en-GB" sz="1050" b="1" i="0" u="none" strike="noStrike" kern="1200" cap="none" spc="0" normalizeH="0" baseline="0" noProof="0">
                <a:ln>
                  <a:noFill/>
                </a:ln>
                <a:solidFill>
                  <a:srgbClr val="000000"/>
                </a:solidFill>
                <a:effectLst/>
                <a:uLnTx/>
                <a:uFillTx/>
                <a:latin typeface="Calibri"/>
                <a:cs typeface="Calibri"/>
              </a:rPr>
              <a:t>243031, LAT reconciles / clears</a:t>
            </a:r>
            <a:r>
              <a:rPr kumimoji="0" lang="en-GB" sz="1050" b="0" i="0" u="none" strike="noStrike" kern="1200" cap="none" spc="0" normalizeH="0" baseline="0" noProof="0">
                <a:ln>
                  <a:noFill/>
                </a:ln>
                <a:solidFill>
                  <a:srgbClr val="000000"/>
                </a:solidFill>
                <a:effectLst/>
                <a:uLnTx/>
                <a:uFillTx/>
                <a:latin typeface="Calibri"/>
                <a:cs typeface="Calibri"/>
              </a:rPr>
              <a:t> invoice received with expected payment amount posted by </a:t>
            </a:r>
            <a:r>
              <a:rPr lang="en-GB" sz="1050" b="1">
                <a:solidFill>
                  <a:srgbClr val="000000"/>
                </a:solidFill>
                <a:latin typeface="Calibri"/>
                <a:cs typeface="Calibri"/>
              </a:rPr>
              <a:t>CLM</a:t>
            </a:r>
            <a:r>
              <a:rPr kumimoji="0" lang="en-GB" sz="1050" b="0" i="0" u="none" strike="noStrike" kern="1200" cap="none" spc="0" normalizeH="0" baseline="0" noProof="0">
                <a:ln>
                  <a:noFill/>
                </a:ln>
                <a:solidFill>
                  <a:srgbClr val="000000"/>
                </a:solidFill>
                <a:effectLst/>
                <a:uLnTx/>
                <a:uFillTx/>
                <a:latin typeface="Calibri"/>
                <a:cs typeface="Calibri"/>
              </a:rPr>
              <a:t>. In case of </a:t>
            </a:r>
            <a:r>
              <a:rPr kumimoji="0" lang="en-GB" sz="1050" b="1" i="0" u="none" strike="noStrike" kern="1200" cap="none" spc="0" normalizeH="0" baseline="0" noProof="0">
                <a:ln>
                  <a:noFill/>
                </a:ln>
                <a:solidFill>
                  <a:srgbClr val="000000"/>
                </a:solidFill>
                <a:effectLst/>
                <a:uLnTx/>
                <a:uFillTx/>
                <a:latin typeface="Calibri"/>
                <a:cs typeface="Calibri"/>
              </a:rPr>
              <a:t>differences</a:t>
            </a:r>
            <a:r>
              <a:rPr kumimoji="0" lang="en-GB" sz="1050" b="0" i="0" u="none" strike="noStrike" kern="1200" cap="none" spc="0" normalizeH="0" baseline="0" noProof="0">
                <a:ln>
                  <a:noFill/>
                </a:ln>
                <a:solidFill>
                  <a:srgbClr val="000000"/>
                </a:solidFill>
                <a:effectLst/>
                <a:uLnTx/>
                <a:uFillTx/>
                <a:latin typeface="Calibri"/>
                <a:cs typeface="Calibri"/>
              </a:rPr>
              <a:t>, </a:t>
            </a:r>
            <a:r>
              <a:rPr kumimoji="0" lang="en-GB" sz="1050" b="1" i="0" u="none" strike="noStrike" kern="1200" cap="none" spc="0" normalizeH="0" baseline="0" noProof="0">
                <a:ln>
                  <a:noFill/>
                </a:ln>
                <a:solidFill>
                  <a:srgbClr val="000000"/>
                </a:solidFill>
                <a:effectLst/>
                <a:uLnTx/>
                <a:uFillTx/>
                <a:latin typeface="Calibri"/>
                <a:cs typeface="Calibri"/>
              </a:rPr>
              <a:t>follow up with Entity PPO / Entity Finance</a:t>
            </a:r>
            <a:r>
              <a:rPr kumimoji="0" lang="en-GB" sz="1050" b="0" i="0" u="none" strike="noStrike" kern="1200" cap="none" spc="0" normalizeH="0" baseline="0" noProof="0">
                <a:ln>
                  <a:noFill/>
                </a:ln>
                <a:solidFill>
                  <a:srgbClr val="000000"/>
                </a:solidFill>
                <a:effectLst/>
                <a:uLnTx/>
                <a:uFillTx/>
                <a:latin typeface="Calibri"/>
                <a:cs typeface="Calibri"/>
              </a:rPr>
              <a:t> is performed.</a:t>
            </a:r>
            <a:endParaRPr lang="en-GB" sz="1050" b="0" i="0" u="none" strike="noStrike" kern="1200" cap="none" spc="0" normalizeH="0" baseline="0" noProof="0">
              <a:ln>
                <a:noFill/>
              </a:ln>
              <a:solidFill>
                <a:srgbClr val="000000"/>
              </a:solidFill>
              <a:effectLst/>
              <a:uLnTx/>
              <a:uFillTx/>
              <a:latin typeface="Calibri"/>
              <a:cs typeface="Calibri"/>
            </a:endParaRPr>
          </a:p>
        </p:txBody>
      </p:sp>
      <p:sp>
        <p:nvSpPr>
          <p:cNvPr id="16" name="Freeform: Shape 15">
            <a:extLst>
              <a:ext uri="{FF2B5EF4-FFF2-40B4-BE49-F238E27FC236}">
                <a16:creationId xmlns:a16="http://schemas.microsoft.com/office/drawing/2014/main" id="{1BE946B4-884F-4851-A240-83B1D76803D4}"/>
              </a:ext>
            </a:extLst>
          </p:cNvPr>
          <p:cNvSpPr/>
          <p:nvPr/>
        </p:nvSpPr>
        <p:spPr>
          <a:xfrm>
            <a:off x="9921857" y="1268192"/>
            <a:ext cx="2021159" cy="476561"/>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accent3">
              <a:lumMod val="50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4. Invoice matching and follow up (only for 3a &amp; 3b)</a:t>
            </a:r>
          </a:p>
        </p:txBody>
      </p:sp>
      <p:sp>
        <p:nvSpPr>
          <p:cNvPr id="17" name="Rectangle: Rounded Corners 16">
            <a:extLst>
              <a:ext uri="{FF2B5EF4-FFF2-40B4-BE49-F238E27FC236}">
                <a16:creationId xmlns:a16="http://schemas.microsoft.com/office/drawing/2014/main" id="{6C272A09-D8DF-4F90-BAFD-36D89B7645B1}"/>
              </a:ext>
            </a:extLst>
          </p:cNvPr>
          <p:cNvSpPr/>
          <p:nvPr/>
        </p:nvSpPr>
        <p:spPr>
          <a:xfrm>
            <a:off x="4613332" y="1230093"/>
            <a:ext cx="4680000" cy="1737680"/>
          </a:xfrm>
          <a:prstGeom prst="roundRect">
            <a:avLst>
              <a:gd name="adj" fmla="val 3712"/>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8" name="Table 17">
            <a:extLst>
              <a:ext uri="{FF2B5EF4-FFF2-40B4-BE49-F238E27FC236}">
                <a16:creationId xmlns:a16="http://schemas.microsoft.com/office/drawing/2014/main" id="{ED8927DD-6C30-4623-98FF-0395868FE93B}"/>
              </a:ext>
            </a:extLst>
          </p:cNvPr>
          <p:cNvGraphicFramePr>
            <a:graphicFrameLocks noGrp="1"/>
          </p:cNvGraphicFramePr>
          <p:nvPr>
            <p:extLst>
              <p:ext uri="{D42A27DB-BD31-4B8C-83A1-F6EECF244321}">
                <p14:modId xmlns:p14="http://schemas.microsoft.com/office/powerpoint/2010/main" val="271015213"/>
              </p:ext>
            </p:extLst>
          </p:nvPr>
        </p:nvGraphicFramePr>
        <p:xfrm>
          <a:off x="4653020" y="1500047"/>
          <a:ext cx="4594743" cy="448800"/>
        </p:xfrm>
        <a:graphic>
          <a:graphicData uri="http://schemas.openxmlformats.org/drawingml/2006/table">
            <a:tbl>
              <a:tblPr firstCol="1" bandRow="1">
                <a:tableStyleId>{5C22544A-7EE6-4342-B048-85BDC9FD1C3A}</a:tableStyleId>
              </a:tblPr>
              <a:tblGrid>
                <a:gridCol w="1018863">
                  <a:extLst>
                    <a:ext uri="{9D8B030D-6E8A-4147-A177-3AD203B41FA5}">
                      <a16:colId xmlns:a16="http://schemas.microsoft.com/office/drawing/2014/main" val="2214447594"/>
                    </a:ext>
                  </a:extLst>
                </a:gridCol>
                <a:gridCol w="3575880">
                  <a:extLst>
                    <a:ext uri="{9D8B030D-6E8A-4147-A177-3AD203B41FA5}">
                      <a16:colId xmlns:a16="http://schemas.microsoft.com/office/drawing/2014/main" val="2451903993"/>
                    </a:ext>
                  </a:extLst>
                </a:gridCol>
              </a:tblGrid>
              <a:tr h="179798">
                <a:tc>
                  <a:txBody>
                    <a:bodyPr/>
                    <a:lstStyle/>
                    <a:p>
                      <a:pPr algn="l"/>
                      <a:r>
                        <a:rPr lang="en-GB" sz="1000" b="1"/>
                        <a:t>Responsibility: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T w="12700" cap="flat" cmpd="sng" algn="ctr">
                      <a:solidFill>
                        <a:schemeClr val="accent1">
                          <a:lumMod val="60000"/>
                          <a:lumOff val="40000"/>
                        </a:schemeClr>
                      </a:solidFill>
                      <a:prstDash val="solid"/>
                      <a:round/>
                      <a:headEnd type="none" w="med" len="med"/>
                      <a:tailEnd type="none" w="med" len="med"/>
                    </a:lnT>
                  </a:tcPr>
                </a:tc>
                <a:tc>
                  <a:txBody>
                    <a:bodyPr/>
                    <a:lstStyle/>
                    <a:p>
                      <a:pPr algn="l"/>
                      <a:r>
                        <a:rPr lang="en-GB" sz="1000" b="1">
                          <a:solidFill>
                            <a:schemeClr val="tx1"/>
                          </a:solidFill>
                        </a:rPr>
                        <a:t>GBS LAT</a:t>
                      </a:r>
                      <a:r>
                        <a:rPr lang="en-GB" sz="1000" b="1" i="1" kern="1200" baseline="30000">
                          <a:solidFill>
                            <a:srgbClr val="FF0000"/>
                          </a:solidFill>
                          <a:latin typeface="+mn-lt"/>
                          <a:ea typeface="+mn-ea"/>
                          <a:cs typeface="+mn-cs"/>
                        </a:rPr>
                        <a:t>1)</a:t>
                      </a:r>
                      <a:endParaRPr lang="en-GB" sz="1000" b="1">
                        <a:solidFill>
                          <a:schemeClr val="tx1"/>
                        </a:solidFill>
                      </a:endParaRPr>
                    </a:p>
                  </a:txBody>
                  <a:tcPr marL="36000" marR="36000" marT="36000" marB="36000">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2831204838"/>
                  </a:ext>
                </a:extLst>
              </a:tr>
              <a:tr h="179798">
                <a:tc>
                  <a:txBody>
                    <a:bodyPr/>
                    <a:lstStyle/>
                    <a:p>
                      <a:r>
                        <a:rPr lang="en-GB" sz="1000" b="1">
                          <a:solidFill>
                            <a:schemeClr val="bg1"/>
                          </a:solidFill>
                        </a:rPr>
                        <a:t>System: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B w="12700" cap="flat" cmpd="sng" algn="ctr">
                      <a:solidFill>
                        <a:schemeClr val="accent1">
                          <a:lumMod val="60000"/>
                          <a:lumOff val="40000"/>
                        </a:schemeClr>
                      </a:solidFill>
                      <a:prstDash val="solid"/>
                      <a:round/>
                      <a:headEnd type="none" w="med" len="med"/>
                      <a:tailEnd type="none" w="med" len="med"/>
                    </a:lnB>
                    <a:solidFill>
                      <a:schemeClr val="bg1">
                        <a:lumMod val="75000"/>
                      </a:schemeClr>
                    </a:solidFill>
                  </a:tcPr>
                </a:tc>
                <a:tc>
                  <a:txBody>
                    <a:bodyPr/>
                    <a:lstStyle/>
                    <a:p>
                      <a:pPr algn="l"/>
                      <a:r>
                        <a:rPr lang="en-GB" sz="1000" b="1"/>
                        <a:t>CLM</a:t>
                      </a:r>
                    </a:p>
                  </a:txBody>
                  <a:tcPr marL="36000" marR="36000" marT="36000" marB="36000">
                    <a:lnR w="12700" cap="flat" cmpd="sng" algn="ctr">
                      <a:solidFill>
                        <a:schemeClr val="accent1">
                          <a:lumMod val="60000"/>
                          <a:lumOff val="40000"/>
                        </a:schemeClr>
                      </a:solidFill>
                      <a:prstDash val="solid"/>
                      <a:round/>
                      <a:headEnd type="none" w="med" len="med"/>
                      <a:tailEnd type="none" w="med" len="med"/>
                    </a:lnR>
                    <a:lnB w="12700" cap="flat" cmpd="sng" algn="ctr">
                      <a:solidFill>
                        <a:schemeClr val="accent1">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803255"/>
                  </a:ext>
                </a:extLst>
              </a:tr>
            </a:tbl>
          </a:graphicData>
        </a:graphic>
      </p:graphicFrame>
      <p:sp>
        <p:nvSpPr>
          <p:cNvPr id="19" name="TextBox 18">
            <a:extLst>
              <a:ext uri="{FF2B5EF4-FFF2-40B4-BE49-F238E27FC236}">
                <a16:creationId xmlns:a16="http://schemas.microsoft.com/office/drawing/2014/main" id="{12AEB260-EE8A-4CEF-BB24-34D4D6BFB574}"/>
              </a:ext>
            </a:extLst>
          </p:cNvPr>
          <p:cNvSpPr txBox="1"/>
          <p:nvPr/>
        </p:nvSpPr>
        <p:spPr>
          <a:xfrm>
            <a:off x="4699940" y="1972142"/>
            <a:ext cx="4547824" cy="1282381"/>
          </a:xfrm>
          <a:prstGeom prst="rect">
            <a:avLst/>
          </a:prstGeom>
          <a:noFill/>
        </p:spPr>
        <p:txBody>
          <a:bodyPr wrap="square" lIns="0" tIns="0" rIns="0" bIns="0" rtlCol="0" anchor="t">
            <a:noAutofit/>
          </a:bodyPr>
          <a:lstStyle/>
          <a:p>
            <a:pPr marL="143510" indent="-143510">
              <a:lnSpc>
                <a:spcPts val="1100"/>
              </a:lnSpc>
              <a:buFont typeface="+mj-lt"/>
              <a:buAutoNum type="arabicParenR"/>
              <a:defRPr/>
            </a:pPr>
            <a:r>
              <a:rPr kumimoji="0" lang="en-GB" sz="1050" b="1" i="0" u="none" strike="noStrike" kern="1200" cap="none" spc="0" normalizeH="0" baseline="0" noProof="0">
                <a:ln>
                  <a:noFill/>
                </a:ln>
                <a:solidFill>
                  <a:srgbClr val="000000"/>
                </a:solidFill>
                <a:effectLst/>
                <a:uLnTx/>
                <a:uFillTx/>
                <a:latin typeface="Calibri"/>
                <a:cs typeface="Calibri"/>
              </a:rPr>
              <a:t>CLM calculates and posts </a:t>
            </a:r>
            <a:r>
              <a:rPr kumimoji="0" lang="en-GB" sz="1050" b="0" i="0" u="none" strike="noStrike" kern="1200" cap="none" spc="0" normalizeH="0" baseline="0" noProof="0">
                <a:ln>
                  <a:noFill/>
                </a:ln>
                <a:solidFill>
                  <a:srgbClr val="000000"/>
                </a:solidFill>
                <a:effectLst/>
                <a:uLnTx/>
                <a:uFillTx/>
                <a:latin typeface="Calibri"/>
                <a:cs typeface="Calibri"/>
              </a:rPr>
              <a:t>initial </a:t>
            </a:r>
            <a:r>
              <a:rPr kumimoji="0" lang="en-GB" sz="1050" b="1" i="0" u="none" strike="noStrike" kern="1200" cap="none" spc="0" normalizeH="0" baseline="0" noProof="0" err="1">
                <a:ln>
                  <a:noFill/>
                </a:ln>
                <a:solidFill>
                  <a:srgbClr val="000000"/>
                </a:solidFill>
                <a:effectLst/>
                <a:uLnTx/>
                <a:uFillTx/>
                <a:latin typeface="Calibri"/>
                <a:cs typeface="Calibri"/>
              </a:rPr>
              <a:t>RoU</a:t>
            </a:r>
            <a:r>
              <a:rPr kumimoji="0" lang="en-GB" sz="1050" b="0" i="0" u="none" strike="noStrike" kern="1200" cap="none" spc="0" normalizeH="0" baseline="0" noProof="0">
                <a:ln>
                  <a:noFill/>
                </a:ln>
                <a:solidFill>
                  <a:srgbClr val="000000"/>
                </a:solidFill>
                <a:effectLst/>
                <a:uLnTx/>
                <a:uFillTx/>
                <a:latin typeface="Calibri"/>
                <a:cs typeface="Calibri"/>
              </a:rPr>
              <a:t> Asset in SAP AA module </a:t>
            </a:r>
            <a:r>
              <a:rPr kumimoji="0" lang="en-GB" sz="1050" b="1" i="0" u="none" strike="noStrike" kern="1200" cap="none" spc="0" normalizeH="0" baseline="0" noProof="0">
                <a:ln>
                  <a:noFill/>
                </a:ln>
                <a:solidFill>
                  <a:srgbClr val="000000"/>
                </a:solidFill>
                <a:effectLst/>
                <a:uLnTx/>
                <a:uFillTx/>
                <a:latin typeface="Calibri"/>
                <a:cs typeface="Calibri"/>
              </a:rPr>
              <a:t>and Lease Liability</a:t>
            </a:r>
            <a:r>
              <a:rPr kumimoji="0" lang="en-GB" sz="1050" b="0" i="0" u="none" strike="noStrike" kern="1200" cap="none" spc="0" normalizeH="0" baseline="0" noProof="0">
                <a:ln>
                  <a:noFill/>
                </a:ln>
                <a:solidFill>
                  <a:srgbClr val="000000"/>
                </a:solidFill>
                <a:effectLst/>
                <a:uLnTx/>
                <a:uFillTx/>
                <a:latin typeface="Calibri"/>
                <a:cs typeface="Calibri"/>
              </a:rPr>
              <a:t> in SAP GL for “Capitalized” contracts </a:t>
            </a:r>
            <a:r>
              <a:rPr kumimoji="0" lang="en-GB" sz="1050" b="1" i="0" u="none" strike="noStrike" kern="1200" cap="none" spc="0" normalizeH="0" baseline="0" noProof="0">
                <a:ln>
                  <a:noFill/>
                </a:ln>
                <a:solidFill>
                  <a:srgbClr val="000000"/>
                </a:solidFill>
                <a:effectLst/>
                <a:uLnTx/>
                <a:uFillTx/>
                <a:latin typeface="Calibri"/>
                <a:cs typeface="Calibri"/>
              </a:rPr>
              <a:t>upon activation</a:t>
            </a:r>
            <a:r>
              <a:rPr kumimoji="0" lang="en-GB" sz="1050" b="0" i="0" u="none" strike="noStrike" kern="1200" cap="none" spc="0" normalizeH="0" baseline="0" noProof="0">
                <a:ln>
                  <a:noFill/>
                </a:ln>
                <a:solidFill>
                  <a:srgbClr val="000000"/>
                </a:solidFill>
                <a:effectLst/>
                <a:uLnTx/>
                <a:uFillTx/>
                <a:latin typeface="Calibri"/>
                <a:cs typeface="Calibri"/>
              </a:rPr>
              <a:t>.</a:t>
            </a:r>
            <a:r>
              <a:rPr lang="en-GB" sz="1050">
                <a:solidFill>
                  <a:srgbClr val="000000"/>
                </a:solidFill>
                <a:latin typeface="Calibri"/>
                <a:cs typeface="Calibri"/>
              </a:rPr>
              <a:t> </a:t>
            </a:r>
            <a:endParaRPr lang="ru-RU">
              <a:ea typeface="+mn-ea"/>
            </a:endParaRPr>
          </a:p>
          <a:p>
            <a:pPr marL="143510" marR="0" lvl="0" indent="-14351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1" i="0" u="none" strike="noStrike" kern="1200" cap="none" spc="0" normalizeH="0" baseline="0" noProof="0">
                <a:ln>
                  <a:noFill/>
                </a:ln>
                <a:solidFill>
                  <a:srgbClr val="000000"/>
                </a:solidFill>
                <a:effectLst/>
                <a:uLnTx/>
                <a:uFillTx/>
                <a:latin typeface="Calibri"/>
                <a:cs typeface="Calibri"/>
              </a:rPr>
              <a:t>Exempt</a:t>
            </a:r>
            <a:r>
              <a:rPr kumimoji="0" lang="en-GB" sz="1050" b="0" i="0" u="none" strike="noStrike" kern="1200" cap="none" spc="0" normalizeH="0" baseline="0" noProof="0">
                <a:ln>
                  <a:noFill/>
                </a:ln>
                <a:solidFill>
                  <a:srgbClr val="000000"/>
                </a:solidFill>
                <a:effectLst/>
                <a:uLnTx/>
                <a:uFillTx/>
                <a:latin typeface="Calibri"/>
                <a:cs typeface="Calibri"/>
              </a:rPr>
              <a:t> lease, </a:t>
            </a:r>
            <a:r>
              <a:rPr kumimoji="0" lang="en-GB" sz="1050" b="1" i="0" u="none" strike="noStrike" kern="1200" cap="none" spc="0" normalizeH="0" baseline="0" noProof="0">
                <a:ln>
                  <a:noFill/>
                </a:ln>
                <a:solidFill>
                  <a:srgbClr val="000000"/>
                </a:solidFill>
                <a:effectLst/>
                <a:uLnTx/>
                <a:uFillTx/>
                <a:latin typeface="Calibri"/>
                <a:cs typeface="Calibri"/>
              </a:rPr>
              <a:t>Interest accrual and Liability reduction </a:t>
            </a:r>
            <a:r>
              <a:rPr kumimoji="0" lang="en-GB" sz="1050" b="0" i="0" u="none" strike="noStrike" kern="1200" cap="none" spc="0" normalizeH="0" baseline="0" noProof="0">
                <a:ln>
                  <a:noFill/>
                </a:ln>
                <a:solidFill>
                  <a:srgbClr val="000000"/>
                </a:solidFill>
                <a:effectLst/>
                <a:uLnTx/>
                <a:uFillTx/>
                <a:latin typeface="Calibri"/>
                <a:cs typeface="Calibri"/>
              </a:rPr>
              <a:t>postings are </a:t>
            </a:r>
            <a:r>
              <a:rPr kumimoji="0" lang="en-GB" sz="1050" b="1" i="0" u="none" strike="noStrike" kern="1200" cap="none" spc="0" normalizeH="0" baseline="0" noProof="0">
                <a:ln>
                  <a:noFill/>
                </a:ln>
                <a:solidFill>
                  <a:srgbClr val="000000"/>
                </a:solidFill>
                <a:effectLst/>
                <a:uLnTx/>
                <a:uFillTx/>
                <a:latin typeface="Calibri"/>
                <a:cs typeface="Calibri"/>
              </a:rPr>
              <a:t>calculated by </a:t>
            </a:r>
            <a:r>
              <a:rPr lang="en-GB" sz="1050" b="1">
                <a:solidFill>
                  <a:srgbClr val="000000"/>
                </a:solidFill>
                <a:latin typeface="Calibri"/>
                <a:cs typeface="Calibri"/>
              </a:rPr>
              <a:t>CLM</a:t>
            </a:r>
            <a:r>
              <a:rPr kumimoji="0" lang="en-GB" sz="1050" b="1" i="0" u="none" strike="noStrike" kern="1200" cap="none" spc="0" normalizeH="0" baseline="0" noProof="0">
                <a:ln>
                  <a:noFill/>
                </a:ln>
                <a:solidFill>
                  <a:srgbClr val="000000"/>
                </a:solidFill>
                <a:effectLst/>
                <a:uLnTx/>
                <a:uFillTx/>
                <a:latin typeface="Calibri"/>
                <a:cs typeface="Calibri"/>
              </a:rPr>
              <a:t> and posted by LAT </a:t>
            </a:r>
            <a:r>
              <a:rPr kumimoji="0" lang="en-GB" sz="1050" b="0" i="0" u="none" strike="noStrike" kern="1200" cap="none" spc="0" normalizeH="0" baseline="0" noProof="0">
                <a:ln>
                  <a:noFill/>
                </a:ln>
                <a:solidFill>
                  <a:srgbClr val="000000"/>
                </a:solidFill>
                <a:effectLst/>
                <a:uLnTx/>
                <a:uFillTx/>
                <a:latin typeface="Calibri"/>
                <a:cs typeface="Calibri"/>
              </a:rPr>
              <a:t>in SAP GL </a:t>
            </a:r>
            <a:r>
              <a:rPr kumimoji="0" lang="en-GB" sz="1050" b="1" i="0" u="none" strike="noStrike" kern="1200" cap="none" spc="0" normalizeH="0" baseline="0" noProof="0">
                <a:ln>
                  <a:noFill/>
                </a:ln>
                <a:solidFill>
                  <a:srgbClr val="000000"/>
                </a:solidFill>
                <a:effectLst/>
                <a:uLnTx/>
                <a:uFillTx/>
                <a:latin typeface="Calibri"/>
                <a:cs typeface="Calibri"/>
              </a:rPr>
              <a:t>at month end</a:t>
            </a:r>
            <a:r>
              <a:rPr kumimoji="0" lang="en-GB" sz="1050" b="0" i="0" u="none" strike="noStrike" kern="1200" cap="none" spc="0" normalizeH="0" baseline="0" noProof="0">
                <a:ln>
                  <a:noFill/>
                </a:ln>
                <a:solidFill>
                  <a:srgbClr val="000000"/>
                </a:solidFill>
                <a:effectLst/>
                <a:uLnTx/>
                <a:uFillTx/>
                <a:latin typeface="Calibri"/>
                <a:cs typeface="Calibri"/>
              </a:rPr>
              <a:t>. RoU Asset </a:t>
            </a:r>
            <a:r>
              <a:rPr kumimoji="0" lang="en-GB" sz="1050" b="1" i="0" u="none" strike="noStrike" kern="1200" cap="none" spc="0" normalizeH="0" baseline="0" noProof="0">
                <a:ln>
                  <a:noFill/>
                </a:ln>
                <a:solidFill>
                  <a:srgbClr val="000000"/>
                </a:solidFill>
                <a:effectLst/>
                <a:uLnTx/>
                <a:uFillTx/>
                <a:latin typeface="Calibri"/>
                <a:cs typeface="Calibri"/>
              </a:rPr>
              <a:t>depreciation</a:t>
            </a:r>
            <a:r>
              <a:rPr kumimoji="0" lang="en-GB" sz="1050" b="0" i="0" u="none" strike="noStrike" kern="1200" cap="none" spc="0" normalizeH="0" baseline="0" noProof="0">
                <a:ln>
                  <a:noFill/>
                </a:ln>
                <a:solidFill>
                  <a:srgbClr val="000000"/>
                </a:solidFill>
                <a:effectLst/>
                <a:uLnTx/>
                <a:uFillTx/>
                <a:latin typeface="Calibri"/>
                <a:cs typeface="Calibri"/>
              </a:rPr>
              <a:t> posting is performed </a:t>
            </a:r>
            <a:r>
              <a:rPr kumimoji="0" lang="en-GB" sz="1050" b="1" i="0" u="none" strike="noStrike" kern="1200" cap="none" spc="0" normalizeH="0" baseline="0" noProof="0">
                <a:ln>
                  <a:noFill/>
                </a:ln>
                <a:solidFill>
                  <a:srgbClr val="000000"/>
                </a:solidFill>
                <a:effectLst/>
                <a:uLnTx/>
                <a:uFillTx/>
                <a:latin typeface="Calibri"/>
                <a:cs typeface="Calibri"/>
              </a:rPr>
              <a:t>during standard </a:t>
            </a:r>
            <a:r>
              <a:rPr kumimoji="0" lang="en-GB" sz="1050" b="0" i="0" u="none" strike="noStrike" kern="1200" cap="none" spc="0" normalizeH="0" baseline="0" noProof="0">
                <a:ln>
                  <a:noFill/>
                </a:ln>
                <a:solidFill>
                  <a:srgbClr val="000000"/>
                </a:solidFill>
                <a:effectLst/>
                <a:uLnTx/>
                <a:uFillTx/>
                <a:latin typeface="Calibri"/>
                <a:cs typeface="Calibri"/>
              </a:rPr>
              <a:t>SAP AA </a:t>
            </a:r>
            <a:r>
              <a:rPr kumimoji="0" lang="en-GB" sz="1050" b="1" i="0" u="none" strike="noStrike" kern="1200" cap="none" spc="0" normalizeH="0" baseline="0" noProof="0">
                <a:ln>
                  <a:noFill/>
                </a:ln>
                <a:solidFill>
                  <a:srgbClr val="000000"/>
                </a:solidFill>
                <a:effectLst/>
                <a:uLnTx/>
                <a:uFillTx/>
                <a:latin typeface="Calibri"/>
                <a:cs typeface="Calibri"/>
              </a:rPr>
              <a:t>depreciation run.</a:t>
            </a:r>
            <a:endParaRPr lang="en-GB" sz="1050" b="1" i="0" u="none" strike="noStrike" kern="1200" cap="none" spc="0" normalizeH="0" baseline="0" noProof="0">
              <a:ln>
                <a:noFill/>
              </a:ln>
              <a:solidFill>
                <a:srgbClr val="000000"/>
              </a:solidFill>
              <a:effectLst/>
              <a:uLnTx/>
              <a:uFillTx/>
              <a:latin typeface="Calibri"/>
              <a:cs typeface="Calibri"/>
            </a:endParaRPr>
          </a:p>
          <a:p>
            <a:pPr marL="143510" marR="0" lvl="0" indent="-14351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Postings made to relevant ledger/ledger group  (IFRS and/or STAT and/or TAX) based on Entity Accounting Approach table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where IFRS 16 approach is followed.</a:t>
            </a:r>
            <a:endParaRPr lang="en-GB" sz="1050" b="1" i="0"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endParaRPr>
          </a:p>
        </p:txBody>
      </p:sp>
      <p:sp>
        <p:nvSpPr>
          <p:cNvPr id="20" name="Freeform: Shape 19">
            <a:extLst>
              <a:ext uri="{FF2B5EF4-FFF2-40B4-BE49-F238E27FC236}">
                <a16:creationId xmlns:a16="http://schemas.microsoft.com/office/drawing/2014/main" id="{0CCFA5FF-71D7-41C2-BF88-D0B51452F875}"/>
              </a:ext>
            </a:extLst>
          </p:cNvPr>
          <p:cNvSpPr/>
          <p:nvPr/>
        </p:nvSpPr>
        <p:spPr>
          <a:xfrm>
            <a:off x="4653019" y="1268193"/>
            <a:ext cx="4594743" cy="211776"/>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tx1">
              <a:lumMod val="65000"/>
              <a:lumOff val="35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3a. Postings (IFRS 16 Approach) </a:t>
            </a:r>
          </a:p>
        </p:txBody>
      </p:sp>
      <p:sp>
        <p:nvSpPr>
          <p:cNvPr id="21" name="Rectangle: Rounded Corners 20">
            <a:extLst>
              <a:ext uri="{FF2B5EF4-FFF2-40B4-BE49-F238E27FC236}">
                <a16:creationId xmlns:a16="http://schemas.microsoft.com/office/drawing/2014/main" id="{F6943E66-34E3-4725-A8DA-15648ACC2586}"/>
              </a:ext>
            </a:extLst>
          </p:cNvPr>
          <p:cNvSpPr/>
          <p:nvPr/>
        </p:nvSpPr>
        <p:spPr>
          <a:xfrm>
            <a:off x="4613332" y="3001742"/>
            <a:ext cx="4680000" cy="1894897"/>
          </a:xfrm>
          <a:prstGeom prst="roundRect">
            <a:avLst>
              <a:gd name="adj" fmla="val 3712"/>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22" name="Table 21">
            <a:extLst>
              <a:ext uri="{FF2B5EF4-FFF2-40B4-BE49-F238E27FC236}">
                <a16:creationId xmlns:a16="http://schemas.microsoft.com/office/drawing/2014/main" id="{250AA26A-BD5C-4EFD-8DBB-0F07F84DC20A}"/>
              </a:ext>
            </a:extLst>
          </p:cNvPr>
          <p:cNvGraphicFramePr>
            <a:graphicFrameLocks noGrp="1"/>
          </p:cNvGraphicFramePr>
          <p:nvPr>
            <p:extLst>
              <p:ext uri="{D42A27DB-BD31-4B8C-83A1-F6EECF244321}">
                <p14:modId xmlns:p14="http://schemas.microsoft.com/office/powerpoint/2010/main" val="1243014300"/>
              </p:ext>
            </p:extLst>
          </p:nvPr>
        </p:nvGraphicFramePr>
        <p:xfrm>
          <a:off x="4653020" y="3271697"/>
          <a:ext cx="4594743" cy="448800"/>
        </p:xfrm>
        <a:graphic>
          <a:graphicData uri="http://schemas.openxmlformats.org/drawingml/2006/table">
            <a:tbl>
              <a:tblPr firstCol="1" bandRow="1">
                <a:tableStyleId>{5C22544A-7EE6-4342-B048-85BDC9FD1C3A}</a:tableStyleId>
              </a:tblPr>
              <a:tblGrid>
                <a:gridCol w="1009338">
                  <a:extLst>
                    <a:ext uri="{9D8B030D-6E8A-4147-A177-3AD203B41FA5}">
                      <a16:colId xmlns:a16="http://schemas.microsoft.com/office/drawing/2014/main" val="2214447594"/>
                    </a:ext>
                  </a:extLst>
                </a:gridCol>
                <a:gridCol w="3585405">
                  <a:extLst>
                    <a:ext uri="{9D8B030D-6E8A-4147-A177-3AD203B41FA5}">
                      <a16:colId xmlns:a16="http://schemas.microsoft.com/office/drawing/2014/main" val="2451903993"/>
                    </a:ext>
                  </a:extLst>
                </a:gridCol>
              </a:tblGrid>
              <a:tr h="213073">
                <a:tc>
                  <a:txBody>
                    <a:bodyPr/>
                    <a:lstStyle/>
                    <a:p>
                      <a:pPr algn="l"/>
                      <a:r>
                        <a:rPr lang="en-GB" sz="1000" b="1"/>
                        <a:t>Responsibility: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T w="12700" cap="flat" cmpd="sng" algn="ctr">
                      <a:solidFill>
                        <a:schemeClr val="accent1">
                          <a:lumMod val="60000"/>
                          <a:lumOff val="40000"/>
                        </a:schemeClr>
                      </a:solidFill>
                      <a:prstDash val="solid"/>
                      <a:round/>
                      <a:headEnd type="none" w="med" len="med"/>
                      <a:tailEnd type="none" w="med" len="med"/>
                    </a:lnT>
                  </a:tcPr>
                </a:tc>
                <a:tc>
                  <a:txBody>
                    <a:bodyPr/>
                    <a:lstStyle/>
                    <a:p>
                      <a:pPr algn="l"/>
                      <a:r>
                        <a:rPr lang="en-GB" sz="1000" b="1">
                          <a:solidFill>
                            <a:schemeClr val="tx1"/>
                          </a:solidFill>
                        </a:rPr>
                        <a:t>GBS LAT</a:t>
                      </a:r>
                      <a:r>
                        <a:rPr lang="en-GB" sz="1000" b="1" i="1" kern="1200" baseline="30000">
                          <a:solidFill>
                            <a:srgbClr val="FF0000"/>
                          </a:solidFill>
                          <a:latin typeface="+mn-lt"/>
                          <a:ea typeface="+mn-ea"/>
                          <a:cs typeface="+mn-cs"/>
                        </a:rPr>
                        <a:t>1)</a:t>
                      </a:r>
                      <a:endParaRPr lang="en-GB" sz="1000" b="1">
                        <a:solidFill>
                          <a:schemeClr val="tx1"/>
                        </a:solidFill>
                      </a:endParaRPr>
                    </a:p>
                  </a:txBody>
                  <a:tcPr marL="36000" marR="36000" marT="36000" marB="36000">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2831204838"/>
                  </a:ext>
                </a:extLst>
              </a:tr>
              <a:tr h="213073">
                <a:tc>
                  <a:txBody>
                    <a:bodyPr/>
                    <a:lstStyle/>
                    <a:p>
                      <a:r>
                        <a:rPr lang="en-GB" sz="1000" b="1"/>
                        <a:t>System: </a:t>
                      </a:r>
                    </a:p>
                  </a:txBody>
                  <a:tcPr marL="36000" marR="36000" marT="36000" marB="36000">
                    <a:lnL w="12700" cap="flat" cmpd="sng" algn="ctr">
                      <a:solidFill>
                        <a:schemeClr val="accent1">
                          <a:lumMod val="60000"/>
                          <a:lumOff val="40000"/>
                        </a:schemeClr>
                      </a:solidFill>
                      <a:prstDash val="solid"/>
                      <a:round/>
                      <a:headEnd type="none" w="med" len="med"/>
                      <a:tailEnd type="none" w="med" len="med"/>
                    </a:lnL>
                    <a:lnB w="12700" cap="flat" cmpd="sng" algn="ctr">
                      <a:solidFill>
                        <a:schemeClr val="accent1">
                          <a:lumMod val="60000"/>
                          <a:lumOff val="40000"/>
                        </a:schemeClr>
                      </a:solidFill>
                      <a:prstDash val="solid"/>
                      <a:round/>
                      <a:headEnd type="none" w="med" len="med"/>
                      <a:tailEnd type="none" w="med" len="med"/>
                    </a:lnB>
                    <a:solidFill>
                      <a:schemeClr val="bg1">
                        <a:lumMod val="75000"/>
                      </a:schemeClr>
                    </a:solidFill>
                  </a:tcPr>
                </a:tc>
                <a:tc>
                  <a:txBody>
                    <a:bodyPr/>
                    <a:lstStyle/>
                    <a:p>
                      <a:pPr algn="l"/>
                      <a:r>
                        <a:rPr lang="en-GB" sz="1000" b="1"/>
                        <a:t>CLM</a:t>
                      </a:r>
                    </a:p>
                  </a:txBody>
                  <a:tcPr marL="36000" marR="36000" marT="36000" marB="36000">
                    <a:lnR w="12700" cap="flat" cmpd="sng" algn="ctr">
                      <a:solidFill>
                        <a:schemeClr val="accent1">
                          <a:lumMod val="60000"/>
                          <a:lumOff val="40000"/>
                        </a:schemeClr>
                      </a:solidFill>
                      <a:prstDash val="solid"/>
                      <a:round/>
                      <a:headEnd type="none" w="med" len="med"/>
                      <a:tailEnd type="none" w="med" len="med"/>
                    </a:lnR>
                    <a:lnB w="12700" cap="flat" cmpd="sng" algn="ctr">
                      <a:solidFill>
                        <a:schemeClr val="accent1">
                          <a:lumMod val="60000"/>
                          <a:lumOff val="4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803255"/>
                  </a:ext>
                </a:extLst>
              </a:tr>
            </a:tbl>
          </a:graphicData>
        </a:graphic>
      </p:graphicFrame>
      <p:sp>
        <p:nvSpPr>
          <p:cNvPr id="23" name="TextBox 22">
            <a:extLst>
              <a:ext uri="{FF2B5EF4-FFF2-40B4-BE49-F238E27FC236}">
                <a16:creationId xmlns:a16="http://schemas.microsoft.com/office/drawing/2014/main" id="{5EE72DF0-824E-41A0-A9E1-BAC845C8DC8F}"/>
              </a:ext>
            </a:extLst>
          </p:cNvPr>
          <p:cNvSpPr txBox="1"/>
          <p:nvPr/>
        </p:nvSpPr>
        <p:spPr>
          <a:xfrm>
            <a:off x="4657607" y="3944875"/>
            <a:ext cx="4590157" cy="1060132"/>
          </a:xfrm>
          <a:prstGeom prst="rect">
            <a:avLst/>
          </a:prstGeom>
          <a:noFill/>
        </p:spPr>
        <p:txBody>
          <a:bodyPr wrap="square" lIns="0" tIns="0" rIns="0" bIns="0" rtlCol="0" anchor="t">
            <a:noAutofit/>
          </a:bodyPr>
          <a:lstStyle/>
          <a:p>
            <a:pPr marL="143510" marR="0" lvl="0" indent="-14351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0" i="0" u="none" strike="noStrike" kern="1200" cap="none" spc="0" normalizeH="0" baseline="0" noProof="0">
                <a:ln>
                  <a:noFill/>
                </a:ln>
                <a:effectLst/>
                <a:uLnTx/>
                <a:uFillTx/>
                <a:latin typeface="Calibri"/>
                <a:cs typeface="Calibri"/>
              </a:rPr>
              <a:t>CLM postings are </a:t>
            </a:r>
            <a:r>
              <a:rPr kumimoji="0" lang="en-GB" sz="1050" b="1" i="0" u="none" strike="noStrike" kern="1200" cap="none" spc="0" normalizeH="0" baseline="0" noProof="0">
                <a:ln>
                  <a:noFill/>
                </a:ln>
                <a:effectLst/>
                <a:uLnTx/>
                <a:uFillTx/>
                <a:latin typeface="Calibri"/>
                <a:cs typeface="Calibri"/>
              </a:rPr>
              <a:t>modified by LAT to replicate accrual accounting</a:t>
            </a:r>
            <a:r>
              <a:rPr kumimoji="0" lang="en-GB" sz="1050" b="0" i="0" u="none" strike="noStrike" kern="1200" cap="none" spc="0" normalizeH="0" baseline="0" noProof="0">
                <a:ln>
                  <a:noFill/>
                </a:ln>
                <a:effectLst/>
                <a:uLnTx/>
                <a:uFillTx/>
                <a:latin typeface="Calibri"/>
                <a:cs typeface="Calibri"/>
              </a:rPr>
              <a:t> and </a:t>
            </a:r>
            <a:r>
              <a:rPr kumimoji="0" lang="en-GB" sz="1050" b="1" i="0" u="none" strike="noStrike" kern="1200" cap="none" spc="0" normalizeH="0" baseline="0" noProof="0">
                <a:ln>
                  <a:noFill/>
                </a:ln>
                <a:effectLst/>
                <a:uLnTx/>
                <a:uFillTx/>
                <a:latin typeface="Calibri"/>
                <a:cs typeface="Calibri"/>
              </a:rPr>
              <a:t>posted </a:t>
            </a:r>
            <a:r>
              <a:rPr kumimoji="0" lang="en-GB" sz="1050" b="0" i="0" u="none" strike="noStrike" kern="1200" cap="none" spc="0" normalizeH="0" baseline="0" noProof="0">
                <a:ln>
                  <a:noFill/>
                </a:ln>
                <a:effectLst/>
                <a:uLnTx/>
                <a:uFillTx/>
                <a:latin typeface="Calibri"/>
                <a:cs typeface="Calibri"/>
              </a:rPr>
              <a:t>in SAP </a:t>
            </a:r>
            <a:r>
              <a:rPr kumimoji="0" lang="en-GB" sz="1050" b="1" i="0" u="none" strike="noStrike" kern="1200" cap="none" spc="0" normalizeH="0" baseline="0" noProof="0">
                <a:ln>
                  <a:noFill/>
                </a:ln>
                <a:effectLst/>
                <a:uLnTx/>
                <a:uFillTx/>
                <a:latin typeface="Calibri"/>
                <a:cs typeface="Calibri"/>
              </a:rPr>
              <a:t>at month end</a:t>
            </a:r>
            <a:r>
              <a:rPr kumimoji="0" lang="en-GB" sz="1050" b="0" i="0" u="none" strike="noStrike" kern="1200" cap="none" spc="0" normalizeH="0" baseline="0" noProof="0">
                <a:ln>
                  <a:noFill/>
                </a:ln>
                <a:effectLst/>
                <a:uLnTx/>
                <a:uFillTx/>
                <a:latin typeface="Calibri"/>
                <a:cs typeface="Calibri"/>
              </a:rPr>
              <a:t>. No classification of contracts as Capitalized or Exempt - </a:t>
            </a:r>
            <a:r>
              <a:rPr kumimoji="0" lang="en-GB" sz="1050" b="1" i="0" u="none" strike="noStrike" kern="1200" cap="none" spc="0" normalizeH="0" baseline="0" noProof="0">
                <a:ln>
                  <a:noFill/>
                </a:ln>
                <a:effectLst/>
                <a:uLnTx/>
                <a:uFillTx/>
                <a:latin typeface="Calibri"/>
                <a:cs typeface="Calibri"/>
              </a:rPr>
              <a:t>lease charges are posted to P&amp;L lease expense </a:t>
            </a:r>
            <a:r>
              <a:rPr kumimoji="0" lang="en-GB" sz="1050" b="0" i="0" u="none" strike="noStrike" kern="1200" cap="none" spc="0" normalizeH="0" baseline="0" noProof="0">
                <a:ln>
                  <a:noFill/>
                </a:ln>
                <a:effectLst/>
                <a:uLnTx/>
                <a:uFillTx/>
                <a:latin typeface="Calibri"/>
                <a:cs typeface="Calibri"/>
              </a:rPr>
              <a:t>accounts by asset class.</a:t>
            </a:r>
            <a:endParaRPr lang="ru-RU">
              <a:latin typeface="Calibri"/>
              <a:cs typeface="Calibri"/>
            </a:endParaRPr>
          </a:p>
          <a:p>
            <a:pPr marL="143510" indent="-143510">
              <a:lnSpc>
                <a:spcPts val="1100"/>
              </a:lnSpc>
              <a:buFont typeface="+mj-lt"/>
              <a:buAutoNum type="arabicParenR"/>
              <a:defRPr/>
            </a:pPr>
            <a:r>
              <a:rPr kumimoji="0" lang="en-GB" sz="1050" b="0" i="0" u="none" strike="noStrike" kern="1200" cap="none" spc="0" normalizeH="0" baseline="0" noProof="0">
                <a:ln>
                  <a:noFill/>
                </a:ln>
                <a:effectLst/>
                <a:uLnTx/>
                <a:uFillTx/>
                <a:latin typeface="Calibri"/>
                <a:cs typeface="Calibri"/>
              </a:rPr>
              <a:t>For </a:t>
            </a:r>
            <a:r>
              <a:rPr kumimoji="0" lang="en-GB" sz="1050" b="1" i="0" u="none" strike="noStrike" kern="1200" cap="none" spc="0" normalizeH="0" baseline="0" noProof="0">
                <a:ln>
                  <a:noFill/>
                </a:ln>
                <a:effectLst/>
                <a:uLnTx/>
                <a:uFillTx/>
                <a:latin typeface="Calibri"/>
                <a:cs typeface="Calibri"/>
              </a:rPr>
              <a:t>prepaid contracts</a:t>
            </a:r>
            <a:r>
              <a:rPr kumimoji="0" lang="en-GB" sz="1050" b="0" i="0" u="none" strike="noStrike" kern="1200" cap="none" spc="0" normalizeH="0" baseline="0" noProof="0">
                <a:ln>
                  <a:noFill/>
                </a:ln>
                <a:effectLst/>
                <a:uLnTx/>
                <a:uFillTx/>
                <a:latin typeface="Calibri"/>
                <a:cs typeface="Calibri"/>
              </a:rPr>
              <a:t>, </a:t>
            </a:r>
            <a:r>
              <a:rPr kumimoji="0" lang="en-GB" sz="1050" b="1" i="0" u="none" strike="noStrike" kern="1200" cap="none" spc="0" normalizeH="0" baseline="0" noProof="0">
                <a:ln>
                  <a:noFill/>
                </a:ln>
                <a:effectLst/>
                <a:uLnTx/>
                <a:uFillTx/>
                <a:latin typeface="Calibri"/>
                <a:cs typeface="Calibri"/>
              </a:rPr>
              <a:t>CLM will create and manage Accrual Objects</a:t>
            </a:r>
            <a:r>
              <a:rPr kumimoji="0" lang="en-GB" sz="1050" b="0" i="0" u="none" strike="noStrike" kern="1200" cap="none" spc="0" normalizeH="0" baseline="0" noProof="0">
                <a:ln>
                  <a:noFill/>
                </a:ln>
                <a:effectLst/>
                <a:uLnTx/>
                <a:uFillTx/>
                <a:latin typeface="Calibri"/>
                <a:cs typeface="Calibri"/>
              </a:rPr>
              <a:t> in SAP</a:t>
            </a:r>
            <a:endParaRPr lang="en-GB" sz="1050" b="0" i="0" u="none" strike="sngStrike" kern="1200" cap="none" spc="0" normalizeH="0" baseline="0" noProof="0">
              <a:ln>
                <a:noFill/>
              </a:ln>
              <a:effectLst/>
              <a:uLnTx/>
              <a:uFillTx/>
              <a:latin typeface="Calibri"/>
              <a:cs typeface="Calibri"/>
            </a:endParaRPr>
          </a:p>
          <a:p>
            <a:pPr marL="143510" marR="0" lvl="0" indent="-14351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0" i="0" u="none" strike="noStrike" kern="1200" cap="none" spc="0" normalizeH="0" baseline="0" noProof="0">
                <a:ln>
                  <a:noFill/>
                </a:ln>
                <a:effectLst/>
                <a:uLnTx/>
                <a:uFillTx/>
                <a:latin typeface="Calibri"/>
                <a:cs typeface="Calibri"/>
              </a:rPr>
              <a:t>Postings made to relevant ledger/ledger group (STAT and/or TAX) based on Entity Accounting Approach table </a:t>
            </a:r>
            <a:r>
              <a:rPr kumimoji="0" lang="en-GB" sz="1050" b="1" i="0" u="none" strike="noStrike" kern="1200" cap="none" spc="0" normalizeH="0" baseline="0" noProof="0">
                <a:ln>
                  <a:noFill/>
                </a:ln>
                <a:effectLst/>
                <a:uLnTx/>
                <a:uFillTx/>
                <a:latin typeface="Calibri"/>
                <a:cs typeface="Calibri"/>
              </a:rPr>
              <a:t>where Accrual approach is followed.</a:t>
            </a:r>
            <a:endParaRPr lang="en-GB" sz="1050" b="1" i="0" u="none" strike="noStrike" kern="1200" cap="none" spc="0" normalizeH="0" baseline="0" noProof="0">
              <a:ln>
                <a:noFill/>
              </a:ln>
              <a:effectLst/>
              <a:uLnTx/>
              <a:uFillTx/>
              <a:latin typeface="Calibri"/>
              <a:cs typeface="Calibri"/>
            </a:endParaRPr>
          </a:p>
        </p:txBody>
      </p:sp>
      <p:sp>
        <p:nvSpPr>
          <p:cNvPr id="24" name="Freeform: Shape 23">
            <a:extLst>
              <a:ext uri="{FF2B5EF4-FFF2-40B4-BE49-F238E27FC236}">
                <a16:creationId xmlns:a16="http://schemas.microsoft.com/office/drawing/2014/main" id="{C0B44868-3F72-457F-B009-6F6436E5D5DA}"/>
              </a:ext>
            </a:extLst>
          </p:cNvPr>
          <p:cNvSpPr/>
          <p:nvPr/>
        </p:nvSpPr>
        <p:spPr>
          <a:xfrm>
            <a:off x="4653019" y="3039843"/>
            <a:ext cx="4594743" cy="211776"/>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tx1">
              <a:lumMod val="65000"/>
              <a:lumOff val="35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3b. Postings (Accrual Approach)</a:t>
            </a:r>
          </a:p>
        </p:txBody>
      </p:sp>
      <p:sp>
        <p:nvSpPr>
          <p:cNvPr id="25" name="Rectangle: Rounded Corners 24">
            <a:extLst>
              <a:ext uri="{FF2B5EF4-FFF2-40B4-BE49-F238E27FC236}">
                <a16:creationId xmlns:a16="http://schemas.microsoft.com/office/drawing/2014/main" id="{5D798DC9-44AB-4EAE-BDD6-ABCC10F4C18F}"/>
              </a:ext>
            </a:extLst>
          </p:cNvPr>
          <p:cNvSpPr/>
          <p:nvPr/>
        </p:nvSpPr>
        <p:spPr>
          <a:xfrm>
            <a:off x="4613332" y="4942589"/>
            <a:ext cx="4680000" cy="1759327"/>
          </a:xfrm>
          <a:prstGeom prst="roundRect">
            <a:avLst>
              <a:gd name="adj" fmla="val 3712"/>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26" name="Table 25">
            <a:extLst>
              <a:ext uri="{FF2B5EF4-FFF2-40B4-BE49-F238E27FC236}">
                <a16:creationId xmlns:a16="http://schemas.microsoft.com/office/drawing/2014/main" id="{A9563562-6F81-4B5A-9690-53C9547A76AC}"/>
              </a:ext>
            </a:extLst>
          </p:cNvPr>
          <p:cNvGraphicFramePr>
            <a:graphicFrameLocks noGrp="1"/>
          </p:cNvGraphicFramePr>
          <p:nvPr/>
        </p:nvGraphicFramePr>
        <p:xfrm>
          <a:off x="4653020" y="5212544"/>
          <a:ext cx="4594743" cy="448800"/>
        </p:xfrm>
        <a:graphic>
          <a:graphicData uri="http://schemas.openxmlformats.org/drawingml/2006/table">
            <a:tbl>
              <a:tblPr firstCol="1" bandRow="1">
                <a:tableStyleId>{5C22544A-7EE6-4342-B048-85BDC9FD1C3A}</a:tableStyleId>
              </a:tblPr>
              <a:tblGrid>
                <a:gridCol w="1018863">
                  <a:extLst>
                    <a:ext uri="{9D8B030D-6E8A-4147-A177-3AD203B41FA5}">
                      <a16:colId xmlns:a16="http://schemas.microsoft.com/office/drawing/2014/main" val="2214447594"/>
                    </a:ext>
                  </a:extLst>
                </a:gridCol>
                <a:gridCol w="3575880">
                  <a:extLst>
                    <a:ext uri="{9D8B030D-6E8A-4147-A177-3AD203B41FA5}">
                      <a16:colId xmlns:a16="http://schemas.microsoft.com/office/drawing/2014/main" val="2451903993"/>
                    </a:ext>
                  </a:extLst>
                </a:gridCol>
              </a:tblGrid>
              <a:tr h="171281">
                <a:tc>
                  <a:txBody>
                    <a:bodyPr/>
                    <a:lstStyle/>
                    <a:p>
                      <a:pPr algn="l"/>
                      <a:r>
                        <a:rPr lang="en-GB" sz="1000"/>
                        <a:t>Responsibility: </a:t>
                      </a: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l"/>
                      <a:r>
                        <a:rPr lang="en-GB" sz="1000" b="1">
                          <a:solidFill>
                            <a:schemeClr val="tx1"/>
                          </a:solidFill>
                        </a:rPr>
                        <a:t>GBS AP </a:t>
                      </a:r>
                      <a:r>
                        <a:rPr lang="en-GB" sz="1000">
                          <a:solidFill>
                            <a:schemeClr val="tx1"/>
                          </a:solidFill>
                        </a:rPr>
                        <a:t>and </a:t>
                      </a:r>
                      <a:r>
                        <a:rPr lang="en-GB" sz="1000" b="1"/>
                        <a:t>Entity Finance</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31204838"/>
                  </a:ext>
                </a:extLst>
              </a:tr>
              <a:tr h="171281">
                <a:tc>
                  <a:txBody>
                    <a:bodyPr/>
                    <a:lstStyle/>
                    <a:p>
                      <a:r>
                        <a:rPr lang="en-GB" sz="1000" b="1"/>
                        <a:t>System: </a:t>
                      </a:r>
                    </a:p>
                  </a:txBody>
                  <a:tcPr marL="36000" marR="36000" marT="36000" marB="36000">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75000"/>
                      </a:schemeClr>
                    </a:solidFill>
                  </a:tcPr>
                </a:tc>
                <a:tc>
                  <a:txBody>
                    <a:bodyPr/>
                    <a:lstStyle/>
                    <a:p>
                      <a:pPr algn="l"/>
                      <a:r>
                        <a:rPr lang="en-GB" sz="1000" b="1" strike="noStrike" baseline="0">
                          <a:solidFill>
                            <a:schemeClr val="tx1"/>
                          </a:solidFill>
                        </a:rPr>
                        <a:t>SAP</a:t>
                      </a:r>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803255"/>
                  </a:ext>
                </a:extLst>
              </a:tr>
            </a:tbl>
          </a:graphicData>
        </a:graphic>
      </p:graphicFrame>
      <p:sp>
        <p:nvSpPr>
          <p:cNvPr id="27" name="TextBox 26">
            <a:extLst>
              <a:ext uri="{FF2B5EF4-FFF2-40B4-BE49-F238E27FC236}">
                <a16:creationId xmlns:a16="http://schemas.microsoft.com/office/drawing/2014/main" id="{BB220322-8BBC-4AE3-B22D-66A1BACAB055}"/>
              </a:ext>
            </a:extLst>
          </p:cNvPr>
          <p:cNvSpPr txBox="1"/>
          <p:nvPr/>
        </p:nvSpPr>
        <p:spPr>
          <a:xfrm>
            <a:off x="4655490" y="5684639"/>
            <a:ext cx="4547824" cy="1282381"/>
          </a:xfrm>
          <a:prstGeom prst="rect">
            <a:avLst/>
          </a:prstGeom>
          <a:noFill/>
        </p:spPr>
        <p:txBody>
          <a:bodyPr wrap="square" lIns="0" tIns="0" rIns="0" bIns="0" rtlCol="0">
            <a:noAutofit/>
          </a:bodyPr>
          <a:lstStyle/>
          <a:p>
            <a:pPr marL="144000" marR="0" lvl="0" indent="-14400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Invoice amount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(relating to fixed leasing material group) will be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posted directly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in SAP</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to P&amp;L Lease expense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accounts by asset class simultaneously when the invoice is posted by GBS AP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using GR/IR Offset framework</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via account 243032).</a:t>
            </a:r>
          </a:p>
          <a:p>
            <a:pPr marL="144000" marR="0" lvl="0" indent="-14400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Entities</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will need to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initiate any other relevant postings locally</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(e.g.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Tax Perm Tagging via Tagging Rules, Prepayments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if applicable).</a:t>
            </a:r>
          </a:p>
          <a:p>
            <a:pPr marL="144000" marR="0" lvl="0" indent="-144000" algn="l" defTabSz="914400" rtl="0" eaLnBrk="1" fontAlgn="auto" latinLnBrk="0" hangingPunct="1">
              <a:lnSpc>
                <a:spcPts val="1100"/>
              </a:lnSpc>
              <a:spcBef>
                <a:spcPts val="0"/>
              </a:spcBef>
              <a:spcAft>
                <a:spcPts val="0"/>
              </a:spcAft>
              <a:buClrTx/>
              <a:buSzTx/>
              <a:buFont typeface="+mj-lt"/>
              <a:buAutoNum type="arabicParen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Postings made to relevant ledger/ledger group (STAT and/or TAX)  based on Entity Accounting Approach table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where IR approach is followed.</a:t>
            </a:r>
          </a:p>
        </p:txBody>
      </p:sp>
      <p:sp>
        <p:nvSpPr>
          <p:cNvPr id="28" name="Freeform: Shape 27">
            <a:extLst>
              <a:ext uri="{FF2B5EF4-FFF2-40B4-BE49-F238E27FC236}">
                <a16:creationId xmlns:a16="http://schemas.microsoft.com/office/drawing/2014/main" id="{6E654ACC-A2FA-4DE2-81FC-5707428BFABE}"/>
              </a:ext>
            </a:extLst>
          </p:cNvPr>
          <p:cNvSpPr/>
          <p:nvPr/>
        </p:nvSpPr>
        <p:spPr>
          <a:xfrm>
            <a:off x="4653019" y="4980690"/>
            <a:ext cx="4594743" cy="211776"/>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tx1">
              <a:lumMod val="65000"/>
              <a:lumOff val="35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3c. Postings (Invoice Receipt Approach)</a:t>
            </a:r>
          </a:p>
        </p:txBody>
      </p:sp>
      <p:sp>
        <p:nvSpPr>
          <p:cNvPr id="29" name="Freeform: Shape 28">
            <a:extLst>
              <a:ext uri="{FF2B5EF4-FFF2-40B4-BE49-F238E27FC236}">
                <a16:creationId xmlns:a16="http://schemas.microsoft.com/office/drawing/2014/main" id="{26E380CB-C98F-42B2-B1C6-EF73EFAB0871}"/>
              </a:ext>
            </a:extLst>
          </p:cNvPr>
          <p:cNvSpPr/>
          <p:nvPr/>
        </p:nvSpPr>
        <p:spPr>
          <a:xfrm>
            <a:off x="4237732" y="1338824"/>
            <a:ext cx="399102" cy="641958"/>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Freeform: Shape 29">
            <a:extLst>
              <a:ext uri="{FF2B5EF4-FFF2-40B4-BE49-F238E27FC236}">
                <a16:creationId xmlns:a16="http://schemas.microsoft.com/office/drawing/2014/main" id="{06C0E336-86C9-4EB6-99C4-91A432948129}"/>
              </a:ext>
            </a:extLst>
          </p:cNvPr>
          <p:cNvSpPr/>
          <p:nvPr/>
        </p:nvSpPr>
        <p:spPr>
          <a:xfrm>
            <a:off x="9292285" y="1327408"/>
            <a:ext cx="399102" cy="641958"/>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Freeform: Shape 30">
            <a:extLst>
              <a:ext uri="{FF2B5EF4-FFF2-40B4-BE49-F238E27FC236}">
                <a16:creationId xmlns:a16="http://schemas.microsoft.com/office/drawing/2014/main" id="{E37E3102-AAD4-471B-8DAF-415C78DD1442}"/>
              </a:ext>
            </a:extLst>
          </p:cNvPr>
          <p:cNvSpPr/>
          <p:nvPr/>
        </p:nvSpPr>
        <p:spPr>
          <a:xfrm>
            <a:off x="9302153" y="3040583"/>
            <a:ext cx="399102" cy="641958"/>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Freeform: Shape 31">
            <a:extLst>
              <a:ext uri="{FF2B5EF4-FFF2-40B4-BE49-F238E27FC236}">
                <a16:creationId xmlns:a16="http://schemas.microsoft.com/office/drawing/2014/main" id="{E03A65EF-E3BD-4153-8413-2963E2666DE7}"/>
              </a:ext>
            </a:extLst>
          </p:cNvPr>
          <p:cNvSpPr/>
          <p:nvPr/>
        </p:nvSpPr>
        <p:spPr>
          <a:xfrm>
            <a:off x="4236275" y="3079135"/>
            <a:ext cx="399102" cy="641958"/>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Freeform: Shape 32">
            <a:extLst>
              <a:ext uri="{FF2B5EF4-FFF2-40B4-BE49-F238E27FC236}">
                <a16:creationId xmlns:a16="http://schemas.microsoft.com/office/drawing/2014/main" id="{583820E0-42C7-4943-B74B-0C3C21D9BCD5}"/>
              </a:ext>
            </a:extLst>
          </p:cNvPr>
          <p:cNvSpPr/>
          <p:nvPr/>
        </p:nvSpPr>
        <p:spPr>
          <a:xfrm>
            <a:off x="4236275" y="5042681"/>
            <a:ext cx="399102" cy="641958"/>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Freeform: Shape 33">
            <a:extLst>
              <a:ext uri="{FF2B5EF4-FFF2-40B4-BE49-F238E27FC236}">
                <a16:creationId xmlns:a16="http://schemas.microsoft.com/office/drawing/2014/main" id="{499C055D-F633-4D39-8201-7029DA016D93}"/>
              </a:ext>
            </a:extLst>
          </p:cNvPr>
          <p:cNvSpPr/>
          <p:nvPr/>
        </p:nvSpPr>
        <p:spPr>
          <a:xfrm>
            <a:off x="180722" y="1258439"/>
            <a:ext cx="1838086" cy="376177"/>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1. PO Creation/Contract Submission </a:t>
            </a:r>
            <a:endParaRPr kumimoji="0" lang="en-GB"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4AF9E9A8-FB43-4311-B6EE-754ECFB3C74E}"/>
              </a:ext>
            </a:extLst>
          </p:cNvPr>
          <p:cNvSpPr txBox="1"/>
          <p:nvPr/>
        </p:nvSpPr>
        <p:spPr>
          <a:xfrm>
            <a:off x="2605627" y="6366579"/>
            <a:ext cx="1687445" cy="325583"/>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30000" noProof="0">
                <a:ln>
                  <a:noFill/>
                </a:ln>
                <a:solidFill>
                  <a:srgbClr val="FF0000"/>
                </a:solidFill>
                <a:effectLst/>
                <a:uLnTx/>
                <a:uFillTx/>
                <a:latin typeface="Calibri"/>
                <a:ea typeface="+mn-ea"/>
                <a:cs typeface="Calibri"/>
              </a:rPr>
              <a:t>1) </a:t>
            </a:r>
            <a:r>
              <a:rPr kumimoji="0" lang="en-GB" sz="1000" b="1" i="1" u="none" strike="noStrike" kern="1200" cap="none" spc="0" normalizeH="0" baseline="0" noProof="0">
                <a:ln>
                  <a:noFill/>
                </a:ln>
                <a:solidFill>
                  <a:srgbClr val="000000"/>
                </a:solidFill>
                <a:effectLst/>
                <a:uLnTx/>
                <a:uFillTx/>
                <a:latin typeface="Calibri"/>
                <a:ea typeface="+mn-ea"/>
                <a:cs typeface="Calibri"/>
              </a:rPr>
              <a:t>LAT: </a:t>
            </a:r>
            <a:r>
              <a:rPr kumimoji="0" lang="en-GB" sz="1000" b="0" i="1" u="none" strike="noStrike" kern="1200" cap="none" spc="0" normalizeH="0" baseline="0" noProof="0">
                <a:ln>
                  <a:noFill/>
                </a:ln>
                <a:solidFill>
                  <a:srgbClr val="000000"/>
                </a:solidFill>
                <a:effectLst/>
                <a:uLnTx/>
                <a:uFillTx/>
                <a:latin typeface="Calibri"/>
                <a:ea typeface="+mn-ea"/>
                <a:cs typeface="Calibri"/>
              </a:rPr>
              <a:t>Lease Accounting Team</a:t>
            </a:r>
          </a:p>
        </p:txBody>
      </p:sp>
      <p:sp>
        <p:nvSpPr>
          <p:cNvPr id="46" name="Slide Number Placeholder 2">
            <a:extLst>
              <a:ext uri="{FF2B5EF4-FFF2-40B4-BE49-F238E27FC236}">
                <a16:creationId xmlns:a16="http://schemas.microsoft.com/office/drawing/2014/main" id="{E084FA87-E864-E2A7-246D-BBE0B98E8136}"/>
              </a:ext>
            </a:extLst>
          </p:cNvPr>
          <p:cNvSpPr txBox="1">
            <a:spLocks/>
          </p:cNvSpPr>
          <p:nvPr/>
        </p:nvSpPr>
        <p:spPr>
          <a:xfrm>
            <a:off x="11782508" y="5840119"/>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4C94289-3309-4C35-850A-56FD49B3E346}" type="slidenum">
              <a:rPr lang="en-GB" smtClean="0">
                <a:solidFill>
                  <a:srgbClr val="000000"/>
                </a:solidFill>
                <a:latin typeface="Arial" panose="020B0604020202020204"/>
              </a:rPr>
              <a:pPr>
                <a:defRPr/>
              </a:pPr>
              <a:t>3</a:t>
            </a:fld>
            <a:endParaRPr lang="en-GB">
              <a:solidFill>
                <a:srgbClr val="000000"/>
              </a:solidFill>
              <a:latin typeface="Arial" panose="020B0604020202020204"/>
            </a:endParaRPr>
          </a:p>
        </p:txBody>
      </p:sp>
      <p:sp>
        <p:nvSpPr>
          <p:cNvPr id="47" name="Freeform: Shape 46">
            <a:extLst>
              <a:ext uri="{FF2B5EF4-FFF2-40B4-BE49-F238E27FC236}">
                <a16:creationId xmlns:a16="http://schemas.microsoft.com/office/drawing/2014/main" id="{07D9B0D2-0301-1224-469B-3D0C2327DDAD}"/>
              </a:ext>
            </a:extLst>
          </p:cNvPr>
          <p:cNvSpPr/>
          <p:nvPr/>
        </p:nvSpPr>
        <p:spPr>
          <a:xfrm rot="5400000">
            <a:off x="10811410" y="4244162"/>
            <a:ext cx="129486" cy="671224"/>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8" name="Rectangle: Rounded Corners 47">
            <a:extLst>
              <a:ext uri="{FF2B5EF4-FFF2-40B4-BE49-F238E27FC236}">
                <a16:creationId xmlns:a16="http://schemas.microsoft.com/office/drawing/2014/main" id="{C0830A95-69C4-8E4C-1A4A-F2320A326ABB}"/>
              </a:ext>
            </a:extLst>
          </p:cNvPr>
          <p:cNvSpPr/>
          <p:nvPr/>
        </p:nvSpPr>
        <p:spPr>
          <a:xfrm>
            <a:off x="9447533" y="4653548"/>
            <a:ext cx="2732235" cy="712201"/>
          </a:xfrm>
          <a:prstGeom prst="roundRect">
            <a:avLst>
              <a:gd name="adj" fmla="val 3712"/>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49" name="Table 48">
            <a:extLst>
              <a:ext uri="{FF2B5EF4-FFF2-40B4-BE49-F238E27FC236}">
                <a16:creationId xmlns:a16="http://schemas.microsoft.com/office/drawing/2014/main" id="{AC6DB4E6-BEE1-0128-DB3E-38D57CC4FE7D}"/>
              </a:ext>
            </a:extLst>
          </p:cNvPr>
          <p:cNvGraphicFramePr>
            <a:graphicFrameLocks noGrp="1"/>
          </p:cNvGraphicFramePr>
          <p:nvPr/>
        </p:nvGraphicFramePr>
        <p:xfrm>
          <a:off x="9442619" y="4909357"/>
          <a:ext cx="2732235" cy="448800"/>
        </p:xfrm>
        <a:graphic>
          <a:graphicData uri="http://schemas.openxmlformats.org/drawingml/2006/table">
            <a:tbl>
              <a:tblPr firstCol="1" bandRow="1">
                <a:tableStyleId>{F5AB1C69-6EDB-4FF4-983F-18BD219EF322}</a:tableStyleId>
              </a:tblPr>
              <a:tblGrid>
                <a:gridCol w="1089987">
                  <a:extLst>
                    <a:ext uri="{9D8B030D-6E8A-4147-A177-3AD203B41FA5}">
                      <a16:colId xmlns:a16="http://schemas.microsoft.com/office/drawing/2014/main" val="2214447594"/>
                    </a:ext>
                  </a:extLst>
                </a:gridCol>
                <a:gridCol w="1642248">
                  <a:extLst>
                    <a:ext uri="{9D8B030D-6E8A-4147-A177-3AD203B41FA5}">
                      <a16:colId xmlns:a16="http://schemas.microsoft.com/office/drawing/2014/main" val="2451903993"/>
                    </a:ext>
                  </a:extLst>
                </a:gridCol>
              </a:tblGrid>
              <a:tr h="200760">
                <a:tc>
                  <a:txBody>
                    <a:bodyPr/>
                    <a:lstStyle/>
                    <a:p>
                      <a:pPr algn="l"/>
                      <a:r>
                        <a:rPr lang="en-GB" sz="1000"/>
                        <a:t>Responsibility:</a:t>
                      </a:r>
                    </a:p>
                  </a:txBody>
                  <a:tcPr marL="36000" marR="36000" marT="36000" marB="36000"/>
                </a:tc>
                <a:tc>
                  <a:txBody>
                    <a:bodyPr/>
                    <a:lstStyle/>
                    <a:p>
                      <a:pPr algn="l"/>
                      <a:r>
                        <a:rPr lang="en-GB" sz="1000" b="1" strike="noStrike">
                          <a:solidFill>
                            <a:schemeClr val="tx1"/>
                          </a:solidFill>
                        </a:rPr>
                        <a:t>GBS LAT</a:t>
                      </a:r>
                      <a:r>
                        <a:rPr lang="en-GB" sz="1000" b="1" strike="noStrike" kern="1200" baseline="30000">
                          <a:solidFill>
                            <a:schemeClr val="tx1"/>
                          </a:solidFill>
                        </a:rPr>
                        <a:t>1)</a:t>
                      </a:r>
                      <a:endParaRPr lang="en-GB" sz="1000" b="1" strike="noStrike">
                        <a:solidFill>
                          <a:schemeClr val="tx1"/>
                        </a:solidFill>
                      </a:endParaRPr>
                    </a:p>
                  </a:txBody>
                  <a:tcPr marL="36000" marR="36000" marT="36000" marB="36000"/>
                </a:tc>
                <a:extLst>
                  <a:ext uri="{0D108BD9-81ED-4DB2-BD59-A6C34878D82A}">
                    <a16:rowId xmlns:a16="http://schemas.microsoft.com/office/drawing/2014/main" val="2831204838"/>
                  </a:ext>
                </a:extLst>
              </a:tr>
              <a:tr h="219993">
                <a:tc>
                  <a:txBody>
                    <a:bodyPr/>
                    <a:lstStyle/>
                    <a:p>
                      <a:r>
                        <a:rPr lang="en-GB" sz="1000" b="1"/>
                        <a:t>System: </a:t>
                      </a:r>
                    </a:p>
                  </a:txBody>
                  <a:tcPr marL="36000" marR="36000" marT="36000" marB="36000"/>
                </a:tc>
                <a:tc>
                  <a:txBody>
                    <a:bodyPr/>
                    <a:lstStyle/>
                    <a:p>
                      <a:pPr algn="l"/>
                      <a:r>
                        <a:rPr lang="en-US" sz="1000" b="1"/>
                        <a:t>Email, WD-1</a:t>
                      </a:r>
                      <a:endParaRPr lang="en-GB" sz="1000" b="1"/>
                    </a:p>
                  </a:txBody>
                  <a:tcPr marL="36000" marR="36000" marT="36000" marB="36000"/>
                </a:tc>
                <a:extLst>
                  <a:ext uri="{0D108BD9-81ED-4DB2-BD59-A6C34878D82A}">
                    <a16:rowId xmlns:a16="http://schemas.microsoft.com/office/drawing/2014/main" val="190803255"/>
                  </a:ext>
                </a:extLst>
              </a:tr>
            </a:tbl>
          </a:graphicData>
        </a:graphic>
      </p:graphicFrame>
      <p:sp>
        <p:nvSpPr>
          <p:cNvPr id="50" name="TextBox 49">
            <a:extLst>
              <a:ext uri="{FF2B5EF4-FFF2-40B4-BE49-F238E27FC236}">
                <a16:creationId xmlns:a16="http://schemas.microsoft.com/office/drawing/2014/main" id="{12F256AD-35FD-E53A-A1BE-BCD1552D2E74}"/>
              </a:ext>
            </a:extLst>
          </p:cNvPr>
          <p:cNvSpPr txBox="1"/>
          <p:nvPr/>
        </p:nvSpPr>
        <p:spPr>
          <a:xfrm>
            <a:off x="9528122" y="5363295"/>
            <a:ext cx="2442198" cy="322156"/>
          </a:xfrm>
          <a:prstGeom prst="rect">
            <a:avLst/>
          </a:prstGeom>
          <a:noFill/>
        </p:spPr>
        <p:txBody>
          <a:bodyPr wrap="square" lIns="0" tIns="0" rIns="0" bIns="0" rtlCol="0">
            <a:noAutofit/>
          </a:bodyPr>
          <a:lstStyle/>
          <a:p>
            <a:pPr marR="0" lvl="0" algn="l" defTabSz="914400" rtl="0" eaLnBrk="1" fontAlgn="auto" latinLnBrk="0" hangingPunct="1">
              <a:lnSpc>
                <a:spcPct val="100000"/>
              </a:lnSpc>
              <a:spcBef>
                <a:spcPts val="0"/>
              </a:spcBef>
              <a:spcAft>
                <a:spcPts val="0"/>
              </a:spcAft>
              <a:buClrTx/>
              <a:buSzTx/>
              <a:tabLst/>
              <a:defRPr/>
            </a:pPr>
            <a:endPar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1" name="Freeform: Shape 50">
            <a:extLst>
              <a:ext uri="{FF2B5EF4-FFF2-40B4-BE49-F238E27FC236}">
                <a16:creationId xmlns:a16="http://schemas.microsoft.com/office/drawing/2014/main" id="{D3E749FB-3E6D-CCE7-08D4-E259449A6573}"/>
              </a:ext>
            </a:extLst>
          </p:cNvPr>
          <p:cNvSpPr/>
          <p:nvPr/>
        </p:nvSpPr>
        <p:spPr>
          <a:xfrm>
            <a:off x="9447533" y="4692794"/>
            <a:ext cx="2727321" cy="228298"/>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accent3">
              <a:lumMod val="75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lang="en-GB" sz="1200" b="1">
                <a:solidFill>
                  <a:srgbClr val="FFFFFF"/>
                </a:solidFill>
                <a:latin typeface="Calibri" panose="020F0502020204030204" pitchFamily="34" charset="0"/>
                <a:cs typeface="Calibri" panose="020F0502020204030204" pitchFamily="34" charset="0"/>
              </a:rPr>
              <a:t>5</a:t>
            </a: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a:t>
            </a:r>
            <a:r>
              <a:rPr lang="en-US" sz="1200" b="1">
                <a:solidFill>
                  <a:srgbClr val="FFFFFF"/>
                </a:solidFill>
                <a:latin typeface="Calibri" panose="020F0502020204030204" pitchFamily="34" charset="0"/>
                <a:cs typeface="Calibri" panose="020F0502020204030204" pitchFamily="34" charset="0"/>
              </a:rPr>
              <a:t>NPV report submission to Markets</a:t>
            </a:r>
            <a:endPar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3" name="Rectangle: Rounded Corners 52">
            <a:extLst>
              <a:ext uri="{FF2B5EF4-FFF2-40B4-BE49-F238E27FC236}">
                <a16:creationId xmlns:a16="http://schemas.microsoft.com/office/drawing/2014/main" id="{6745C086-C5F4-A736-250E-1A55F114A42B}"/>
              </a:ext>
            </a:extLst>
          </p:cNvPr>
          <p:cNvSpPr/>
          <p:nvPr/>
        </p:nvSpPr>
        <p:spPr>
          <a:xfrm>
            <a:off x="9391650" y="5460616"/>
            <a:ext cx="2788119" cy="1352934"/>
          </a:xfrm>
          <a:prstGeom prst="roundRect">
            <a:avLst>
              <a:gd name="adj" fmla="val 3712"/>
            </a:avLst>
          </a:prstGeom>
          <a:solidFill>
            <a:schemeClr val="bg1"/>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54" name="Table 53">
            <a:extLst>
              <a:ext uri="{FF2B5EF4-FFF2-40B4-BE49-F238E27FC236}">
                <a16:creationId xmlns:a16="http://schemas.microsoft.com/office/drawing/2014/main" id="{A63148AF-E171-32A5-25C9-6FB44B395009}"/>
              </a:ext>
            </a:extLst>
          </p:cNvPr>
          <p:cNvGraphicFramePr>
            <a:graphicFrameLocks noGrp="1"/>
          </p:cNvGraphicFramePr>
          <p:nvPr/>
        </p:nvGraphicFramePr>
        <p:xfrm>
          <a:off x="9407417" y="5817218"/>
          <a:ext cx="2676633" cy="448800"/>
        </p:xfrm>
        <a:graphic>
          <a:graphicData uri="http://schemas.openxmlformats.org/drawingml/2006/table">
            <a:tbl>
              <a:tblPr firstCol="1" bandRow="1">
                <a:tableStyleId>{F5AB1C69-6EDB-4FF4-983F-18BD219EF322}</a:tableStyleId>
              </a:tblPr>
              <a:tblGrid>
                <a:gridCol w="1198369">
                  <a:extLst>
                    <a:ext uri="{9D8B030D-6E8A-4147-A177-3AD203B41FA5}">
                      <a16:colId xmlns:a16="http://schemas.microsoft.com/office/drawing/2014/main" val="2214447594"/>
                    </a:ext>
                  </a:extLst>
                </a:gridCol>
                <a:gridCol w="1478264">
                  <a:extLst>
                    <a:ext uri="{9D8B030D-6E8A-4147-A177-3AD203B41FA5}">
                      <a16:colId xmlns:a16="http://schemas.microsoft.com/office/drawing/2014/main" val="2451903993"/>
                    </a:ext>
                  </a:extLst>
                </a:gridCol>
              </a:tblGrid>
              <a:tr h="194013">
                <a:tc>
                  <a:txBody>
                    <a:bodyPr/>
                    <a:lstStyle/>
                    <a:p>
                      <a:pPr algn="l"/>
                      <a:r>
                        <a:rPr lang="en-GB" sz="1000"/>
                        <a:t>Responsibility: </a:t>
                      </a:r>
                    </a:p>
                  </a:txBody>
                  <a:tcPr marL="36000" marR="36000" marT="36000" marB="36000"/>
                </a:tc>
                <a:tc>
                  <a:txBody>
                    <a:bodyPr/>
                    <a:lstStyle/>
                    <a:p>
                      <a:pPr algn="l"/>
                      <a:r>
                        <a:rPr lang="en-GB" sz="1000" b="1" strike="noStrike">
                          <a:solidFill>
                            <a:schemeClr val="tx1"/>
                          </a:solidFill>
                        </a:rPr>
                        <a:t>Entity IP</a:t>
                      </a:r>
                      <a:r>
                        <a:rPr lang="ru-RU" sz="1000" b="1" strike="noStrike">
                          <a:solidFill>
                            <a:schemeClr val="tx1"/>
                          </a:solidFill>
                        </a:rPr>
                        <a:t>/</a:t>
                      </a:r>
                      <a:r>
                        <a:rPr lang="en-US" sz="1000" b="1" strike="noStrike">
                          <a:solidFill>
                            <a:schemeClr val="tx1"/>
                          </a:solidFill>
                        </a:rPr>
                        <a:t>Finance</a:t>
                      </a:r>
                      <a:endParaRPr lang="en-GB" sz="1000" b="1" strike="noStrike">
                        <a:solidFill>
                          <a:schemeClr val="tx1"/>
                        </a:solidFill>
                      </a:endParaRPr>
                    </a:p>
                  </a:txBody>
                  <a:tcPr marL="36000" marR="36000" marT="36000" marB="36000"/>
                </a:tc>
                <a:extLst>
                  <a:ext uri="{0D108BD9-81ED-4DB2-BD59-A6C34878D82A}">
                    <a16:rowId xmlns:a16="http://schemas.microsoft.com/office/drawing/2014/main" val="2831204838"/>
                  </a:ext>
                </a:extLst>
              </a:tr>
              <a:tr h="194013">
                <a:tc>
                  <a:txBody>
                    <a:bodyPr/>
                    <a:lstStyle/>
                    <a:p>
                      <a:r>
                        <a:rPr lang="en-GB" sz="1000" b="1"/>
                        <a:t>System: </a:t>
                      </a:r>
                    </a:p>
                  </a:txBody>
                  <a:tcPr marL="36000" marR="36000" marT="36000" marB="36000"/>
                </a:tc>
                <a:tc>
                  <a:txBody>
                    <a:bodyPr/>
                    <a:lstStyle/>
                    <a:p>
                      <a:pPr algn="l"/>
                      <a:r>
                        <a:rPr lang="en-US" sz="1000" b="1"/>
                        <a:t>Email</a:t>
                      </a:r>
                      <a:endParaRPr lang="en-GB" sz="1000" b="1"/>
                    </a:p>
                  </a:txBody>
                  <a:tcPr marL="36000" marR="36000" marT="36000" marB="36000"/>
                </a:tc>
                <a:extLst>
                  <a:ext uri="{0D108BD9-81ED-4DB2-BD59-A6C34878D82A}">
                    <a16:rowId xmlns:a16="http://schemas.microsoft.com/office/drawing/2014/main" val="190803255"/>
                  </a:ext>
                </a:extLst>
              </a:tr>
            </a:tbl>
          </a:graphicData>
        </a:graphic>
      </p:graphicFrame>
      <p:sp>
        <p:nvSpPr>
          <p:cNvPr id="55" name="Freeform: Shape 54">
            <a:extLst>
              <a:ext uri="{FF2B5EF4-FFF2-40B4-BE49-F238E27FC236}">
                <a16:creationId xmlns:a16="http://schemas.microsoft.com/office/drawing/2014/main" id="{B846AF4C-034D-36AD-1B2A-BA09BE996E67}"/>
              </a:ext>
            </a:extLst>
          </p:cNvPr>
          <p:cNvSpPr/>
          <p:nvPr/>
        </p:nvSpPr>
        <p:spPr>
          <a:xfrm>
            <a:off x="9391650" y="5480812"/>
            <a:ext cx="2717795" cy="332658"/>
          </a:xfrm>
          <a:custGeom>
            <a:avLst/>
            <a:gdLst>
              <a:gd name="connsiteX0" fmla="*/ 0 w 1838086"/>
              <a:gd name="connsiteY0" fmla="*/ 129600 h 1296000"/>
              <a:gd name="connsiteX1" fmla="*/ 129600 w 1838086"/>
              <a:gd name="connsiteY1" fmla="*/ 0 h 1296000"/>
              <a:gd name="connsiteX2" fmla="*/ 1708486 w 1838086"/>
              <a:gd name="connsiteY2" fmla="*/ 0 h 1296000"/>
              <a:gd name="connsiteX3" fmla="*/ 1838086 w 1838086"/>
              <a:gd name="connsiteY3" fmla="*/ 129600 h 1296000"/>
              <a:gd name="connsiteX4" fmla="*/ 1838086 w 1838086"/>
              <a:gd name="connsiteY4" fmla="*/ 1166400 h 1296000"/>
              <a:gd name="connsiteX5" fmla="*/ 1708486 w 1838086"/>
              <a:gd name="connsiteY5" fmla="*/ 1296000 h 1296000"/>
              <a:gd name="connsiteX6" fmla="*/ 129600 w 1838086"/>
              <a:gd name="connsiteY6" fmla="*/ 1296000 h 1296000"/>
              <a:gd name="connsiteX7" fmla="*/ 0 w 1838086"/>
              <a:gd name="connsiteY7" fmla="*/ 1166400 h 1296000"/>
              <a:gd name="connsiteX8" fmla="*/ 0 w 1838086"/>
              <a:gd name="connsiteY8" fmla="*/ 129600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8086" h="1296000">
                <a:moveTo>
                  <a:pt x="0" y="129600"/>
                </a:moveTo>
                <a:cubicBezTo>
                  <a:pt x="0" y="58024"/>
                  <a:pt x="58024" y="0"/>
                  <a:pt x="129600" y="0"/>
                </a:cubicBezTo>
                <a:lnTo>
                  <a:pt x="1708486" y="0"/>
                </a:lnTo>
                <a:cubicBezTo>
                  <a:pt x="1780062" y="0"/>
                  <a:pt x="1838086" y="58024"/>
                  <a:pt x="1838086" y="129600"/>
                </a:cubicBezTo>
                <a:lnTo>
                  <a:pt x="1838086" y="1166400"/>
                </a:lnTo>
                <a:cubicBezTo>
                  <a:pt x="1838086" y="1237976"/>
                  <a:pt x="1780062" y="1296000"/>
                  <a:pt x="1708486" y="1296000"/>
                </a:cubicBezTo>
                <a:lnTo>
                  <a:pt x="129600" y="1296000"/>
                </a:lnTo>
                <a:cubicBezTo>
                  <a:pt x="58024" y="1296000"/>
                  <a:pt x="0" y="1237976"/>
                  <a:pt x="0" y="1166400"/>
                </a:cubicBezTo>
                <a:lnTo>
                  <a:pt x="0" y="129600"/>
                </a:lnTo>
                <a:close/>
              </a:path>
            </a:pathLst>
          </a:custGeom>
          <a:solidFill>
            <a:schemeClr val="accent6">
              <a:lumMod val="75000"/>
            </a:schemeClr>
          </a:solidFill>
        </p:spPr>
        <p:style>
          <a:lnRef idx="0">
            <a:schemeClr val="lt1">
              <a:hueOff val="0"/>
              <a:satOff val="0"/>
              <a:lumOff val="0"/>
              <a:alphaOff val="0"/>
            </a:schemeClr>
          </a:lnRef>
          <a:fillRef idx="3">
            <a:schemeClr val="accent3">
              <a:shade val="50000"/>
              <a:hueOff val="0"/>
              <a:satOff val="0"/>
              <a:lumOff val="0"/>
              <a:alphaOff val="0"/>
            </a:schemeClr>
          </a:fillRef>
          <a:effectRef idx="2">
            <a:schemeClr val="accent3">
              <a:shade val="50000"/>
              <a:hueOff val="0"/>
              <a:satOff val="0"/>
              <a:lumOff val="0"/>
              <a:alphaOff val="0"/>
            </a:schemeClr>
          </a:effectRef>
          <a:fontRef idx="minor">
            <a:schemeClr val="lt1"/>
          </a:fontRef>
        </p:style>
        <p:txBody>
          <a:bodyPr spcFirstLastPara="0" vert="horz" wrap="square" lIns="72000" tIns="36000" rIns="36000" bIns="36000" numCol="1" spcCol="1270" anchor="t" anchorCtr="0">
            <a:noAutofit/>
          </a:bodyPr>
          <a:lstStyle/>
          <a:p>
            <a:pPr marL="0" marR="0" lvl="0" indent="0" algn="l" defTabSz="1333500" rtl="0" eaLnBrk="1" fontAlgn="auto" latinLnBrk="0" hangingPunct="1">
              <a:lnSpc>
                <a:spcPct val="90000"/>
              </a:lnSpc>
              <a:spcBef>
                <a:spcPct val="0"/>
              </a:spcBef>
              <a:spcAft>
                <a:spcPct val="35000"/>
              </a:spcAft>
              <a:buClrTx/>
              <a:buSzTx/>
              <a:buFontTx/>
              <a:buNone/>
              <a:tabLst/>
              <a:defRPr/>
            </a:pPr>
            <a:r>
              <a:rPr lang="en-GB" sz="1200" b="1">
                <a:solidFill>
                  <a:srgbClr val="FFFFFF"/>
                </a:solidFill>
                <a:latin typeface="Calibri" panose="020F0502020204030204" pitchFamily="34" charset="0"/>
                <a:cs typeface="Calibri" panose="020F0502020204030204" pitchFamily="34" charset="0"/>
              </a:rPr>
              <a:t>6</a:t>
            </a:r>
            <a:r>
              <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a:t>
            </a:r>
            <a:r>
              <a:rPr lang="en-US" sz="1200" b="1">
                <a:solidFill>
                  <a:srgbClr val="FFFFFF"/>
                </a:solidFill>
                <a:latin typeface="Calibri" panose="020F0502020204030204" pitchFamily="34" charset="0"/>
                <a:cs typeface="Calibri" panose="020F0502020204030204" pitchFamily="34" charset="0"/>
              </a:rPr>
              <a:t>Lease postings verification by Markets</a:t>
            </a:r>
            <a:endParaRPr kumimoji="0" lang="en-GB" sz="12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6" name="TextBox 55">
            <a:extLst>
              <a:ext uri="{FF2B5EF4-FFF2-40B4-BE49-F238E27FC236}">
                <a16:creationId xmlns:a16="http://schemas.microsoft.com/office/drawing/2014/main" id="{AABBA083-691B-D988-216C-6EB798D41F37}"/>
              </a:ext>
            </a:extLst>
          </p:cNvPr>
          <p:cNvSpPr txBox="1"/>
          <p:nvPr/>
        </p:nvSpPr>
        <p:spPr>
          <a:xfrm>
            <a:off x="9407417" y="6259141"/>
            <a:ext cx="2722765" cy="481142"/>
          </a:xfrm>
          <a:prstGeom prst="rect">
            <a:avLst/>
          </a:prstGeom>
          <a:noFill/>
        </p:spPr>
        <p:txBody>
          <a:bodyPr wrap="square" lIns="0" tIns="0" rIns="0" bIns="0" rtlCol="0">
            <a:noAutofit/>
          </a:bodyPr>
          <a:lstStyle/>
          <a:p>
            <a:pPr algn="l"/>
            <a:r>
              <a:rPr lang="en-US" sz="1050">
                <a:latin typeface="Calibri" panose="020F0502020204030204" pitchFamily="34" charset="0"/>
                <a:ea typeface="Calibri" panose="020F0502020204030204" pitchFamily="34" charset="0"/>
                <a:cs typeface="Calibri" panose="020F0502020204030204" pitchFamily="34" charset="0"/>
              </a:rPr>
              <a:t>Market checks SAP postings</a:t>
            </a:r>
            <a:r>
              <a:rPr lang="ru-RU" sz="1050">
                <a:latin typeface="Calibri" panose="020F0502020204030204" pitchFamily="34" charset="0"/>
                <a:ea typeface="Calibri" panose="020F0502020204030204" pitchFamily="34" charset="0"/>
                <a:cs typeface="Calibri" panose="020F0502020204030204" pitchFamily="34" charset="0"/>
              </a:rPr>
              <a:t>/</a:t>
            </a:r>
            <a:r>
              <a:rPr lang="en-US" sz="1050">
                <a:latin typeface="Calibri" panose="020F0502020204030204" pitchFamily="34" charset="0"/>
                <a:ea typeface="Calibri" panose="020F0502020204030204" pitchFamily="34" charset="0"/>
                <a:cs typeface="Calibri" panose="020F0502020204030204" pitchFamily="34" charset="0"/>
              </a:rPr>
              <a:t>NPV report data for completeness and correctness. LAT corrects the issue (if any) based on the email from the Market.</a:t>
            </a:r>
          </a:p>
          <a:p>
            <a:pPr marL="228600" indent="-228600" algn="l">
              <a:buAutoNum type="arabicPeriod"/>
            </a:pPr>
            <a:endParaRPr lang="en-US" sz="1050"/>
          </a:p>
        </p:txBody>
      </p:sp>
      <p:sp>
        <p:nvSpPr>
          <p:cNvPr id="52" name="Freeform: Shape 51">
            <a:extLst>
              <a:ext uri="{FF2B5EF4-FFF2-40B4-BE49-F238E27FC236}">
                <a16:creationId xmlns:a16="http://schemas.microsoft.com/office/drawing/2014/main" id="{13063A04-8FD1-950F-5667-B9ABBEE793DF}"/>
              </a:ext>
            </a:extLst>
          </p:cNvPr>
          <p:cNvSpPr/>
          <p:nvPr/>
        </p:nvSpPr>
        <p:spPr>
          <a:xfrm rot="5400000">
            <a:off x="10810578" y="5087669"/>
            <a:ext cx="115062" cy="671224"/>
          </a:xfrm>
          <a:custGeom>
            <a:avLst/>
            <a:gdLst>
              <a:gd name="connsiteX0" fmla="*/ 0 w 590732"/>
              <a:gd name="connsiteY0" fmla="*/ 91526 h 457630"/>
              <a:gd name="connsiteX1" fmla="*/ 361917 w 590732"/>
              <a:gd name="connsiteY1" fmla="*/ 91526 h 457630"/>
              <a:gd name="connsiteX2" fmla="*/ 361917 w 590732"/>
              <a:gd name="connsiteY2" fmla="*/ 0 h 457630"/>
              <a:gd name="connsiteX3" fmla="*/ 590732 w 590732"/>
              <a:gd name="connsiteY3" fmla="*/ 228815 h 457630"/>
              <a:gd name="connsiteX4" fmla="*/ 361917 w 590732"/>
              <a:gd name="connsiteY4" fmla="*/ 457630 h 457630"/>
              <a:gd name="connsiteX5" fmla="*/ 361917 w 590732"/>
              <a:gd name="connsiteY5" fmla="*/ 366104 h 457630"/>
              <a:gd name="connsiteX6" fmla="*/ 0 w 590732"/>
              <a:gd name="connsiteY6" fmla="*/ 366104 h 457630"/>
              <a:gd name="connsiteX7" fmla="*/ 0 w 590732"/>
              <a:gd name="connsiteY7" fmla="*/ 91526 h 4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732" h="457630">
                <a:moveTo>
                  <a:pt x="0" y="91526"/>
                </a:moveTo>
                <a:lnTo>
                  <a:pt x="361917" y="91526"/>
                </a:lnTo>
                <a:lnTo>
                  <a:pt x="361917" y="0"/>
                </a:lnTo>
                <a:lnTo>
                  <a:pt x="590732" y="228815"/>
                </a:lnTo>
                <a:lnTo>
                  <a:pt x="361917" y="457630"/>
                </a:lnTo>
                <a:lnTo>
                  <a:pt x="361917" y="366104"/>
                </a:lnTo>
                <a:lnTo>
                  <a:pt x="0" y="366104"/>
                </a:lnTo>
                <a:lnTo>
                  <a:pt x="0" y="91526"/>
                </a:lnTo>
                <a:close/>
              </a:path>
            </a:pathLst>
          </a:custGeom>
          <a:effectLst>
            <a:outerShdw blurRad="50800" dist="38100" dir="2700000" algn="tl" rotWithShape="0">
              <a:prstClr val="black">
                <a:alpha val="40000"/>
              </a:prstClr>
            </a:outerShdw>
          </a:effectLst>
        </p:spPr>
        <p:style>
          <a:lnRef idx="0">
            <a:schemeClr val="accent3">
              <a:shade val="90000"/>
              <a:hueOff val="0"/>
              <a:satOff val="0"/>
              <a:lumOff val="0"/>
              <a:alphaOff val="0"/>
            </a:schemeClr>
          </a:lnRef>
          <a:fillRef idx="3">
            <a:schemeClr val="accent3">
              <a:shade val="90000"/>
              <a:hueOff val="0"/>
              <a:satOff val="0"/>
              <a:lumOff val="0"/>
              <a:alphaOff val="0"/>
            </a:schemeClr>
          </a:fillRef>
          <a:effectRef idx="2">
            <a:schemeClr val="accent3">
              <a:shade val="90000"/>
              <a:hueOff val="0"/>
              <a:satOff val="0"/>
              <a:lumOff val="0"/>
              <a:alphaOff val="0"/>
            </a:schemeClr>
          </a:effectRef>
          <a:fontRef idx="minor">
            <a:schemeClr val="lt1"/>
          </a:fontRef>
        </p:style>
        <p:txBody>
          <a:bodyPr spcFirstLastPara="0" vert="horz" wrap="square" lIns="0" tIns="91526" rIns="137289" bIns="91526"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5742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ED49D8-1FBC-3CEF-6140-44964F3EF733}"/>
              </a:ext>
            </a:extLst>
          </p:cNvPr>
          <p:cNvSpPr txBox="1"/>
          <p:nvPr/>
        </p:nvSpPr>
        <p:spPr>
          <a:xfrm>
            <a:off x="294968" y="6381135"/>
            <a:ext cx="1258529" cy="324465"/>
          </a:xfrm>
          <a:prstGeom prst="rect">
            <a:avLst/>
          </a:prstGeom>
          <a:solidFill>
            <a:schemeClr val="bg1"/>
          </a:solidFill>
        </p:spPr>
        <p:txBody>
          <a:bodyPr wrap="square" lIns="0" tIns="0" rIns="0" bIns="0" rtlCol="0">
            <a:noAutofit/>
          </a:bodyPr>
          <a:lstStyle/>
          <a:p>
            <a:pPr algn="l"/>
            <a:endParaRPr lang="en-US" err="1"/>
          </a:p>
        </p:txBody>
      </p:sp>
      <p:graphicFrame>
        <p:nvGraphicFramePr>
          <p:cNvPr id="26" name="Object 25" hidden="1">
            <a:extLst>
              <a:ext uri="{FF2B5EF4-FFF2-40B4-BE49-F238E27FC236}">
                <a16:creationId xmlns:a16="http://schemas.microsoft.com/office/drawing/2014/main" id="{8D55A72F-5513-4775-9456-B6082ADD50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99" imgH="499" progId="TCLayout.ActiveDocument.1">
                  <p:embed/>
                </p:oleObj>
              </mc:Choice>
              <mc:Fallback>
                <p:oleObj name="think-cell Slide" r:id="rId6" imgW="499" imgH="499" progId="TCLayout.ActiveDocument.1">
                  <p:embed/>
                  <p:pic>
                    <p:nvPicPr>
                      <p:cNvPr id="26" name="Object 25" hidden="1">
                        <a:extLst>
                          <a:ext uri="{FF2B5EF4-FFF2-40B4-BE49-F238E27FC236}">
                            <a16:creationId xmlns:a16="http://schemas.microsoft.com/office/drawing/2014/main" id="{8D55A72F-5513-4775-9456-B6082ADD502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7DB5718-8378-4718-9262-91265171DDE9}"/>
              </a:ext>
            </a:extLst>
          </p:cNvPr>
          <p:cNvSpPr/>
          <p:nvPr>
            <p:custDataLst>
              <p:tags r:id="rId2"/>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4" name="Title 3">
            <a:extLst>
              <a:ext uri="{FF2B5EF4-FFF2-40B4-BE49-F238E27FC236}">
                <a16:creationId xmlns:a16="http://schemas.microsoft.com/office/drawing/2014/main" id="{F97AFCFA-EABB-4D8A-93A9-E8F9656C6146}"/>
              </a:ext>
            </a:extLst>
          </p:cNvPr>
          <p:cNvSpPr>
            <a:spLocks noGrp="1"/>
          </p:cNvSpPr>
          <p:nvPr>
            <p:ph type="title"/>
          </p:nvPr>
        </p:nvSpPr>
        <p:spPr>
          <a:xfrm>
            <a:off x="1651319" y="165288"/>
            <a:ext cx="9360000" cy="984247"/>
          </a:xfrm>
        </p:spPr>
        <p:txBody>
          <a:bodyPr/>
          <a:lstStyle/>
          <a:p>
            <a:r>
              <a:rPr kumimoji="0" lang="en-GB" sz="32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PO Creation/Contract Submission </a:t>
            </a:r>
            <a:endParaRPr lang="en-GB"/>
          </a:p>
        </p:txBody>
      </p:sp>
      <p:sp>
        <p:nvSpPr>
          <p:cNvPr id="5" name="Content Placeholder 4">
            <a:extLst>
              <a:ext uri="{FF2B5EF4-FFF2-40B4-BE49-F238E27FC236}">
                <a16:creationId xmlns:a16="http://schemas.microsoft.com/office/drawing/2014/main" id="{09CE20F3-819E-40FE-91DF-E548027F1CEC}"/>
              </a:ext>
            </a:extLst>
          </p:cNvPr>
          <p:cNvSpPr txBox="1">
            <a:spLocks/>
          </p:cNvSpPr>
          <p:nvPr/>
        </p:nvSpPr>
        <p:spPr>
          <a:xfrm>
            <a:off x="342356" y="3083138"/>
            <a:ext cx="11507287" cy="3460229"/>
          </a:xfrm>
          <a:prstGeom prst="rect">
            <a:avLst/>
          </a:prstGeom>
        </p:spPr>
        <p:txBody>
          <a:bodyPr lIns="91440" tIns="45720" rIns="91440" bIns="45720" anchor="t">
            <a:normAutofit/>
          </a:bodyPr>
          <a:lst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defRPr/>
            </a:pPr>
            <a:r>
              <a:rPr lang="en-US" sz="1400">
                <a:solidFill>
                  <a:srgbClr val="000000"/>
                </a:solidFill>
                <a:latin typeface="Arial" panose="020B0604020202020204"/>
              </a:rPr>
              <a:t>Prior to WD-4 </a:t>
            </a:r>
            <a:r>
              <a:rPr lang="en-US" sz="1400" b="1">
                <a:solidFill>
                  <a:srgbClr val="000000"/>
                </a:solidFill>
                <a:latin typeface="Arial" panose="020B0604020202020204"/>
              </a:rPr>
              <a:t>Market Indirect Procurement (IP) </a:t>
            </a:r>
            <a:r>
              <a:rPr lang="en-US" sz="1400">
                <a:solidFill>
                  <a:srgbClr val="000000"/>
                </a:solidFill>
                <a:latin typeface="Arial" panose="020B0604020202020204"/>
              </a:rPr>
              <a:t>should create all the Purchase Orders (PO) for leased assets </a:t>
            </a:r>
          </a:p>
          <a:p>
            <a:pPr marL="285750" indent="-285750">
              <a:buFont typeface="Arial" panose="020B0604020202020204" pitchFamily="34" charset="0"/>
              <a:buChar char="•"/>
              <a:defRPr/>
            </a:pPr>
            <a:r>
              <a:rPr lang="en-US" sz="1400">
                <a:solidFill>
                  <a:srgbClr val="000000"/>
                </a:solidFill>
                <a:latin typeface="Arial" panose="020B0604020202020204"/>
              </a:rPr>
              <a:t>Within the same timelines after the PO creation </a:t>
            </a:r>
            <a:r>
              <a:rPr lang="en-US" sz="1400" b="1">
                <a:solidFill>
                  <a:srgbClr val="000000"/>
                </a:solidFill>
                <a:latin typeface="Arial" panose="020B0604020202020204"/>
              </a:rPr>
              <a:t>IP</a:t>
            </a:r>
            <a:r>
              <a:rPr lang="en-US" sz="1400">
                <a:solidFill>
                  <a:srgbClr val="000000"/>
                </a:solidFill>
                <a:latin typeface="Arial" panose="020B0604020202020204"/>
              </a:rPr>
              <a:t> should submit the templates with the lease contracts data to GBS LAT </a:t>
            </a:r>
            <a:r>
              <a:rPr lang="en-US" sz="1400" b="1">
                <a:solidFill>
                  <a:srgbClr val="000000"/>
                </a:solidFill>
                <a:latin typeface="Arial" panose="020B0604020202020204"/>
              </a:rPr>
              <a:t>via</a:t>
            </a:r>
            <a:r>
              <a:rPr lang="en-US" sz="1400" b="1">
                <a:solidFill>
                  <a:srgbClr val="FF0000"/>
                </a:solidFill>
                <a:latin typeface="Arial" panose="020B0604020202020204"/>
              </a:rPr>
              <a:t> </a:t>
            </a:r>
            <a:r>
              <a:rPr lang="en-US" sz="1400" b="1">
                <a:latin typeface="Arial" panose="020B0604020202020204"/>
              </a:rPr>
              <a:t>MyJTI or for JT/non-sap entities through email </a:t>
            </a:r>
            <a:r>
              <a:rPr lang="en-US" sz="1400">
                <a:effectLst/>
                <a:hlinkClick r:id="rId8">
                  <a:extLst>
                    <a:ext uri="{A12FA001-AC4F-418D-AE19-62706E023703}">
                      <ahyp:hlinkClr xmlns:ahyp="http://schemas.microsoft.com/office/drawing/2018/hyperlinkcolor" val="tx"/>
                    </a:ext>
                  </a:extLst>
                </a:hlinkClick>
              </a:rPr>
              <a:t>jtleasecontractforlat@jti.com</a:t>
            </a:r>
            <a:r>
              <a:rPr lang="en-US" sz="1400">
                <a:latin typeface="Arial" panose="020B0604020202020204"/>
              </a:rPr>
              <a:t>. Contracts should be attached to the templates. </a:t>
            </a:r>
            <a:endParaRPr lang="en-US" sz="1400">
              <a:latin typeface="Arial" panose="020B0604020202020204"/>
              <a:cs typeface="Arial"/>
            </a:endParaRPr>
          </a:p>
          <a:p>
            <a:pPr marL="285750" indent="-285750">
              <a:buFont typeface="Arial" panose="020B0604020202020204" pitchFamily="34" charset="0"/>
              <a:buChar char="•"/>
              <a:defRPr/>
            </a:pPr>
            <a:r>
              <a:rPr lang="en-US" sz="1400">
                <a:solidFill>
                  <a:srgbClr val="000000"/>
                </a:solidFill>
                <a:latin typeface="Arial" panose="020B0604020202020204"/>
              </a:rPr>
              <a:t>The template contains the general information regarding the contract e.g., Asset description (always in English), asset type, contract currency, start and end dates of the contract, payment frequency. If the attached contract is in the language different to English or Polish (e.g., Japanese), additional information should be added to the template (see on the next slide)</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a:solidFill>
                  <a:srgbClr val="000000"/>
                </a:solidFill>
                <a:latin typeface="Arial" panose="020B0604020202020204"/>
              </a:rPr>
              <a:t>If the template is submitted to LAT after the deadline, it is considered for the following month postings</a:t>
            </a: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template should be as clear and detailed as possible to avoid misunderstanding, questions from LAT and mistakes in postings</a:t>
            </a:r>
          </a:p>
          <a:p>
            <a:pPr marL="285750" indent="-285750">
              <a:buFont typeface="Arial" panose="020B0604020202020204" pitchFamily="34" charset="0"/>
              <a:buChar char="•"/>
              <a:defRPr/>
            </a:pP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For all leased assets except cars</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one template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should be created for only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one PO</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a:t>
            </a:r>
            <a:r>
              <a:rPr lang="en-US" sz="1400">
                <a:solidFill>
                  <a:srgbClr val="000000"/>
                </a:solidFill>
                <a:latin typeface="Arial" panose="020B0604020202020204"/>
              </a:rPr>
              <a:t>In case one template considers more than 1 asset (one PO with several lines for each asset), it is required to add details for each asset using field for additional notes. </a:t>
            </a:r>
          </a:p>
          <a:p>
            <a:pPr marL="285750" indent="-285750">
              <a:buFont typeface="Arial" panose="020B0604020202020204" pitchFamily="34" charset="0"/>
              <a:buChar char="•"/>
              <a:defRPr/>
            </a:pPr>
            <a:r>
              <a:rPr lang="en-US" sz="1400" b="1">
                <a:solidFill>
                  <a:srgbClr val="000000"/>
                </a:solidFill>
                <a:latin typeface="Arial" panose="020B0604020202020204"/>
              </a:rPr>
              <a:t>For leased cars</a:t>
            </a:r>
            <a:r>
              <a:rPr lang="en-US" sz="1400">
                <a:solidFill>
                  <a:srgbClr val="000000"/>
                </a:solidFill>
                <a:latin typeface="Arial" panose="020B0604020202020204"/>
              </a:rPr>
              <a:t>, </a:t>
            </a:r>
            <a:r>
              <a:rPr lang="en-US" sz="1400" b="1">
                <a:solidFill>
                  <a:srgbClr val="000000"/>
                </a:solidFill>
                <a:latin typeface="Arial" panose="020B0604020202020204"/>
              </a:rPr>
              <a:t>one template </a:t>
            </a:r>
            <a:r>
              <a:rPr lang="en-US" sz="1400">
                <a:solidFill>
                  <a:srgbClr val="000000"/>
                </a:solidFill>
                <a:latin typeface="Arial" panose="020B0604020202020204"/>
              </a:rPr>
              <a:t>can cover </a:t>
            </a:r>
            <a:r>
              <a:rPr lang="en-US" sz="1400" b="1">
                <a:solidFill>
                  <a:srgbClr val="000000"/>
                </a:solidFill>
                <a:latin typeface="Arial" panose="020B0604020202020204"/>
              </a:rPr>
              <a:t>several POs </a:t>
            </a:r>
            <a:r>
              <a:rPr lang="en-US" sz="1400">
                <a:solidFill>
                  <a:srgbClr val="000000"/>
                </a:solidFill>
                <a:latin typeface="Arial" panose="020B0604020202020204"/>
              </a:rPr>
              <a:t>of </a:t>
            </a:r>
            <a:r>
              <a:rPr lang="en-US" sz="1400" b="1">
                <a:solidFill>
                  <a:srgbClr val="000000"/>
                </a:solidFill>
                <a:latin typeface="Arial" panose="020B0604020202020204"/>
              </a:rPr>
              <a:t>one</a:t>
            </a:r>
            <a:r>
              <a:rPr lang="en-US" sz="1400">
                <a:solidFill>
                  <a:srgbClr val="000000"/>
                </a:solidFill>
                <a:latin typeface="Arial" panose="020B0604020202020204"/>
              </a:rPr>
              <a:t> entity. Templates for leased cars are submitted </a:t>
            </a:r>
            <a:r>
              <a:rPr lang="en-US" sz="1400" b="1">
                <a:solidFill>
                  <a:srgbClr val="000000"/>
                </a:solidFill>
                <a:latin typeface="Arial" panose="020B0604020202020204"/>
              </a:rPr>
              <a:t>once per month</a:t>
            </a:r>
            <a:r>
              <a:rPr lang="en-US" sz="1400">
                <a:solidFill>
                  <a:srgbClr val="000000"/>
                </a:solidFill>
                <a:latin typeface="Arial" panose="020B0604020202020204"/>
              </a:rPr>
              <a:t>.</a:t>
            </a:r>
          </a:p>
          <a:p>
            <a:pPr marL="285750" indent="-285750">
              <a:buFont typeface="Arial" panose="020B0604020202020204" pitchFamily="34" charset="0"/>
              <a:buChar char="•"/>
              <a:defRPr/>
            </a:pPr>
            <a:endParaRPr lang="en-US" sz="1400">
              <a:solidFill>
                <a:srgbClr val="000000"/>
              </a:solidFill>
              <a:latin typeface="Arial" panose="020B0604020202020204"/>
            </a:endParaRPr>
          </a:p>
          <a:p>
            <a:pPr>
              <a:defRPr/>
            </a:pPr>
            <a:endParaRPr lang="en-US" sz="1400">
              <a:solidFill>
                <a:srgbClr val="000000"/>
              </a:solidFill>
              <a:latin typeface="Arial" panose="020B0604020202020204"/>
            </a:endParaRPr>
          </a:p>
        </p:txBody>
      </p:sp>
      <p:pic>
        <p:nvPicPr>
          <p:cNvPr id="11" name="Picture 10">
            <a:extLst>
              <a:ext uri="{FF2B5EF4-FFF2-40B4-BE49-F238E27FC236}">
                <a16:creationId xmlns:a16="http://schemas.microsoft.com/office/drawing/2014/main" id="{0C70A631-E9D5-289D-B2B3-7793B0ECD50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4126" y="1757922"/>
            <a:ext cx="10986077" cy="122512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46929449"/>
      </p:ext>
    </p:extLst>
  </p:cSld>
  <p:clrMapOvr>
    <a:masterClrMapping/>
  </p:clrMapOvr>
  <p:extLst>
    <p:ext uri="{6950BFC3-D8DA-4A85-94F7-54DA5524770B}">
      <p188:commentRel xmlns:p188="http://schemas.microsoft.com/office/powerpoint/2018/8/main" r:id="rId5"/>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8D55A72F-5513-4775-9456-B6082ADD50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99" imgH="499" progId="TCLayout.ActiveDocument.1">
                  <p:embed/>
                </p:oleObj>
              </mc:Choice>
              <mc:Fallback>
                <p:oleObj name="think-cell Slide" r:id="rId5" imgW="499" imgH="499" progId="TCLayout.ActiveDocument.1">
                  <p:embed/>
                  <p:pic>
                    <p:nvPicPr>
                      <p:cNvPr id="26" name="Object 25" hidden="1">
                        <a:extLst>
                          <a:ext uri="{FF2B5EF4-FFF2-40B4-BE49-F238E27FC236}">
                            <a16:creationId xmlns:a16="http://schemas.microsoft.com/office/drawing/2014/main" id="{8D55A72F-5513-4775-9456-B6082ADD502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7DB5718-8378-4718-9262-91265171DDE9}"/>
              </a:ext>
            </a:extLst>
          </p:cNvPr>
          <p:cNvSpPr/>
          <p:nvPr>
            <p:custDataLst>
              <p:tags r:id="rId2"/>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4" name="Title 3">
            <a:extLst>
              <a:ext uri="{FF2B5EF4-FFF2-40B4-BE49-F238E27FC236}">
                <a16:creationId xmlns:a16="http://schemas.microsoft.com/office/drawing/2014/main" id="{F97AFCFA-EABB-4D8A-93A9-E8F9656C6146}"/>
              </a:ext>
            </a:extLst>
          </p:cNvPr>
          <p:cNvSpPr>
            <a:spLocks noGrp="1"/>
          </p:cNvSpPr>
          <p:nvPr>
            <p:ph type="title"/>
          </p:nvPr>
        </p:nvSpPr>
        <p:spPr>
          <a:xfrm>
            <a:off x="1553497" y="248415"/>
            <a:ext cx="9615246" cy="984247"/>
          </a:xfrm>
        </p:spPr>
        <p:txBody>
          <a:bodyPr/>
          <a:lstStyle/>
          <a:p>
            <a:r>
              <a:rPr kumimoji="0" lang="en-GB" sz="32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PO Creation/Contract Submission</a:t>
            </a:r>
            <a:endParaRPr lang="en-GB"/>
          </a:p>
        </p:txBody>
      </p:sp>
      <p:sp>
        <p:nvSpPr>
          <p:cNvPr id="5" name="Content Placeholder 4">
            <a:extLst>
              <a:ext uri="{FF2B5EF4-FFF2-40B4-BE49-F238E27FC236}">
                <a16:creationId xmlns:a16="http://schemas.microsoft.com/office/drawing/2014/main" id="{09CE20F3-819E-40FE-91DF-E548027F1CEC}"/>
              </a:ext>
            </a:extLst>
          </p:cNvPr>
          <p:cNvSpPr txBox="1">
            <a:spLocks/>
          </p:cNvSpPr>
          <p:nvPr/>
        </p:nvSpPr>
        <p:spPr>
          <a:xfrm>
            <a:off x="495013" y="1324271"/>
            <a:ext cx="11402019" cy="5285314"/>
          </a:xfrm>
          <a:prstGeom prst="rect">
            <a:avLst/>
          </a:prstGeom>
        </p:spPr>
        <p:txBody>
          <a:bodyPr>
            <a:normAutofit/>
          </a:bodyPr>
          <a:lst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fontAlgn="auto">
              <a:spcBef>
                <a:spcPts val="0"/>
              </a:spcBef>
              <a:buClrTx/>
              <a:buSzTx/>
              <a:buFont typeface="Arial" panose="020B0604020202020204" pitchFamily="34" charset="0"/>
              <a:buChar char="•"/>
              <a:tabLst/>
              <a:defRPr/>
            </a:pPr>
            <a:endParaRPr lang="ru-RU" sz="1400">
              <a:latin typeface="+mj-lt"/>
              <a:cs typeface="Times New Roman" panose="02020603050405020304" pitchFamily="18" charset="0"/>
            </a:endParaRPr>
          </a:p>
          <a:p>
            <a:pPr>
              <a:spcBef>
                <a:spcPts val="0"/>
              </a:spcBef>
              <a:defRPr/>
            </a:pPr>
            <a:r>
              <a:rPr lang="en-US" sz="1400">
                <a:solidFill>
                  <a:srgbClr val="000000"/>
                </a:solidFill>
                <a:latin typeface="Arial" panose="020B0604020202020204"/>
              </a:rPr>
              <a:t>Additional information is requested by GBS LAT for contracts in languages other than English and Polish e.g.: </a:t>
            </a:r>
          </a:p>
          <a:p>
            <a:pPr>
              <a:spcBef>
                <a:spcPts val="0"/>
              </a:spcBef>
              <a:defRPr/>
            </a:pPr>
            <a:endParaRPr lang="ru-RU" sz="1400">
              <a:latin typeface="+mj-lt"/>
              <a:cs typeface="Times New Roman" panose="02020603050405020304" pitchFamily="18" charset="0"/>
            </a:endParaRPr>
          </a:p>
          <a:p>
            <a:pPr marL="285750" lvl="0" indent="-285750" fontAlgn="auto">
              <a:spcBef>
                <a:spcPts val="0"/>
              </a:spcBef>
              <a:buClrTx/>
              <a:buSzTx/>
              <a:buFont typeface="Arial" panose="020B0604020202020204" pitchFamily="34" charset="0"/>
              <a:buChar char="•"/>
              <a:tabLst/>
              <a:defRPr/>
            </a:pPr>
            <a:r>
              <a:rPr lang="en-US" sz="1400">
                <a:latin typeface="+mj-lt"/>
                <a:cs typeface="Times New Roman" panose="02020603050405020304" pitchFamily="18" charset="0"/>
              </a:rPr>
              <a:t>Is there an extension option for the contract (e.g., if the contract is for 5 years but its already known it can be extended). If YES – details should be provided in the text field</a:t>
            </a:r>
          </a:p>
          <a:p>
            <a:pPr marL="285750" indent="-285750">
              <a:spcBef>
                <a:spcPts val="0"/>
              </a:spcBef>
              <a:buFont typeface="Arial" panose="020B0604020202020204" pitchFamily="34" charset="0"/>
              <a:buChar char="•"/>
              <a:defRPr/>
            </a:pPr>
            <a:r>
              <a:rPr lang="en-US" sz="1400">
                <a:latin typeface="+mj-lt"/>
                <a:cs typeface="Times New Roman" panose="02020603050405020304" pitchFamily="18" charset="0"/>
              </a:rPr>
              <a:t>Payment date and period e.g., we pay on the 1st of January for January, or we pay on the 15th of January for the period January 15th – February 15</a:t>
            </a:r>
            <a:r>
              <a:rPr lang="en-US" sz="1400" baseline="30000">
                <a:latin typeface="+mj-lt"/>
                <a:cs typeface="Times New Roman" panose="02020603050405020304" pitchFamily="18" charset="0"/>
              </a:rPr>
              <a:t>th</a:t>
            </a:r>
            <a:endParaRPr lang="en-US" sz="1400">
              <a:latin typeface="+mj-lt"/>
              <a:cs typeface="Times New Roman" panose="02020603050405020304" pitchFamily="18" charset="0"/>
            </a:endParaRPr>
          </a:p>
          <a:p>
            <a:pPr marL="285750" indent="-285750">
              <a:spcBef>
                <a:spcPts val="0"/>
              </a:spcBef>
              <a:buFont typeface="Arial" panose="020B0604020202020204" pitchFamily="34" charset="0"/>
              <a:buChar char="•"/>
              <a:defRPr/>
            </a:pPr>
            <a:r>
              <a:rPr lang="en-US" sz="1400">
                <a:latin typeface="+mj-lt"/>
                <a:cs typeface="Times New Roman" panose="02020603050405020304" pitchFamily="18" charset="0"/>
              </a:rPr>
              <a:t>Advance or post payment </a:t>
            </a:r>
          </a:p>
          <a:p>
            <a:pPr marL="285750" indent="-285750">
              <a:spcBef>
                <a:spcPts val="0"/>
              </a:spcBef>
              <a:buFont typeface="Arial" panose="020B0604020202020204" pitchFamily="34" charset="0"/>
              <a:buChar char="•"/>
              <a:defRPr/>
            </a:pPr>
            <a:r>
              <a:rPr lang="en-US" sz="1400">
                <a:latin typeface="+mj-lt"/>
                <a:cs typeface="Times New Roman" panose="02020603050405020304" pitchFamily="18" charset="0"/>
              </a:rPr>
              <a:t>Number of assets (e.g., there may be 500 vehicles in one Contract and PO).  Conditions for all the assets (e.g., values, dates) should be the same</a:t>
            </a:r>
            <a:r>
              <a:rPr lang="pl-PL" sz="1400">
                <a:latin typeface="+mj-lt"/>
                <a:cs typeface="Times New Roman" panose="02020603050405020304" pitchFamily="18" charset="0"/>
              </a:rPr>
              <a:t> </a:t>
            </a:r>
            <a:endParaRPr lang="en-US" sz="1400">
              <a:latin typeface="+mj-lt"/>
              <a:cs typeface="Times New Roman" panose="02020603050405020304" pitchFamily="18" charset="0"/>
            </a:endParaRPr>
          </a:p>
          <a:p>
            <a:pPr marL="285750" indent="-285750">
              <a:spcBef>
                <a:spcPts val="0"/>
              </a:spcBef>
              <a:buFont typeface="Arial" panose="020B0604020202020204" pitchFamily="34" charset="0"/>
              <a:buChar char="•"/>
              <a:defRPr/>
            </a:pPr>
            <a:r>
              <a:rPr lang="en-US" sz="1400">
                <a:latin typeface="+mj-lt"/>
                <a:cs typeface="Times New Roman" panose="02020603050405020304" pitchFamily="18" charset="0"/>
              </a:rPr>
              <a:t>When the 1st invoice should be posted, and payments should start</a:t>
            </a: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Is the payment amount fixed or will change during the year. If changes planned – details should be provided in the text field</a:t>
            </a:r>
            <a:endParaRPr lang="en-US" sz="1400">
              <a:effectLst/>
              <a:latin typeface="+mj-lt"/>
              <a:ea typeface="Calibri" panose="020F0502020204030204" pitchFamily="34" charset="0"/>
              <a:cs typeface="Times New Roman" panose="02020603050405020304" pitchFamily="18" charset="0"/>
            </a:endParaRP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A</a:t>
            </a:r>
            <a:r>
              <a:rPr lang="en-US" sz="1400">
                <a:effectLst/>
                <a:latin typeface="+mj-lt"/>
                <a:ea typeface="Calibri" panose="020F0502020204030204" pitchFamily="34" charset="0"/>
                <a:cs typeface="Times New Roman" panose="02020603050405020304" pitchFamily="18" charset="0"/>
              </a:rPr>
              <a:t>re there any deposits, guaranties etc. If YES – detailed should be provided in the text field.</a:t>
            </a: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A</a:t>
            </a:r>
            <a:r>
              <a:rPr lang="en-US" sz="1400">
                <a:effectLst/>
                <a:latin typeface="+mj-lt"/>
                <a:ea typeface="Calibri" panose="020F0502020204030204" pitchFamily="34" charset="0"/>
                <a:cs typeface="Times New Roman" panose="02020603050405020304" pitchFamily="18" charset="0"/>
              </a:rPr>
              <a:t>ny legal, transportation</a:t>
            </a:r>
            <a:r>
              <a:rPr lang="en-US" sz="1400">
                <a:latin typeface="+mj-lt"/>
                <a:ea typeface="Calibri" panose="020F0502020204030204" pitchFamily="34" charset="0"/>
                <a:cs typeface="Times New Roman" panose="02020603050405020304" pitchFamily="18" charset="0"/>
              </a:rPr>
              <a:t>, other additional </a:t>
            </a:r>
            <a:r>
              <a:rPr lang="en-US" sz="1400">
                <a:effectLst/>
                <a:latin typeface="+mj-lt"/>
                <a:ea typeface="Calibri" panose="020F0502020204030204" pitchFamily="34" charset="0"/>
                <a:cs typeface="Times New Roman" panose="02020603050405020304" pitchFamily="18" charset="0"/>
              </a:rPr>
              <a:t>costs planned? If </a:t>
            </a:r>
            <a:r>
              <a:rPr lang="en-US" sz="1400">
                <a:latin typeface="+mj-lt"/>
                <a:ea typeface="Calibri" panose="020F0502020204030204" pitchFamily="34" charset="0"/>
                <a:cs typeface="Times New Roman" panose="02020603050405020304" pitchFamily="18" charset="0"/>
              </a:rPr>
              <a:t>YES</a:t>
            </a:r>
            <a:r>
              <a:rPr lang="en-US" sz="1400">
                <a:effectLst/>
                <a:latin typeface="+mj-lt"/>
                <a:ea typeface="Calibri" panose="020F0502020204030204" pitchFamily="34" charset="0"/>
                <a:cs typeface="Times New Roman" panose="02020603050405020304" pitchFamily="18" charset="0"/>
              </a:rPr>
              <a:t> -  amount and other details should be provided in the text field</a:t>
            </a: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A</a:t>
            </a:r>
            <a:r>
              <a:rPr lang="en-US" sz="1400">
                <a:effectLst/>
                <a:latin typeface="+mj-lt"/>
                <a:ea typeface="Calibri" panose="020F0502020204030204" pitchFamily="34" charset="0"/>
                <a:cs typeface="Times New Roman" panose="02020603050405020304" pitchFamily="18" charset="0"/>
              </a:rPr>
              <a:t>ccounting assessment (e.g., if it’s a low value asset)</a:t>
            </a: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If contract has an option to replace the asset (e.g., </a:t>
            </a:r>
            <a:r>
              <a:rPr lang="en-US" sz="1400">
                <a:effectLst/>
                <a:latin typeface="+mj-lt"/>
                <a:ea typeface="Calibri" panose="020F0502020204030204" pitchFamily="34" charset="0"/>
                <a:cs typeface="Times New Roman" panose="02020603050405020304" pitchFamily="18" charset="0"/>
              </a:rPr>
              <a:t>initially we leased BMW, but after a year it was replaced by Volvo)</a:t>
            </a: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Can the contract be terminated earlier? I</a:t>
            </a:r>
            <a:r>
              <a:rPr lang="en-US" sz="1400">
                <a:effectLst/>
                <a:latin typeface="+mj-lt"/>
                <a:ea typeface="Calibri" panose="020F0502020204030204" pitchFamily="34" charset="0"/>
                <a:cs typeface="Times New Roman" panose="02020603050405020304" pitchFamily="18" charset="0"/>
              </a:rPr>
              <a:t>f YES, the earliest date when its possible to terminate (non-cancellable period) should be provided in the text field</a:t>
            </a:r>
            <a:endParaRPr lang="en-US" sz="1400">
              <a:latin typeface="+mj-lt"/>
              <a:ea typeface="Calibri" panose="020F0502020204030204" pitchFamily="34" charset="0"/>
              <a:cs typeface="Times New Roman" panose="02020603050405020304" pitchFamily="18" charset="0"/>
            </a:endParaRPr>
          </a:p>
          <a:p>
            <a:pPr marL="285750" marR="0" indent="-285750">
              <a:spcBef>
                <a:spcPts val="0"/>
              </a:spcBef>
              <a:spcAft>
                <a:spcPts val="0"/>
              </a:spcAft>
              <a:buFont typeface="Arial" panose="020B0604020202020204" pitchFamily="34" charset="0"/>
              <a:buChar char="•"/>
            </a:pPr>
            <a:r>
              <a:rPr lang="en-US" sz="1400">
                <a:latin typeface="+mj-lt"/>
                <a:ea typeface="Calibri" panose="020F0502020204030204" pitchFamily="34" charset="0"/>
                <a:cs typeface="Times New Roman" panose="02020603050405020304" pitchFamily="18" charset="0"/>
              </a:rPr>
              <a:t>Is any asset retirement obligation (ARO) planned? </a:t>
            </a:r>
            <a:r>
              <a:rPr lang="en-US" sz="1400">
                <a:effectLst/>
                <a:latin typeface="+mj-lt"/>
                <a:ea typeface="Calibri" panose="020F0502020204030204" pitchFamily="34" charset="0"/>
                <a:cs typeface="Times New Roman" panose="02020603050405020304" pitchFamily="18" charset="0"/>
              </a:rPr>
              <a:t>If YES, it is required to provide NPV of ARO in the text field</a:t>
            </a:r>
            <a:endParaRPr lang="en-US" sz="1400">
              <a:latin typeface="+mj-lt"/>
              <a:ea typeface="Calibri" panose="020F0502020204030204" pitchFamily="34" charset="0"/>
              <a:cs typeface="Times New Roman" panose="02020603050405020304" pitchFamily="18" charset="0"/>
            </a:endParaRPr>
          </a:p>
          <a:p>
            <a:pPr marL="285750" marR="0" indent="-285750">
              <a:spcBef>
                <a:spcPts val="0"/>
              </a:spcBef>
              <a:spcAft>
                <a:spcPts val="0"/>
              </a:spcAft>
              <a:buFont typeface="Arial" panose="020B0604020202020204" pitchFamily="34" charset="0"/>
              <a:buChar char="•"/>
            </a:pPr>
            <a:r>
              <a:rPr lang="en-US" sz="1400">
                <a:effectLst/>
                <a:latin typeface="+mj-lt"/>
                <a:ea typeface="Calibri" panose="020F0502020204030204" pitchFamily="34" charset="0"/>
                <a:cs typeface="Times New Roman" panose="02020603050405020304" pitchFamily="18" charset="0"/>
              </a:rPr>
              <a:t>If the minimum NPV of the asset at the end of the leasing period (how much the asset should cost at least)</a:t>
            </a:r>
            <a:r>
              <a:rPr lang="en-US" sz="1400">
                <a:latin typeface="+mj-lt"/>
                <a:ea typeface="Calibri" panose="020F0502020204030204" pitchFamily="34" charset="0"/>
                <a:cs typeface="Times New Roman" panose="02020603050405020304" pitchFamily="18" charset="0"/>
              </a:rPr>
              <a:t> is fixed. If YES, it should be provided in the text field. </a:t>
            </a:r>
          </a:p>
          <a:p>
            <a:pPr marL="285750" marR="0" indent="-285750">
              <a:spcBef>
                <a:spcPts val="0"/>
              </a:spcBef>
              <a:spcAft>
                <a:spcPts val="0"/>
              </a:spcAft>
              <a:buFont typeface="Arial" panose="020B0604020202020204" pitchFamily="34" charset="0"/>
              <a:buChar char="•"/>
            </a:pPr>
            <a:endParaRPr lang="en-US" sz="1400">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0ED49D8-1FBC-3CEF-6140-44964F3EF733}"/>
              </a:ext>
            </a:extLst>
          </p:cNvPr>
          <p:cNvSpPr txBox="1"/>
          <p:nvPr/>
        </p:nvSpPr>
        <p:spPr>
          <a:xfrm>
            <a:off x="294968" y="6381135"/>
            <a:ext cx="1258529" cy="324465"/>
          </a:xfrm>
          <a:prstGeom prst="rect">
            <a:avLst/>
          </a:prstGeom>
          <a:solidFill>
            <a:schemeClr val="bg1"/>
          </a:solidFill>
        </p:spPr>
        <p:txBody>
          <a:bodyPr wrap="square" lIns="0" tIns="0" rIns="0" bIns="0" rtlCol="0">
            <a:noAutofit/>
          </a:bodyPr>
          <a:lstStyle/>
          <a:p>
            <a:pPr algn="l"/>
            <a:endParaRPr lang="en-US" err="1"/>
          </a:p>
        </p:txBody>
      </p:sp>
    </p:spTree>
    <p:extLst>
      <p:ext uri="{BB962C8B-B14F-4D97-AF65-F5344CB8AC3E}">
        <p14:creationId xmlns:p14="http://schemas.microsoft.com/office/powerpoint/2010/main" val="420897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ED49D8-1FBC-3CEF-6140-44964F3EF733}"/>
              </a:ext>
            </a:extLst>
          </p:cNvPr>
          <p:cNvSpPr txBox="1"/>
          <p:nvPr/>
        </p:nvSpPr>
        <p:spPr>
          <a:xfrm>
            <a:off x="294968" y="6381135"/>
            <a:ext cx="1258529" cy="324465"/>
          </a:xfrm>
          <a:prstGeom prst="rect">
            <a:avLst/>
          </a:prstGeom>
          <a:solidFill>
            <a:schemeClr val="bg1"/>
          </a:solidFill>
        </p:spPr>
        <p:txBody>
          <a:bodyPr wrap="square" lIns="0" tIns="0" rIns="0" bIns="0" rtlCol="0">
            <a:noAutofit/>
          </a:bodyPr>
          <a:lstStyle/>
          <a:p>
            <a:pPr algn="l"/>
            <a:endParaRPr lang="en-US" err="1"/>
          </a:p>
        </p:txBody>
      </p:sp>
      <p:graphicFrame>
        <p:nvGraphicFramePr>
          <p:cNvPr id="26" name="Object 25" hidden="1">
            <a:extLst>
              <a:ext uri="{FF2B5EF4-FFF2-40B4-BE49-F238E27FC236}">
                <a16:creationId xmlns:a16="http://schemas.microsoft.com/office/drawing/2014/main" id="{8D55A72F-5513-4775-9456-B6082ADD50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99" imgH="499" progId="TCLayout.ActiveDocument.1">
                  <p:embed/>
                </p:oleObj>
              </mc:Choice>
              <mc:Fallback>
                <p:oleObj name="think-cell Slide" r:id="rId6" imgW="499" imgH="499" progId="TCLayout.ActiveDocument.1">
                  <p:embed/>
                  <p:pic>
                    <p:nvPicPr>
                      <p:cNvPr id="26" name="Object 25" hidden="1">
                        <a:extLst>
                          <a:ext uri="{FF2B5EF4-FFF2-40B4-BE49-F238E27FC236}">
                            <a16:creationId xmlns:a16="http://schemas.microsoft.com/office/drawing/2014/main" id="{8D55A72F-5513-4775-9456-B6082ADD502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7DB5718-8378-4718-9262-91265171DDE9}"/>
              </a:ext>
            </a:extLst>
          </p:cNvPr>
          <p:cNvSpPr/>
          <p:nvPr>
            <p:custDataLst>
              <p:tags r:id="rId2"/>
            </p:custDataLst>
          </p:nvPr>
        </p:nvSpPr>
        <p:spPr>
          <a:xfrm>
            <a:off x="0" y="0"/>
            <a:ext cx="158750" cy="15875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4" name="Title 3">
            <a:extLst>
              <a:ext uri="{FF2B5EF4-FFF2-40B4-BE49-F238E27FC236}">
                <a16:creationId xmlns:a16="http://schemas.microsoft.com/office/drawing/2014/main" id="{F97AFCFA-EABB-4D8A-93A9-E8F9656C6146}"/>
              </a:ext>
            </a:extLst>
          </p:cNvPr>
          <p:cNvSpPr>
            <a:spLocks noGrp="1"/>
          </p:cNvSpPr>
          <p:nvPr>
            <p:ph type="title"/>
          </p:nvPr>
        </p:nvSpPr>
        <p:spPr>
          <a:xfrm>
            <a:off x="1651319" y="165288"/>
            <a:ext cx="9360000" cy="984247"/>
          </a:xfrm>
        </p:spPr>
        <p:txBody>
          <a:bodyPr/>
          <a:lstStyle/>
          <a:p>
            <a:r>
              <a:rPr kumimoji="0" lang="en-GB" sz="32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PO Creation/Contract Submission </a:t>
            </a:r>
            <a:endParaRPr lang="en-GB"/>
          </a:p>
        </p:txBody>
      </p:sp>
      <p:sp>
        <p:nvSpPr>
          <p:cNvPr id="5" name="Content Placeholder 4">
            <a:extLst>
              <a:ext uri="{FF2B5EF4-FFF2-40B4-BE49-F238E27FC236}">
                <a16:creationId xmlns:a16="http://schemas.microsoft.com/office/drawing/2014/main" id="{09CE20F3-819E-40FE-91DF-E548027F1CEC}"/>
              </a:ext>
            </a:extLst>
          </p:cNvPr>
          <p:cNvSpPr txBox="1">
            <a:spLocks/>
          </p:cNvSpPr>
          <p:nvPr/>
        </p:nvSpPr>
        <p:spPr>
          <a:xfrm>
            <a:off x="509665" y="4017364"/>
            <a:ext cx="11507287" cy="2113614"/>
          </a:xfrm>
          <a:prstGeom prst="rect">
            <a:avLst/>
          </a:prstGeom>
        </p:spPr>
        <p:txBody>
          <a:bodyPr lIns="91440" tIns="45720" rIns="91440" bIns="45720" anchor="t">
            <a:normAutofit/>
          </a:bodyPr>
          <a:lst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a:solidFill>
                  <a:srgbClr val="000000"/>
                </a:solidFill>
                <a:latin typeface="Arial" panose="020B0604020202020204"/>
              </a:rPr>
              <a:t>In case of a contract modification, within the same timelines modifications template (different from initial contract template) is filled out by the </a:t>
            </a:r>
            <a:r>
              <a:rPr lang="en-US" sz="1400" b="1">
                <a:solidFill>
                  <a:srgbClr val="000000"/>
                </a:solidFill>
                <a:latin typeface="Arial" panose="020B0604020202020204"/>
              </a:rPr>
              <a:t>Market IP </a:t>
            </a:r>
            <a:r>
              <a:rPr lang="en-US" sz="1400">
                <a:solidFill>
                  <a:srgbClr val="000000"/>
                </a:solidFill>
                <a:latin typeface="Arial" panose="020B0604020202020204"/>
              </a:rPr>
              <a:t>and submitted to GBS LA</a:t>
            </a:r>
            <a:r>
              <a:rPr lang="en-US" sz="1400">
                <a:latin typeface="Arial" panose="020B0604020202020204"/>
              </a:rPr>
              <a:t>T </a:t>
            </a:r>
            <a:r>
              <a:rPr lang="en-US" sz="1400" b="1">
                <a:latin typeface="Arial" panose="020B0604020202020204"/>
              </a:rPr>
              <a:t>via MyJTI or if JT/non-sap through em</a:t>
            </a:r>
            <a:r>
              <a:rPr lang="en-US" sz="1400" b="1">
                <a:solidFill>
                  <a:srgbClr val="000000"/>
                </a:solidFill>
                <a:latin typeface="Arial" panose="020B0604020202020204"/>
              </a:rPr>
              <a:t>ail </a:t>
            </a:r>
            <a:r>
              <a:rPr lang="en-US" sz="1400">
                <a:effectLst/>
                <a:hlinkClick r:id="rId8" tooltip="mailto:jtleasecontractforlat@jti.com"/>
              </a:rPr>
              <a:t>jtleasecontractforlat@jti.com</a:t>
            </a:r>
            <a:r>
              <a:rPr lang="en-US" sz="1400">
                <a:solidFill>
                  <a:srgbClr val="000000"/>
                </a:solidFill>
                <a:latin typeface="Arial" panose="020B0604020202020204"/>
              </a:rPr>
              <a:t>. Modified contracts should be attached to the templates.</a:t>
            </a:r>
          </a:p>
          <a:p>
            <a:pPr marL="285750" indent="-285750">
              <a:buFont typeface="Arial" panose="020B0604020202020204" pitchFamily="34" charset="0"/>
              <a:buChar char="•"/>
              <a:defRPr/>
            </a:pPr>
            <a:r>
              <a:rPr lang="en-US" sz="1400">
                <a:solidFill>
                  <a:srgbClr val="000000"/>
                </a:solidFill>
                <a:latin typeface="Arial" panose="020B0604020202020204"/>
              </a:rPr>
              <a:t>The template contains the general information regarding the contract e.g., Asset description (always in English), PO number. In addition to that it is required to provide the details of the modifications in the form.</a:t>
            </a:r>
          </a:p>
          <a:p>
            <a:pPr marL="285750" indent="-285750">
              <a:buFont typeface="Arial" panose="020B0604020202020204" pitchFamily="34" charset="0"/>
              <a:buChar char="•"/>
              <a:defRPr/>
            </a:pPr>
            <a:r>
              <a:rPr lang="en-US" sz="1400">
                <a:solidFill>
                  <a:srgbClr val="000000"/>
                </a:solidFill>
                <a:latin typeface="Arial" panose="020B0604020202020204"/>
              </a:rPr>
              <a:t>Modification templates </a:t>
            </a:r>
            <a:r>
              <a:rPr lang="en-US" sz="1400" b="1">
                <a:solidFill>
                  <a:srgbClr val="000000"/>
                </a:solidFill>
                <a:latin typeface="Arial" panose="020B0604020202020204"/>
              </a:rPr>
              <a:t>for leased cars </a:t>
            </a:r>
            <a:r>
              <a:rPr lang="en-US" sz="1400">
                <a:solidFill>
                  <a:srgbClr val="000000"/>
                </a:solidFill>
                <a:latin typeface="Arial" panose="020B0604020202020204"/>
              </a:rPr>
              <a:t>are submitted </a:t>
            </a:r>
            <a:r>
              <a:rPr lang="en-US" sz="1400" b="1">
                <a:solidFill>
                  <a:srgbClr val="000000"/>
                </a:solidFill>
                <a:latin typeface="Arial" panose="020B0604020202020204"/>
              </a:rPr>
              <a:t>once per month </a:t>
            </a:r>
            <a:r>
              <a:rPr lang="en-US" sz="1400">
                <a:solidFill>
                  <a:srgbClr val="000000"/>
                </a:solidFill>
                <a:latin typeface="Arial" panose="020B0604020202020204"/>
              </a:rPr>
              <a:t>and can contain </a:t>
            </a:r>
            <a:r>
              <a:rPr lang="en-US" sz="1400" b="1">
                <a:solidFill>
                  <a:srgbClr val="000000"/>
                </a:solidFill>
                <a:latin typeface="Arial" panose="020B0604020202020204"/>
              </a:rPr>
              <a:t>several POs for one entity</a:t>
            </a:r>
            <a:r>
              <a:rPr lang="en-US" sz="1400">
                <a:solidFill>
                  <a:srgbClr val="000000"/>
                </a:solidFill>
                <a:latin typeface="Arial" panose="020B0604020202020204"/>
              </a:rPr>
              <a:t>.</a:t>
            </a:r>
          </a:p>
          <a:p>
            <a:pPr marL="285750" indent="-285750">
              <a:buFont typeface="Arial" panose="020B0604020202020204" pitchFamily="34" charset="0"/>
              <a:buChar char="•"/>
              <a:defRPr/>
            </a:pPr>
            <a:endParaRPr lang="en-US" sz="1400">
              <a:solidFill>
                <a:srgbClr val="000000"/>
              </a:solidFill>
              <a:latin typeface="Arial" panose="020B0604020202020204"/>
            </a:endParaRPr>
          </a:p>
        </p:txBody>
      </p:sp>
      <p:pic>
        <p:nvPicPr>
          <p:cNvPr id="7" name="Picture 6">
            <a:extLst>
              <a:ext uri="{FF2B5EF4-FFF2-40B4-BE49-F238E27FC236}">
                <a16:creationId xmlns:a16="http://schemas.microsoft.com/office/drawing/2014/main" id="{CEDC7590-30B1-E903-0695-EE8E7AC4DB6E}"/>
              </a:ext>
            </a:extLst>
          </p:cNvPr>
          <p:cNvPicPr>
            <a:picLocks noChangeAspect="1"/>
          </p:cNvPicPr>
          <p:nvPr/>
        </p:nvPicPr>
        <p:blipFill>
          <a:blip r:embed="rId9"/>
          <a:stretch>
            <a:fillRect/>
          </a:stretch>
        </p:blipFill>
        <p:spPr>
          <a:xfrm>
            <a:off x="595859" y="1579075"/>
            <a:ext cx="11000282" cy="2008747"/>
          </a:xfrm>
          <a:custGeom>
            <a:avLst/>
            <a:gdLst>
              <a:gd name="connsiteX0" fmla="*/ 0 w 11000282"/>
              <a:gd name="connsiteY0" fmla="*/ 0 h 2008747"/>
              <a:gd name="connsiteX1" fmla="*/ 687518 w 11000282"/>
              <a:gd name="connsiteY1" fmla="*/ 0 h 2008747"/>
              <a:gd name="connsiteX2" fmla="*/ 1485038 w 11000282"/>
              <a:gd name="connsiteY2" fmla="*/ 0 h 2008747"/>
              <a:gd name="connsiteX3" fmla="*/ 2172556 w 11000282"/>
              <a:gd name="connsiteY3" fmla="*/ 0 h 2008747"/>
              <a:gd name="connsiteX4" fmla="*/ 2530065 w 11000282"/>
              <a:gd name="connsiteY4" fmla="*/ 0 h 2008747"/>
              <a:gd name="connsiteX5" fmla="*/ 2997577 w 11000282"/>
              <a:gd name="connsiteY5" fmla="*/ 0 h 2008747"/>
              <a:gd name="connsiteX6" fmla="*/ 3355086 w 11000282"/>
              <a:gd name="connsiteY6" fmla="*/ 0 h 2008747"/>
              <a:gd name="connsiteX7" fmla="*/ 3932601 w 11000282"/>
              <a:gd name="connsiteY7" fmla="*/ 0 h 2008747"/>
              <a:gd name="connsiteX8" fmla="*/ 4620118 w 11000282"/>
              <a:gd name="connsiteY8" fmla="*/ 0 h 2008747"/>
              <a:gd name="connsiteX9" fmla="*/ 4977628 w 11000282"/>
              <a:gd name="connsiteY9" fmla="*/ 0 h 2008747"/>
              <a:gd name="connsiteX10" fmla="*/ 5445140 w 11000282"/>
              <a:gd name="connsiteY10" fmla="*/ 0 h 2008747"/>
              <a:gd name="connsiteX11" fmla="*/ 6022654 w 11000282"/>
              <a:gd name="connsiteY11" fmla="*/ 0 h 2008747"/>
              <a:gd name="connsiteX12" fmla="*/ 6930178 w 11000282"/>
              <a:gd name="connsiteY12" fmla="*/ 0 h 2008747"/>
              <a:gd name="connsiteX13" fmla="*/ 7727698 w 11000282"/>
              <a:gd name="connsiteY13" fmla="*/ 0 h 2008747"/>
              <a:gd name="connsiteX14" fmla="*/ 8195210 w 11000282"/>
              <a:gd name="connsiteY14" fmla="*/ 0 h 2008747"/>
              <a:gd name="connsiteX15" fmla="*/ 8992731 w 11000282"/>
              <a:gd name="connsiteY15" fmla="*/ 0 h 2008747"/>
              <a:gd name="connsiteX16" fmla="*/ 9900254 w 11000282"/>
              <a:gd name="connsiteY16" fmla="*/ 0 h 2008747"/>
              <a:gd name="connsiteX17" fmla="*/ 11000282 w 11000282"/>
              <a:gd name="connsiteY17" fmla="*/ 0 h 2008747"/>
              <a:gd name="connsiteX18" fmla="*/ 11000282 w 11000282"/>
              <a:gd name="connsiteY18" fmla="*/ 709757 h 2008747"/>
              <a:gd name="connsiteX19" fmla="*/ 11000282 w 11000282"/>
              <a:gd name="connsiteY19" fmla="*/ 1379340 h 2008747"/>
              <a:gd name="connsiteX20" fmla="*/ 11000282 w 11000282"/>
              <a:gd name="connsiteY20" fmla="*/ 2008747 h 2008747"/>
              <a:gd name="connsiteX21" fmla="*/ 10532770 w 11000282"/>
              <a:gd name="connsiteY21" fmla="*/ 2008747 h 2008747"/>
              <a:gd name="connsiteX22" fmla="*/ 9625247 w 11000282"/>
              <a:gd name="connsiteY22" fmla="*/ 2008747 h 2008747"/>
              <a:gd name="connsiteX23" fmla="*/ 9267738 w 11000282"/>
              <a:gd name="connsiteY23" fmla="*/ 2008747 h 2008747"/>
              <a:gd name="connsiteX24" fmla="*/ 8580220 w 11000282"/>
              <a:gd name="connsiteY24" fmla="*/ 2008747 h 2008747"/>
              <a:gd name="connsiteX25" fmla="*/ 8222711 w 11000282"/>
              <a:gd name="connsiteY25" fmla="*/ 2008747 h 2008747"/>
              <a:gd name="connsiteX26" fmla="*/ 7425190 w 11000282"/>
              <a:gd name="connsiteY26" fmla="*/ 2008747 h 2008747"/>
              <a:gd name="connsiteX27" fmla="*/ 6957678 w 11000282"/>
              <a:gd name="connsiteY27" fmla="*/ 2008747 h 2008747"/>
              <a:gd name="connsiteX28" fmla="*/ 6270161 w 11000282"/>
              <a:gd name="connsiteY28" fmla="*/ 2008747 h 2008747"/>
              <a:gd name="connsiteX29" fmla="*/ 5692646 w 11000282"/>
              <a:gd name="connsiteY29" fmla="*/ 2008747 h 2008747"/>
              <a:gd name="connsiteX30" fmla="*/ 5115131 w 11000282"/>
              <a:gd name="connsiteY30" fmla="*/ 2008747 h 2008747"/>
              <a:gd name="connsiteX31" fmla="*/ 4757622 w 11000282"/>
              <a:gd name="connsiteY31" fmla="*/ 2008747 h 2008747"/>
              <a:gd name="connsiteX32" fmla="*/ 4290110 w 11000282"/>
              <a:gd name="connsiteY32" fmla="*/ 2008747 h 2008747"/>
              <a:gd name="connsiteX33" fmla="*/ 3932601 w 11000282"/>
              <a:gd name="connsiteY33" fmla="*/ 2008747 h 2008747"/>
              <a:gd name="connsiteX34" fmla="*/ 3355086 w 11000282"/>
              <a:gd name="connsiteY34" fmla="*/ 2008747 h 2008747"/>
              <a:gd name="connsiteX35" fmla="*/ 2557566 w 11000282"/>
              <a:gd name="connsiteY35" fmla="*/ 2008747 h 2008747"/>
              <a:gd name="connsiteX36" fmla="*/ 2200056 w 11000282"/>
              <a:gd name="connsiteY36" fmla="*/ 2008747 h 2008747"/>
              <a:gd name="connsiteX37" fmla="*/ 1512539 w 11000282"/>
              <a:gd name="connsiteY37" fmla="*/ 2008747 h 2008747"/>
              <a:gd name="connsiteX38" fmla="*/ 715018 w 11000282"/>
              <a:gd name="connsiteY38" fmla="*/ 2008747 h 2008747"/>
              <a:gd name="connsiteX39" fmla="*/ 0 w 11000282"/>
              <a:gd name="connsiteY39" fmla="*/ 2008747 h 2008747"/>
              <a:gd name="connsiteX40" fmla="*/ 0 w 11000282"/>
              <a:gd name="connsiteY40" fmla="*/ 1359252 h 2008747"/>
              <a:gd name="connsiteX41" fmla="*/ 0 w 11000282"/>
              <a:gd name="connsiteY41" fmla="*/ 709757 h 2008747"/>
              <a:gd name="connsiteX42" fmla="*/ 0 w 11000282"/>
              <a:gd name="connsiteY42" fmla="*/ 0 h 200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1000282" h="2008747" fill="none" extrusionOk="0">
                <a:moveTo>
                  <a:pt x="0" y="0"/>
                </a:moveTo>
                <a:cubicBezTo>
                  <a:pt x="208519" y="10146"/>
                  <a:pt x="365506" y="18270"/>
                  <a:pt x="687518" y="0"/>
                </a:cubicBezTo>
                <a:cubicBezTo>
                  <a:pt x="1009530" y="-18270"/>
                  <a:pt x="1184976" y="21820"/>
                  <a:pt x="1485038" y="0"/>
                </a:cubicBezTo>
                <a:cubicBezTo>
                  <a:pt x="1785100" y="-21820"/>
                  <a:pt x="1968202" y="8565"/>
                  <a:pt x="2172556" y="0"/>
                </a:cubicBezTo>
                <a:cubicBezTo>
                  <a:pt x="2376910" y="-8565"/>
                  <a:pt x="2375883" y="-2012"/>
                  <a:pt x="2530065" y="0"/>
                </a:cubicBezTo>
                <a:cubicBezTo>
                  <a:pt x="2684247" y="2012"/>
                  <a:pt x="2766063" y="-16666"/>
                  <a:pt x="2997577" y="0"/>
                </a:cubicBezTo>
                <a:cubicBezTo>
                  <a:pt x="3229091" y="16666"/>
                  <a:pt x="3201269" y="1025"/>
                  <a:pt x="3355086" y="0"/>
                </a:cubicBezTo>
                <a:cubicBezTo>
                  <a:pt x="3508903" y="-1025"/>
                  <a:pt x="3659169" y="3457"/>
                  <a:pt x="3932601" y="0"/>
                </a:cubicBezTo>
                <a:cubicBezTo>
                  <a:pt x="4206034" y="-3457"/>
                  <a:pt x="4277386" y="-30590"/>
                  <a:pt x="4620118" y="0"/>
                </a:cubicBezTo>
                <a:cubicBezTo>
                  <a:pt x="4962850" y="30590"/>
                  <a:pt x="4805953" y="-15513"/>
                  <a:pt x="4977628" y="0"/>
                </a:cubicBezTo>
                <a:cubicBezTo>
                  <a:pt x="5149303" y="15513"/>
                  <a:pt x="5334246" y="-5946"/>
                  <a:pt x="5445140" y="0"/>
                </a:cubicBezTo>
                <a:cubicBezTo>
                  <a:pt x="5556034" y="5946"/>
                  <a:pt x="5745143" y="-12839"/>
                  <a:pt x="6022654" y="0"/>
                </a:cubicBezTo>
                <a:cubicBezTo>
                  <a:pt x="6300165" y="12839"/>
                  <a:pt x="6741250" y="27837"/>
                  <a:pt x="6930178" y="0"/>
                </a:cubicBezTo>
                <a:cubicBezTo>
                  <a:pt x="7119106" y="-27837"/>
                  <a:pt x="7462248" y="-11145"/>
                  <a:pt x="7727698" y="0"/>
                </a:cubicBezTo>
                <a:cubicBezTo>
                  <a:pt x="7993148" y="11145"/>
                  <a:pt x="8049748" y="22197"/>
                  <a:pt x="8195210" y="0"/>
                </a:cubicBezTo>
                <a:cubicBezTo>
                  <a:pt x="8340672" y="-22197"/>
                  <a:pt x="8622116" y="-6566"/>
                  <a:pt x="8992731" y="0"/>
                </a:cubicBezTo>
                <a:cubicBezTo>
                  <a:pt x="9363346" y="6566"/>
                  <a:pt x="9489350" y="13506"/>
                  <a:pt x="9900254" y="0"/>
                </a:cubicBezTo>
                <a:cubicBezTo>
                  <a:pt x="10311158" y="-13506"/>
                  <a:pt x="10542854" y="52679"/>
                  <a:pt x="11000282" y="0"/>
                </a:cubicBezTo>
                <a:cubicBezTo>
                  <a:pt x="11030595" y="280236"/>
                  <a:pt x="11014336" y="513731"/>
                  <a:pt x="11000282" y="709757"/>
                </a:cubicBezTo>
                <a:cubicBezTo>
                  <a:pt x="10986228" y="905783"/>
                  <a:pt x="11014213" y="1076974"/>
                  <a:pt x="11000282" y="1379340"/>
                </a:cubicBezTo>
                <a:cubicBezTo>
                  <a:pt x="10986351" y="1681706"/>
                  <a:pt x="11031181" y="1745966"/>
                  <a:pt x="11000282" y="2008747"/>
                </a:cubicBezTo>
                <a:cubicBezTo>
                  <a:pt x="10866566" y="1993675"/>
                  <a:pt x="10755317" y="2024739"/>
                  <a:pt x="10532770" y="2008747"/>
                </a:cubicBezTo>
                <a:cubicBezTo>
                  <a:pt x="10310223" y="1992755"/>
                  <a:pt x="9808127" y="2019978"/>
                  <a:pt x="9625247" y="2008747"/>
                </a:cubicBezTo>
                <a:cubicBezTo>
                  <a:pt x="9442367" y="1997516"/>
                  <a:pt x="9410095" y="2015222"/>
                  <a:pt x="9267738" y="2008747"/>
                </a:cubicBezTo>
                <a:cubicBezTo>
                  <a:pt x="9125381" y="2002272"/>
                  <a:pt x="8897609" y="2040982"/>
                  <a:pt x="8580220" y="2008747"/>
                </a:cubicBezTo>
                <a:cubicBezTo>
                  <a:pt x="8262831" y="1976512"/>
                  <a:pt x="8306574" y="2015602"/>
                  <a:pt x="8222711" y="2008747"/>
                </a:cubicBezTo>
                <a:cubicBezTo>
                  <a:pt x="8138848" y="2001892"/>
                  <a:pt x="7738471" y="2035618"/>
                  <a:pt x="7425190" y="2008747"/>
                </a:cubicBezTo>
                <a:cubicBezTo>
                  <a:pt x="7111909" y="1981876"/>
                  <a:pt x="7090844" y="1995966"/>
                  <a:pt x="6957678" y="2008747"/>
                </a:cubicBezTo>
                <a:cubicBezTo>
                  <a:pt x="6824512" y="2021528"/>
                  <a:pt x="6490957" y="1975222"/>
                  <a:pt x="6270161" y="2008747"/>
                </a:cubicBezTo>
                <a:cubicBezTo>
                  <a:pt x="6049365" y="2042272"/>
                  <a:pt x="5937462" y="2011667"/>
                  <a:pt x="5692646" y="2008747"/>
                </a:cubicBezTo>
                <a:cubicBezTo>
                  <a:pt x="5447831" y="2005827"/>
                  <a:pt x="5315181" y="2025990"/>
                  <a:pt x="5115131" y="2008747"/>
                </a:cubicBezTo>
                <a:cubicBezTo>
                  <a:pt x="4915082" y="1991504"/>
                  <a:pt x="4896540" y="2016324"/>
                  <a:pt x="4757622" y="2008747"/>
                </a:cubicBezTo>
                <a:cubicBezTo>
                  <a:pt x="4618704" y="2001170"/>
                  <a:pt x="4474692" y="1991912"/>
                  <a:pt x="4290110" y="2008747"/>
                </a:cubicBezTo>
                <a:cubicBezTo>
                  <a:pt x="4105528" y="2025582"/>
                  <a:pt x="4098576" y="2011420"/>
                  <a:pt x="3932601" y="2008747"/>
                </a:cubicBezTo>
                <a:cubicBezTo>
                  <a:pt x="3766626" y="2006074"/>
                  <a:pt x="3589623" y="2014455"/>
                  <a:pt x="3355086" y="2008747"/>
                </a:cubicBezTo>
                <a:cubicBezTo>
                  <a:pt x="3120550" y="2003039"/>
                  <a:pt x="2941332" y="1980821"/>
                  <a:pt x="2557566" y="2008747"/>
                </a:cubicBezTo>
                <a:cubicBezTo>
                  <a:pt x="2173800" y="2036673"/>
                  <a:pt x="2348187" y="2009781"/>
                  <a:pt x="2200056" y="2008747"/>
                </a:cubicBezTo>
                <a:cubicBezTo>
                  <a:pt x="2051925" y="2007714"/>
                  <a:pt x="1748387" y="1981499"/>
                  <a:pt x="1512539" y="2008747"/>
                </a:cubicBezTo>
                <a:cubicBezTo>
                  <a:pt x="1276691" y="2035995"/>
                  <a:pt x="1079888" y="1988608"/>
                  <a:pt x="715018" y="2008747"/>
                </a:cubicBezTo>
                <a:cubicBezTo>
                  <a:pt x="350148" y="2028886"/>
                  <a:pt x="247974" y="2030672"/>
                  <a:pt x="0" y="2008747"/>
                </a:cubicBezTo>
                <a:cubicBezTo>
                  <a:pt x="-26631" y="1777336"/>
                  <a:pt x="18297" y="1638691"/>
                  <a:pt x="0" y="1359252"/>
                </a:cubicBezTo>
                <a:cubicBezTo>
                  <a:pt x="-18297" y="1079814"/>
                  <a:pt x="4180" y="892022"/>
                  <a:pt x="0" y="709757"/>
                </a:cubicBezTo>
                <a:cubicBezTo>
                  <a:pt x="-4180" y="527492"/>
                  <a:pt x="-3420" y="157653"/>
                  <a:pt x="0" y="0"/>
                </a:cubicBezTo>
                <a:close/>
              </a:path>
              <a:path w="11000282" h="2008747" stroke="0" extrusionOk="0">
                <a:moveTo>
                  <a:pt x="0" y="0"/>
                </a:moveTo>
                <a:cubicBezTo>
                  <a:pt x="358258" y="-21669"/>
                  <a:pt x="496238" y="34263"/>
                  <a:pt x="797520" y="0"/>
                </a:cubicBezTo>
                <a:cubicBezTo>
                  <a:pt x="1098802" y="-34263"/>
                  <a:pt x="1313382" y="-6552"/>
                  <a:pt x="1595041" y="0"/>
                </a:cubicBezTo>
                <a:cubicBezTo>
                  <a:pt x="1876700" y="6552"/>
                  <a:pt x="1963474" y="9647"/>
                  <a:pt x="2172556" y="0"/>
                </a:cubicBezTo>
                <a:cubicBezTo>
                  <a:pt x="2381638" y="-9647"/>
                  <a:pt x="2407382" y="14435"/>
                  <a:pt x="2640068" y="0"/>
                </a:cubicBezTo>
                <a:cubicBezTo>
                  <a:pt x="2872754" y="-14435"/>
                  <a:pt x="3004504" y="-32223"/>
                  <a:pt x="3327585" y="0"/>
                </a:cubicBezTo>
                <a:cubicBezTo>
                  <a:pt x="3650666" y="32223"/>
                  <a:pt x="3694738" y="20989"/>
                  <a:pt x="3795097" y="0"/>
                </a:cubicBezTo>
                <a:cubicBezTo>
                  <a:pt x="3895456" y="-20989"/>
                  <a:pt x="4174408" y="14381"/>
                  <a:pt x="4372612" y="0"/>
                </a:cubicBezTo>
                <a:cubicBezTo>
                  <a:pt x="4570816" y="-14381"/>
                  <a:pt x="5023041" y="25372"/>
                  <a:pt x="5280135" y="0"/>
                </a:cubicBezTo>
                <a:cubicBezTo>
                  <a:pt x="5537229" y="-25372"/>
                  <a:pt x="5522526" y="15582"/>
                  <a:pt x="5637645" y="0"/>
                </a:cubicBezTo>
                <a:cubicBezTo>
                  <a:pt x="5752764" y="-15582"/>
                  <a:pt x="5940958" y="16532"/>
                  <a:pt x="6105157" y="0"/>
                </a:cubicBezTo>
                <a:cubicBezTo>
                  <a:pt x="6269356" y="-16532"/>
                  <a:pt x="6544790" y="-8304"/>
                  <a:pt x="6682671" y="0"/>
                </a:cubicBezTo>
                <a:cubicBezTo>
                  <a:pt x="6820552" y="8304"/>
                  <a:pt x="7100589" y="31654"/>
                  <a:pt x="7480192" y="0"/>
                </a:cubicBezTo>
                <a:cubicBezTo>
                  <a:pt x="7859795" y="-31654"/>
                  <a:pt x="7917906" y="-5749"/>
                  <a:pt x="8277712" y="0"/>
                </a:cubicBezTo>
                <a:cubicBezTo>
                  <a:pt x="8637518" y="5749"/>
                  <a:pt x="8525983" y="-8293"/>
                  <a:pt x="8745224" y="0"/>
                </a:cubicBezTo>
                <a:cubicBezTo>
                  <a:pt x="8964465" y="8293"/>
                  <a:pt x="9164647" y="3936"/>
                  <a:pt x="9322739" y="0"/>
                </a:cubicBezTo>
                <a:cubicBezTo>
                  <a:pt x="9480831" y="-3936"/>
                  <a:pt x="9781878" y="19616"/>
                  <a:pt x="10120259" y="0"/>
                </a:cubicBezTo>
                <a:cubicBezTo>
                  <a:pt x="10458640" y="-19616"/>
                  <a:pt x="10622827" y="20544"/>
                  <a:pt x="11000282" y="0"/>
                </a:cubicBezTo>
                <a:cubicBezTo>
                  <a:pt x="11016328" y="301401"/>
                  <a:pt x="11024637" y="325569"/>
                  <a:pt x="11000282" y="609320"/>
                </a:cubicBezTo>
                <a:cubicBezTo>
                  <a:pt x="10975927" y="893071"/>
                  <a:pt x="10972930" y="1105589"/>
                  <a:pt x="11000282" y="1298990"/>
                </a:cubicBezTo>
                <a:cubicBezTo>
                  <a:pt x="11027635" y="1492391"/>
                  <a:pt x="10975794" y="1736793"/>
                  <a:pt x="11000282" y="2008747"/>
                </a:cubicBezTo>
                <a:cubicBezTo>
                  <a:pt x="10798796" y="1979912"/>
                  <a:pt x="10601822" y="2000825"/>
                  <a:pt x="10422767" y="2008747"/>
                </a:cubicBezTo>
                <a:cubicBezTo>
                  <a:pt x="10243712" y="2016669"/>
                  <a:pt x="10000927" y="1998075"/>
                  <a:pt x="9845252" y="2008747"/>
                </a:cubicBezTo>
                <a:cubicBezTo>
                  <a:pt x="9689578" y="2019419"/>
                  <a:pt x="9545785" y="2003375"/>
                  <a:pt x="9377740" y="2008747"/>
                </a:cubicBezTo>
                <a:cubicBezTo>
                  <a:pt x="9209695" y="2014119"/>
                  <a:pt x="8910694" y="2042761"/>
                  <a:pt x="8470217" y="2008747"/>
                </a:cubicBezTo>
                <a:cubicBezTo>
                  <a:pt x="8029740" y="1974733"/>
                  <a:pt x="8212324" y="2013606"/>
                  <a:pt x="8112708" y="2008747"/>
                </a:cubicBezTo>
                <a:cubicBezTo>
                  <a:pt x="8013092" y="2003888"/>
                  <a:pt x="7866916" y="2018215"/>
                  <a:pt x="7755199" y="2008747"/>
                </a:cubicBezTo>
                <a:cubicBezTo>
                  <a:pt x="7643482" y="1999279"/>
                  <a:pt x="7273888" y="2036931"/>
                  <a:pt x="7067681" y="2008747"/>
                </a:cubicBezTo>
                <a:cubicBezTo>
                  <a:pt x="6861474" y="1980563"/>
                  <a:pt x="6810258" y="1994823"/>
                  <a:pt x="6710172" y="2008747"/>
                </a:cubicBezTo>
                <a:cubicBezTo>
                  <a:pt x="6610086" y="2022671"/>
                  <a:pt x="6527310" y="2018653"/>
                  <a:pt x="6352663" y="2008747"/>
                </a:cubicBezTo>
                <a:cubicBezTo>
                  <a:pt x="6178016" y="1998841"/>
                  <a:pt x="6019823" y="1993879"/>
                  <a:pt x="5775148" y="2008747"/>
                </a:cubicBezTo>
                <a:cubicBezTo>
                  <a:pt x="5530474" y="2023615"/>
                  <a:pt x="5275254" y="2042097"/>
                  <a:pt x="5087630" y="2008747"/>
                </a:cubicBezTo>
                <a:cubicBezTo>
                  <a:pt x="4900006" y="1975397"/>
                  <a:pt x="4848480" y="2025122"/>
                  <a:pt x="4620118" y="2008747"/>
                </a:cubicBezTo>
                <a:cubicBezTo>
                  <a:pt x="4391756" y="1992372"/>
                  <a:pt x="4148702" y="2008483"/>
                  <a:pt x="3932601" y="2008747"/>
                </a:cubicBezTo>
                <a:cubicBezTo>
                  <a:pt x="3716500" y="2009011"/>
                  <a:pt x="3376058" y="2028716"/>
                  <a:pt x="3135080" y="2008747"/>
                </a:cubicBezTo>
                <a:cubicBezTo>
                  <a:pt x="2894102" y="1988778"/>
                  <a:pt x="2830090" y="2031886"/>
                  <a:pt x="2557566" y="2008747"/>
                </a:cubicBezTo>
                <a:cubicBezTo>
                  <a:pt x="2285042" y="1985608"/>
                  <a:pt x="2096017" y="1989350"/>
                  <a:pt x="1870048" y="2008747"/>
                </a:cubicBezTo>
                <a:cubicBezTo>
                  <a:pt x="1644079" y="2028144"/>
                  <a:pt x="1427742" y="2021612"/>
                  <a:pt x="1292533" y="2008747"/>
                </a:cubicBezTo>
                <a:cubicBezTo>
                  <a:pt x="1157324" y="1995882"/>
                  <a:pt x="853316" y="2034745"/>
                  <a:pt x="715018" y="2008747"/>
                </a:cubicBezTo>
                <a:cubicBezTo>
                  <a:pt x="576720" y="1982749"/>
                  <a:pt x="165080" y="1974144"/>
                  <a:pt x="0" y="2008747"/>
                </a:cubicBezTo>
                <a:cubicBezTo>
                  <a:pt x="29121" y="1705017"/>
                  <a:pt x="29241" y="1563809"/>
                  <a:pt x="0" y="1399427"/>
                </a:cubicBezTo>
                <a:cubicBezTo>
                  <a:pt x="-29241" y="1235045"/>
                  <a:pt x="-27625" y="1028970"/>
                  <a:pt x="0" y="709757"/>
                </a:cubicBezTo>
                <a:cubicBezTo>
                  <a:pt x="27625" y="390544"/>
                  <a:pt x="18915" y="271360"/>
                  <a:pt x="0" y="0"/>
                </a:cubicBezTo>
                <a:close/>
              </a:path>
            </a:pathLst>
          </a:custGeom>
          <a:ln>
            <a:solidFill>
              <a:schemeClr val="tx1"/>
            </a:solidFill>
            <a:extLst>
              <a:ext uri="{C807C97D-BFC1-408E-A445-0C87EB9F89A2}">
                <ask:lineSketchStyleProps xmlns:ask="http://schemas.microsoft.com/office/drawing/2018/sketchyshapes" sd="2382904840">
                  <a:prstGeom prst="rect">
                    <a:avLst/>
                  </a:prstGeom>
                  <ask:type>
                    <ask:lineSketchFreehand/>
                  </ask:type>
                </ask:lineSketchStyleProps>
              </a:ext>
            </a:extLst>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37791657"/>
      </p:ext>
    </p:extLst>
  </p:cSld>
  <p:clrMapOvr>
    <a:masterClrMapping/>
  </p:clrMapOvr>
  <p:extLst>
    <p:ext uri="{6950BFC3-D8DA-4A85-94F7-54DA5524770B}">
      <p188:commentRel xmlns:p188="http://schemas.microsoft.com/office/powerpoint/2018/8/main" r:id="rId5"/>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30275240-00A9-4908-8AC4-4EBF0600AFC8}"/>
              </a:ext>
            </a:extLst>
          </p:cNvPr>
          <p:cNvGraphicFramePr>
            <a:graphicFrameLocks noGrp="1"/>
          </p:cNvGraphicFramePr>
          <p:nvPr>
            <p:extLst>
              <p:ext uri="{D42A27DB-BD31-4B8C-83A1-F6EECF244321}">
                <p14:modId xmlns:p14="http://schemas.microsoft.com/office/powerpoint/2010/main" val="953633879"/>
              </p:ext>
            </p:extLst>
          </p:nvPr>
        </p:nvGraphicFramePr>
        <p:xfrm>
          <a:off x="536773" y="2174975"/>
          <a:ext cx="11139288" cy="2836033"/>
        </p:xfrm>
        <a:graphic>
          <a:graphicData uri="http://schemas.openxmlformats.org/drawingml/2006/table">
            <a:tbl>
              <a:tblPr firstRow="1" bandRow="1">
                <a:tableStyleId>{1FECB4D8-DB02-4DC6-A0A2-4F2EBAE1DC90}</a:tableStyleId>
              </a:tblPr>
              <a:tblGrid>
                <a:gridCol w="428398">
                  <a:extLst>
                    <a:ext uri="{9D8B030D-6E8A-4147-A177-3AD203B41FA5}">
                      <a16:colId xmlns:a16="http://schemas.microsoft.com/office/drawing/2014/main" val="3384027313"/>
                    </a:ext>
                  </a:extLst>
                </a:gridCol>
                <a:gridCol w="1055015">
                  <a:extLst>
                    <a:ext uri="{9D8B030D-6E8A-4147-A177-3AD203B41FA5}">
                      <a16:colId xmlns:a16="http://schemas.microsoft.com/office/drawing/2014/main" val="4191717277"/>
                    </a:ext>
                  </a:extLst>
                </a:gridCol>
                <a:gridCol w="1573619">
                  <a:extLst>
                    <a:ext uri="{9D8B030D-6E8A-4147-A177-3AD203B41FA5}">
                      <a16:colId xmlns:a16="http://schemas.microsoft.com/office/drawing/2014/main" val="4114959919"/>
                    </a:ext>
                  </a:extLst>
                </a:gridCol>
                <a:gridCol w="3458637">
                  <a:extLst>
                    <a:ext uri="{9D8B030D-6E8A-4147-A177-3AD203B41FA5}">
                      <a16:colId xmlns:a16="http://schemas.microsoft.com/office/drawing/2014/main" val="3899213806"/>
                    </a:ext>
                  </a:extLst>
                </a:gridCol>
                <a:gridCol w="4623619">
                  <a:extLst>
                    <a:ext uri="{9D8B030D-6E8A-4147-A177-3AD203B41FA5}">
                      <a16:colId xmlns:a16="http://schemas.microsoft.com/office/drawing/2014/main" val="2504864812"/>
                    </a:ext>
                  </a:extLst>
                </a:gridCol>
              </a:tblGrid>
              <a:tr h="508787">
                <a:tc rowSpan="5">
                  <a:txBody>
                    <a:bodyPr/>
                    <a:lstStyle/>
                    <a:p>
                      <a:pPr algn="ctr"/>
                      <a:r>
                        <a:rPr lang="en-GB" sz="1400"/>
                        <a:t>Lease Accounting Treatment</a:t>
                      </a:r>
                    </a:p>
                  </a:txBody>
                  <a:tcPr vert="vert270" anchor="ctr">
                    <a:lnL w="12700" cap="flat" cmpd="sng" algn="ctr">
                      <a:solidFill>
                        <a:schemeClr val="accent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pPr algn="ctr"/>
                      <a:r>
                        <a:rPr lang="en-GB" sz="1200"/>
                        <a:t>Ledger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a:t>Lease Accounting Approach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a:t>Calculations and Accounting entries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a:t>Posting of Accounting Entries</a:t>
                      </a:r>
                    </a:p>
                  </a:txBody>
                  <a:tcPr anchor="ctr">
                    <a:lnL w="12700" cap="flat" cmpd="sng" algn="ctr">
                      <a:solidFill>
                        <a:schemeClr val="bg1"/>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85804815"/>
                  </a:ext>
                </a:extLst>
              </a:tr>
              <a:tr h="402338">
                <a:tc vMerge="1">
                  <a:txBody>
                    <a:bodyPr/>
                    <a:lstStyle/>
                    <a:p>
                      <a:endParaRPr lang="en-GB" sz="1100"/>
                    </a:p>
                  </a:txBody>
                  <a:tcPr/>
                </a:tc>
                <a:tc>
                  <a:txBody>
                    <a:bodyPr/>
                    <a:lstStyle/>
                    <a:p>
                      <a:r>
                        <a:rPr lang="en-GB" sz="1100"/>
                        <a:t>IFRS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GB" sz="1100"/>
                        <a:t>IFRS 16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t>Perform calculations and provide accounting entries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GB" sz="1050" b="1"/>
                        <a:t>GBS LAT: </a:t>
                      </a:r>
                      <a:r>
                        <a:rPr lang="en-GB" sz="1050"/>
                        <a:t>CLM posts generated accounting entries to IFRS Ledger.</a:t>
                      </a:r>
                    </a:p>
                  </a:txBody>
                  <a:tcPr>
                    <a:lnL w="12700" cap="flat" cmpd="sng" algn="ctr">
                      <a:solidFill>
                        <a:schemeClr val="bg1"/>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75327465"/>
                  </a:ext>
                </a:extLst>
              </a:tr>
              <a:tr h="474867">
                <a:tc vMerge="1">
                  <a:txBody>
                    <a:bodyPr/>
                    <a:lstStyle/>
                    <a:p>
                      <a:endParaRPr lang="en-GB" sz="1100"/>
                    </a:p>
                  </a:txBody>
                  <a:tcPr/>
                </a:tc>
                <a:tc>
                  <a:txBody>
                    <a:bodyPr/>
                    <a:lstStyle/>
                    <a:p>
                      <a:r>
                        <a:rPr lang="en-GB" sz="1100"/>
                        <a:t>STAT and/or TAX </a:t>
                      </a:r>
                      <a:r>
                        <a:rPr lang="en-GB" sz="1100" i="1" baseline="30000">
                          <a:solidFill>
                            <a:srgbClr val="FF0000"/>
                          </a:solidFill>
                        </a:rPr>
                        <a:t>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GB" sz="1100"/>
                        <a:t>IFRS 16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t>Same calculation and accounting entries as above for IFRS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a:t>GBS LAT: </a:t>
                      </a:r>
                      <a:r>
                        <a:rPr lang="en-GB" sz="1050"/>
                        <a:t>CLM posts generated accounting entries to the ledger(s) together with the above posting to IFRS ledger.</a:t>
                      </a:r>
                    </a:p>
                  </a:txBody>
                  <a:tcPr>
                    <a:lnL w="12700" cap="flat" cmpd="sng" algn="ctr">
                      <a:solidFill>
                        <a:schemeClr val="bg1"/>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87986234"/>
                  </a:ext>
                </a:extLst>
              </a:tr>
              <a:tr h="814058">
                <a:tc vMerge="1">
                  <a:txBody>
                    <a:bodyPr/>
                    <a:lstStyle/>
                    <a:p>
                      <a:endParaRPr lang="en-GB" sz="1100"/>
                    </a:p>
                  </a:txBody>
                  <a:tcPr/>
                </a:tc>
                <a:tc>
                  <a:txBody>
                    <a:bodyPr/>
                    <a:lstStyle/>
                    <a:p>
                      <a:r>
                        <a:rPr lang="en-GB" sz="1100"/>
                        <a:t>STAT and/or TAX </a:t>
                      </a:r>
                      <a:r>
                        <a:rPr lang="en-GB" sz="1100" i="1" baseline="30000">
                          <a:solidFill>
                            <a:srgbClr val="FF0000"/>
                          </a:solidFill>
                        </a:rPr>
                        <a:t>2)</a:t>
                      </a:r>
                      <a:endParaRPr lang="en-GB" sz="11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GB" sz="1100"/>
                        <a:t>Accrual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t>No accrual calculation or postings provided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GB" sz="1050" b="1"/>
                        <a:t>GBS LAT: </a:t>
                      </a:r>
                    </a:p>
                    <a:p>
                      <a:r>
                        <a:rPr lang="en-GB" sz="1050"/>
                        <a:t>1) CL</a:t>
                      </a:r>
                      <a:r>
                        <a:rPr lang="en-GB" sz="1050">
                          <a:solidFill>
                            <a:schemeClr val="tx1"/>
                          </a:solidFill>
                        </a:rPr>
                        <a:t>M posts generated accounting entries to the ledger(s) together with the above posting to Accrual ledger.</a:t>
                      </a:r>
                    </a:p>
                  </a:txBody>
                  <a:tcPr>
                    <a:lnL w="12700" cap="flat" cmpd="sng" algn="ctr">
                      <a:solidFill>
                        <a:schemeClr val="bg1"/>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699842"/>
                  </a:ext>
                </a:extLst>
              </a:tr>
              <a:tr h="63598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t>STAT and/or TAX </a:t>
                      </a:r>
                      <a:r>
                        <a:rPr lang="en-GB" sz="1100" i="1" baseline="30000">
                          <a:solidFill>
                            <a:srgbClr val="FF0000"/>
                          </a:solidFill>
                        </a:rPr>
                        <a:t>3)</a:t>
                      </a:r>
                      <a:endParaRPr lang="en-GB" sz="11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r>
                        <a:rPr lang="en-GB" sz="1100"/>
                        <a:t>Invoice Receipt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100"/>
                        <a:t>No postings will be triggered by CLM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tc>
                  <a:txBody>
                    <a:bodyPr/>
                    <a:lstStyle/>
                    <a:p>
                      <a:r>
                        <a:rPr lang="en-GB" sz="1050" b="1"/>
                        <a:t>GBS AP: </a:t>
                      </a:r>
                      <a:r>
                        <a:rPr lang="en-GB" sz="1050"/>
                        <a:t>Post Invoices (relating to fixed leasing material group), which is then posted directly against P&amp;L Lease expense accounts by asset class via GR/IR Offset Framework.</a:t>
                      </a:r>
                    </a:p>
                  </a:txBody>
                  <a:tcPr>
                    <a:lnL w="12700" cap="flat" cmpd="sng" algn="ctr">
                      <a:solidFill>
                        <a:schemeClr val="bg1"/>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tcPr>
                </a:tc>
                <a:extLst>
                  <a:ext uri="{0D108BD9-81ED-4DB2-BD59-A6C34878D82A}">
                    <a16:rowId xmlns:a16="http://schemas.microsoft.com/office/drawing/2014/main" val="591068546"/>
                  </a:ext>
                </a:extLst>
              </a:tr>
            </a:tbl>
          </a:graphicData>
        </a:graphic>
      </p:graphicFrame>
      <p:sp>
        <p:nvSpPr>
          <p:cNvPr id="3" name="Slide Number Placeholder 2">
            <a:extLst>
              <a:ext uri="{FF2B5EF4-FFF2-40B4-BE49-F238E27FC236}">
                <a16:creationId xmlns:a16="http://schemas.microsoft.com/office/drawing/2014/main" id="{B32FF9D0-329E-4579-83E9-1950FB7E22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6C33C589-65A2-49DD-A464-948728F10D92}"/>
              </a:ext>
            </a:extLst>
          </p:cNvPr>
          <p:cNvSpPr>
            <a:spLocks noGrp="1"/>
          </p:cNvSpPr>
          <p:nvPr>
            <p:ph type="title"/>
          </p:nvPr>
        </p:nvSpPr>
        <p:spPr/>
        <p:txBody>
          <a:bodyPr/>
          <a:lstStyle/>
          <a:p>
            <a:r>
              <a:rPr lang="en-GB"/>
              <a:t>SAP S/4 impact on Leasing Process - Treatment</a:t>
            </a:r>
          </a:p>
        </p:txBody>
      </p:sp>
      <p:sp>
        <p:nvSpPr>
          <p:cNvPr id="6" name="Rectangle: Rounded Corners 5">
            <a:extLst>
              <a:ext uri="{FF2B5EF4-FFF2-40B4-BE49-F238E27FC236}">
                <a16:creationId xmlns:a16="http://schemas.microsoft.com/office/drawing/2014/main" id="{4FB7D7B0-86EE-46D2-AF50-EAD3B53518F2}"/>
              </a:ext>
            </a:extLst>
          </p:cNvPr>
          <p:cNvSpPr/>
          <p:nvPr/>
        </p:nvSpPr>
        <p:spPr>
          <a:xfrm>
            <a:off x="3604436" y="1507007"/>
            <a:ext cx="3370521" cy="3569817"/>
          </a:xfrm>
          <a:prstGeom prst="roundRect">
            <a:avLst>
              <a:gd name="adj" fmla="val 1259"/>
            </a:avLst>
          </a:prstGeom>
          <a:noFill/>
          <a:ln w="190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FD643C13-9D78-4579-AFC7-7A55141BA7BF}"/>
              </a:ext>
            </a:extLst>
          </p:cNvPr>
          <p:cNvSpPr/>
          <p:nvPr/>
        </p:nvSpPr>
        <p:spPr>
          <a:xfrm>
            <a:off x="7049388" y="1507008"/>
            <a:ext cx="4626673" cy="3569816"/>
          </a:xfrm>
          <a:prstGeom prst="roundRect">
            <a:avLst>
              <a:gd name="adj" fmla="val 1358"/>
            </a:avLst>
          </a:prstGeom>
          <a:noFill/>
          <a:ln w="190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Rounded Corners 4">
            <a:extLst>
              <a:ext uri="{FF2B5EF4-FFF2-40B4-BE49-F238E27FC236}">
                <a16:creationId xmlns:a16="http://schemas.microsoft.com/office/drawing/2014/main" id="{0EFD9CF0-2F41-4E31-8576-C4AB937D2E5B}"/>
              </a:ext>
            </a:extLst>
          </p:cNvPr>
          <p:cNvSpPr/>
          <p:nvPr/>
        </p:nvSpPr>
        <p:spPr>
          <a:xfrm>
            <a:off x="3923412" y="1617820"/>
            <a:ext cx="2817627" cy="350746"/>
          </a:xfrm>
          <a:prstGeom prst="roundRect">
            <a:avLst>
              <a:gd name="adj" fmla="val 287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CLM</a:t>
            </a:r>
          </a:p>
        </p:txBody>
      </p:sp>
      <p:sp>
        <p:nvSpPr>
          <p:cNvPr id="17" name="Rectangle: Rounded Corners 16">
            <a:extLst>
              <a:ext uri="{FF2B5EF4-FFF2-40B4-BE49-F238E27FC236}">
                <a16:creationId xmlns:a16="http://schemas.microsoft.com/office/drawing/2014/main" id="{B1A9D550-E4F9-45AC-BD51-F7DA1A58A4C6}"/>
              </a:ext>
            </a:extLst>
          </p:cNvPr>
          <p:cNvSpPr/>
          <p:nvPr/>
        </p:nvSpPr>
        <p:spPr>
          <a:xfrm>
            <a:off x="7953910" y="1635263"/>
            <a:ext cx="2817627" cy="350746"/>
          </a:xfrm>
          <a:prstGeom prst="roundRect">
            <a:avLst>
              <a:gd name="adj" fmla="val 28793"/>
            </a:avLst>
          </a:prstGeom>
          <a:ln/>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S/4HANA</a:t>
            </a:r>
          </a:p>
        </p:txBody>
      </p:sp>
      <p:sp>
        <p:nvSpPr>
          <p:cNvPr id="2" name="TextBox 1">
            <a:extLst>
              <a:ext uri="{FF2B5EF4-FFF2-40B4-BE49-F238E27FC236}">
                <a16:creationId xmlns:a16="http://schemas.microsoft.com/office/drawing/2014/main" id="{1C7D6732-5FFB-4002-BF60-58C9A3D548E1}"/>
              </a:ext>
            </a:extLst>
          </p:cNvPr>
          <p:cNvSpPr txBox="1"/>
          <p:nvPr/>
        </p:nvSpPr>
        <p:spPr>
          <a:xfrm>
            <a:off x="536772" y="5463320"/>
            <a:ext cx="5790875" cy="21565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rgbClr val="FF0000"/>
                </a:solidFill>
                <a:effectLst/>
                <a:uLnTx/>
                <a:uFillTx/>
                <a:latin typeface="Arial" panose="020B0604020202020204"/>
                <a:ea typeface="+mn-ea"/>
                <a:cs typeface="+mn-cs"/>
              </a:rPr>
              <a:t>1) </a:t>
            </a:r>
            <a:r>
              <a:rPr kumimoji="0" lang="en-GB" sz="1000" b="0" i="1" u="none" strike="noStrike" kern="1200" cap="none" spc="0" normalizeH="0" baseline="0" noProof="0">
                <a:ln>
                  <a:noFill/>
                </a:ln>
                <a:solidFill>
                  <a:srgbClr val="000000"/>
                </a:solidFill>
                <a:effectLst/>
                <a:uLnTx/>
                <a:uFillTx/>
                <a:latin typeface="Arial" panose="020B0604020202020204"/>
                <a:ea typeface="+mn-ea"/>
                <a:cs typeface="+mn-cs"/>
              </a:rPr>
              <a:t>If you apply IFRS16 approach to either STAT or Tax ledger, or both STAT and Tax ledger. </a:t>
            </a:r>
          </a:p>
        </p:txBody>
      </p:sp>
      <p:sp>
        <p:nvSpPr>
          <p:cNvPr id="10" name="TextBox 9">
            <a:extLst>
              <a:ext uri="{FF2B5EF4-FFF2-40B4-BE49-F238E27FC236}">
                <a16:creationId xmlns:a16="http://schemas.microsoft.com/office/drawing/2014/main" id="{B1EC3C4B-BEC6-4BFA-8649-A7D834B5A55C}"/>
              </a:ext>
            </a:extLst>
          </p:cNvPr>
          <p:cNvSpPr txBox="1"/>
          <p:nvPr/>
        </p:nvSpPr>
        <p:spPr>
          <a:xfrm>
            <a:off x="536771" y="5703911"/>
            <a:ext cx="5790875" cy="215656"/>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rgbClr val="FF0000"/>
                </a:solidFill>
                <a:effectLst/>
                <a:uLnTx/>
                <a:uFillTx/>
                <a:latin typeface="Arial" panose="020B0604020202020204"/>
                <a:ea typeface="+mn-ea"/>
                <a:cs typeface="+mn-cs"/>
              </a:rPr>
              <a:t>2) </a:t>
            </a:r>
            <a:r>
              <a:rPr kumimoji="0" lang="en-GB" sz="1000" b="0" i="1" u="none" strike="noStrike" kern="1200" cap="none" spc="0" normalizeH="0" baseline="0" noProof="0">
                <a:ln>
                  <a:noFill/>
                </a:ln>
                <a:solidFill>
                  <a:srgbClr val="000000"/>
                </a:solidFill>
                <a:effectLst/>
                <a:uLnTx/>
                <a:uFillTx/>
                <a:latin typeface="Arial" panose="020B0604020202020204"/>
                <a:ea typeface="+mn-ea"/>
                <a:cs typeface="+mn-cs"/>
              </a:rPr>
              <a:t>If you apply Accrual approach to either STAT or Tax ledger, or both STAT and Tax ledger. </a:t>
            </a:r>
          </a:p>
        </p:txBody>
      </p:sp>
      <p:sp>
        <p:nvSpPr>
          <p:cNvPr id="11" name="TextBox 10">
            <a:extLst>
              <a:ext uri="{FF2B5EF4-FFF2-40B4-BE49-F238E27FC236}">
                <a16:creationId xmlns:a16="http://schemas.microsoft.com/office/drawing/2014/main" id="{19CEB4DC-A541-4C33-8F65-DC99E76E9831}"/>
              </a:ext>
            </a:extLst>
          </p:cNvPr>
          <p:cNvSpPr txBox="1"/>
          <p:nvPr/>
        </p:nvSpPr>
        <p:spPr>
          <a:xfrm>
            <a:off x="536770" y="5957644"/>
            <a:ext cx="6438187" cy="17364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rgbClr val="FF0000"/>
                </a:solidFill>
                <a:effectLst/>
                <a:uLnTx/>
                <a:uFillTx/>
                <a:latin typeface="Arial" panose="020B0604020202020204"/>
                <a:ea typeface="+mn-ea"/>
                <a:cs typeface="+mn-cs"/>
              </a:rPr>
              <a:t>3) </a:t>
            </a:r>
            <a:r>
              <a:rPr kumimoji="0" lang="en-GB" sz="1000" b="0" i="1" u="none" strike="noStrike" kern="1200" cap="none" spc="0" normalizeH="0" baseline="0" noProof="0">
                <a:ln>
                  <a:noFill/>
                </a:ln>
                <a:solidFill>
                  <a:srgbClr val="000000"/>
                </a:solidFill>
                <a:effectLst/>
                <a:uLnTx/>
                <a:uFillTx/>
                <a:latin typeface="Arial" panose="020B0604020202020204"/>
                <a:ea typeface="+mn-ea"/>
                <a:cs typeface="+mn-cs"/>
              </a:rPr>
              <a:t>If you apply IR (Invoice Receipt) approach to either STAT or Tax ledger, or both STAT and Tax ledger. </a:t>
            </a:r>
          </a:p>
        </p:txBody>
      </p:sp>
    </p:spTree>
    <p:extLst>
      <p:ext uri="{BB962C8B-B14F-4D97-AF65-F5344CB8AC3E}">
        <p14:creationId xmlns:p14="http://schemas.microsoft.com/office/powerpoint/2010/main" val="1286837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B5D52DB3-25BC-406F-ACAC-7B92E027A117}"/>
              </a:ext>
            </a:extLst>
          </p:cNvPr>
          <p:cNvGraphicFramePr>
            <a:graphicFrameLocks noGrp="1"/>
          </p:cNvGraphicFramePr>
          <p:nvPr>
            <p:extLst>
              <p:ext uri="{D42A27DB-BD31-4B8C-83A1-F6EECF244321}">
                <p14:modId xmlns:p14="http://schemas.microsoft.com/office/powerpoint/2010/main" val="1852491238"/>
              </p:ext>
            </p:extLst>
          </p:nvPr>
        </p:nvGraphicFramePr>
        <p:xfrm>
          <a:off x="536773" y="2096044"/>
          <a:ext cx="11217077" cy="3207022"/>
        </p:xfrm>
        <a:graphic>
          <a:graphicData uri="http://schemas.openxmlformats.org/drawingml/2006/table">
            <a:tbl>
              <a:tblPr firstRow="1" bandRow="1">
                <a:tableStyleId>{5C22544A-7EE6-4342-B048-85BDC9FD1C3A}</a:tableStyleId>
              </a:tblPr>
              <a:tblGrid>
                <a:gridCol w="641075">
                  <a:extLst>
                    <a:ext uri="{9D8B030D-6E8A-4147-A177-3AD203B41FA5}">
                      <a16:colId xmlns:a16="http://schemas.microsoft.com/office/drawing/2014/main" val="3384027313"/>
                    </a:ext>
                  </a:extLst>
                </a:gridCol>
                <a:gridCol w="720958">
                  <a:extLst>
                    <a:ext uri="{9D8B030D-6E8A-4147-A177-3AD203B41FA5}">
                      <a16:colId xmlns:a16="http://schemas.microsoft.com/office/drawing/2014/main" val="4191717277"/>
                    </a:ext>
                  </a:extLst>
                </a:gridCol>
                <a:gridCol w="1603267">
                  <a:extLst>
                    <a:ext uri="{9D8B030D-6E8A-4147-A177-3AD203B41FA5}">
                      <a16:colId xmlns:a16="http://schemas.microsoft.com/office/drawing/2014/main" val="4114959919"/>
                    </a:ext>
                  </a:extLst>
                </a:gridCol>
                <a:gridCol w="3595869">
                  <a:extLst>
                    <a:ext uri="{9D8B030D-6E8A-4147-A177-3AD203B41FA5}">
                      <a16:colId xmlns:a16="http://schemas.microsoft.com/office/drawing/2014/main" val="3899213806"/>
                    </a:ext>
                  </a:extLst>
                </a:gridCol>
                <a:gridCol w="4655908">
                  <a:extLst>
                    <a:ext uri="{9D8B030D-6E8A-4147-A177-3AD203B41FA5}">
                      <a16:colId xmlns:a16="http://schemas.microsoft.com/office/drawing/2014/main" val="2504864812"/>
                    </a:ext>
                  </a:extLst>
                </a:gridCol>
              </a:tblGrid>
              <a:tr h="370864">
                <a:tc rowSpan="4">
                  <a:txBody>
                    <a:bodyPr/>
                    <a:lstStyle/>
                    <a:p>
                      <a:pPr algn="ctr"/>
                      <a:r>
                        <a:rPr lang="en-GB" sz="1400"/>
                        <a:t>Supporting Tagging of Perms </a:t>
                      </a:r>
                    </a:p>
                    <a:p>
                      <a:pPr algn="ctr"/>
                      <a:r>
                        <a:rPr lang="en-GB" sz="1400"/>
                        <a:t>in </a:t>
                      </a:r>
                      <a:r>
                        <a:rPr lang="en-GB" sz="1400" u="sng"/>
                        <a:t>TAX</a:t>
                      </a:r>
                      <a:r>
                        <a:rPr lang="en-GB" sz="1400"/>
                        <a:t> Ledger</a:t>
                      </a:r>
                    </a:p>
                  </a:txBody>
                  <a:tcPr vert="vert270" anchor="ctr">
                    <a:solidFill>
                      <a:schemeClr val="tx2">
                        <a:lumMod val="50000"/>
                        <a:lumOff val="50000"/>
                      </a:schemeClr>
                    </a:solidFill>
                  </a:tcPr>
                </a:tc>
                <a:tc>
                  <a:txBody>
                    <a:bodyPr/>
                    <a:lstStyle/>
                    <a:p>
                      <a:pPr algn="ctr"/>
                      <a:r>
                        <a:rPr lang="en-GB" sz="1200"/>
                        <a:t>Ledger</a:t>
                      </a:r>
                    </a:p>
                  </a:txBody>
                  <a:tcPr>
                    <a:solidFill>
                      <a:schemeClr val="tx2">
                        <a:lumMod val="50000"/>
                        <a:lumOff val="50000"/>
                      </a:schemeClr>
                    </a:solidFill>
                  </a:tcPr>
                </a:tc>
                <a:tc>
                  <a:txBody>
                    <a:bodyPr/>
                    <a:lstStyle/>
                    <a:p>
                      <a:pPr algn="ctr"/>
                      <a:r>
                        <a:rPr lang="en-GB" sz="1200"/>
                        <a:t>Lease Accounting Approach</a:t>
                      </a:r>
                    </a:p>
                  </a:txBody>
                  <a:tcPr>
                    <a:solidFill>
                      <a:schemeClr val="tx2">
                        <a:lumMod val="50000"/>
                        <a:lumOff val="50000"/>
                      </a:schemeClr>
                    </a:solidFill>
                  </a:tcPr>
                </a:tc>
                <a:tc>
                  <a:txBody>
                    <a:bodyPr/>
                    <a:lstStyle/>
                    <a:p>
                      <a:pPr algn="ctr"/>
                      <a:r>
                        <a:rPr lang="en-GB" sz="1200"/>
                        <a:t>Tagging Non-deductible contracts</a:t>
                      </a:r>
                    </a:p>
                  </a:txBody>
                  <a:tcPr>
                    <a:solidFill>
                      <a:schemeClr val="tx2">
                        <a:lumMod val="50000"/>
                        <a:lumOff val="50000"/>
                      </a:schemeClr>
                    </a:solidFill>
                  </a:tcPr>
                </a:tc>
                <a:tc>
                  <a:txBody>
                    <a:bodyPr/>
                    <a:lstStyle/>
                    <a:p>
                      <a:pPr algn="ctr"/>
                      <a:r>
                        <a:rPr lang="en-GB" sz="1200"/>
                        <a:t>Tagging the Perms (Non-deductible P&amp;L items)</a:t>
                      </a:r>
                    </a:p>
                  </a:txBody>
                  <a:tcPr>
                    <a:solidFill>
                      <a:schemeClr val="tx2">
                        <a:lumMod val="50000"/>
                        <a:lumOff val="50000"/>
                      </a:schemeClr>
                    </a:solidFill>
                  </a:tcPr>
                </a:tc>
                <a:extLst>
                  <a:ext uri="{0D108BD9-81ED-4DB2-BD59-A6C34878D82A}">
                    <a16:rowId xmlns:a16="http://schemas.microsoft.com/office/drawing/2014/main" val="4085804815"/>
                  </a:ext>
                </a:extLst>
              </a:tr>
              <a:tr h="616222">
                <a:tc vMerge="1">
                  <a:txBody>
                    <a:bodyPr/>
                    <a:lstStyle/>
                    <a:p>
                      <a:endParaRPr lang="en-GB"/>
                    </a:p>
                  </a:txBody>
                  <a:tcPr/>
                </a:tc>
                <a:tc>
                  <a:txBody>
                    <a:bodyPr/>
                    <a:lstStyle/>
                    <a:p>
                      <a:r>
                        <a:rPr lang="en-GB" sz="1100"/>
                        <a:t>TAX</a:t>
                      </a:r>
                    </a:p>
                  </a:txBody>
                  <a:tcPr/>
                </a:tc>
                <a:tc>
                  <a:txBody>
                    <a:bodyPr/>
                    <a:lstStyle/>
                    <a:p>
                      <a:r>
                        <a:rPr lang="en-GB" sz="1100"/>
                        <a:t>IFRS 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LAT includes the Tax Perm Tag (TPT) ID (</a:t>
                      </a:r>
                      <a:r>
                        <a:rPr lang="en-GB" sz="1100" kern="1200">
                          <a:solidFill>
                            <a:schemeClr val="tx1"/>
                          </a:solidFill>
                          <a:latin typeface="+mn-lt"/>
                          <a:ea typeface="+mn-ea"/>
                          <a:cs typeface="+mn-cs"/>
                        </a:rPr>
                        <a:t>e.</a:t>
                      </a:r>
                      <a:r>
                        <a:rPr lang="en-GB" sz="1100">
                          <a:solidFill>
                            <a:schemeClr val="tx1"/>
                          </a:solidFill>
                        </a:rPr>
                        <a:t>g. EXLA001) for relevant Lease contracts where applicable in CLM which is subsequently carried over to the relevant lease expense postings, typically depreciation and/or interest expenses.</a:t>
                      </a:r>
                      <a:endParaRPr lang="en-GB" sz="1100" b="1">
                        <a:solidFill>
                          <a:schemeClr val="tx1"/>
                        </a:solidFill>
                      </a:endParaRPr>
                    </a:p>
                  </a:txBody>
                  <a:tcPr/>
                </a:tc>
                <a:tc>
                  <a:txBody>
                    <a:bodyPr/>
                    <a:lstStyle/>
                    <a:p>
                      <a:pPr marL="228600" indent="-228600">
                        <a:buAutoNum type="arabicParenR"/>
                      </a:pPr>
                      <a:r>
                        <a:rPr lang="en-GB" sz="1050">
                          <a:solidFill>
                            <a:schemeClr val="tx1"/>
                          </a:solidFill>
                        </a:rPr>
                        <a:t>Automatic conversion from TPT ID in CLM (e.g. EXLA001) to AA tag (e.g. LA01) upon AA Master Data creation. Upon posting of relevant Asset related P&amp;L transactions, automated conversion back from AA tag to TPT ID (e.g. LA01 to EXLA001) for depreciation.</a:t>
                      </a:r>
                    </a:p>
                    <a:p>
                      <a:pPr marL="228600" indent="-228600">
                        <a:buAutoNum type="arabicParenR"/>
                      </a:pPr>
                      <a:r>
                        <a:rPr lang="en-GB" sz="1050">
                          <a:solidFill>
                            <a:schemeClr val="tx1"/>
                          </a:solidFill>
                        </a:rPr>
                        <a:t>Any interest expense will also be tagged from CLM using the same TPT ID (e.g. EXLA001)</a:t>
                      </a:r>
                    </a:p>
                    <a:p>
                      <a:endParaRPr lang="en-GB" sz="1050"/>
                    </a:p>
                    <a:p>
                      <a:endParaRPr lang="en-GB" sz="1050"/>
                    </a:p>
                  </a:txBody>
                  <a:tcPr/>
                </a:tc>
                <a:extLst>
                  <a:ext uri="{0D108BD9-81ED-4DB2-BD59-A6C34878D82A}">
                    <a16:rowId xmlns:a16="http://schemas.microsoft.com/office/drawing/2014/main" val="3481829893"/>
                  </a:ext>
                </a:extLst>
              </a:tr>
              <a:tr h="616222">
                <a:tc vMerge="1">
                  <a:txBody>
                    <a:bodyPr/>
                    <a:lstStyle/>
                    <a:p>
                      <a:endParaRPr lang="en-GB" sz="1100"/>
                    </a:p>
                  </a:txBody>
                  <a:tcPr/>
                </a:tc>
                <a:tc>
                  <a:txBody>
                    <a:bodyPr/>
                    <a:lstStyle/>
                    <a:p>
                      <a:r>
                        <a:rPr lang="en-GB" sz="1100"/>
                        <a:t>TAX</a:t>
                      </a:r>
                    </a:p>
                  </a:txBody>
                  <a:tcPr/>
                </a:tc>
                <a:tc>
                  <a:txBody>
                    <a:bodyPr/>
                    <a:lstStyle/>
                    <a:p>
                      <a:r>
                        <a:rPr lang="en-GB" sz="1100"/>
                        <a:t>Accrual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LAT includes Tax Perm Tag (TPT) ID (</a:t>
                      </a:r>
                      <a:r>
                        <a:rPr lang="en-GB" sz="1100" kern="1200">
                          <a:solidFill>
                            <a:schemeClr val="tx1"/>
                          </a:solidFill>
                          <a:latin typeface="+mn-lt"/>
                          <a:ea typeface="+mn-ea"/>
                          <a:cs typeface="+mn-cs"/>
                        </a:rPr>
                        <a:t>e.</a:t>
                      </a:r>
                      <a:r>
                        <a:rPr lang="en-GB" sz="1100">
                          <a:solidFill>
                            <a:schemeClr val="tx1"/>
                          </a:solidFill>
                        </a:rPr>
                        <a:t>g. EXLA001) for relevant Lease contracts where applicable in CLM which is subsequently carried over to the relevant lease expense postings, i.e. rental expense.</a:t>
                      </a:r>
                      <a:endParaRPr lang="en-GB" sz="1100" b="1">
                        <a:solidFill>
                          <a:schemeClr val="tx1"/>
                        </a:solidFill>
                      </a:endParaRPr>
                    </a:p>
                  </a:txBody>
                  <a:tcPr/>
                </a:tc>
                <a:tc>
                  <a:txBody>
                    <a:bodyPr/>
                    <a:lstStyle/>
                    <a:p>
                      <a:r>
                        <a:rPr lang="en-GB" sz="1050"/>
                        <a:t>1) No tag is transferred to AA Master data as no </a:t>
                      </a:r>
                      <a:r>
                        <a:rPr lang="en-GB" sz="1050" err="1"/>
                        <a:t>RoU</a:t>
                      </a:r>
                      <a:r>
                        <a:rPr lang="en-GB" sz="1050"/>
                        <a:t> asset created</a:t>
                      </a:r>
                    </a:p>
                    <a:p>
                      <a:r>
                        <a:rPr lang="en-GB" sz="1050"/>
                        <a:t>2) Upon posting of rental expense driven by accrual, this rental expense will be tagged from CLM with the relevant TPT ID.</a:t>
                      </a:r>
                    </a:p>
                  </a:txBody>
                  <a:tcPr/>
                </a:tc>
                <a:extLst>
                  <a:ext uri="{0D108BD9-81ED-4DB2-BD59-A6C34878D82A}">
                    <a16:rowId xmlns:a16="http://schemas.microsoft.com/office/drawing/2014/main" val="13699842"/>
                  </a:ext>
                </a:extLst>
              </a:tr>
              <a:tr h="61622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t>TAX</a:t>
                      </a:r>
                    </a:p>
                  </a:txBody>
                  <a:tcPr/>
                </a:tc>
                <a:tc>
                  <a:txBody>
                    <a:bodyPr/>
                    <a:lstStyle/>
                    <a:p>
                      <a:r>
                        <a:rPr lang="en-GB" sz="1100"/>
                        <a:t>Invoice Receipt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N/A, as in IR based approach postings in SAP do not come from CLM.</a:t>
                      </a:r>
                    </a:p>
                  </a:txBody>
                  <a:tcPr/>
                </a:tc>
                <a:tc>
                  <a:txBody>
                    <a:bodyPr/>
                    <a:lstStyle/>
                    <a:p>
                      <a:pPr marL="228600" indent="-228600">
                        <a:buAutoNum type="arabicParenR"/>
                      </a:pPr>
                      <a:r>
                        <a:rPr lang="en-GB" sz="1050"/>
                        <a:t>No Tax Perm Tagging is done from CLM.</a:t>
                      </a:r>
                    </a:p>
                    <a:p>
                      <a:pPr marL="228600" indent="-228600">
                        <a:buAutoNum type="arabicParenR"/>
                      </a:pPr>
                      <a:r>
                        <a:rPr lang="en-GB" sz="1050"/>
                        <a:t>Tagging can only be done when running Tax Perm Tagging Cockpit, either manually or automatically via tagging rules.</a:t>
                      </a:r>
                    </a:p>
                  </a:txBody>
                  <a:tcPr/>
                </a:tc>
                <a:extLst>
                  <a:ext uri="{0D108BD9-81ED-4DB2-BD59-A6C34878D82A}">
                    <a16:rowId xmlns:a16="http://schemas.microsoft.com/office/drawing/2014/main" val="591068546"/>
                  </a:ext>
                </a:extLst>
              </a:tr>
            </a:tbl>
          </a:graphicData>
        </a:graphic>
      </p:graphicFrame>
      <p:sp>
        <p:nvSpPr>
          <p:cNvPr id="3" name="Slide Number Placeholder 2">
            <a:extLst>
              <a:ext uri="{FF2B5EF4-FFF2-40B4-BE49-F238E27FC236}">
                <a16:creationId xmlns:a16="http://schemas.microsoft.com/office/drawing/2014/main" id="{B32FF9D0-329E-4579-83E9-1950FB7E22C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6C33C589-65A2-49DD-A464-948728F10D92}"/>
              </a:ext>
            </a:extLst>
          </p:cNvPr>
          <p:cNvSpPr>
            <a:spLocks noGrp="1"/>
          </p:cNvSpPr>
          <p:nvPr>
            <p:ph type="title"/>
          </p:nvPr>
        </p:nvSpPr>
        <p:spPr/>
        <p:txBody>
          <a:bodyPr/>
          <a:lstStyle/>
          <a:p>
            <a:r>
              <a:rPr lang="en-GB"/>
              <a:t>SAP S/4 impact on Leasing Process – </a:t>
            </a:r>
            <a:br>
              <a:rPr lang="en-GB"/>
            </a:br>
            <a:r>
              <a:rPr lang="en-GB"/>
              <a:t>Non-deductible Lease expenses</a:t>
            </a:r>
          </a:p>
        </p:txBody>
      </p:sp>
      <p:sp>
        <p:nvSpPr>
          <p:cNvPr id="6" name="Rectangle: Rounded Corners 5">
            <a:extLst>
              <a:ext uri="{FF2B5EF4-FFF2-40B4-BE49-F238E27FC236}">
                <a16:creationId xmlns:a16="http://schemas.microsoft.com/office/drawing/2014/main" id="{4FB7D7B0-86EE-46D2-AF50-EAD3B53518F2}"/>
              </a:ext>
            </a:extLst>
          </p:cNvPr>
          <p:cNvSpPr/>
          <p:nvPr/>
        </p:nvSpPr>
        <p:spPr>
          <a:xfrm>
            <a:off x="3499661" y="1507007"/>
            <a:ext cx="3549725" cy="3863719"/>
          </a:xfrm>
          <a:prstGeom prst="roundRect">
            <a:avLst>
              <a:gd name="adj" fmla="val 1259"/>
            </a:avLst>
          </a:prstGeom>
          <a:noFill/>
          <a:ln w="190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FD643C13-9D78-4579-AFC7-7A55141BA7BF}"/>
              </a:ext>
            </a:extLst>
          </p:cNvPr>
          <p:cNvSpPr/>
          <p:nvPr/>
        </p:nvSpPr>
        <p:spPr>
          <a:xfrm>
            <a:off x="7148476" y="1511035"/>
            <a:ext cx="4571013" cy="3863719"/>
          </a:xfrm>
          <a:prstGeom prst="roundRect">
            <a:avLst>
              <a:gd name="adj" fmla="val 1358"/>
            </a:avLst>
          </a:prstGeom>
          <a:noFill/>
          <a:ln w="190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Rounded Corners 4">
            <a:extLst>
              <a:ext uri="{FF2B5EF4-FFF2-40B4-BE49-F238E27FC236}">
                <a16:creationId xmlns:a16="http://schemas.microsoft.com/office/drawing/2014/main" id="{0EFD9CF0-2F41-4E31-8576-C4AB937D2E5B}"/>
              </a:ext>
            </a:extLst>
          </p:cNvPr>
          <p:cNvSpPr/>
          <p:nvPr/>
        </p:nvSpPr>
        <p:spPr>
          <a:xfrm>
            <a:off x="3818637" y="1617820"/>
            <a:ext cx="2967435" cy="350746"/>
          </a:xfrm>
          <a:prstGeom prst="roundRect">
            <a:avLst>
              <a:gd name="adj" fmla="val 28793"/>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CLM</a:t>
            </a:r>
          </a:p>
        </p:txBody>
      </p:sp>
      <p:sp>
        <p:nvSpPr>
          <p:cNvPr id="17" name="Rectangle: Rounded Corners 16">
            <a:extLst>
              <a:ext uri="{FF2B5EF4-FFF2-40B4-BE49-F238E27FC236}">
                <a16:creationId xmlns:a16="http://schemas.microsoft.com/office/drawing/2014/main" id="{B1A9D550-E4F9-45AC-BD51-F7DA1A58A4C6}"/>
              </a:ext>
            </a:extLst>
          </p:cNvPr>
          <p:cNvSpPr/>
          <p:nvPr/>
        </p:nvSpPr>
        <p:spPr>
          <a:xfrm>
            <a:off x="7987807" y="1635263"/>
            <a:ext cx="2783730" cy="350746"/>
          </a:xfrm>
          <a:prstGeom prst="roundRect">
            <a:avLst>
              <a:gd name="adj" fmla="val 28793"/>
            </a:avLst>
          </a:prstGeom>
          <a:ln/>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S/4HANA</a:t>
            </a:r>
          </a:p>
        </p:txBody>
      </p:sp>
      <p:sp>
        <p:nvSpPr>
          <p:cNvPr id="11" name="Rectangle: Rounded Corners 10">
            <a:extLst>
              <a:ext uri="{FF2B5EF4-FFF2-40B4-BE49-F238E27FC236}">
                <a16:creationId xmlns:a16="http://schemas.microsoft.com/office/drawing/2014/main" id="{0D920906-25DF-4C31-90D3-3EDF803C10BB}"/>
              </a:ext>
            </a:extLst>
          </p:cNvPr>
          <p:cNvSpPr/>
          <p:nvPr/>
        </p:nvSpPr>
        <p:spPr>
          <a:xfrm>
            <a:off x="515940" y="5500076"/>
            <a:ext cx="11532900" cy="672124"/>
          </a:xfrm>
          <a:prstGeom prst="roundRect">
            <a:avLst>
              <a:gd name="adj" fmla="val 4251"/>
            </a:avLst>
          </a:prstGeom>
          <a:gradFill>
            <a:gsLst>
              <a:gs pos="0">
                <a:schemeClr val="bg1"/>
              </a:gs>
              <a:gs pos="100000">
                <a:schemeClr val="accent2">
                  <a:lumMod val="60000"/>
                  <a:lumOff val="4000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2" name="Graphic 11" descr="Head with gears">
            <a:extLst>
              <a:ext uri="{FF2B5EF4-FFF2-40B4-BE49-F238E27FC236}">
                <a16:creationId xmlns:a16="http://schemas.microsoft.com/office/drawing/2014/main" id="{6DB5CC5A-577B-4055-BFFE-FF414F96BB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6773" y="5568684"/>
            <a:ext cx="406400" cy="406400"/>
          </a:xfrm>
          <a:prstGeom prst="rect">
            <a:avLst/>
          </a:prstGeom>
        </p:spPr>
      </p:pic>
      <p:sp>
        <p:nvSpPr>
          <p:cNvPr id="13" name="Rectangle 12">
            <a:extLst>
              <a:ext uri="{FF2B5EF4-FFF2-40B4-BE49-F238E27FC236}">
                <a16:creationId xmlns:a16="http://schemas.microsoft.com/office/drawing/2014/main" id="{596C0301-30DF-4B84-85D7-BC256B193FA9}"/>
              </a:ext>
            </a:extLst>
          </p:cNvPr>
          <p:cNvSpPr/>
          <p:nvPr/>
        </p:nvSpPr>
        <p:spPr>
          <a:xfrm>
            <a:off x="870473" y="5628572"/>
            <a:ext cx="1088337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Details of the Tax Perm Tagging mechanism related to Lease Accounting are further explained in training course System-based Solutions for Corporate Income Tax.</a:t>
            </a:r>
          </a:p>
        </p:txBody>
      </p:sp>
    </p:spTree>
    <p:extLst>
      <p:ext uri="{BB962C8B-B14F-4D97-AF65-F5344CB8AC3E}">
        <p14:creationId xmlns:p14="http://schemas.microsoft.com/office/powerpoint/2010/main" val="3280672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156D59-1AD5-4011-A719-9CEF56B168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9" imgH="499" progId="TCLayout.ActiveDocument.1">
                  <p:embed/>
                </p:oleObj>
              </mc:Choice>
              <mc:Fallback>
                <p:oleObj name="think-cell Slide" r:id="rId4" imgW="499" imgH="499" progId="TCLayout.ActiveDocument.1">
                  <p:embed/>
                  <p:pic>
                    <p:nvPicPr>
                      <p:cNvPr id="3" name="Object 2" hidden="1">
                        <a:extLst>
                          <a:ext uri="{FF2B5EF4-FFF2-40B4-BE49-F238E27FC236}">
                            <a16:creationId xmlns:a16="http://schemas.microsoft.com/office/drawing/2014/main" id="{65156D59-1AD5-4011-A719-9CEF56B168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E9A16A88-11FF-4094-8FBB-661A274E79E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8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Slide Number Placeholder 5">
            <a:extLst>
              <a:ext uri="{FF2B5EF4-FFF2-40B4-BE49-F238E27FC236}">
                <a16:creationId xmlns:a16="http://schemas.microsoft.com/office/drawing/2014/main" id="{FF51A40C-C7B5-403B-BB7D-56AD41E9CC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3503A3AB-0148-4153-88B9-0E9C7E1625DD}"/>
              </a:ext>
            </a:extLst>
          </p:cNvPr>
          <p:cNvSpPr>
            <a:spLocks noGrp="1"/>
          </p:cNvSpPr>
          <p:nvPr>
            <p:ph type="title"/>
          </p:nvPr>
        </p:nvSpPr>
        <p:spPr/>
        <p:txBody>
          <a:bodyPr/>
          <a:lstStyle/>
          <a:p>
            <a:pPr algn="ctr"/>
            <a:r>
              <a:rPr lang="en-US" sz="2800"/>
              <a:t>Lease Accounting: Entity Accounting Approach</a:t>
            </a:r>
          </a:p>
        </p:txBody>
      </p:sp>
      <p:pic>
        <p:nvPicPr>
          <p:cNvPr id="5" name="Picture 4">
            <a:extLst>
              <a:ext uri="{FF2B5EF4-FFF2-40B4-BE49-F238E27FC236}">
                <a16:creationId xmlns:a16="http://schemas.microsoft.com/office/drawing/2014/main" id="{B0F50718-3FC2-42C5-A1EE-401FC1AFD3B3}"/>
              </a:ext>
            </a:extLst>
          </p:cNvPr>
          <p:cNvPicPr>
            <a:picLocks noChangeAspect="1"/>
          </p:cNvPicPr>
          <p:nvPr/>
        </p:nvPicPr>
        <p:blipFill>
          <a:blip r:embed="rId6"/>
          <a:stretch>
            <a:fillRect/>
          </a:stretch>
        </p:blipFill>
        <p:spPr>
          <a:xfrm>
            <a:off x="262968" y="1522214"/>
            <a:ext cx="11794079" cy="4380500"/>
          </a:xfrm>
          <a:prstGeom prst="rect">
            <a:avLst/>
          </a:prstGeom>
        </p:spPr>
      </p:pic>
    </p:spTree>
    <p:extLst>
      <p:ext uri="{BB962C8B-B14F-4D97-AF65-F5344CB8AC3E}">
        <p14:creationId xmlns:p14="http://schemas.microsoft.com/office/powerpoint/2010/main" val="3497570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156D59-1AD5-4011-A719-9CEF56B168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9" imgH="499" progId="TCLayout.ActiveDocument.1">
                  <p:embed/>
                </p:oleObj>
              </mc:Choice>
              <mc:Fallback>
                <p:oleObj name="think-cell Slide" r:id="rId4" imgW="499" imgH="499" progId="TCLayout.ActiveDocument.1">
                  <p:embed/>
                  <p:pic>
                    <p:nvPicPr>
                      <p:cNvPr id="3" name="Object 2" hidden="1">
                        <a:extLst>
                          <a:ext uri="{FF2B5EF4-FFF2-40B4-BE49-F238E27FC236}">
                            <a16:creationId xmlns:a16="http://schemas.microsoft.com/office/drawing/2014/main" id="{65156D59-1AD5-4011-A719-9CEF56B168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E9A16A88-11FF-4094-8FBB-661A274E79E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3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6" name="Slide Number Placeholder 5">
            <a:extLst>
              <a:ext uri="{FF2B5EF4-FFF2-40B4-BE49-F238E27FC236}">
                <a16:creationId xmlns:a16="http://schemas.microsoft.com/office/drawing/2014/main" id="{2D104C42-778F-4147-9A61-4BAE324012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3503A3AB-0148-4153-88B9-0E9C7E1625DD}"/>
              </a:ext>
            </a:extLst>
          </p:cNvPr>
          <p:cNvSpPr>
            <a:spLocks noGrp="1"/>
          </p:cNvSpPr>
          <p:nvPr>
            <p:ph type="title"/>
          </p:nvPr>
        </p:nvSpPr>
        <p:spPr/>
        <p:txBody>
          <a:bodyPr>
            <a:normAutofit/>
          </a:bodyPr>
          <a:lstStyle/>
          <a:p>
            <a:br>
              <a:rPr lang="en-US"/>
            </a:br>
            <a:r>
              <a:rPr lang="en-US"/>
              <a:t>Posting Scheme: IFRS 16 Based </a:t>
            </a:r>
          </a:p>
        </p:txBody>
      </p:sp>
      <p:pic>
        <p:nvPicPr>
          <p:cNvPr id="7" name="Рисунок 6" descr="Изображение выглядит как текст, снимок экрана, число, Параллельный&#10;&#10;Автоматически созданное описание">
            <a:extLst>
              <a:ext uri="{FF2B5EF4-FFF2-40B4-BE49-F238E27FC236}">
                <a16:creationId xmlns:a16="http://schemas.microsoft.com/office/drawing/2014/main" id="{EA2858B7-4767-6E39-6C2E-8A08264C352C}"/>
              </a:ext>
            </a:extLst>
          </p:cNvPr>
          <p:cNvPicPr>
            <a:picLocks noChangeAspect="1"/>
          </p:cNvPicPr>
          <p:nvPr/>
        </p:nvPicPr>
        <p:blipFill rotWithShape="1">
          <a:blip r:embed="rId6"/>
          <a:srcRect r="334" b="149"/>
          <a:stretch/>
        </p:blipFill>
        <p:spPr>
          <a:xfrm>
            <a:off x="1975865" y="1452785"/>
            <a:ext cx="8781506" cy="4920967"/>
          </a:xfrm>
          <a:prstGeom prst="rect">
            <a:avLst/>
          </a:prstGeom>
        </p:spPr>
      </p:pic>
    </p:spTree>
    <p:extLst>
      <p:ext uri="{BB962C8B-B14F-4D97-AF65-F5344CB8AC3E}">
        <p14:creationId xmlns:p14="http://schemas.microsoft.com/office/powerpoint/2010/main" val="2576933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FAF430-488C-4F54-BBD8-6F13742EE5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AE4C0DF-0FAF-41E9-9509-B755787DE84A}"/>
              </a:ext>
            </a:extLst>
          </p:cNvPr>
          <p:cNvSpPr>
            <a:spLocks noGrp="1"/>
          </p:cNvSpPr>
          <p:nvPr>
            <p:ph type="title"/>
          </p:nvPr>
        </p:nvSpPr>
        <p:spPr/>
        <p:txBody>
          <a:bodyPr/>
          <a:lstStyle/>
          <a:p>
            <a:r>
              <a:rPr lang="en-US"/>
              <a:t>IFRS 16 Based</a:t>
            </a:r>
            <a:br>
              <a:rPr lang="en-US"/>
            </a:br>
            <a:r>
              <a:rPr lang="en-US"/>
              <a:t>Example: Capitalized contract validation</a:t>
            </a:r>
            <a:endParaRPr lang="en-GB"/>
          </a:p>
        </p:txBody>
      </p:sp>
      <p:pic>
        <p:nvPicPr>
          <p:cNvPr id="13" name="Picture 12">
            <a:extLst>
              <a:ext uri="{FF2B5EF4-FFF2-40B4-BE49-F238E27FC236}">
                <a16:creationId xmlns:a16="http://schemas.microsoft.com/office/drawing/2014/main" id="{2CE1D877-C82E-1129-2BC0-681465E635D0}"/>
              </a:ext>
            </a:extLst>
          </p:cNvPr>
          <p:cNvPicPr>
            <a:picLocks noChangeAspect="1"/>
          </p:cNvPicPr>
          <p:nvPr/>
        </p:nvPicPr>
        <p:blipFill>
          <a:blip r:embed="rId2"/>
          <a:stretch>
            <a:fillRect/>
          </a:stretch>
        </p:blipFill>
        <p:spPr>
          <a:xfrm>
            <a:off x="541341" y="1692871"/>
            <a:ext cx="10478038" cy="2082907"/>
          </a:xfrm>
          <a:prstGeom prst="rect">
            <a:avLst/>
          </a:prstGeom>
          <a:ln>
            <a:noFill/>
          </a:ln>
          <a:effectLst>
            <a:outerShdw blurRad="190500" algn="tl" rotWithShape="0">
              <a:srgbClr val="000000">
                <a:alpha val="70000"/>
              </a:srgbClr>
            </a:outerShdw>
          </a:effectLst>
        </p:spPr>
      </p:pic>
      <p:sp>
        <p:nvSpPr>
          <p:cNvPr id="7" name="Rectangle 6">
            <a:extLst>
              <a:ext uri="{FF2B5EF4-FFF2-40B4-BE49-F238E27FC236}">
                <a16:creationId xmlns:a16="http://schemas.microsoft.com/office/drawing/2014/main" id="{0FE9150A-EE5C-45A7-BA9E-18FC91A56498}"/>
              </a:ext>
            </a:extLst>
          </p:cNvPr>
          <p:cNvSpPr/>
          <p:nvPr/>
        </p:nvSpPr>
        <p:spPr>
          <a:xfrm>
            <a:off x="4834830" y="2546218"/>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B7044D37-2E49-4B26-B32E-36BAD58F088A}"/>
              </a:ext>
            </a:extLst>
          </p:cNvPr>
          <p:cNvSpPr/>
          <p:nvPr/>
        </p:nvSpPr>
        <p:spPr>
          <a:xfrm>
            <a:off x="8763241" y="2372014"/>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F3B76164-51BB-4AC7-B800-233B7AE26B51}"/>
              </a:ext>
            </a:extLst>
          </p:cNvPr>
          <p:cNvSpPr/>
          <p:nvPr/>
        </p:nvSpPr>
        <p:spPr>
          <a:xfrm>
            <a:off x="8901264" y="3601678"/>
            <a:ext cx="2061713" cy="181155"/>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Picture 15">
            <a:extLst>
              <a:ext uri="{FF2B5EF4-FFF2-40B4-BE49-F238E27FC236}">
                <a16:creationId xmlns:a16="http://schemas.microsoft.com/office/drawing/2014/main" id="{FEA357DD-527C-985E-9167-CDEE13D8988D}"/>
              </a:ext>
            </a:extLst>
          </p:cNvPr>
          <p:cNvPicPr>
            <a:picLocks noChangeAspect="1"/>
          </p:cNvPicPr>
          <p:nvPr/>
        </p:nvPicPr>
        <p:blipFill>
          <a:blip r:embed="rId3"/>
          <a:stretch>
            <a:fillRect/>
          </a:stretch>
        </p:blipFill>
        <p:spPr>
          <a:xfrm>
            <a:off x="515939" y="4274058"/>
            <a:ext cx="10503440" cy="2101958"/>
          </a:xfrm>
          <a:prstGeom prst="rect">
            <a:avLst/>
          </a:prstGeom>
          <a:ln>
            <a:noFill/>
          </a:ln>
          <a:effectLst>
            <a:outerShdw blurRad="190500" algn="tl" rotWithShape="0">
              <a:srgbClr val="000000">
                <a:alpha val="70000"/>
              </a:srgbClr>
            </a:outerShdw>
          </a:effectLst>
        </p:spPr>
      </p:pic>
      <p:sp>
        <p:nvSpPr>
          <p:cNvPr id="15" name="Rectangle 14">
            <a:extLst>
              <a:ext uri="{FF2B5EF4-FFF2-40B4-BE49-F238E27FC236}">
                <a16:creationId xmlns:a16="http://schemas.microsoft.com/office/drawing/2014/main" id="{FA2D9FE8-30F7-4354-8FD8-0D499E61100A}"/>
              </a:ext>
            </a:extLst>
          </p:cNvPr>
          <p:cNvSpPr/>
          <p:nvPr/>
        </p:nvSpPr>
        <p:spPr>
          <a:xfrm>
            <a:off x="4834830" y="5109606"/>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B67C89CD-0755-431B-904E-BD5192438B1C}"/>
              </a:ext>
            </a:extLst>
          </p:cNvPr>
          <p:cNvSpPr/>
          <p:nvPr/>
        </p:nvSpPr>
        <p:spPr>
          <a:xfrm>
            <a:off x="8828348" y="5165129"/>
            <a:ext cx="2087593" cy="232913"/>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1CC6CE04-86B5-473D-94E4-5388A1F56903}"/>
              </a:ext>
            </a:extLst>
          </p:cNvPr>
          <p:cNvSpPr/>
          <p:nvPr/>
        </p:nvSpPr>
        <p:spPr>
          <a:xfrm>
            <a:off x="8828348" y="6143908"/>
            <a:ext cx="2134629" cy="232913"/>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9B9A6126-AA9C-41E9-9BBC-7A51B62155E8}"/>
              </a:ext>
            </a:extLst>
          </p:cNvPr>
          <p:cNvSpPr txBox="1"/>
          <p:nvPr/>
        </p:nvSpPr>
        <p:spPr>
          <a:xfrm>
            <a:off x="3779521" y="1515842"/>
            <a:ext cx="2952206" cy="198200"/>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1. Initial Posting:  Recognition of Assets</a:t>
            </a:r>
          </a:p>
        </p:txBody>
      </p:sp>
      <p:sp>
        <p:nvSpPr>
          <p:cNvPr id="12" name="TextBox 11">
            <a:extLst>
              <a:ext uri="{FF2B5EF4-FFF2-40B4-BE49-F238E27FC236}">
                <a16:creationId xmlns:a16="http://schemas.microsoft.com/office/drawing/2014/main" id="{1D05720B-70E1-44C8-88D3-E4E1460DCF78}"/>
              </a:ext>
            </a:extLst>
          </p:cNvPr>
          <p:cNvSpPr txBox="1"/>
          <p:nvPr/>
        </p:nvSpPr>
        <p:spPr>
          <a:xfrm>
            <a:off x="3779521" y="4099467"/>
            <a:ext cx="2952206" cy="181156"/>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2. Initial Posting:  Recognition of Liability</a:t>
            </a:r>
          </a:p>
        </p:txBody>
      </p:sp>
    </p:spTree>
    <p:extLst>
      <p:ext uri="{BB962C8B-B14F-4D97-AF65-F5344CB8AC3E}">
        <p14:creationId xmlns:p14="http://schemas.microsoft.com/office/powerpoint/2010/main" val="1337737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FAF430-488C-4F54-BBD8-6F13742EE52B}"/>
              </a:ext>
            </a:extLst>
          </p:cNvPr>
          <p:cNvSpPr>
            <a:spLocks noGrp="1"/>
          </p:cNvSpPr>
          <p:nvPr>
            <p:ph type="sldNum" sz="quarter" idx="12"/>
          </p:nvPr>
        </p:nvSpPr>
        <p:spPr>
          <a:xfrm>
            <a:off x="6278374" y="3330030"/>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AE4C0DF-0FAF-41E9-9509-B755787DE84A}"/>
              </a:ext>
            </a:extLst>
          </p:cNvPr>
          <p:cNvSpPr>
            <a:spLocks noGrp="1"/>
          </p:cNvSpPr>
          <p:nvPr>
            <p:ph type="title"/>
          </p:nvPr>
        </p:nvSpPr>
        <p:spPr/>
        <p:txBody>
          <a:bodyPr/>
          <a:lstStyle/>
          <a:p>
            <a:r>
              <a:rPr lang="en-US"/>
              <a:t>IFRS 16 Based</a:t>
            </a:r>
            <a:br>
              <a:rPr lang="en-US"/>
            </a:br>
            <a:r>
              <a:rPr lang="en-US"/>
              <a:t>Example: Capitalized contract validation</a:t>
            </a:r>
            <a:endParaRPr lang="en-GB"/>
          </a:p>
        </p:txBody>
      </p:sp>
      <p:pic>
        <p:nvPicPr>
          <p:cNvPr id="9" name="Picture 8">
            <a:extLst>
              <a:ext uri="{FF2B5EF4-FFF2-40B4-BE49-F238E27FC236}">
                <a16:creationId xmlns:a16="http://schemas.microsoft.com/office/drawing/2014/main" id="{6955D512-2359-FB8F-3BA1-5025FA620F6E}"/>
              </a:ext>
            </a:extLst>
          </p:cNvPr>
          <p:cNvPicPr>
            <a:picLocks noChangeAspect="1"/>
          </p:cNvPicPr>
          <p:nvPr/>
        </p:nvPicPr>
        <p:blipFill>
          <a:blip r:embed="rId2"/>
          <a:stretch>
            <a:fillRect/>
          </a:stretch>
        </p:blipFill>
        <p:spPr>
          <a:xfrm>
            <a:off x="656938" y="1999346"/>
            <a:ext cx="11264453" cy="2348850"/>
          </a:xfrm>
          <a:prstGeom prst="rect">
            <a:avLst/>
          </a:prstGeom>
          <a:ln>
            <a:noFill/>
          </a:ln>
          <a:effectLst>
            <a:outerShdw blurRad="190500" algn="tl" rotWithShape="0">
              <a:srgbClr val="000000">
                <a:alpha val="70000"/>
              </a:srgbClr>
            </a:outerShdw>
          </a:effectLst>
        </p:spPr>
      </p:pic>
      <p:sp>
        <p:nvSpPr>
          <p:cNvPr id="2" name="TextBox 1">
            <a:extLst>
              <a:ext uri="{FF2B5EF4-FFF2-40B4-BE49-F238E27FC236}">
                <a16:creationId xmlns:a16="http://schemas.microsoft.com/office/drawing/2014/main" id="{6AF5BBCD-C253-6B76-CBF1-08576BA45648}"/>
              </a:ext>
            </a:extLst>
          </p:cNvPr>
          <p:cNvSpPr txBox="1"/>
          <p:nvPr/>
        </p:nvSpPr>
        <p:spPr>
          <a:xfrm>
            <a:off x="1836719" y="1839308"/>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3. Payment by</a:t>
            </a:r>
            <a:r>
              <a:rPr kumimoji="0" lang="pl-PL" sz="1050" b="1" i="0" u="none" strike="noStrike" kern="1200" cap="none" spc="0" normalizeH="0" baseline="0" noProof="0" dirty="0">
                <a:ln>
                  <a:noFill/>
                </a:ln>
                <a:solidFill>
                  <a:srgbClr val="FFFFFF"/>
                </a:solidFill>
                <a:effectLst/>
                <a:uLnTx/>
                <a:uFillTx/>
                <a:latin typeface="Arial" panose="020B0604020202020204"/>
                <a:ea typeface="+mn-ea"/>
                <a:cs typeface="+mn-cs"/>
              </a:rPr>
              <a:t> CLM</a:t>
            </a:r>
            <a:endPar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F553E6EC-CC29-9F48-7A47-913AAE57E614}"/>
              </a:ext>
            </a:extLst>
          </p:cNvPr>
          <p:cNvSpPr/>
          <p:nvPr/>
        </p:nvSpPr>
        <p:spPr>
          <a:xfrm>
            <a:off x="9485684" y="4106656"/>
            <a:ext cx="2343965"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BDC7AEE4-F03F-194B-58CA-ED30ED9E1336}"/>
              </a:ext>
            </a:extLst>
          </p:cNvPr>
          <p:cNvSpPr/>
          <p:nvPr/>
        </p:nvSpPr>
        <p:spPr>
          <a:xfrm>
            <a:off x="9485683" y="2751344"/>
            <a:ext cx="2343965"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4D4CDA28-48D7-14A9-3AB8-5A193ABA4B17}"/>
              </a:ext>
            </a:extLst>
          </p:cNvPr>
          <p:cNvSpPr/>
          <p:nvPr/>
        </p:nvSpPr>
        <p:spPr>
          <a:xfrm>
            <a:off x="5602159" y="2952711"/>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53775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FAF430-488C-4F54-BBD8-6F13742EE5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AE4C0DF-0FAF-41E9-9509-B755787DE84A}"/>
              </a:ext>
            </a:extLst>
          </p:cNvPr>
          <p:cNvSpPr>
            <a:spLocks noGrp="1"/>
          </p:cNvSpPr>
          <p:nvPr>
            <p:ph type="title"/>
          </p:nvPr>
        </p:nvSpPr>
        <p:spPr/>
        <p:txBody>
          <a:bodyPr/>
          <a:lstStyle/>
          <a:p>
            <a:r>
              <a:rPr lang="en-US"/>
              <a:t>IFRS 16 Based</a:t>
            </a:r>
            <a:br>
              <a:rPr lang="en-US"/>
            </a:br>
            <a:r>
              <a:rPr lang="en-US"/>
              <a:t>Example: Capitalized contract validation</a:t>
            </a:r>
            <a:endParaRPr lang="en-GB"/>
          </a:p>
        </p:txBody>
      </p:sp>
      <p:pic>
        <p:nvPicPr>
          <p:cNvPr id="8" name="Picture 7">
            <a:extLst>
              <a:ext uri="{FF2B5EF4-FFF2-40B4-BE49-F238E27FC236}">
                <a16:creationId xmlns:a16="http://schemas.microsoft.com/office/drawing/2014/main" id="{8278EAF9-9B06-CEB7-F51D-F0D62374F6EE}"/>
              </a:ext>
            </a:extLst>
          </p:cNvPr>
          <p:cNvPicPr>
            <a:picLocks noChangeAspect="1"/>
          </p:cNvPicPr>
          <p:nvPr/>
        </p:nvPicPr>
        <p:blipFill>
          <a:blip r:embed="rId3"/>
          <a:stretch>
            <a:fillRect/>
          </a:stretch>
        </p:blipFill>
        <p:spPr>
          <a:xfrm>
            <a:off x="641600" y="1688212"/>
            <a:ext cx="9760452" cy="2095608"/>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2619F099-93B6-D3A7-95B4-0A0FACC2353D}"/>
              </a:ext>
            </a:extLst>
          </p:cNvPr>
          <p:cNvPicPr>
            <a:picLocks noChangeAspect="1"/>
          </p:cNvPicPr>
          <p:nvPr/>
        </p:nvPicPr>
        <p:blipFill>
          <a:blip r:embed="rId4"/>
          <a:stretch>
            <a:fillRect/>
          </a:stretch>
        </p:blipFill>
        <p:spPr>
          <a:xfrm>
            <a:off x="641601" y="4163273"/>
            <a:ext cx="9760452" cy="2016673"/>
          </a:xfrm>
          <a:prstGeom prst="rect">
            <a:avLst/>
          </a:prstGeom>
          <a:ln>
            <a:noFill/>
          </a:ln>
          <a:effectLst>
            <a:outerShdw blurRad="190500" algn="tl" rotWithShape="0">
              <a:srgbClr val="000000">
                <a:alpha val="70000"/>
              </a:srgbClr>
            </a:outerShdw>
          </a:effectLst>
        </p:spPr>
      </p:pic>
      <p:sp>
        <p:nvSpPr>
          <p:cNvPr id="7" name="Rectangle 8">
            <a:extLst>
              <a:ext uri="{FF2B5EF4-FFF2-40B4-BE49-F238E27FC236}">
                <a16:creationId xmlns:a16="http://schemas.microsoft.com/office/drawing/2014/main" id="{34CCBB5F-293D-DF63-AA6E-E647D0F067D5}"/>
              </a:ext>
            </a:extLst>
          </p:cNvPr>
          <p:cNvSpPr/>
          <p:nvPr/>
        </p:nvSpPr>
        <p:spPr>
          <a:xfrm>
            <a:off x="8129428" y="2350650"/>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8">
            <a:extLst>
              <a:ext uri="{FF2B5EF4-FFF2-40B4-BE49-F238E27FC236}">
                <a16:creationId xmlns:a16="http://schemas.microsoft.com/office/drawing/2014/main" id="{56C57701-6486-90A4-99F6-BCD93CF46C42}"/>
              </a:ext>
            </a:extLst>
          </p:cNvPr>
          <p:cNvSpPr/>
          <p:nvPr/>
        </p:nvSpPr>
        <p:spPr>
          <a:xfrm>
            <a:off x="8129428" y="4771958"/>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6">
            <a:extLst>
              <a:ext uri="{FF2B5EF4-FFF2-40B4-BE49-F238E27FC236}">
                <a16:creationId xmlns:a16="http://schemas.microsoft.com/office/drawing/2014/main" id="{3BF8EF22-F44E-7EC2-5635-326FE4916D8A}"/>
              </a:ext>
            </a:extLst>
          </p:cNvPr>
          <p:cNvSpPr/>
          <p:nvPr/>
        </p:nvSpPr>
        <p:spPr>
          <a:xfrm>
            <a:off x="4884680" y="2510611"/>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6">
            <a:extLst>
              <a:ext uri="{FF2B5EF4-FFF2-40B4-BE49-F238E27FC236}">
                <a16:creationId xmlns:a16="http://schemas.microsoft.com/office/drawing/2014/main" id="{2F06C95C-1A9C-37FB-F605-E13C4AF488C6}"/>
              </a:ext>
            </a:extLst>
          </p:cNvPr>
          <p:cNvSpPr/>
          <p:nvPr/>
        </p:nvSpPr>
        <p:spPr>
          <a:xfrm>
            <a:off x="4806344" y="4981770"/>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7E0A1D2C-2617-4741-92E5-5B99D10A471E}"/>
              </a:ext>
            </a:extLst>
          </p:cNvPr>
          <p:cNvSpPr txBox="1"/>
          <p:nvPr/>
        </p:nvSpPr>
        <p:spPr>
          <a:xfrm>
            <a:off x="2952206" y="1495555"/>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 </a:t>
            </a:r>
            <a:r>
              <a:rPr kumimoji="0" lang="pl-PL" sz="1050" b="1" i="0" u="none" strike="noStrike" kern="1200" cap="none" spc="0" normalizeH="0" baseline="0" noProof="0" dirty="0">
                <a:ln>
                  <a:noFill/>
                </a:ln>
                <a:solidFill>
                  <a:srgbClr val="FFFFFF"/>
                </a:solidFill>
                <a:effectLst/>
                <a:uLnTx/>
                <a:uFillTx/>
                <a:latin typeface="Arial" panose="020B0604020202020204"/>
                <a:ea typeface="+mn-ea"/>
                <a:cs typeface="+mn-cs"/>
              </a:rPr>
              <a:t>4. </a:t>
            </a:r>
            <a:r>
              <a:rPr kumimoji="0" lang="pl-PL" sz="1050" b="1" i="0" u="none" strike="noStrike" kern="1200" cap="none" spc="0" normalizeH="0" baseline="0" noProof="0" dirty="0" err="1">
                <a:ln>
                  <a:noFill/>
                </a:ln>
                <a:solidFill>
                  <a:srgbClr val="FFFFFF"/>
                </a:solidFill>
                <a:effectLst/>
                <a:uLnTx/>
                <a:uFillTx/>
                <a:latin typeface="Arial" panose="020B0604020202020204"/>
                <a:ea typeface="+mn-ea"/>
                <a:cs typeface="+mn-cs"/>
              </a:rPr>
              <a:t>Interest</a:t>
            </a:r>
            <a:r>
              <a:rPr kumimoji="0" lang="pl-PL" sz="1050" b="1" i="0" u="none" strike="noStrike" kern="1200" cap="none" spc="0" normalizeH="0" baseline="0" noProof="0" dirty="0">
                <a:ln>
                  <a:noFill/>
                </a:ln>
                <a:solidFill>
                  <a:srgbClr val="FFFFFF"/>
                </a:solidFill>
                <a:effectLst/>
                <a:uLnTx/>
                <a:uFillTx/>
                <a:latin typeface="Arial" panose="020B0604020202020204"/>
                <a:ea typeface="+mn-ea"/>
                <a:cs typeface="+mn-cs"/>
              </a:rPr>
              <a:t> </a:t>
            </a:r>
            <a:r>
              <a:rPr kumimoji="0" lang="pl-PL" sz="1050" b="1" i="0" u="none" strike="noStrike" kern="1200" cap="none" spc="0" normalizeH="0" baseline="0" noProof="0" dirty="0" err="1">
                <a:ln>
                  <a:noFill/>
                </a:ln>
                <a:solidFill>
                  <a:srgbClr val="FFFFFF"/>
                </a:solidFill>
                <a:effectLst/>
                <a:uLnTx/>
                <a:uFillTx/>
                <a:latin typeface="Arial" panose="020B0604020202020204"/>
                <a:ea typeface="+mn-ea"/>
                <a:cs typeface="+mn-cs"/>
              </a:rPr>
              <a:t>expense</a:t>
            </a:r>
            <a:endPar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AB79491E-8A1B-E69A-3CE1-F74115A98D3C}"/>
              </a:ext>
            </a:extLst>
          </p:cNvPr>
          <p:cNvSpPr txBox="1"/>
          <p:nvPr/>
        </p:nvSpPr>
        <p:spPr>
          <a:xfrm>
            <a:off x="2952206" y="3971016"/>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1050" b="1" dirty="0">
                <a:solidFill>
                  <a:srgbClr val="FFFFFF"/>
                </a:solidFill>
                <a:latin typeface="Arial" panose="020B0604020202020204"/>
              </a:rPr>
              <a:t>4a</a:t>
            </a: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 Interest Accrual</a:t>
            </a:r>
          </a:p>
        </p:txBody>
      </p:sp>
    </p:spTree>
    <p:extLst>
      <p:ext uri="{BB962C8B-B14F-4D97-AF65-F5344CB8AC3E}">
        <p14:creationId xmlns:p14="http://schemas.microsoft.com/office/powerpoint/2010/main" val="223001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FAF430-488C-4F54-BBD8-6F13742EE5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AE4C0DF-0FAF-41E9-9509-B755787DE84A}"/>
              </a:ext>
            </a:extLst>
          </p:cNvPr>
          <p:cNvSpPr>
            <a:spLocks noGrp="1"/>
          </p:cNvSpPr>
          <p:nvPr>
            <p:ph type="title"/>
          </p:nvPr>
        </p:nvSpPr>
        <p:spPr/>
        <p:txBody>
          <a:bodyPr/>
          <a:lstStyle/>
          <a:p>
            <a:r>
              <a:rPr lang="en-US"/>
              <a:t>IFRS 16 Based</a:t>
            </a:r>
            <a:br>
              <a:rPr lang="en-US"/>
            </a:br>
            <a:r>
              <a:rPr lang="en-US"/>
              <a:t>Example: Capitalized contract validation</a:t>
            </a:r>
            <a:endParaRPr lang="en-GB"/>
          </a:p>
        </p:txBody>
      </p:sp>
      <p:pic>
        <p:nvPicPr>
          <p:cNvPr id="13" name="Picture 12">
            <a:extLst>
              <a:ext uri="{FF2B5EF4-FFF2-40B4-BE49-F238E27FC236}">
                <a16:creationId xmlns:a16="http://schemas.microsoft.com/office/drawing/2014/main" id="{395ECB62-B734-38F2-3D56-85916568588A}"/>
              </a:ext>
            </a:extLst>
          </p:cNvPr>
          <p:cNvPicPr>
            <a:picLocks noChangeAspect="1"/>
          </p:cNvPicPr>
          <p:nvPr/>
        </p:nvPicPr>
        <p:blipFill>
          <a:blip r:embed="rId2"/>
          <a:stretch>
            <a:fillRect/>
          </a:stretch>
        </p:blipFill>
        <p:spPr>
          <a:xfrm>
            <a:off x="834754" y="1676615"/>
            <a:ext cx="10522491" cy="2197213"/>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2C1D5F92-ADF0-424F-9EBB-3DE9444B632D}"/>
              </a:ext>
            </a:extLst>
          </p:cNvPr>
          <p:cNvSpPr txBox="1"/>
          <p:nvPr/>
        </p:nvSpPr>
        <p:spPr>
          <a:xfrm>
            <a:off x="2995749" y="1457910"/>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dirty="0">
                <a:solidFill>
                  <a:srgbClr val="FFFFFF"/>
                </a:solidFill>
                <a:latin typeface="Arial" panose="020B0604020202020204"/>
              </a:rPr>
              <a:t>5</a:t>
            </a: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 AP Invoice Booking</a:t>
            </a:r>
          </a:p>
        </p:txBody>
      </p:sp>
      <p:pic>
        <p:nvPicPr>
          <p:cNvPr id="2" name="Picture 1">
            <a:extLst>
              <a:ext uri="{FF2B5EF4-FFF2-40B4-BE49-F238E27FC236}">
                <a16:creationId xmlns:a16="http://schemas.microsoft.com/office/drawing/2014/main" id="{B2C08E35-B637-B68F-1B35-2F33FBB24990}"/>
              </a:ext>
            </a:extLst>
          </p:cNvPr>
          <p:cNvPicPr>
            <a:picLocks noChangeAspect="1"/>
          </p:cNvPicPr>
          <p:nvPr/>
        </p:nvPicPr>
        <p:blipFill>
          <a:blip r:embed="rId3"/>
          <a:stretch>
            <a:fillRect/>
          </a:stretch>
        </p:blipFill>
        <p:spPr>
          <a:xfrm>
            <a:off x="834754" y="4276035"/>
            <a:ext cx="10522491" cy="2082907"/>
          </a:xfrm>
          <a:prstGeom prst="rect">
            <a:avLst/>
          </a:prstGeom>
          <a:ln>
            <a:noFill/>
          </a:ln>
          <a:effectLst>
            <a:outerShdw blurRad="190500" algn="tl" rotWithShape="0">
              <a:srgbClr val="000000">
                <a:alpha val="70000"/>
              </a:srgbClr>
            </a:outerShdw>
          </a:effectLst>
        </p:spPr>
      </p:pic>
      <p:sp>
        <p:nvSpPr>
          <p:cNvPr id="5" name="TextBox 4">
            <a:extLst>
              <a:ext uri="{FF2B5EF4-FFF2-40B4-BE49-F238E27FC236}">
                <a16:creationId xmlns:a16="http://schemas.microsoft.com/office/drawing/2014/main" id="{D24B5569-4940-F895-EFEC-8B45A8E9E8A5}"/>
              </a:ext>
            </a:extLst>
          </p:cNvPr>
          <p:cNvSpPr txBox="1"/>
          <p:nvPr/>
        </p:nvSpPr>
        <p:spPr>
          <a:xfrm>
            <a:off x="2879376" y="4092533"/>
            <a:ext cx="3961062" cy="237208"/>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dirty="0">
                <a:solidFill>
                  <a:srgbClr val="FFFFFF"/>
                </a:solidFill>
                <a:latin typeface="Arial" panose="020B0604020202020204"/>
              </a:rPr>
              <a:t>6</a:t>
            </a: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 Automated reposting of AP</a:t>
            </a:r>
          </a:p>
        </p:txBody>
      </p:sp>
      <p:sp>
        <p:nvSpPr>
          <p:cNvPr id="6" name="Rectangle 8">
            <a:extLst>
              <a:ext uri="{FF2B5EF4-FFF2-40B4-BE49-F238E27FC236}">
                <a16:creationId xmlns:a16="http://schemas.microsoft.com/office/drawing/2014/main" id="{B30EE95A-E1FA-4AF6-5994-020FB30778E6}"/>
              </a:ext>
            </a:extLst>
          </p:cNvPr>
          <p:cNvSpPr/>
          <p:nvPr/>
        </p:nvSpPr>
        <p:spPr>
          <a:xfrm>
            <a:off x="9093460" y="2350650"/>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8">
            <a:extLst>
              <a:ext uri="{FF2B5EF4-FFF2-40B4-BE49-F238E27FC236}">
                <a16:creationId xmlns:a16="http://schemas.microsoft.com/office/drawing/2014/main" id="{1121D19D-7162-C5A4-91F2-892800131D1C}"/>
              </a:ext>
            </a:extLst>
          </p:cNvPr>
          <p:cNvSpPr/>
          <p:nvPr/>
        </p:nvSpPr>
        <p:spPr>
          <a:xfrm>
            <a:off x="9093460" y="3603004"/>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8">
            <a:extLst>
              <a:ext uri="{FF2B5EF4-FFF2-40B4-BE49-F238E27FC236}">
                <a16:creationId xmlns:a16="http://schemas.microsoft.com/office/drawing/2014/main" id="{BC6E4773-E38E-F7A6-84F1-80BCEA9C844A}"/>
              </a:ext>
            </a:extLst>
          </p:cNvPr>
          <p:cNvSpPr/>
          <p:nvPr/>
        </p:nvSpPr>
        <p:spPr>
          <a:xfrm>
            <a:off x="9093460" y="4895113"/>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8">
            <a:extLst>
              <a:ext uri="{FF2B5EF4-FFF2-40B4-BE49-F238E27FC236}">
                <a16:creationId xmlns:a16="http://schemas.microsoft.com/office/drawing/2014/main" id="{5C7D7EC9-92C5-1BA2-60FF-97C1318337C6}"/>
              </a:ext>
            </a:extLst>
          </p:cNvPr>
          <p:cNvSpPr/>
          <p:nvPr/>
        </p:nvSpPr>
        <p:spPr>
          <a:xfrm>
            <a:off x="9079064" y="6117402"/>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6">
            <a:extLst>
              <a:ext uri="{FF2B5EF4-FFF2-40B4-BE49-F238E27FC236}">
                <a16:creationId xmlns:a16="http://schemas.microsoft.com/office/drawing/2014/main" id="{D7FC73A3-BC7B-7B67-9823-0C8EC9E9FC4F}"/>
              </a:ext>
            </a:extLst>
          </p:cNvPr>
          <p:cNvSpPr/>
          <p:nvPr/>
        </p:nvSpPr>
        <p:spPr>
          <a:xfrm>
            <a:off x="5108484" y="2493015"/>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6">
            <a:extLst>
              <a:ext uri="{FF2B5EF4-FFF2-40B4-BE49-F238E27FC236}">
                <a16:creationId xmlns:a16="http://schemas.microsoft.com/office/drawing/2014/main" id="{8680AE01-57E8-3217-DD5E-F6EEF6133F76}"/>
              </a:ext>
            </a:extLst>
          </p:cNvPr>
          <p:cNvSpPr/>
          <p:nvPr/>
        </p:nvSpPr>
        <p:spPr>
          <a:xfrm>
            <a:off x="5108484" y="5082285"/>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59943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FAF430-488C-4F54-BBD8-6F13742EE52B}"/>
              </a:ext>
            </a:extLst>
          </p:cNvPr>
          <p:cNvSpPr>
            <a:spLocks noGrp="1"/>
          </p:cNvSpPr>
          <p:nvPr>
            <p:ph type="sldNum" sz="quarter" idx="12"/>
          </p:nvPr>
        </p:nvSpPr>
        <p:spPr>
          <a:xfrm>
            <a:off x="10907924" y="4097846"/>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AE4C0DF-0FAF-41E9-9509-B755787DE84A}"/>
              </a:ext>
            </a:extLst>
          </p:cNvPr>
          <p:cNvSpPr>
            <a:spLocks noGrp="1"/>
          </p:cNvSpPr>
          <p:nvPr>
            <p:ph type="title"/>
          </p:nvPr>
        </p:nvSpPr>
        <p:spPr/>
        <p:txBody>
          <a:bodyPr/>
          <a:lstStyle/>
          <a:p>
            <a:r>
              <a:rPr lang="en-US"/>
              <a:t>IFRS 16 Based</a:t>
            </a:r>
            <a:br>
              <a:rPr lang="en-US"/>
            </a:br>
            <a:r>
              <a:rPr lang="en-US"/>
              <a:t>Example: Capitalized contract validation</a:t>
            </a:r>
            <a:endParaRPr lang="en-GB"/>
          </a:p>
        </p:txBody>
      </p:sp>
      <p:pic>
        <p:nvPicPr>
          <p:cNvPr id="5" name="Picture 4">
            <a:extLst>
              <a:ext uri="{FF2B5EF4-FFF2-40B4-BE49-F238E27FC236}">
                <a16:creationId xmlns:a16="http://schemas.microsoft.com/office/drawing/2014/main" id="{3900414D-C5F9-07A5-116D-C83BF2DCC4BD}"/>
              </a:ext>
            </a:extLst>
          </p:cNvPr>
          <p:cNvPicPr>
            <a:picLocks noChangeAspect="1"/>
          </p:cNvPicPr>
          <p:nvPr/>
        </p:nvPicPr>
        <p:blipFill>
          <a:blip r:embed="rId2"/>
          <a:stretch>
            <a:fillRect/>
          </a:stretch>
        </p:blipFill>
        <p:spPr>
          <a:xfrm>
            <a:off x="1076152" y="1404139"/>
            <a:ext cx="9415603" cy="2480936"/>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2C1D5F92-ADF0-424F-9EBB-3DE9444B632D}"/>
              </a:ext>
            </a:extLst>
          </p:cNvPr>
          <p:cNvSpPr txBox="1"/>
          <p:nvPr/>
        </p:nvSpPr>
        <p:spPr>
          <a:xfrm>
            <a:off x="2849114" y="1355933"/>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dirty="0">
                <a:solidFill>
                  <a:srgbClr val="FFFFFF"/>
                </a:solidFill>
                <a:latin typeface="Arial" panose="020B0604020202020204"/>
              </a:rPr>
              <a:t>7</a:t>
            </a: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 Depreciation Run</a:t>
            </a:r>
          </a:p>
        </p:txBody>
      </p:sp>
      <p:pic>
        <p:nvPicPr>
          <p:cNvPr id="2" name="Picture 1">
            <a:extLst>
              <a:ext uri="{FF2B5EF4-FFF2-40B4-BE49-F238E27FC236}">
                <a16:creationId xmlns:a16="http://schemas.microsoft.com/office/drawing/2014/main" id="{1FC44AFB-EF60-7C8B-6B0E-9BB02FFDD549}"/>
              </a:ext>
            </a:extLst>
          </p:cNvPr>
          <p:cNvPicPr>
            <a:picLocks noChangeAspect="1"/>
          </p:cNvPicPr>
          <p:nvPr/>
        </p:nvPicPr>
        <p:blipFill>
          <a:blip r:embed="rId3"/>
          <a:stretch>
            <a:fillRect/>
          </a:stretch>
        </p:blipFill>
        <p:spPr>
          <a:xfrm>
            <a:off x="1005814" y="4008324"/>
            <a:ext cx="9415603" cy="2554103"/>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CFEA17D8-E863-B833-0C95-93C5C05C3609}"/>
              </a:ext>
            </a:extLst>
          </p:cNvPr>
          <p:cNvSpPr txBox="1"/>
          <p:nvPr/>
        </p:nvSpPr>
        <p:spPr>
          <a:xfrm>
            <a:off x="2849114" y="3945349"/>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050" b="1" i="0" u="none" strike="noStrike" kern="1200" cap="none" spc="0" normalizeH="0" baseline="0" noProof="0" dirty="0">
                <a:ln>
                  <a:noFill/>
                </a:ln>
                <a:solidFill>
                  <a:srgbClr val="FFFFFF"/>
                </a:solidFill>
                <a:effectLst/>
                <a:uLnTx/>
                <a:uFillTx/>
                <a:latin typeface="Arial" panose="020B0604020202020204"/>
                <a:ea typeface="+mn-ea"/>
                <a:cs typeface="+mn-cs"/>
              </a:rPr>
              <a:t>8. </a:t>
            </a: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mn-cs"/>
              </a:rPr>
              <a:t>LT to ST Liability Reclass </a:t>
            </a:r>
          </a:p>
        </p:txBody>
      </p:sp>
      <p:sp>
        <p:nvSpPr>
          <p:cNvPr id="7" name="Rectangle 8">
            <a:extLst>
              <a:ext uri="{FF2B5EF4-FFF2-40B4-BE49-F238E27FC236}">
                <a16:creationId xmlns:a16="http://schemas.microsoft.com/office/drawing/2014/main" id="{1435E50E-4238-7462-26E0-CF7E7497F8FA}"/>
              </a:ext>
            </a:extLst>
          </p:cNvPr>
          <p:cNvSpPr/>
          <p:nvPr/>
        </p:nvSpPr>
        <p:spPr>
          <a:xfrm>
            <a:off x="8243018" y="3676689"/>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8">
            <a:extLst>
              <a:ext uri="{FF2B5EF4-FFF2-40B4-BE49-F238E27FC236}">
                <a16:creationId xmlns:a16="http://schemas.microsoft.com/office/drawing/2014/main" id="{0BF81259-1438-141B-A4EA-DDAEEAD80E10}"/>
              </a:ext>
            </a:extLst>
          </p:cNvPr>
          <p:cNvSpPr/>
          <p:nvPr/>
        </p:nvSpPr>
        <p:spPr>
          <a:xfrm>
            <a:off x="8221681" y="6332857"/>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8">
            <a:extLst>
              <a:ext uri="{FF2B5EF4-FFF2-40B4-BE49-F238E27FC236}">
                <a16:creationId xmlns:a16="http://schemas.microsoft.com/office/drawing/2014/main" id="{CD9989A1-FB16-068A-799F-FD9882B56678}"/>
              </a:ext>
            </a:extLst>
          </p:cNvPr>
          <p:cNvSpPr/>
          <p:nvPr/>
        </p:nvSpPr>
        <p:spPr>
          <a:xfrm>
            <a:off x="8249288" y="2525448"/>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6">
            <a:extLst>
              <a:ext uri="{FF2B5EF4-FFF2-40B4-BE49-F238E27FC236}">
                <a16:creationId xmlns:a16="http://schemas.microsoft.com/office/drawing/2014/main" id="{952B6C91-95A9-81D4-7930-39DAD84FA941}"/>
              </a:ext>
            </a:extLst>
          </p:cNvPr>
          <p:cNvSpPr/>
          <p:nvPr/>
        </p:nvSpPr>
        <p:spPr>
          <a:xfrm>
            <a:off x="5095695" y="2195577"/>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6">
            <a:extLst>
              <a:ext uri="{FF2B5EF4-FFF2-40B4-BE49-F238E27FC236}">
                <a16:creationId xmlns:a16="http://schemas.microsoft.com/office/drawing/2014/main" id="{E994CDD6-24D3-E0AE-1872-A0526B7BD780}"/>
              </a:ext>
            </a:extLst>
          </p:cNvPr>
          <p:cNvSpPr/>
          <p:nvPr/>
        </p:nvSpPr>
        <p:spPr>
          <a:xfrm>
            <a:off x="5097462" y="4786961"/>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62466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7234A3-5940-4D7E-A312-F8578BE5C9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43A62300-75A3-40ED-BFBB-A689828C8F8B}"/>
              </a:ext>
            </a:extLst>
          </p:cNvPr>
          <p:cNvSpPr>
            <a:spLocks noGrp="1"/>
          </p:cNvSpPr>
          <p:nvPr>
            <p:ph type="title"/>
          </p:nvPr>
        </p:nvSpPr>
        <p:spPr/>
        <p:txBody>
          <a:bodyPr/>
          <a:lstStyle/>
          <a:p>
            <a:br>
              <a:rPr lang="en-US"/>
            </a:br>
            <a:r>
              <a:rPr lang="en-US"/>
              <a:t>Posting Scheme: Accrual Based</a:t>
            </a:r>
          </a:p>
        </p:txBody>
      </p:sp>
      <p:pic>
        <p:nvPicPr>
          <p:cNvPr id="5" name="Picture 4">
            <a:extLst>
              <a:ext uri="{FF2B5EF4-FFF2-40B4-BE49-F238E27FC236}">
                <a16:creationId xmlns:a16="http://schemas.microsoft.com/office/drawing/2014/main" id="{B9A2EA6C-365B-306A-A2DF-FB755E7573A9}"/>
              </a:ext>
            </a:extLst>
          </p:cNvPr>
          <p:cNvPicPr>
            <a:picLocks noChangeAspect="1"/>
          </p:cNvPicPr>
          <p:nvPr/>
        </p:nvPicPr>
        <p:blipFill rotWithShape="1">
          <a:blip r:embed="rId2"/>
          <a:srcRect t="1824"/>
          <a:stretch/>
        </p:blipFill>
        <p:spPr>
          <a:xfrm>
            <a:off x="1760749" y="1670537"/>
            <a:ext cx="9355606" cy="4626983"/>
          </a:xfrm>
          <a:prstGeom prst="rect">
            <a:avLst/>
          </a:prstGeom>
        </p:spPr>
      </p:pic>
    </p:spTree>
    <p:extLst>
      <p:ext uri="{BB962C8B-B14F-4D97-AF65-F5344CB8AC3E}">
        <p14:creationId xmlns:p14="http://schemas.microsoft.com/office/powerpoint/2010/main" val="569130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9040E2-3CE5-41A7-86CF-557DDFE132DA}"/>
              </a:ext>
            </a:extLst>
          </p:cNvPr>
          <p:cNvPicPr>
            <a:picLocks noChangeAspect="1"/>
          </p:cNvPicPr>
          <p:nvPr/>
        </p:nvPicPr>
        <p:blipFill>
          <a:blip r:embed="rId2"/>
          <a:stretch>
            <a:fillRect/>
          </a:stretch>
        </p:blipFill>
        <p:spPr>
          <a:xfrm>
            <a:off x="386498" y="1383671"/>
            <a:ext cx="10680570" cy="2508142"/>
          </a:xfrm>
          <a:prstGeom prst="rect">
            <a:avLst/>
          </a:prstGeom>
          <a:ln>
            <a:noFill/>
          </a:ln>
          <a:effectLst>
            <a:outerShdw blurRad="190500" algn="tl" rotWithShape="0">
              <a:srgbClr val="000000">
                <a:alpha val="70000"/>
              </a:srgbClr>
            </a:outerShdw>
          </a:effectLst>
        </p:spPr>
      </p:pic>
      <p:sp>
        <p:nvSpPr>
          <p:cNvPr id="3" name="Slide Number Placeholder 2">
            <a:extLst>
              <a:ext uri="{FF2B5EF4-FFF2-40B4-BE49-F238E27FC236}">
                <a16:creationId xmlns:a16="http://schemas.microsoft.com/office/drawing/2014/main" id="{B67C91F4-2564-4E53-A7E6-FBCD48B1804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7B5914C-8039-4FF9-9683-2AD6C9EF3D1B}"/>
              </a:ext>
            </a:extLst>
          </p:cNvPr>
          <p:cNvSpPr>
            <a:spLocks noGrp="1"/>
          </p:cNvSpPr>
          <p:nvPr>
            <p:ph type="title"/>
          </p:nvPr>
        </p:nvSpPr>
        <p:spPr/>
        <p:txBody>
          <a:bodyPr/>
          <a:lstStyle/>
          <a:p>
            <a:r>
              <a:rPr lang="en-GB"/>
              <a:t>Examples for Accrual based posting scheme</a:t>
            </a:r>
          </a:p>
        </p:txBody>
      </p:sp>
      <p:sp>
        <p:nvSpPr>
          <p:cNvPr id="6" name="TextBox 5">
            <a:extLst>
              <a:ext uri="{FF2B5EF4-FFF2-40B4-BE49-F238E27FC236}">
                <a16:creationId xmlns:a16="http://schemas.microsoft.com/office/drawing/2014/main" id="{D7A04F10-5FB3-4D67-AC6C-2A8551DF8343}"/>
              </a:ext>
            </a:extLst>
          </p:cNvPr>
          <p:cNvSpPr txBox="1"/>
          <p:nvPr/>
        </p:nvSpPr>
        <p:spPr>
          <a:xfrm>
            <a:off x="2995749" y="1383671"/>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1. Monthly Lease expense posting</a:t>
            </a:r>
          </a:p>
        </p:txBody>
      </p:sp>
      <p:pic>
        <p:nvPicPr>
          <p:cNvPr id="8" name="Picture 7">
            <a:extLst>
              <a:ext uri="{FF2B5EF4-FFF2-40B4-BE49-F238E27FC236}">
                <a16:creationId xmlns:a16="http://schemas.microsoft.com/office/drawing/2014/main" id="{A99F7DEC-313F-41CE-A2F5-02C37C1EB5FD}"/>
              </a:ext>
            </a:extLst>
          </p:cNvPr>
          <p:cNvPicPr>
            <a:picLocks noChangeAspect="1"/>
          </p:cNvPicPr>
          <p:nvPr/>
        </p:nvPicPr>
        <p:blipFill>
          <a:blip r:embed="rId3"/>
          <a:stretch>
            <a:fillRect/>
          </a:stretch>
        </p:blipFill>
        <p:spPr>
          <a:xfrm>
            <a:off x="386498" y="3926119"/>
            <a:ext cx="10680570" cy="2736527"/>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84D68B21-9911-4C33-B32A-4FF41633F69B}"/>
              </a:ext>
            </a:extLst>
          </p:cNvPr>
          <p:cNvSpPr txBox="1"/>
          <p:nvPr/>
        </p:nvSpPr>
        <p:spPr>
          <a:xfrm>
            <a:off x="2995749" y="3971540"/>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2. AP: Invoice booking</a:t>
            </a:r>
          </a:p>
        </p:txBody>
      </p:sp>
      <p:sp>
        <p:nvSpPr>
          <p:cNvPr id="2" name="Rectangle 1">
            <a:extLst>
              <a:ext uri="{FF2B5EF4-FFF2-40B4-BE49-F238E27FC236}">
                <a16:creationId xmlns:a16="http://schemas.microsoft.com/office/drawing/2014/main" id="{09230E57-ED6F-AE04-9083-A346020D8EA8}"/>
              </a:ext>
            </a:extLst>
          </p:cNvPr>
          <p:cNvSpPr/>
          <p:nvPr/>
        </p:nvSpPr>
        <p:spPr>
          <a:xfrm>
            <a:off x="5652340" y="2464646"/>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202BB4FB-B2F1-EB29-6808-5D9DA7FD1CA3}"/>
              </a:ext>
            </a:extLst>
          </p:cNvPr>
          <p:cNvSpPr/>
          <p:nvPr/>
        </p:nvSpPr>
        <p:spPr>
          <a:xfrm>
            <a:off x="5472235" y="4972788"/>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17AC7DDA-F17F-424C-2BB9-6C9857A75FC2}"/>
              </a:ext>
            </a:extLst>
          </p:cNvPr>
          <p:cNvSpPr/>
          <p:nvPr/>
        </p:nvSpPr>
        <p:spPr>
          <a:xfrm>
            <a:off x="8867332" y="1865227"/>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DDB27616-C6B3-F323-77B4-16AE082C9A3E}"/>
              </a:ext>
            </a:extLst>
          </p:cNvPr>
          <p:cNvSpPr/>
          <p:nvPr/>
        </p:nvSpPr>
        <p:spPr>
          <a:xfrm>
            <a:off x="8867332" y="4542796"/>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14618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80880D-365F-4155-AA05-BA5EC4D49F49}"/>
              </a:ext>
            </a:extLst>
          </p:cNvPr>
          <p:cNvPicPr>
            <a:picLocks noChangeAspect="1"/>
          </p:cNvPicPr>
          <p:nvPr/>
        </p:nvPicPr>
        <p:blipFill>
          <a:blip r:embed="rId2"/>
          <a:stretch>
            <a:fillRect/>
          </a:stretch>
        </p:blipFill>
        <p:spPr>
          <a:xfrm>
            <a:off x="502259" y="2106047"/>
            <a:ext cx="11021015" cy="2606630"/>
          </a:xfrm>
          <a:prstGeom prst="rect">
            <a:avLst/>
          </a:prstGeom>
          <a:ln>
            <a:noFill/>
          </a:ln>
          <a:effectLst>
            <a:outerShdw blurRad="190500" algn="tl" rotWithShape="0">
              <a:srgbClr val="000000">
                <a:alpha val="70000"/>
              </a:srgbClr>
            </a:outerShdw>
          </a:effectLst>
        </p:spPr>
      </p:pic>
      <p:sp>
        <p:nvSpPr>
          <p:cNvPr id="3" name="Slide Number Placeholder 2">
            <a:extLst>
              <a:ext uri="{FF2B5EF4-FFF2-40B4-BE49-F238E27FC236}">
                <a16:creationId xmlns:a16="http://schemas.microsoft.com/office/drawing/2014/main" id="{B67C91F4-2564-4E53-A7E6-FBCD48B1804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7B5914C-8039-4FF9-9683-2AD6C9EF3D1B}"/>
              </a:ext>
            </a:extLst>
          </p:cNvPr>
          <p:cNvSpPr>
            <a:spLocks noGrp="1"/>
          </p:cNvSpPr>
          <p:nvPr>
            <p:ph type="title"/>
          </p:nvPr>
        </p:nvSpPr>
        <p:spPr/>
        <p:txBody>
          <a:bodyPr/>
          <a:lstStyle/>
          <a:p>
            <a:r>
              <a:rPr lang="en-GB"/>
              <a:t>Examples for Accrual based posting scheme</a:t>
            </a:r>
          </a:p>
        </p:txBody>
      </p:sp>
      <p:sp>
        <p:nvSpPr>
          <p:cNvPr id="6" name="TextBox 5">
            <a:extLst>
              <a:ext uri="{FF2B5EF4-FFF2-40B4-BE49-F238E27FC236}">
                <a16:creationId xmlns:a16="http://schemas.microsoft.com/office/drawing/2014/main" id="{D7A04F10-5FB3-4D67-AC6C-2A8551DF8343}"/>
              </a:ext>
            </a:extLst>
          </p:cNvPr>
          <p:cNvSpPr txBox="1"/>
          <p:nvPr/>
        </p:nvSpPr>
        <p:spPr>
          <a:xfrm>
            <a:off x="3215205" y="2106047"/>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3. Automated reposting of AP</a:t>
            </a:r>
          </a:p>
        </p:txBody>
      </p:sp>
      <p:sp>
        <p:nvSpPr>
          <p:cNvPr id="2" name="Rectangle 1">
            <a:extLst>
              <a:ext uri="{FF2B5EF4-FFF2-40B4-BE49-F238E27FC236}">
                <a16:creationId xmlns:a16="http://schemas.microsoft.com/office/drawing/2014/main" id="{42E30159-1794-C5D7-5A9B-12FE4553C577}"/>
              </a:ext>
            </a:extLst>
          </p:cNvPr>
          <p:cNvSpPr/>
          <p:nvPr/>
        </p:nvSpPr>
        <p:spPr>
          <a:xfrm>
            <a:off x="5737506" y="3154692"/>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520B2FFE-052F-D047-90F0-8CFD74A97CD9}"/>
              </a:ext>
            </a:extLst>
          </p:cNvPr>
          <p:cNvSpPr/>
          <p:nvPr/>
        </p:nvSpPr>
        <p:spPr>
          <a:xfrm>
            <a:off x="9288831" y="2633708"/>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9082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53B1D8-2EF9-4236-B661-67DA7D6E6E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42833704-44BF-40AB-A9DB-398AB7B74C78}"/>
              </a:ext>
            </a:extLst>
          </p:cNvPr>
          <p:cNvSpPr>
            <a:spLocks noGrp="1"/>
          </p:cNvSpPr>
          <p:nvPr>
            <p:ph type="title"/>
          </p:nvPr>
        </p:nvSpPr>
        <p:spPr/>
        <p:txBody>
          <a:bodyPr/>
          <a:lstStyle/>
          <a:p>
            <a:r>
              <a:rPr lang="en-US"/>
              <a:t>Posting Scheme: Invoice Receipt Based</a:t>
            </a:r>
          </a:p>
        </p:txBody>
      </p:sp>
      <p:pic>
        <p:nvPicPr>
          <p:cNvPr id="6" name="Picture 5">
            <a:extLst>
              <a:ext uri="{FF2B5EF4-FFF2-40B4-BE49-F238E27FC236}">
                <a16:creationId xmlns:a16="http://schemas.microsoft.com/office/drawing/2014/main" id="{9D62AF53-72A0-40CD-643D-A68DC4A504E1}"/>
              </a:ext>
            </a:extLst>
          </p:cNvPr>
          <p:cNvPicPr>
            <a:picLocks noChangeAspect="1"/>
          </p:cNvPicPr>
          <p:nvPr/>
        </p:nvPicPr>
        <p:blipFill>
          <a:blip r:embed="rId2"/>
          <a:stretch>
            <a:fillRect/>
          </a:stretch>
        </p:blipFill>
        <p:spPr>
          <a:xfrm>
            <a:off x="1298378" y="1732219"/>
            <a:ext cx="10159737" cy="4299303"/>
          </a:xfrm>
          <a:prstGeom prst="rect">
            <a:avLst/>
          </a:prstGeom>
        </p:spPr>
      </p:pic>
    </p:spTree>
    <p:extLst>
      <p:ext uri="{BB962C8B-B14F-4D97-AF65-F5344CB8AC3E}">
        <p14:creationId xmlns:p14="http://schemas.microsoft.com/office/powerpoint/2010/main" val="403647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E7F1E09-4BA8-416D-BAD9-C4B4427B01B4}"/>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B67C91F4-2564-4E53-A7E6-FBCD48B1804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7B5914C-8039-4FF9-9683-2AD6C9EF3D1B}"/>
              </a:ext>
            </a:extLst>
          </p:cNvPr>
          <p:cNvSpPr>
            <a:spLocks noGrp="1"/>
          </p:cNvSpPr>
          <p:nvPr>
            <p:ph type="title"/>
          </p:nvPr>
        </p:nvSpPr>
        <p:spPr/>
        <p:txBody>
          <a:bodyPr/>
          <a:lstStyle/>
          <a:p>
            <a:r>
              <a:rPr lang="en-GB"/>
              <a:t>Examples for IR based posting scheme</a:t>
            </a:r>
          </a:p>
        </p:txBody>
      </p:sp>
      <p:pic>
        <p:nvPicPr>
          <p:cNvPr id="5" name="Picture 4">
            <a:extLst>
              <a:ext uri="{FF2B5EF4-FFF2-40B4-BE49-F238E27FC236}">
                <a16:creationId xmlns:a16="http://schemas.microsoft.com/office/drawing/2014/main" id="{56B87204-F93C-4C2A-BEC1-C7DC15823544}"/>
              </a:ext>
            </a:extLst>
          </p:cNvPr>
          <p:cNvPicPr>
            <a:picLocks noChangeAspect="1"/>
          </p:cNvPicPr>
          <p:nvPr/>
        </p:nvPicPr>
        <p:blipFill>
          <a:blip r:embed="rId2"/>
          <a:stretch>
            <a:fillRect/>
          </a:stretch>
        </p:blipFill>
        <p:spPr>
          <a:xfrm>
            <a:off x="386499" y="1483880"/>
            <a:ext cx="10892300" cy="2619723"/>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24C60F61-9574-4893-8CA9-0DE5D49EEE0D}"/>
              </a:ext>
            </a:extLst>
          </p:cNvPr>
          <p:cNvSpPr txBox="1"/>
          <p:nvPr/>
        </p:nvSpPr>
        <p:spPr>
          <a:xfrm>
            <a:off x="2976896" y="1483880"/>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1. AP: Invoice booking</a:t>
            </a:r>
          </a:p>
        </p:txBody>
      </p:sp>
      <p:pic>
        <p:nvPicPr>
          <p:cNvPr id="7" name="Picture 6">
            <a:extLst>
              <a:ext uri="{FF2B5EF4-FFF2-40B4-BE49-F238E27FC236}">
                <a16:creationId xmlns:a16="http://schemas.microsoft.com/office/drawing/2014/main" id="{5D272541-3537-4F4A-B188-848F4D4213AD}"/>
              </a:ext>
            </a:extLst>
          </p:cNvPr>
          <p:cNvPicPr>
            <a:picLocks noChangeAspect="1"/>
          </p:cNvPicPr>
          <p:nvPr/>
        </p:nvPicPr>
        <p:blipFill>
          <a:blip r:embed="rId3"/>
          <a:stretch>
            <a:fillRect/>
          </a:stretch>
        </p:blipFill>
        <p:spPr>
          <a:xfrm>
            <a:off x="386499" y="4111634"/>
            <a:ext cx="10892301" cy="2551012"/>
          </a:xfrm>
          <a:prstGeom prst="rect">
            <a:avLst/>
          </a:prstGeom>
          <a:ln>
            <a:noFill/>
          </a:ln>
          <a:effectLst>
            <a:outerShdw blurRad="190500" algn="tl" rotWithShape="0">
              <a:srgbClr val="000000">
                <a:alpha val="70000"/>
              </a:srgbClr>
            </a:outerShdw>
          </a:effectLst>
        </p:spPr>
      </p:pic>
      <p:sp>
        <p:nvSpPr>
          <p:cNvPr id="8" name="TextBox 7">
            <a:extLst>
              <a:ext uri="{FF2B5EF4-FFF2-40B4-BE49-F238E27FC236}">
                <a16:creationId xmlns:a16="http://schemas.microsoft.com/office/drawing/2014/main" id="{3A8ABAAC-897C-4663-9B1C-0947C0E159F5}"/>
              </a:ext>
            </a:extLst>
          </p:cNvPr>
          <p:cNvSpPr txBox="1"/>
          <p:nvPr/>
        </p:nvSpPr>
        <p:spPr>
          <a:xfrm>
            <a:off x="2964926" y="4174187"/>
            <a:ext cx="3544388" cy="218705"/>
          </a:xfrm>
          <a:prstGeom prst="rect">
            <a:avLst/>
          </a:prstGeom>
        </p:spPr>
        <p:style>
          <a:lnRef idx="0">
            <a:schemeClr val="accent2"/>
          </a:lnRef>
          <a:fillRef idx="3">
            <a:schemeClr val="accent2"/>
          </a:fillRef>
          <a:effectRef idx="3">
            <a:schemeClr val="accent2"/>
          </a:effectRef>
          <a:fontRef idx="minor">
            <a:schemeClr val="lt1"/>
          </a:fontRef>
        </p:style>
        <p:txBody>
          <a:bodyPr wrap="square" lIns="36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2. Automated reposting to Invoice to P&amp;L</a:t>
            </a:r>
          </a:p>
        </p:txBody>
      </p:sp>
      <p:sp>
        <p:nvSpPr>
          <p:cNvPr id="9" name="Rectangle 8">
            <a:extLst>
              <a:ext uri="{FF2B5EF4-FFF2-40B4-BE49-F238E27FC236}">
                <a16:creationId xmlns:a16="http://schemas.microsoft.com/office/drawing/2014/main" id="{F1D2CC0F-5DBD-318B-FDC5-A9E78108F85B}"/>
              </a:ext>
            </a:extLst>
          </p:cNvPr>
          <p:cNvSpPr/>
          <p:nvPr/>
        </p:nvSpPr>
        <p:spPr>
          <a:xfrm>
            <a:off x="5472235" y="2405079"/>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2FE6CB01-3D5E-9644-58E4-674668FB1B39}"/>
              </a:ext>
            </a:extLst>
          </p:cNvPr>
          <p:cNvSpPr/>
          <p:nvPr/>
        </p:nvSpPr>
        <p:spPr>
          <a:xfrm>
            <a:off x="5535283" y="5166184"/>
            <a:ext cx="1121434" cy="198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EDCCC5FE-3277-CFAA-B34D-E528982E4B84}"/>
              </a:ext>
            </a:extLst>
          </p:cNvPr>
          <p:cNvSpPr/>
          <p:nvPr/>
        </p:nvSpPr>
        <p:spPr>
          <a:xfrm>
            <a:off x="9079063" y="1895504"/>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3703333E-91AC-6F0A-2CCB-AC6B4000D85B}"/>
              </a:ext>
            </a:extLst>
          </p:cNvPr>
          <p:cNvSpPr/>
          <p:nvPr/>
        </p:nvSpPr>
        <p:spPr>
          <a:xfrm>
            <a:off x="8981889" y="4709254"/>
            <a:ext cx="2199736" cy="24154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8100789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1PBJN_SWybPKTnLDXXb0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E9w7rOvnj2RI.D2Lwn.9X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E9w7rOvnj2RI.D2Lwn.9X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E9w7rOvnj2RI.D2Lwn.9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E9w7rOvnj2RI.D2Lwn.9X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Tvl9nmMQx.SpD1uQo4gE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Tvl9nmMQx.SpD1uQo4gEw"/>
</p:tagLst>
</file>

<file path=ppt/theme/theme1.xml><?xml version="1.0" encoding="utf-8"?>
<a:theme xmlns:a="http://schemas.openxmlformats.org/drawingml/2006/main" name="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FF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Finance Master Data">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6" ma:contentTypeDescription="Create a new document." ma:contentTypeScope="" ma:versionID="f1bfec99b7120fc41ecdfe5db34ab04d">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6fb91d6a9c4b20f36a20c4886e61de75"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4493D94A-AB9B-4FD6-A50B-ABDE1D22EE52}">
  <ds:schemaRefs>
    <ds:schemaRef ds:uri="http://schemas.microsoft.com/sharepoint/v3/contenttype/forms"/>
  </ds:schemaRefs>
</ds:datastoreItem>
</file>

<file path=customXml/itemProps2.xml><?xml version="1.0" encoding="utf-8"?>
<ds:datastoreItem xmlns:ds="http://schemas.openxmlformats.org/officeDocument/2006/customXml" ds:itemID="{EAC91EE8-7844-404A-8433-7388D07A75C6}"/>
</file>

<file path=customXml/itemProps3.xml><?xml version="1.0" encoding="utf-8"?>
<ds:datastoreItem xmlns:ds="http://schemas.openxmlformats.org/officeDocument/2006/customXml" ds:itemID="{E2C91942-8AE0-4786-959B-09245486165C}">
  <ds:schemaRefs>
    <ds:schemaRef ds:uri="http://schemas.microsoft.com/office/infopath/2007/PartnerControls"/>
    <ds:schemaRef ds:uri="http://purl.org/dc/elements/1.1/"/>
    <ds:schemaRef ds:uri="http://schemas.microsoft.com/office/2006/metadata/properties"/>
    <ds:schemaRef ds:uri="cb52ee0d-5346-4ae8-a9f9-d746adffeb6b"/>
    <ds:schemaRef ds:uri="http://purl.org/dc/terms/"/>
    <ds:schemaRef ds:uri="http://schemas.openxmlformats.org/package/2006/metadata/core-properties"/>
    <ds:schemaRef ds:uri="http://schemas.microsoft.com/office/2006/documentManagement/types"/>
    <ds:schemaRef ds:uri="http://purl.org/dc/dcmitype/"/>
    <ds:schemaRef ds:uri="ba249638-b5c4-4b59-8094-70d8491c2e9c"/>
    <ds:schemaRef ds:uri="91871c47-af2e-43ea-ad3f-7bb4c536bc4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Theme_new_JTI_2019</Template>
  <TotalTime>0</TotalTime>
  <Words>3016</Words>
  <Application>Microsoft Office PowerPoint</Application>
  <PresentationFormat>Widescreen</PresentationFormat>
  <Paragraphs>240</Paragraphs>
  <Slides>20</Slides>
  <Notes>5</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27" baseType="lpstr">
      <vt:lpstr>Arial</vt:lpstr>
      <vt:lpstr>Calibri</vt:lpstr>
      <vt:lpstr>Calibri Light</vt:lpstr>
      <vt:lpstr>Georgia</vt:lpstr>
      <vt:lpstr>S4F-ERP Clean IFRS Stat &amp; Tax Rep</vt:lpstr>
      <vt:lpstr>Finance Master Data</vt:lpstr>
      <vt:lpstr>think-cell Slide</vt:lpstr>
      <vt:lpstr>Course Structure</vt:lpstr>
      <vt:lpstr>IFRS 16 Lease Accounting Overview</vt:lpstr>
      <vt:lpstr>Lease Accounting Process</vt:lpstr>
      <vt:lpstr>PO Creation/Contract Submission </vt:lpstr>
      <vt:lpstr>PO Creation/Contract Submission</vt:lpstr>
      <vt:lpstr>PO Creation/Contract Submission </vt:lpstr>
      <vt:lpstr>SAP S/4 impact on Leasing Process - Treatment</vt:lpstr>
      <vt:lpstr>SAP S/4 impact on Leasing Process –  Non-deductible Lease expenses</vt:lpstr>
      <vt:lpstr>Lease Accounting: Entity Accounting Approach</vt:lpstr>
      <vt:lpstr> Posting Scheme: IFRS 16 Based </vt:lpstr>
      <vt:lpstr>IFRS 16 Based Example: Capitalized contract validation</vt:lpstr>
      <vt:lpstr>IFRS 16 Based Example: Capitalized contract validation</vt:lpstr>
      <vt:lpstr>IFRS 16 Based Example: Capitalized contract validation</vt:lpstr>
      <vt:lpstr>IFRS 16 Based Example: Capitalized contract validation</vt:lpstr>
      <vt:lpstr>IFRS 16 Based Example: Capitalized contract validation</vt:lpstr>
      <vt:lpstr> Posting Scheme: Accrual Based</vt:lpstr>
      <vt:lpstr>Examples for Accrual based posting scheme</vt:lpstr>
      <vt:lpstr>Examples for Accrual based posting scheme</vt:lpstr>
      <vt:lpstr>Posting Scheme: Invoice Receipt Based</vt:lpstr>
      <vt:lpstr>Examples for IR based posting scheme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Wang, Wei</dc:creator>
  <cp:lastModifiedBy>Schegoleva, Elena</cp:lastModifiedBy>
  <cp:revision>1</cp:revision>
  <dcterms:created xsi:type="dcterms:W3CDTF">2019-11-14T09:19:59Z</dcterms:created>
  <dcterms:modified xsi:type="dcterms:W3CDTF">2024-05-21T12:23:39Z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1301000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2021-03-09T10:27:29Z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1ac8726d-5f3a-4e75-9567-6d5c57b05a3a</vt:lpwstr>
  </property>
  <property fmtid="{D5CDD505-2E9C-101B-9397-08002B2CF9AE}" pid="14" name="MSIP_Label_b020b37f-db72-473e-ae54-fb16df408069_ContentBits">
    <vt:lpwstr>0</vt:lpwstr>
  </property>
  <property fmtid="{D5CDD505-2E9C-101B-9397-08002B2CF9AE}" pid="15" name="MediaServiceImageTags">
    <vt:lpwstr/>
  </property>
</Properties>
</file>