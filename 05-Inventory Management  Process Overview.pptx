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821" r:id="rId5"/>
  </p:sldMasterIdLst>
  <p:notesMasterIdLst>
    <p:notesMasterId r:id="rId39"/>
  </p:notesMasterIdLst>
  <p:sldIdLst>
    <p:sldId id="425" r:id="rId6"/>
    <p:sldId id="471" r:id="rId7"/>
    <p:sldId id="2319" r:id="rId8"/>
    <p:sldId id="427" r:id="rId9"/>
    <p:sldId id="432" r:id="rId10"/>
    <p:sldId id="433" r:id="rId11"/>
    <p:sldId id="437" r:id="rId12"/>
    <p:sldId id="436" r:id="rId13"/>
    <p:sldId id="2389" r:id="rId14"/>
    <p:sldId id="430" r:id="rId15"/>
    <p:sldId id="438" r:id="rId16"/>
    <p:sldId id="440" r:id="rId17"/>
    <p:sldId id="441" r:id="rId18"/>
    <p:sldId id="443" r:id="rId19"/>
    <p:sldId id="444" r:id="rId20"/>
    <p:sldId id="2390" r:id="rId21"/>
    <p:sldId id="2345" r:id="rId22"/>
    <p:sldId id="2347" r:id="rId23"/>
    <p:sldId id="2321" r:id="rId24"/>
    <p:sldId id="2324" r:id="rId25"/>
    <p:sldId id="2354" r:id="rId26"/>
    <p:sldId id="2331" r:id="rId27"/>
    <p:sldId id="2391" r:id="rId28"/>
    <p:sldId id="320" r:id="rId29"/>
    <p:sldId id="384" r:id="rId30"/>
    <p:sldId id="332" r:id="rId31"/>
    <p:sldId id="333" r:id="rId32"/>
    <p:sldId id="2392" r:id="rId33"/>
    <p:sldId id="2314" r:id="rId34"/>
    <p:sldId id="2373" r:id="rId35"/>
    <p:sldId id="2316" r:id="rId36"/>
    <p:sldId id="2323" r:id="rId37"/>
    <p:sldId id="238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D9D5"/>
    <a:srgbClr val="606F77"/>
    <a:srgbClr val="33C1BA"/>
    <a:srgbClr val="1A3140"/>
    <a:srgbClr val="6698D4"/>
    <a:srgbClr val="E9BA1C"/>
    <a:srgbClr val="ABACAF"/>
    <a:srgbClr val="D4F3F2"/>
    <a:srgbClr val="A7E6E4"/>
    <a:srgbClr val="E955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04" autoAdjust="0"/>
    <p:restoredTop sz="94660"/>
  </p:normalViewPr>
  <p:slideViewPr>
    <p:cSldViewPr snapToGrid="0" showGuides="1">
      <p:cViewPr varScale="1">
        <p:scale>
          <a:sx n="109" d="100"/>
          <a:sy n="109" d="100"/>
        </p:scale>
        <p:origin x="846" y="10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in" userId="756c833d-598f-4cad-8d19-f539895d089d" providerId="ADAL" clId="{6689F6C7-4675-4B10-B174-CBDC6C3363B8}"/>
    <pc:docChg chg="custSel addSld delSld modSld modMainMaster delSection modSection">
      <pc:chgData name="Sahin" userId="756c833d-598f-4cad-8d19-f539895d089d" providerId="ADAL" clId="{6689F6C7-4675-4B10-B174-CBDC6C3363B8}" dt="2021-06-02T14:18:17.952" v="366" actId="1076"/>
      <pc:docMkLst>
        <pc:docMk/>
      </pc:docMkLst>
      <pc:sldChg chg="addSp delSp modSp add mod">
        <pc:chgData name="Sahin" userId="756c833d-598f-4cad-8d19-f539895d089d" providerId="ADAL" clId="{6689F6C7-4675-4B10-B174-CBDC6C3363B8}" dt="2021-06-02T14:17:28.308" v="354" actId="1076"/>
        <pc:sldMkLst>
          <pc:docMk/>
          <pc:sldMk cId="3637492166" sldId="320"/>
        </pc:sldMkLst>
        <pc:spChg chg="mod">
          <ac:chgData name="Sahin" userId="756c833d-598f-4cad-8d19-f539895d089d" providerId="ADAL" clId="{6689F6C7-4675-4B10-B174-CBDC6C3363B8}" dt="2021-06-02T12:35:53.299" v="191"/>
          <ac:spMkLst>
            <pc:docMk/>
            <pc:sldMk cId="3637492166" sldId="320"/>
            <ac:spMk id="15362"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64"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65"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67"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68"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69"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1"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2"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3"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5"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6"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7"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8"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79"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80"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82" creationId="{00000000-0000-0000-0000-000000000000}"/>
          </ac:spMkLst>
        </pc:spChg>
        <pc:spChg chg="mod">
          <ac:chgData name="Sahin" userId="756c833d-598f-4cad-8d19-f539895d089d" providerId="ADAL" clId="{6689F6C7-4675-4B10-B174-CBDC6C3363B8}" dt="2021-06-02T12:45:05.228" v="212" actId="1076"/>
          <ac:spMkLst>
            <pc:docMk/>
            <pc:sldMk cId="3637492166" sldId="320"/>
            <ac:spMk id="15383" creationId="{00000000-0000-0000-0000-000000000000}"/>
          </ac:spMkLst>
        </pc:spChg>
        <pc:grpChg chg="mod">
          <ac:chgData name="Sahin" userId="756c833d-598f-4cad-8d19-f539895d089d" providerId="ADAL" clId="{6689F6C7-4675-4B10-B174-CBDC6C3363B8}" dt="2021-06-02T12:45:05.228" v="212" actId="1076"/>
          <ac:grpSpMkLst>
            <pc:docMk/>
            <pc:sldMk cId="3637492166" sldId="320"/>
            <ac:grpSpMk id="15363" creationId="{00000000-0000-0000-0000-000000000000}"/>
          </ac:grpSpMkLst>
        </pc:grpChg>
        <pc:graphicFrameChg chg="del mod">
          <ac:chgData name="Sahin" userId="756c833d-598f-4cad-8d19-f539895d089d" providerId="ADAL" clId="{6689F6C7-4675-4B10-B174-CBDC6C3363B8}" dt="2021-06-02T14:17:25.652" v="353" actId="478"/>
          <ac:graphicFrameMkLst>
            <pc:docMk/>
            <pc:sldMk cId="3637492166" sldId="320"/>
            <ac:graphicFrameMk id="15384" creationId="{00000000-0000-0000-0000-000000000000}"/>
          </ac:graphicFrameMkLst>
        </pc:graphicFrameChg>
        <pc:picChg chg="add mod">
          <ac:chgData name="Sahin" userId="756c833d-598f-4cad-8d19-f539895d089d" providerId="ADAL" clId="{6689F6C7-4675-4B10-B174-CBDC6C3363B8}" dt="2021-06-02T14:17:01.551" v="344" actId="1076"/>
          <ac:picMkLst>
            <pc:docMk/>
            <pc:sldMk cId="3637492166" sldId="320"/>
            <ac:picMk id="2" creationId="{37B60B50-2A84-4C09-A604-23FB5A2946AB}"/>
          </ac:picMkLst>
        </pc:picChg>
        <pc:picChg chg="add mod">
          <ac:chgData name="Sahin" userId="756c833d-598f-4cad-8d19-f539895d089d" providerId="ADAL" clId="{6689F6C7-4675-4B10-B174-CBDC6C3363B8}" dt="2021-06-02T14:17:28.308" v="354" actId="1076"/>
          <ac:picMkLst>
            <pc:docMk/>
            <pc:sldMk cId="3637492166" sldId="320"/>
            <ac:picMk id="26" creationId="{9D2F8653-C5BB-4160-BDDE-3A57AC820B15}"/>
          </ac:picMkLst>
        </pc:picChg>
        <pc:picChg chg="add mod">
          <ac:chgData name="Sahin" userId="756c833d-598f-4cad-8d19-f539895d089d" providerId="ADAL" clId="{6689F6C7-4675-4B10-B174-CBDC6C3363B8}" dt="2021-06-02T14:17:17.814" v="352" actId="1076"/>
          <ac:picMkLst>
            <pc:docMk/>
            <pc:sldMk cId="3637492166" sldId="320"/>
            <ac:picMk id="27" creationId="{7E139C31-AB8A-4637-8187-86E5D1ED2262}"/>
          </ac:picMkLst>
        </pc:picChg>
        <pc:picChg chg="del">
          <ac:chgData name="Sahin" userId="756c833d-598f-4cad-8d19-f539895d089d" providerId="ADAL" clId="{6689F6C7-4675-4B10-B174-CBDC6C3363B8}" dt="2021-06-02T14:16:55.420" v="341" actId="478"/>
          <ac:picMkLst>
            <pc:docMk/>
            <pc:sldMk cId="3637492166" sldId="320"/>
            <ac:picMk id="33" creationId="{00000000-0000-0000-0000-000000000000}"/>
          </ac:picMkLst>
        </pc:picChg>
        <pc:picChg chg="del">
          <ac:chgData name="Sahin" userId="756c833d-598f-4cad-8d19-f539895d089d" providerId="ADAL" clId="{6689F6C7-4675-4B10-B174-CBDC6C3363B8}" dt="2021-06-02T14:17:03.865" v="345" actId="478"/>
          <ac:picMkLst>
            <pc:docMk/>
            <pc:sldMk cId="3637492166" sldId="320"/>
            <ac:picMk id="35" creationId="{00000000-0000-0000-0000-000000000000}"/>
          </ac:picMkLst>
        </pc:picChg>
        <pc:picChg chg="del">
          <ac:chgData name="Sahin" userId="756c833d-598f-4cad-8d19-f539895d089d" providerId="ADAL" clId="{6689F6C7-4675-4B10-B174-CBDC6C3363B8}" dt="2021-06-02T14:17:14.263" v="350" actId="478"/>
          <ac:picMkLst>
            <pc:docMk/>
            <pc:sldMk cId="3637492166" sldId="320"/>
            <ac:picMk id="36" creationId="{00000000-0000-0000-0000-000000000000}"/>
          </ac:picMkLst>
        </pc:picChg>
        <pc:picChg chg="mod">
          <ac:chgData name="Sahin" userId="756c833d-598f-4cad-8d19-f539895d089d" providerId="ADAL" clId="{6689F6C7-4675-4B10-B174-CBDC6C3363B8}" dt="2021-06-02T12:44:56.488" v="211" actId="1076"/>
          <ac:picMkLst>
            <pc:docMk/>
            <pc:sldMk cId="3637492166" sldId="320"/>
            <ac:picMk id="2067" creationId="{00000000-0000-0000-0000-000000000000}"/>
          </ac:picMkLst>
        </pc:picChg>
      </pc:sldChg>
      <pc:sldChg chg="modSp add mod">
        <pc:chgData name="Sahin" userId="756c833d-598f-4cad-8d19-f539895d089d" providerId="ADAL" clId="{6689F6C7-4675-4B10-B174-CBDC6C3363B8}" dt="2021-06-02T12:45:34.666" v="259" actId="1076"/>
        <pc:sldMkLst>
          <pc:docMk/>
          <pc:sldMk cId="3777318465" sldId="332"/>
        </pc:sldMkLst>
        <pc:spChg chg="mod">
          <ac:chgData name="Sahin" userId="756c833d-598f-4cad-8d19-f539895d089d" providerId="ADAL" clId="{6689F6C7-4675-4B10-B174-CBDC6C3363B8}" dt="2021-06-02T12:45:34.666" v="259" actId="1076"/>
          <ac:spMkLst>
            <pc:docMk/>
            <pc:sldMk cId="3777318465" sldId="332"/>
            <ac:spMk id="2765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5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5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6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6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6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6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6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6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7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7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7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7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7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7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8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69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0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1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2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6"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7"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8"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39"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0"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1"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2"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3"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4"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5" creationId="{00000000-0000-0000-0000-000000000000}"/>
          </ac:spMkLst>
        </pc:spChg>
        <pc:spChg chg="mod">
          <ac:chgData name="Sahin" userId="756c833d-598f-4cad-8d19-f539895d089d" providerId="ADAL" clId="{6689F6C7-4675-4B10-B174-CBDC6C3363B8}" dt="2021-06-02T12:45:29.746" v="258" actId="1036"/>
          <ac:spMkLst>
            <pc:docMk/>
            <pc:sldMk cId="3777318465" sldId="332"/>
            <ac:spMk id="27746" creationId="{00000000-0000-0000-0000-000000000000}"/>
          </ac:spMkLst>
        </pc:spChg>
        <pc:grpChg chg="mod">
          <ac:chgData name="Sahin" userId="756c833d-598f-4cad-8d19-f539895d089d" providerId="ADAL" clId="{6689F6C7-4675-4B10-B174-CBDC6C3363B8}" dt="2021-06-02T12:45:29.746" v="258" actId="1036"/>
          <ac:grpSpMkLst>
            <pc:docMk/>
            <pc:sldMk cId="3777318465" sldId="332"/>
            <ac:grpSpMk id="27653" creationId="{00000000-0000-0000-0000-000000000000}"/>
          </ac:grpSpMkLst>
        </pc:grpChg>
        <pc:grpChg chg="mod">
          <ac:chgData name="Sahin" userId="756c833d-598f-4cad-8d19-f539895d089d" providerId="ADAL" clId="{6689F6C7-4675-4B10-B174-CBDC6C3363B8}" dt="2021-06-02T12:45:29.746" v="258" actId="1036"/>
          <ac:grpSpMkLst>
            <pc:docMk/>
            <pc:sldMk cId="3777318465" sldId="332"/>
            <ac:grpSpMk id="27658" creationId="{00000000-0000-0000-0000-000000000000}"/>
          </ac:grpSpMkLst>
        </pc:grpChg>
        <pc:graphicFrameChg chg="mod">
          <ac:chgData name="Sahin" userId="756c833d-598f-4cad-8d19-f539895d089d" providerId="ADAL" clId="{6689F6C7-4675-4B10-B174-CBDC6C3363B8}" dt="2021-06-02T12:45:29.746" v="258" actId="1036"/>
          <ac:graphicFrameMkLst>
            <pc:docMk/>
            <pc:sldMk cId="3777318465" sldId="332"/>
            <ac:graphicFrameMk id="27670" creationId="{00000000-0000-0000-0000-000000000000}"/>
          </ac:graphicFrameMkLst>
        </pc:graphicFrameChg>
        <pc:picChg chg="mod">
          <ac:chgData name="Sahin" userId="756c833d-598f-4cad-8d19-f539895d089d" providerId="ADAL" clId="{6689F6C7-4675-4B10-B174-CBDC6C3363B8}" dt="2021-06-02T12:45:29.746" v="258" actId="1036"/>
          <ac:picMkLst>
            <pc:docMk/>
            <pc:sldMk cId="3777318465" sldId="332"/>
            <ac:picMk id="5144" creationId="{00000000-0000-0000-0000-000000000000}"/>
          </ac:picMkLst>
        </pc:picChg>
        <pc:picChg chg="mod">
          <ac:chgData name="Sahin" userId="756c833d-598f-4cad-8d19-f539895d089d" providerId="ADAL" clId="{6689F6C7-4675-4B10-B174-CBDC6C3363B8}" dt="2021-06-02T12:45:29.746" v="258" actId="1036"/>
          <ac:picMkLst>
            <pc:docMk/>
            <pc:sldMk cId="3777318465" sldId="332"/>
            <ac:picMk id="27669" creationId="{00000000-0000-0000-0000-000000000000}"/>
          </ac:picMkLst>
        </pc:picChg>
      </pc:sldChg>
      <pc:sldChg chg="addSp delSp modSp add mod">
        <pc:chgData name="Sahin" userId="756c833d-598f-4cad-8d19-f539895d089d" providerId="ADAL" clId="{6689F6C7-4675-4B10-B174-CBDC6C3363B8}" dt="2021-06-02T14:18:17.952" v="366" actId="1076"/>
        <pc:sldMkLst>
          <pc:docMk/>
          <pc:sldMk cId="3986879496" sldId="333"/>
        </pc:sldMkLst>
        <pc:spChg chg="mod">
          <ac:chgData name="Sahin" userId="756c833d-598f-4cad-8d19-f539895d089d" providerId="ADAL" clId="{6689F6C7-4675-4B10-B174-CBDC6C3363B8}" dt="2021-06-02T12:43:25.138" v="209"/>
          <ac:spMkLst>
            <pc:docMk/>
            <pc:sldMk cId="3986879496" sldId="333"/>
            <ac:spMk id="28674"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78"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0"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1"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2"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4"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5"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6"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7"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8"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89"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90" creationId="{00000000-0000-0000-0000-000000000000}"/>
          </ac:spMkLst>
        </pc:spChg>
        <pc:spChg chg="mod">
          <ac:chgData name="Sahin" userId="756c833d-598f-4cad-8d19-f539895d089d" providerId="ADAL" clId="{6689F6C7-4675-4B10-B174-CBDC6C3363B8}" dt="2021-06-02T12:46:57.201" v="327" actId="1037"/>
          <ac:spMkLst>
            <pc:docMk/>
            <pc:sldMk cId="3986879496" sldId="333"/>
            <ac:spMk id="28691" creationId="{00000000-0000-0000-0000-000000000000}"/>
          </ac:spMkLst>
        </pc:spChg>
        <pc:grpChg chg="mod">
          <ac:chgData name="Sahin" userId="756c833d-598f-4cad-8d19-f539895d089d" providerId="ADAL" clId="{6689F6C7-4675-4B10-B174-CBDC6C3363B8}" dt="2021-06-02T12:46:57.201" v="327" actId="1037"/>
          <ac:grpSpMkLst>
            <pc:docMk/>
            <pc:sldMk cId="3986879496" sldId="333"/>
            <ac:grpSpMk id="28676" creationId="{00000000-0000-0000-0000-000000000000}"/>
          </ac:grpSpMkLst>
        </pc:grpChg>
        <pc:picChg chg="add mod">
          <ac:chgData name="Sahin" userId="756c833d-598f-4cad-8d19-f539895d089d" providerId="ADAL" clId="{6689F6C7-4675-4B10-B174-CBDC6C3363B8}" dt="2021-06-02T14:18:17.952" v="366" actId="1076"/>
          <ac:picMkLst>
            <pc:docMk/>
            <pc:sldMk cId="3986879496" sldId="333"/>
            <ac:picMk id="17" creationId="{80331E60-D881-4477-8DEA-AE4D08E42037}"/>
          </ac:picMkLst>
        </pc:picChg>
        <pc:picChg chg="del mod">
          <ac:chgData name="Sahin" userId="756c833d-598f-4cad-8d19-f539895d089d" providerId="ADAL" clId="{6689F6C7-4675-4B10-B174-CBDC6C3363B8}" dt="2021-06-02T12:46:43.679" v="267" actId="478"/>
          <ac:picMkLst>
            <pc:docMk/>
            <pc:sldMk cId="3986879496" sldId="333"/>
            <ac:picMk id="26" creationId="{00000000-0000-0000-0000-000000000000}"/>
          </ac:picMkLst>
        </pc:picChg>
        <pc:picChg chg="del mod">
          <ac:chgData name="Sahin" userId="756c833d-598f-4cad-8d19-f539895d089d" providerId="ADAL" clId="{6689F6C7-4675-4B10-B174-CBDC6C3363B8}" dt="2021-06-02T14:18:13.824" v="364" actId="478"/>
          <ac:picMkLst>
            <pc:docMk/>
            <pc:sldMk cId="3986879496" sldId="333"/>
            <ac:picMk id="27" creationId="{00000000-0000-0000-0000-000000000000}"/>
          </ac:picMkLst>
        </pc:picChg>
      </pc:sldChg>
      <pc:sldChg chg="addSp delSp modSp add mod">
        <pc:chgData name="Sahin" userId="756c833d-598f-4cad-8d19-f539895d089d" providerId="ADAL" clId="{6689F6C7-4675-4B10-B174-CBDC6C3363B8}" dt="2021-06-02T14:18:03.243" v="363" actId="1076"/>
        <pc:sldMkLst>
          <pc:docMk/>
          <pc:sldMk cId="2382734341" sldId="384"/>
        </pc:sldMkLst>
        <pc:spChg chg="mod">
          <ac:chgData name="Sahin" userId="756c833d-598f-4cad-8d19-f539895d089d" providerId="ADAL" clId="{6689F6C7-4675-4B10-B174-CBDC6C3363B8}" dt="2021-06-02T12:45:21.832" v="237" actId="1076"/>
          <ac:spMkLst>
            <pc:docMk/>
            <pc:sldMk cId="2382734341" sldId="384"/>
            <ac:spMk id="4505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5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6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6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6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7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8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8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8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09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0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1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2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3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4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4"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5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6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6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4516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4955"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495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495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4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4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47"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5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0"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1"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2"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3"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6"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8"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69" creationId="{00000000-0000-0000-0000-000000000000}"/>
          </ac:spMkLst>
        </pc:spChg>
        <pc:spChg chg="mod">
          <ac:chgData name="Sahin" userId="756c833d-598f-4cad-8d19-f539895d089d" providerId="ADAL" clId="{6689F6C7-4675-4B10-B174-CBDC6C3363B8}" dt="2021-06-02T12:45:17.393" v="236" actId="1036"/>
          <ac:spMkLst>
            <pc:docMk/>
            <pc:sldMk cId="2382734341" sldId="384"/>
            <ac:spMk id="1235070" creationId="{00000000-0000-0000-0000-000000000000}"/>
          </ac:spMkLst>
        </pc:spChg>
        <pc:grpChg chg="mod">
          <ac:chgData name="Sahin" userId="756c833d-598f-4cad-8d19-f539895d089d" providerId="ADAL" clId="{6689F6C7-4675-4B10-B174-CBDC6C3363B8}" dt="2021-06-02T12:45:17.393" v="236" actId="1036"/>
          <ac:grpSpMkLst>
            <pc:docMk/>
            <pc:sldMk cId="2382734341" sldId="384"/>
            <ac:grpSpMk id="45069" creationId="{00000000-0000-0000-0000-000000000000}"/>
          </ac:grpSpMkLst>
        </pc:grpChg>
        <pc:graphicFrameChg chg="mod">
          <ac:chgData name="Sahin" userId="756c833d-598f-4cad-8d19-f539895d089d" providerId="ADAL" clId="{6689F6C7-4675-4B10-B174-CBDC6C3363B8}" dt="2021-06-02T12:45:17.393" v="236" actId="1036"/>
          <ac:graphicFrameMkLst>
            <pc:docMk/>
            <pc:sldMk cId="2382734341" sldId="384"/>
            <ac:graphicFrameMk id="45167" creationId="{00000000-0000-0000-0000-000000000000}"/>
          </ac:graphicFrameMkLst>
        </pc:graphicFrameChg>
        <pc:picChg chg="add mod">
          <ac:chgData name="Sahin" userId="756c833d-598f-4cad-8d19-f539895d089d" providerId="ADAL" clId="{6689F6C7-4675-4B10-B174-CBDC6C3363B8}" dt="2021-06-02T14:17:52.800" v="357" actId="1076"/>
          <ac:picMkLst>
            <pc:docMk/>
            <pc:sldMk cId="2382734341" sldId="384"/>
            <ac:picMk id="105" creationId="{213F3852-06FF-4257-A60D-B41D130A86FC}"/>
          </ac:picMkLst>
        </pc:picChg>
        <pc:picChg chg="add mod">
          <ac:chgData name="Sahin" userId="756c833d-598f-4cad-8d19-f539895d089d" providerId="ADAL" clId="{6689F6C7-4675-4B10-B174-CBDC6C3363B8}" dt="2021-06-02T14:17:57.207" v="360" actId="1076"/>
          <ac:picMkLst>
            <pc:docMk/>
            <pc:sldMk cId="2382734341" sldId="384"/>
            <ac:picMk id="106" creationId="{475D2892-E37C-4ED3-B48A-EAE7CB297DE0}"/>
          </ac:picMkLst>
        </pc:picChg>
        <pc:picChg chg="add mod">
          <ac:chgData name="Sahin" userId="756c833d-598f-4cad-8d19-f539895d089d" providerId="ADAL" clId="{6689F6C7-4675-4B10-B174-CBDC6C3363B8}" dt="2021-06-02T14:18:03.243" v="363" actId="1076"/>
          <ac:picMkLst>
            <pc:docMk/>
            <pc:sldMk cId="2382734341" sldId="384"/>
            <ac:picMk id="107" creationId="{66FF3C45-C9C4-490F-BD5E-A9C5B0852B09}"/>
          </ac:picMkLst>
        </pc:picChg>
        <pc:picChg chg="del mod">
          <ac:chgData name="Sahin" userId="756c833d-598f-4cad-8d19-f539895d089d" providerId="ADAL" clId="{6689F6C7-4675-4B10-B174-CBDC6C3363B8}" dt="2021-06-02T14:17:42.531" v="355" actId="478"/>
          <ac:picMkLst>
            <pc:docMk/>
            <pc:sldMk cId="2382734341" sldId="384"/>
            <ac:picMk id="113" creationId="{00000000-0000-0000-0000-000000000000}"/>
          </ac:picMkLst>
        </pc:picChg>
        <pc:picChg chg="del mod">
          <ac:chgData name="Sahin" userId="756c833d-598f-4cad-8d19-f539895d089d" providerId="ADAL" clId="{6689F6C7-4675-4B10-B174-CBDC6C3363B8}" dt="2021-06-02T14:17:54.124" v="358" actId="478"/>
          <ac:picMkLst>
            <pc:docMk/>
            <pc:sldMk cId="2382734341" sldId="384"/>
            <ac:picMk id="114" creationId="{00000000-0000-0000-0000-000000000000}"/>
          </ac:picMkLst>
        </pc:picChg>
        <pc:picChg chg="del mod">
          <ac:chgData name="Sahin" userId="756c833d-598f-4cad-8d19-f539895d089d" providerId="ADAL" clId="{6689F6C7-4675-4B10-B174-CBDC6C3363B8}" dt="2021-06-02T14:17:58.456" v="361" actId="478"/>
          <ac:picMkLst>
            <pc:docMk/>
            <pc:sldMk cId="2382734341" sldId="384"/>
            <ac:picMk id="115" creationId="{00000000-0000-0000-0000-000000000000}"/>
          </ac:picMkLst>
        </pc:picChg>
        <pc:picChg chg="mod">
          <ac:chgData name="Sahin" userId="756c833d-598f-4cad-8d19-f539895d089d" providerId="ADAL" clId="{6689F6C7-4675-4B10-B174-CBDC6C3363B8}" dt="2021-06-02T12:45:17.393" v="236" actId="1036"/>
          <ac:picMkLst>
            <pc:docMk/>
            <pc:sldMk cId="2382734341" sldId="384"/>
            <ac:picMk id="1235065" creationId="{00000000-0000-0000-0000-000000000000}"/>
          </ac:picMkLst>
        </pc:picChg>
      </pc:sldChg>
      <pc:sldChg chg="del">
        <pc:chgData name="Sahin" userId="756c833d-598f-4cad-8d19-f539895d089d" providerId="ADAL" clId="{6689F6C7-4675-4B10-B174-CBDC6C3363B8}" dt="2021-06-02T12:08:22.451" v="17" actId="47"/>
        <pc:sldMkLst>
          <pc:docMk/>
          <pc:sldMk cId="426414627" sldId="411"/>
        </pc:sldMkLst>
      </pc:sldChg>
      <pc:sldChg chg="del">
        <pc:chgData name="Sahin" userId="756c833d-598f-4cad-8d19-f539895d089d" providerId="ADAL" clId="{6689F6C7-4675-4B10-B174-CBDC6C3363B8}" dt="2021-06-02T12:08:29.208" v="18" actId="47"/>
        <pc:sldMkLst>
          <pc:docMk/>
          <pc:sldMk cId="543354282" sldId="414"/>
        </pc:sldMkLst>
      </pc:sldChg>
      <pc:sldChg chg="del">
        <pc:chgData name="Sahin" userId="756c833d-598f-4cad-8d19-f539895d089d" providerId="ADAL" clId="{6689F6C7-4675-4B10-B174-CBDC6C3363B8}" dt="2021-06-02T12:05:42.626" v="6" actId="47"/>
        <pc:sldMkLst>
          <pc:docMk/>
          <pc:sldMk cId="2486559321" sldId="426"/>
        </pc:sldMkLst>
      </pc:sldChg>
      <pc:sldChg chg="delSp modSp add mod">
        <pc:chgData name="Sahin" userId="756c833d-598f-4cad-8d19-f539895d089d" providerId="ADAL" clId="{6689F6C7-4675-4B10-B174-CBDC6C3363B8}" dt="2021-06-02T12:42:06.067" v="207" actId="478"/>
        <pc:sldMkLst>
          <pc:docMk/>
          <pc:sldMk cId="830090192" sldId="471"/>
        </pc:sldMkLst>
        <pc:spChg chg="del">
          <ac:chgData name="Sahin" userId="756c833d-598f-4cad-8d19-f539895d089d" providerId="ADAL" clId="{6689F6C7-4675-4B10-B174-CBDC6C3363B8}" dt="2021-06-02T12:07:02.689" v="13" actId="478"/>
          <ac:spMkLst>
            <pc:docMk/>
            <pc:sldMk cId="830090192" sldId="471"/>
            <ac:spMk id="39" creationId="{00000000-0000-0000-0000-000000000000}"/>
          </ac:spMkLst>
        </pc:spChg>
        <pc:spChg chg="del">
          <ac:chgData name="Sahin" userId="756c833d-598f-4cad-8d19-f539895d089d" providerId="ADAL" clId="{6689F6C7-4675-4B10-B174-CBDC6C3363B8}" dt="2021-06-02T12:07:02.689" v="13" actId="478"/>
          <ac:spMkLst>
            <pc:docMk/>
            <pc:sldMk cId="830090192" sldId="471"/>
            <ac:spMk id="40" creationId="{00000000-0000-0000-0000-000000000000}"/>
          </ac:spMkLst>
        </pc:spChg>
        <pc:spChg chg="del">
          <ac:chgData name="Sahin" userId="756c833d-598f-4cad-8d19-f539895d089d" providerId="ADAL" clId="{6689F6C7-4675-4B10-B174-CBDC6C3363B8}" dt="2021-06-02T12:07:02.689" v="13" actId="478"/>
          <ac:spMkLst>
            <pc:docMk/>
            <pc:sldMk cId="830090192" sldId="471"/>
            <ac:spMk id="41" creationId="{00000000-0000-0000-0000-000000000000}"/>
          </ac:spMkLst>
        </pc:spChg>
        <pc:spChg chg="mod">
          <ac:chgData name="Sahin" userId="756c833d-598f-4cad-8d19-f539895d089d" providerId="ADAL" clId="{6689F6C7-4675-4B10-B174-CBDC6C3363B8}" dt="2021-06-02T12:11:18.224" v="171" actId="108"/>
          <ac:spMkLst>
            <pc:docMk/>
            <pc:sldMk cId="830090192" sldId="471"/>
            <ac:spMk id="67" creationId="{A8B03CDC-9D91-4D45-8AA0-B3589656160D}"/>
          </ac:spMkLst>
        </pc:spChg>
        <pc:spChg chg="mod">
          <ac:chgData name="Sahin" userId="756c833d-598f-4cad-8d19-f539895d089d" providerId="ADAL" clId="{6689F6C7-4675-4B10-B174-CBDC6C3363B8}" dt="2021-06-02T12:11:22.041" v="172" actId="108"/>
          <ac:spMkLst>
            <pc:docMk/>
            <pc:sldMk cId="830090192" sldId="471"/>
            <ac:spMk id="68" creationId="{F70A739C-6F0C-4734-8646-E55C4FFFA36E}"/>
          </ac:spMkLst>
        </pc:spChg>
        <pc:spChg chg="mod">
          <ac:chgData name="Sahin" userId="756c833d-598f-4cad-8d19-f539895d089d" providerId="ADAL" clId="{6689F6C7-4675-4B10-B174-CBDC6C3363B8}" dt="2021-06-02T12:09:24.235" v="66" actId="20577"/>
          <ac:spMkLst>
            <pc:docMk/>
            <pc:sldMk cId="830090192" sldId="471"/>
            <ac:spMk id="69" creationId="{8CE54815-6CB9-441E-811A-3EC6035D3243}"/>
          </ac:spMkLst>
        </pc:spChg>
        <pc:spChg chg="mod">
          <ac:chgData name="Sahin" userId="756c833d-598f-4cad-8d19-f539895d089d" providerId="ADAL" clId="{6689F6C7-4675-4B10-B174-CBDC6C3363B8}" dt="2021-06-02T12:10:59.719" v="141" actId="20577"/>
          <ac:spMkLst>
            <pc:docMk/>
            <pc:sldMk cId="830090192" sldId="471"/>
            <ac:spMk id="70" creationId="{61578E22-8FA8-45CA-AE0D-08D52BB238F0}"/>
          </ac:spMkLst>
        </pc:spChg>
        <pc:spChg chg="mod">
          <ac:chgData name="Sahin" userId="756c833d-598f-4cad-8d19-f539895d089d" providerId="ADAL" clId="{6689F6C7-4675-4B10-B174-CBDC6C3363B8}" dt="2021-06-02T12:11:11.829" v="170" actId="20577"/>
          <ac:spMkLst>
            <pc:docMk/>
            <pc:sldMk cId="830090192" sldId="471"/>
            <ac:spMk id="71" creationId="{4E484E43-98B6-4601-B985-0D515DDB4013}"/>
          </ac:spMkLst>
        </pc:spChg>
        <pc:spChg chg="del">
          <ac:chgData name="Sahin" userId="756c833d-598f-4cad-8d19-f539895d089d" providerId="ADAL" clId="{6689F6C7-4675-4B10-B174-CBDC6C3363B8}" dt="2021-06-02T12:42:03.551" v="206" actId="478"/>
          <ac:spMkLst>
            <pc:docMk/>
            <pc:sldMk cId="830090192" sldId="471"/>
            <ac:spMk id="72" creationId="{B1C2FE6E-C708-40B4-BA84-7B363835F367}"/>
          </ac:spMkLst>
        </pc:spChg>
        <pc:cxnChg chg="del mod">
          <ac:chgData name="Sahin" userId="756c833d-598f-4cad-8d19-f539895d089d" providerId="ADAL" clId="{6689F6C7-4675-4B10-B174-CBDC6C3363B8}" dt="2021-06-02T12:42:06.067" v="207" actId="478"/>
          <ac:cxnSpMkLst>
            <pc:docMk/>
            <pc:sldMk cId="830090192" sldId="471"/>
            <ac:cxnSpMk id="87" creationId="{BB026417-B958-4099-859B-DE17710857A8}"/>
          </ac:cxnSpMkLst>
        </pc:cxnChg>
        <pc:cxnChg chg="del mod">
          <ac:chgData name="Sahin" userId="756c833d-598f-4cad-8d19-f539895d089d" providerId="ADAL" clId="{6689F6C7-4675-4B10-B174-CBDC6C3363B8}" dt="2021-06-02T12:07:05.238" v="14" actId="478"/>
          <ac:cxnSpMkLst>
            <pc:docMk/>
            <pc:sldMk cId="830090192" sldId="471"/>
            <ac:cxnSpMk id="95" creationId="{D503B5FD-AE1E-4868-97C8-C6C30B9A7376}"/>
          </ac:cxnSpMkLst>
        </pc:cxnChg>
        <pc:cxnChg chg="del mod">
          <ac:chgData name="Sahin" userId="756c833d-598f-4cad-8d19-f539895d089d" providerId="ADAL" clId="{6689F6C7-4675-4B10-B174-CBDC6C3363B8}" dt="2021-06-02T12:07:07.580" v="15" actId="478"/>
          <ac:cxnSpMkLst>
            <pc:docMk/>
            <pc:sldMk cId="830090192" sldId="471"/>
            <ac:cxnSpMk id="98" creationId="{CB784FA4-E6FE-4A81-AFE3-8751188EB314}"/>
          </ac:cxnSpMkLst>
        </pc:cxnChg>
        <pc:cxnChg chg="del mod">
          <ac:chgData name="Sahin" userId="756c833d-598f-4cad-8d19-f539895d089d" providerId="ADAL" clId="{6689F6C7-4675-4B10-B174-CBDC6C3363B8}" dt="2021-06-02T12:07:09.791" v="16" actId="478"/>
          <ac:cxnSpMkLst>
            <pc:docMk/>
            <pc:sldMk cId="830090192" sldId="471"/>
            <ac:cxnSpMk id="102" creationId="{36F748A6-47BF-4E85-8FFA-ED0F97CD5D33}"/>
          </ac:cxnSpMkLst>
        </pc:cxnChg>
      </pc:sldChg>
      <pc:sldChg chg="modTransition">
        <pc:chgData name="Sahin" userId="756c833d-598f-4cad-8d19-f539895d089d" providerId="ADAL" clId="{6689F6C7-4675-4B10-B174-CBDC6C3363B8}" dt="2021-06-02T12:15:19.585" v="188"/>
        <pc:sldMkLst>
          <pc:docMk/>
          <pc:sldMk cId="1323991480" sldId="2314"/>
        </pc:sldMkLst>
      </pc:sldChg>
      <pc:sldChg chg="del">
        <pc:chgData name="Sahin" userId="756c833d-598f-4cad-8d19-f539895d089d" providerId="ADAL" clId="{6689F6C7-4675-4B10-B174-CBDC6C3363B8}" dt="2021-06-02T12:05:48.408" v="7" actId="47"/>
        <pc:sldMkLst>
          <pc:docMk/>
          <pc:sldMk cId="1627680368" sldId="2315"/>
        </pc:sldMkLst>
      </pc:sldChg>
      <pc:sldChg chg="del">
        <pc:chgData name="Sahin" userId="756c833d-598f-4cad-8d19-f539895d089d" providerId="ADAL" clId="{6689F6C7-4675-4B10-B174-CBDC6C3363B8}" dt="2021-06-02T12:08:36.583" v="19" actId="47"/>
        <pc:sldMkLst>
          <pc:docMk/>
          <pc:sldMk cId="2830937447" sldId="2320"/>
        </pc:sldMkLst>
      </pc:sldChg>
      <pc:sldChg chg="del">
        <pc:chgData name="Sahin" userId="756c833d-598f-4cad-8d19-f539895d089d" providerId="ADAL" clId="{6689F6C7-4675-4B10-B174-CBDC6C3363B8}" dt="2021-06-02T12:05:31.953" v="2" actId="47"/>
        <pc:sldMkLst>
          <pc:docMk/>
          <pc:sldMk cId="1734733518" sldId="2334"/>
        </pc:sldMkLst>
      </pc:sldChg>
      <pc:sldChg chg="del">
        <pc:chgData name="Sahin" userId="756c833d-598f-4cad-8d19-f539895d089d" providerId="ADAL" clId="{6689F6C7-4675-4B10-B174-CBDC6C3363B8}" dt="2021-06-02T12:05:32.640" v="3" actId="47"/>
        <pc:sldMkLst>
          <pc:docMk/>
          <pc:sldMk cId="3770342309" sldId="2335"/>
        </pc:sldMkLst>
      </pc:sldChg>
      <pc:sldChg chg="del">
        <pc:chgData name="Sahin" userId="756c833d-598f-4cad-8d19-f539895d089d" providerId="ADAL" clId="{6689F6C7-4675-4B10-B174-CBDC6C3363B8}" dt="2021-06-02T12:05:33.358" v="4" actId="47"/>
        <pc:sldMkLst>
          <pc:docMk/>
          <pc:sldMk cId="3595933287" sldId="2336"/>
        </pc:sldMkLst>
      </pc:sldChg>
      <pc:sldChg chg="del">
        <pc:chgData name="Sahin" userId="756c833d-598f-4cad-8d19-f539895d089d" providerId="ADAL" clId="{6689F6C7-4675-4B10-B174-CBDC6C3363B8}" dt="2021-06-02T12:05:34.044" v="5" actId="47"/>
        <pc:sldMkLst>
          <pc:docMk/>
          <pc:sldMk cId="445633561" sldId="2337"/>
        </pc:sldMkLst>
      </pc:sldChg>
      <pc:sldChg chg="del">
        <pc:chgData name="Sahin" userId="756c833d-598f-4cad-8d19-f539895d089d" providerId="ADAL" clId="{6689F6C7-4675-4B10-B174-CBDC6C3363B8}" dt="2021-06-02T12:12:10.052" v="175" actId="47"/>
        <pc:sldMkLst>
          <pc:docMk/>
          <pc:sldMk cId="3678006851" sldId="2338"/>
        </pc:sldMkLst>
      </pc:sldChg>
      <pc:sldChg chg="add">
        <pc:chgData name="Sahin" userId="756c833d-598f-4cad-8d19-f539895d089d" providerId="ADAL" clId="{6689F6C7-4675-4B10-B174-CBDC6C3363B8}" dt="2021-06-02T12:12:37.967" v="177"/>
        <pc:sldMkLst>
          <pc:docMk/>
          <pc:sldMk cId="2135694854" sldId="2339"/>
        </pc:sldMkLst>
      </pc:sldChg>
      <pc:sldChg chg="del">
        <pc:chgData name="Sahin" userId="756c833d-598f-4cad-8d19-f539895d089d" providerId="ADAL" clId="{6689F6C7-4675-4B10-B174-CBDC6C3363B8}" dt="2021-06-02T12:12:31.356" v="176" actId="2696"/>
        <pc:sldMkLst>
          <pc:docMk/>
          <pc:sldMk cId="2624178678" sldId="2339"/>
        </pc:sldMkLst>
      </pc:sldChg>
      <pc:sldChg chg="del">
        <pc:chgData name="Sahin" userId="756c833d-598f-4cad-8d19-f539895d089d" providerId="ADAL" clId="{6689F6C7-4675-4B10-B174-CBDC6C3363B8}" dt="2021-06-02T12:12:31.356" v="176" actId="2696"/>
        <pc:sldMkLst>
          <pc:docMk/>
          <pc:sldMk cId="1089592925" sldId="2340"/>
        </pc:sldMkLst>
      </pc:sldChg>
      <pc:sldChg chg="add">
        <pc:chgData name="Sahin" userId="756c833d-598f-4cad-8d19-f539895d089d" providerId="ADAL" clId="{6689F6C7-4675-4B10-B174-CBDC6C3363B8}" dt="2021-06-02T12:12:37.967" v="177"/>
        <pc:sldMkLst>
          <pc:docMk/>
          <pc:sldMk cId="3126975850" sldId="2340"/>
        </pc:sldMkLst>
      </pc:sldChg>
      <pc:sldChg chg="add">
        <pc:chgData name="Sahin" userId="756c833d-598f-4cad-8d19-f539895d089d" providerId="ADAL" clId="{6689F6C7-4675-4B10-B174-CBDC6C3363B8}" dt="2021-06-02T12:12:37.967" v="177"/>
        <pc:sldMkLst>
          <pc:docMk/>
          <pc:sldMk cId="118898178" sldId="2341"/>
        </pc:sldMkLst>
      </pc:sldChg>
      <pc:sldChg chg="del">
        <pc:chgData name="Sahin" userId="756c833d-598f-4cad-8d19-f539895d089d" providerId="ADAL" clId="{6689F6C7-4675-4B10-B174-CBDC6C3363B8}" dt="2021-06-02T12:12:31.356" v="176" actId="2696"/>
        <pc:sldMkLst>
          <pc:docMk/>
          <pc:sldMk cId="358219352" sldId="2341"/>
        </pc:sldMkLst>
      </pc:sldChg>
      <pc:sldChg chg="del">
        <pc:chgData name="Sahin" userId="756c833d-598f-4cad-8d19-f539895d089d" providerId="ADAL" clId="{6689F6C7-4675-4B10-B174-CBDC6C3363B8}" dt="2021-06-02T12:12:57.761" v="180" actId="47"/>
        <pc:sldMkLst>
          <pc:docMk/>
          <pc:sldMk cId="2925420135" sldId="2342"/>
        </pc:sldMkLst>
      </pc:sldChg>
      <pc:sldChg chg="del">
        <pc:chgData name="Sahin" userId="756c833d-598f-4cad-8d19-f539895d089d" providerId="ADAL" clId="{6689F6C7-4675-4B10-B174-CBDC6C3363B8}" dt="2021-06-02T12:05:30.997" v="1" actId="47"/>
        <pc:sldMkLst>
          <pc:docMk/>
          <pc:sldMk cId="3660396122" sldId="2357"/>
        </pc:sldMkLst>
      </pc:sldChg>
      <pc:sldChg chg="del">
        <pc:chgData name="Sahin" userId="756c833d-598f-4cad-8d19-f539895d089d" providerId="ADAL" clId="{6689F6C7-4675-4B10-B174-CBDC6C3363B8}" dt="2021-06-02T12:06:01.474" v="8" actId="47"/>
        <pc:sldMkLst>
          <pc:docMk/>
          <pc:sldMk cId="126441031" sldId="2380"/>
        </pc:sldMkLst>
      </pc:sldChg>
      <pc:sldChg chg="del">
        <pc:chgData name="Sahin" userId="756c833d-598f-4cad-8d19-f539895d089d" providerId="ADAL" clId="{6689F6C7-4675-4B10-B174-CBDC6C3363B8}" dt="2021-06-02T12:06:02.254" v="9" actId="47"/>
        <pc:sldMkLst>
          <pc:docMk/>
          <pc:sldMk cId="184194132" sldId="2382"/>
        </pc:sldMkLst>
      </pc:sldChg>
      <pc:sldChg chg="del">
        <pc:chgData name="Sahin" userId="756c833d-598f-4cad-8d19-f539895d089d" providerId="ADAL" clId="{6689F6C7-4675-4B10-B174-CBDC6C3363B8}" dt="2021-06-02T12:06:03.009" v="10" actId="47"/>
        <pc:sldMkLst>
          <pc:docMk/>
          <pc:sldMk cId="469396475" sldId="2383"/>
        </pc:sldMkLst>
      </pc:sldChg>
      <pc:sldChg chg="del">
        <pc:chgData name="Sahin" userId="756c833d-598f-4cad-8d19-f539895d089d" providerId="ADAL" clId="{6689F6C7-4675-4B10-B174-CBDC6C3363B8}" dt="2021-06-02T12:06:03.965" v="11" actId="47"/>
        <pc:sldMkLst>
          <pc:docMk/>
          <pc:sldMk cId="725240029" sldId="2384"/>
        </pc:sldMkLst>
      </pc:sldChg>
      <pc:sldChg chg="del">
        <pc:chgData name="Sahin" userId="756c833d-598f-4cad-8d19-f539895d089d" providerId="ADAL" clId="{6689F6C7-4675-4B10-B174-CBDC6C3363B8}" dt="2021-06-02T12:06:04.947" v="12" actId="47"/>
        <pc:sldMkLst>
          <pc:docMk/>
          <pc:sldMk cId="3551387841" sldId="2385"/>
        </pc:sldMkLst>
      </pc:sldChg>
      <pc:sldChg chg="delSp modSp add mod">
        <pc:chgData name="Sahin" userId="756c833d-598f-4cad-8d19-f539895d089d" providerId="ADAL" clId="{6689F6C7-4675-4B10-B174-CBDC6C3363B8}" dt="2021-06-02T12:47:49.907" v="338" actId="478"/>
        <pc:sldMkLst>
          <pc:docMk/>
          <pc:sldMk cId="3138623777" sldId="2389"/>
        </pc:sldMkLst>
        <pc:spChg chg="mod">
          <ac:chgData name="Sahin" userId="756c833d-598f-4cad-8d19-f539895d089d" providerId="ADAL" clId="{6689F6C7-4675-4B10-B174-CBDC6C3363B8}" dt="2021-06-02T12:13:21.110" v="182" actId="108"/>
          <ac:spMkLst>
            <pc:docMk/>
            <pc:sldMk cId="3138623777" sldId="2389"/>
            <ac:spMk id="67" creationId="{A8B03CDC-9D91-4D45-8AA0-B3589656160D}"/>
          </ac:spMkLst>
        </pc:spChg>
        <pc:spChg chg="mod">
          <ac:chgData name="Sahin" userId="756c833d-598f-4cad-8d19-f539895d089d" providerId="ADAL" clId="{6689F6C7-4675-4B10-B174-CBDC6C3363B8}" dt="2021-06-02T12:13:17.396" v="181" actId="108"/>
          <ac:spMkLst>
            <pc:docMk/>
            <pc:sldMk cId="3138623777" sldId="2389"/>
            <ac:spMk id="68" creationId="{F70A739C-6F0C-4734-8646-E55C4FFFA36E}"/>
          </ac:spMkLst>
        </pc:spChg>
        <pc:spChg chg="del">
          <ac:chgData name="Sahin" userId="756c833d-598f-4cad-8d19-f539895d089d" providerId="ADAL" clId="{6689F6C7-4675-4B10-B174-CBDC6C3363B8}" dt="2021-06-02T12:47:47.651" v="337" actId="478"/>
          <ac:spMkLst>
            <pc:docMk/>
            <pc:sldMk cId="3138623777" sldId="2389"/>
            <ac:spMk id="72" creationId="{B1C2FE6E-C708-40B4-BA84-7B363835F367}"/>
          </ac:spMkLst>
        </pc:spChg>
        <pc:cxnChg chg="del mod">
          <ac:chgData name="Sahin" userId="756c833d-598f-4cad-8d19-f539895d089d" providerId="ADAL" clId="{6689F6C7-4675-4B10-B174-CBDC6C3363B8}" dt="2021-06-02T12:47:49.907" v="338" actId="478"/>
          <ac:cxnSpMkLst>
            <pc:docMk/>
            <pc:sldMk cId="3138623777" sldId="2389"/>
            <ac:cxnSpMk id="87" creationId="{BB026417-B958-4099-859B-DE17710857A8}"/>
          </ac:cxnSpMkLst>
        </pc:cxnChg>
      </pc:sldChg>
      <pc:sldChg chg="delSp modSp add mod">
        <pc:chgData name="Sahin" userId="756c833d-598f-4cad-8d19-f539895d089d" providerId="ADAL" clId="{6689F6C7-4675-4B10-B174-CBDC6C3363B8}" dt="2021-06-02T12:47:41.511" v="336" actId="478"/>
        <pc:sldMkLst>
          <pc:docMk/>
          <pc:sldMk cId="1325401605" sldId="2390"/>
        </pc:sldMkLst>
        <pc:spChg chg="mod">
          <ac:chgData name="Sahin" userId="756c833d-598f-4cad-8d19-f539895d089d" providerId="ADAL" clId="{6689F6C7-4675-4B10-B174-CBDC6C3363B8}" dt="2021-06-02T12:12:54.495" v="179" actId="108"/>
          <ac:spMkLst>
            <pc:docMk/>
            <pc:sldMk cId="1325401605" sldId="2390"/>
            <ac:spMk id="67" creationId="{A8B03CDC-9D91-4D45-8AA0-B3589656160D}"/>
          </ac:spMkLst>
        </pc:spChg>
        <pc:spChg chg="mod">
          <ac:chgData name="Sahin" userId="756c833d-598f-4cad-8d19-f539895d089d" providerId="ADAL" clId="{6689F6C7-4675-4B10-B174-CBDC6C3363B8}" dt="2021-06-02T12:13:32.300" v="184" actId="108"/>
          <ac:spMkLst>
            <pc:docMk/>
            <pc:sldMk cId="1325401605" sldId="2390"/>
            <ac:spMk id="68" creationId="{F70A739C-6F0C-4734-8646-E55C4FFFA36E}"/>
          </ac:spMkLst>
        </pc:spChg>
        <pc:spChg chg="mod">
          <ac:chgData name="Sahin" userId="756c833d-598f-4cad-8d19-f539895d089d" providerId="ADAL" clId="{6689F6C7-4675-4B10-B174-CBDC6C3363B8}" dt="2021-06-02T12:13:27.893" v="183" actId="108"/>
          <ac:spMkLst>
            <pc:docMk/>
            <pc:sldMk cId="1325401605" sldId="2390"/>
            <ac:spMk id="69" creationId="{8CE54815-6CB9-441E-811A-3EC6035D3243}"/>
          </ac:spMkLst>
        </pc:spChg>
        <pc:spChg chg="del">
          <ac:chgData name="Sahin" userId="756c833d-598f-4cad-8d19-f539895d089d" providerId="ADAL" clId="{6689F6C7-4675-4B10-B174-CBDC6C3363B8}" dt="2021-06-02T12:47:39.337" v="335" actId="478"/>
          <ac:spMkLst>
            <pc:docMk/>
            <pc:sldMk cId="1325401605" sldId="2390"/>
            <ac:spMk id="72" creationId="{B1C2FE6E-C708-40B4-BA84-7B363835F367}"/>
          </ac:spMkLst>
        </pc:spChg>
        <pc:cxnChg chg="del mod">
          <ac:chgData name="Sahin" userId="756c833d-598f-4cad-8d19-f539895d089d" providerId="ADAL" clId="{6689F6C7-4675-4B10-B174-CBDC6C3363B8}" dt="2021-06-02T12:47:41.511" v="336" actId="478"/>
          <ac:cxnSpMkLst>
            <pc:docMk/>
            <pc:sldMk cId="1325401605" sldId="2390"/>
            <ac:cxnSpMk id="87" creationId="{BB026417-B958-4099-859B-DE17710857A8}"/>
          </ac:cxnSpMkLst>
        </pc:cxnChg>
      </pc:sldChg>
      <pc:sldChg chg="delSp modSp add mod">
        <pc:chgData name="Sahin" userId="756c833d-598f-4cad-8d19-f539895d089d" providerId="ADAL" clId="{6689F6C7-4675-4B10-B174-CBDC6C3363B8}" dt="2021-06-02T12:47:31.204" v="334" actId="478"/>
        <pc:sldMkLst>
          <pc:docMk/>
          <pc:sldMk cId="1729372424" sldId="2391"/>
        </pc:sldMkLst>
        <pc:spChg chg="mod">
          <ac:chgData name="Sahin" userId="756c833d-598f-4cad-8d19-f539895d089d" providerId="ADAL" clId="{6689F6C7-4675-4B10-B174-CBDC6C3363B8}" dt="2021-06-02T12:14:25.962" v="187" actId="108"/>
          <ac:spMkLst>
            <pc:docMk/>
            <pc:sldMk cId="1729372424" sldId="2391"/>
            <ac:spMk id="69" creationId="{8CE54815-6CB9-441E-811A-3EC6035D3243}"/>
          </ac:spMkLst>
        </pc:spChg>
        <pc:spChg chg="mod">
          <ac:chgData name="Sahin" userId="756c833d-598f-4cad-8d19-f539895d089d" providerId="ADAL" clId="{6689F6C7-4675-4B10-B174-CBDC6C3363B8}" dt="2021-06-02T12:14:21.838" v="186" actId="108"/>
          <ac:spMkLst>
            <pc:docMk/>
            <pc:sldMk cId="1729372424" sldId="2391"/>
            <ac:spMk id="70" creationId="{61578E22-8FA8-45CA-AE0D-08D52BB238F0}"/>
          </ac:spMkLst>
        </pc:spChg>
        <pc:spChg chg="del">
          <ac:chgData name="Sahin" userId="756c833d-598f-4cad-8d19-f539895d089d" providerId="ADAL" clId="{6689F6C7-4675-4B10-B174-CBDC6C3363B8}" dt="2021-06-02T12:47:28.696" v="333" actId="478"/>
          <ac:spMkLst>
            <pc:docMk/>
            <pc:sldMk cId="1729372424" sldId="2391"/>
            <ac:spMk id="72" creationId="{B1C2FE6E-C708-40B4-BA84-7B363835F367}"/>
          </ac:spMkLst>
        </pc:spChg>
        <pc:cxnChg chg="del mod">
          <ac:chgData name="Sahin" userId="756c833d-598f-4cad-8d19-f539895d089d" providerId="ADAL" clId="{6689F6C7-4675-4B10-B174-CBDC6C3363B8}" dt="2021-06-02T12:47:31.204" v="334" actId="478"/>
          <ac:cxnSpMkLst>
            <pc:docMk/>
            <pc:sldMk cId="1729372424" sldId="2391"/>
            <ac:cxnSpMk id="87" creationId="{BB026417-B958-4099-859B-DE17710857A8}"/>
          </ac:cxnSpMkLst>
        </pc:cxnChg>
      </pc:sldChg>
      <pc:sldChg chg="delSp modSp add mod">
        <pc:chgData name="Sahin" userId="756c833d-598f-4cad-8d19-f539895d089d" providerId="ADAL" clId="{6689F6C7-4675-4B10-B174-CBDC6C3363B8}" dt="2021-06-02T12:47:23.075" v="332" actId="478"/>
        <pc:sldMkLst>
          <pc:docMk/>
          <pc:sldMk cId="441147231" sldId="2392"/>
        </pc:sldMkLst>
        <pc:spChg chg="mod">
          <ac:chgData name="Sahin" userId="756c833d-598f-4cad-8d19-f539895d089d" providerId="ADAL" clId="{6689F6C7-4675-4B10-B174-CBDC6C3363B8}" dt="2021-06-02T12:47:18.093" v="330" actId="108"/>
          <ac:spMkLst>
            <pc:docMk/>
            <pc:sldMk cId="441147231" sldId="2392"/>
            <ac:spMk id="70" creationId="{61578E22-8FA8-45CA-AE0D-08D52BB238F0}"/>
          </ac:spMkLst>
        </pc:spChg>
        <pc:spChg chg="mod">
          <ac:chgData name="Sahin" userId="756c833d-598f-4cad-8d19-f539895d089d" providerId="ADAL" clId="{6689F6C7-4675-4B10-B174-CBDC6C3363B8}" dt="2021-06-02T12:47:14.209" v="329" actId="108"/>
          <ac:spMkLst>
            <pc:docMk/>
            <pc:sldMk cId="441147231" sldId="2392"/>
            <ac:spMk id="71" creationId="{4E484E43-98B6-4601-B985-0D515DDB4013}"/>
          </ac:spMkLst>
        </pc:spChg>
        <pc:spChg chg="del">
          <ac:chgData name="Sahin" userId="756c833d-598f-4cad-8d19-f539895d089d" providerId="ADAL" clId="{6689F6C7-4675-4B10-B174-CBDC6C3363B8}" dt="2021-06-02T12:47:20.863" v="331" actId="478"/>
          <ac:spMkLst>
            <pc:docMk/>
            <pc:sldMk cId="441147231" sldId="2392"/>
            <ac:spMk id="72" creationId="{B1C2FE6E-C708-40B4-BA84-7B363835F367}"/>
          </ac:spMkLst>
        </pc:spChg>
        <pc:cxnChg chg="del mod">
          <ac:chgData name="Sahin" userId="756c833d-598f-4cad-8d19-f539895d089d" providerId="ADAL" clId="{6689F6C7-4675-4B10-B174-CBDC6C3363B8}" dt="2021-06-02T12:47:23.075" v="332" actId="478"/>
          <ac:cxnSpMkLst>
            <pc:docMk/>
            <pc:sldMk cId="441147231" sldId="2392"/>
            <ac:cxnSpMk id="87" creationId="{BB026417-B958-4099-859B-DE17710857A8}"/>
          </ac:cxnSpMkLst>
        </pc:cxnChg>
      </pc:sldChg>
      <pc:sldMasterChg chg="modSldLayout">
        <pc:chgData name="Sahin" userId="756c833d-598f-4cad-8d19-f539895d089d" providerId="ADAL" clId="{6689F6C7-4675-4B10-B174-CBDC6C3363B8}" dt="2021-06-02T12:38:03.239" v="205" actId="478"/>
        <pc:sldMasterMkLst>
          <pc:docMk/>
          <pc:sldMasterMk cId="696359990" sldId="2147483821"/>
        </pc:sldMasterMkLst>
        <pc:sldLayoutChg chg="delSp modSp mod">
          <pc:chgData name="Sahin" userId="756c833d-598f-4cad-8d19-f539895d089d" providerId="ADAL" clId="{6689F6C7-4675-4B10-B174-CBDC6C3363B8}" dt="2021-06-02T12:37:50.549" v="203" actId="478"/>
          <pc:sldLayoutMkLst>
            <pc:docMk/>
            <pc:sldMasterMk cId="696359990" sldId="2147483821"/>
            <pc:sldLayoutMk cId="994292679" sldId="2147483823"/>
          </pc:sldLayoutMkLst>
          <pc:spChg chg="del topLvl">
            <ac:chgData name="Sahin" userId="756c833d-598f-4cad-8d19-f539895d089d" providerId="ADAL" clId="{6689F6C7-4675-4B10-B174-CBDC6C3363B8}" dt="2021-06-02T12:37:35.567" v="199" actId="478"/>
            <ac:spMkLst>
              <pc:docMk/>
              <pc:sldMasterMk cId="696359990" sldId="2147483821"/>
              <pc:sldLayoutMk cId="994292679" sldId="2147483823"/>
              <ac:spMk id="8" creationId="{00000000-0000-0000-0000-000000000000}"/>
            </ac:spMkLst>
          </pc:spChg>
          <pc:spChg chg="mod">
            <ac:chgData name="Sahin" userId="756c833d-598f-4cad-8d19-f539895d089d" providerId="ADAL" clId="{6689F6C7-4675-4B10-B174-CBDC6C3363B8}" dt="2021-06-02T12:37:33.700" v="198" actId="6549"/>
            <ac:spMkLst>
              <pc:docMk/>
              <pc:sldMasterMk cId="696359990" sldId="2147483821"/>
              <pc:sldLayoutMk cId="994292679" sldId="2147483823"/>
              <ac:spMk id="11" creationId="{00000000-0000-0000-0000-000000000000}"/>
            </ac:spMkLst>
          </pc:spChg>
          <pc:spChg chg="del">
            <ac:chgData name="Sahin" userId="756c833d-598f-4cad-8d19-f539895d089d" providerId="ADAL" clId="{6689F6C7-4675-4B10-B174-CBDC6C3363B8}" dt="2021-06-02T12:37:50.549" v="203" actId="478"/>
            <ac:spMkLst>
              <pc:docMk/>
              <pc:sldMasterMk cId="696359990" sldId="2147483821"/>
              <pc:sldLayoutMk cId="994292679" sldId="2147483823"/>
              <ac:spMk id="12" creationId="{00000000-0000-0000-0000-000000000000}"/>
            </ac:spMkLst>
          </pc:spChg>
          <pc:grpChg chg="del">
            <ac:chgData name="Sahin" userId="756c833d-598f-4cad-8d19-f539895d089d" providerId="ADAL" clId="{6689F6C7-4675-4B10-B174-CBDC6C3363B8}" dt="2021-06-02T12:37:35.567" v="199" actId="478"/>
            <ac:grpSpMkLst>
              <pc:docMk/>
              <pc:sldMasterMk cId="696359990" sldId="2147483821"/>
              <pc:sldLayoutMk cId="994292679" sldId="2147483823"/>
              <ac:grpSpMk id="7" creationId="{00000000-0000-0000-0000-000000000000}"/>
            </ac:grpSpMkLst>
          </pc:grpChg>
          <pc:grpChg chg="topLvl">
            <ac:chgData name="Sahin" userId="756c833d-598f-4cad-8d19-f539895d089d" providerId="ADAL" clId="{6689F6C7-4675-4B10-B174-CBDC6C3363B8}" dt="2021-06-02T12:37:35.567" v="199" actId="478"/>
            <ac:grpSpMkLst>
              <pc:docMk/>
              <pc:sldMasterMk cId="696359990" sldId="2147483821"/>
              <pc:sldLayoutMk cId="994292679" sldId="2147483823"/>
              <ac:grpSpMk id="9" creationId="{00000000-0000-0000-0000-000000000000}"/>
            </ac:grpSpMkLst>
          </pc:grpChg>
          <pc:grpChg chg="del">
            <ac:chgData name="Sahin" userId="756c833d-598f-4cad-8d19-f539895d089d" providerId="ADAL" clId="{6689F6C7-4675-4B10-B174-CBDC6C3363B8}" dt="2021-06-02T12:37:50.549" v="203" actId="478"/>
            <ac:grpSpMkLst>
              <pc:docMk/>
              <pc:sldMasterMk cId="696359990" sldId="2147483821"/>
              <pc:sldLayoutMk cId="994292679" sldId="2147483823"/>
              <ac:grpSpMk id="10" creationId="{00000000-0000-0000-0000-000000000000}"/>
            </ac:grpSpMkLst>
          </pc:grpChg>
        </pc:sldLayoutChg>
        <pc:sldLayoutChg chg="delSp modSp mod">
          <pc:chgData name="Sahin" userId="756c833d-598f-4cad-8d19-f539895d089d" providerId="ADAL" clId="{6689F6C7-4675-4B10-B174-CBDC6C3363B8}" dt="2021-06-02T12:37:46.081" v="202" actId="478"/>
          <pc:sldLayoutMkLst>
            <pc:docMk/>
            <pc:sldMasterMk cId="696359990" sldId="2147483821"/>
            <pc:sldLayoutMk cId="55316302" sldId="2147483824"/>
          </pc:sldLayoutMkLst>
          <pc:spChg chg="del topLvl">
            <ac:chgData name="Sahin" userId="756c833d-598f-4cad-8d19-f539895d089d" providerId="ADAL" clId="{6689F6C7-4675-4B10-B174-CBDC6C3363B8}" dt="2021-06-02T12:37:42.309" v="201" actId="478"/>
            <ac:spMkLst>
              <pc:docMk/>
              <pc:sldMasterMk cId="696359990" sldId="2147483821"/>
              <pc:sldLayoutMk cId="55316302" sldId="2147483824"/>
              <ac:spMk id="11" creationId="{00000000-0000-0000-0000-000000000000}"/>
            </ac:spMkLst>
          </pc:spChg>
          <pc:spChg chg="mod">
            <ac:chgData name="Sahin" userId="756c833d-598f-4cad-8d19-f539895d089d" providerId="ADAL" clId="{6689F6C7-4675-4B10-B174-CBDC6C3363B8}" dt="2021-06-02T12:37:40.440" v="200" actId="6549"/>
            <ac:spMkLst>
              <pc:docMk/>
              <pc:sldMasterMk cId="696359990" sldId="2147483821"/>
              <pc:sldLayoutMk cId="55316302" sldId="2147483824"/>
              <ac:spMk id="14" creationId="{00000000-0000-0000-0000-000000000000}"/>
            </ac:spMkLst>
          </pc:spChg>
          <pc:spChg chg="del">
            <ac:chgData name="Sahin" userId="756c833d-598f-4cad-8d19-f539895d089d" providerId="ADAL" clId="{6689F6C7-4675-4B10-B174-CBDC6C3363B8}" dt="2021-06-02T12:37:46.081" v="202" actId="478"/>
            <ac:spMkLst>
              <pc:docMk/>
              <pc:sldMasterMk cId="696359990" sldId="2147483821"/>
              <pc:sldLayoutMk cId="55316302" sldId="2147483824"/>
              <ac:spMk id="15" creationId="{00000000-0000-0000-0000-000000000000}"/>
            </ac:spMkLst>
          </pc:spChg>
          <pc:grpChg chg="del">
            <ac:chgData name="Sahin" userId="756c833d-598f-4cad-8d19-f539895d089d" providerId="ADAL" clId="{6689F6C7-4675-4B10-B174-CBDC6C3363B8}" dt="2021-06-02T12:37:42.309" v="201" actId="478"/>
            <ac:grpSpMkLst>
              <pc:docMk/>
              <pc:sldMasterMk cId="696359990" sldId="2147483821"/>
              <pc:sldLayoutMk cId="55316302" sldId="2147483824"/>
              <ac:grpSpMk id="10" creationId="{00000000-0000-0000-0000-000000000000}"/>
            </ac:grpSpMkLst>
          </pc:grpChg>
          <pc:grpChg chg="topLvl">
            <ac:chgData name="Sahin" userId="756c833d-598f-4cad-8d19-f539895d089d" providerId="ADAL" clId="{6689F6C7-4675-4B10-B174-CBDC6C3363B8}" dt="2021-06-02T12:37:42.309" v="201" actId="478"/>
            <ac:grpSpMkLst>
              <pc:docMk/>
              <pc:sldMasterMk cId="696359990" sldId="2147483821"/>
              <pc:sldLayoutMk cId="55316302" sldId="2147483824"/>
              <ac:grpSpMk id="12" creationId="{00000000-0000-0000-0000-000000000000}"/>
            </ac:grpSpMkLst>
          </pc:grpChg>
          <pc:grpChg chg="del">
            <ac:chgData name="Sahin" userId="756c833d-598f-4cad-8d19-f539895d089d" providerId="ADAL" clId="{6689F6C7-4675-4B10-B174-CBDC6C3363B8}" dt="2021-06-02T12:37:46.081" v="202" actId="478"/>
            <ac:grpSpMkLst>
              <pc:docMk/>
              <pc:sldMasterMk cId="696359990" sldId="2147483821"/>
              <pc:sldLayoutMk cId="55316302" sldId="2147483824"/>
              <ac:grpSpMk id="13" creationId="{00000000-0000-0000-0000-000000000000}"/>
            </ac:grpSpMkLst>
          </pc:grpChg>
        </pc:sldLayoutChg>
        <pc:sldLayoutChg chg="delSp mod">
          <pc:chgData name="Sahin" userId="756c833d-598f-4cad-8d19-f539895d089d" providerId="ADAL" clId="{6689F6C7-4675-4B10-B174-CBDC6C3363B8}" dt="2021-06-02T12:38:03.239" v="205" actId="478"/>
          <pc:sldLayoutMkLst>
            <pc:docMk/>
            <pc:sldMasterMk cId="696359990" sldId="2147483821"/>
            <pc:sldLayoutMk cId="556534509" sldId="2147483825"/>
          </pc:sldLayoutMkLst>
          <pc:spChg chg="del topLvl">
            <ac:chgData name="Sahin" userId="756c833d-598f-4cad-8d19-f539895d089d" providerId="ADAL" clId="{6689F6C7-4675-4B10-B174-CBDC6C3363B8}" dt="2021-06-02T12:37:56.774" v="204" actId="478"/>
            <ac:spMkLst>
              <pc:docMk/>
              <pc:sldMasterMk cId="696359990" sldId="2147483821"/>
              <pc:sldLayoutMk cId="556534509" sldId="2147483825"/>
              <ac:spMk id="8" creationId="{00000000-0000-0000-0000-000000000000}"/>
            </ac:spMkLst>
          </pc:spChg>
          <pc:spChg chg="del">
            <ac:chgData name="Sahin" userId="756c833d-598f-4cad-8d19-f539895d089d" providerId="ADAL" clId="{6689F6C7-4675-4B10-B174-CBDC6C3363B8}" dt="2021-06-02T12:38:03.239" v="205" actId="478"/>
            <ac:spMkLst>
              <pc:docMk/>
              <pc:sldMasterMk cId="696359990" sldId="2147483821"/>
              <pc:sldLayoutMk cId="556534509" sldId="2147483825"/>
              <ac:spMk id="12" creationId="{00000000-0000-0000-0000-000000000000}"/>
            </ac:spMkLst>
          </pc:spChg>
          <pc:grpChg chg="del">
            <ac:chgData name="Sahin" userId="756c833d-598f-4cad-8d19-f539895d089d" providerId="ADAL" clId="{6689F6C7-4675-4B10-B174-CBDC6C3363B8}" dt="2021-06-02T12:37:56.774" v="204" actId="478"/>
            <ac:grpSpMkLst>
              <pc:docMk/>
              <pc:sldMasterMk cId="696359990" sldId="2147483821"/>
              <pc:sldLayoutMk cId="556534509" sldId="2147483825"/>
              <ac:grpSpMk id="7" creationId="{00000000-0000-0000-0000-000000000000}"/>
            </ac:grpSpMkLst>
          </pc:grpChg>
          <pc:grpChg chg="topLvl">
            <ac:chgData name="Sahin" userId="756c833d-598f-4cad-8d19-f539895d089d" providerId="ADAL" clId="{6689F6C7-4675-4B10-B174-CBDC6C3363B8}" dt="2021-06-02T12:37:56.774" v="204" actId="478"/>
            <ac:grpSpMkLst>
              <pc:docMk/>
              <pc:sldMasterMk cId="696359990" sldId="2147483821"/>
              <pc:sldLayoutMk cId="556534509" sldId="2147483825"/>
              <ac:grpSpMk id="9" creationId="{00000000-0000-0000-0000-000000000000}"/>
            </ac:grpSpMkLst>
          </pc:grpChg>
          <pc:grpChg chg="del">
            <ac:chgData name="Sahin" userId="756c833d-598f-4cad-8d19-f539895d089d" providerId="ADAL" clId="{6689F6C7-4675-4B10-B174-CBDC6C3363B8}" dt="2021-06-02T12:38:03.239" v="205" actId="478"/>
            <ac:grpSpMkLst>
              <pc:docMk/>
              <pc:sldMasterMk cId="696359990" sldId="2147483821"/>
              <pc:sldLayoutMk cId="556534509" sldId="2147483825"/>
              <ac:grpSpMk id="10" creationId="{00000000-0000-0000-0000-000000000000}"/>
            </ac:grpSpMkLst>
          </pc:grpChg>
        </pc:sldLayoutChg>
      </pc:sldMasterChg>
    </pc:docChg>
  </pc:docChgLst>
  <pc:docChgLst>
    <pc:chgData name="Sar, Sahin" userId="756c833d-598f-4cad-8d19-f539895d089d" providerId="ADAL" clId="{6689F6C7-4675-4B10-B174-CBDC6C3363B8}"/>
    <pc:docChg chg="delSld">
      <pc:chgData name="Sar, Sahin" userId="756c833d-598f-4cad-8d19-f539895d089d" providerId="ADAL" clId="{6689F6C7-4675-4B10-B174-CBDC6C3363B8}" dt="2021-06-23T12:57:44.885" v="14" actId="47"/>
      <pc:docMkLst>
        <pc:docMk/>
      </pc:docMkLst>
      <pc:sldChg chg="del">
        <pc:chgData name="Sar, Sahin" userId="756c833d-598f-4cad-8d19-f539895d089d" providerId="ADAL" clId="{6689F6C7-4675-4B10-B174-CBDC6C3363B8}" dt="2021-06-23T12:55:42.515" v="0" actId="47"/>
        <pc:sldMkLst>
          <pc:docMk/>
          <pc:sldMk cId="2949335520" sldId="442"/>
        </pc:sldMkLst>
      </pc:sldChg>
      <pc:sldChg chg="del">
        <pc:chgData name="Sar, Sahin" userId="756c833d-598f-4cad-8d19-f539895d089d" providerId="ADAL" clId="{6689F6C7-4675-4B10-B174-CBDC6C3363B8}" dt="2021-06-23T12:55:50.578" v="1" actId="47"/>
        <pc:sldMkLst>
          <pc:docMk/>
          <pc:sldMk cId="1306912577" sldId="445"/>
        </pc:sldMkLst>
      </pc:sldChg>
      <pc:sldChg chg="del">
        <pc:chgData name="Sar, Sahin" userId="756c833d-598f-4cad-8d19-f539895d089d" providerId="ADAL" clId="{6689F6C7-4675-4B10-B174-CBDC6C3363B8}" dt="2021-06-23T12:55:51.998" v="2" actId="47"/>
        <pc:sldMkLst>
          <pc:docMk/>
          <pc:sldMk cId="2526277316" sldId="447"/>
        </pc:sldMkLst>
      </pc:sldChg>
      <pc:sldChg chg="del">
        <pc:chgData name="Sar, Sahin" userId="756c833d-598f-4cad-8d19-f539895d089d" providerId="ADAL" clId="{6689F6C7-4675-4B10-B174-CBDC6C3363B8}" dt="2021-06-23T12:57:44.885" v="14" actId="47"/>
        <pc:sldMkLst>
          <pc:docMk/>
          <pc:sldMk cId="3206825073" sldId="448"/>
        </pc:sldMkLst>
      </pc:sldChg>
      <pc:sldChg chg="del">
        <pc:chgData name="Sar, Sahin" userId="756c833d-598f-4cad-8d19-f539895d089d" providerId="ADAL" clId="{6689F6C7-4675-4B10-B174-CBDC6C3363B8}" dt="2021-06-23T12:57:44.885" v="14" actId="47"/>
        <pc:sldMkLst>
          <pc:docMk/>
          <pc:sldMk cId="1668974193" sldId="449"/>
        </pc:sldMkLst>
      </pc:sldChg>
      <pc:sldChg chg="del">
        <pc:chgData name="Sar, Sahin" userId="756c833d-598f-4cad-8d19-f539895d089d" providerId="ADAL" clId="{6689F6C7-4675-4B10-B174-CBDC6C3363B8}" dt="2021-06-23T12:57:44.885" v="14" actId="47"/>
        <pc:sldMkLst>
          <pc:docMk/>
          <pc:sldMk cId="1216864811" sldId="450"/>
        </pc:sldMkLst>
      </pc:sldChg>
      <pc:sldChg chg="del">
        <pc:chgData name="Sar, Sahin" userId="756c833d-598f-4cad-8d19-f539895d089d" providerId="ADAL" clId="{6689F6C7-4675-4B10-B174-CBDC6C3363B8}" dt="2021-06-23T12:57:44.885" v="14" actId="47"/>
        <pc:sldMkLst>
          <pc:docMk/>
          <pc:sldMk cId="3816395257" sldId="451"/>
        </pc:sldMkLst>
      </pc:sldChg>
      <pc:sldChg chg="del">
        <pc:chgData name="Sar, Sahin" userId="756c833d-598f-4cad-8d19-f539895d089d" providerId="ADAL" clId="{6689F6C7-4675-4B10-B174-CBDC6C3363B8}" dt="2021-06-23T12:57:44.885" v="14" actId="47"/>
        <pc:sldMkLst>
          <pc:docMk/>
          <pc:sldMk cId="1144240248" sldId="452"/>
        </pc:sldMkLst>
      </pc:sldChg>
      <pc:sldChg chg="del">
        <pc:chgData name="Sar, Sahin" userId="756c833d-598f-4cad-8d19-f539895d089d" providerId="ADAL" clId="{6689F6C7-4675-4B10-B174-CBDC6C3363B8}" dt="2021-06-23T12:57:44.885" v="14" actId="47"/>
        <pc:sldMkLst>
          <pc:docMk/>
          <pc:sldMk cId="2195243845" sldId="453"/>
        </pc:sldMkLst>
      </pc:sldChg>
      <pc:sldChg chg="del">
        <pc:chgData name="Sar, Sahin" userId="756c833d-598f-4cad-8d19-f539895d089d" providerId="ADAL" clId="{6689F6C7-4675-4B10-B174-CBDC6C3363B8}" dt="2021-06-23T12:57:44.885" v="14" actId="47"/>
        <pc:sldMkLst>
          <pc:docMk/>
          <pc:sldMk cId="3949419216" sldId="454"/>
        </pc:sldMkLst>
      </pc:sldChg>
      <pc:sldChg chg="del">
        <pc:chgData name="Sar, Sahin" userId="756c833d-598f-4cad-8d19-f539895d089d" providerId="ADAL" clId="{6689F6C7-4675-4B10-B174-CBDC6C3363B8}" dt="2021-06-23T12:57:44.885" v="14" actId="47"/>
        <pc:sldMkLst>
          <pc:docMk/>
          <pc:sldMk cId="1005333429" sldId="455"/>
        </pc:sldMkLst>
      </pc:sldChg>
      <pc:sldChg chg="del">
        <pc:chgData name="Sar, Sahin" userId="756c833d-598f-4cad-8d19-f539895d089d" providerId="ADAL" clId="{6689F6C7-4675-4B10-B174-CBDC6C3363B8}" dt="2021-06-23T12:56:23.186" v="4" actId="47"/>
        <pc:sldMkLst>
          <pc:docMk/>
          <pc:sldMk cId="1938995199" sldId="2322"/>
        </pc:sldMkLst>
      </pc:sldChg>
      <pc:sldChg chg="del">
        <pc:chgData name="Sar, Sahin" userId="756c833d-598f-4cad-8d19-f539895d089d" providerId="ADAL" clId="{6689F6C7-4675-4B10-B174-CBDC6C3363B8}" dt="2021-06-23T12:56:25.574" v="5" actId="47"/>
        <pc:sldMkLst>
          <pc:docMk/>
          <pc:sldMk cId="1432304227" sldId="2325"/>
        </pc:sldMkLst>
      </pc:sldChg>
      <pc:sldChg chg="del">
        <pc:chgData name="Sar, Sahin" userId="756c833d-598f-4cad-8d19-f539895d089d" providerId="ADAL" clId="{6689F6C7-4675-4B10-B174-CBDC6C3363B8}" dt="2021-06-23T12:57:44.885" v="14" actId="47"/>
        <pc:sldMkLst>
          <pc:docMk/>
          <pc:sldMk cId="1351699445" sldId="2326"/>
        </pc:sldMkLst>
      </pc:sldChg>
      <pc:sldChg chg="del">
        <pc:chgData name="Sar, Sahin" userId="756c833d-598f-4cad-8d19-f539895d089d" providerId="ADAL" clId="{6689F6C7-4675-4B10-B174-CBDC6C3363B8}" dt="2021-06-23T12:57:44.885" v="14" actId="47"/>
        <pc:sldMkLst>
          <pc:docMk/>
          <pc:sldMk cId="3545945749" sldId="2327"/>
        </pc:sldMkLst>
      </pc:sldChg>
      <pc:sldChg chg="del">
        <pc:chgData name="Sar, Sahin" userId="756c833d-598f-4cad-8d19-f539895d089d" providerId="ADAL" clId="{6689F6C7-4675-4B10-B174-CBDC6C3363B8}" dt="2021-06-23T12:57:44.885" v="14" actId="47"/>
        <pc:sldMkLst>
          <pc:docMk/>
          <pc:sldMk cId="2431992823" sldId="2328"/>
        </pc:sldMkLst>
      </pc:sldChg>
      <pc:sldChg chg="del">
        <pc:chgData name="Sar, Sahin" userId="756c833d-598f-4cad-8d19-f539895d089d" providerId="ADAL" clId="{6689F6C7-4675-4B10-B174-CBDC6C3363B8}" dt="2021-06-23T12:57:44.885" v="14" actId="47"/>
        <pc:sldMkLst>
          <pc:docMk/>
          <pc:sldMk cId="4038899381" sldId="2329"/>
        </pc:sldMkLst>
      </pc:sldChg>
      <pc:sldChg chg="del">
        <pc:chgData name="Sar, Sahin" userId="756c833d-598f-4cad-8d19-f539895d089d" providerId="ADAL" clId="{6689F6C7-4675-4B10-B174-CBDC6C3363B8}" dt="2021-06-23T12:57:11.184" v="11" actId="47"/>
        <pc:sldMkLst>
          <pc:docMk/>
          <pc:sldMk cId="3122849835" sldId="2330"/>
        </pc:sldMkLst>
      </pc:sldChg>
      <pc:sldChg chg="del">
        <pc:chgData name="Sar, Sahin" userId="756c833d-598f-4cad-8d19-f539895d089d" providerId="ADAL" clId="{6689F6C7-4675-4B10-B174-CBDC6C3363B8}" dt="2021-06-23T12:56:36.026" v="8" actId="47"/>
        <pc:sldMkLst>
          <pc:docMk/>
          <pc:sldMk cId="3876805528" sldId="2332"/>
        </pc:sldMkLst>
      </pc:sldChg>
      <pc:sldChg chg="del">
        <pc:chgData name="Sar, Sahin" userId="756c833d-598f-4cad-8d19-f539895d089d" providerId="ADAL" clId="{6689F6C7-4675-4B10-B174-CBDC6C3363B8}" dt="2021-06-23T12:57:10.062" v="10" actId="47"/>
        <pc:sldMkLst>
          <pc:docMk/>
          <pc:sldMk cId="1824742622" sldId="2344"/>
        </pc:sldMkLst>
      </pc:sldChg>
      <pc:sldChg chg="del">
        <pc:chgData name="Sar, Sahin" userId="756c833d-598f-4cad-8d19-f539895d089d" providerId="ADAL" clId="{6689F6C7-4675-4B10-B174-CBDC6C3363B8}" dt="2021-06-23T12:56:21.510" v="3" actId="47"/>
        <pc:sldMkLst>
          <pc:docMk/>
          <pc:sldMk cId="1402303601" sldId="2349"/>
        </pc:sldMkLst>
      </pc:sldChg>
      <pc:sldChg chg="del">
        <pc:chgData name="Sar, Sahin" userId="756c833d-598f-4cad-8d19-f539895d089d" providerId="ADAL" clId="{6689F6C7-4675-4B10-B174-CBDC6C3363B8}" dt="2021-06-23T12:56:26.477" v="6" actId="47"/>
        <pc:sldMkLst>
          <pc:docMk/>
          <pc:sldMk cId="2500609337" sldId="2352"/>
        </pc:sldMkLst>
      </pc:sldChg>
      <pc:sldChg chg="del">
        <pc:chgData name="Sar, Sahin" userId="756c833d-598f-4cad-8d19-f539895d089d" providerId="ADAL" clId="{6689F6C7-4675-4B10-B174-CBDC6C3363B8}" dt="2021-06-23T12:56:28.339" v="7" actId="47"/>
        <pc:sldMkLst>
          <pc:docMk/>
          <pc:sldMk cId="772024959" sldId="2355"/>
        </pc:sldMkLst>
      </pc:sldChg>
      <pc:sldChg chg="del">
        <pc:chgData name="Sar, Sahin" userId="756c833d-598f-4cad-8d19-f539895d089d" providerId="ADAL" clId="{6689F6C7-4675-4B10-B174-CBDC6C3363B8}" dt="2021-06-23T12:57:44.885" v="14" actId="47"/>
        <pc:sldMkLst>
          <pc:docMk/>
          <pc:sldMk cId="3551762106" sldId="2359"/>
        </pc:sldMkLst>
      </pc:sldChg>
      <pc:sldChg chg="del">
        <pc:chgData name="Sar, Sahin" userId="756c833d-598f-4cad-8d19-f539895d089d" providerId="ADAL" clId="{6689F6C7-4675-4B10-B174-CBDC6C3363B8}" dt="2021-06-23T12:57:44.885" v="14" actId="47"/>
        <pc:sldMkLst>
          <pc:docMk/>
          <pc:sldMk cId="2989387223" sldId="2360"/>
        </pc:sldMkLst>
      </pc:sldChg>
      <pc:sldChg chg="del">
        <pc:chgData name="Sar, Sahin" userId="756c833d-598f-4cad-8d19-f539895d089d" providerId="ADAL" clId="{6689F6C7-4675-4B10-B174-CBDC6C3363B8}" dt="2021-06-23T12:57:44.885" v="14" actId="47"/>
        <pc:sldMkLst>
          <pc:docMk/>
          <pc:sldMk cId="2813806391" sldId="2361"/>
        </pc:sldMkLst>
      </pc:sldChg>
      <pc:sldChg chg="del">
        <pc:chgData name="Sar, Sahin" userId="756c833d-598f-4cad-8d19-f539895d089d" providerId="ADAL" clId="{6689F6C7-4675-4B10-B174-CBDC6C3363B8}" dt="2021-06-23T12:57:44.885" v="14" actId="47"/>
        <pc:sldMkLst>
          <pc:docMk/>
          <pc:sldMk cId="3237245015" sldId="2362"/>
        </pc:sldMkLst>
      </pc:sldChg>
      <pc:sldChg chg="del">
        <pc:chgData name="Sar, Sahin" userId="756c833d-598f-4cad-8d19-f539895d089d" providerId="ADAL" clId="{6689F6C7-4675-4B10-B174-CBDC6C3363B8}" dt="2021-06-23T12:57:44.885" v="14" actId="47"/>
        <pc:sldMkLst>
          <pc:docMk/>
          <pc:sldMk cId="1705875675" sldId="2363"/>
        </pc:sldMkLst>
      </pc:sldChg>
      <pc:sldChg chg="del">
        <pc:chgData name="Sar, Sahin" userId="756c833d-598f-4cad-8d19-f539895d089d" providerId="ADAL" clId="{6689F6C7-4675-4B10-B174-CBDC6C3363B8}" dt="2021-06-23T12:57:44.885" v="14" actId="47"/>
        <pc:sldMkLst>
          <pc:docMk/>
          <pc:sldMk cId="3566401172" sldId="2364"/>
        </pc:sldMkLst>
      </pc:sldChg>
      <pc:sldChg chg="del">
        <pc:chgData name="Sar, Sahin" userId="756c833d-598f-4cad-8d19-f539895d089d" providerId="ADAL" clId="{6689F6C7-4675-4B10-B174-CBDC6C3363B8}" dt="2021-06-23T12:57:44.885" v="14" actId="47"/>
        <pc:sldMkLst>
          <pc:docMk/>
          <pc:sldMk cId="2276280275" sldId="2365"/>
        </pc:sldMkLst>
      </pc:sldChg>
      <pc:sldChg chg="del">
        <pc:chgData name="Sar, Sahin" userId="756c833d-598f-4cad-8d19-f539895d089d" providerId="ADAL" clId="{6689F6C7-4675-4B10-B174-CBDC6C3363B8}" dt="2021-06-23T12:57:44.885" v="14" actId="47"/>
        <pc:sldMkLst>
          <pc:docMk/>
          <pc:sldMk cId="1300962047" sldId="2366"/>
        </pc:sldMkLst>
      </pc:sldChg>
      <pc:sldChg chg="del">
        <pc:chgData name="Sar, Sahin" userId="756c833d-598f-4cad-8d19-f539895d089d" providerId="ADAL" clId="{6689F6C7-4675-4B10-B174-CBDC6C3363B8}" dt="2021-06-23T12:57:44.885" v="14" actId="47"/>
        <pc:sldMkLst>
          <pc:docMk/>
          <pc:sldMk cId="255378470" sldId="2367"/>
        </pc:sldMkLst>
      </pc:sldChg>
      <pc:sldChg chg="del">
        <pc:chgData name="Sar, Sahin" userId="756c833d-598f-4cad-8d19-f539895d089d" providerId="ADAL" clId="{6689F6C7-4675-4B10-B174-CBDC6C3363B8}" dt="2021-06-23T12:57:44.885" v="14" actId="47"/>
        <pc:sldMkLst>
          <pc:docMk/>
          <pc:sldMk cId="1677464674" sldId="2368"/>
        </pc:sldMkLst>
      </pc:sldChg>
      <pc:sldChg chg="del">
        <pc:chgData name="Sar, Sahin" userId="756c833d-598f-4cad-8d19-f539895d089d" providerId="ADAL" clId="{6689F6C7-4675-4B10-B174-CBDC6C3363B8}" dt="2021-06-23T12:57:44.885" v="14" actId="47"/>
        <pc:sldMkLst>
          <pc:docMk/>
          <pc:sldMk cId="827229688" sldId="2369"/>
        </pc:sldMkLst>
      </pc:sldChg>
      <pc:sldChg chg="del">
        <pc:chgData name="Sar, Sahin" userId="756c833d-598f-4cad-8d19-f539895d089d" providerId="ADAL" clId="{6689F6C7-4675-4B10-B174-CBDC6C3363B8}" dt="2021-06-23T12:57:44.885" v="14" actId="47"/>
        <pc:sldMkLst>
          <pc:docMk/>
          <pc:sldMk cId="3310485957" sldId="2370"/>
        </pc:sldMkLst>
      </pc:sldChg>
      <pc:sldChg chg="del">
        <pc:chgData name="Sar, Sahin" userId="756c833d-598f-4cad-8d19-f539895d089d" providerId="ADAL" clId="{6689F6C7-4675-4B10-B174-CBDC6C3363B8}" dt="2021-06-23T12:57:07.029" v="9" actId="47"/>
        <pc:sldMkLst>
          <pc:docMk/>
          <pc:sldMk cId="3272725309" sldId="2379"/>
        </pc:sldMkLst>
      </pc:sldChg>
      <pc:sldChg chg="del">
        <pc:chgData name="Sar, Sahin" userId="756c833d-598f-4cad-8d19-f539895d089d" providerId="ADAL" clId="{6689F6C7-4675-4B10-B174-CBDC6C3363B8}" dt="2021-06-23T12:57:12.388" v="12" actId="47"/>
        <pc:sldMkLst>
          <pc:docMk/>
          <pc:sldMk cId="44102104" sldId="2386"/>
        </pc:sldMkLst>
      </pc:sldChg>
      <pc:sldChg chg="del">
        <pc:chgData name="Sar, Sahin" userId="756c833d-598f-4cad-8d19-f539895d089d" providerId="ADAL" clId="{6689F6C7-4675-4B10-B174-CBDC6C3363B8}" dt="2021-06-23T12:57:13.695" v="13" actId="47"/>
        <pc:sldMkLst>
          <pc:docMk/>
          <pc:sldMk cId="2718842632" sldId="2387"/>
        </pc:sldMkLst>
      </pc:sldChg>
    </pc:docChg>
  </pc:docChgLst>
  <pc:docChgLst>
    <pc:chgData name="Peker, Demet" userId="df825320-da52-4ef2-91c6-fb7704c6b41a" providerId="ADAL" clId="{A116897A-CA5C-49ED-A422-047BB96A4EB0}"/>
    <pc:docChg chg="custSel delSld modSld">
      <pc:chgData name="Peker, Demet" userId="df825320-da52-4ef2-91c6-fb7704c6b41a" providerId="ADAL" clId="{A116897A-CA5C-49ED-A422-047BB96A4EB0}" dt="2024-05-07T10:18:00.790" v="7" actId="47"/>
      <pc:docMkLst>
        <pc:docMk/>
      </pc:docMkLst>
      <pc:sldChg chg="modSp mod">
        <pc:chgData name="Peker, Demet" userId="df825320-da52-4ef2-91c6-fb7704c6b41a" providerId="ADAL" clId="{A116897A-CA5C-49ED-A422-047BB96A4EB0}" dt="2024-05-07T10:16:31.250" v="2" actId="20577"/>
        <pc:sldMkLst>
          <pc:docMk/>
          <pc:sldMk cId="3643478602" sldId="433"/>
        </pc:sldMkLst>
        <pc:spChg chg="mod">
          <ac:chgData name="Peker, Demet" userId="df825320-da52-4ef2-91c6-fb7704c6b41a" providerId="ADAL" clId="{A116897A-CA5C-49ED-A422-047BB96A4EB0}" dt="2024-05-07T10:16:31.250" v="2" actId="20577"/>
          <ac:spMkLst>
            <pc:docMk/>
            <pc:sldMk cId="3643478602" sldId="433"/>
            <ac:spMk id="3" creationId="{03BB350B-3FAF-48AE-A13B-909D844D20AC}"/>
          </ac:spMkLst>
        </pc:spChg>
      </pc:sldChg>
      <pc:sldChg chg="modSp mod">
        <pc:chgData name="Peker, Demet" userId="df825320-da52-4ef2-91c6-fb7704c6b41a" providerId="ADAL" clId="{A116897A-CA5C-49ED-A422-047BB96A4EB0}" dt="2024-05-07T10:17:37.377" v="6" actId="33524"/>
        <pc:sldMkLst>
          <pc:docMk/>
          <pc:sldMk cId="595589208" sldId="2331"/>
        </pc:sldMkLst>
        <pc:spChg chg="mod">
          <ac:chgData name="Peker, Demet" userId="df825320-da52-4ef2-91c6-fb7704c6b41a" providerId="ADAL" clId="{A116897A-CA5C-49ED-A422-047BB96A4EB0}" dt="2024-05-07T10:17:37.377" v="6" actId="33524"/>
          <ac:spMkLst>
            <pc:docMk/>
            <pc:sldMk cId="595589208" sldId="2331"/>
            <ac:spMk id="3" creationId="{384D0B66-C894-4D61-9804-9E725E8C3CB5}"/>
          </ac:spMkLst>
        </pc:spChg>
      </pc:sldChg>
      <pc:sldChg chg="del">
        <pc:chgData name="Peker, Demet" userId="df825320-da52-4ef2-91c6-fb7704c6b41a" providerId="ADAL" clId="{A116897A-CA5C-49ED-A422-047BB96A4EB0}" dt="2024-05-07T10:16:51.989" v="3" actId="47"/>
        <pc:sldMkLst>
          <pc:docMk/>
          <pc:sldMk cId="2135694854" sldId="2339"/>
        </pc:sldMkLst>
      </pc:sldChg>
      <pc:sldChg chg="del">
        <pc:chgData name="Peker, Demet" userId="df825320-da52-4ef2-91c6-fb7704c6b41a" providerId="ADAL" clId="{A116897A-CA5C-49ED-A422-047BB96A4EB0}" dt="2024-05-07T10:16:51.989" v="3" actId="47"/>
        <pc:sldMkLst>
          <pc:docMk/>
          <pc:sldMk cId="3126975850" sldId="2340"/>
        </pc:sldMkLst>
      </pc:sldChg>
      <pc:sldChg chg="del">
        <pc:chgData name="Peker, Demet" userId="df825320-da52-4ef2-91c6-fb7704c6b41a" providerId="ADAL" clId="{A116897A-CA5C-49ED-A422-047BB96A4EB0}" dt="2024-05-07T10:16:54.767" v="4" actId="47"/>
        <pc:sldMkLst>
          <pc:docMk/>
          <pc:sldMk cId="118898178" sldId="2341"/>
        </pc:sldMkLst>
      </pc:sldChg>
      <pc:sldChg chg="modSp mod">
        <pc:chgData name="Peker, Demet" userId="df825320-da52-4ef2-91c6-fb7704c6b41a" providerId="ADAL" clId="{A116897A-CA5C-49ED-A422-047BB96A4EB0}" dt="2024-05-07T10:17:16.562" v="5" actId="20577"/>
        <pc:sldMkLst>
          <pc:docMk/>
          <pc:sldMk cId="132144718" sldId="2345"/>
        </pc:sldMkLst>
        <pc:spChg chg="mod">
          <ac:chgData name="Peker, Demet" userId="df825320-da52-4ef2-91c6-fb7704c6b41a" providerId="ADAL" clId="{A116897A-CA5C-49ED-A422-047BB96A4EB0}" dt="2024-05-07T10:17:16.562" v="5" actId="20577"/>
          <ac:spMkLst>
            <pc:docMk/>
            <pc:sldMk cId="132144718" sldId="2345"/>
            <ac:spMk id="3" creationId="{6C282CDA-B379-44CA-ACC3-730CBD53E540}"/>
          </ac:spMkLst>
        </pc:spChg>
      </pc:sldChg>
      <pc:sldChg chg="del">
        <pc:chgData name="Peker, Demet" userId="df825320-da52-4ef2-91c6-fb7704c6b41a" providerId="ADAL" clId="{A116897A-CA5C-49ED-A422-047BB96A4EB0}" dt="2024-05-07T10:18:00.790" v="7" actId="47"/>
        <pc:sldMkLst>
          <pc:docMk/>
          <pc:sldMk cId="559930099" sldId="2371"/>
        </pc:sldMkLst>
      </pc:sldChg>
      <pc:sldMasterChg chg="delSldLayout">
        <pc:chgData name="Peker, Demet" userId="df825320-da52-4ef2-91c6-fb7704c6b41a" providerId="ADAL" clId="{A116897A-CA5C-49ED-A422-047BB96A4EB0}" dt="2024-05-07T10:18:00.790" v="7" actId="47"/>
        <pc:sldMasterMkLst>
          <pc:docMk/>
          <pc:sldMasterMk cId="696359990" sldId="2147483821"/>
        </pc:sldMasterMkLst>
        <pc:sldLayoutChg chg="del">
          <pc:chgData name="Peker, Demet" userId="df825320-da52-4ef2-91c6-fb7704c6b41a" providerId="ADAL" clId="{A116897A-CA5C-49ED-A422-047BB96A4EB0}" dt="2024-05-07T10:18:00.790" v="7" actId="47"/>
          <pc:sldLayoutMkLst>
            <pc:docMk/>
            <pc:sldMasterMk cId="696359990" sldId="2147483821"/>
            <pc:sldLayoutMk cId="2111637357" sldId="214748386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9316E3-0DCF-4DD1-B955-E74BFAC5DC62}" type="doc">
      <dgm:prSet loTypeId="urn:microsoft.com/office/officeart/2005/8/layout/chevron1" loCatId="process" qsTypeId="urn:microsoft.com/office/officeart/2005/8/quickstyle/simple5" qsCatId="simple" csTypeId="urn:microsoft.com/office/officeart/2005/8/colors/colorful4" csCatId="colorful" phldr="1"/>
      <dgm:spPr/>
    </dgm:pt>
    <dgm:pt modelId="{4198AC72-7A63-4B41-9E8B-BA971DD4E182}">
      <dgm:prSet phldrT="[Text]"/>
      <dgm:spPr/>
      <dgm:t>
        <a:bodyPr/>
        <a:lstStyle/>
        <a:p>
          <a:r>
            <a:rPr lang="en-US" dirty="0"/>
            <a:t>Receive Goods</a:t>
          </a:r>
        </a:p>
      </dgm:t>
    </dgm:pt>
    <dgm:pt modelId="{36B911AE-2322-485C-845E-0C5C8914549D}" type="parTrans" cxnId="{6F0F43D4-547D-4FC9-889A-D06A111B212D}">
      <dgm:prSet/>
      <dgm:spPr/>
      <dgm:t>
        <a:bodyPr/>
        <a:lstStyle/>
        <a:p>
          <a:endParaRPr lang="en-US"/>
        </a:p>
      </dgm:t>
    </dgm:pt>
    <dgm:pt modelId="{0872DF41-96F9-4898-9FC5-90A8BE281999}" type="sibTrans" cxnId="{6F0F43D4-547D-4FC9-889A-D06A111B212D}">
      <dgm:prSet/>
      <dgm:spPr/>
      <dgm:t>
        <a:bodyPr/>
        <a:lstStyle/>
        <a:p>
          <a:endParaRPr lang="en-US"/>
        </a:p>
      </dgm:t>
    </dgm:pt>
    <dgm:pt modelId="{81696664-4F8B-4933-8B6D-25888CB37AEA}">
      <dgm:prSet phldrT="[Text]"/>
      <dgm:spPr/>
      <dgm:t>
        <a:bodyPr/>
        <a:lstStyle/>
        <a:p>
          <a:r>
            <a:rPr lang="en-US" dirty="0"/>
            <a:t>Receive NTM</a:t>
          </a:r>
        </a:p>
      </dgm:t>
    </dgm:pt>
    <dgm:pt modelId="{DAB8691F-DFD0-4CD0-B357-5B31776478C4}" type="parTrans" cxnId="{CBFA2C64-52CC-4FE2-8216-40353DA423AB}">
      <dgm:prSet/>
      <dgm:spPr/>
      <dgm:t>
        <a:bodyPr/>
        <a:lstStyle/>
        <a:p>
          <a:endParaRPr lang="en-US"/>
        </a:p>
      </dgm:t>
    </dgm:pt>
    <dgm:pt modelId="{48E37AD3-DC9C-4552-B34F-F4758C4D34CD}" type="sibTrans" cxnId="{CBFA2C64-52CC-4FE2-8216-40353DA423AB}">
      <dgm:prSet/>
      <dgm:spPr/>
      <dgm:t>
        <a:bodyPr/>
        <a:lstStyle/>
        <a:p>
          <a:endParaRPr lang="en-US"/>
        </a:p>
      </dgm:t>
    </dgm:pt>
    <dgm:pt modelId="{6827240E-6813-4D2D-9E56-74DB8E8649FC}">
      <dgm:prSet phldrT="[Text]"/>
      <dgm:spPr/>
      <dgm:t>
        <a:bodyPr/>
        <a:lstStyle/>
        <a:p>
          <a:r>
            <a:rPr lang="en-US" dirty="0"/>
            <a:t>Receive FG Returns</a:t>
          </a:r>
        </a:p>
      </dgm:t>
    </dgm:pt>
    <dgm:pt modelId="{A8E01FDB-20EE-4B3A-8F27-ECF0C880EF48}" type="parTrans" cxnId="{84919EE3-300C-47AC-B925-C37A75840DD1}">
      <dgm:prSet/>
      <dgm:spPr/>
      <dgm:t>
        <a:bodyPr/>
        <a:lstStyle/>
        <a:p>
          <a:endParaRPr lang="en-US"/>
        </a:p>
      </dgm:t>
    </dgm:pt>
    <dgm:pt modelId="{EA7EDF3E-68F3-4DEB-A53C-2C9D9943D738}" type="sibTrans" cxnId="{84919EE3-300C-47AC-B925-C37A75840DD1}">
      <dgm:prSet/>
      <dgm:spPr/>
      <dgm:t>
        <a:bodyPr/>
        <a:lstStyle/>
        <a:p>
          <a:endParaRPr lang="en-US"/>
        </a:p>
      </dgm:t>
    </dgm:pt>
    <dgm:pt modelId="{75C36C2F-BD40-46D7-9343-6F6F3F957675}">
      <dgm:prSet phldrT="[Text]"/>
      <dgm:spPr/>
      <dgm:t>
        <a:bodyPr/>
        <a:lstStyle/>
        <a:p>
          <a:r>
            <a:rPr lang="en-US" dirty="0"/>
            <a:t>Buy Back FG</a:t>
          </a:r>
        </a:p>
      </dgm:t>
    </dgm:pt>
    <dgm:pt modelId="{7025F9AD-B886-40CB-BD84-CB4507CC58D5}" type="parTrans" cxnId="{BD91DF04-7609-4731-980F-A75DC694B770}">
      <dgm:prSet/>
      <dgm:spPr/>
      <dgm:t>
        <a:bodyPr/>
        <a:lstStyle/>
        <a:p>
          <a:endParaRPr lang="en-US"/>
        </a:p>
      </dgm:t>
    </dgm:pt>
    <dgm:pt modelId="{E080DA00-E644-454A-BD22-971E8B535C0D}" type="sibTrans" cxnId="{BD91DF04-7609-4731-980F-A75DC694B770}">
      <dgm:prSet/>
      <dgm:spPr/>
      <dgm:t>
        <a:bodyPr/>
        <a:lstStyle/>
        <a:p>
          <a:endParaRPr lang="en-US"/>
        </a:p>
      </dgm:t>
    </dgm:pt>
    <dgm:pt modelId="{E5E75A80-E3A9-46C5-BAFD-1BD65606B24F}">
      <dgm:prSet phldrT="[Text]"/>
      <dgm:spPr/>
      <dgm:t>
        <a:bodyPr/>
        <a:lstStyle/>
        <a:p>
          <a:r>
            <a:rPr lang="en-US" dirty="0"/>
            <a:t>Receive Water (Flavor House-EHF)</a:t>
          </a:r>
        </a:p>
      </dgm:t>
    </dgm:pt>
    <dgm:pt modelId="{54736316-BA2A-45E7-ADF0-DA02275D3C52}" type="parTrans" cxnId="{DD17E20F-E64B-4B1A-A92E-83F837ED6000}">
      <dgm:prSet/>
      <dgm:spPr/>
      <dgm:t>
        <a:bodyPr/>
        <a:lstStyle/>
        <a:p>
          <a:endParaRPr lang="en-US"/>
        </a:p>
      </dgm:t>
    </dgm:pt>
    <dgm:pt modelId="{F092CE35-6F7E-4C7C-9B0B-42E769D105F2}" type="sibTrans" cxnId="{DD17E20F-E64B-4B1A-A92E-83F837ED6000}">
      <dgm:prSet/>
      <dgm:spPr/>
      <dgm:t>
        <a:bodyPr/>
        <a:lstStyle/>
        <a:p>
          <a:endParaRPr lang="en-US"/>
        </a:p>
      </dgm:t>
    </dgm:pt>
    <dgm:pt modelId="{7F235519-4B3C-4C30-8358-3A331B36B393}" type="pres">
      <dgm:prSet presAssocID="{B59316E3-0DCF-4DD1-B955-E74BFAC5DC62}" presName="Name0" presStyleCnt="0">
        <dgm:presLayoutVars>
          <dgm:dir/>
          <dgm:animLvl val="lvl"/>
          <dgm:resizeHandles val="exact"/>
        </dgm:presLayoutVars>
      </dgm:prSet>
      <dgm:spPr/>
    </dgm:pt>
    <dgm:pt modelId="{7E403EDD-D771-4009-A68C-16D24EECA9C1}" type="pres">
      <dgm:prSet presAssocID="{4198AC72-7A63-4B41-9E8B-BA971DD4E182}" presName="parTxOnly" presStyleLbl="node1" presStyleIdx="0" presStyleCnt="5">
        <dgm:presLayoutVars>
          <dgm:chMax val="0"/>
          <dgm:chPref val="0"/>
          <dgm:bulletEnabled val="1"/>
        </dgm:presLayoutVars>
      </dgm:prSet>
      <dgm:spPr/>
    </dgm:pt>
    <dgm:pt modelId="{04B3EA97-32FA-4C54-85C0-949B5BD581F5}" type="pres">
      <dgm:prSet presAssocID="{0872DF41-96F9-4898-9FC5-90A8BE281999}" presName="parTxOnlySpace" presStyleCnt="0"/>
      <dgm:spPr/>
    </dgm:pt>
    <dgm:pt modelId="{22BCE486-A069-4546-9993-0AA2A6BEFBC3}" type="pres">
      <dgm:prSet presAssocID="{81696664-4F8B-4933-8B6D-25888CB37AEA}" presName="parTxOnly" presStyleLbl="node1" presStyleIdx="1" presStyleCnt="5">
        <dgm:presLayoutVars>
          <dgm:chMax val="0"/>
          <dgm:chPref val="0"/>
          <dgm:bulletEnabled val="1"/>
        </dgm:presLayoutVars>
      </dgm:prSet>
      <dgm:spPr/>
    </dgm:pt>
    <dgm:pt modelId="{21E2A203-E334-4B83-9667-EB750CE63F4B}" type="pres">
      <dgm:prSet presAssocID="{48E37AD3-DC9C-4552-B34F-F4758C4D34CD}" presName="parTxOnlySpace" presStyleCnt="0"/>
      <dgm:spPr/>
    </dgm:pt>
    <dgm:pt modelId="{13A68660-6191-4524-BEE2-90382C9BD4F4}" type="pres">
      <dgm:prSet presAssocID="{6827240E-6813-4D2D-9E56-74DB8E8649FC}" presName="parTxOnly" presStyleLbl="node1" presStyleIdx="2" presStyleCnt="5">
        <dgm:presLayoutVars>
          <dgm:chMax val="0"/>
          <dgm:chPref val="0"/>
          <dgm:bulletEnabled val="1"/>
        </dgm:presLayoutVars>
      </dgm:prSet>
      <dgm:spPr/>
    </dgm:pt>
    <dgm:pt modelId="{3DA8950E-1586-41AE-A412-5CE6E6887C5B}" type="pres">
      <dgm:prSet presAssocID="{EA7EDF3E-68F3-4DEB-A53C-2C9D9943D738}" presName="parTxOnlySpace" presStyleCnt="0"/>
      <dgm:spPr/>
    </dgm:pt>
    <dgm:pt modelId="{2D372423-D14B-4059-94D5-7B9DEE95F43B}" type="pres">
      <dgm:prSet presAssocID="{75C36C2F-BD40-46D7-9343-6F6F3F957675}" presName="parTxOnly" presStyleLbl="node1" presStyleIdx="3" presStyleCnt="5">
        <dgm:presLayoutVars>
          <dgm:chMax val="0"/>
          <dgm:chPref val="0"/>
          <dgm:bulletEnabled val="1"/>
        </dgm:presLayoutVars>
      </dgm:prSet>
      <dgm:spPr/>
    </dgm:pt>
    <dgm:pt modelId="{CDD6EAE1-AFA6-40F3-8AD5-899EFA5E3BD0}" type="pres">
      <dgm:prSet presAssocID="{E080DA00-E644-454A-BD22-971E8B535C0D}" presName="parTxOnlySpace" presStyleCnt="0"/>
      <dgm:spPr/>
    </dgm:pt>
    <dgm:pt modelId="{0E505A09-D84C-4DFA-80F2-EF8BEDC8545B}" type="pres">
      <dgm:prSet presAssocID="{E5E75A80-E3A9-46C5-BAFD-1BD65606B24F}" presName="parTxOnly" presStyleLbl="node1" presStyleIdx="4" presStyleCnt="5">
        <dgm:presLayoutVars>
          <dgm:chMax val="0"/>
          <dgm:chPref val="0"/>
          <dgm:bulletEnabled val="1"/>
        </dgm:presLayoutVars>
      </dgm:prSet>
      <dgm:spPr/>
    </dgm:pt>
  </dgm:ptLst>
  <dgm:cxnLst>
    <dgm:cxn modelId="{BD91DF04-7609-4731-980F-A75DC694B770}" srcId="{B59316E3-0DCF-4DD1-B955-E74BFAC5DC62}" destId="{75C36C2F-BD40-46D7-9343-6F6F3F957675}" srcOrd="3" destOrd="0" parTransId="{7025F9AD-B886-40CB-BD84-CB4507CC58D5}" sibTransId="{E080DA00-E644-454A-BD22-971E8B535C0D}"/>
    <dgm:cxn modelId="{8CDE260C-2F8C-41E5-89FC-C9D596AFCBBB}" type="presOf" srcId="{81696664-4F8B-4933-8B6D-25888CB37AEA}" destId="{22BCE486-A069-4546-9993-0AA2A6BEFBC3}" srcOrd="0" destOrd="0" presId="urn:microsoft.com/office/officeart/2005/8/layout/chevron1"/>
    <dgm:cxn modelId="{DD17E20F-E64B-4B1A-A92E-83F837ED6000}" srcId="{B59316E3-0DCF-4DD1-B955-E74BFAC5DC62}" destId="{E5E75A80-E3A9-46C5-BAFD-1BD65606B24F}" srcOrd="4" destOrd="0" parTransId="{54736316-BA2A-45E7-ADF0-DA02275D3C52}" sibTransId="{F092CE35-6F7E-4C7C-9B0B-42E769D105F2}"/>
    <dgm:cxn modelId="{F7E98A18-4FC8-43D7-935D-4BBFB3D5644F}" type="presOf" srcId="{E5E75A80-E3A9-46C5-BAFD-1BD65606B24F}" destId="{0E505A09-D84C-4DFA-80F2-EF8BEDC8545B}" srcOrd="0" destOrd="0" presId="urn:microsoft.com/office/officeart/2005/8/layout/chevron1"/>
    <dgm:cxn modelId="{423BB620-5FFC-401B-A1A3-9C0B023DDE20}" type="presOf" srcId="{6827240E-6813-4D2D-9E56-74DB8E8649FC}" destId="{13A68660-6191-4524-BEE2-90382C9BD4F4}" srcOrd="0" destOrd="0" presId="urn:microsoft.com/office/officeart/2005/8/layout/chevron1"/>
    <dgm:cxn modelId="{CBFA2C64-52CC-4FE2-8216-40353DA423AB}" srcId="{B59316E3-0DCF-4DD1-B955-E74BFAC5DC62}" destId="{81696664-4F8B-4933-8B6D-25888CB37AEA}" srcOrd="1" destOrd="0" parTransId="{DAB8691F-DFD0-4CD0-B357-5B31776478C4}" sibTransId="{48E37AD3-DC9C-4552-B34F-F4758C4D34CD}"/>
    <dgm:cxn modelId="{DC60604F-25AF-4E68-9E81-C2A03F8BC543}" type="presOf" srcId="{75C36C2F-BD40-46D7-9343-6F6F3F957675}" destId="{2D372423-D14B-4059-94D5-7B9DEE95F43B}" srcOrd="0" destOrd="0" presId="urn:microsoft.com/office/officeart/2005/8/layout/chevron1"/>
    <dgm:cxn modelId="{CF788B7C-F04A-4152-ACFD-00819614CDA2}" type="presOf" srcId="{4198AC72-7A63-4B41-9E8B-BA971DD4E182}" destId="{7E403EDD-D771-4009-A68C-16D24EECA9C1}" srcOrd="0" destOrd="0" presId="urn:microsoft.com/office/officeart/2005/8/layout/chevron1"/>
    <dgm:cxn modelId="{6F0F43D4-547D-4FC9-889A-D06A111B212D}" srcId="{B59316E3-0DCF-4DD1-B955-E74BFAC5DC62}" destId="{4198AC72-7A63-4B41-9E8B-BA971DD4E182}" srcOrd="0" destOrd="0" parTransId="{36B911AE-2322-485C-845E-0C5C8914549D}" sibTransId="{0872DF41-96F9-4898-9FC5-90A8BE281999}"/>
    <dgm:cxn modelId="{84919EE3-300C-47AC-B925-C37A75840DD1}" srcId="{B59316E3-0DCF-4DD1-B955-E74BFAC5DC62}" destId="{6827240E-6813-4D2D-9E56-74DB8E8649FC}" srcOrd="2" destOrd="0" parTransId="{A8E01FDB-20EE-4B3A-8F27-ECF0C880EF48}" sibTransId="{EA7EDF3E-68F3-4DEB-A53C-2C9D9943D738}"/>
    <dgm:cxn modelId="{1939BDFB-4D59-43A1-B64C-1C6681B9C547}" type="presOf" srcId="{B59316E3-0DCF-4DD1-B955-E74BFAC5DC62}" destId="{7F235519-4B3C-4C30-8358-3A331B36B393}" srcOrd="0" destOrd="0" presId="urn:microsoft.com/office/officeart/2005/8/layout/chevron1"/>
    <dgm:cxn modelId="{6092A15F-516C-4C86-86A5-0FC29BFB228F}" type="presParOf" srcId="{7F235519-4B3C-4C30-8358-3A331B36B393}" destId="{7E403EDD-D771-4009-A68C-16D24EECA9C1}" srcOrd="0" destOrd="0" presId="urn:microsoft.com/office/officeart/2005/8/layout/chevron1"/>
    <dgm:cxn modelId="{6C1D07FF-4F7F-49BB-9BD3-0903A2310994}" type="presParOf" srcId="{7F235519-4B3C-4C30-8358-3A331B36B393}" destId="{04B3EA97-32FA-4C54-85C0-949B5BD581F5}" srcOrd="1" destOrd="0" presId="urn:microsoft.com/office/officeart/2005/8/layout/chevron1"/>
    <dgm:cxn modelId="{E5EBF57D-3A05-4383-B88F-F94577BAE405}" type="presParOf" srcId="{7F235519-4B3C-4C30-8358-3A331B36B393}" destId="{22BCE486-A069-4546-9993-0AA2A6BEFBC3}" srcOrd="2" destOrd="0" presId="urn:microsoft.com/office/officeart/2005/8/layout/chevron1"/>
    <dgm:cxn modelId="{538281C7-5712-43B5-996E-45D201CFCFA9}" type="presParOf" srcId="{7F235519-4B3C-4C30-8358-3A331B36B393}" destId="{21E2A203-E334-4B83-9667-EB750CE63F4B}" srcOrd="3" destOrd="0" presId="urn:microsoft.com/office/officeart/2005/8/layout/chevron1"/>
    <dgm:cxn modelId="{0A94589D-BECA-4129-9B7B-BE611E29A694}" type="presParOf" srcId="{7F235519-4B3C-4C30-8358-3A331B36B393}" destId="{13A68660-6191-4524-BEE2-90382C9BD4F4}" srcOrd="4" destOrd="0" presId="urn:microsoft.com/office/officeart/2005/8/layout/chevron1"/>
    <dgm:cxn modelId="{76E27A8B-6475-4D52-B9E0-AF7EEC819124}" type="presParOf" srcId="{7F235519-4B3C-4C30-8358-3A331B36B393}" destId="{3DA8950E-1586-41AE-A412-5CE6E6887C5B}" srcOrd="5" destOrd="0" presId="urn:microsoft.com/office/officeart/2005/8/layout/chevron1"/>
    <dgm:cxn modelId="{40B11684-086B-4A89-ABFD-B030F16FDD39}" type="presParOf" srcId="{7F235519-4B3C-4C30-8358-3A331B36B393}" destId="{2D372423-D14B-4059-94D5-7B9DEE95F43B}" srcOrd="6" destOrd="0" presId="urn:microsoft.com/office/officeart/2005/8/layout/chevron1"/>
    <dgm:cxn modelId="{8D2CC56E-4267-47AE-B131-49E452A52A79}" type="presParOf" srcId="{7F235519-4B3C-4C30-8358-3A331B36B393}" destId="{CDD6EAE1-AFA6-40F3-8AD5-899EFA5E3BD0}" srcOrd="7" destOrd="0" presId="urn:microsoft.com/office/officeart/2005/8/layout/chevron1"/>
    <dgm:cxn modelId="{9D09AF3B-D43E-4ACF-9F0C-6DB20B910D2D}" type="presParOf" srcId="{7F235519-4B3C-4C30-8358-3A331B36B393}" destId="{0E505A09-D84C-4DFA-80F2-EF8BEDC8545B}"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GR Report for Incoming Deliveries</a:t>
          </a:r>
        </a:p>
        <a:p>
          <a:r>
            <a:rPr lang="en-US" sz="1000" dirty="0">
              <a:solidFill>
                <a:schemeClr val="tx1"/>
              </a:solidFill>
              <a:latin typeface="+mn-lt"/>
            </a:rPr>
            <a:t>(VL06I, ME80FN)</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3E1137E7-49F2-4F89-B609-4F1F5B51C7C9}">
      <dgm:prSet phldrT="[Text]" custT="1"/>
      <dgm:spPr/>
      <dgm:t>
        <a:bodyPr/>
        <a:lstStyle/>
        <a:p>
          <a:r>
            <a:rPr lang="en-US" sz="1000" dirty="0">
              <a:solidFill>
                <a:schemeClr val="tx1"/>
              </a:solidFill>
              <a:latin typeface="+mn-lt"/>
            </a:rPr>
            <a:t>Delivery Note and other documents received with the delivery</a:t>
          </a:r>
        </a:p>
      </dgm:t>
    </dgm:pt>
    <dgm:pt modelId="{20B9841E-F801-4D18-A036-797D8A9722B8}" type="parTrans" cxnId="{92765CE3-7841-4CB9-B016-023BFA4F51A3}">
      <dgm:prSet/>
      <dgm:spPr/>
      <dgm:t>
        <a:bodyPr/>
        <a:lstStyle/>
        <a:p>
          <a:endParaRPr lang="en-US" sz="1000">
            <a:solidFill>
              <a:schemeClr val="tx1"/>
            </a:solidFill>
            <a:latin typeface="+mn-lt"/>
          </a:endParaRPr>
        </a:p>
      </dgm:t>
    </dgm:pt>
    <dgm:pt modelId="{B4DCA5BE-2FC0-4696-92DA-EA23EC21C3C2}" type="sibTrans" cxnId="{92765CE3-7841-4CB9-B016-023BFA4F51A3}">
      <dgm:prSet/>
      <dgm:spPr/>
      <dgm:t>
        <a:bodyPr/>
        <a:lstStyle/>
        <a:p>
          <a:endParaRPr lang="en-US" sz="1000">
            <a:solidFill>
              <a:schemeClr val="tx1"/>
            </a:solidFill>
            <a:latin typeface="+mn-lt"/>
          </a:endParaRPr>
        </a:p>
      </dgm:t>
    </dgm:pt>
    <dgm:pt modelId="{87452399-08CB-465A-9F37-72E5CE202F13}">
      <dgm:prSet phldrT="[Text]" custT="1"/>
      <dgm:spPr/>
      <dgm:t>
        <a:bodyPr/>
        <a:lstStyle/>
        <a:p>
          <a:r>
            <a:rPr lang="en-US" altLang="en-US" sz="1000" b="0" dirty="0">
              <a:solidFill>
                <a:schemeClr val="tx1"/>
              </a:solidFill>
              <a:latin typeface="+mn-lt"/>
            </a:rPr>
            <a:t>GR against Purchase Order</a:t>
          </a:r>
          <a:br>
            <a:rPr lang="en-US" altLang="en-US" sz="1000" b="0" dirty="0">
              <a:solidFill>
                <a:schemeClr val="tx1"/>
              </a:solidFill>
              <a:latin typeface="+mn-lt"/>
            </a:rPr>
          </a:br>
          <a:r>
            <a:rPr lang="en-US" altLang="en-US" sz="1000" b="0" dirty="0">
              <a:solidFill>
                <a:schemeClr val="tx1"/>
              </a:solidFill>
              <a:latin typeface="+mn-lt"/>
            </a:rPr>
            <a:t>(MIGO; Movement Types </a:t>
          </a:r>
          <a:r>
            <a:rPr lang="da-DK" altLang="en-US" sz="1000" b="0" dirty="0">
              <a:solidFill>
                <a:schemeClr val="tx1"/>
              </a:solidFill>
              <a:latin typeface="+mn-lt"/>
            </a:rPr>
            <a:t>101, 103/105, Z34, 861,</a:t>
          </a:r>
          <a:br>
            <a:rPr lang="da-DK" altLang="en-US" sz="1000" b="0" dirty="0">
              <a:solidFill>
                <a:schemeClr val="tx1"/>
              </a:solidFill>
              <a:latin typeface="+mn-lt"/>
            </a:rPr>
          </a:br>
          <a:r>
            <a:rPr lang="da-DK" altLang="en-US" sz="1000" b="1" dirty="0">
              <a:solidFill>
                <a:schemeClr val="accent4">
                  <a:lumMod val="20000"/>
                  <a:lumOff val="80000"/>
                </a:schemeClr>
              </a:solidFill>
              <a:latin typeface="+mn-lt"/>
            </a:rPr>
            <a:t>109 for SiT</a:t>
          </a:r>
          <a:r>
            <a:rPr lang="da-DK" altLang="en-US" sz="1000" b="0" dirty="0">
              <a:solidFill>
                <a:schemeClr val="tx1"/>
              </a:solidFill>
              <a:latin typeface="+mn-lt"/>
            </a:rPr>
            <a:t>)</a:t>
          </a:r>
          <a:endParaRPr lang="en-US" sz="1000" b="0" dirty="0">
            <a:solidFill>
              <a:schemeClr val="tx1"/>
            </a:solidFill>
            <a:latin typeface="+mn-lt"/>
          </a:endParaRPr>
        </a:p>
      </dgm:t>
    </dgm:pt>
    <dgm:pt modelId="{553CDC69-A86F-4D2A-88BC-8EF5381DA9D6}" type="parTrans" cxnId="{677D16F7-7101-43C3-8ABA-AFE8FF0CD930}">
      <dgm:prSet/>
      <dgm:spPr/>
      <dgm:t>
        <a:bodyPr/>
        <a:lstStyle/>
        <a:p>
          <a:endParaRPr lang="en-US" sz="1000">
            <a:solidFill>
              <a:schemeClr val="tx1"/>
            </a:solidFill>
            <a:latin typeface="+mn-lt"/>
          </a:endParaRPr>
        </a:p>
      </dgm:t>
    </dgm:pt>
    <dgm:pt modelId="{4375355D-59EB-48B9-85B6-B4DC65C4DF63}" type="sibTrans" cxnId="{677D16F7-7101-43C3-8ABA-AFE8FF0CD930}">
      <dgm:prSet/>
      <dgm:spPr/>
      <dgm:t>
        <a:bodyPr/>
        <a:lstStyle/>
        <a:p>
          <a:endParaRPr lang="en-US" sz="1000">
            <a:solidFill>
              <a:schemeClr val="tx1"/>
            </a:solidFill>
            <a:latin typeface="+mn-lt"/>
          </a:endParaRPr>
        </a:p>
      </dgm:t>
    </dgm:pt>
    <dgm:pt modelId="{54990FEB-CD50-4C8B-B2FE-D016BD62C519}">
      <dgm:prSet phldrT="[Text]" custT="1"/>
      <dgm:spPr/>
      <dgm:t>
        <a:bodyPr/>
        <a:lstStyle/>
        <a:p>
          <a:r>
            <a:rPr lang="en-US" sz="1000" dirty="0">
              <a:solidFill>
                <a:schemeClr val="tx1"/>
              </a:solidFill>
              <a:latin typeface="+mn-lt"/>
            </a:rPr>
            <a:t>Materials arrive</a:t>
          </a:r>
        </a:p>
      </dgm:t>
    </dgm:pt>
    <dgm:pt modelId="{A39D9320-5517-4102-B791-2E1D1F0D3FF7}" type="parTrans" cxnId="{B3106C96-3E66-4FA2-A61E-30892B6EE258}">
      <dgm:prSet/>
      <dgm:spPr/>
      <dgm:t>
        <a:bodyPr/>
        <a:lstStyle/>
        <a:p>
          <a:endParaRPr lang="en-US" sz="1000">
            <a:solidFill>
              <a:schemeClr val="tx1"/>
            </a:solidFill>
            <a:latin typeface="+mn-lt"/>
          </a:endParaRPr>
        </a:p>
      </dgm:t>
    </dgm:pt>
    <dgm:pt modelId="{5DE0DF4F-7AD7-4007-B8B3-11D34C1931D5}" type="sibTrans" cxnId="{B3106C96-3E66-4FA2-A61E-30892B6EE258}">
      <dgm:prSet/>
      <dgm:spPr/>
      <dgm:t>
        <a:bodyPr/>
        <a:lstStyle/>
        <a:p>
          <a:endParaRPr lang="en-US" sz="1000">
            <a:solidFill>
              <a:schemeClr val="tx1"/>
            </a:solidFill>
            <a:latin typeface="+mn-lt"/>
          </a:endParaRPr>
        </a:p>
      </dgm:t>
    </dgm:pt>
    <dgm:pt modelId="{DB335F29-B475-4386-BABC-507C18A08257}">
      <dgm:prSet custT="1"/>
      <dgm:spPr/>
      <dgm:t>
        <a:bodyPr/>
        <a:lstStyle/>
        <a:p>
          <a:r>
            <a:rPr lang="en-US" sz="1000" dirty="0">
              <a:solidFill>
                <a:schemeClr val="tx1"/>
              </a:solidFill>
              <a:latin typeface="+mn-lt"/>
            </a:rPr>
            <a:t>Delivery is checked</a:t>
          </a:r>
        </a:p>
      </dgm:t>
    </dgm:pt>
    <dgm:pt modelId="{1B2C71A8-ECBF-430F-AB6C-3FFC1EEECEC6}" type="parTrans" cxnId="{9F8E657C-2632-4C65-8710-1FCB62B96445}">
      <dgm:prSet/>
      <dgm:spPr/>
      <dgm:t>
        <a:bodyPr/>
        <a:lstStyle/>
        <a:p>
          <a:endParaRPr lang="en-US" sz="1000">
            <a:solidFill>
              <a:schemeClr val="tx1"/>
            </a:solidFill>
            <a:latin typeface="+mn-lt"/>
          </a:endParaRPr>
        </a:p>
      </dgm:t>
    </dgm:pt>
    <dgm:pt modelId="{75F9BDC7-FC8E-4229-A8E1-3B795C2B01C7}" type="sibTrans" cxnId="{9F8E657C-2632-4C65-8710-1FCB62B96445}">
      <dgm:prSet/>
      <dgm:spPr/>
      <dgm:t>
        <a:bodyPr/>
        <a:lstStyle/>
        <a:p>
          <a:endParaRPr lang="en-US" sz="1000">
            <a:solidFill>
              <a:schemeClr val="tx1"/>
            </a:solidFill>
            <a:latin typeface="+mn-lt"/>
          </a:endParaRPr>
        </a:p>
      </dgm:t>
    </dgm:pt>
    <dgm:pt modelId="{C6573621-400C-4E61-8BEA-C343C7CA8DAE}">
      <dgm:prSet custT="1"/>
      <dgm:spPr/>
      <dgm:t>
        <a:bodyPr/>
        <a:lstStyle/>
        <a:p>
          <a:r>
            <a:rPr lang="en-US" altLang="en-US" sz="1000" b="0" dirty="0">
              <a:solidFill>
                <a:schemeClr val="tx1"/>
              </a:solidFill>
              <a:latin typeface="+mn-lt"/>
            </a:rPr>
            <a:t>Inspection lot is created</a:t>
          </a:r>
        </a:p>
      </dgm:t>
    </dgm:pt>
    <dgm:pt modelId="{2BFC7BEA-C29F-48EC-95AA-6159261AFC10}" type="parTrans" cxnId="{548B0521-5022-4746-A607-8192A307A13C}">
      <dgm:prSet/>
      <dgm:spPr/>
      <dgm:t>
        <a:bodyPr/>
        <a:lstStyle/>
        <a:p>
          <a:endParaRPr lang="en-US" sz="1000">
            <a:solidFill>
              <a:schemeClr val="tx1"/>
            </a:solidFill>
            <a:latin typeface="+mn-lt"/>
          </a:endParaRPr>
        </a:p>
      </dgm:t>
    </dgm:pt>
    <dgm:pt modelId="{63BB38A0-5BA7-44C2-A363-5F0E4D24EB69}" type="sibTrans" cxnId="{548B0521-5022-4746-A607-8192A307A13C}">
      <dgm:prSet/>
      <dgm:spPr/>
      <dgm:t>
        <a:bodyPr/>
        <a:lstStyle/>
        <a:p>
          <a:endParaRPr lang="en-US" sz="1000">
            <a:solidFill>
              <a:schemeClr val="tx1"/>
            </a:solidFill>
            <a:latin typeface="+mn-lt"/>
          </a:endParaRPr>
        </a:p>
      </dgm:t>
    </dgm:pt>
    <dgm:pt modelId="{E844E7BF-CB3A-491A-A50C-C22D2D579C21}">
      <dgm:prSet custT="1"/>
      <dgm:spPr/>
      <dgm:t>
        <a:bodyPr/>
        <a:lstStyle/>
        <a:p>
          <a:r>
            <a:rPr lang="en-US" altLang="en-US" sz="1000" b="0">
              <a:solidFill>
                <a:schemeClr val="tx1"/>
              </a:solidFill>
              <a:latin typeface="+mn-lt"/>
            </a:rPr>
            <a:t>Print Pallet Labels</a:t>
          </a:r>
          <a:br>
            <a:rPr lang="en-US" altLang="en-US" sz="1000" b="0">
              <a:solidFill>
                <a:schemeClr val="tx1"/>
              </a:solidFill>
              <a:latin typeface="+mn-lt"/>
            </a:rPr>
          </a:br>
          <a:r>
            <a:rPr lang="en-US" altLang="en-US" sz="1000" b="0">
              <a:solidFill>
                <a:schemeClr val="tx1"/>
              </a:solidFill>
              <a:latin typeface="+mn-lt"/>
            </a:rPr>
            <a:t>(ZMIMA01)</a:t>
          </a:r>
          <a:endParaRPr lang="en-US" sz="1000" b="0" dirty="0">
            <a:solidFill>
              <a:schemeClr val="tx1"/>
            </a:solidFill>
            <a:latin typeface="+mn-lt"/>
          </a:endParaRPr>
        </a:p>
      </dgm:t>
    </dgm:pt>
    <dgm:pt modelId="{C11838CF-35BE-4576-BFAB-3ACEDF3E5461}" type="parTrans" cxnId="{6FA692B6-9489-4D2B-AD5D-81ACFE0086B2}">
      <dgm:prSet/>
      <dgm:spPr/>
      <dgm:t>
        <a:bodyPr/>
        <a:lstStyle/>
        <a:p>
          <a:endParaRPr lang="en-US"/>
        </a:p>
      </dgm:t>
    </dgm:pt>
    <dgm:pt modelId="{8F019402-4AD8-4488-A697-B74CC44EEF22}" type="sibTrans" cxnId="{6FA692B6-9489-4D2B-AD5D-81ACFE0086B2}">
      <dgm:prSet/>
      <dgm:spPr/>
      <dgm:t>
        <a:bodyPr/>
        <a:lstStyle/>
        <a:p>
          <a:endParaRPr lang="en-US"/>
        </a:p>
      </dgm:t>
    </dgm:pt>
    <dgm:pt modelId="{2252B0C0-19B5-441F-91F5-098C46B209BF}">
      <dgm:prSet custT="1"/>
      <dgm:spPr/>
      <dgm:t>
        <a:bodyPr/>
        <a:lstStyle/>
        <a:p>
          <a:r>
            <a:rPr lang="en-US" altLang="en-US" sz="1000" b="0" dirty="0">
              <a:solidFill>
                <a:schemeClr val="tx1"/>
              </a:solidFill>
              <a:latin typeface="+mn-lt"/>
            </a:rPr>
            <a:t>The goods are </a:t>
          </a:r>
          <a:br>
            <a:rPr lang="en-US" altLang="en-US" sz="1000" b="0" dirty="0">
              <a:solidFill>
                <a:schemeClr val="tx1"/>
              </a:solidFill>
              <a:latin typeface="+mn-lt"/>
            </a:rPr>
          </a:br>
          <a:r>
            <a:rPr lang="en-US" altLang="en-US" sz="1000" b="0" dirty="0">
              <a:solidFill>
                <a:schemeClr val="tx1"/>
              </a:solidFill>
              <a:latin typeface="+mn-lt"/>
            </a:rPr>
            <a:t>received into Quality Inspection</a:t>
          </a:r>
        </a:p>
      </dgm:t>
    </dgm:pt>
    <dgm:pt modelId="{2FA62767-8E1D-4647-AFD1-A555E52F9E9F}" type="parTrans" cxnId="{F0859C2A-8183-4885-AED5-B9A2E5793135}">
      <dgm:prSet/>
      <dgm:spPr/>
      <dgm:t>
        <a:bodyPr/>
        <a:lstStyle/>
        <a:p>
          <a:endParaRPr lang="en-US"/>
        </a:p>
      </dgm:t>
    </dgm:pt>
    <dgm:pt modelId="{62386A8F-925B-45A3-AF4F-41B8D9FA3B08}" type="sibTrans" cxnId="{F0859C2A-8183-4885-AED5-B9A2E5793135}">
      <dgm:prSet/>
      <dgm:spPr/>
      <dgm:t>
        <a:bodyPr/>
        <a:lstStyle/>
        <a:p>
          <a:endParaRPr lang="en-US"/>
        </a:p>
      </dgm:t>
    </dgm:pt>
    <dgm:pt modelId="{B2A32A8C-4F6A-498B-B29E-171B4725F612}">
      <dgm:prSet custT="1"/>
      <dgm:spPr/>
      <dgm:t>
        <a:bodyPr/>
        <a:lstStyle/>
        <a:p>
          <a:r>
            <a:rPr lang="en-US" altLang="en-US" sz="1000" b="0" dirty="0">
              <a:solidFill>
                <a:schemeClr val="tx1"/>
              </a:solidFill>
              <a:latin typeface="+mn-lt"/>
            </a:rPr>
            <a:t>Results Recording &amp; Usage Decision</a:t>
          </a:r>
          <a:br>
            <a:rPr lang="en-US" altLang="en-US" sz="1000" b="0" dirty="0">
              <a:solidFill>
                <a:schemeClr val="tx1"/>
              </a:solidFill>
              <a:latin typeface="+mn-lt"/>
            </a:rPr>
          </a:br>
          <a:r>
            <a:rPr lang="en-US" altLang="en-US" sz="1000" b="0" dirty="0">
              <a:solidFill>
                <a:schemeClr val="tx1"/>
              </a:solidFill>
              <a:latin typeface="+mn-lt"/>
            </a:rPr>
            <a:t>(QE51N &amp; QA11)</a:t>
          </a:r>
        </a:p>
      </dgm:t>
    </dgm:pt>
    <dgm:pt modelId="{07881B64-B886-454A-A163-F926886CAF4C}" type="parTrans" cxnId="{A309E85E-36B5-4215-95A7-CAFE619CBB55}">
      <dgm:prSet/>
      <dgm:spPr/>
      <dgm:t>
        <a:bodyPr/>
        <a:lstStyle/>
        <a:p>
          <a:endParaRPr lang="en-US"/>
        </a:p>
      </dgm:t>
    </dgm:pt>
    <dgm:pt modelId="{59B05BCD-62E0-4BF9-BC1B-AA3A881758E7}" type="sibTrans" cxnId="{A309E85E-36B5-4215-95A7-CAFE619CBB55}">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9">
        <dgm:presLayoutVars>
          <dgm:bulletEnabled val="1"/>
        </dgm:presLayoutVars>
      </dgm:prSet>
      <dgm:spPr/>
    </dgm:pt>
    <dgm:pt modelId="{17A9F566-FAA7-44E9-A10D-DE0CFAB10F0C}" type="pres">
      <dgm:prSet presAssocID="{0D4C2103-7293-4F50-BC10-21C360ACF201}" presName="sibTrans" presStyleLbl="sibTrans1D1" presStyleIdx="0" presStyleCnt="8"/>
      <dgm:spPr/>
    </dgm:pt>
    <dgm:pt modelId="{186A258E-215B-4E2E-B54D-05EEF2DFBDE2}" type="pres">
      <dgm:prSet presAssocID="{0D4C2103-7293-4F50-BC10-21C360ACF201}" presName="connectorText" presStyleLbl="sibTrans1D1" presStyleIdx="0" presStyleCnt="8"/>
      <dgm:spPr/>
    </dgm:pt>
    <dgm:pt modelId="{FAE8D520-94C0-4912-92FC-698735CB6206}" type="pres">
      <dgm:prSet presAssocID="{54990FEB-CD50-4C8B-B2FE-D016BD62C519}" presName="node" presStyleLbl="node1" presStyleIdx="1" presStyleCnt="9">
        <dgm:presLayoutVars>
          <dgm:bulletEnabled val="1"/>
        </dgm:presLayoutVars>
      </dgm:prSet>
      <dgm:spPr/>
    </dgm:pt>
    <dgm:pt modelId="{725065C6-39C8-4553-836E-B1758BDDDE95}" type="pres">
      <dgm:prSet presAssocID="{5DE0DF4F-7AD7-4007-B8B3-11D34C1931D5}" presName="sibTrans" presStyleLbl="sibTrans1D1" presStyleIdx="1" presStyleCnt="8"/>
      <dgm:spPr/>
    </dgm:pt>
    <dgm:pt modelId="{D160DE9A-40C3-42ED-9538-8A6F4BB69E04}" type="pres">
      <dgm:prSet presAssocID="{5DE0DF4F-7AD7-4007-B8B3-11D34C1931D5}" presName="connectorText" presStyleLbl="sibTrans1D1" presStyleIdx="1" presStyleCnt="8"/>
      <dgm:spPr/>
    </dgm:pt>
    <dgm:pt modelId="{5A18CFCC-305E-48A0-B554-7EA9723FF089}" type="pres">
      <dgm:prSet presAssocID="{3E1137E7-49F2-4F89-B609-4F1F5B51C7C9}" presName="node" presStyleLbl="node1" presStyleIdx="2" presStyleCnt="9">
        <dgm:presLayoutVars>
          <dgm:bulletEnabled val="1"/>
        </dgm:presLayoutVars>
      </dgm:prSet>
      <dgm:spPr/>
    </dgm:pt>
    <dgm:pt modelId="{2B1D33D1-EAB1-42A2-83E8-768E41985EDB}" type="pres">
      <dgm:prSet presAssocID="{B4DCA5BE-2FC0-4696-92DA-EA23EC21C3C2}" presName="sibTrans" presStyleLbl="sibTrans1D1" presStyleIdx="2" presStyleCnt="8"/>
      <dgm:spPr/>
    </dgm:pt>
    <dgm:pt modelId="{6B221F6C-D98C-478A-BE19-F55ADAB9AD1E}" type="pres">
      <dgm:prSet presAssocID="{B4DCA5BE-2FC0-4696-92DA-EA23EC21C3C2}" presName="connectorText" presStyleLbl="sibTrans1D1" presStyleIdx="2" presStyleCnt="8"/>
      <dgm:spPr/>
    </dgm:pt>
    <dgm:pt modelId="{C3A0996D-5D97-4524-8817-53E873230973}" type="pres">
      <dgm:prSet presAssocID="{DB335F29-B475-4386-BABC-507C18A08257}" presName="node" presStyleLbl="node1" presStyleIdx="3" presStyleCnt="9">
        <dgm:presLayoutVars>
          <dgm:bulletEnabled val="1"/>
        </dgm:presLayoutVars>
      </dgm:prSet>
      <dgm:spPr/>
    </dgm:pt>
    <dgm:pt modelId="{F6B02E2E-9E51-400B-BC11-BB97867C0891}" type="pres">
      <dgm:prSet presAssocID="{75F9BDC7-FC8E-4229-A8E1-3B795C2B01C7}" presName="sibTrans" presStyleLbl="sibTrans1D1" presStyleIdx="3" presStyleCnt="8"/>
      <dgm:spPr/>
    </dgm:pt>
    <dgm:pt modelId="{E8B935B6-0BA4-4377-AAC3-A8B7BBCFABA1}" type="pres">
      <dgm:prSet presAssocID="{75F9BDC7-FC8E-4229-A8E1-3B795C2B01C7}" presName="connectorText" presStyleLbl="sibTrans1D1" presStyleIdx="3" presStyleCnt="8"/>
      <dgm:spPr/>
    </dgm:pt>
    <dgm:pt modelId="{6D6D02E3-897E-4E12-97D9-B57BEDEA25EC}" type="pres">
      <dgm:prSet presAssocID="{87452399-08CB-465A-9F37-72E5CE202F13}" presName="node" presStyleLbl="node1" presStyleIdx="4" presStyleCnt="9">
        <dgm:presLayoutVars>
          <dgm:bulletEnabled val="1"/>
        </dgm:presLayoutVars>
      </dgm:prSet>
      <dgm:spPr/>
    </dgm:pt>
    <dgm:pt modelId="{2AFF6856-C189-4566-91E3-E9CF7671427D}" type="pres">
      <dgm:prSet presAssocID="{4375355D-59EB-48B9-85B6-B4DC65C4DF63}" presName="sibTrans" presStyleLbl="sibTrans1D1" presStyleIdx="4" presStyleCnt="8"/>
      <dgm:spPr/>
    </dgm:pt>
    <dgm:pt modelId="{169415C8-2BF7-4B9B-824F-7947337C679D}" type="pres">
      <dgm:prSet presAssocID="{4375355D-59EB-48B9-85B6-B4DC65C4DF63}" presName="connectorText" presStyleLbl="sibTrans1D1" presStyleIdx="4" presStyleCnt="8"/>
      <dgm:spPr/>
    </dgm:pt>
    <dgm:pt modelId="{5D9C0607-C165-402A-839F-2D7F9BDE6E94}" type="pres">
      <dgm:prSet presAssocID="{E844E7BF-CB3A-491A-A50C-C22D2D579C21}" presName="node" presStyleLbl="node1" presStyleIdx="5" presStyleCnt="9">
        <dgm:presLayoutVars>
          <dgm:bulletEnabled val="1"/>
        </dgm:presLayoutVars>
      </dgm:prSet>
      <dgm:spPr/>
    </dgm:pt>
    <dgm:pt modelId="{4EFC9589-3135-46D4-92E4-21BF54BE5FD1}" type="pres">
      <dgm:prSet presAssocID="{8F019402-4AD8-4488-A697-B74CC44EEF22}" presName="sibTrans" presStyleLbl="sibTrans1D1" presStyleIdx="5" presStyleCnt="8"/>
      <dgm:spPr/>
    </dgm:pt>
    <dgm:pt modelId="{443A0F06-10B7-443E-B2E8-0476D0944787}" type="pres">
      <dgm:prSet presAssocID="{8F019402-4AD8-4488-A697-B74CC44EEF22}" presName="connectorText" presStyleLbl="sibTrans1D1" presStyleIdx="5" presStyleCnt="8"/>
      <dgm:spPr/>
    </dgm:pt>
    <dgm:pt modelId="{96ED2D7A-0D3B-4A96-B492-725D9D22D6B0}" type="pres">
      <dgm:prSet presAssocID="{C6573621-400C-4E61-8BEA-C343C7CA8DAE}" presName="node" presStyleLbl="node1" presStyleIdx="6" presStyleCnt="9">
        <dgm:presLayoutVars>
          <dgm:bulletEnabled val="1"/>
        </dgm:presLayoutVars>
      </dgm:prSet>
      <dgm:spPr/>
    </dgm:pt>
    <dgm:pt modelId="{847B5744-26BB-4F67-AF83-1DFD5CA7CF65}" type="pres">
      <dgm:prSet presAssocID="{63BB38A0-5BA7-44C2-A363-5F0E4D24EB69}" presName="sibTrans" presStyleLbl="sibTrans1D1" presStyleIdx="6" presStyleCnt="8"/>
      <dgm:spPr/>
    </dgm:pt>
    <dgm:pt modelId="{B13C5ADC-0A1E-4241-BEE3-050B82EB43CF}" type="pres">
      <dgm:prSet presAssocID="{63BB38A0-5BA7-44C2-A363-5F0E4D24EB69}" presName="connectorText" presStyleLbl="sibTrans1D1" presStyleIdx="6" presStyleCnt="8"/>
      <dgm:spPr/>
    </dgm:pt>
    <dgm:pt modelId="{0B842C76-CD15-45F2-9DEB-2667F3F2E69B}" type="pres">
      <dgm:prSet presAssocID="{2252B0C0-19B5-441F-91F5-098C46B209BF}" presName="node" presStyleLbl="node1" presStyleIdx="7" presStyleCnt="9">
        <dgm:presLayoutVars>
          <dgm:bulletEnabled val="1"/>
        </dgm:presLayoutVars>
      </dgm:prSet>
      <dgm:spPr/>
    </dgm:pt>
    <dgm:pt modelId="{8547D859-CE79-4B99-973B-9BDC2BD416EE}" type="pres">
      <dgm:prSet presAssocID="{62386A8F-925B-45A3-AF4F-41B8D9FA3B08}" presName="sibTrans" presStyleLbl="sibTrans1D1" presStyleIdx="7" presStyleCnt="8"/>
      <dgm:spPr/>
    </dgm:pt>
    <dgm:pt modelId="{F6A5B1AF-FE3B-44DD-B791-A5BE66965D24}" type="pres">
      <dgm:prSet presAssocID="{62386A8F-925B-45A3-AF4F-41B8D9FA3B08}" presName="connectorText" presStyleLbl="sibTrans1D1" presStyleIdx="7" presStyleCnt="8"/>
      <dgm:spPr/>
    </dgm:pt>
    <dgm:pt modelId="{F029939C-011E-4B08-80EC-08176957BDF9}" type="pres">
      <dgm:prSet presAssocID="{B2A32A8C-4F6A-498B-B29E-171B4725F612}" presName="node" presStyleLbl="node1" presStyleIdx="8" presStyleCnt="9">
        <dgm:presLayoutVars>
          <dgm:bulletEnabled val="1"/>
        </dgm:presLayoutVars>
      </dgm:prSet>
      <dgm:spPr/>
    </dgm:pt>
  </dgm:ptLst>
  <dgm:cxnLst>
    <dgm:cxn modelId="{CDAB9C01-3939-4BB6-9535-E57754DB138D}" type="presOf" srcId="{75F9BDC7-FC8E-4229-A8E1-3B795C2B01C7}" destId="{F6B02E2E-9E51-400B-BC11-BB97867C0891}" srcOrd="0" destOrd="0" presId="urn:microsoft.com/office/officeart/2005/8/layout/bProcess3"/>
    <dgm:cxn modelId="{75DA4A0A-E515-4EE7-AE1E-2D441D86E4E2}" type="presOf" srcId="{54990FEB-CD50-4C8B-B2FE-D016BD62C519}" destId="{FAE8D520-94C0-4912-92FC-698735CB6206}" srcOrd="0" destOrd="0" presId="urn:microsoft.com/office/officeart/2005/8/layout/bProcess3"/>
    <dgm:cxn modelId="{548B0521-5022-4746-A607-8192A307A13C}" srcId="{2EB69EFB-3A0B-4C9F-85E1-88B4EC72664F}" destId="{C6573621-400C-4E61-8BEA-C343C7CA8DAE}" srcOrd="6" destOrd="0" parTransId="{2BFC7BEA-C29F-48EC-95AA-6159261AFC10}" sibTransId="{63BB38A0-5BA7-44C2-A363-5F0E4D24EB69}"/>
    <dgm:cxn modelId="{F0859C2A-8183-4885-AED5-B9A2E5793135}" srcId="{2EB69EFB-3A0B-4C9F-85E1-88B4EC72664F}" destId="{2252B0C0-19B5-441F-91F5-098C46B209BF}" srcOrd="7" destOrd="0" parTransId="{2FA62767-8E1D-4647-AFD1-A555E52F9E9F}" sibTransId="{62386A8F-925B-45A3-AF4F-41B8D9FA3B08}"/>
    <dgm:cxn modelId="{028F5438-BBBA-40FD-B1B0-21BA45391371}" type="presOf" srcId="{C6573621-400C-4E61-8BEA-C343C7CA8DAE}" destId="{96ED2D7A-0D3B-4A96-B492-725D9D22D6B0}" srcOrd="0" destOrd="0" presId="urn:microsoft.com/office/officeart/2005/8/layout/bProcess3"/>
    <dgm:cxn modelId="{C250053E-C86D-4049-A11C-0E7318FE8D98}" type="presOf" srcId="{3E1137E7-49F2-4F89-B609-4F1F5B51C7C9}" destId="{5A18CFCC-305E-48A0-B554-7EA9723FF089}" srcOrd="0"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A309E85E-36B5-4215-95A7-CAFE619CBB55}" srcId="{2EB69EFB-3A0B-4C9F-85E1-88B4EC72664F}" destId="{B2A32A8C-4F6A-498B-B29E-171B4725F612}" srcOrd="8" destOrd="0" parTransId="{07881B64-B886-454A-A163-F926886CAF4C}" sibTransId="{59B05BCD-62E0-4BF9-BC1B-AA3A881758E7}"/>
    <dgm:cxn modelId="{4AAD0362-4019-4FB3-9F3E-6E0BD6F4444C}" type="presOf" srcId="{63BB38A0-5BA7-44C2-A363-5F0E4D24EB69}" destId="{B13C5ADC-0A1E-4241-BEE3-050B82EB43CF}" srcOrd="1" destOrd="0" presId="urn:microsoft.com/office/officeart/2005/8/layout/bProcess3"/>
    <dgm:cxn modelId="{E475BA43-EEAD-40C3-8878-43317224C858}" type="presOf" srcId="{8F019402-4AD8-4488-A697-B74CC44EEF22}" destId="{4EFC9589-3135-46D4-92E4-21BF54BE5FD1}" srcOrd="0" destOrd="0" presId="urn:microsoft.com/office/officeart/2005/8/layout/bProcess3"/>
    <dgm:cxn modelId="{B91E3664-8F73-4E6B-BA88-990A29F7E84B}" type="presOf" srcId="{B4DCA5BE-2FC0-4696-92DA-EA23EC21C3C2}" destId="{2B1D33D1-EAB1-42A2-83E8-768E41985EDB}" srcOrd="0" destOrd="0" presId="urn:microsoft.com/office/officeart/2005/8/layout/bProcess3"/>
    <dgm:cxn modelId="{208E6E46-05A6-49AE-8DD2-8F2A5658ECE5}" type="presOf" srcId="{4375355D-59EB-48B9-85B6-B4DC65C4DF63}" destId="{2AFF6856-C189-4566-91E3-E9CF7671427D}" srcOrd="0" destOrd="0" presId="urn:microsoft.com/office/officeart/2005/8/layout/bProcess3"/>
    <dgm:cxn modelId="{8EE43647-A692-42C1-A769-FADC52928501}" type="presOf" srcId="{62386A8F-925B-45A3-AF4F-41B8D9FA3B08}" destId="{F6A5B1AF-FE3B-44DD-B791-A5BE66965D24}" srcOrd="1" destOrd="0" presId="urn:microsoft.com/office/officeart/2005/8/layout/bProcess3"/>
    <dgm:cxn modelId="{E7FDC468-EE73-45B4-BBF0-D85A06285A07}" type="presOf" srcId="{DB335F29-B475-4386-BABC-507C18A08257}" destId="{C3A0996D-5D97-4524-8817-53E873230973}" srcOrd="0" destOrd="0" presId="urn:microsoft.com/office/officeart/2005/8/layout/bProcess3"/>
    <dgm:cxn modelId="{8DD5B373-288A-49DC-A11C-A8921862FFF6}" type="presOf" srcId="{B4DCA5BE-2FC0-4696-92DA-EA23EC21C3C2}" destId="{6B221F6C-D98C-478A-BE19-F55ADAB9AD1E}" srcOrd="1" destOrd="0" presId="urn:microsoft.com/office/officeart/2005/8/layout/bProcess3"/>
    <dgm:cxn modelId="{A61BC976-5D00-47F6-8765-E3BA6C391198}" type="presOf" srcId="{5DE0DF4F-7AD7-4007-B8B3-11D34C1931D5}" destId="{725065C6-39C8-4553-836E-B1758BDDDE95}" srcOrd="0" destOrd="0" presId="urn:microsoft.com/office/officeart/2005/8/layout/bProcess3"/>
    <dgm:cxn modelId="{9F8E657C-2632-4C65-8710-1FCB62B96445}" srcId="{2EB69EFB-3A0B-4C9F-85E1-88B4EC72664F}" destId="{DB335F29-B475-4386-BABC-507C18A08257}" srcOrd="3" destOrd="0" parTransId="{1B2C71A8-ECBF-430F-AB6C-3FFC1EEECEC6}" sibTransId="{75F9BDC7-FC8E-4229-A8E1-3B795C2B01C7}"/>
    <dgm:cxn modelId="{C9B13283-B5A2-4C4E-B12D-1694A9F0639B}" type="presOf" srcId="{75F9BDC7-FC8E-4229-A8E1-3B795C2B01C7}" destId="{E8B935B6-0BA4-4377-AAC3-A8B7BBCFABA1}" srcOrd="1" destOrd="0" presId="urn:microsoft.com/office/officeart/2005/8/layout/bProcess3"/>
    <dgm:cxn modelId="{7A618384-38A1-45BC-AA59-FD502A4BAD1C}" type="presOf" srcId="{8F019402-4AD8-4488-A697-B74CC44EEF22}" destId="{443A0F06-10B7-443E-B2E8-0476D0944787}" srcOrd="1" destOrd="0" presId="urn:microsoft.com/office/officeart/2005/8/layout/bProcess3"/>
    <dgm:cxn modelId="{CABE1989-9976-4889-A498-7E77C4612DF5}" type="presOf" srcId="{63BB38A0-5BA7-44C2-A363-5F0E4D24EB69}" destId="{847B5744-26BB-4F67-AF83-1DFD5CA7CF65}" srcOrd="0" destOrd="0" presId="urn:microsoft.com/office/officeart/2005/8/layout/bProcess3"/>
    <dgm:cxn modelId="{36E1EB8D-CF2E-48E0-98F7-74B65D226A13}" type="presOf" srcId="{87452399-08CB-465A-9F37-72E5CE202F13}" destId="{6D6D02E3-897E-4E12-97D9-B57BEDEA25EC}" srcOrd="0" destOrd="0" presId="urn:microsoft.com/office/officeart/2005/8/layout/bProcess3"/>
    <dgm:cxn modelId="{9BC73291-3FB6-441D-BE22-BE4D2EB63446}" type="presOf" srcId="{5DE0DF4F-7AD7-4007-B8B3-11D34C1931D5}" destId="{D160DE9A-40C3-42ED-9538-8A6F4BB69E04}" srcOrd="1" destOrd="0" presId="urn:microsoft.com/office/officeart/2005/8/layout/bProcess3"/>
    <dgm:cxn modelId="{DC129891-7B86-49A8-BF8E-479D25FA666E}" type="presOf" srcId="{4375355D-59EB-48B9-85B6-B4DC65C4DF63}" destId="{169415C8-2BF7-4B9B-824F-7947337C679D}" srcOrd="1" destOrd="0" presId="urn:microsoft.com/office/officeart/2005/8/layout/bProcess3"/>
    <dgm:cxn modelId="{B3106C96-3E66-4FA2-A61E-30892B6EE258}" srcId="{2EB69EFB-3A0B-4C9F-85E1-88B4EC72664F}" destId="{54990FEB-CD50-4C8B-B2FE-D016BD62C519}" srcOrd="1" destOrd="0" parTransId="{A39D9320-5517-4102-B791-2E1D1F0D3FF7}" sibTransId="{5DE0DF4F-7AD7-4007-B8B3-11D34C1931D5}"/>
    <dgm:cxn modelId="{6FA692B6-9489-4D2B-AD5D-81ACFE0086B2}" srcId="{2EB69EFB-3A0B-4C9F-85E1-88B4EC72664F}" destId="{E844E7BF-CB3A-491A-A50C-C22D2D579C21}" srcOrd="5" destOrd="0" parTransId="{C11838CF-35BE-4576-BFAB-3ACEDF3E5461}" sibTransId="{8F019402-4AD8-4488-A697-B74CC44EEF22}"/>
    <dgm:cxn modelId="{82CE7CBE-D7D7-4C4F-9F29-EE4389A6F313}" type="presOf" srcId="{E844E7BF-CB3A-491A-A50C-C22D2D579C21}" destId="{5D9C0607-C165-402A-839F-2D7F9BDE6E94}" srcOrd="0" destOrd="0" presId="urn:microsoft.com/office/officeart/2005/8/layout/bProcess3"/>
    <dgm:cxn modelId="{492A37C4-2B9D-474C-93BB-96ECA831CA37}" type="presOf" srcId="{B2A32A8C-4F6A-498B-B29E-171B4725F612}" destId="{F029939C-011E-4B08-80EC-08176957BDF9}" srcOrd="0" destOrd="0" presId="urn:microsoft.com/office/officeart/2005/8/layout/bProcess3"/>
    <dgm:cxn modelId="{744528C8-85F7-4B7B-9F02-E685B39FEBCC}" type="presOf" srcId="{2252B0C0-19B5-441F-91F5-098C46B209BF}" destId="{0B842C76-CD15-45F2-9DEB-2667F3F2E69B}"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92765CE3-7841-4CB9-B016-023BFA4F51A3}" srcId="{2EB69EFB-3A0B-4C9F-85E1-88B4EC72664F}" destId="{3E1137E7-49F2-4F89-B609-4F1F5B51C7C9}" srcOrd="2" destOrd="0" parTransId="{20B9841E-F801-4D18-A036-797D8A9722B8}" sibTransId="{B4DCA5BE-2FC0-4696-92DA-EA23EC21C3C2}"/>
    <dgm:cxn modelId="{BC7671E9-55E4-44CE-9130-2A6C4E49BA2B}" type="presOf" srcId="{62386A8F-925B-45A3-AF4F-41B8D9FA3B08}" destId="{8547D859-CE79-4B99-973B-9BDC2BD416EE}" srcOrd="0" destOrd="0" presId="urn:microsoft.com/office/officeart/2005/8/layout/bProcess3"/>
    <dgm:cxn modelId="{734A63F0-9002-445A-B8F4-F473369743B6}" type="presOf" srcId="{2EB69EFB-3A0B-4C9F-85E1-88B4EC72664F}" destId="{3605E5BE-F203-40DB-BF87-FDD8DAD2E2F9}" srcOrd="0" destOrd="0" presId="urn:microsoft.com/office/officeart/2005/8/layout/bProcess3"/>
    <dgm:cxn modelId="{6C7818F2-0815-4CC3-9E28-D6287913DA97}" type="presOf" srcId="{0D4C2103-7293-4F50-BC10-21C360ACF201}" destId="{17A9F566-FAA7-44E9-A10D-DE0CFAB10F0C}" srcOrd="0" destOrd="0" presId="urn:microsoft.com/office/officeart/2005/8/layout/bProcess3"/>
    <dgm:cxn modelId="{4B1DEFF6-8ACF-432A-8370-1204776C7601}" type="presOf" srcId="{0D4C2103-7293-4F50-BC10-21C360ACF201}" destId="{186A258E-215B-4E2E-B54D-05EEF2DFBDE2}" srcOrd="1" destOrd="0" presId="urn:microsoft.com/office/officeart/2005/8/layout/bProcess3"/>
    <dgm:cxn modelId="{677D16F7-7101-43C3-8ABA-AFE8FF0CD930}" srcId="{2EB69EFB-3A0B-4C9F-85E1-88B4EC72664F}" destId="{87452399-08CB-465A-9F37-72E5CE202F13}" srcOrd="4" destOrd="0" parTransId="{553CDC69-A86F-4D2A-88BC-8EF5381DA9D6}" sibTransId="{4375355D-59EB-48B9-85B6-B4DC65C4DF63}"/>
    <dgm:cxn modelId="{7D158F5E-21A3-478B-8D09-1B7D42887DD2}" type="presParOf" srcId="{3605E5BE-F203-40DB-BF87-FDD8DAD2E2F9}" destId="{31F3F0B0-396F-469C-AD1E-E2C46D96D875}" srcOrd="0" destOrd="0" presId="urn:microsoft.com/office/officeart/2005/8/layout/bProcess3"/>
    <dgm:cxn modelId="{0FFC80A7-2DE3-4046-9663-798DDBB694EB}" type="presParOf" srcId="{3605E5BE-F203-40DB-BF87-FDD8DAD2E2F9}" destId="{17A9F566-FAA7-44E9-A10D-DE0CFAB10F0C}" srcOrd="1" destOrd="0" presId="urn:microsoft.com/office/officeart/2005/8/layout/bProcess3"/>
    <dgm:cxn modelId="{49B8ED22-7C45-49A2-9F8D-F2EDB1BD00AB}" type="presParOf" srcId="{17A9F566-FAA7-44E9-A10D-DE0CFAB10F0C}" destId="{186A258E-215B-4E2E-B54D-05EEF2DFBDE2}" srcOrd="0" destOrd="0" presId="urn:microsoft.com/office/officeart/2005/8/layout/bProcess3"/>
    <dgm:cxn modelId="{73F283DD-0747-442A-BE34-0A4D30CFA2C0}" type="presParOf" srcId="{3605E5BE-F203-40DB-BF87-FDD8DAD2E2F9}" destId="{FAE8D520-94C0-4912-92FC-698735CB6206}" srcOrd="2" destOrd="0" presId="urn:microsoft.com/office/officeart/2005/8/layout/bProcess3"/>
    <dgm:cxn modelId="{FD30CAB2-173B-419F-9507-F051C092DFBF}" type="presParOf" srcId="{3605E5BE-F203-40DB-BF87-FDD8DAD2E2F9}" destId="{725065C6-39C8-4553-836E-B1758BDDDE95}" srcOrd="3" destOrd="0" presId="urn:microsoft.com/office/officeart/2005/8/layout/bProcess3"/>
    <dgm:cxn modelId="{AB499463-D413-490F-AFEF-2DD2D5EEEF21}" type="presParOf" srcId="{725065C6-39C8-4553-836E-B1758BDDDE95}" destId="{D160DE9A-40C3-42ED-9538-8A6F4BB69E04}" srcOrd="0" destOrd="0" presId="urn:microsoft.com/office/officeart/2005/8/layout/bProcess3"/>
    <dgm:cxn modelId="{68B950AF-5A5C-4B7B-B228-165AC6AE2E13}" type="presParOf" srcId="{3605E5BE-F203-40DB-BF87-FDD8DAD2E2F9}" destId="{5A18CFCC-305E-48A0-B554-7EA9723FF089}" srcOrd="4" destOrd="0" presId="urn:microsoft.com/office/officeart/2005/8/layout/bProcess3"/>
    <dgm:cxn modelId="{D2EA9F46-6273-4130-BCE9-11EF85D595A5}" type="presParOf" srcId="{3605E5BE-F203-40DB-BF87-FDD8DAD2E2F9}" destId="{2B1D33D1-EAB1-42A2-83E8-768E41985EDB}" srcOrd="5" destOrd="0" presId="urn:microsoft.com/office/officeart/2005/8/layout/bProcess3"/>
    <dgm:cxn modelId="{869A9660-84A4-46C8-AC56-B823DEA30435}" type="presParOf" srcId="{2B1D33D1-EAB1-42A2-83E8-768E41985EDB}" destId="{6B221F6C-D98C-478A-BE19-F55ADAB9AD1E}" srcOrd="0" destOrd="0" presId="urn:microsoft.com/office/officeart/2005/8/layout/bProcess3"/>
    <dgm:cxn modelId="{78A04901-ED1B-4253-A244-FCD33CA1A2D7}" type="presParOf" srcId="{3605E5BE-F203-40DB-BF87-FDD8DAD2E2F9}" destId="{C3A0996D-5D97-4524-8817-53E873230973}" srcOrd="6" destOrd="0" presId="urn:microsoft.com/office/officeart/2005/8/layout/bProcess3"/>
    <dgm:cxn modelId="{FB38CF4D-0243-459E-BD82-15DC101F4D3A}" type="presParOf" srcId="{3605E5BE-F203-40DB-BF87-FDD8DAD2E2F9}" destId="{F6B02E2E-9E51-400B-BC11-BB97867C0891}" srcOrd="7" destOrd="0" presId="urn:microsoft.com/office/officeart/2005/8/layout/bProcess3"/>
    <dgm:cxn modelId="{B20EB405-1E11-4CB0-91F9-B4FA16269CCB}" type="presParOf" srcId="{F6B02E2E-9E51-400B-BC11-BB97867C0891}" destId="{E8B935B6-0BA4-4377-AAC3-A8B7BBCFABA1}" srcOrd="0" destOrd="0" presId="urn:microsoft.com/office/officeart/2005/8/layout/bProcess3"/>
    <dgm:cxn modelId="{6E2EC86D-BEE0-430D-B6FF-AAE5A564C4E3}" type="presParOf" srcId="{3605E5BE-F203-40DB-BF87-FDD8DAD2E2F9}" destId="{6D6D02E3-897E-4E12-97D9-B57BEDEA25EC}" srcOrd="8" destOrd="0" presId="urn:microsoft.com/office/officeart/2005/8/layout/bProcess3"/>
    <dgm:cxn modelId="{B66F634C-88E7-4506-AD3E-66781309DEDC}" type="presParOf" srcId="{3605E5BE-F203-40DB-BF87-FDD8DAD2E2F9}" destId="{2AFF6856-C189-4566-91E3-E9CF7671427D}" srcOrd="9" destOrd="0" presId="urn:microsoft.com/office/officeart/2005/8/layout/bProcess3"/>
    <dgm:cxn modelId="{CD92B751-882D-4434-9BE0-EA2EEB8D19FC}" type="presParOf" srcId="{2AFF6856-C189-4566-91E3-E9CF7671427D}" destId="{169415C8-2BF7-4B9B-824F-7947337C679D}" srcOrd="0" destOrd="0" presId="urn:microsoft.com/office/officeart/2005/8/layout/bProcess3"/>
    <dgm:cxn modelId="{9A85E32D-0331-4F95-B014-34C59D0BC692}" type="presParOf" srcId="{3605E5BE-F203-40DB-BF87-FDD8DAD2E2F9}" destId="{5D9C0607-C165-402A-839F-2D7F9BDE6E94}" srcOrd="10" destOrd="0" presId="urn:microsoft.com/office/officeart/2005/8/layout/bProcess3"/>
    <dgm:cxn modelId="{702C14E3-FC59-43D1-9165-7A80AE59789E}" type="presParOf" srcId="{3605E5BE-F203-40DB-BF87-FDD8DAD2E2F9}" destId="{4EFC9589-3135-46D4-92E4-21BF54BE5FD1}" srcOrd="11" destOrd="0" presId="urn:microsoft.com/office/officeart/2005/8/layout/bProcess3"/>
    <dgm:cxn modelId="{5C02E19E-31B2-40D8-8A86-33D1BDB7D0A2}" type="presParOf" srcId="{4EFC9589-3135-46D4-92E4-21BF54BE5FD1}" destId="{443A0F06-10B7-443E-B2E8-0476D0944787}" srcOrd="0" destOrd="0" presId="urn:microsoft.com/office/officeart/2005/8/layout/bProcess3"/>
    <dgm:cxn modelId="{92E73644-859F-4866-A7A5-EFAC89AB316A}" type="presParOf" srcId="{3605E5BE-F203-40DB-BF87-FDD8DAD2E2F9}" destId="{96ED2D7A-0D3B-4A96-B492-725D9D22D6B0}" srcOrd="12" destOrd="0" presId="urn:microsoft.com/office/officeart/2005/8/layout/bProcess3"/>
    <dgm:cxn modelId="{0C05A252-2C83-484E-AD02-F1366509C39E}" type="presParOf" srcId="{3605E5BE-F203-40DB-BF87-FDD8DAD2E2F9}" destId="{847B5744-26BB-4F67-AF83-1DFD5CA7CF65}" srcOrd="13" destOrd="0" presId="urn:microsoft.com/office/officeart/2005/8/layout/bProcess3"/>
    <dgm:cxn modelId="{B36AC480-AE04-4D08-94C0-7ACE5C723A14}" type="presParOf" srcId="{847B5744-26BB-4F67-AF83-1DFD5CA7CF65}" destId="{B13C5ADC-0A1E-4241-BEE3-050B82EB43CF}" srcOrd="0" destOrd="0" presId="urn:microsoft.com/office/officeart/2005/8/layout/bProcess3"/>
    <dgm:cxn modelId="{F26C39A3-DD8B-44CF-9C66-973696285C27}" type="presParOf" srcId="{3605E5BE-F203-40DB-BF87-FDD8DAD2E2F9}" destId="{0B842C76-CD15-45F2-9DEB-2667F3F2E69B}" srcOrd="14" destOrd="0" presId="urn:microsoft.com/office/officeart/2005/8/layout/bProcess3"/>
    <dgm:cxn modelId="{439061A7-A748-4608-8776-DB6BF8E4E06E}" type="presParOf" srcId="{3605E5BE-F203-40DB-BF87-FDD8DAD2E2F9}" destId="{8547D859-CE79-4B99-973B-9BDC2BD416EE}" srcOrd="15" destOrd="0" presId="urn:microsoft.com/office/officeart/2005/8/layout/bProcess3"/>
    <dgm:cxn modelId="{A71BFE58-DEA2-4E71-9E57-FB4CA94A0B8F}" type="presParOf" srcId="{8547D859-CE79-4B99-973B-9BDC2BD416EE}" destId="{F6A5B1AF-FE3B-44DD-B791-A5BE66965D24}" srcOrd="0" destOrd="0" presId="urn:microsoft.com/office/officeart/2005/8/layout/bProcess3"/>
    <dgm:cxn modelId="{97429AF8-60E6-4078-9BD5-C0AB8283FEC7}" type="presParOf" srcId="{3605E5BE-F203-40DB-BF87-FDD8DAD2E2F9}" destId="{F029939C-011E-4B08-80EC-08176957BDF9}"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GR Report for Incoming Deliveries</a:t>
          </a:r>
        </a:p>
        <a:p>
          <a:r>
            <a:rPr lang="en-US" sz="1000" dirty="0">
              <a:solidFill>
                <a:schemeClr val="tx1"/>
              </a:solidFill>
              <a:latin typeface="+mn-lt"/>
            </a:rPr>
            <a:t>(VL06I, ME80FN)</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3E1137E7-49F2-4F89-B609-4F1F5B51C7C9}">
      <dgm:prSet phldrT="[Text]" custT="1"/>
      <dgm:spPr/>
      <dgm:t>
        <a:bodyPr/>
        <a:lstStyle/>
        <a:p>
          <a:r>
            <a:rPr lang="en-US" sz="1000" dirty="0">
              <a:solidFill>
                <a:schemeClr val="tx1"/>
              </a:solidFill>
              <a:latin typeface="+mn-lt"/>
            </a:rPr>
            <a:t>Delivery Note and other documents received with the delivery</a:t>
          </a:r>
        </a:p>
      </dgm:t>
    </dgm:pt>
    <dgm:pt modelId="{20B9841E-F801-4D18-A036-797D8A9722B8}" type="parTrans" cxnId="{92765CE3-7841-4CB9-B016-023BFA4F51A3}">
      <dgm:prSet/>
      <dgm:spPr/>
      <dgm:t>
        <a:bodyPr/>
        <a:lstStyle/>
        <a:p>
          <a:endParaRPr lang="en-US" sz="1000">
            <a:solidFill>
              <a:schemeClr val="tx1"/>
            </a:solidFill>
            <a:latin typeface="+mn-lt"/>
          </a:endParaRPr>
        </a:p>
      </dgm:t>
    </dgm:pt>
    <dgm:pt modelId="{B4DCA5BE-2FC0-4696-92DA-EA23EC21C3C2}" type="sibTrans" cxnId="{92765CE3-7841-4CB9-B016-023BFA4F51A3}">
      <dgm:prSet/>
      <dgm:spPr/>
      <dgm:t>
        <a:bodyPr/>
        <a:lstStyle/>
        <a:p>
          <a:endParaRPr lang="en-US" sz="1000">
            <a:solidFill>
              <a:schemeClr val="tx1"/>
            </a:solidFill>
            <a:latin typeface="+mn-lt"/>
          </a:endParaRPr>
        </a:p>
      </dgm:t>
    </dgm:pt>
    <dgm:pt modelId="{87452399-08CB-465A-9F37-72E5CE202F13}">
      <dgm:prSet phldrT="[Text]" custT="1"/>
      <dgm:spPr/>
      <dgm:t>
        <a:bodyPr/>
        <a:lstStyle/>
        <a:p>
          <a:r>
            <a:rPr lang="en-US" altLang="en-US" sz="1000" b="0" dirty="0">
              <a:solidFill>
                <a:schemeClr val="tx1"/>
              </a:solidFill>
              <a:latin typeface="+mn-lt"/>
            </a:rPr>
            <a:t>GR against Purchase Order and </a:t>
          </a:r>
          <a:br>
            <a:rPr lang="en-US" altLang="en-US" sz="1000" b="0" dirty="0">
              <a:solidFill>
                <a:schemeClr val="tx1"/>
              </a:solidFill>
              <a:latin typeface="+mn-lt"/>
            </a:rPr>
          </a:br>
          <a:r>
            <a:rPr lang="en-US" altLang="en-US" sz="1000" b="0" dirty="0">
              <a:solidFill>
                <a:schemeClr val="tx1"/>
              </a:solidFill>
              <a:latin typeface="+mn-lt"/>
            </a:rPr>
            <a:t>Print GR slip</a:t>
          </a:r>
          <a:br>
            <a:rPr lang="en-US" altLang="en-US" sz="1000" b="0" dirty="0">
              <a:solidFill>
                <a:schemeClr val="tx1"/>
              </a:solidFill>
              <a:latin typeface="+mn-lt"/>
            </a:rPr>
          </a:br>
          <a:r>
            <a:rPr lang="en-US" altLang="en-US" sz="1000" b="0" dirty="0">
              <a:solidFill>
                <a:schemeClr val="tx1"/>
              </a:solidFill>
              <a:latin typeface="+mn-lt"/>
            </a:rPr>
            <a:t>(MIGO</a:t>
          </a:r>
          <a:r>
            <a:rPr lang="da-DK" altLang="en-US" sz="1000" b="0" dirty="0">
              <a:solidFill>
                <a:schemeClr val="tx1"/>
              </a:solidFill>
              <a:latin typeface="+mn-lt"/>
            </a:rPr>
            <a:t>)</a:t>
          </a:r>
          <a:endParaRPr lang="en-US" sz="1000" b="0" dirty="0">
            <a:solidFill>
              <a:schemeClr val="tx1"/>
            </a:solidFill>
            <a:latin typeface="+mn-lt"/>
          </a:endParaRPr>
        </a:p>
      </dgm:t>
    </dgm:pt>
    <dgm:pt modelId="{553CDC69-A86F-4D2A-88BC-8EF5381DA9D6}" type="parTrans" cxnId="{677D16F7-7101-43C3-8ABA-AFE8FF0CD930}">
      <dgm:prSet/>
      <dgm:spPr/>
      <dgm:t>
        <a:bodyPr/>
        <a:lstStyle/>
        <a:p>
          <a:endParaRPr lang="en-US" sz="1000">
            <a:solidFill>
              <a:schemeClr val="tx1"/>
            </a:solidFill>
            <a:latin typeface="+mn-lt"/>
          </a:endParaRPr>
        </a:p>
      </dgm:t>
    </dgm:pt>
    <dgm:pt modelId="{4375355D-59EB-48B9-85B6-B4DC65C4DF63}" type="sibTrans" cxnId="{677D16F7-7101-43C3-8ABA-AFE8FF0CD930}">
      <dgm:prSet/>
      <dgm:spPr/>
      <dgm:t>
        <a:bodyPr/>
        <a:lstStyle/>
        <a:p>
          <a:endParaRPr lang="en-US" sz="1000">
            <a:solidFill>
              <a:schemeClr val="tx1"/>
            </a:solidFill>
            <a:latin typeface="+mn-lt"/>
          </a:endParaRPr>
        </a:p>
      </dgm:t>
    </dgm:pt>
    <dgm:pt modelId="{54990FEB-CD50-4C8B-B2FE-D016BD62C519}">
      <dgm:prSet phldrT="[Text]" custT="1"/>
      <dgm:spPr/>
      <dgm:t>
        <a:bodyPr/>
        <a:lstStyle/>
        <a:p>
          <a:r>
            <a:rPr lang="en-US" sz="1000" dirty="0">
              <a:solidFill>
                <a:schemeClr val="tx1"/>
              </a:solidFill>
              <a:latin typeface="+mn-lt"/>
            </a:rPr>
            <a:t>Materials arrive</a:t>
          </a:r>
        </a:p>
      </dgm:t>
    </dgm:pt>
    <dgm:pt modelId="{A39D9320-5517-4102-B791-2E1D1F0D3FF7}" type="parTrans" cxnId="{B3106C96-3E66-4FA2-A61E-30892B6EE258}">
      <dgm:prSet/>
      <dgm:spPr/>
      <dgm:t>
        <a:bodyPr/>
        <a:lstStyle/>
        <a:p>
          <a:endParaRPr lang="en-US" sz="1000">
            <a:solidFill>
              <a:schemeClr val="tx1"/>
            </a:solidFill>
            <a:latin typeface="+mn-lt"/>
          </a:endParaRPr>
        </a:p>
      </dgm:t>
    </dgm:pt>
    <dgm:pt modelId="{5DE0DF4F-7AD7-4007-B8B3-11D34C1931D5}" type="sibTrans" cxnId="{B3106C96-3E66-4FA2-A61E-30892B6EE258}">
      <dgm:prSet/>
      <dgm:spPr/>
      <dgm:t>
        <a:bodyPr/>
        <a:lstStyle/>
        <a:p>
          <a:endParaRPr lang="en-US" sz="1000">
            <a:solidFill>
              <a:schemeClr val="tx1"/>
            </a:solidFill>
            <a:latin typeface="+mn-lt"/>
          </a:endParaRPr>
        </a:p>
      </dgm:t>
    </dgm:pt>
    <dgm:pt modelId="{DB335F29-B475-4386-BABC-507C18A08257}">
      <dgm:prSet custT="1"/>
      <dgm:spPr/>
      <dgm:t>
        <a:bodyPr/>
        <a:lstStyle/>
        <a:p>
          <a:r>
            <a:rPr lang="en-US" sz="1000" dirty="0">
              <a:solidFill>
                <a:schemeClr val="tx1"/>
              </a:solidFill>
              <a:latin typeface="+mn-lt"/>
            </a:rPr>
            <a:t>Delivery is checked</a:t>
          </a:r>
        </a:p>
      </dgm:t>
    </dgm:pt>
    <dgm:pt modelId="{1B2C71A8-ECBF-430F-AB6C-3FFC1EEECEC6}" type="parTrans" cxnId="{9F8E657C-2632-4C65-8710-1FCB62B96445}">
      <dgm:prSet/>
      <dgm:spPr/>
      <dgm:t>
        <a:bodyPr/>
        <a:lstStyle/>
        <a:p>
          <a:endParaRPr lang="en-US" sz="1000">
            <a:solidFill>
              <a:schemeClr val="tx1"/>
            </a:solidFill>
            <a:latin typeface="+mn-lt"/>
          </a:endParaRPr>
        </a:p>
      </dgm:t>
    </dgm:pt>
    <dgm:pt modelId="{75F9BDC7-FC8E-4229-A8E1-3B795C2B01C7}" type="sibTrans" cxnId="{9F8E657C-2632-4C65-8710-1FCB62B96445}">
      <dgm:prSet/>
      <dgm:spPr/>
      <dgm:t>
        <a:bodyPr/>
        <a:lstStyle/>
        <a:p>
          <a:endParaRPr lang="en-US" sz="1000">
            <a:solidFill>
              <a:schemeClr val="tx1"/>
            </a:solidFill>
            <a:latin typeface="+mn-lt"/>
          </a:endParaRPr>
        </a:p>
      </dgm:t>
    </dgm:pt>
    <dgm:pt modelId="{2252B0C0-19B5-441F-91F5-098C46B209BF}">
      <dgm:prSet custT="1"/>
      <dgm:spPr/>
      <dgm:t>
        <a:bodyPr/>
        <a:lstStyle/>
        <a:p>
          <a:r>
            <a:rPr lang="en-US" altLang="en-US" sz="1000" b="0" dirty="0">
              <a:solidFill>
                <a:schemeClr val="tx1"/>
              </a:solidFill>
              <a:latin typeface="+mn-lt"/>
            </a:rPr>
            <a:t>The goods are </a:t>
          </a:r>
          <a:br>
            <a:rPr lang="en-US" altLang="en-US" sz="1000" b="0" dirty="0">
              <a:solidFill>
                <a:schemeClr val="tx1"/>
              </a:solidFill>
              <a:latin typeface="+mn-lt"/>
            </a:rPr>
          </a:br>
          <a:r>
            <a:rPr lang="en-US" altLang="en-US" sz="1000" b="0" dirty="0">
              <a:solidFill>
                <a:schemeClr val="tx1"/>
              </a:solidFill>
              <a:latin typeface="+mn-lt"/>
            </a:rPr>
            <a:t>received into Unrestricted Stock</a:t>
          </a:r>
        </a:p>
      </dgm:t>
    </dgm:pt>
    <dgm:pt modelId="{2FA62767-8E1D-4647-AFD1-A555E52F9E9F}" type="parTrans" cxnId="{F0859C2A-8183-4885-AED5-B9A2E5793135}">
      <dgm:prSet/>
      <dgm:spPr/>
      <dgm:t>
        <a:bodyPr/>
        <a:lstStyle/>
        <a:p>
          <a:endParaRPr lang="en-US"/>
        </a:p>
      </dgm:t>
    </dgm:pt>
    <dgm:pt modelId="{62386A8F-925B-45A3-AF4F-41B8D9FA3B08}" type="sibTrans" cxnId="{F0859C2A-8183-4885-AED5-B9A2E5793135}">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6">
        <dgm:presLayoutVars>
          <dgm:bulletEnabled val="1"/>
        </dgm:presLayoutVars>
      </dgm:prSet>
      <dgm:spPr/>
    </dgm:pt>
    <dgm:pt modelId="{17A9F566-FAA7-44E9-A10D-DE0CFAB10F0C}" type="pres">
      <dgm:prSet presAssocID="{0D4C2103-7293-4F50-BC10-21C360ACF201}" presName="sibTrans" presStyleLbl="sibTrans1D1" presStyleIdx="0" presStyleCnt="5"/>
      <dgm:spPr/>
    </dgm:pt>
    <dgm:pt modelId="{186A258E-215B-4E2E-B54D-05EEF2DFBDE2}" type="pres">
      <dgm:prSet presAssocID="{0D4C2103-7293-4F50-BC10-21C360ACF201}" presName="connectorText" presStyleLbl="sibTrans1D1" presStyleIdx="0" presStyleCnt="5"/>
      <dgm:spPr/>
    </dgm:pt>
    <dgm:pt modelId="{FAE8D520-94C0-4912-92FC-698735CB6206}" type="pres">
      <dgm:prSet presAssocID="{54990FEB-CD50-4C8B-B2FE-D016BD62C519}" presName="node" presStyleLbl="node1" presStyleIdx="1" presStyleCnt="6">
        <dgm:presLayoutVars>
          <dgm:bulletEnabled val="1"/>
        </dgm:presLayoutVars>
      </dgm:prSet>
      <dgm:spPr/>
    </dgm:pt>
    <dgm:pt modelId="{725065C6-39C8-4553-836E-B1758BDDDE95}" type="pres">
      <dgm:prSet presAssocID="{5DE0DF4F-7AD7-4007-B8B3-11D34C1931D5}" presName="sibTrans" presStyleLbl="sibTrans1D1" presStyleIdx="1" presStyleCnt="5"/>
      <dgm:spPr/>
    </dgm:pt>
    <dgm:pt modelId="{D160DE9A-40C3-42ED-9538-8A6F4BB69E04}" type="pres">
      <dgm:prSet presAssocID="{5DE0DF4F-7AD7-4007-B8B3-11D34C1931D5}" presName="connectorText" presStyleLbl="sibTrans1D1" presStyleIdx="1" presStyleCnt="5"/>
      <dgm:spPr/>
    </dgm:pt>
    <dgm:pt modelId="{5A18CFCC-305E-48A0-B554-7EA9723FF089}" type="pres">
      <dgm:prSet presAssocID="{3E1137E7-49F2-4F89-B609-4F1F5B51C7C9}" presName="node" presStyleLbl="node1" presStyleIdx="2" presStyleCnt="6">
        <dgm:presLayoutVars>
          <dgm:bulletEnabled val="1"/>
        </dgm:presLayoutVars>
      </dgm:prSet>
      <dgm:spPr/>
    </dgm:pt>
    <dgm:pt modelId="{2B1D33D1-EAB1-42A2-83E8-768E41985EDB}" type="pres">
      <dgm:prSet presAssocID="{B4DCA5BE-2FC0-4696-92DA-EA23EC21C3C2}" presName="sibTrans" presStyleLbl="sibTrans1D1" presStyleIdx="2" presStyleCnt="5"/>
      <dgm:spPr/>
    </dgm:pt>
    <dgm:pt modelId="{6B221F6C-D98C-478A-BE19-F55ADAB9AD1E}" type="pres">
      <dgm:prSet presAssocID="{B4DCA5BE-2FC0-4696-92DA-EA23EC21C3C2}" presName="connectorText" presStyleLbl="sibTrans1D1" presStyleIdx="2" presStyleCnt="5"/>
      <dgm:spPr/>
    </dgm:pt>
    <dgm:pt modelId="{C3A0996D-5D97-4524-8817-53E873230973}" type="pres">
      <dgm:prSet presAssocID="{DB335F29-B475-4386-BABC-507C18A08257}" presName="node" presStyleLbl="node1" presStyleIdx="3" presStyleCnt="6">
        <dgm:presLayoutVars>
          <dgm:bulletEnabled val="1"/>
        </dgm:presLayoutVars>
      </dgm:prSet>
      <dgm:spPr/>
    </dgm:pt>
    <dgm:pt modelId="{F6B02E2E-9E51-400B-BC11-BB97867C0891}" type="pres">
      <dgm:prSet presAssocID="{75F9BDC7-FC8E-4229-A8E1-3B795C2B01C7}" presName="sibTrans" presStyleLbl="sibTrans1D1" presStyleIdx="3" presStyleCnt="5"/>
      <dgm:spPr/>
    </dgm:pt>
    <dgm:pt modelId="{E8B935B6-0BA4-4377-AAC3-A8B7BBCFABA1}" type="pres">
      <dgm:prSet presAssocID="{75F9BDC7-FC8E-4229-A8E1-3B795C2B01C7}" presName="connectorText" presStyleLbl="sibTrans1D1" presStyleIdx="3" presStyleCnt="5"/>
      <dgm:spPr/>
    </dgm:pt>
    <dgm:pt modelId="{6D6D02E3-897E-4E12-97D9-B57BEDEA25EC}" type="pres">
      <dgm:prSet presAssocID="{87452399-08CB-465A-9F37-72E5CE202F13}" presName="node" presStyleLbl="node1" presStyleIdx="4" presStyleCnt="6">
        <dgm:presLayoutVars>
          <dgm:bulletEnabled val="1"/>
        </dgm:presLayoutVars>
      </dgm:prSet>
      <dgm:spPr/>
    </dgm:pt>
    <dgm:pt modelId="{2AFF6856-C189-4566-91E3-E9CF7671427D}" type="pres">
      <dgm:prSet presAssocID="{4375355D-59EB-48B9-85B6-B4DC65C4DF63}" presName="sibTrans" presStyleLbl="sibTrans1D1" presStyleIdx="4" presStyleCnt="5"/>
      <dgm:spPr/>
    </dgm:pt>
    <dgm:pt modelId="{169415C8-2BF7-4B9B-824F-7947337C679D}" type="pres">
      <dgm:prSet presAssocID="{4375355D-59EB-48B9-85B6-B4DC65C4DF63}" presName="connectorText" presStyleLbl="sibTrans1D1" presStyleIdx="4" presStyleCnt="5"/>
      <dgm:spPr/>
    </dgm:pt>
    <dgm:pt modelId="{0B842C76-CD15-45F2-9DEB-2667F3F2E69B}" type="pres">
      <dgm:prSet presAssocID="{2252B0C0-19B5-441F-91F5-098C46B209BF}" presName="node" presStyleLbl="node1" presStyleIdx="5" presStyleCnt="6">
        <dgm:presLayoutVars>
          <dgm:bulletEnabled val="1"/>
        </dgm:presLayoutVars>
      </dgm:prSet>
      <dgm:spPr/>
    </dgm:pt>
  </dgm:ptLst>
  <dgm:cxnLst>
    <dgm:cxn modelId="{CDAB9C01-3939-4BB6-9535-E57754DB138D}" type="presOf" srcId="{75F9BDC7-FC8E-4229-A8E1-3B795C2B01C7}" destId="{F6B02E2E-9E51-400B-BC11-BB97867C0891}" srcOrd="0" destOrd="0" presId="urn:microsoft.com/office/officeart/2005/8/layout/bProcess3"/>
    <dgm:cxn modelId="{75DA4A0A-E515-4EE7-AE1E-2D441D86E4E2}" type="presOf" srcId="{54990FEB-CD50-4C8B-B2FE-D016BD62C519}" destId="{FAE8D520-94C0-4912-92FC-698735CB6206}" srcOrd="0" destOrd="0" presId="urn:microsoft.com/office/officeart/2005/8/layout/bProcess3"/>
    <dgm:cxn modelId="{F0859C2A-8183-4885-AED5-B9A2E5793135}" srcId="{2EB69EFB-3A0B-4C9F-85E1-88B4EC72664F}" destId="{2252B0C0-19B5-441F-91F5-098C46B209BF}" srcOrd="5" destOrd="0" parTransId="{2FA62767-8E1D-4647-AFD1-A555E52F9E9F}" sibTransId="{62386A8F-925B-45A3-AF4F-41B8D9FA3B08}"/>
    <dgm:cxn modelId="{C250053E-C86D-4049-A11C-0E7318FE8D98}" type="presOf" srcId="{3E1137E7-49F2-4F89-B609-4F1F5B51C7C9}" destId="{5A18CFCC-305E-48A0-B554-7EA9723FF089}" srcOrd="0"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B91E3664-8F73-4E6B-BA88-990A29F7E84B}" type="presOf" srcId="{B4DCA5BE-2FC0-4696-92DA-EA23EC21C3C2}" destId="{2B1D33D1-EAB1-42A2-83E8-768E41985EDB}" srcOrd="0" destOrd="0" presId="urn:microsoft.com/office/officeart/2005/8/layout/bProcess3"/>
    <dgm:cxn modelId="{208E6E46-05A6-49AE-8DD2-8F2A5658ECE5}" type="presOf" srcId="{4375355D-59EB-48B9-85B6-B4DC65C4DF63}" destId="{2AFF6856-C189-4566-91E3-E9CF7671427D}" srcOrd="0" destOrd="0" presId="urn:microsoft.com/office/officeart/2005/8/layout/bProcess3"/>
    <dgm:cxn modelId="{E7FDC468-EE73-45B4-BBF0-D85A06285A07}" type="presOf" srcId="{DB335F29-B475-4386-BABC-507C18A08257}" destId="{C3A0996D-5D97-4524-8817-53E873230973}" srcOrd="0" destOrd="0" presId="urn:microsoft.com/office/officeart/2005/8/layout/bProcess3"/>
    <dgm:cxn modelId="{8DD5B373-288A-49DC-A11C-A8921862FFF6}" type="presOf" srcId="{B4DCA5BE-2FC0-4696-92DA-EA23EC21C3C2}" destId="{6B221F6C-D98C-478A-BE19-F55ADAB9AD1E}" srcOrd="1" destOrd="0" presId="urn:microsoft.com/office/officeart/2005/8/layout/bProcess3"/>
    <dgm:cxn modelId="{A61BC976-5D00-47F6-8765-E3BA6C391198}" type="presOf" srcId="{5DE0DF4F-7AD7-4007-B8B3-11D34C1931D5}" destId="{725065C6-39C8-4553-836E-B1758BDDDE95}" srcOrd="0" destOrd="0" presId="urn:microsoft.com/office/officeart/2005/8/layout/bProcess3"/>
    <dgm:cxn modelId="{9F8E657C-2632-4C65-8710-1FCB62B96445}" srcId="{2EB69EFB-3A0B-4C9F-85E1-88B4EC72664F}" destId="{DB335F29-B475-4386-BABC-507C18A08257}" srcOrd="3" destOrd="0" parTransId="{1B2C71A8-ECBF-430F-AB6C-3FFC1EEECEC6}" sibTransId="{75F9BDC7-FC8E-4229-A8E1-3B795C2B01C7}"/>
    <dgm:cxn modelId="{C9B13283-B5A2-4C4E-B12D-1694A9F0639B}" type="presOf" srcId="{75F9BDC7-FC8E-4229-A8E1-3B795C2B01C7}" destId="{E8B935B6-0BA4-4377-AAC3-A8B7BBCFABA1}" srcOrd="1" destOrd="0" presId="urn:microsoft.com/office/officeart/2005/8/layout/bProcess3"/>
    <dgm:cxn modelId="{36E1EB8D-CF2E-48E0-98F7-74B65D226A13}" type="presOf" srcId="{87452399-08CB-465A-9F37-72E5CE202F13}" destId="{6D6D02E3-897E-4E12-97D9-B57BEDEA25EC}" srcOrd="0" destOrd="0" presId="urn:microsoft.com/office/officeart/2005/8/layout/bProcess3"/>
    <dgm:cxn modelId="{9BC73291-3FB6-441D-BE22-BE4D2EB63446}" type="presOf" srcId="{5DE0DF4F-7AD7-4007-B8B3-11D34C1931D5}" destId="{D160DE9A-40C3-42ED-9538-8A6F4BB69E04}" srcOrd="1" destOrd="0" presId="urn:microsoft.com/office/officeart/2005/8/layout/bProcess3"/>
    <dgm:cxn modelId="{DC129891-7B86-49A8-BF8E-479D25FA666E}" type="presOf" srcId="{4375355D-59EB-48B9-85B6-B4DC65C4DF63}" destId="{169415C8-2BF7-4B9B-824F-7947337C679D}" srcOrd="1" destOrd="0" presId="urn:microsoft.com/office/officeart/2005/8/layout/bProcess3"/>
    <dgm:cxn modelId="{B3106C96-3E66-4FA2-A61E-30892B6EE258}" srcId="{2EB69EFB-3A0B-4C9F-85E1-88B4EC72664F}" destId="{54990FEB-CD50-4C8B-B2FE-D016BD62C519}" srcOrd="1" destOrd="0" parTransId="{A39D9320-5517-4102-B791-2E1D1F0D3FF7}" sibTransId="{5DE0DF4F-7AD7-4007-B8B3-11D34C1931D5}"/>
    <dgm:cxn modelId="{744528C8-85F7-4B7B-9F02-E685B39FEBCC}" type="presOf" srcId="{2252B0C0-19B5-441F-91F5-098C46B209BF}" destId="{0B842C76-CD15-45F2-9DEB-2667F3F2E69B}"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92765CE3-7841-4CB9-B016-023BFA4F51A3}" srcId="{2EB69EFB-3A0B-4C9F-85E1-88B4EC72664F}" destId="{3E1137E7-49F2-4F89-B609-4F1F5B51C7C9}" srcOrd="2" destOrd="0" parTransId="{20B9841E-F801-4D18-A036-797D8A9722B8}" sibTransId="{B4DCA5BE-2FC0-4696-92DA-EA23EC21C3C2}"/>
    <dgm:cxn modelId="{734A63F0-9002-445A-B8F4-F473369743B6}" type="presOf" srcId="{2EB69EFB-3A0B-4C9F-85E1-88B4EC72664F}" destId="{3605E5BE-F203-40DB-BF87-FDD8DAD2E2F9}" srcOrd="0" destOrd="0" presId="urn:microsoft.com/office/officeart/2005/8/layout/bProcess3"/>
    <dgm:cxn modelId="{6C7818F2-0815-4CC3-9E28-D6287913DA97}" type="presOf" srcId="{0D4C2103-7293-4F50-BC10-21C360ACF201}" destId="{17A9F566-FAA7-44E9-A10D-DE0CFAB10F0C}" srcOrd="0" destOrd="0" presId="urn:microsoft.com/office/officeart/2005/8/layout/bProcess3"/>
    <dgm:cxn modelId="{4B1DEFF6-8ACF-432A-8370-1204776C7601}" type="presOf" srcId="{0D4C2103-7293-4F50-BC10-21C360ACF201}" destId="{186A258E-215B-4E2E-B54D-05EEF2DFBDE2}" srcOrd="1" destOrd="0" presId="urn:microsoft.com/office/officeart/2005/8/layout/bProcess3"/>
    <dgm:cxn modelId="{677D16F7-7101-43C3-8ABA-AFE8FF0CD930}" srcId="{2EB69EFB-3A0B-4C9F-85E1-88B4EC72664F}" destId="{87452399-08CB-465A-9F37-72E5CE202F13}" srcOrd="4" destOrd="0" parTransId="{553CDC69-A86F-4D2A-88BC-8EF5381DA9D6}" sibTransId="{4375355D-59EB-48B9-85B6-B4DC65C4DF63}"/>
    <dgm:cxn modelId="{7D158F5E-21A3-478B-8D09-1B7D42887DD2}" type="presParOf" srcId="{3605E5BE-F203-40DB-BF87-FDD8DAD2E2F9}" destId="{31F3F0B0-396F-469C-AD1E-E2C46D96D875}" srcOrd="0" destOrd="0" presId="urn:microsoft.com/office/officeart/2005/8/layout/bProcess3"/>
    <dgm:cxn modelId="{0FFC80A7-2DE3-4046-9663-798DDBB694EB}" type="presParOf" srcId="{3605E5BE-F203-40DB-BF87-FDD8DAD2E2F9}" destId="{17A9F566-FAA7-44E9-A10D-DE0CFAB10F0C}" srcOrd="1" destOrd="0" presId="urn:microsoft.com/office/officeart/2005/8/layout/bProcess3"/>
    <dgm:cxn modelId="{49B8ED22-7C45-49A2-9F8D-F2EDB1BD00AB}" type="presParOf" srcId="{17A9F566-FAA7-44E9-A10D-DE0CFAB10F0C}" destId="{186A258E-215B-4E2E-B54D-05EEF2DFBDE2}" srcOrd="0" destOrd="0" presId="urn:microsoft.com/office/officeart/2005/8/layout/bProcess3"/>
    <dgm:cxn modelId="{73F283DD-0747-442A-BE34-0A4D30CFA2C0}" type="presParOf" srcId="{3605E5BE-F203-40DB-BF87-FDD8DAD2E2F9}" destId="{FAE8D520-94C0-4912-92FC-698735CB6206}" srcOrd="2" destOrd="0" presId="urn:microsoft.com/office/officeart/2005/8/layout/bProcess3"/>
    <dgm:cxn modelId="{FD30CAB2-173B-419F-9507-F051C092DFBF}" type="presParOf" srcId="{3605E5BE-F203-40DB-BF87-FDD8DAD2E2F9}" destId="{725065C6-39C8-4553-836E-B1758BDDDE95}" srcOrd="3" destOrd="0" presId="urn:microsoft.com/office/officeart/2005/8/layout/bProcess3"/>
    <dgm:cxn modelId="{AB499463-D413-490F-AFEF-2DD2D5EEEF21}" type="presParOf" srcId="{725065C6-39C8-4553-836E-B1758BDDDE95}" destId="{D160DE9A-40C3-42ED-9538-8A6F4BB69E04}" srcOrd="0" destOrd="0" presId="urn:microsoft.com/office/officeart/2005/8/layout/bProcess3"/>
    <dgm:cxn modelId="{68B950AF-5A5C-4B7B-B228-165AC6AE2E13}" type="presParOf" srcId="{3605E5BE-F203-40DB-BF87-FDD8DAD2E2F9}" destId="{5A18CFCC-305E-48A0-B554-7EA9723FF089}" srcOrd="4" destOrd="0" presId="urn:microsoft.com/office/officeart/2005/8/layout/bProcess3"/>
    <dgm:cxn modelId="{D2EA9F46-6273-4130-BCE9-11EF85D595A5}" type="presParOf" srcId="{3605E5BE-F203-40DB-BF87-FDD8DAD2E2F9}" destId="{2B1D33D1-EAB1-42A2-83E8-768E41985EDB}" srcOrd="5" destOrd="0" presId="urn:microsoft.com/office/officeart/2005/8/layout/bProcess3"/>
    <dgm:cxn modelId="{869A9660-84A4-46C8-AC56-B823DEA30435}" type="presParOf" srcId="{2B1D33D1-EAB1-42A2-83E8-768E41985EDB}" destId="{6B221F6C-D98C-478A-BE19-F55ADAB9AD1E}" srcOrd="0" destOrd="0" presId="urn:microsoft.com/office/officeart/2005/8/layout/bProcess3"/>
    <dgm:cxn modelId="{78A04901-ED1B-4253-A244-FCD33CA1A2D7}" type="presParOf" srcId="{3605E5BE-F203-40DB-BF87-FDD8DAD2E2F9}" destId="{C3A0996D-5D97-4524-8817-53E873230973}" srcOrd="6" destOrd="0" presId="urn:microsoft.com/office/officeart/2005/8/layout/bProcess3"/>
    <dgm:cxn modelId="{FB38CF4D-0243-459E-BD82-15DC101F4D3A}" type="presParOf" srcId="{3605E5BE-F203-40DB-BF87-FDD8DAD2E2F9}" destId="{F6B02E2E-9E51-400B-BC11-BB97867C0891}" srcOrd="7" destOrd="0" presId="urn:microsoft.com/office/officeart/2005/8/layout/bProcess3"/>
    <dgm:cxn modelId="{B20EB405-1E11-4CB0-91F9-B4FA16269CCB}" type="presParOf" srcId="{F6B02E2E-9E51-400B-BC11-BB97867C0891}" destId="{E8B935B6-0BA4-4377-AAC3-A8B7BBCFABA1}" srcOrd="0" destOrd="0" presId="urn:microsoft.com/office/officeart/2005/8/layout/bProcess3"/>
    <dgm:cxn modelId="{6E2EC86D-BEE0-430D-B6FF-AAE5A564C4E3}" type="presParOf" srcId="{3605E5BE-F203-40DB-BF87-FDD8DAD2E2F9}" destId="{6D6D02E3-897E-4E12-97D9-B57BEDEA25EC}" srcOrd="8" destOrd="0" presId="urn:microsoft.com/office/officeart/2005/8/layout/bProcess3"/>
    <dgm:cxn modelId="{B66F634C-88E7-4506-AD3E-66781309DEDC}" type="presParOf" srcId="{3605E5BE-F203-40DB-BF87-FDD8DAD2E2F9}" destId="{2AFF6856-C189-4566-91E3-E9CF7671427D}" srcOrd="9" destOrd="0" presId="urn:microsoft.com/office/officeart/2005/8/layout/bProcess3"/>
    <dgm:cxn modelId="{CD92B751-882D-4434-9BE0-EA2EEB8D19FC}" type="presParOf" srcId="{2AFF6856-C189-4566-91E3-E9CF7671427D}" destId="{169415C8-2BF7-4B9B-824F-7947337C679D}" srcOrd="0" destOrd="0" presId="urn:microsoft.com/office/officeart/2005/8/layout/bProcess3"/>
    <dgm:cxn modelId="{F26C39A3-DD8B-44CF-9C66-973696285C27}" type="presParOf" srcId="{3605E5BE-F203-40DB-BF87-FDD8DAD2E2F9}" destId="{0B842C76-CD15-45F2-9DEB-2667F3F2E69B}"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GR into Unrestricted Stock by SF during confirmation posting</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3E1137E7-49F2-4F89-B609-4F1F5B51C7C9}">
      <dgm:prSet phldrT="[Text]" custT="1"/>
      <dgm:spPr/>
      <dgm:t>
        <a:bodyPr/>
        <a:lstStyle/>
        <a:p>
          <a:r>
            <a:rPr lang="en-US" sz="1000" dirty="0">
              <a:solidFill>
                <a:schemeClr val="tx1"/>
              </a:solidFill>
              <a:latin typeface="+mn-lt"/>
            </a:rPr>
            <a:t>Transfer FG to the Warehouse</a:t>
          </a:r>
        </a:p>
        <a:p>
          <a:r>
            <a:rPr lang="en-US" sz="1000" b="1" dirty="0">
              <a:solidFill>
                <a:schemeClr val="accent4">
                  <a:lumMod val="20000"/>
                  <a:lumOff val="80000"/>
                </a:schemeClr>
              </a:solidFill>
              <a:latin typeface="+mn-lt"/>
            </a:rPr>
            <a:t>(MIGO; Movement Type 311)</a:t>
          </a:r>
        </a:p>
      </dgm:t>
    </dgm:pt>
    <dgm:pt modelId="{20B9841E-F801-4D18-A036-797D8A9722B8}" type="parTrans" cxnId="{92765CE3-7841-4CB9-B016-023BFA4F51A3}">
      <dgm:prSet/>
      <dgm:spPr/>
      <dgm:t>
        <a:bodyPr/>
        <a:lstStyle/>
        <a:p>
          <a:endParaRPr lang="en-US" sz="1000">
            <a:solidFill>
              <a:schemeClr val="tx1"/>
            </a:solidFill>
            <a:latin typeface="+mn-lt"/>
          </a:endParaRPr>
        </a:p>
      </dgm:t>
    </dgm:pt>
    <dgm:pt modelId="{B4DCA5BE-2FC0-4696-92DA-EA23EC21C3C2}" type="sibTrans" cxnId="{92765CE3-7841-4CB9-B016-023BFA4F51A3}">
      <dgm:prSet/>
      <dgm:spPr/>
      <dgm:t>
        <a:bodyPr/>
        <a:lstStyle/>
        <a:p>
          <a:endParaRPr lang="en-US" sz="1000">
            <a:solidFill>
              <a:schemeClr val="tx1"/>
            </a:solidFill>
            <a:latin typeface="+mn-lt"/>
          </a:endParaRPr>
        </a:p>
      </dgm:t>
    </dgm:pt>
    <dgm:pt modelId="{54990FEB-CD50-4C8B-B2FE-D016BD62C519}">
      <dgm:prSet phldrT="[Text]" custT="1"/>
      <dgm:spPr/>
      <dgm:t>
        <a:bodyPr/>
        <a:lstStyle/>
        <a:p>
          <a:r>
            <a:rPr lang="en-US" sz="1000" dirty="0">
              <a:solidFill>
                <a:schemeClr val="tx1"/>
              </a:solidFill>
              <a:latin typeface="+mn-lt"/>
            </a:rPr>
            <a:t>Print Pallet label – if required</a:t>
          </a:r>
        </a:p>
        <a:p>
          <a:r>
            <a:rPr lang="en-US" sz="1000" dirty="0">
              <a:solidFill>
                <a:schemeClr val="tx1"/>
              </a:solidFill>
              <a:latin typeface="+mn-lt"/>
            </a:rPr>
            <a:t>(ZMIMA01)</a:t>
          </a:r>
        </a:p>
      </dgm:t>
    </dgm:pt>
    <dgm:pt modelId="{A39D9320-5517-4102-B791-2E1D1F0D3FF7}" type="parTrans" cxnId="{B3106C96-3E66-4FA2-A61E-30892B6EE258}">
      <dgm:prSet/>
      <dgm:spPr/>
      <dgm:t>
        <a:bodyPr/>
        <a:lstStyle/>
        <a:p>
          <a:endParaRPr lang="en-US" sz="1000">
            <a:solidFill>
              <a:schemeClr val="tx1"/>
            </a:solidFill>
            <a:latin typeface="+mn-lt"/>
          </a:endParaRPr>
        </a:p>
      </dgm:t>
    </dgm:pt>
    <dgm:pt modelId="{5DE0DF4F-7AD7-4007-B8B3-11D34C1931D5}" type="sibTrans" cxnId="{B3106C96-3E66-4FA2-A61E-30892B6EE258}">
      <dgm:prSet/>
      <dgm:spPr/>
      <dgm:t>
        <a:bodyPr/>
        <a:lstStyle/>
        <a:p>
          <a:endParaRPr lang="en-US" sz="1000">
            <a:solidFill>
              <a:schemeClr val="tx1"/>
            </a:solidFill>
            <a:latin typeface="+mn-lt"/>
          </a:endParaRPr>
        </a:p>
      </dgm:t>
    </dgm:pt>
    <dgm:pt modelId="{2252B0C0-19B5-441F-91F5-098C46B209BF}">
      <dgm:prSet custT="1"/>
      <dgm:spPr/>
      <dgm:t>
        <a:bodyPr/>
        <a:lstStyle/>
        <a:p>
          <a:r>
            <a:rPr lang="en-US" altLang="en-US" sz="1000" b="0" dirty="0">
              <a:solidFill>
                <a:schemeClr val="tx1"/>
              </a:solidFill>
              <a:latin typeface="+mn-lt"/>
            </a:rPr>
            <a:t>The goods are </a:t>
          </a:r>
          <a:br>
            <a:rPr lang="en-US" altLang="en-US" sz="1000" b="0" dirty="0">
              <a:solidFill>
                <a:schemeClr val="tx1"/>
              </a:solidFill>
              <a:latin typeface="+mn-lt"/>
            </a:rPr>
          </a:br>
          <a:r>
            <a:rPr lang="en-US" altLang="en-US" sz="1000" b="0" dirty="0">
              <a:solidFill>
                <a:schemeClr val="tx1"/>
              </a:solidFill>
              <a:latin typeface="+mn-lt"/>
            </a:rPr>
            <a:t>received into Warehouse Unrestricted Stock</a:t>
          </a:r>
        </a:p>
      </dgm:t>
    </dgm:pt>
    <dgm:pt modelId="{62386A8F-925B-45A3-AF4F-41B8D9FA3B08}" type="sibTrans" cxnId="{F0859C2A-8183-4885-AED5-B9A2E5793135}">
      <dgm:prSet/>
      <dgm:spPr/>
      <dgm:t>
        <a:bodyPr/>
        <a:lstStyle/>
        <a:p>
          <a:endParaRPr lang="en-US"/>
        </a:p>
      </dgm:t>
    </dgm:pt>
    <dgm:pt modelId="{2FA62767-8E1D-4647-AFD1-A555E52F9E9F}" type="parTrans" cxnId="{F0859C2A-8183-4885-AED5-B9A2E5793135}">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4">
        <dgm:presLayoutVars>
          <dgm:bulletEnabled val="1"/>
        </dgm:presLayoutVars>
      </dgm:prSet>
      <dgm:spPr/>
    </dgm:pt>
    <dgm:pt modelId="{17A9F566-FAA7-44E9-A10D-DE0CFAB10F0C}" type="pres">
      <dgm:prSet presAssocID="{0D4C2103-7293-4F50-BC10-21C360ACF201}" presName="sibTrans" presStyleLbl="sibTrans1D1" presStyleIdx="0" presStyleCnt="3"/>
      <dgm:spPr/>
    </dgm:pt>
    <dgm:pt modelId="{186A258E-215B-4E2E-B54D-05EEF2DFBDE2}" type="pres">
      <dgm:prSet presAssocID="{0D4C2103-7293-4F50-BC10-21C360ACF201}" presName="connectorText" presStyleLbl="sibTrans1D1" presStyleIdx="0" presStyleCnt="3"/>
      <dgm:spPr/>
    </dgm:pt>
    <dgm:pt modelId="{FAE8D520-94C0-4912-92FC-698735CB6206}" type="pres">
      <dgm:prSet presAssocID="{54990FEB-CD50-4C8B-B2FE-D016BD62C519}" presName="node" presStyleLbl="node1" presStyleIdx="1" presStyleCnt="4">
        <dgm:presLayoutVars>
          <dgm:bulletEnabled val="1"/>
        </dgm:presLayoutVars>
      </dgm:prSet>
      <dgm:spPr/>
    </dgm:pt>
    <dgm:pt modelId="{725065C6-39C8-4553-836E-B1758BDDDE95}" type="pres">
      <dgm:prSet presAssocID="{5DE0DF4F-7AD7-4007-B8B3-11D34C1931D5}" presName="sibTrans" presStyleLbl="sibTrans1D1" presStyleIdx="1" presStyleCnt="3"/>
      <dgm:spPr/>
    </dgm:pt>
    <dgm:pt modelId="{D160DE9A-40C3-42ED-9538-8A6F4BB69E04}" type="pres">
      <dgm:prSet presAssocID="{5DE0DF4F-7AD7-4007-B8B3-11D34C1931D5}" presName="connectorText" presStyleLbl="sibTrans1D1" presStyleIdx="1" presStyleCnt="3"/>
      <dgm:spPr/>
    </dgm:pt>
    <dgm:pt modelId="{5A18CFCC-305E-48A0-B554-7EA9723FF089}" type="pres">
      <dgm:prSet presAssocID="{3E1137E7-49F2-4F89-B609-4F1F5B51C7C9}" presName="node" presStyleLbl="node1" presStyleIdx="2" presStyleCnt="4">
        <dgm:presLayoutVars>
          <dgm:bulletEnabled val="1"/>
        </dgm:presLayoutVars>
      </dgm:prSet>
      <dgm:spPr/>
    </dgm:pt>
    <dgm:pt modelId="{2B1D33D1-EAB1-42A2-83E8-768E41985EDB}" type="pres">
      <dgm:prSet presAssocID="{B4DCA5BE-2FC0-4696-92DA-EA23EC21C3C2}" presName="sibTrans" presStyleLbl="sibTrans1D1" presStyleIdx="2" presStyleCnt="3"/>
      <dgm:spPr/>
    </dgm:pt>
    <dgm:pt modelId="{6B221F6C-D98C-478A-BE19-F55ADAB9AD1E}" type="pres">
      <dgm:prSet presAssocID="{B4DCA5BE-2FC0-4696-92DA-EA23EC21C3C2}" presName="connectorText" presStyleLbl="sibTrans1D1" presStyleIdx="2" presStyleCnt="3"/>
      <dgm:spPr/>
    </dgm:pt>
    <dgm:pt modelId="{0B842C76-CD15-45F2-9DEB-2667F3F2E69B}" type="pres">
      <dgm:prSet presAssocID="{2252B0C0-19B5-441F-91F5-098C46B209BF}" presName="node" presStyleLbl="node1" presStyleIdx="3" presStyleCnt="4">
        <dgm:presLayoutVars>
          <dgm:bulletEnabled val="1"/>
        </dgm:presLayoutVars>
      </dgm:prSet>
      <dgm:spPr/>
    </dgm:pt>
  </dgm:ptLst>
  <dgm:cxnLst>
    <dgm:cxn modelId="{75DA4A0A-E515-4EE7-AE1E-2D441D86E4E2}" type="presOf" srcId="{54990FEB-CD50-4C8B-B2FE-D016BD62C519}" destId="{FAE8D520-94C0-4912-92FC-698735CB6206}" srcOrd="0" destOrd="0" presId="urn:microsoft.com/office/officeart/2005/8/layout/bProcess3"/>
    <dgm:cxn modelId="{F0859C2A-8183-4885-AED5-B9A2E5793135}" srcId="{2EB69EFB-3A0B-4C9F-85E1-88B4EC72664F}" destId="{2252B0C0-19B5-441F-91F5-098C46B209BF}" srcOrd="3" destOrd="0" parTransId="{2FA62767-8E1D-4647-AFD1-A555E52F9E9F}" sibTransId="{62386A8F-925B-45A3-AF4F-41B8D9FA3B08}"/>
    <dgm:cxn modelId="{C250053E-C86D-4049-A11C-0E7318FE8D98}" type="presOf" srcId="{3E1137E7-49F2-4F89-B609-4F1F5B51C7C9}" destId="{5A18CFCC-305E-48A0-B554-7EA9723FF089}" srcOrd="0"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B91E3664-8F73-4E6B-BA88-990A29F7E84B}" type="presOf" srcId="{B4DCA5BE-2FC0-4696-92DA-EA23EC21C3C2}" destId="{2B1D33D1-EAB1-42A2-83E8-768E41985EDB}" srcOrd="0" destOrd="0" presId="urn:microsoft.com/office/officeart/2005/8/layout/bProcess3"/>
    <dgm:cxn modelId="{8DD5B373-288A-49DC-A11C-A8921862FFF6}" type="presOf" srcId="{B4DCA5BE-2FC0-4696-92DA-EA23EC21C3C2}" destId="{6B221F6C-D98C-478A-BE19-F55ADAB9AD1E}" srcOrd="1" destOrd="0" presId="urn:microsoft.com/office/officeart/2005/8/layout/bProcess3"/>
    <dgm:cxn modelId="{A61BC976-5D00-47F6-8765-E3BA6C391198}" type="presOf" srcId="{5DE0DF4F-7AD7-4007-B8B3-11D34C1931D5}" destId="{725065C6-39C8-4553-836E-B1758BDDDE95}" srcOrd="0" destOrd="0" presId="urn:microsoft.com/office/officeart/2005/8/layout/bProcess3"/>
    <dgm:cxn modelId="{9BC73291-3FB6-441D-BE22-BE4D2EB63446}" type="presOf" srcId="{5DE0DF4F-7AD7-4007-B8B3-11D34C1931D5}" destId="{D160DE9A-40C3-42ED-9538-8A6F4BB69E04}" srcOrd="1" destOrd="0" presId="urn:microsoft.com/office/officeart/2005/8/layout/bProcess3"/>
    <dgm:cxn modelId="{B3106C96-3E66-4FA2-A61E-30892B6EE258}" srcId="{2EB69EFB-3A0B-4C9F-85E1-88B4EC72664F}" destId="{54990FEB-CD50-4C8B-B2FE-D016BD62C519}" srcOrd="1" destOrd="0" parTransId="{A39D9320-5517-4102-B791-2E1D1F0D3FF7}" sibTransId="{5DE0DF4F-7AD7-4007-B8B3-11D34C1931D5}"/>
    <dgm:cxn modelId="{744528C8-85F7-4B7B-9F02-E685B39FEBCC}" type="presOf" srcId="{2252B0C0-19B5-441F-91F5-098C46B209BF}" destId="{0B842C76-CD15-45F2-9DEB-2667F3F2E69B}"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92765CE3-7841-4CB9-B016-023BFA4F51A3}" srcId="{2EB69EFB-3A0B-4C9F-85E1-88B4EC72664F}" destId="{3E1137E7-49F2-4F89-B609-4F1F5B51C7C9}" srcOrd="2" destOrd="0" parTransId="{20B9841E-F801-4D18-A036-797D8A9722B8}" sibTransId="{B4DCA5BE-2FC0-4696-92DA-EA23EC21C3C2}"/>
    <dgm:cxn modelId="{734A63F0-9002-445A-B8F4-F473369743B6}" type="presOf" srcId="{2EB69EFB-3A0B-4C9F-85E1-88B4EC72664F}" destId="{3605E5BE-F203-40DB-BF87-FDD8DAD2E2F9}" srcOrd="0" destOrd="0" presId="urn:microsoft.com/office/officeart/2005/8/layout/bProcess3"/>
    <dgm:cxn modelId="{6C7818F2-0815-4CC3-9E28-D6287913DA97}" type="presOf" srcId="{0D4C2103-7293-4F50-BC10-21C360ACF201}" destId="{17A9F566-FAA7-44E9-A10D-DE0CFAB10F0C}" srcOrd="0" destOrd="0" presId="urn:microsoft.com/office/officeart/2005/8/layout/bProcess3"/>
    <dgm:cxn modelId="{4B1DEFF6-8ACF-432A-8370-1204776C7601}" type="presOf" srcId="{0D4C2103-7293-4F50-BC10-21C360ACF201}" destId="{186A258E-215B-4E2E-B54D-05EEF2DFBDE2}" srcOrd="1" destOrd="0" presId="urn:microsoft.com/office/officeart/2005/8/layout/bProcess3"/>
    <dgm:cxn modelId="{7D158F5E-21A3-478B-8D09-1B7D42887DD2}" type="presParOf" srcId="{3605E5BE-F203-40DB-BF87-FDD8DAD2E2F9}" destId="{31F3F0B0-396F-469C-AD1E-E2C46D96D875}" srcOrd="0" destOrd="0" presId="urn:microsoft.com/office/officeart/2005/8/layout/bProcess3"/>
    <dgm:cxn modelId="{0FFC80A7-2DE3-4046-9663-798DDBB694EB}" type="presParOf" srcId="{3605E5BE-F203-40DB-BF87-FDD8DAD2E2F9}" destId="{17A9F566-FAA7-44E9-A10D-DE0CFAB10F0C}" srcOrd="1" destOrd="0" presId="urn:microsoft.com/office/officeart/2005/8/layout/bProcess3"/>
    <dgm:cxn modelId="{49B8ED22-7C45-49A2-9F8D-F2EDB1BD00AB}" type="presParOf" srcId="{17A9F566-FAA7-44E9-A10D-DE0CFAB10F0C}" destId="{186A258E-215B-4E2E-B54D-05EEF2DFBDE2}" srcOrd="0" destOrd="0" presId="urn:microsoft.com/office/officeart/2005/8/layout/bProcess3"/>
    <dgm:cxn modelId="{73F283DD-0747-442A-BE34-0A4D30CFA2C0}" type="presParOf" srcId="{3605E5BE-F203-40DB-BF87-FDD8DAD2E2F9}" destId="{FAE8D520-94C0-4912-92FC-698735CB6206}" srcOrd="2" destOrd="0" presId="urn:microsoft.com/office/officeart/2005/8/layout/bProcess3"/>
    <dgm:cxn modelId="{FD30CAB2-173B-419F-9507-F051C092DFBF}" type="presParOf" srcId="{3605E5BE-F203-40DB-BF87-FDD8DAD2E2F9}" destId="{725065C6-39C8-4553-836E-B1758BDDDE95}" srcOrd="3" destOrd="0" presId="urn:microsoft.com/office/officeart/2005/8/layout/bProcess3"/>
    <dgm:cxn modelId="{AB499463-D413-490F-AFEF-2DD2D5EEEF21}" type="presParOf" srcId="{725065C6-39C8-4553-836E-B1758BDDDE95}" destId="{D160DE9A-40C3-42ED-9538-8A6F4BB69E04}" srcOrd="0" destOrd="0" presId="urn:microsoft.com/office/officeart/2005/8/layout/bProcess3"/>
    <dgm:cxn modelId="{68B950AF-5A5C-4B7B-B228-165AC6AE2E13}" type="presParOf" srcId="{3605E5BE-F203-40DB-BF87-FDD8DAD2E2F9}" destId="{5A18CFCC-305E-48A0-B554-7EA9723FF089}" srcOrd="4" destOrd="0" presId="urn:microsoft.com/office/officeart/2005/8/layout/bProcess3"/>
    <dgm:cxn modelId="{D2EA9F46-6273-4130-BCE9-11EF85D595A5}" type="presParOf" srcId="{3605E5BE-F203-40DB-BF87-FDD8DAD2E2F9}" destId="{2B1D33D1-EAB1-42A2-83E8-768E41985EDB}" srcOrd="5" destOrd="0" presId="urn:microsoft.com/office/officeart/2005/8/layout/bProcess3"/>
    <dgm:cxn modelId="{869A9660-84A4-46C8-AC56-B823DEA30435}" type="presParOf" srcId="{2B1D33D1-EAB1-42A2-83E8-768E41985EDB}" destId="{6B221F6C-D98C-478A-BE19-F55ADAB9AD1E}" srcOrd="0" destOrd="0" presId="urn:microsoft.com/office/officeart/2005/8/layout/bProcess3"/>
    <dgm:cxn modelId="{F26C39A3-DD8B-44CF-9C66-973696285C27}" type="presParOf" srcId="{3605E5BE-F203-40DB-BF87-FDD8DAD2E2F9}" destId="{0B842C76-CD15-45F2-9DEB-2667F3F2E69B}"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Print GR Report</a:t>
          </a:r>
          <a:br>
            <a:rPr lang="en-US" sz="1000" dirty="0">
              <a:solidFill>
                <a:schemeClr val="tx1"/>
              </a:solidFill>
              <a:latin typeface="+mn-lt"/>
            </a:rPr>
          </a:br>
          <a:r>
            <a:rPr lang="en-US" sz="1000" dirty="0">
              <a:solidFill>
                <a:schemeClr val="tx1"/>
              </a:solidFill>
              <a:latin typeface="+mn-lt"/>
            </a:rPr>
            <a:t>(VL06I)</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3E1137E7-49F2-4F89-B609-4F1F5B51C7C9}">
      <dgm:prSet phldrT="[Text]" custT="1"/>
      <dgm:spPr/>
      <dgm:t>
        <a:bodyPr/>
        <a:lstStyle/>
        <a:p>
          <a:r>
            <a:rPr lang="en-US" sz="1000" dirty="0">
              <a:solidFill>
                <a:schemeClr val="tx1"/>
              </a:solidFill>
              <a:latin typeface="+mn-lt"/>
            </a:rPr>
            <a:t>Check Delivery</a:t>
          </a:r>
          <a:endParaRPr lang="en-US" sz="1000" strike="dblStrike" baseline="0" dirty="0">
            <a:solidFill>
              <a:schemeClr val="accent4">
                <a:lumMod val="20000"/>
                <a:lumOff val="80000"/>
              </a:schemeClr>
            </a:solidFill>
            <a:latin typeface="+mn-lt"/>
          </a:endParaRPr>
        </a:p>
      </dgm:t>
    </dgm:pt>
    <dgm:pt modelId="{20B9841E-F801-4D18-A036-797D8A9722B8}" type="parTrans" cxnId="{92765CE3-7841-4CB9-B016-023BFA4F51A3}">
      <dgm:prSet/>
      <dgm:spPr/>
      <dgm:t>
        <a:bodyPr/>
        <a:lstStyle/>
        <a:p>
          <a:endParaRPr lang="en-US" sz="1000">
            <a:solidFill>
              <a:schemeClr val="tx1"/>
            </a:solidFill>
            <a:latin typeface="+mn-lt"/>
          </a:endParaRPr>
        </a:p>
      </dgm:t>
    </dgm:pt>
    <dgm:pt modelId="{B4DCA5BE-2FC0-4696-92DA-EA23EC21C3C2}" type="sibTrans" cxnId="{92765CE3-7841-4CB9-B016-023BFA4F51A3}">
      <dgm:prSet/>
      <dgm:spPr/>
      <dgm:t>
        <a:bodyPr/>
        <a:lstStyle/>
        <a:p>
          <a:endParaRPr lang="en-US" sz="1000">
            <a:solidFill>
              <a:schemeClr val="tx1"/>
            </a:solidFill>
            <a:latin typeface="+mn-lt"/>
          </a:endParaRPr>
        </a:p>
      </dgm:t>
    </dgm:pt>
    <dgm:pt modelId="{54990FEB-CD50-4C8B-B2FE-D016BD62C519}">
      <dgm:prSet phldrT="[Text]" custT="1"/>
      <dgm:spPr/>
      <dgm:t>
        <a:bodyPr/>
        <a:lstStyle/>
        <a:p>
          <a:r>
            <a:rPr lang="en-US" sz="1000" dirty="0">
              <a:solidFill>
                <a:schemeClr val="tx1"/>
              </a:solidFill>
              <a:latin typeface="+mn-lt"/>
            </a:rPr>
            <a:t>Receive Materials</a:t>
          </a:r>
        </a:p>
      </dgm:t>
    </dgm:pt>
    <dgm:pt modelId="{A39D9320-5517-4102-B791-2E1D1F0D3FF7}" type="parTrans" cxnId="{B3106C96-3E66-4FA2-A61E-30892B6EE258}">
      <dgm:prSet/>
      <dgm:spPr/>
      <dgm:t>
        <a:bodyPr/>
        <a:lstStyle/>
        <a:p>
          <a:endParaRPr lang="en-US" sz="1000">
            <a:solidFill>
              <a:schemeClr val="tx1"/>
            </a:solidFill>
            <a:latin typeface="+mn-lt"/>
          </a:endParaRPr>
        </a:p>
      </dgm:t>
    </dgm:pt>
    <dgm:pt modelId="{5DE0DF4F-7AD7-4007-B8B3-11D34C1931D5}" type="sibTrans" cxnId="{B3106C96-3E66-4FA2-A61E-30892B6EE258}">
      <dgm:prSet/>
      <dgm:spPr/>
      <dgm:t>
        <a:bodyPr/>
        <a:lstStyle/>
        <a:p>
          <a:endParaRPr lang="en-US" sz="1000">
            <a:solidFill>
              <a:schemeClr val="tx1"/>
            </a:solidFill>
            <a:latin typeface="+mn-lt"/>
          </a:endParaRPr>
        </a:p>
      </dgm:t>
    </dgm:pt>
    <dgm:pt modelId="{2252B0C0-19B5-441F-91F5-098C46B209BF}">
      <dgm:prSet custT="1"/>
      <dgm:spPr/>
      <dgm:t>
        <a:bodyPr/>
        <a:lstStyle/>
        <a:p>
          <a:r>
            <a:rPr lang="en-US" altLang="en-US" sz="1000" b="0" dirty="0">
              <a:solidFill>
                <a:schemeClr val="tx1"/>
              </a:solidFill>
              <a:latin typeface="+mn-lt"/>
            </a:rPr>
            <a:t>Inform related functions and correct discrepancies</a:t>
          </a:r>
        </a:p>
      </dgm:t>
    </dgm:pt>
    <dgm:pt modelId="{62386A8F-925B-45A3-AF4F-41B8D9FA3B08}" type="sibTrans" cxnId="{F0859C2A-8183-4885-AED5-B9A2E5793135}">
      <dgm:prSet/>
      <dgm:spPr/>
      <dgm:t>
        <a:bodyPr/>
        <a:lstStyle/>
        <a:p>
          <a:endParaRPr lang="en-US"/>
        </a:p>
      </dgm:t>
    </dgm:pt>
    <dgm:pt modelId="{2FA62767-8E1D-4647-AFD1-A555E52F9E9F}" type="parTrans" cxnId="{F0859C2A-8183-4885-AED5-B9A2E5793135}">
      <dgm:prSet/>
      <dgm:spPr/>
      <dgm:t>
        <a:bodyPr/>
        <a:lstStyle/>
        <a:p>
          <a:endParaRPr lang="en-US"/>
        </a:p>
      </dgm:t>
    </dgm:pt>
    <dgm:pt modelId="{9FEED84C-F71A-4DFB-91FC-1468917E20CB}">
      <dgm:prSet custT="1"/>
      <dgm:spPr/>
      <dgm:t>
        <a:bodyPr/>
        <a:lstStyle/>
        <a:p>
          <a:r>
            <a:rPr lang="en-US" altLang="en-US" sz="1000" b="0" dirty="0">
              <a:solidFill>
                <a:schemeClr val="tx1"/>
              </a:solidFill>
              <a:latin typeface="+mn-lt"/>
            </a:rPr>
            <a:t>Generate Batch</a:t>
          </a:r>
          <a:br>
            <a:rPr lang="en-US" altLang="en-US" sz="1000" b="0" dirty="0">
              <a:solidFill>
                <a:schemeClr val="tx1"/>
              </a:solidFill>
              <a:latin typeface="+mn-lt"/>
            </a:rPr>
          </a:br>
          <a:r>
            <a:rPr lang="en-US" altLang="en-US" sz="1000" b="0" dirty="0">
              <a:solidFill>
                <a:schemeClr val="tx1"/>
              </a:solidFill>
              <a:latin typeface="+mn-lt"/>
            </a:rPr>
            <a:t>(MSC1N)</a:t>
          </a:r>
        </a:p>
      </dgm:t>
    </dgm:pt>
    <dgm:pt modelId="{9BDCF3F4-D36C-40AD-8CB7-51553A658A6B}" type="parTrans" cxnId="{CD2F54FD-CE47-4EF6-BC89-B07D2B3331E2}">
      <dgm:prSet/>
      <dgm:spPr/>
      <dgm:t>
        <a:bodyPr/>
        <a:lstStyle/>
        <a:p>
          <a:endParaRPr lang="en-US"/>
        </a:p>
      </dgm:t>
    </dgm:pt>
    <dgm:pt modelId="{D04BE904-BECC-4587-856D-93C1E97557C1}" type="sibTrans" cxnId="{CD2F54FD-CE47-4EF6-BC89-B07D2B3331E2}">
      <dgm:prSet/>
      <dgm:spPr/>
      <dgm:t>
        <a:bodyPr/>
        <a:lstStyle/>
        <a:p>
          <a:endParaRPr lang="en-US"/>
        </a:p>
      </dgm:t>
    </dgm:pt>
    <dgm:pt modelId="{1FDADFA4-2B5F-4879-8A71-9294752ECEF2}">
      <dgm:prSet custT="1"/>
      <dgm:spPr/>
      <dgm:t>
        <a:bodyPr/>
        <a:lstStyle/>
        <a:p>
          <a:r>
            <a:rPr lang="en-US" altLang="en-US" sz="1000" b="0" dirty="0">
              <a:solidFill>
                <a:schemeClr val="tx1"/>
              </a:solidFill>
              <a:latin typeface="+mn-lt"/>
            </a:rPr>
            <a:t>Print pallet label</a:t>
          </a:r>
          <a:br>
            <a:rPr lang="en-US" altLang="en-US" sz="1000" b="0" dirty="0">
              <a:solidFill>
                <a:schemeClr val="tx1"/>
              </a:solidFill>
              <a:latin typeface="+mn-lt"/>
            </a:rPr>
          </a:br>
          <a:r>
            <a:rPr lang="en-US" altLang="en-US" sz="1000" b="0" dirty="0">
              <a:solidFill>
                <a:schemeClr val="tx1"/>
              </a:solidFill>
              <a:latin typeface="+mn-lt"/>
            </a:rPr>
            <a:t>(ZMIMA01)</a:t>
          </a:r>
        </a:p>
      </dgm:t>
    </dgm:pt>
    <dgm:pt modelId="{F8EB46F0-F6AD-4872-87E2-0280B8721638}" type="parTrans" cxnId="{C024D092-A059-4A47-A845-60C6423FCA5F}">
      <dgm:prSet/>
      <dgm:spPr/>
      <dgm:t>
        <a:bodyPr/>
        <a:lstStyle/>
        <a:p>
          <a:endParaRPr lang="en-US"/>
        </a:p>
      </dgm:t>
    </dgm:pt>
    <dgm:pt modelId="{D31FF770-0DC9-4036-9AE4-7EF7408171A7}" type="sibTrans" cxnId="{C024D092-A059-4A47-A845-60C6423FCA5F}">
      <dgm:prSet/>
      <dgm:spPr/>
      <dgm:t>
        <a:bodyPr/>
        <a:lstStyle/>
        <a:p>
          <a:endParaRPr lang="en-US"/>
        </a:p>
      </dgm:t>
    </dgm:pt>
    <dgm:pt modelId="{C62C3F7A-0736-43E0-9AEB-E178D9EEF7B2}">
      <dgm:prSet custT="1"/>
      <dgm:spPr/>
      <dgm:t>
        <a:bodyPr/>
        <a:lstStyle/>
        <a:p>
          <a:r>
            <a:rPr lang="en-US" altLang="en-US" sz="1000" b="0" dirty="0">
              <a:solidFill>
                <a:schemeClr val="tx1"/>
              </a:solidFill>
              <a:latin typeface="+mn-lt"/>
            </a:rPr>
            <a:t>Record Receipt</a:t>
          </a:r>
          <a:br>
            <a:rPr lang="en-US" altLang="en-US" sz="1000" b="0" dirty="0">
              <a:solidFill>
                <a:schemeClr val="tx1"/>
              </a:solidFill>
              <a:latin typeface="+mn-lt"/>
            </a:rPr>
          </a:br>
          <a:r>
            <a:rPr lang="en-US" altLang="en-US" sz="1000" b="0" dirty="0">
              <a:solidFill>
                <a:schemeClr val="tx1"/>
              </a:solidFill>
              <a:latin typeface="+mn-lt"/>
            </a:rPr>
            <a:t>(MIGO; Movement Type 101)</a:t>
          </a:r>
        </a:p>
      </dgm:t>
    </dgm:pt>
    <dgm:pt modelId="{17CE491C-A281-42B6-A836-15526E08A4DF}" type="parTrans" cxnId="{F89965F6-CE01-4574-833D-EE116231F308}">
      <dgm:prSet/>
      <dgm:spPr/>
      <dgm:t>
        <a:bodyPr/>
        <a:lstStyle/>
        <a:p>
          <a:endParaRPr lang="en-US"/>
        </a:p>
      </dgm:t>
    </dgm:pt>
    <dgm:pt modelId="{735DB98F-823B-4D71-AD9C-34D1BB6F25EE}" type="sibTrans" cxnId="{F89965F6-CE01-4574-833D-EE116231F308}">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7">
        <dgm:presLayoutVars>
          <dgm:bulletEnabled val="1"/>
        </dgm:presLayoutVars>
      </dgm:prSet>
      <dgm:spPr/>
    </dgm:pt>
    <dgm:pt modelId="{17A9F566-FAA7-44E9-A10D-DE0CFAB10F0C}" type="pres">
      <dgm:prSet presAssocID="{0D4C2103-7293-4F50-BC10-21C360ACF201}" presName="sibTrans" presStyleLbl="sibTrans1D1" presStyleIdx="0" presStyleCnt="6"/>
      <dgm:spPr/>
    </dgm:pt>
    <dgm:pt modelId="{186A258E-215B-4E2E-B54D-05EEF2DFBDE2}" type="pres">
      <dgm:prSet presAssocID="{0D4C2103-7293-4F50-BC10-21C360ACF201}" presName="connectorText" presStyleLbl="sibTrans1D1" presStyleIdx="0" presStyleCnt="6"/>
      <dgm:spPr/>
    </dgm:pt>
    <dgm:pt modelId="{FAE8D520-94C0-4912-92FC-698735CB6206}" type="pres">
      <dgm:prSet presAssocID="{54990FEB-CD50-4C8B-B2FE-D016BD62C519}" presName="node" presStyleLbl="node1" presStyleIdx="1" presStyleCnt="7">
        <dgm:presLayoutVars>
          <dgm:bulletEnabled val="1"/>
        </dgm:presLayoutVars>
      </dgm:prSet>
      <dgm:spPr/>
    </dgm:pt>
    <dgm:pt modelId="{725065C6-39C8-4553-836E-B1758BDDDE95}" type="pres">
      <dgm:prSet presAssocID="{5DE0DF4F-7AD7-4007-B8B3-11D34C1931D5}" presName="sibTrans" presStyleLbl="sibTrans1D1" presStyleIdx="1" presStyleCnt="6"/>
      <dgm:spPr/>
    </dgm:pt>
    <dgm:pt modelId="{D160DE9A-40C3-42ED-9538-8A6F4BB69E04}" type="pres">
      <dgm:prSet presAssocID="{5DE0DF4F-7AD7-4007-B8B3-11D34C1931D5}" presName="connectorText" presStyleLbl="sibTrans1D1" presStyleIdx="1" presStyleCnt="6"/>
      <dgm:spPr/>
    </dgm:pt>
    <dgm:pt modelId="{5A18CFCC-305E-48A0-B554-7EA9723FF089}" type="pres">
      <dgm:prSet presAssocID="{3E1137E7-49F2-4F89-B609-4F1F5B51C7C9}" presName="node" presStyleLbl="node1" presStyleIdx="2" presStyleCnt="7">
        <dgm:presLayoutVars>
          <dgm:bulletEnabled val="1"/>
        </dgm:presLayoutVars>
      </dgm:prSet>
      <dgm:spPr/>
    </dgm:pt>
    <dgm:pt modelId="{2B1D33D1-EAB1-42A2-83E8-768E41985EDB}" type="pres">
      <dgm:prSet presAssocID="{B4DCA5BE-2FC0-4696-92DA-EA23EC21C3C2}" presName="sibTrans" presStyleLbl="sibTrans1D1" presStyleIdx="2" presStyleCnt="6"/>
      <dgm:spPr/>
    </dgm:pt>
    <dgm:pt modelId="{6B221F6C-D98C-478A-BE19-F55ADAB9AD1E}" type="pres">
      <dgm:prSet presAssocID="{B4DCA5BE-2FC0-4696-92DA-EA23EC21C3C2}" presName="connectorText" presStyleLbl="sibTrans1D1" presStyleIdx="2" presStyleCnt="6"/>
      <dgm:spPr/>
    </dgm:pt>
    <dgm:pt modelId="{0B842C76-CD15-45F2-9DEB-2667F3F2E69B}" type="pres">
      <dgm:prSet presAssocID="{2252B0C0-19B5-441F-91F5-098C46B209BF}" presName="node" presStyleLbl="node1" presStyleIdx="3" presStyleCnt="7">
        <dgm:presLayoutVars>
          <dgm:bulletEnabled val="1"/>
        </dgm:presLayoutVars>
      </dgm:prSet>
      <dgm:spPr/>
    </dgm:pt>
    <dgm:pt modelId="{7900A72B-9F50-4898-98BA-7B2E79C84C1E}" type="pres">
      <dgm:prSet presAssocID="{62386A8F-925B-45A3-AF4F-41B8D9FA3B08}" presName="sibTrans" presStyleLbl="sibTrans1D1" presStyleIdx="3" presStyleCnt="6"/>
      <dgm:spPr/>
    </dgm:pt>
    <dgm:pt modelId="{41985184-502E-4117-A5A7-344BF954E09A}" type="pres">
      <dgm:prSet presAssocID="{62386A8F-925B-45A3-AF4F-41B8D9FA3B08}" presName="connectorText" presStyleLbl="sibTrans1D1" presStyleIdx="3" presStyleCnt="6"/>
      <dgm:spPr/>
    </dgm:pt>
    <dgm:pt modelId="{1B6B825E-12AF-4936-AE14-E5AB689853D7}" type="pres">
      <dgm:prSet presAssocID="{9FEED84C-F71A-4DFB-91FC-1468917E20CB}" presName="node" presStyleLbl="node1" presStyleIdx="4" presStyleCnt="7">
        <dgm:presLayoutVars>
          <dgm:bulletEnabled val="1"/>
        </dgm:presLayoutVars>
      </dgm:prSet>
      <dgm:spPr/>
    </dgm:pt>
    <dgm:pt modelId="{C97CD2AE-5716-43DD-AAFF-3149639972C2}" type="pres">
      <dgm:prSet presAssocID="{D04BE904-BECC-4587-856D-93C1E97557C1}" presName="sibTrans" presStyleLbl="sibTrans1D1" presStyleIdx="4" presStyleCnt="6"/>
      <dgm:spPr/>
    </dgm:pt>
    <dgm:pt modelId="{A553C108-7A16-4AA1-B83E-D72891E453DC}" type="pres">
      <dgm:prSet presAssocID="{D04BE904-BECC-4587-856D-93C1E97557C1}" presName="connectorText" presStyleLbl="sibTrans1D1" presStyleIdx="4" presStyleCnt="6"/>
      <dgm:spPr/>
    </dgm:pt>
    <dgm:pt modelId="{2827DB68-BC55-456F-B4A5-68FB670844A6}" type="pres">
      <dgm:prSet presAssocID="{1FDADFA4-2B5F-4879-8A71-9294752ECEF2}" presName="node" presStyleLbl="node1" presStyleIdx="5" presStyleCnt="7">
        <dgm:presLayoutVars>
          <dgm:bulletEnabled val="1"/>
        </dgm:presLayoutVars>
      </dgm:prSet>
      <dgm:spPr/>
    </dgm:pt>
    <dgm:pt modelId="{8EA1EF6E-791E-451F-BC20-C3EC962B276E}" type="pres">
      <dgm:prSet presAssocID="{D31FF770-0DC9-4036-9AE4-7EF7408171A7}" presName="sibTrans" presStyleLbl="sibTrans1D1" presStyleIdx="5" presStyleCnt="6"/>
      <dgm:spPr/>
    </dgm:pt>
    <dgm:pt modelId="{52E27710-07FF-4945-BC6A-11F257ABC870}" type="pres">
      <dgm:prSet presAssocID="{D31FF770-0DC9-4036-9AE4-7EF7408171A7}" presName="connectorText" presStyleLbl="sibTrans1D1" presStyleIdx="5" presStyleCnt="6"/>
      <dgm:spPr/>
    </dgm:pt>
    <dgm:pt modelId="{73C271B6-23BA-4AD2-9BEA-C3804A0EE739}" type="pres">
      <dgm:prSet presAssocID="{C62C3F7A-0736-43E0-9AEB-E178D9EEF7B2}" presName="node" presStyleLbl="node1" presStyleIdx="6" presStyleCnt="7">
        <dgm:presLayoutVars>
          <dgm:bulletEnabled val="1"/>
        </dgm:presLayoutVars>
      </dgm:prSet>
      <dgm:spPr/>
    </dgm:pt>
  </dgm:ptLst>
  <dgm:cxnLst>
    <dgm:cxn modelId="{75DA4A0A-E515-4EE7-AE1E-2D441D86E4E2}" type="presOf" srcId="{54990FEB-CD50-4C8B-B2FE-D016BD62C519}" destId="{FAE8D520-94C0-4912-92FC-698735CB6206}" srcOrd="0" destOrd="0" presId="urn:microsoft.com/office/officeart/2005/8/layout/bProcess3"/>
    <dgm:cxn modelId="{20972D0B-B4BD-48E9-B8A5-F62664F6C4E1}" type="presOf" srcId="{62386A8F-925B-45A3-AF4F-41B8D9FA3B08}" destId="{41985184-502E-4117-A5A7-344BF954E09A}" srcOrd="1" destOrd="0" presId="urn:microsoft.com/office/officeart/2005/8/layout/bProcess3"/>
    <dgm:cxn modelId="{66B82115-5961-4A1E-89B0-69AE8E26C0B1}" type="presOf" srcId="{1FDADFA4-2B5F-4879-8A71-9294752ECEF2}" destId="{2827DB68-BC55-456F-B4A5-68FB670844A6}" srcOrd="0" destOrd="0" presId="urn:microsoft.com/office/officeart/2005/8/layout/bProcess3"/>
    <dgm:cxn modelId="{F0859C2A-8183-4885-AED5-B9A2E5793135}" srcId="{2EB69EFB-3A0B-4C9F-85E1-88B4EC72664F}" destId="{2252B0C0-19B5-441F-91F5-098C46B209BF}" srcOrd="3" destOrd="0" parTransId="{2FA62767-8E1D-4647-AFD1-A555E52F9E9F}" sibTransId="{62386A8F-925B-45A3-AF4F-41B8D9FA3B08}"/>
    <dgm:cxn modelId="{2535EE2F-8EE9-42D8-B506-DC8FFF9636D1}" type="presOf" srcId="{62386A8F-925B-45A3-AF4F-41B8D9FA3B08}" destId="{7900A72B-9F50-4898-98BA-7B2E79C84C1E}" srcOrd="0" destOrd="0" presId="urn:microsoft.com/office/officeart/2005/8/layout/bProcess3"/>
    <dgm:cxn modelId="{C250053E-C86D-4049-A11C-0E7318FE8D98}" type="presOf" srcId="{3E1137E7-49F2-4F89-B609-4F1F5B51C7C9}" destId="{5A18CFCC-305E-48A0-B554-7EA9723FF089}" srcOrd="0"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B91E3664-8F73-4E6B-BA88-990A29F7E84B}" type="presOf" srcId="{B4DCA5BE-2FC0-4696-92DA-EA23EC21C3C2}" destId="{2B1D33D1-EAB1-42A2-83E8-768E41985EDB}" srcOrd="0" destOrd="0" presId="urn:microsoft.com/office/officeart/2005/8/layout/bProcess3"/>
    <dgm:cxn modelId="{CA0DDA67-DE8C-4197-AA58-D0CAA624D905}" type="presOf" srcId="{D04BE904-BECC-4587-856D-93C1E97557C1}" destId="{C97CD2AE-5716-43DD-AAFF-3149639972C2}" srcOrd="0" destOrd="0" presId="urn:microsoft.com/office/officeart/2005/8/layout/bProcess3"/>
    <dgm:cxn modelId="{CDB6544B-D58E-488F-974C-44E55A47BEFD}" type="presOf" srcId="{D31FF770-0DC9-4036-9AE4-7EF7408171A7}" destId="{52E27710-07FF-4945-BC6A-11F257ABC870}" srcOrd="1" destOrd="0" presId="urn:microsoft.com/office/officeart/2005/8/layout/bProcess3"/>
    <dgm:cxn modelId="{58C79A70-76BB-42FE-A158-506B81E27A64}" type="presOf" srcId="{D04BE904-BECC-4587-856D-93C1E97557C1}" destId="{A553C108-7A16-4AA1-B83E-D72891E453DC}" srcOrd="1" destOrd="0" presId="urn:microsoft.com/office/officeart/2005/8/layout/bProcess3"/>
    <dgm:cxn modelId="{8DD5B373-288A-49DC-A11C-A8921862FFF6}" type="presOf" srcId="{B4DCA5BE-2FC0-4696-92DA-EA23EC21C3C2}" destId="{6B221F6C-D98C-478A-BE19-F55ADAB9AD1E}" srcOrd="1" destOrd="0" presId="urn:microsoft.com/office/officeart/2005/8/layout/bProcess3"/>
    <dgm:cxn modelId="{EE97AF75-304D-4262-B815-8B49A105E244}" type="presOf" srcId="{9FEED84C-F71A-4DFB-91FC-1468917E20CB}" destId="{1B6B825E-12AF-4936-AE14-E5AB689853D7}" srcOrd="0" destOrd="0" presId="urn:microsoft.com/office/officeart/2005/8/layout/bProcess3"/>
    <dgm:cxn modelId="{2081C155-A19D-4A99-86C0-C2978A3AF31E}" type="presOf" srcId="{D31FF770-0DC9-4036-9AE4-7EF7408171A7}" destId="{8EA1EF6E-791E-451F-BC20-C3EC962B276E}" srcOrd="0" destOrd="0" presId="urn:microsoft.com/office/officeart/2005/8/layout/bProcess3"/>
    <dgm:cxn modelId="{A61BC976-5D00-47F6-8765-E3BA6C391198}" type="presOf" srcId="{5DE0DF4F-7AD7-4007-B8B3-11D34C1931D5}" destId="{725065C6-39C8-4553-836E-B1758BDDDE95}" srcOrd="0" destOrd="0" presId="urn:microsoft.com/office/officeart/2005/8/layout/bProcess3"/>
    <dgm:cxn modelId="{9BC73291-3FB6-441D-BE22-BE4D2EB63446}" type="presOf" srcId="{5DE0DF4F-7AD7-4007-B8B3-11D34C1931D5}" destId="{D160DE9A-40C3-42ED-9538-8A6F4BB69E04}" srcOrd="1" destOrd="0" presId="urn:microsoft.com/office/officeart/2005/8/layout/bProcess3"/>
    <dgm:cxn modelId="{C024D092-A059-4A47-A845-60C6423FCA5F}" srcId="{2EB69EFB-3A0B-4C9F-85E1-88B4EC72664F}" destId="{1FDADFA4-2B5F-4879-8A71-9294752ECEF2}" srcOrd="5" destOrd="0" parTransId="{F8EB46F0-F6AD-4872-87E2-0280B8721638}" sibTransId="{D31FF770-0DC9-4036-9AE4-7EF7408171A7}"/>
    <dgm:cxn modelId="{B3106C96-3E66-4FA2-A61E-30892B6EE258}" srcId="{2EB69EFB-3A0B-4C9F-85E1-88B4EC72664F}" destId="{54990FEB-CD50-4C8B-B2FE-D016BD62C519}" srcOrd="1" destOrd="0" parTransId="{A39D9320-5517-4102-B791-2E1D1F0D3FF7}" sibTransId="{5DE0DF4F-7AD7-4007-B8B3-11D34C1931D5}"/>
    <dgm:cxn modelId="{744528C8-85F7-4B7B-9F02-E685B39FEBCC}" type="presOf" srcId="{2252B0C0-19B5-441F-91F5-098C46B209BF}" destId="{0B842C76-CD15-45F2-9DEB-2667F3F2E69B}"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0419B4D1-11F2-47D7-8096-0C95A84C8DF3}" type="presOf" srcId="{C62C3F7A-0736-43E0-9AEB-E178D9EEF7B2}" destId="{73C271B6-23BA-4AD2-9BEA-C3804A0EE739}" srcOrd="0" destOrd="0" presId="urn:microsoft.com/office/officeart/2005/8/layout/bProcess3"/>
    <dgm:cxn modelId="{92765CE3-7841-4CB9-B016-023BFA4F51A3}" srcId="{2EB69EFB-3A0B-4C9F-85E1-88B4EC72664F}" destId="{3E1137E7-49F2-4F89-B609-4F1F5B51C7C9}" srcOrd="2" destOrd="0" parTransId="{20B9841E-F801-4D18-A036-797D8A9722B8}" sibTransId="{B4DCA5BE-2FC0-4696-92DA-EA23EC21C3C2}"/>
    <dgm:cxn modelId="{734A63F0-9002-445A-B8F4-F473369743B6}" type="presOf" srcId="{2EB69EFB-3A0B-4C9F-85E1-88B4EC72664F}" destId="{3605E5BE-F203-40DB-BF87-FDD8DAD2E2F9}" srcOrd="0" destOrd="0" presId="urn:microsoft.com/office/officeart/2005/8/layout/bProcess3"/>
    <dgm:cxn modelId="{6C7818F2-0815-4CC3-9E28-D6287913DA97}" type="presOf" srcId="{0D4C2103-7293-4F50-BC10-21C360ACF201}" destId="{17A9F566-FAA7-44E9-A10D-DE0CFAB10F0C}" srcOrd="0" destOrd="0" presId="urn:microsoft.com/office/officeart/2005/8/layout/bProcess3"/>
    <dgm:cxn modelId="{F89965F6-CE01-4574-833D-EE116231F308}" srcId="{2EB69EFB-3A0B-4C9F-85E1-88B4EC72664F}" destId="{C62C3F7A-0736-43E0-9AEB-E178D9EEF7B2}" srcOrd="6" destOrd="0" parTransId="{17CE491C-A281-42B6-A836-15526E08A4DF}" sibTransId="{735DB98F-823B-4D71-AD9C-34D1BB6F25EE}"/>
    <dgm:cxn modelId="{4B1DEFF6-8ACF-432A-8370-1204776C7601}" type="presOf" srcId="{0D4C2103-7293-4F50-BC10-21C360ACF201}" destId="{186A258E-215B-4E2E-B54D-05EEF2DFBDE2}" srcOrd="1" destOrd="0" presId="urn:microsoft.com/office/officeart/2005/8/layout/bProcess3"/>
    <dgm:cxn modelId="{CD2F54FD-CE47-4EF6-BC89-B07D2B3331E2}" srcId="{2EB69EFB-3A0B-4C9F-85E1-88B4EC72664F}" destId="{9FEED84C-F71A-4DFB-91FC-1468917E20CB}" srcOrd="4" destOrd="0" parTransId="{9BDCF3F4-D36C-40AD-8CB7-51553A658A6B}" sibTransId="{D04BE904-BECC-4587-856D-93C1E97557C1}"/>
    <dgm:cxn modelId="{7D158F5E-21A3-478B-8D09-1B7D42887DD2}" type="presParOf" srcId="{3605E5BE-F203-40DB-BF87-FDD8DAD2E2F9}" destId="{31F3F0B0-396F-469C-AD1E-E2C46D96D875}" srcOrd="0" destOrd="0" presId="urn:microsoft.com/office/officeart/2005/8/layout/bProcess3"/>
    <dgm:cxn modelId="{0FFC80A7-2DE3-4046-9663-798DDBB694EB}" type="presParOf" srcId="{3605E5BE-F203-40DB-BF87-FDD8DAD2E2F9}" destId="{17A9F566-FAA7-44E9-A10D-DE0CFAB10F0C}" srcOrd="1" destOrd="0" presId="urn:microsoft.com/office/officeart/2005/8/layout/bProcess3"/>
    <dgm:cxn modelId="{49B8ED22-7C45-49A2-9F8D-F2EDB1BD00AB}" type="presParOf" srcId="{17A9F566-FAA7-44E9-A10D-DE0CFAB10F0C}" destId="{186A258E-215B-4E2E-B54D-05EEF2DFBDE2}" srcOrd="0" destOrd="0" presId="urn:microsoft.com/office/officeart/2005/8/layout/bProcess3"/>
    <dgm:cxn modelId="{73F283DD-0747-442A-BE34-0A4D30CFA2C0}" type="presParOf" srcId="{3605E5BE-F203-40DB-BF87-FDD8DAD2E2F9}" destId="{FAE8D520-94C0-4912-92FC-698735CB6206}" srcOrd="2" destOrd="0" presId="urn:microsoft.com/office/officeart/2005/8/layout/bProcess3"/>
    <dgm:cxn modelId="{FD30CAB2-173B-419F-9507-F051C092DFBF}" type="presParOf" srcId="{3605E5BE-F203-40DB-BF87-FDD8DAD2E2F9}" destId="{725065C6-39C8-4553-836E-B1758BDDDE95}" srcOrd="3" destOrd="0" presId="urn:microsoft.com/office/officeart/2005/8/layout/bProcess3"/>
    <dgm:cxn modelId="{AB499463-D413-490F-AFEF-2DD2D5EEEF21}" type="presParOf" srcId="{725065C6-39C8-4553-836E-B1758BDDDE95}" destId="{D160DE9A-40C3-42ED-9538-8A6F4BB69E04}" srcOrd="0" destOrd="0" presId="urn:microsoft.com/office/officeart/2005/8/layout/bProcess3"/>
    <dgm:cxn modelId="{68B950AF-5A5C-4B7B-B228-165AC6AE2E13}" type="presParOf" srcId="{3605E5BE-F203-40DB-BF87-FDD8DAD2E2F9}" destId="{5A18CFCC-305E-48A0-B554-7EA9723FF089}" srcOrd="4" destOrd="0" presId="urn:microsoft.com/office/officeart/2005/8/layout/bProcess3"/>
    <dgm:cxn modelId="{D2EA9F46-6273-4130-BCE9-11EF85D595A5}" type="presParOf" srcId="{3605E5BE-F203-40DB-BF87-FDD8DAD2E2F9}" destId="{2B1D33D1-EAB1-42A2-83E8-768E41985EDB}" srcOrd="5" destOrd="0" presId="urn:microsoft.com/office/officeart/2005/8/layout/bProcess3"/>
    <dgm:cxn modelId="{869A9660-84A4-46C8-AC56-B823DEA30435}" type="presParOf" srcId="{2B1D33D1-EAB1-42A2-83E8-768E41985EDB}" destId="{6B221F6C-D98C-478A-BE19-F55ADAB9AD1E}" srcOrd="0" destOrd="0" presId="urn:microsoft.com/office/officeart/2005/8/layout/bProcess3"/>
    <dgm:cxn modelId="{F26C39A3-DD8B-44CF-9C66-973696285C27}" type="presParOf" srcId="{3605E5BE-F203-40DB-BF87-FDD8DAD2E2F9}" destId="{0B842C76-CD15-45F2-9DEB-2667F3F2E69B}" srcOrd="6" destOrd="0" presId="urn:microsoft.com/office/officeart/2005/8/layout/bProcess3"/>
    <dgm:cxn modelId="{3A456E83-569F-4EC8-B114-9291C208823D}" type="presParOf" srcId="{3605E5BE-F203-40DB-BF87-FDD8DAD2E2F9}" destId="{7900A72B-9F50-4898-98BA-7B2E79C84C1E}" srcOrd="7" destOrd="0" presId="urn:microsoft.com/office/officeart/2005/8/layout/bProcess3"/>
    <dgm:cxn modelId="{A172792C-DAE6-4740-AE6D-7D22CE07629E}" type="presParOf" srcId="{7900A72B-9F50-4898-98BA-7B2E79C84C1E}" destId="{41985184-502E-4117-A5A7-344BF954E09A}" srcOrd="0" destOrd="0" presId="urn:microsoft.com/office/officeart/2005/8/layout/bProcess3"/>
    <dgm:cxn modelId="{7516EC06-EA8E-4930-8888-EA61AE2BF853}" type="presParOf" srcId="{3605E5BE-F203-40DB-BF87-FDD8DAD2E2F9}" destId="{1B6B825E-12AF-4936-AE14-E5AB689853D7}" srcOrd="8" destOrd="0" presId="urn:microsoft.com/office/officeart/2005/8/layout/bProcess3"/>
    <dgm:cxn modelId="{D1F34BFF-6C0A-4581-8AAF-F7777D8F734E}" type="presParOf" srcId="{3605E5BE-F203-40DB-BF87-FDD8DAD2E2F9}" destId="{C97CD2AE-5716-43DD-AAFF-3149639972C2}" srcOrd="9" destOrd="0" presId="urn:microsoft.com/office/officeart/2005/8/layout/bProcess3"/>
    <dgm:cxn modelId="{1B8DCF79-FF88-40FC-976A-81AECD7B361C}" type="presParOf" srcId="{C97CD2AE-5716-43DD-AAFF-3149639972C2}" destId="{A553C108-7A16-4AA1-B83E-D72891E453DC}" srcOrd="0" destOrd="0" presId="urn:microsoft.com/office/officeart/2005/8/layout/bProcess3"/>
    <dgm:cxn modelId="{FEB788F8-0AD2-4366-94D4-8FA463ACB878}" type="presParOf" srcId="{3605E5BE-F203-40DB-BF87-FDD8DAD2E2F9}" destId="{2827DB68-BC55-456F-B4A5-68FB670844A6}" srcOrd="10" destOrd="0" presId="urn:microsoft.com/office/officeart/2005/8/layout/bProcess3"/>
    <dgm:cxn modelId="{9F816811-2545-493E-8A52-F437334921F8}" type="presParOf" srcId="{3605E5BE-F203-40DB-BF87-FDD8DAD2E2F9}" destId="{8EA1EF6E-791E-451F-BC20-C3EC962B276E}" srcOrd="11" destOrd="0" presId="urn:microsoft.com/office/officeart/2005/8/layout/bProcess3"/>
    <dgm:cxn modelId="{35251CC5-67F2-43DD-B29C-71C81555E5BF}" type="presParOf" srcId="{8EA1EF6E-791E-451F-BC20-C3EC962B276E}" destId="{52E27710-07FF-4945-BC6A-11F257ABC870}" srcOrd="0" destOrd="0" presId="urn:microsoft.com/office/officeart/2005/8/layout/bProcess3"/>
    <dgm:cxn modelId="{2BE27330-D098-4900-B7C5-C176476BA1E8}" type="presParOf" srcId="{3605E5BE-F203-40DB-BF87-FDD8DAD2E2F9}" destId="{73C271B6-23BA-4AD2-9BEA-C3804A0EE739}" srcOrd="1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C62C3F7A-0736-43E0-9AEB-E178D9EEF7B2}">
      <dgm:prSet custT="1"/>
      <dgm:spPr/>
      <dgm:t>
        <a:bodyPr/>
        <a:lstStyle/>
        <a:p>
          <a:r>
            <a:rPr lang="en-US" altLang="en-US" sz="1000" b="0" dirty="0">
              <a:solidFill>
                <a:schemeClr val="tx1"/>
              </a:solidFill>
              <a:latin typeface="+mn-lt"/>
            </a:rPr>
            <a:t>Record Receipt</a:t>
          </a:r>
          <a:br>
            <a:rPr lang="en-US" altLang="en-US" sz="1000" b="0" dirty="0">
              <a:solidFill>
                <a:schemeClr val="tx1"/>
              </a:solidFill>
              <a:latin typeface="+mn-lt"/>
            </a:rPr>
          </a:br>
          <a:r>
            <a:rPr lang="en-US" altLang="en-US" sz="1000" b="0" dirty="0">
              <a:solidFill>
                <a:schemeClr val="tx1"/>
              </a:solidFill>
              <a:latin typeface="+mn-lt"/>
            </a:rPr>
            <a:t>(MIGO; Movement Type 101)</a:t>
          </a:r>
        </a:p>
      </dgm:t>
    </dgm:pt>
    <dgm:pt modelId="{17CE491C-A281-42B6-A836-15526E08A4DF}" type="parTrans" cxnId="{F89965F6-CE01-4574-833D-EE116231F308}">
      <dgm:prSet/>
      <dgm:spPr/>
      <dgm:t>
        <a:bodyPr/>
        <a:lstStyle/>
        <a:p>
          <a:endParaRPr lang="en-US"/>
        </a:p>
      </dgm:t>
    </dgm:pt>
    <dgm:pt modelId="{735DB98F-823B-4D71-AD9C-34D1BB6F25EE}" type="sibTrans" cxnId="{F89965F6-CE01-4574-833D-EE116231F308}">
      <dgm:prSet/>
      <dgm:spPr/>
      <dgm:t>
        <a:bodyPr/>
        <a:lstStyle/>
        <a:p>
          <a:endParaRPr lang="en-US"/>
        </a:p>
      </dgm:t>
    </dgm:pt>
    <dgm:pt modelId="{D0679037-6AD9-403F-AFB1-B22CF5925D31}">
      <dgm:prSet custT="1"/>
      <dgm:spPr/>
      <dgm:t>
        <a:bodyPr/>
        <a:lstStyle/>
        <a:p>
          <a:r>
            <a:rPr lang="en-US" altLang="en-US" sz="1000" b="0" dirty="0">
              <a:solidFill>
                <a:schemeClr val="tx1"/>
              </a:solidFill>
              <a:latin typeface="+mn-lt"/>
            </a:rPr>
            <a:t>Fumigate Materials</a:t>
          </a:r>
        </a:p>
      </dgm:t>
    </dgm:pt>
    <dgm:pt modelId="{96E4C0A1-4067-45FB-A2A2-80D19860BF8D}" type="parTrans" cxnId="{907F440F-E1E7-4629-88EC-3B12E21FC815}">
      <dgm:prSet/>
      <dgm:spPr/>
      <dgm:t>
        <a:bodyPr/>
        <a:lstStyle/>
        <a:p>
          <a:endParaRPr lang="en-US"/>
        </a:p>
      </dgm:t>
    </dgm:pt>
    <dgm:pt modelId="{DCD22C3C-DF16-40F0-95FC-354EBE7971F7}" type="sibTrans" cxnId="{907F440F-E1E7-4629-88EC-3B12E21FC815}">
      <dgm:prSet/>
      <dgm:spPr/>
      <dgm:t>
        <a:bodyPr/>
        <a:lstStyle/>
        <a:p>
          <a:endParaRPr lang="en-US"/>
        </a:p>
      </dgm:t>
    </dgm:pt>
    <dgm:pt modelId="{4FCFDD76-598C-4460-A80E-EE527100F92B}">
      <dgm:prSet custT="1"/>
      <dgm:spPr/>
      <dgm:t>
        <a:bodyPr/>
        <a:lstStyle/>
        <a:p>
          <a:r>
            <a:rPr lang="en-US" altLang="en-US" sz="1000" b="0" dirty="0">
              <a:solidFill>
                <a:schemeClr val="tx1"/>
              </a:solidFill>
              <a:latin typeface="+mn-lt"/>
            </a:rPr>
            <a:t>Transfer Materials to Shop Floor QI stock</a:t>
          </a:r>
          <a:br>
            <a:rPr lang="en-US" altLang="en-US" sz="1000" b="0" dirty="0">
              <a:solidFill>
                <a:schemeClr val="tx1"/>
              </a:solidFill>
              <a:latin typeface="+mn-lt"/>
            </a:rPr>
          </a:br>
          <a:r>
            <a:rPr lang="en-US" sz="1000" b="1" dirty="0">
              <a:solidFill>
                <a:schemeClr val="accent4">
                  <a:lumMod val="20000"/>
                  <a:lumOff val="80000"/>
                </a:schemeClr>
              </a:solidFill>
              <a:latin typeface="+mn-lt"/>
            </a:rPr>
            <a:t>(MIGO; Movement Type 323)</a:t>
          </a:r>
          <a:br>
            <a:rPr lang="en-US" sz="1000" b="1" dirty="0">
              <a:solidFill>
                <a:schemeClr val="accent4">
                  <a:lumMod val="20000"/>
                  <a:lumOff val="80000"/>
                </a:schemeClr>
              </a:solidFill>
              <a:latin typeface="+mn-lt"/>
            </a:rPr>
          </a:br>
          <a:endParaRPr lang="en-US" altLang="en-US" sz="1000" b="0" dirty="0">
            <a:solidFill>
              <a:schemeClr val="tx1"/>
            </a:solidFill>
            <a:latin typeface="+mn-lt"/>
          </a:endParaRPr>
        </a:p>
      </dgm:t>
    </dgm:pt>
    <dgm:pt modelId="{7784269D-5DCA-4253-9B20-01D716D28CAD}" type="parTrans" cxnId="{8EC72546-9B90-4B9D-9D41-C32432E796CD}">
      <dgm:prSet/>
      <dgm:spPr/>
      <dgm:t>
        <a:bodyPr/>
        <a:lstStyle/>
        <a:p>
          <a:endParaRPr lang="en-US"/>
        </a:p>
      </dgm:t>
    </dgm:pt>
    <dgm:pt modelId="{595392E9-1036-47E5-9D3A-AF2CC5A81E3E}" type="sibTrans" cxnId="{8EC72546-9B90-4B9D-9D41-C32432E796CD}">
      <dgm:prSet/>
      <dgm:spPr/>
      <dgm:t>
        <a:bodyPr/>
        <a:lstStyle/>
        <a:p>
          <a:endParaRPr lang="en-US"/>
        </a:p>
      </dgm:t>
    </dgm:pt>
    <dgm:pt modelId="{D5B0899E-0D8D-4716-BF69-F224718A95C1}">
      <dgm:prSet custT="1"/>
      <dgm:spPr/>
      <dgm:t>
        <a:bodyPr/>
        <a:lstStyle/>
        <a:p>
          <a:r>
            <a:rPr lang="en-US" altLang="en-US" sz="1000" b="0" dirty="0">
              <a:solidFill>
                <a:schemeClr val="tx1"/>
              </a:solidFill>
              <a:latin typeface="+mn-lt"/>
            </a:rPr>
            <a:t>Send Materials to Reclaim</a:t>
          </a:r>
        </a:p>
      </dgm:t>
    </dgm:pt>
    <dgm:pt modelId="{72BE96F1-DEEF-4F49-AC7F-F0EBF45E2B9A}" type="parTrans" cxnId="{2D337BA2-49A9-4D7D-A494-40FEB9B7BDC4}">
      <dgm:prSet/>
      <dgm:spPr/>
      <dgm:t>
        <a:bodyPr/>
        <a:lstStyle/>
        <a:p>
          <a:endParaRPr lang="en-US"/>
        </a:p>
      </dgm:t>
    </dgm:pt>
    <dgm:pt modelId="{252E96F2-78E6-42CD-B6AF-07C920ABE2B2}" type="sibTrans" cxnId="{2D337BA2-49A9-4D7D-A494-40FEB9B7BDC4}">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73C271B6-23BA-4AD2-9BEA-C3804A0EE739}" type="pres">
      <dgm:prSet presAssocID="{C62C3F7A-0736-43E0-9AEB-E178D9EEF7B2}" presName="node" presStyleLbl="node1" presStyleIdx="0" presStyleCnt="4">
        <dgm:presLayoutVars>
          <dgm:bulletEnabled val="1"/>
        </dgm:presLayoutVars>
      </dgm:prSet>
      <dgm:spPr/>
    </dgm:pt>
    <dgm:pt modelId="{BA2945AB-9233-4B23-96AF-2EB1EDC61558}" type="pres">
      <dgm:prSet presAssocID="{735DB98F-823B-4D71-AD9C-34D1BB6F25EE}" presName="sibTrans" presStyleLbl="sibTrans1D1" presStyleIdx="0" presStyleCnt="3"/>
      <dgm:spPr/>
    </dgm:pt>
    <dgm:pt modelId="{9529C527-9E70-4FE7-85AC-A150156D6BE3}" type="pres">
      <dgm:prSet presAssocID="{735DB98F-823B-4D71-AD9C-34D1BB6F25EE}" presName="connectorText" presStyleLbl="sibTrans1D1" presStyleIdx="0" presStyleCnt="3"/>
      <dgm:spPr/>
    </dgm:pt>
    <dgm:pt modelId="{36197D93-D4AA-44E4-BF25-D9490AEABF39}" type="pres">
      <dgm:prSet presAssocID="{D0679037-6AD9-403F-AFB1-B22CF5925D31}" presName="node" presStyleLbl="node1" presStyleIdx="1" presStyleCnt="4">
        <dgm:presLayoutVars>
          <dgm:bulletEnabled val="1"/>
        </dgm:presLayoutVars>
      </dgm:prSet>
      <dgm:spPr/>
    </dgm:pt>
    <dgm:pt modelId="{C2819CD0-7C4D-48D1-B423-7F79CCA08FEB}" type="pres">
      <dgm:prSet presAssocID="{DCD22C3C-DF16-40F0-95FC-354EBE7971F7}" presName="sibTrans" presStyleLbl="sibTrans1D1" presStyleIdx="1" presStyleCnt="3"/>
      <dgm:spPr/>
    </dgm:pt>
    <dgm:pt modelId="{CF887591-E3FD-4CBF-B384-C8E297EE9B5B}" type="pres">
      <dgm:prSet presAssocID="{DCD22C3C-DF16-40F0-95FC-354EBE7971F7}" presName="connectorText" presStyleLbl="sibTrans1D1" presStyleIdx="1" presStyleCnt="3"/>
      <dgm:spPr/>
    </dgm:pt>
    <dgm:pt modelId="{31F8F81B-B70E-407D-82F8-ED9D2C7E4F77}" type="pres">
      <dgm:prSet presAssocID="{4FCFDD76-598C-4460-A80E-EE527100F92B}" presName="node" presStyleLbl="node1" presStyleIdx="2" presStyleCnt="4">
        <dgm:presLayoutVars>
          <dgm:bulletEnabled val="1"/>
        </dgm:presLayoutVars>
      </dgm:prSet>
      <dgm:spPr/>
    </dgm:pt>
    <dgm:pt modelId="{4BAFE69D-FF83-46EA-B653-93A85D63ECF4}" type="pres">
      <dgm:prSet presAssocID="{595392E9-1036-47E5-9D3A-AF2CC5A81E3E}" presName="sibTrans" presStyleLbl="sibTrans1D1" presStyleIdx="2" presStyleCnt="3"/>
      <dgm:spPr/>
    </dgm:pt>
    <dgm:pt modelId="{6854E680-5529-44F6-AC17-47966D3C8F8B}" type="pres">
      <dgm:prSet presAssocID="{595392E9-1036-47E5-9D3A-AF2CC5A81E3E}" presName="connectorText" presStyleLbl="sibTrans1D1" presStyleIdx="2" presStyleCnt="3"/>
      <dgm:spPr/>
    </dgm:pt>
    <dgm:pt modelId="{589C90DB-AA10-4F15-B1A7-91B56DF14E33}" type="pres">
      <dgm:prSet presAssocID="{D5B0899E-0D8D-4716-BF69-F224718A95C1}" presName="node" presStyleLbl="node1" presStyleIdx="3" presStyleCnt="4">
        <dgm:presLayoutVars>
          <dgm:bulletEnabled val="1"/>
        </dgm:presLayoutVars>
      </dgm:prSet>
      <dgm:spPr/>
    </dgm:pt>
  </dgm:ptLst>
  <dgm:cxnLst>
    <dgm:cxn modelId="{7ADF2E0A-ADDB-4FDC-8AB2-425F184E2756}" type="presOf" srcId="{735DB98F-823B-4D71-AD9C-34D1BB6F25EE}" destId="{BA2945AB-9233-4B23-96AF-2EB1EDC61558}" srcOrd="0" destOrd="0" presId="urn:microsoft.com/office/officeart/2005/8/layout/bProcess3"/>
    <dgm:cxn modelId="{907F440F-E1E7-4629-88EC-3B12E21FC815}" srcId="{2EB69EFB-3A0B-4C9F-85E1-88B4EC72664F}" destId="{D0679037-6AD9-403F-AFB1-B22CF5925D31}" srcOrd="1" destOrd="0" parTransId="{96E4C0A1-4067-45FB-A2A2-80D19860BF8D}" sibTransId="{DCD22C3C-DF16-40F0-95FC-354EBE7971F7}"/>
    <dgm:cxn modelId="{A0ABDA1B-AA42-4E8E-94BA-6C62DFF3E7BD}" type="presOf" srcId="{D5B0899E-0D8D-4716-BF69-F224718A95C1}" destId="{589C90DB-AA10-4F15-B1A7-91B56DF14E33}" srcOrd="0" destOrd="0" presId="urn:microsoft.com/office/officeart/2005/8/layout/bProcess3"/>
    <dgm:cxn modelId="{2B1BA13E-6AB9-4D74-9F33-F7C610720742}" type="presOf" srcId="{DCD22C3C-DF16-40F0-95FC-354EBE7971F7}" destId="{C2819CD0-7C4D-48D1-B423-7F79CCA08FEB}" srcOrd="0" destOrd="0" presId="urn:microsoft.com/office/officeart/2005/8/layout/bProcess3"/>
    <dgm:cxn modelId="{F0E26241-E48E-464B-B1AE-9F1D778A520D}" type="presOf" srcId="{4FCFDD76-598C-4460-A80E-EE527100F92B}" destId="{31F8F81B-B70E-407D-82F8-ED9D2C7E4F77}" srcOrd="0" destOrd="0" presId="urn:microsoft.com/office/officeart/2005/8/layout/bProcess3"/>
    <dgm:cxn modelId="{8EC72546-9B90-4B9D-9D41-C32432E796CD}" srcId="{2EB69EFB-3A0B-4C9F-85E1-88B4EC72664F}" destId="{4FCFDD76-598C-4460-A80E-EE527100F92B}" srcOrd="2" destOrd="0" parTransId="{7784269D-5DCA-4253-9B20-01D716D28CAD}" sibTransId="{595392E9-1036-47E5-9D3A-AF2CC5A81E3E}"/>
    <dgm:cxn modelId="{7F097769-0A48-438C-9E26-BFC0A640ED87}" type="presOf" srcId="{595392E9-1036-47E5-9D3A-AF2CC5A81E3E}" destId="{6854E680-5529-44F6-AC17-47966D3C8F8B}" srcOrd="1" destOrd="0" presId="urn:microsoft.com/office/officeart/2005/8/layout/bProcess3"/>
    <dgm:cxn modelId="{0E56CE80-C3A0-41DF-A703-8A16D68014AD}" type="presOf" srcId="{D0679037-6AD9-403F-AFB1-B22CF5925D31}" destId="{36197D93-D4AA-44E4-BF25-D9490AEABF39}" srcOrd="0" destOrd="0" presId="urn:microsoft.com/office/officeart/2005/8/layout/bProcess3"/>
    <dgm:cxn modelId="{2BECF69E-5937-4094-85CE-1754F680E403}" type="presOf" srcId="{595392E9-1036-47E5-9D3A-AF2CC5A81E3E}" destId="{4BAFE69D-FF83-46EA-B653-93A85D63ECF4}" srcOrd="0" destOrd="0" presId="urn:microsoft.com/office/officeart/2005/8/layout/bProcess3"/>
    <dgm:cxn modelId="{2D337BA2-49A9-4D7D-A494-40FEB9B7BDC4}" srcId="{2EB69EFB-3A0B-4C9F-85E1-88B4EC72664F}" destId="{D5B0899E-0D8D-4716-BF69-F224718A95C1}" srcOrd="3" destOrd="0" parTransId="{72BE96F1-DEEF-4F49-AC7F-F0EBF45E2B9A}" sibTransId="{252E96F2-78E6-42CD-B6AF-07C920ABE2B2}"/>
    <dgm:cxn modelId="{C24C20C2-9809-4556-B35F-0E858AD9BFC0}" type="presOf" srcId="{DCD22C3C-DF16-40F0-95FC-354EBE7971F7}" destId="{CF887591-E3FD-4CBF-B384-C8E297EE9B5B}" srcOrd="1" destOrd="0" presId="urn:microsoft.com/office/officeart/2005/8/layout/bProcess3"/>
    <dgm:cxn modelId="{0419B4D1-11F2-47D7-8096-0C95A84C8DF3}" type="presOf" srcId="{C62C3F7A-0736-43E0-9AEB-E178D9EEF7B2}" destId="{73C271B6-23BA-4AD2-9BEA-C3804A0EE739}" srcOrd="0" destOrd="0" presId="urn:microsoft.com/office/officeart/2005/8/layout/bProcess3"/>
    <dgm:cxn modelId="{C4E8B8E7-541F-4B8D-A7BA-8DEC5B3A7AF7}" type="presOf" srcId="{735DB98F-823B-4D71-AD9C-34D1BB6F25EE}" destId="{9529C527-9E70-4FE7-85AC-A150156D6BE3}" srcOrd="1" destOrd="0" presId="urn:microsoft.com/office/officeart/2005/8/layout/bProcess3"/>
    <dgm:cxn modelId="{734A63F0-9002-445A-B8F4-F473369743B6}" type="presOf" srcId="{2EB69EFB-3A0B-4C9F-85E1-88B4EC72664F}" destId="{3605E5BE-F203-40DB-BF87-FDD8DAD2E2F9}" srcOrd="0" destOrd="0" presId="urn:microsoft.com/office/officeart/2005/8/layout/bProcess3"/>
    <dgm:cxn modelId="{F89965F6-CE01-4574-833D-EE116231F308}" srcId="{2EB69EFB-3A0B-4C9F-85E1-88B4EC72664F}" destId="{C62C3F7A-0736-43E0-9AEB-E178D9EEF7B2}" srcOrd="0" destOrd="0" parTransId="{17CE491C-A281-42B6-A836-15526E08A4DF}" sibTransId="{735DB98F-823B-4D71-AD9C-34D1BB6F25EE}"/>
    <dgm:cxn modelId="{2BE27330-D098-4900-B7C5-C176476BA1E8}" type="presParOf" srcId="{3605E5BE-F203-40DB-BF87-FDD8DAD2E2F9}" destId="{73C271B6-23BA-4AD2-9BEA-C3804A0EE739}" srcOrd="0" destOrd="0" presId="urn:microsoft.com/office/officeart/2005/8/layout/bProcess3"/>
    <dgm:cxn modelId="{B16A88E5-A727-4E49-BF3D-241552FB2E63}" type="presParOf" srcId="{3605E5BE-F203-40DB-BF87-FDD8DAD2E2F9}" destId="{BA2945AB-9233-4B23-96AF-2EB1EDC61558}" srcOrd="1" destOrd="0" presId="urn:microsoft.com/office/officeart/2005/8/layout/bProcess3"/>
    <dgm:cxn modelId="{B8F65643-B2A2-4626-A68B-14DB1CE8E3C9}" type="presParOf" srcId="{BA2945AB-9233-4B23-96AF-2EB1EDC61558}" destId="{9529C527-9E70-4FE7-85AC-A150156D6BE3}" srcOrd="0" destOrd="0" presId="urn:microsoft.com/office/officeart/2005/8/layout/bProcess3"/>
    <dgm:cxn modelId="{F8D722A8-8E5E-4133-97D3-A4AEF86542D3}" type="presParOf" srcId="{3605E5BE-F203-40DB-BF87-FDD8DAD2E2F9}" destId="{36197D93-D4AA-44E4-BF25-D9490AEABF39}" srcOrd="2" destOrd="0" presId="urn:microsoft.com/office/officeart/2005/8/layout/bProcess3"/>
    <dgm:cxn modelId="{71C066E0-4D12-41DA-99CD-74BED7E03DD5}" type="presParOf" srcId="{3605E5BE-F203-40DB-BF87-FDD8DAD2E2F9}" destId="{C2819CD0-7C4D-48D1-B423-7F79CCA08FEB}" srcOrd="3" destOrd="0" presId="urn:microsoft.com/office/officeart/2005/8/layout/bProcess3"/>
    <dgm:cxn modelId="{73AFF02A-2C6C-4AFD-A068-DD65BF842E2F}" type="presParOf" srcId="{C2819CD0-7C4D-48D1-B423-7F79CCA08FEB}" destId="{CF887591-E3FD-4CBF-B384-C8E297EE9B5B}" srcOrd="0" destOrd="0" presId="urn:microsoft.com/office/officeart/2005/8/layout/bProcess3"/>
    <dgm:cxn modelId="{71A8E8AE-AE3A-4243-BB2C-FD3FD8728CF7}" type="presParOf" srcId="{3605E5BE-F203-40DB-BF87-FDD8DAD2E2F9}" destId="{31F8F81B-B70E-407D-82F8-ED9D2C7E4F77}" srcOrd="4" destOrd="0" presId="urn:microsoft.com/office/officeart/2005/8/layout/bProcess3"/>
    <dgm:cxn modelId="{99B5D80C-73F2-4E8A-A5CF-046C556C68A0}" type="presParOf" srcId="{3605E5BE-F203-40DB-BF87-FDD8DAD2E2F9}" destId="{4BAFE69D-FF83-46EA-B653-93A85D63ECF4}" srcOrd="5" destOrd="0" presId="urn:microsoft.com/office/officeart/2005/8/layout/bProcess3"/>
    <dgm:cxn modelId="{01EC7154-A926-4677-9CE5-540B424EF527}" type="presParOf" srcId="{4BAFE69D-FF83-46EA-B653-93A85D63ECF4}" destId="{6854E680-5529-44F6-AC17-47966D3C8F8B}" srcOrd="0" destOrd="0" presId="urn:microsoft.com/office/officeart/2005/8/layout/bProcess3"/>
    <dgm:cxn modelId="{E986CD42-D5FE-44CD-BB55-21021EBB3632}" type="presParOf" srcId="{3605E5BE-F203-40DB-BF87-FDD8DAD2E2F9}" destId="{589C90DB-AA10-4F15-B1A7-91B56DF14E33}"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59316E3-0DCF-4DD1-B955-E74BFAC5DC62}" type="doc">
      <dgm:prSet loTypeId="urn:microsoft.com/office/officeart/2005/8/layout/chevron1" loCatId="process" qsTypeId="urn:microsoft.com/office/officeart/2005/8/quickstyle/simple5" qsCatId="simple" csTypeId="urn:microsoft.com/office/officeart/2005/8/colors/colorful4" csCatId="colorful" phldr="1"/>
      <dgm:spPr/>
    </dgm:pt>
    <dgm:pt modelId="{4198AC72-7A63-4B41-9E8B-BA971DD4E182}">
      <dgm:prSet phldrT="[Text]"/>
      <dgm:spPr/>
      <dgm:t>
        <a:bodyPr/>
        <a:lstStyle/>
        <a:p>
          <a:r>
            <a:rPr lang="en-US" dirty="0"/>
            <a:t>Outbound Others</a:t>
          </a:r>
        </a:p>
      </dgm:t>
    </dgm:pt>
    <dgm:pt modelId="{36B911AE-2322-485C-845E-0C5C8914549D}" type="parTrans" cxnId="{6F0F43D4-547D-4FC9-889A-D06A111B212D}">
      <dgm:prSet/>
      <dgm:spPr/>
      <dgm:t>
        <a:bodyPr/>
        <a:lstStyle/>
        <a:p>
          <a:endParaRPr lang="en-US"/>
        </a:p>
      </dgm:t>
    </dgm:pt>
    <dgm:pt modelId="{0872DF41-96F9-4898-9FC5-90A8BE281999}" type="sibTrans" cxnId="{6F0F43D4-547D-4FC9-889A-D06A111B212D}">
      <dgm:prSet/>
      <dgm:spPr/>
      <dgm:t>
        <a:bodyPr/>
        <a:lstStyle/>
        <a:p>
          <a:endParaRPr lang="en-US"/>
        </a:p>
      </dgm:t>
    </dgm:pt>
    <dgm:pt modelId="{3EDE87B7-2E59-4FF5-A9DB-5ED590BFB915}">
      <dgm:prSet phldrT="[Text]"/>
      <dgm:spPr/>
      <dgm:t>
        <a:bodyPr/>
        <a:lstStyle/>
        <a:p>
          <a:r>
            <a:rPr lang="en-US" dirty="0"/>
            <a:t>Material Disposal</a:t>
          </a:r>
        </a:p>
      </dgm:t>
    </dgm:pt>
    <dgm:pt modelId="{20B0CA0E-AA6E-4102-BF81-004B2665B203}" type="parTrans" cxnId="{859DD6EA-F196-4B42-8886-67D3AD14F24B}">
      <dgm:prSet/>
      <dgm:spPr/>
      <dgm:t>
        <a:bodyPr/>
        <a:lstStyle/>
        <a:p>
          <a:endParaRPr lang="en-US"/>
        </a:p>
      </dgm:t>
    </dgm:pt>
    <dgm:pt modelId="{662F573F-0788-432A-A0F7-93E0C20C68EF}" type="sibTrans" cxnId="{859DD6EA-F196-4B42-8886-67D3AD14F24B}">
      <dgm:prSet/>
      <dgm:spPr/>
      <dgm:t>
        <a:bodyPr/>
        <a:lstStyle/>
        <a:p>
          <a:endParaRPr lang="en-US"/>
        </a:p>
      </dgm:t>
    </dgm:pt>
    <dgm:pt modelId="{8CA8BEB0-E05D-4412-AF19-35E484387CF9}">
      <dgm:prSet phldrT="[Text]"/>
      <dgm:spPr/>
      <dgm:t>
        <a:bodyPr/>
        <a:lstStyle/>
        <a:p>
          <a:r>
            <a:rPr lang="en-US" dirty="0"/>
            <a:t>Non-Hazardous Materials</a:t>
          </a:r>
        </a:p>
      </dgm:t>
    </dgm:pt>
    <dgm:pt modelId="{5C9D7042-7038-4907-94E9-DE42093DA999}" type="parTrans" cxnId="{7865B0BB-60BD-4289-BC50-BFEEE14C3B91}">
      <dgm:prSet/>
      <dgm:spPr/>
      <dgm:t>
        <a:bodyPr/>
        <a:lstStyle/>
        <a:p>
          <a:endParaRPr lang="en-US"/>
        </a:p>
      </dgm:t>
    </dgm:pt>
    <dgm:pt modelId="{72812B59-EF13-420E-A241-7226550E77C4}" type="sibTrans" cxnId="{7865B0BB-60BD-4289-BC50-BFEEE14C3B91}">
      <dgm:prSet/>
      <dgm:spPr/>
      <dgm:t>
        <a:bodyPr/>
        <a:lstStyle/>
        <a:p>
          <a:endParaRPr lang="en-US"/>
        </a:p>
      </dgm:t>
    </dgm:pt>
    <dgm:pt modelId="{7B26AD9F-E0C3-4E2B-829D-5F9A622DD40C}">
      <dgm:prSet phldrT="[Text]"/>
      <dgm:spPr/>
      <dgm:t>
        <a:bodyPr/>
        <a:lstStyle/>
        <a:p>
          <a:r>
            <a:rPr lang="en-US" dirty="0"/>
            <a:t>Stock Transfer</a:t>
          </a:r>
        </a:p>
      </dgm:t>
    </dgm:pt>
    <dgm:pt modelId="{062A39AC-BBD7-46EB-94F4-9CC37BEEE52E}" type="parTrans" cxnId="{A339F2DD-CFF3-4F1E-9A97-2CBF8CEC0D29}">
      <dgm:prSet/>
      <dgm:spPr/>
      <dgm:t>
        <a:bodyPr/>
        <a:lstStyle/>
        <a:p>
          <a:endParaRPr lang="en-US"/>
        </a:p>
      </dgm:t>
    </dgm:pt>
    <dgm:pt modelId="{9625FD59-7E6E-4FEE-B3A4-1219F3E1085D}" type="sibTrans" cxnId="{A339F2DD-CFF3-4F1E-9A97-2CBF8CEC0D29}">
      <dgm:prSet/>
      <dgm:spPr/>
      <dgm:t>
        <a:bodyPr/>
        <a:lstStyle/>
        <a:p>
          <a:endParaRPr lang="en-US"/>
        </a:p>
      </dgm:t>
    </dgm:pt>
    <dgm:pt modelId="{4E996BDD-7490-4EE8-89C0-78C76824060F}">
      <dgm:prSet phldrT="[Text]"/>
      <dgm:spPr/>
      <dgm:t>
        <a:bodyPr/>
        <a:lstStyle/>
        <a:p>
          <a:r>
            <a:rPr lang="en-US" dirty="0"/>
            <a:t>Sub-Contracting</a:t>
          </a:r>
        </a:p>
      </dgm:t>
    </dgm:pt>
    <dgm:pt modelId="{0B68C64A-AC5D-4620-9FCF-578D89F12882}" type="parTrans" cxnId="{71209FF4-B714-419A-A3A9-D874DB05273B}">
      <dgm:prSet/>
      <dgm:spPr/>
      <dgm:t>
        <a:bodyPr/>
        <a:lstStyle/>
        <a:p>
          <a:endParaRPr lang="en-US"/>
        </a:p>
      </dgm:t>
    </dgm:pt>
    <dgm:pt modelId="{33380BC8-4EFB-4635-901D-32106A29CEA4}" type="sibTrans" cxnId="{71209FF4-B714-419A-A3A9-D874DB05273B}">
      <dgm:prSet/>
      <dgm:spPr/>
      <dgm:t>
        <a:bodyPr/>
        <a:lstStyle/>
        <a:p>
          <a:endParaRPr lang="en-US"/>
        </a:p>
      </dgm:t>
    </dgm:pt>
    <dgm:pt modelId="{6425C488-8D29-475C-9831-508B3D3D9C5C}">
      <dgm:prSet phldrT="[Text]"/>
      <dgm:spPr/>
      <dgm:t>
        <a:bodyPr/>
        <a:lstStyle/>
        <a:p>
          <a:r>
            <a:rPr lang="en-US" dirty="0"/>
            <a:t>Outbound Other (Brazil)</a:t>
          </a:r>
        </a:p>
      </dgm:t>
    </dgm:pt>
    <dgm:pt modelId="{D0A1D89A-333C-4558-961A-C0A71982A500}" type="parTrans" cxnId="{9A504B77-3918-4424-822E-C0C882E2AD6D}">
      <dgm:prSet/>
      <dgm:spPr/>
      <dgm:t>
        <a:bodyPr/>
        <a:lstStyle/>
        <a:p>
          <a:endParaRPr lang="en-US"/>
        </a:p>
      </dgm:t>
    </dgm:pt>
    <dgm:pt modelId="{59590B46-D4F5-44A7-8517-4D2288067279}" type="sibTrans" cxnId="{9A504B77-3918-4424-822E-C0C882E2AD6D}">
      <dgm:prSet/>
      <dgm:spPr/>
      <dgm:t>
        <a:bodyPr/>
        <a:lstStyle/>
        <a:p>
          <a:endParaRPr lang="en-US"/>
        </a:p>
      </dgm:t>
    </dgm:pt>
    <dgm:pt modelId="{7F235519-4B3C-4C30-8358-3A331B36B393}" type="pres">
      <dgm:prSet presAssocID="{B59316E3-0DCF-4DD1-B955-E74BFAC5DC62}" presName="Name0" presStyleCnt="0">
        <dgm:presLayoutVars>
          <dgm:dir/>
          <dgm:animLvl val="lvl"/>
          <dgm:resizeHandles val="exact"/>
        </dgm:presLayoutVars>
      </dgm:prSet>
      <dgm:spPr/>
    </dgm:pt>
    <dgm:pt modelId="{7E403EDD-D771-4009-A68C-16D24EECA9C1}" type="pres">
      <dgm:prSet presAssocID="{4198AC72-7A63-4B41-9E8B-BA971DD4E182}" presName="parTxOnly" presStyleLbl="node1" presStyleIdx="0" presStyleCnt="6">
        <dgm:presLayoutVars>
          <dgm:chMax val="0"/>
          <dgm:chPref val="0"/>
          <dgm:bulletEnabled val="1"/>
        </dgm:presLayoutVars>
      </dgm:prSet>
      <dgm:spPr/>
    </dgm:pt>
    <dgm:pt modelId="{9FC83817-A312-40A3-9E11-2596A12F8948}" type="pres">
      <dgm:prSet presAssocID="{0872DF41-96F9-4898-9FC5-90A8BE281999}" presName="parTxOnlySpace" presStyleCnt="0"/>
      <dgm:spPr/>
    </dgm:pt>
    <dgm:pt modelId="{8F56B61D-8286-4E25-9E7A-052C75B9765B}" type="pres">
      <dgm:prSet presAssocID="{3EDE87B7-2E59-4FF5-A9DB-5ED590BFB915}" presName="parTxOnly" presStyleLbl="node1" presStyleIdx="1" presStyleCnt="6">
        <dgm:presLayoutVars>
          <dgm:chMax val="0"/>
          <dgm:chPref val="0"/>
          <dgm:bulletEnabled val="1"/>
        </dgm:presLayoutVars>
      </dgm:prSet>
      <dgm:spPr/>
    </dgm:pt>
    <dgm:pt modelId="{96AE602C-79D4-48BF-82B2-30D31CE11DA3}" type="pres">
      <dgm:prSet presAssocID="{662F573F-0788-432A-A0F7-93E0C20C68EF}" presName="parTxOnlySpace" presStyleCnt="0"/>
      <dgm:spPr/>
    </dgm:pt>
    <dgm:pt modelId="{953C2B3D-6E7D-4B5F-AA52-4E5B34CEDD92}" type="pres">
      <dgm:prSet presAssocID="{8CA8BEB0-E05D-4412-AF19-35E484387CF9}" presName="parTxOnly" presStyleLbl="node1" presStyleIdx="2" presStyleCnt="6">
        <dgm:presLayoutVars>
          <dgm:chMax val="0"/>
          <dgm:chPref val="0"/>
          <dgm:bulletEnabled val="1"/>
        </dgm:presLayoutVars>
      </dgm:prSet>
      <dgm:spPr/>
    </dgm:pt>
    <dgm:pt modelId="{82BEEDA3-E2D2-4726-9DD2-71C074C6FBE8}" type="pres">
      <dgm:prSet presAssocID="{72812B59-EF13-420E-A241-7226550E77C4}" presName="parTxOnlySpace" presStyleCnt="0"/>
      <dgm:spPr/>
    </dgm:pt>
    <dgm:pt modelId="{2548AD2A-6E3F-447E-B1C5-063A161D84CE}" type="pres">
      <dgm:prSet presAssocID="{7B26AD9F-E0C3-4E2B-829D-5F9A622DD40C}" presName="parTxOnly" presStyleLbl="node1" presStyleIdx="3" presStyleCnt="6">
        <dgm:presLayoutVars>
          <dgm:chMax val="0"/>
          <dgm:chPref val="0"/>
          <dgm:bulletEnabled val="1"/>
        </dgm:presLayoutVars>
      </dgm:prSet>
      <dgm:spPr/>
    </dgm:pt>
    <dgm:pt modelId="{49DDE80C-4DFD-4F9E-B504-16BE8FB2DC34}" type="pres">
      <dgm:prSet presAssocID="{9625FD59-7E6E-4FEE-B3A4-1219F3E1085D}" presName="parTxOnlySpace" presStyleCnt="0"/>
      <dgm:spPr/>
    </dgm:pt>
    <dgm:pt modelId="{9D858C8C-DFF7-487F-BC9C-95600905A761}" type="pres">
      <dgm:prSet presAssocID="{4E996BDD-7490-4EE8-89C0-78C76824060F}" presName="parTxOnly" presStyleLbl="node1" presStyleIdx="4" presStyleCnt="6">
        <dgm:presLayoutVars>
          <dgm:chMax val="0"/>
          <dgm:chPref val="0"/>
          <dgm:bulletEnabled val="1"/>
        </dgm:presLayoutVars>
      </dgm:prSet>
      <dgm:spPr/>
    </dgm:pt>
    <dgm:pt modelId="{C3566B9A-34FC-438E-B588-3A6F68EE2289}" type="pres">
      <dgm:prSet presAssocID="{33380BC8-4EFB-4635-901D-32106A29CEA4}" presName="parTxOnlySpace" presStyleCnt="0"/>
      <dgm:spPr/>
    </dgm:pt>
    <dgm:pt modelId="{EA3D932E-0266-4915-9D2F-6A74CEBB4974}" type="pres">
      <dgm:prSet presAssocID="{6425C488-8D29-475C-9831-508B3D3D9C5C}" presName="parTxOnly" presStyleLbl="node1" presStyleIdx="5" presStyleCnt="6">
        <dgm:presLayoutVars>
          <dgm:chMax val="0"/>
          <dgm:chPref val="0"/>
          <dgm:bulletEnabled val="1"/>
        </dgm:presLayoutVars>
      </dgm:prSet>
      <dgm:spPr/>
    </dgm:pt>
  </dgm:ptLst>
  <dgm:cxnLst>
    <dgm:cxn modelId="{9A504B77-3918-4424-822E-C0C882E2AD6D}" srcId="{B59316E3-0DCF-4DD1-B955-E74BFAC5DC62}" destId="{6425C488-8D29-475C-9831-508B3D3D9C5C}" srcOrd="5" destOrd="0" parTransId="{D0A1D89A-333C-4558-961A-C0A71982A500}" sibTransId="{59590B46-D4F5-44A7-8517-4D2288067279}"/>
    <dgm:cxn modelId="{CF788B7C-F04A-4152-ACFD-00819614CDA2}" type="presOf" srcId="{4198AC72-7A63-4B41-9E8B-BA971DD4E182}" destId="{7E403EDD-D771-4009-A68C-16D24EECA9C1}" srcOrd="0" destOrd="0" presId="urn:microsoft.com/office/officeart/2005/8/layout/chevron1"/>
    <dgm:cxn modelId="{2EC6DB84-C931-4DD3-A0D9-0DC0A555FAF6}" type="presOf" srcId="{3EDE87B7-2E59-4FF5-A9DB-5ED590BFB915}" destId="{8F56B61D-8286-4E25-9E7A-052C75B9765B}" srcOrd="0" destOrd="0" presId="urn:microsoft.com/office/officeart/2005/8/layout/chevron1"/>
    <dgm:cxn modelId="{3695239E-F879-42F3-956F-F08C7079E083}" type="presOf" srcId="{4E996BDD-7490-4EE8-89C0-78C76824060F}" destId="{9D858C8C-DFF7-487F-BC9C-95600905A761}" srcOrd="0" destOrd="0" presId="urn:microsoft.com/office/officeart/2005/8/layout/chevron1"/>
    <dgm:cxn modelId="{890A799F-119B-423B-ABAB-801BC518A3BA}" type="presOf" srcId="{7B26AD9F-E0C3-4E2B-829D-5F9A622DD40C}" destId="{2548AD2A-6E3F-447E-B1C5-063A161D84CE}" srcOrd="0" destOrd="0" presId="urn:microsoft.com/office/officeart/2005/8/layout/chevron1"/>
    <dgm:cxn modelId="{7865B0BB-60BD-4289-BC50-BFEEE14C3B91}" srcId="{B59316E3-0DCF-4DD1-B955-E74BFAC5DC62}" destId="{8CA8BEB0-E05D-4412-AF19-35E484387CF9}" srcOrd="2" destOrd="0" parTransId="{5C9D7042-7038-4907-94E9-DE42093DA999}" sibTransId="{72812B59-EF13-420E-A241-7226550E77C4}"/>
    <dgm:cxn modelId="{7BCBD0C8-6BBB-4551-A6E2-3D6E77368455}" type="presOf" srcId="{6425C488-8D29-475C-9831-508B3D3D9C5C}" destId="{EA3D932E-0266-4915-9D2F-6A74CEBB4974}" srcOrd="0" destOrd="0" presId="urn:microsoft.com/office/officeart/2005/8/layout/chevron1"/>
    <dgm:cxn modelId="{6F0F43D4-547D-4FC9-889A-D06A111B212D}" srcId="{B59316E3-0DCF-4DD1-B955-E74BFAC5DC62}" destId="{4198AC72-7A63-4B41-9E8B-BA971DD4E182}" srcOrd="0" destOrd="0" parTransId="{36B911AE-2322-485C-845E-0C5C8914549D}" sibTransId="{0872DF41-96F9-4898-9FC5-90A8BE281999}"/>
    <dgm:cxn modelId="{A339F2DD-CFF3-4F1E-9A97-2CBF8CEC0D29}" srcId="{B59316E3-0DCF-4DD1-B955-E74BFAC5DC62}" destId="{7B26AD9F-E0C3-4E2B-829D-5F9A622DD40C}" srcOrd="3" destOrd="0" parTransId="{062A39AC-BBD7-46EB-94F4-9CC37BEEE52E}" sibTransId="{9625FD59-7E6E-4FEE-B3A4-1219F3E1085D}"/>
    <dgm:cxn modelId="{859DD6EA-F196-4B42-8886-67D3AD14F24B}" srcId="{B59316E3-0DCF-4DD1-B955-E74BFAC5DC62}" destId="{3EDE87B7-2E59-4FF5-A9DB-5ED590BFB915}" srcOrd="1" destOrd="0" parTransId="{20B0CA0E-AA6E-4102-BF81-004B2665B203}" sibTransId="{662F573F-0788-432A-A0F7-93E0C20C68EF}"/>
    <dgm:cxn modelId="{75E9FFEF-EC7D-4A1C-89F1-CC10AC09E1F9}" type="presOf" srcId="{8CA8BEB0-E05D-4412-AF19-35E484387CF9}" destId="{953C2B3D-6E7D-4B5F-AA52-4E5B34CEDD92}" srcOrd="0" destOrd="0" presId="urn:microsoft.com/office/officeart/2005/8/layout/chevron1"/>
    <dgm:cxn modelId="{71209FF4-B714-419A-A3A9-D874DB05273B}" srcId="{B59316E3-0DCF-4DD1-B955-E74BFAC5DC62}" destId="{4E996BDD-7490-4EE8-89C0-78C76824060F}" srcOrd="4" destOrd="0" parTransId="{0B68C64A-AC5D-4620-9FCF-578D89F12882}" sibTransId="{33380BC8-4EFB-4635-901D-32106A29CEA4}"/>
    <dgm:cxn modelId="{1939BDFB-4D59-43A1-B64C-1C6681B9C547}" type="presOf" srcId="{B59316E3-0DCF-4DD1-B955-E74BFAC5DC62}" destId="{7F235519-4B3C-4C30-8358-3A331B36B393}" srcOrd="0" destOrd="0" presId="urn:microsoft.com/office/officeart/2005/8/layout/chevron1"/>
    <dgm:cxn modelId="{6092A15F-516C-4C86-86A5-0FC29BFB228F}" type="presParOf" srcId="{7F235519-4B3C-4C30-8358-3A331B36B393}" destId="{7E403EDD-D771-4009-A68C-16D24EECA9C1}" srcOrd="0" destOrd="0" presId="urn:microsoft.com/office/officeart/2005/8/layout/chevron1"/>
    <dgm:cxn modelId="{5E8F457C-4831-4243-BD01-46E8DED604F0}" type="presParOf" srcId="{7F235519-4B3C-4C30-8358-3A331B36B393}" destId="{9FC83817-A312-40A3-9E11-2596A12F8948}" srcOrd="1" destOrd="0" presId="urn:microsoft.com/office/officeart/2005/8/layout/chevron1"/>
    <dgm:cxn modelId="{50F2CBFC-3373-4C6B-BAE0-DA6E9F5CE732}" type="presParOf" srcId="{7F235519-4B3C-4C30-8358-3A331B36B393}" destId="{8F56B61D-8286-4E25-9E7A-052C75B9765B}" srcOrd="2" destOrd="0" presId="urn:microsoft.com/office/officeart/2005/8/layout/chevron1"/>
    <dgm:cxn modelId="{4D3DEB8D-5623-4E71-8FA4-65E6CDB2AF7E}" type="presParOf" srcId="{7F235519-4B3C-4C30-8358-3A331B36B393}" destId="{96AE602C-79D4-48BF-82B2-30D31CE11DA3}" srcOrd="3" destOrd="0" presId="urn:microsoft.com/office/officeart/2005/8/layout/chevron1"/>
    <dgm:cxn modelId="{214B7D52-4DFE-4B9E-8C36-42BE44B54F8F}" type="presParOf" srcId="{7F235519-4B3C-4C30-8358-3A331B36B393}" destId="{953C2B3D-6E7D-4B5F-AA52-4E5B34CEDD92}" srcOrd="4" destOrd="0" presId="urn:microsoft.com/office/officeart/2005/8/layout/chevron1"/>
    <dgm:cxn modelId="{75FED1D8-A6BB-475D-B7DD-2C740CDBA94F}" type="presParOf" srcId="{7F235519-4B3C-4C30-8358-3A331B36B393}" destId="{82BEEDA3-E2D2-4726-9DD2-71C074C6FBE8}" srcOrd="5" destOrd="0" presId="urn:microsoft.com/office/officeart/2005/8/layout/chevron1"/>
    <dgm:cxn modelId="{DBCDAC97-AC6E-4505-BC67-C1167FD510ED}" type="presParOf" srcId="{7F235519-4B3C-4C30-8358-3A331B36B393}" destId="{2548AD2A-6E3F-447E-B1C5-063A161D84CE}" srcOrd="6" destOrd="0" presId="urn:microsoft.com/office/officeart/2005/8/layout/chevron1"/>
    <dgm:cxn modelId="{08879B01-A848-4646-A117-2BE22AF69545}" type="presParOf" srcId="{7F235519-4B3C-4C30-8358-3A331B36B393}" destId="{49DDE80C-4DFD-4F9E-B504-16BE8FB2DC34}" srcOrd="7" destOrd="0" presId="urn:microsoft.com/office/officeart/2005/8/layout/chevron1"/>
    <dgm:cxn modelId="{AEB850A3-056D-4EE4-9AE6-F1388168A8D6}" type="presParOf" srcId="{7F235519-4B3C-4C30-8358-3A331B36B393}" destId="{9D858C8C-DFF7-487F-BC9C-95600905A761}" srcOrd="8" destOrd="0" presId="urn:microsoft.com/office/officeart/2005/8/layout/chevron1"/>
    <dgm:cxn modelId="{74C80AB0-83E0-41F0-B2B0-ACE8EE31BECC}" type="presParOf" srcId="{7F235519-4B3C-4C30-8358-3A331B36B393}" destId="{C3566B9A-34FC-438E-B588-3A6F68EE2289}" srcOrd="9" destOrd="0" presId="urn:microsoft.com/office/officeart/2005/8/layout/chevron1"/>
    <dgm:cxn modelId="{A5A9AB5D-2359-4F9C-B5B1-2FAAD18089D1}" type="presParOf" srcId="{7F235519-4B3C-4C30-8358-3A331B36B393}" destId="{EA3D932E-0266-4915-9D2F-6A74CEBB4974}" srcOrd="1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MIGO G/L Account Validation Set up</a:t>
          </a:r>
          <a:br>
            <a:rPr lang="en-US" sz="1000" dirty="0">
              <a:solidFill>
                <a:schemeClr val="tx1"/>
              </a:solidFill>
              <a:latin typeface="+mn-lt"/>
            </a:rPr>
          </a:br>
          <a:r>
            <a:rPr lang="en-US" sz="1000" dirty="0">
              <a:solidFill>
                <a:schemeClr val="tx1"/>
              </a:solidFill>
              <a:latin typeface="+mn-lt"/>
            </a:rPr>
            <a:t>(ZM_MIGOGLM)</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8736C000-E905-4936-9737-FDEA82A445F6}">
      <dgm:prSet phldrT="[Text]" custT="1"/>
      <dgm:spPr/>
      <dgm:t>
        <a:bodyPr/>
        <a:lstStyle/>
        <a:p>
          <a:r>
            <a:rPr lang="en-US" sz="1000">
              <a:solidFill>
                <a:schemeClr val="tx1"/>
              </a:solidFill>
              <a:latin typeface="+mn-lt"/>
            </a:rPr>
            <a:t>Read &amp; Record Beginning Inventory daily</a:t>
          </a:r>
          <a:endParaRPr lang="en-US" sz="1000" dirty="0">
            <a:solidFill>
              <a:schemeClr val="tx1"/>
            </a:solidFill>
            <a:latin typeface="+mn-lt"/>
          </a:endParaRPr>
        </a:p>
      </dgm:t>
    </dgm:pt>
    <dgm:pt modelId="{5C1E2A88-0894-4884-A0DD-5B69430531AA}" type="parTrans" cxnId="{235CC1F4-ECDB-476A-A875-64C11A77DECF}">
      <dgm:prSet/>
      <dgm:spPr/>
      <dgm:t>
        <a:bodyPr/>
        <a:lstStyle/>
        <a:p>
          <a:endParaRPr lang="en-US"/>
        </a:p>
      </dgm:t>
    </dgm:pt>
    <dgm:pt modelId="{D952F8C3-4898-4E30-B68D-B6678D02CF57}" type="sibTrans" cxnId="{235CC1F4-ECDB-476A-A875-64C11A77DECF}">
      <dgm:prSet/>
      <dgm:spPr/>
      <dgm:t>
        <a:bodyPr/>
        <a:lstStyle/>
        <a:p>
          <a:endParaRPr lang="en-US"/>
        </a:p>
      </dgm:t>
    </dgm:pt>
    <dgm:pt modelId="{D82148FF-8C4E-4EC8-A3E8-6D9E834BFCE8}">
      <dgm:prSet phldrT="[Text]" custT="1"/>
      <dgm:spPr/>
      <dgm:t>
        <a:bodyPr/>
        <a:lstStyle/>
        <a:p>
          <a:r>
            <a:rPr lang="en-US" sz="1000" dirty="0">
              <a:solidFill>
                <a:schemeClr val="tx1"/>
              </a:solidFill>
              <a:latin typeface="+mn-lt"/>
            </a:rPr>
            <a:t>Goods Issue posting for consumption</a:t>
          </a:r>
          <a:br>
            <a:rPr lang="en-US" sz="1000" dirty="0">
              <a:solidFill>
                <a:schemeClr val="tx1"/>
              </a:solidFill>
              <a:latin typeface="+mn-lt"/>
            </a:rPr>
          </a:br>
          <a:r>
            <a:rPr lang="en-US" sz="1000" b="1" dirty="0">
              <a:solidFill>
                <a:schemeClr val="accent5">
                  <a:lumMod val="20000"/>
                  <a:lumOff val="80000"/>
                </a:schemeClr>
              </a:solidFill>
              <a:latin typeface="+mn-lt"/>
            </a:rPr>
            <a:t>(MIGO; Movement Type 201)</a:t>
          </a:r>
          <a:br>
            <a:rPr lang="en-US" sz="1000" dirty="0">
              <a:solidFill>
                <a:schemeClr val="accent5">
                  <a:lumMod val="20000"/>
                  <a:lumOff val="80000"/>
                </a:schemeClr>
              </a:solidFill>
              <a:latin typeface="+mn-lt"/>
            </a:rPr>
          </a:br>
          <a:endParaRPr lang="en-US" sz="1000" strike="dblStrike" baseline="0" dirty="0">
            <a:solidFill>
              <a:schemeClr val="accent5">
                <a:lumMod val="20000"/>
                <a:lumOff val="80000"/>
              </a:schemeClr>
            </a:solidFill>
            <a:latin typeface="+mn-lt"/>
          </a:endParaRPr>
        </a:p>
      </dgm:t>
    </dgm:pt>
    <dgm:pt modelId="{814F311C-A1EC-4E75-9EE2-916AC7D58DA9}" type="parTrans" cxnId="{E5BBB4AC-8F43-4D1A-BDBB-9836C9FCC42F}">
      <dgm:prSet/>
      <dgm:spPr/>
      <dgm:t>
        <a:bodyPr/>
        <a:lstStyle/>
        <a:p>
          <a:endParaRPr lang="en-US"/>
        </a:p>
      </dgm:t>
    </dgm:pt>
    <dgm:pt modelId="{DFBB03BB-94A6-4C13-B753-C0B1BF6E5F9F}" type="sibTrans" cxnId="{E5BBB4AC-8F43-4D1A-BDBB-9836C9FCC42F}">
      <dgm:prSet/>
      <dgm:spPr/>
      <dgm:t>
        <a:bodyPr/>
        <a:lstStyle/>
        <a:p>
          <a:endParaRPr lang="en-US"/>
        </a:p>
      </dgm:t>
    </dgm:pt>
    <dgm:pt modelId="{CDEC4A02-F7A7-443E-914F-1764A5B1575A}">
      <dgm:prSet phldrT="[Text]" custT="1"/>
      <dgm:spPr/>
      <dgm:t>
        <a:bodyPr/>
        <a:lstStyle/>
        <a:p>
          <a:r>
            <a:rPr lang="en-US" sz="1000" dirty="0">
              <a:solidFill>
                <a:schemeClr val="tx1"/>
              </a:solidFill>
              <a:latin typeface="+mn-lt"/>
            </a:rPr>
            <a:t>Check Material Document List</a:t>
          </a:r>
          <a:br>
            <a:rPr lang="en-US" sz="1000" dirty="0">
              <a:solidFill>
                <a:schemeClr val="tx1"/>
              </a:solidFill>
              <a:latin typeface="+mn-lt"/>
            </a:rPr>
          </a:br>
          <a:r>
            <a:rPr lang="en-US" sz="1000" dirty="0">
              <a:solidFill>
                <a:schemeClr val="tx1"/>
              </a:solidFill>
              <a:latin typeface="+mn-lt"/>
            </a:rPr>
            <a:t>(MB51)</a:t>
          </a:r>
        </a:p>
      </dgm:t>
    </dgm:pt>
    <dgm:pt modelId="{B5A85533-4E89-467F-ADCD-A724782397EE}" type="parTrans" cxnId="{3F177582-E708-4260-A0D8-B890FF48C941}">
      <dgm:prSet/>
      <dgm:spPr/>
      <dgm:t>
        <a:bodyPr/>
        <a:lstStyle/>
        <a:p>
          <a:endParaRPr lang="en-US"/>
        </a:p>
      </dgm:t>
    </dgm:pt>
    <dgm:pt modelId="{930C1A44-777A-4876-BBDD-22AECF44AFE2}" type="sibTrans" cxnId="{3F177582-E708-4260-A0D8-B890FF48C941}">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4">
        <dgm:presLayoutVars>
          <dgm:bulletEnabled val="1"/>
        </dgm:presLayoutVars>
      </dgm:prSet>
      <dgm:spPr/>
    </dgm:pt>
    <dgm:pt modelId="{FE8BD598-12DD-4F1F-AD78-152AC4CE0241}" type="pres">
      <dgm:prSet presAssocID="{0D4C2103-7293-4F50-BC10-21C360ACF201}" presName="sibTrans" presStyleLbl="sibTrans1D1" presStyleIdx="0" presStyleCnt="3"/>
      <dgm:spPr/>
    </dgm:pt>
    <dgm:pt modelId="{68073F70-AF64-4E13-ABF3-57C882CFDE90}" type="pres">
      <dgm:prSet presAssocID="{0D4C2103-7293-4F50-BC10-21C360ACF201}" presName="connectorText" presStyleLbl="sibTrans1D1" presStyleIdx="0" presStyleCnt="3"/>
      <dgm:spPr/>
    </dgm:pt>
    <dgm:pt modelId="{5E9FCADC-3ABB-46F7-B934-75101029EC41}" type="pres">
      <dgm:prSet presAssocID="{8736C000-E905-4936-9737-FDEA82A445F6}" presName="node" presStyleLbl="node1" presStyleIdx="1" presStyleCnt="4">
        <dgm:presLayoutVars>
          <dgm:bulletEnabled val="1"/>
        </dgm:presLayoutVars>
      </dgm:prSet>
      <dgm:spPr/>
    </dgm:pt>
    <dgm:pt modelId="{8CDC8096-AA9A-4208-A185-18C16054E582}" type="pres">
      <dgm:prSet presAssocID="{D952F8C3-4898-4E30-B68D-B6678D02CF57}" presName="sibTrans" presStyleLbl="sibTrans1D1" presStyleIdx="1" presStyleCnt="3"/>
      <dgm:spPr/>
    </dgm:pt>
    <dgm:pt modelId="{B609EBA4-B2BC-4BF5-A8AC-FA793239070B}" type="pres">
      <dgm:prSet presAssocID="{D952F8C3-4898-4E30-B68D-B6678D02CF57}" presName="connectorText" presStyleLbl="sibTrans1D1" presStyleIdx="1" presStyleCnt="3"/>
      <dgm:spPr/>
    </dgm:pt>
    <dgm:pt modelId="{5FFD9CC7-666A-42CD-9688-315D85AC15A5}" type="pres">
      <dgm:prSet presAssocID="{D82148FF-8C4E-4EC8-A3E8-6D9E834BFCE8}" presName="node" presStyleLbl="node1" presStyleIdx="2" presStyleCnt="4">
        <dgm:presLayoutVars>
          <dgm:bulletEnabled val="1"/>
        </dgm:presLayoutVars>
      </dgm:prSet>
      <dgm:spPr/>
    </dgm:pt>
    <dgm:pt modelId="{C37F7767-89DE-411E-9F9E-F31AB6E4B68E}" type="pres">
      <dgm:prSet presAssocID="{DFBB03BB-94A6-4C13-B753-C0B1BF6E5F9F}" presName="sibTrans" presStyleLbl="sibTrans1D1" presStyleIdx="2" presStyleCnt="3"/>
      <dgm:spPr/>
    </dgm:pt>
    <dgm:pt modelId="{122B9B61-4371-49F5-9EF1-BC83B625DBA0}" type="pres">
      <dgm:prSet presAssocID="{DFBB03BB-94A6-4C13-B753-C0B1BF6E5F9F}" presName="connectorText" presStyleLbl="sibTrans1D1" presStyleIdx="2" presStyleCnt="3"/>
      <dgm:spPr/>
    </dgm:pt>
    <dgm:pt modelId="{891E752B-5D5E-4921-97F0-54F0E5C480E7}" type="pres">
      <dgm:prSet presAssocID="{CDEC4A02-F7A7-443E-914F-1764A5B1575A}" presName="node" presStyleLbl="node1" presStyleIdx="3" presStyleCnt="4">
        <dgm:presLayoutVars>
          <dgm:bulletEnabled val="1"/>
        </dgm:presLayoutVars>
      </dgm:prSet>
      <dgm:spPr/>
    </dgm:pt>
  </dgm:ptLst>
  <dgm:cxnLst>
    <dgm:cxn modelId="{4ECF3701-8623-46B1-9531-51E0E89DCBE1}" type="presOf" srcId="{D952F8C3-4898-4E30-B68D-B6678D02CF57}" destId="{B609EBA4-B2BC-4BF5-A8AC-FA793239070B}" srcOrd="1" destOrd="0" presId="urn:microsoft.com/office/officeart/2005/8/layout/bProcess3"/>
    <dgm:cxn modelId="{BEEA8D0E-5D0D-4586-8E44-1200EC212306}" type="presOf" srcId="{0D4C2103-7293-4F50-BC10-21C360ACF201}" destId="{FE8BD598-12DD-4F1F-AD78-152AC4CE0241}" srcOrd="0" destOrd="0" presId="urn:microsoft.com/office/officeart/2005/8/layout/bProcess3"/>
    <dgm:cxn modelId="{14DBFF2F-FD03-4F94-80F6-99037E305064}" type="presOf" srcId="{D952F8C3-4898-4E30-B68D-B6678D02CF57}" destId="{8CDC8096-AA9A-4208-A185-18C16054E582}" srcOrd="0" destOrd="0" presId="urn:microsoft.com/office/officeart/2005/8/layout/bProcess3"/>
    <dgm:cxn modelId="{CCDF7332-10CA-4C03-974F-B1C2DE14ABE0}" type="presOf" srcId="{D82148FF-8C4E-4EC8-A3E8-6D9E834BFCE8}" destId="{5FFD9CC7-666A-42CD-9688-315D85AC15A5}" srcOrd="0" destOrd="0" presId="urn:microsoft.com/office/officeart/2005/8/layout/bProcess3"/>
    <dgm:cxn modelId="{F2A3A940-B959-4AEE-A46E-731F24C92F21}" type="presOf" srcId="{0D4C2103-7293-4F50-BC10-21C360ACF201}" destId="{68073F70-AF64-4E13-ABF3-57C882CFDE90}" srcOrd="1"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3F177582-E708-4260-A0D8-B890FF48C941}" srcId="{2EB69EFB-3A0B-4C9F-85E1-88B4EC72664F}" destId="{CDEC4A02-F7A7-443E-914F-1764A5B1575A}" srcOrd="3" destOrd="0" parTransId="{B5A85533-4E89-467F-ADCD-A724782397EE}" sibTransId="{930C1A44-777A-4876-BBDD-22AECF44AFE2}"/>
    <dgm:cxn modelId="{8D64DE83-BA98-4943-84F1-BF8D9BCBC16B}" type="presOf" srcId="{DFBB03BB-94A6-4C13-B753-C0B1BF6E5F9F}" destId="{122B9B61-4371-49F5-9EF1-BC83B625DBA0}" srcOrd="1" destOrd="0" presId="urn:microsoft.com/office/officeart/2005/8/layout/bProcess3"/>
    <dgm:cxn modelId="{E5BBB4AC-8F43-4D1A-BDBB-9836C9FCC42F}" srcId="{2EB69EFB-3A0B-4C9F-85E1-88B4EC72664F}" destId="{D82148FF-8C4E-4EC8-A3E8-6D9E834BFCE8}" srcOrd="2" destOrd="0" parTransId="{814F311C-A1EC-4E75-9EE2-916AC7D58DA9}" sibTransId="{DFBB03BB-94A6-4C13-B753-C0B1BF6E5F9F}"/>
    <dgm:cxn modelId="{D9F68EB6-7958-4922-B17F-5B11D552D787}" type="presOf" srcId="{DFBB03BB-94A6-4C13-B753-C0B1BF6E5F9F}" destId="{C37F7767-89DE-411E-9F9E-F31AB6E4B68E}" srcOrd="0" destOrd="0" presId="urn:microsoft.com/office/officeart/2005/8/layout/bProcess3"/>
    <dgm:cxn modelId="{51DFF6BF-10D1-4C14-BCB8-2AEAB4A2A8BF}" type="presOf" srcId="{CDEC4A02-F7A7-443E-914F-1764A5B1575A}" destId="{891E752B-5D5E-4921-97F0-54F0E5C480E7}" srcOrd="0" destOrd="0" presId="urn:microsoft.com/office/officeart/2005/8/layout/bProcess3"/>
    <dgm:cxn modelId="{A53957C3-BA88-4218-AB4B-CB91DD8374E8}" type="presOf" srcId="{8736C000-E905-4936-9737-FDEA82A445F6}" destId="{5E9FCADC-3ABB-46F7-B934-75101029EC41}"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734A63F0-9002-445A-B8F4-F473369743B6}" type="presOf" srcId="{2EB69EFB-3A0B-4C9F-85E1-88B4EC72664F}" destId="{3605E5BE-F203-40DB-BF87-FDD8DAD2E2F9}" srcOrd="0" destOrd="0" presId="urn:microsoft.com/office/officeart/2005/8/layout/bProcess3"/>
    <dgm:cxn modelId="{235CC1F4-ECDB-476A-A875-64C11A77DECF}" srcId="{2EB69EFB-3A0B-4C9F-85E1-88B4EC72664F}" destId="{8736C000-E905-4936-9737-FDEA82A445F6}" srcOrd="1" destOrd="0" parTransId="{5C1E2A88-0894-4884-A0DD-5B69430531AA}" sibTransId="{D952F8C3-4898-4E30-B68D-B6678D02CF57}"/>
    <dgm:cxn modelId="{7D158F5E-21A3-478B-8D09-1B7D42887DD2}" type="presParOf" srcId="{3605E5BE-F203-40DB-BF87-FDD8DAD2E2F9}" destId="{31F3F0B0-396F-469C-AD1E-E2C46D96D875}" srcOrd="0" destOrd="0" presId="urn:microsoft.com/office/officeart/2005/8/layout/bProcess3"/>
    <dgm:cxn modelId="{DB87CF3E-35CC-448C-91B1-1FA2E668B1B5}" type="presParOf" srcId="{3605E5BE-F203-40DB-BF87-FDD8DAD2E2F9}" destId="{FE8BD598-12DD-4F1F-AD78-152AC4CE0241}" srcOrd="1" destOrd="0" presId="urn:microsoft.com/office/officeart/2005/8/layout/bProcess3"/>
    <dgm:cxn modelId="{0CA06BA6-E340-49F5-A0C1-B1F7AB9DAFE1}" type="presParOf" srcId="{FE8BD598-12DD-4F1F-AD78-152AC4CE0241}" destId="{68073F70-AF64-4E13-ABF3-57C882CFDE90}" srcOrd="0" destOrd="0" presId="urn:microsoft.com/office/officeart/2005/8/layout/bProcess3"/>
    <dgm:cxn modelId="{0E70CD00-D39B-4BDF-9BF2-3C11B7E2821F}" type="presParOf" srcId="{3605E5BE-F203-40DB-BF87-FDD8DAD2E2F9}" destId="{5E9FCADC-3ABB-46F7-B934-75101029EC41}" srcOrd="2" destOrd="0" presId="urn:microsoft.com/office/officeart/2005/8/layout/bProcess3"/>
    <dgm:cxn modelId="{4C0CB509-18DA-47A3-8643-A1D53655596B}" type="presParOf" srcId="{3605E5BE-F203-40DB-BF87-FDD8DAD2E2F9}" destId="{8CDC8096-AA9A-4208-A185-18C16054E582}" srcOrd="3" destOrd="0" presId="urn:microsoft.com/office/officeart/2005/8/layout/bProcess3"/>
    <dgm:cxn modelId="{B2BB04C4-3B8A-4285-85CD-F9B7F8BF97FC}" type="presParOf" srcId="{8CDC8096-AA9A-4208-A185-18C16054E582}" destId="{B609EBA4-B2BC-4BF5-A8AC-FA793239070B}" srcOrd="0" destOrd="0" presId="urn:microsoft.com/office/officeart/2005/8/layout/bProcess3"/>
    <dgm:cxn modelId="{553F99CD-AD9A-495E-ABF5-F4E1B3F5C349}" type="presParOf" srcId="{3605E5BE-F203-40DB-BF87-FDD8DAD2E2F9}" destId="{5FFD9CC7-666A-42CD-9688-315D85AC15A5}" srcOrd="4" destOrd="0" presId="urn:microsoft.com/office/officeart/2005/8/layout/bProcess3"/>
    <dgm:cxn modelId="{2B994F76-1918-45B1-8CA3-F0AD5C362897}" type="presParOf" srcId="{3605E5BE-F203-40DB-BF87-FDD8DAD2E2F9}" destId="{C37F7767-89DE-411E-9F9E-F31AB6E4B68E}" srcOrd="5" destOrd="0" presId="urn:microsoft.com/office/officeart/2005/8/layout/bProcess3"/>
    <dgm:cxn modelId="{B64A48EC-B880-46AD-9E65-3486F43A40E1}" type="presParOf" srcId="{C37F7767-89DE-411E-9F9E-F31AB6E4B68E}" destId="{122B9B61-4371-49F5-9EF1-BC83B625DBA0}" srcOrd="0" destOrd="0" presId="urn:microsoft.com/office/officeart/2005/8/layout/bProcess3"/>
    <dgm:cxn modelId="{79BC8DE5-D55A-401C-98C7-E76BD365A89B}" type="presParOf" srcId="{3605E5BE-F203-40DB-BF87-FDD8DAD2E2F9}" destId="{891E752B-5D5E-4921-97F0-54F0E5C480E7}"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Identify Waste</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FAF7ED4E-6B38-4D93-9154-B39CC67BC216}">
      <dgm:prSet phldrT="[Text]" custT="1"/>
      <dgm:spPr/>
      <dgm:t>
        <a:bodyPr/>
        <a:lstStyle/>
        <a:p>
          <a:r>
            <a:rPr lang="en-US" sz="1000" dirty="0">
              <a:solidFill>
                <a:schemeClr val="tx1"/>
              </a:solidFill>
              <a:latin typeface="+mn-lt"/>
            </a:rPr>
            <a:t>Collect Waste</a:t>
          </a:r>
        </a:p>
      </dgm:t>
    </dgm:pt>
    <dgm:pt modelId="{B610CE1D-8B08-4786-BB32-FC3C2E0C6977}" type="parTrans" cxnId="{D5B52F09-1386-422D-9F46-A68C68B52ED0}">
      <dgm:prSet/>
      <dgm:spPr/>
      <dgm:t>
        <a:bodyPr/>
        <a:lstStyle/>
        <a:p>
          <a:endParaRPr lang="en-US"/>
        </a:p>
      </dgm:t>
    </dgm:pt>
    <dgm:pt modelId="{9D431B97-E6C1-4F3D-8D58-7BC7B614C392}" type="sibTrans" cxnId="{D5B52F09-1386-422D-9F46-A68C68B52ED0}">
      <dgm:prSet/>
      <dgm:spPr/>
      <dgm:t>
        <a:bodyPr/>
        <a:lstStyle/>
        <a:p>
          <a:endParaRPr lang="en-US"/>
        </a:p>
      </dgm:t>
    </dgm:pt>
    <dgm:pt modelId="{94818721-80B3-4F99-AC3B-044BA806CC39}">
      <dgm:prSet phldrT="[Text]" custT="1"/>
      <dgm:spPr/>
      <dgm:t>
        <a:bodyPr/>
        <a:lstStyle/>
        <a:p>
          <a:r>
            <a:rPr lang="en-US" sz="1000" dirty="0">
              <a:solidFill>
                <a:schemeClr val="tx1"/>
              </a:solidFill>
              <a:latin typeface="+mn-lt"/>
            </a:rPr>
            <a:t>Determine Disposal Method</a:t>
          </a:r>
        </a:p>
      </dgm:t>
    </dgm:pt>
    <dgm:pt modelId="{9652F187-AC60-41E3-AAFE-18CC70CE4089}" type="parTrans" cxnId="{69FCC0D1-E042-464C-A762-D67A59C9CBAD}">
      <dgm:prSet/>
      <dgm:spPr/>
      <dgm:t>
        <a:bodyPr/>
        <a:lstStyle/>
        <a:p>
          <a:endParaRPr lang="en-US"/>
        </a:p>
      </dgm:t>
    </dgm:pt>
    <dgm:pt modelId="{8B098365-B4BE-43C7-9A6C-D011D5578A0F}" type="sibTrans" cxnId="{69FCC0D1-E042-464C-A762-D67A59C9CBAD}">
      <dgm:prSet/>
      <dgm:spPr/>
      <dgm:t>
        <a:bodyPr/>
        <a:lstStyle/>
        <a:p>
          <a:endParaRPr lang="en-US"/>
        </a:p>
      </dgm:t>
    </dgm:pt>
    <dgm:pt modelId="{90385E06-8311-484A-A815-EE27B629E7FC}">
      <dgm:prSet phldrT="[Text]" custT="1"/>
      <dgm:spPr/>
      <dgm:t>
        <a:bodyPr/>
        <a:lstStyle/>
        <a:p>
          <a:r>
            <a:rPr lang="en-US" sz="1000" dirty="0">
              <a:solidFill>
                <a:schemeClr val="tx1"/>
              </a:solidFill>
              <a:latin typeface="+mn-lt"/>
            </a:rPr>
            <a:t>Collecting</a:t>
          </a:r>
        </a:p>
      </dgm:t>
    </dgm:pt>
    <dgm:pt modelId="{40C3982A-1B4C-4B28-B682-5409AB2548BD}" type="parTrans" cxnId="{86987F8A-345E-4A6B-89B3-0F42CE09D06A}">
      <dgm:prSet/>
      <dgm:spPr/>
      <dgm:t>
        <a:bodyPr/>
        <a:lstStyle/>
        <a:p>
          <a:endParaRPr lang="en-US"/>
        </a:p>
      </dgm:t>
    </dgm:pt>
    <dgm:pt modelId="{D0A0A4AA-6A30-49AB-8C43-1605A6DC2AE2}" type="sibTrans" cxnId="{86987F8A-345E-4A6B-89B3-0F42CE09D06A}">
      <dgm:prSet/>
      <dgm:spPr/>
      <dgm:t>
        <a:bodyPr/>
        <a:lstStyle/>
        <a:p>
          <a:endParaRPr lang="en-US"/>
        </a:p>
      </dgm:t>
    </dgm:pt>
    <dgm:pt modelId="{A2EF6EB1-57B5-44DD-94AA-2397C35DAD80}">
      <dgm:prSet phldrT="[Text]" custT="1"/>
      <dgm:spPr/>
      <dgm:t>
        <a:bodyPr/>
        <a:lstStyle/>
        <a:p>
          <a:r>
            <a:rPr lang="en-US" sz="1000">
              <a:solidFill>
                <a:schemeClr val="tx1"/>
              </a:solidFill>
              <a:latin typeface="+mn-lt"/>
            </a:rPr>
            <a:t>Selecting for disposal for recycling</a:t>
          </a:r>
          <a:endParaRPr lang="en-US" sz="1000" dirty="0">
            <a:solidFill>
              <a:schemeClr val="tx1"/>
            </a:solidFill>
            <a:latin typeface="+mn-lt"/>
          </a:endParaRPr>
        </a:p>
      </dgm:t>
    </dgm:pt>
    <dgm:pt modelId="{A8AB5123-C476-4DA0-8AF5-CEA5CF154A16}" type="parTrans" cxnId="{B622B3F2-2547-401F-B5EA-B7B92EB00935}">
      <dgm:prSet/>
      <dgm:spPr/>
      <dgm:t>
        <a:bodyPr/>
        <a:lstStyle/>
        <a:p>
          <a:endParaRPr lang="en-US"/>
        </a:p>
      </dgm:t>
    </dgm:pt>
    <dgm:pt modelId="{BD9B55F4-1318-4BD0-B657-6F3DB9579865}" type="sibTrans" cxnId="{B622B3F2-2547-401F-B5EA-B7B92EB00935}">
      <dgm:prSet/>
      <dgm:spPr/>
      <dgm:t>
        <a:bodyPr/>
        <a:lstStyle/>
        <a:p>
          <a:endParaRPr lang="en-US"/>
        </a:p>
      </dgm:t>
    </dgm:pt>
    <dgm:pt modelId="{C856A367-3555-4450-AE38-52A6D93696C5}">
      <dgm:prSet phldrT="[Text]" custT="1"/>
      <dgm:spPr/>
      <dgm:t>
        <a:bodyPr/>
        <a:lstStyle/>
        <a:p>
          <a:r>
            <a:rPr lang="en-US" sz="1000">
              <a:solidFill>
                <a:schemeClr val="tx1"/>
              </a:solidFill>
              <a:latin typeface="+mn-lt"/>
            </a:rPr>
            <a:t>Selecting disposal for landfill</a:t>
          </a:r>
          <a:endParaRPr lang="en-US" sz="1000" dirty="0">
            <a:solidFill>
              <a:schemeClr val="tx1"/>
            </a:solidFill>
            <a:latin typeface="+mn-lt"/>
          </a:endParaRPr>
        </a:p>
      </dgm:t>
    </dgm:pt>
    <dgm:pt modelId="{57915969-D609-4DD2-9251-6058C927CCDD}" type="parTrans" cxnId="{038A3148-731C-4A7D-96BE-9C5CE7E5A5CC}">
      <dgm:prSet/>
      <dgm:spPr/>
      <dgm:t>
        <a:bodyPr/>
        <a:lstStyle/>
        <a:p>
          <a:endParaRPr lang="en-US"/>
        </a:p>
      </dgm:t>
    </dgm:pt>
    <dgm:pt modelId="{FE7D6054-157A-4D4A-B751-1AA6CAB8F07C}" type="sibTrans" cxnId="{038A3148-731C-4A7D-96BE-9C5CE7E5A5CC}">
      <dgm:prSet/>
      <dgm:spPr/>
      <dgm:t>
        <a:bodyPr/>
        <a:lstStyle/>
        <a:p>
          <a:endParaRPr lang="en-US"/>
        </a:p>
      </dgm:t>
    </dgm:pt>
    <dgm:pt modelId="{4626DE65-0BB0-45F0-9242-59A0F2D4183B}">
      <dgm:prSet phldrT="[Text]" custT="1"/>
      <dgm:spPr/>
      <dgm:t>
        <a:bodyPr/>
        <a:lstStyle/>
        <a:p>
          <a:r>
            <a:rPr lang="en-US" sz="1000" dirty="0">
              <a:solidFill>
                <a:schemeClr val="tx1"/>
              </a:solidFill>
              <a:latin typeface="+mn-lt"/>
            </a:rPr>
            <a:t>Scrap material GI to Cost Center</a:t>
          </a:r>
          <a:br>
            <a:rPr lang="en-US" sz="1000" dirty="0">
              <a:solidFill>
                <a:schemeClr val="tx1"/>
              </a:solidFill>
              <a:latin typeface="+mn-lt"/>
            </a:rPr>
          </a:br>
          <a:r>
            <a:rPr lang="en-US" sz="1000" b="1" dirty="0">
              <a:solidFill>
                <a:schemeClr val="accent5">
                  <a:lumMod val="20000"/>
                  <a:lumOff val="80000"/>
                </a:schemeClr>
              </a:solidFill>
              <a:latin typeface="+mn-lt"/>
            </a:rPr>
            <a:t>(MIGO; Movement Types 551/552, Z25)</a:t>
          </a:r>
          <a:br>
            <a:rPr lang="en-US" sz="1000" b="1" dirty="0">
              <a:solidFill>
                <a:schemeClr val="accent5">
                  <a:lumMod val="20000"/>
                  <a:lumOff val="80000"/>
                </a:schemeClr>
              </a:solidFill>
              <a:latin typeface="+mn-lt"/>
            </a:rPr>
          </a:br>
          <a:endParaRPr lang="en-US" sz="1000" strike="dblStrike" baseline="0" dirty="0">
            <a:solidFill>
              <a:schemeClr val="accent5">
                <a:lumMod val="20000"/>
                <a:lumOff val="80000"/>
              </a:schemeClr>
            </a:solidFill>
            <a:latin typeface="+mn-lt"/>
          </a:endParaRPr>
        </a:p>
      </dgm:t>
    </dgm:pt>
    <dgm:pt modelId="{A64A586A-4272-4D96-80F8-FCB4D94F02D0}" type="parTrans" cxnId="{CE6DAEFA-7DD6-4321-A6A1-64EEF4075A93}">
      <dgm:prSet/>
      <dgm:spPr/>
      <dgm:t>
        <a:bodyPr/>
        <a:lstStyle/>
        <a:p>
          <a:endParaRPr lang="en-US"/>
        </a:p>
      </dgm:t>
    </dgm:pt>
    <dgm:pt modelId="{D1DF7A73-87AC-4D1F-83DC-BAB574F23DF5}" type="sibTrans" cxnId="{CE6DAEFA-7DD6-4321-A6A1-64EEF4075A93}">
      <dgm:prSet/>
      <dgm:spPr/>
      <dgm:t>
        <a:bodyPr/>
        <a:lstStyle/>
        <a:p>
          <a:endParaRPr lang="en-US"/>
        </a:p>
      </dgm:t>
    </dgm:pt>
    <dgm:pt modelId="{C2B1EBDB-906A-4100-B78D-C9132E880388}">
      <dgm:prSet phldrT="[Text]" custT="1"/>
      <dgm:spPr/>
      <dgm:t>
        <a:bodyPr/>
        <a:lstStyle/>
        <a:p>
          <a:r>
            <a:rPr lang="en-US" sz="1000" dirty="0">
              <a:solidFill>
                <a:schemeClr val="tx1"/>
              </a:solidFill>
              <a:latin typeface="+mn-lt"/>
            </a:rPr>
            <a:t>Approval for Disposal and documentation</a:t>
          </a:r>
        </a:p>
      </dgm:t>
    </dgm:pt>
    <dgm:pt modelId="{5AAC3B2E-30AE-41C3-8896-761B3CFF6356}" type="parTrans" cxnId="{DA831687-4872-44AD-B3D9-3F1D22792AF5}">
      <dgm:prSet/>
      <dgm:spPr/>
      <dgm:t>
        <a:bodyPr/>
        <a:lstStyle/>
        <a:p>
          <a:endParaRPr lang="en-US"/>
        </a:p>
      </dgm:t>
    </dgm:pt>
    <dgm:pt modelId="{B981CD06-3AC1-4AC2-8544-36556C5315B0}" type="sibTrans" cxnId="{DA831687-4872-44AD-B3D9-3F1D22792AF5}">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8">
        <dgm:presLayoutVars>
          <dgm:bulletEnabled val="1"/>
        </dgm:presLayoutVars>
      </dgm:prSet>
      <dgm:spPr/>
    </dgm:pt>
    <dgm:pt modelId="{3968F1D6-AE2B-4B30-B958-88A3FB13F103}" type="pres">
      <dgm:prSet presAssocID="{0D4C2103-7293-4F50-BC10-21C360ACF201}" presName="sibTrans" presStyleLbl="sibTrans1D1" presStyleIdx="0" presStyleCnt="7"/>
      <dgm:spPr/>
    </dgm:pt>
    <dgm:pt modelId="{1B02C669-BFDD-40D2-96C4-B860B2832FED}" type="pres">
      <dgm:prSet presAssocID="{0D4C2103-7293-4F50-BC10-21C360ACF201}" presName="connectorText" presStyleLbl="sibTrans1D1" presStyleIdx="0" presStyleCnt="7"/>
      <dgm:spPr/>
    </dgm:pt>
    <dgm:pt modelId="{5EAA6F10-B3BD-4398-8F60-A25FB50EC353}" type="pres">
      <dgm:prSet presAssocID="{FAF7ED4E-6B38-4D93-9154-B39CC67BC216}" presName="node" presStyleLbl="node1" presStyleIdx="1" presStyleCnt="8">
        <dgm:presLayoutVars>
          <dgm:bulletEnabled val="1"/>
        </dgm:presLayoutVars>
      </dgm:prSet>
      <dgm:spPr/>
    </dgm:pt>
    <dgm:pt modelId="{B3AB874F-47EB-4C50-AB0B-FD54F6740464}" type="pres">
      <dgm:prSet presAssocID="{9D431B97-E6C1-4F3D-8D58-7BC7B614C392}" presName="sibTrans" presStyleLbl="sibTrans1D1" presStyleIdx="1" presStyleCnt="7"/>
      <dgm:spPr/>
    </dgm:pt>
    <dgm:pt modelId="{4D757839-8CC2-4724-ACC3-5C6F36E942CA}" type="pres">
      <dgm:prSet presAssocID="{9D431B97-E6C1-4F3D-8D58-7BC7B614C392}" presName="connectorText" presStyleLbl="sibTrans1D1" presStyleIdx="1" presStyleCnt="7"/>
      <dgm:spPr/>
    </dgm:pt>
    <dgm:pt modelId="{42F09211-02F7-447D-BF35-1B94DB338996}" type="pres">
      <dgm:prSet presAssocID="{94818721-80B3-4F99-AC3B-044BA806CC39}" presName="node" presStyleLbl="node1" presStyleIdx="2" presStyleCnt="8">
        <dgm:presLayoutVars>
          <dgm:bulletEnabled val="1"/>
        </dgm:presLayoutVars>
      </dgm:prSet>
      <dgm:spPr/>
    </dgm:pt>
    <dgm:pt modelId="{5FE366A6-4B1B-4147-BCB0-146CF035FFB6}" type="pres">
      <dgm:prSet presAssocID="{8B098365-B4BE-43C7-9A6C-D011D5578A0F}" presName="sibTrans" presStyleLbl="sibTrans1D1" presStyleIdx="2" presStyleCnt="7"/>
      <dgm:spPr/>
    </dgm:pt>
    <dgm:pt modelId="{64B4ADC1-5354-46B0-A81E-37CAC320D240}" type="pres">
      <dgm:prSet presAssocID="{8B098365-B4BE-43C7-9A6C-D011D5578A0F}" presName="connectorText" presStyleLbl="sibTrans1D1" presStyleIdx="2" presStyleCnt="7"/>
      <dgm:spPr/>
    </dgm:pt>
    <dgm:pt modelId="{16056D9D-096A-4FFD-B166-C4EC45E8B216}" type="pres">
      <dgm:prSet presAssocID="{90385E06-8311-484A-A815-EE27B629E7FC}" presName="node" presStyleLbl="node1" presStyleIdx="3" presStyleCnt="8">
        <dgm:presLayoutVars>
          <dgm:bulletEnabled val="1"/>
        </dgm:presLayoutVars>
      </dgm:prSet>
      <dgm:spPr/>
    </dgm:pt>
    <dgm:pt modelId="{5BBDE93A-3DAD-4C0F-85F2-668A8E2EDD01}" type="pres">
      <dgm:prSet presAssocID="{D0A0A4AA-6A30-49AB-8C43-1605A6DC2AE2}" presName="sibTrans" presStyleLbl="sibTrans1D1" presStyleIdx="3" presStyleCnt="7"/>
      <dgm:spPr/>
    </dgm:pt>
    <dgm:pt modelId="{6314657D-01B6-4B44-8451-E1FDFFFE07A9}" type="pres">
      <dgm:prSet presAssocID="{D0A0A4AA-6A30-49AB-8C43-1605A6DC2AE2}" presName="connectorText" presStyleLbl="sibTrans1D1" presStyleIdx="3" presStyleCnt="7"/>
      <dgm:spPr/>
    </dgm:pt>
    <dgm:pt modelId="{485840C8-8BD4-4BA2-A3F0-2E5593B1A228}" type="pres">
      <dgm:prSet presAssocID="{A2EF6EB1-57B5-44DD-94AA-2397C35DAD80}" presName="node" presStyleLbl="node1" presStyleIdx="4" presStyleCnt="8">
        <dgm:presLayoutVars>
          <dgm:bulletEnabled val="1"/>
        </dgm:presLayoutVars>
      </dgm:prSet>
      <dgm:spPr/>
    </dgm:pt>
    <dgm:pt modelId="{DDBEC2D9-0B41-46BF-AD9E-E896C9DA8A84}" type="pres">
      <dgm:prSet presAssocID="{BD9B55F4-1318-4BD0-B657-6F3DB9579865}" presName="sibTrans" presStyleLbl="sibTrans1D1" presStyleIdx="4" presStyleCnt="7"/>
      <dgm:spPr/>
    </dgm:pt>
    <dgm:pt modelId="{2CF22E2D-C2C4-4F8A-B66A-A2DDACB9F0AA}" type="pres">
      <dgm:prSet presAssocID="{BD9B55F4-1318-4BD0-B657-6F3DB9579865}" presName="connectorText" presStyleLbl="sibTrans1D1" presStyleIdx="4" presStyleCnt="7"/>
      <dgm:spPr/>
    </dgm:pt>
    <dgm:pt modelId="{ABDB5735-9A98-4060-8666-E58EB42D7D9D}" type="pres">
      <dgm:prSet presAssocID="{C856A367-3555-4450-AE38-52A6D93696C5}" presName="node" presStyleLbl="node1" presStyleIdx="5" presStyleCnt="8">
        <dgm:presLayoutVars>
          <dgm:bulletEnabled val="1"/>
        </dgm:presLayoutVars>
      </dgm:prSet>
      <dgm:spPr/>
    </dgm:pt>
    <dgm:pt modelId="{EA03205F-8F39-47F4-9156-E1502C72C00C}" type="pres">
      <dgm:prSet presAssocID="{FE7D6054-157A-4D4A-B751-1AA6CAB8F07C}" presName="sibTrans" presStyleLbl="sibTrans1D1" presStyleIdx="5" presStyleCnt="7"/>
      <dgm:spPr/>
    </dgm:pt>
    <dgm:pt modelId="{53A47420-18BD-427B-99D4-43CA202F626A}" type="pres">
      <dgm:prSet presAssocID="{FE7D6054-157A-4D4A-B751-1AA6CAB8F07C}" presName="connectorText" presStyleLbl="sibTrans1D1" presStyleIdx="5" presStyleCnt="7"/>
      <dgm:spPr/>
    </dgm:pt>
    <dgm:pt modelId="{428746F5-9232-49D4-AF29-F339C6930DD4}" type="pres">
      <dgm:prSet presAssocID="{4626DE65-0BB0-45F0-9242-59A0F2D4183B}" presName="node" presStyleLbl="node1" presStyleIdx="6" presStyleCnt="8">
        <dgm:presLayoutVars>
          <dgm:bulletEnabled val="1"/>
        </dgm:presLayoutVars>
      </dgm:prSet>
      <dgm:spPr/>
    </dgm:pt>
    <dgm:pt modelId="{1B32F16E-8FBE-4E97-8ADB-F01AAB9FA955}" type="pres">
      <dgm:prSet presAssocID="{D1DF7A73-87AC-4D1F-83DC-BAB574F23DF5}" presName="sibTrans" presStyleLbl="sibTrans1D1" presStyleIdx="6" presStyleCnt="7"/>
      <dgm:spPr/>
    </dgm:pt>
    <dgm:pt modelId="{E7EDA2B7-A8C1-41CE-9969-9A6DF2C098FB}" type="pres">
      <dgm:prSet presAssocID="{D1DF7A73-87AC-4D1F-83DC-BAB574F23DF5}" presName="connectorText" presStyleLbl="sibTrans1D1" presStyleIdx="6" presStyleCnt="7"/>
      <dgm:spPr/>
    </dgm:pt>
    <dgm:pt modelId="{21541664-9543-4437-BAAF-D2B586A0D955}" type="pres">
      <dgm:prSet presAssocID="{C2B1EBDB-906A-4100-B78D-C9132E880388}" presName="node" presStyleLbl="node1" presStyleIdx="7" presStyleCnt="8">
        <dgm:presLayoutVars>
          <dgm:bulletEnabled val="1"/>
        </dgm:presLayoutVars>
      </dgm:prSet>
      <dgm:spPr/>
    </dgm:pt>
  </dgm:ptLst>
  <dgm:cxnLst>
    <dgm:cxn modelId="{D5B52F09-1386-422D-9F46-A68C68B52ED0}" srcId="{2EB69EFB-3A0B-4C9F-85E1-88B4EC72664F}" destId="{FAF7ED4E-6B38-4D93-9154-B39CC67BC216}" srcOrd="1" destOrd="0" parTransId="{B610CE1D-8B08-4786-BB32-FC3C2E0C6977}" sibTransId="{9D431B97-E6C1-4F3D-8D58-7BC7B614C392}"/>
    <dgm:cxn modelId="{97894218-AF79-447A-A648-2CC56A1DA61D}" type="presOf" srcId="{0D4C2103-7293-4F50-BC10-21C360ACF201}" destId="{1B02C669-BFDD-40D2-96C4-B860B2832FED}" srcOrd="1" destOrd="0" presId="urn:microsoft.com/office/officeart/2005/8/layout/bProcess3"/>
    <dgm:cxn modelId="{D7ECEE2D-6E6B-4E09-B6EA-ED0671A79719}" type="presOf" srcId="{9D431B97-E6C1-4F3D-8D58-7BC7B614C392}" destId="{4D757839-8CC2-4724-ACC3-5C6F36E942CA}" srcOrd="1" destOrd="0" presId="urn:microsoft.com/office/officeart/2005/8/layout/bProcess3"/>
    <dgm:cxn modelId="{9E4E772E-64EC-45B8-B283-2E580DC72E15}" type="presOf" srcId="{A2EF6EB1-57B5-44DD-94AA-2397C35DAD80}" destId="{485840C8-8BD4-4BA2-A3F0-2E5593B1A228}" srcOrd="0" destOrd="0" presId="urn:microsoft.com/office/officeart/2005/8/layout/bProcess3"/>
    <dgm:cxn modelId="{F98F2938-7126-4641-9608-5154E606E9EA}" type="presOf" srcId="{94818721-80B3-4F99-AC3B-044BA806CC39}" destId="{42F09211-02F7-447D-BF35-1B94DB338996}" srcOrd="0" destOrd="0" presId="urn:microsoft.com/office/officeart/2005/8/layout/bProcess3"/>
    <dgm:cxn modelId="{4D3D8E39-462C-42DC-8BEA-48E1B68BAE10}" type="presOf" srcId="{D0A0A4AA-6A30-49AB-8C43-1605A6DC2AE2}" destId="{6314657D-01B6-4B44-8451-E1FDFFFE07A9}" srcOrd="1"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7DD4DD46-8623-43D9-B90E-A641715014FE}" type="presOf" srcId="{0D4C2103-7293-4F50-BC10-21C360ACF201}" destId="{3968F1D6-AE2B-4B30-B958-88A3FB13F103}" srcOrd="0" destOrd="0" presId="urn:microsoft.com/office/officeart/2005/8/layout/bProcess3"/>
    <dgm:cxn modelId="{038A3148-731C-4A7D-96BE-9C5CE7E5A5CC}" srcId="{2EB69EFB-3A0B-4C9F-85E1-88B4EC72664F}" destId="{C856A367-3555-4450-AE38-52A6D93696C5}" srcOrd="5" destOrd="0" parTransId="{57915969-D609-4DD2-9251-6058C927CCDD}" sibTransId="{FE7D6054-157A-4D4A-B751-1AA6CAB8F07C}"/>
    <dgm:cxn modelId="{79379E4B-36B7-430F-A42C-6C53ABB3C678}" type="presOf" srcId="{90385E06-8311-484A-A815-EE27B629E7FC}" destId="{16056D9D-096A-4FFD-B166-C4EC45E8B216}" srcOrd="0" destOrd="0" presId="urn:microsoft.com/office/officeart/2005/8/layout/bProcess3"/>
    <dgm:cxn modelId="{8A9D1352-8157-4E13-890F-63FAEE54CDB8}" type="presOf" srcId="{FE7D6054-157A-4D4A-B751-1AA6CAB8F07C}" destId="{53A47420-18BD-427B-99D4-43CA202F626A}" srcOrd="1" destOrd="0" presId="urn:microsoft.com/office/officeart/2005/8/layout/bProcess3"/>
    <dgm:cxn modelId="{3637BB72-E8EE-4240-B884-4D3FF04FCC5B}" type="presOf" srcId="{FE7D6054-157A-4D4A-B751-1AA6CAB8F07C}" destId="{EA03205F-8F39-47F4-9156-E1502C72C00C}" srcOrd="0" destOrd="0" presId="urn:microsoft.com/office/officeart/2005/8/layout/bProcess3"/>
    <dgm:cxn modelId="{34371373-4E1D-4340-9C54-26C88C6A7EEC}" type="presOf" srcId="{C856A367-3555-4450-AE38-52A6D93696C5}" destId="{ABDB5735-9A98-4060-8666-E58EB42D7D9D}" srcOrd="0" destOrd="0" presId="urn:microsoft.com/office/officeart/2005/8/layout/bProcess3"/>
    <dgm:cxn modelId="{B1B64B84-8606-4782-BD50-4C1239006677}" type="presOf" srcId="{8B098365-B4BE-43C7-9A6C-D011D5578A0F}" destId="{5FE366A6-4B1B-4147-BCB0-146CF035FFB6}" srcOrd="0" destOrd="0" presId="urn:microsoft.com/office/officeart/2005/8/layout/bProcess3"/>
    <dgm:cxn modelId="{DA831687-4872-44AD-B3D9-3F1D22792AF5}" srcId="{2EB69EFB-3A0B-4C9F-85E1-88B4EC72664F}" destId="{C2B1EBDB-906A-4100-B78D-C9132E880388}" srcOrd="7" destOrd="0" parTransId="{5AAC3B2E-30AE-41C3-8896-761B3CFF6356}" sibTransId="{B981CD06-3AC1-4AC2-8544-36556C5315B0}"/>
    <dgm:cxn modelId="{D592FE89-6C3F-4529-8C95-EEE822D00AE4}" type="presOf" srcId="{4626DE65-0BB0-45F0-9242-59A0F2D4183B}" destId="{428746F5-9232-49D4-AF29-F339C6930DD4}" srcOrd="0" destOrd="0" presId="urn:microsoft.com/office/officeart/2005/8/layout/bProcess3"/>
    <dgm:cxn modelId="{86987F8A-345E-4A6B-89B3-0F42CE09D06A}" srcId="{2EB69EFB-3A0B-4C9F-85E1-88B4EC72664F}" destId="{90385E06-8311-484A-A815-EE27B629E7FC}" srcOrd="3" destOrd="0" parTransId="{40C3982A-1B4C-4B28-B682-5409AB2548BD}" sibTransId="{D0A0A4AA-6A30-49AB-8C43-1605A6DC2AE2}"/>
    <dgm:cxn modelId="{2604209B-3172-4EA5-B715-1FDCBCAD6B46}" type="presOf" srcId="{FAF7ED4E-6B38-4D93-9154-B39CC67BC216}" destId="{5EAA6F10-B3BD-4398-8F60-A25FB50EC353}" srcOrd="0" destOrd="0" presId="urn:microsoft.com/office/officeart/2005/8/layout/bProcess3"/>
    <dgm:cxn modelId="{1EADDCB2-9623-44FA-8E5F-D94A91E88EA4}" type="presOf" srcId="{8B098365-B4BE-43C7-9A6C-D011D5578A0F}" destId="{64B4ADC1-5354-46B0-A81E-37CAC320D240}" srcOrd="1" destOrd="0" presId="urn:microsoft.com/office/officeart/2005/8/layout/bProcess3"/>
    <dgm:cxn modelId="{78122DC7-6678-479F-B801-1B55F6BD54F5}" type="presOf" srcId="{D1DF7A73-87AC-4D1F-83DC-BAB574F23DF5}" destId="{1B32F16E-8FBE-4E97-8ADB-F01AAB9FA955}"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789B63D1-273C-47AF-9828-316E5770AC22}" type="presOf" srcId="{D1DF7A73-87AC-4D1F-83DC-BAB574F23DF5}" destId="{E7EDA2B7-A8C1-41CE-9969-9A6DF2C098FB}" srcOrd="1" destOrd="0" presId="urn:microsoft.com/office/officeart/2005/8/layout/bProcess3"/>
    <dgm:cxn modelId="{69FCC0D1-E042-464C-A762-D67A59C9CBAD}" srcId="{2EB69EFB-3A0B-4C9F-85E1-88B4EC72664F}" destId="{94818721-80B3-4F99-AC3B-044BA806CC39}" srcOrd="2" destOrd="0" parTransId="{9652F187-AC60-41E3-AAFE-18CC70CE4089}" sibTransId="{8B098365-B4BE-43C7-9A6C-D011D5578A0F}"/>
    <dgm:cxn modelId="{40B596DB-F6A6-4786-8AD3-55D63C21FB09}" type="presOf" srcId="{BD9B55F4-1318-4BD0-B657-6F3DB9579865}" destId="{2CF22E2D-C2C4-4F8A-B66A-A2DDACB9F0AA}" srcOrd="1" destOrd="0" presId="urn:microsoft.com/office/officeart/2005/8/layout/bProcess3"/>
    <dgm:cxn modelId="{CEE9F9DD-B2FB-4A1A-A86C-F1682AE19D4C}" type="presOf" srcId="{9D431B97-E6C1-4F3D-8D58-7BC7B614C392}" destId="{B3AB874F-47EB-4C50-AB0B-FD54F6740464}" srcOrd="0" destOrd="0" presId="urn:microsoft.com/office/officeart/2005/8/layout/bProcess3"/>
    <dgm:cxn modelId="{934790DF-C441-439E-BE76-3B6D1D06DE94}" type="presOf" srcId="{BD9B55F4-1318-4BD0-B657-6F3DB9579865}" destId="{DDBEC2D9-0B41-46BF-AD9E-E896C9DA8A84}" srcOrd="0" destOrd="0" presId="urn:microsoft.com/office/officeart/2005/8/layout/bProcess3"/>
    <dgm:cxn modelId="{EC6869E1-1B53-4D5A-99B6-574F1B2A5534}" type="presOf" srcId="{D0A0A4AA-6A30-49AB-8C43-1605A6DC2AE2}" destId="{5BBDE93A-3DAD-4C0F-85F2-668A8E2EDD01}" srcOrd="0" destOrd="0" presId="urn:microsoft.com/office/officeart/2005/8/layout/bProcess3"/>
    <dgm:cxn modelId="{F28C3EEA-F7C1-48D5-A655-17C04EFD249D}" type="presOf" srcId="{C2B1EBDB-906A-4100-B78D-C9132E880388}" destId="{21541664-9543-4437-BAAF-D2B586A0D955}" srcOrd="0" destOrd="0" presId="urn:microsoft.com/office/officeart/2005/8/layout/bProcess3"/>
    <dgm:cxn modelId="{734A63F0-9002-445A-B8F4-F473369743B6}" type="presOf" srcId="{2EB69EFB-3A0B-4C9F-85E1-88B4EC72664F}" destId="{3605E5BE-F203-40DB-BF87-FDD8DAD2E2F9}" srcOrd="0" destOrd="0" presId="urn:microsoft.com/office/officeart/2005/8/layout/bProcess3"/>
    <dgm:cxn modelId="{B622B3F2-2547-401F-B5EA-B7B92EB00935}" srcId="{2EB69EFB-3A0B-4C9F-85E1-88B4EC72664F}" destId="{A2EF6EB1-57B5-44DD-94AA-2397C35DAD80}" srcOrd="4" destOrd="0" parTransId="{A8AB5123-C476-4DA0-8AF5-CEA5CF154A16}" sibTransId="{BD9B55F4-1318-4BD0-B657-6F3DB9579865}"/>
    <dgm:cxn modelId="{CE6DAEFA-7DD6-4321-A6A1-64EEF4075A93}" srcId="{2EB69EFB-3A0B-4C9F-85E1-88B4EC72664F}" destId="{4626DE65-0BB0-45F0-9242-59A0F2D4183B}" srcOrd="6" destOrd="0" parTransId="{A64A586A-4272-4D96-80F8-FCB4D94F02D0}" sibTransId="{D1DF7A73-87AC-4D1F-83DC-BAB574F23DF5}"/>
    <dgm:cxn modelId="{7D158F5E-21A3-478B-8D09-1B7D42887DD2}" type="presParOf" srcId="{3605E5BE-F203-40DB-BF87-FDD8DAD2E2F9}" destId="{31F3F0B0-396F-469C-AD1E-E2C46D96D875}" srcOrd="0" destOrd="0" presId="urn:microsoft.com/office/officeart/2005/8/layout/bProcess3"/>
    <dgm:cxn modelId="{B22DFC4C-FB60-461A-A360-19A8D2F0D80F}" type="presParOf" srcId="{3605E5BE-F203-40DB-BF87-FDD8DAD2E2F9}" destId="{3968F1D6-AE2B-4B30-B958-88A3FB13F103}" srcOrd="1" destOrd="0" presId="urn:microsoft.com/office/officeart/2005/8/layout/bProcess3"/>
    <dgm:cxn modelId="{DE3A66EF-C5AB-48C3-89E7-7A277FD9FC8C}" type="presParOf" srcId="{3968F1D6-AE2B-4B30-B958-88A3FB13F103}" destId="{1B02C669-BFDD-40D2-96C4-B860B2832FED}" srcOrd="0" destOrd="0" presId="urn:microsoft.com/office/officeart/2005/8/layout/bProcess3"/>
    <dgm:cxn modelId="{87328429-08A5-4BD1-849B-72884FB0DCA5}" type="presParOf" srcId="{3605E5BE-F203-40DB-BF87-FDD8DAD2E2F9}" destId="{5EAA6F10-B3BD-4398-8F60-A25FB50EC353}" srcOrd="2" destOrd="0" presId="urn:microsoft.com/office/officeart/2005/8/layout/bProcess3"/>
    <dgm:cxn modelId="{B2C9F315-B5BA-413A-B8C5-5D9881EC2156}" type="presParOf" srcId="{3605E5BE-F203-40DB-BF87-FDD8DAD2E2F9}" destId="{B3AB874F-47EB-4C50-AB0B-FD54F6740464}" srcOrd="3" destOrd="0" presId="urn:microsoft.com/office/officeart/2005/8/layout/bProcess3"/>
    <dgm:cxn modelId="{8A4700A2-508C-415B-B6F8-B185116AD064}" type="presParOf" srcId="{B3AB874F-47EB-4C50-AB0B-FD54F6740464}" destId="{4D757839-8CC2-4724-ACC3-5C6F36E942CA}" srcOrd="0" destOrd="0" presId="urn:microsoft.com/office/officeart/2005/8/layout/bProcess3"/>
    <dgm:cxn modelId="{BF0D1F7E-BB4C-471B-B8B9-6AF80B2E2E41}" type="presParOf" srcId="{3605E5BE-F203-40DB-BF87-FDD8DAD2E2F9}" destId="{42F09211-02F7-447D-BF35-1B94DB338996}" srcOrd="4" destOrd="0" presId="urn:microsoft.com/office/officeart/2005/8/layout/bProcess3"/>
    <dgm:cxn modelId="{9A753158-C77B-4034-9198-CE1FF0C8E510}" type="presParOf" srcId="{3605E5BE-F203-40DB-BF87-FDD8DAD2E2F9}" destId="{5FE366A6-4B1B-4147-BCB0-146CF035FFB6}" srcOrd="5" destOrd="0" presId="urn:microsoft.com/office/officeart/2005/8/layout/bProcess3"/>
    <dgm:cxn modelId="{33BB6A65-6745-4D67-8A06-CB2F5B301D94}" type="presParOf" srcId="{5FE366A6-4B1B-4147-BCB0-146CF035FFB6}" destId="{64B4ADC1-5354-46B0-A81E-37CAC320D240}" srcOrd="0" destOrd="0" presId="urn:microsoft.com/office/officeart/2005/8/layout/bProcess3"/>
    <dgm:cxn modelId="{FD89A47B-10EE-4A28-BFCC-A7E0F5FF5347}" type="presParOf" srcId="{3605E5BE-F203-40DB-BF87-FDD8DAD2E2F9}" destId="{16056D9D-096A-4FFD-B166-C4EC45E8B216}" srcOrd="6" destOrd="0" presId="urn:microsoft.com/office/officeart/2005/8/layout/bProcess3"/>
    <dgm:cxn modelId="{A0DCF1DF-8DA8-47B8-8B88-F9EB9672AD4C}" type="presParOf" srcId="{3605E5BE-F203-40DB-BF87-FDD8DAD2E2F9}" destId="{5BBDE93A-3DAD-4C0F-85F2-668A8E2EDD01}" srcOrd="7" destOrd="0" presId="urn:microsoft.com/office/officeart/2005/8/layout/bProcess3"/>
    <dgm:cxn modelId="{AD5665AE-D3F2-47D7-A7B8-FFBFD6E63CEB}" type="presParOf" srcId="{5BBDE93A-3DAD-4C0F-85F2-668A8E2EDD01}" destId="{6314657D-01B6-4B44-8451-E1FDFFFE07A9}" srcOrd="0" destOrd="0" presId="urn:microsoft.com/office/officeart/2005/8/layout/bProcess3"/>
    <dgm:cxn modelId="{ABDE9E5F-472C-47AF-A087-718F14196956}" type="presParOf" srcId="{3605E5BE-F203-40DB-BF87-FDD8DAD2E2F9}" destId="{485840C8-8BD4-4BA2-A3F0-2E5593B1A228}" srcOrd="8" destOrd="0" presId="urn:microsoft.com/office/officeart/2005/8/layout/bProcess3"/>
    <dgm:cxn modelId="{D7A54C1B-C4F5-4027-8953-D114675D0975}" type="presParOf" srcId="{3605E5BE-F203-40DB-BF87-FDD8DAD2E2F9}" destId="{DDBEC2D9-0B41-46BF-AD9E-E896C9DA8A84}" srcOrd="9" destOrd="0" presId="urn:microsoft.com/office/officeart/2005/8/layout/bProcess3"/>
    <dgm:cxn modelId="{2C930CBC-779E-482E-B291-0CD6E2D8117F}" type="presParOf" srcId="{DDBEC2D9-0B41-46BF-AD9E-E896C9DA8A84}" destId="{2CF22E2D-C2C4-4F8A-B66A-A2DDACB9F0AA}" srcOrd="0" destOrd="0" presId="urn:microsoft.com/office/officeart/2005/8/layout/bProcess3"/>
    <dgm:cxn modelId="{8C692558-5A43-4187-8ECB-D1CE5F17BF6F}" type="presParOf" srcId="{3605E5BE-F203-40DB-BF87-FDD8DAD2E2F9}" destId="{ABDB5735-9A98-4060-8666-E58EB42D7D9D}" srcOrd="10" destOrd="0" presId="urn:microsoft.com/office/officeart/2005/8/layout/bProcess3"/>
    <dgm:cxn modelId="{A322C592-B5A9-4F02-A86E-B3924D27DAE2}" type="presParOf" srcId="{3605E5BE-F203-40DB-BF87-FDD8DAD2E2F9}" destId="{EA03205F-8F39-47F4-9156-E1502C72C00C}" srcOrd="11" destOrd="0" presId="urn:microsoft.com/office/officeart/2005/8/layout/bProcess3"/>
    <dgm:cxn modelId="{81891266-F547-49A9-9656-68E98674C5D2}" type="presParOf" srcId="{EA03205F-8F39-47F4-9156-E1502C72C00C}" destId="{53A47420-18BD-427B-99D4-43CA202F626A}" srcOrd="0" destOrd="0" presId="urn:microsoft.com/office/officeart/2005/8/layout/bProcess3"/>
    <dgm:cxn modelId="{C5DB0088-2AB0-45AC-8FC3-9BBF95EC475B}" type="presParOf" srcId="{3605E5BE-F203-40DB-BF87-FDD8DAD2E2F9}" destId="{428746F5-9232-49D4-AF29-F339C6930DD4}" srcOrd="12" destOrd="0" presId="urn:microsoft.com/office/officeart/2005/8/layout/bProcess3"/>
    <dgm:cxn modelId="{492B86C0-C896-4611-9585-CC8BCD09BA5B}" type="presParOf" srcId="{3605E5BE-F203-40DB-BF87-FDD8DAD2E2F9}" destId="{1B32F16E-8FBE-4E97-8ADB-F01AAB9FA955}" srcOrd="13" destOrd="0" presId="urn:microsoft.com/office/officeart/2005/8/layout/bProcess3"/>
    <dgm:cxn modelId="{2D662BAE-4D9A-4F6E-A36B-8B2911C0DFAB}" type="presParOf" srcId="{1B32F16E-8FBE-4E97-8ADB-F01AAB9FA955}" destId="{E7EDA2B7-A8C1-41CE-9969-9A6DF2C098FB}" srcOrd="0" destOrd="0" presId="urn:microsoft.com/office/officeart/2005/8/layout/bProcess3"/>
    <dgm:cxn modelId="{2430E9BB-1024-45F2-BB41-9363C7BC5A36}" type="presParOf" srcId="{3605E5BE-F203-40DB-BF87-FDD8DAD2E2F9}" destId="{21541664-9543-4437-BAAF-D2B586A0D955}" srcOrd="1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Identify Non-Hazardous Materials for scrapping</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FAF7ED4E-6B38-4D93-9154-B39CC67BC216}">
      <dgm:prSet phldrT="[Text]" custT="1"/>
      <dgm:spPr/>
      <dgm:t>
        <a:bodyPr/>
        <a:lstStyle/>
        <a:p>
          <a:r>
            <a:rPr lang="en-US" sz="1000" dirty="0">
              <a:solidFill>
                <a:schemeClr val="tx1"/>
              </a:solidFill>
              <a:latin typeface="+mn-lt"/>
            </a:rPr>
            <a:t>Ensure the materials are blocked</a:t>
          </a:r>
        </a:p>
        <a:p>
          <a:r>
            <a:rPr lang="en-US" sz="1000" b="1" dirty="0">
              <a:solidFill>
                <a:schemeClr val="accent5">
                  <a:lumMod val="20000"/>
                  <a:lumOff val="80000"/>
                </a:schemeClr>
              </a:solidFill>
              <a:latin typeface="+mn-lt"/>
            </a:rPr>
            <a:t>(MIGO; Movement Type 344)</a:t>
          </a:r>
          <a:br>
            <a:rPr lang="en-US" sz="1000" b="1" dirty="0">
              <a:solidFill>
                <a:schemeClr val="accent5">
                  <a:lumMod val="20000"/>
                  <a:lumOff val="80000"/>
                </a:schemeClr>
              </a:solidFill>
              <a:latin typeface="+mn-lt"/>
            </a:rPr>
          </a:br>
          <a:endParaRPr lang="en-US" sz="1000" dirty="0">
            <a:solidFill>
              <a:schemeClr val="tx1"/>
            </a:solidFill>
            <a:latin typeface="+mn-lt"/>
          </a:endParaRPr>
        </a:p>
      </dgm:t>
    </dgm:pt>
    <dgm:pt modelId="{B610CE1D-8B08-4786-BB32-FC3C2E0C6977}" type="parTrans" cxnId="{D5B52F09-1386-422D-9F46-A68C68B52ED0}">
      <dgm:prSet/>
      <dgm:spPr/>
      <dgm:t>
        <a:bodyPr/>
        <a:lstStyle/>
        <a:p>
          <a:endParaRPr lang="en-US"/>
        </a:p>
      </dgm:t>
    </dgm:pt>
    <dgm:pt modelId="{9D431B97-E6C1-4F3D-8D58-7BC7B614C392}" type="sibTrans" cxnId="{D5B52F09-1386-422D-9F46-A68C68B52ED0}">
      <dgm:prSet/>
      <dgm:spPr/>
      <dgm:t>
        <a:bodyPr/>
        <a:lstStyle/>
        <a:p>
          <a:endParaRPr lang="en-US"/>
        </a:p>
      </dgm:t>
    </dgm:pt>
    <dgm:pt modelId="{4626DE65-0BB0-45F0-9242-59A0F2D4183B}">
      <dgm:prSet phldrT="[Text]" custT="1"/>
      <dgm:spPr/>
      <dgm:t>
        <a:bodyPr/>
        <a:lstStyle/>
        <a:p>
          <a:r>
            <a:rPr lang="en-US" sz="1000" dirty="0">
              <a:solidFill>
                <a:schemeClr val="tx1"/>
              </a:solidFill>
              <a:latin typeface="+mn-lt"/>
            </a:rPr>
            <a:t>Scrap material GI to Cost Center</a:t>
          </a:r>
          <a:br>
            <a:rPr lang="en-US" sz="1000" dirty="0">
              <a:solidFill>
                <a:schemeClr val="tx1"/>
              </a:solidFill>
              <a:latin typeface="+mn-lt"/>
            </a:rPr>
          </a:br>
          <a:r>
            <a:rPr lang="en-US" sz="1000" b="1" dirty="0">
              <a:solidFill>
                <a:schemeClr val="accent5">
                  <a:lumMod val="20000"/>
                  <a:lumOff val="80000"/>
                </a:schemeClr>
              </a:solidFill>
              <a:latin typeface="+mn-lt"/>
            </a:rPr>
            <a:t>(MIGO; Movement Type 555)</a:t>
          </a:r>
          <a:br>
            <a:rPr lang="en-US" sz="1000" b="1" dirty="0">
              <a:solidFill>
                <a:schemeClr val="accent5">
                  <a:lumMod val="20000"/>
                  <a:lumOff val="80000"/>
                </a:schemeClr>
              </a:solidFill>
              <a:latin typeface="+mn-lt"/>
            </a:rPr>
          </a:br>
          <a:endParaRPr lang="en-US" sz="1000" strike="dblStrike" baseline="0" dirty="0">
            <a:solidFill>
              <a:schemeClr val="accent5">
                <a:lumMod val="20000"/>
                <a:lumOff val="80000"/>
              </a:schemeClr>
            </a:solidFill>
            <a:latin typeface="+mn-lt"/>
          </a:endParaRPr>
        </a:p>
      </dgm:t>
    </dgm:pt>
    <dgm:pt modelId="{A64A586A-4272-4D96-80F8-FCB4D94F02D0}" type="parTrans" cxnId="{CE6DAEFA-7DD6-4321-A6A1-64EEF4075A93}">
      <dgm:prSet/>
      <dgm:spPr/>
      <dgm:t>
        <a:bodyPr/>
        <a:lstStyle/>
        <a:p>
          <a:endParaRPr lang="en-US"/>
        </a:p>
      </dgm:t>
    </dgm:pt>
    <dgm:pt modelId="{D1DF7A73-87AC-4D1F-83DC-BAB574F23DF5}" type="sibTrans" cxnId="{CE6DAEFA-7DD6-4321-A6A1-64EEF4075A93}">
      <dgm:prSet/>
      <dgm:spPr/>
      <dgm:t>
        <a:bodyPr/>
        <a:lstStyle/>
        <a:p>
          <a:endParaRPr lang="en-US"/>
        </a:p>
      </dgm:t>
    </dgm:pt>
    <dgm:pt modelId="{C2B1EBDB-906A-4100-B78D-C9132E880388}">
      <dgm:prSet phldrT="[Text]" custT="1"/>
      <dgm:spPr/>
      <dgm:t>
        <a:bodyPr/>
        <a:lstStyle/>
        <a:p>
          <a:r>
            <a:rPr lang="en-US" sz="1000" dirty="0">
              <a:solidFill>
                <a:schemeClr val="tx1"/>
              </a:solidFill>
              <a:latin typeface="+mn-lt"/>
            </a:rPr>
            <a:t>Transfer material to landfill</a:t>
          </a:r>
        </a:p>
      </dgm:t>
    </dgm:pt>
    <dgm:pt modelId="{5AAC3B2E-30AE-41C3-8896-761B3CFF6356}" type="parTrans" cxnId="{DA831687-4872-44AD-B3D9-3F1D22792AF5}">
      <dgm:prSet/>
      <dgm:spPr/>
      <dgm:t>
        <a:bodyPr/>
        <a:lstStyle/>
        <a:p>
          <a:endParaRPr lang="en-US"/>
        </a:p>
      </dgm:t>
    </dgm:pt>
    <dgm:pt modelId="{B981CD06-3AC1-4AC2-8544-36556C5315B0}" type="sibTrans" cxnId="{DA831687-4872-44AD-B3D9-3F1D22792AF5}">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4">
        <dgm:presLayoutVars>
          <dgm:bulletEnabled val="1"/>
        </dgm:presLayoutVars>
      </dgm:prSet>
      <dgm:spPr/>
    </dgm:pt>
    <dgm:pt modelId="{3968F1D6-AE2B-4B30-B958-88A3FB13F103}" type="pres">
      <dgm:prSet presAssocID="{0D4C2103-7293-4F50-BC10-21C360ACF201}" presName="sibTrans" presStyleLbl="sibTrans1D1" presStyleIdx="0" presStyleCnt="3"/>
      <dgm:spPr/>
    </dgm:pt>
    <dgm:pt modelId="{1B02C669-BFDD-40D2-96C4-B860B2832FED}" type="pres">
      <dgm:prSet presAssocID="{0D4C2103-7293-4F50-BC10-21C360ACF201}" presName="connectorText" presStyleLbl="sibTrans1D1" presStyleIdx="0" presStyleCnt="3"/>
      <dgm:spPr/>
    </dgm:pt>
    <dgm:pt modelId="{5EAA6F10-B3BD-4398-8F60-A25FB50EC353}" type="pres">
      <dgm:prSet presAssocID="{FAF7ED4E-6B38-4D93-9154-B39CC67BC216}" presName="node" presStyleLbl="node1" presStyleIdx="1" presStyleCnt="4">
        <dgm:presLayoutVars>
          <dgm:bulletEnabled val="1"/>
        </dgm:presLayoutVars>
      </dgm:prSet>
      <dgm:spPr/>
    </dgm:pt>
    <dgm:pt modelId="{B3AB874F-47EB-4C50-AB0B-FD54F6740464}" type="pres">
      <dgm:prSet presAssocID="{9D431B97-E6C1-4F3D-8D58-7BC7B614C392}" presName="sibTrans" presStyleLbl="sibTrans1D1" presStyleIdx="1" presStyleCnt="3"/>
      <dgm:spPr/>
    </dgm:pt>
    <dgm:pt modelId="{4D757839-8CC2-4724-ACC3-5C6F36E942CA}" type="pres">
      <dgm:prSet presAssocID="{9D431B97-E6C1-4F3D-8D58-7BC7B614C392}" presName="connectorText" presStyleLbl="sibTrans1D1" presStyleIdx="1" presStyleCnt="3"/>
      <dgm:spPr/>
    </dgm:pt>
    <dgm:pt modelId="{428746F5-9232-49D4-AF29-F339C6930DD4}" type="pres">
      <dgm:prSet presAssocID="{4626DE65-0BB0-45F0-9242-59A0F2D4183B}" presName="node" presStyleLbl="node1" presStyleIdx="2" presStyleCnt="4">
        <dgm:presLayoutVars>
          <dgm:bulletEnabled val="1"/>
        </dgm:presLayoutVars>
      </dgm:prSet>
      <dgm:spPr/>
    </dgm:pt>
    <dgm:pt modelId="{1B32F16E-8FBE-4E97-8ADB-F01AAB9FA955}" type="pres">
      <dgm:prSet presAssocID="{D1DF7A73-87AC-4D1F-83DC-BAB574F23DF5}" presName="sibTrans" presStyleLbl="sibTrans1D1" presStyleIdx="2" presStyleCnt="3"/>
      <dgm:spPr/>
    </dgm:pt>
    <dgm:pt modelId="{E7EDA2B7-A8C1-41CE-9969-9A6DF2C098FB}" type="pres">
      <dgm:prSet presAssocID="{D1DF7A73-87AC-4D1F-83DC-BAB574F23DF5}" presName="connectorText" presStyleLbl="sibTrans1D1" presStyleIdx="2" presStyleCnt="3"/>
      <dgm:spPr/>
    </dgm:pt>
    <dgm:pt modelId="{21541664-9543-4437-BAAF-D2B586A0D955}" type="pres">
      <dgm:prSet presAssocID="{C2B1EBDB-906A-4100-B78D-C9132E880388}" presName="node" presStyleLbl="node1" presStyleIdx="3" presStyleCnt="4">
        <dgm:presLayoutVars>
          <dgm:bulletEnabled val="1"/>
        </dgm:presLayoutVars>
      </dgm:prSet>
      <dgm:spPr/>
    </dgm:pt>
  </dgm:ptLst>
  <dgm:cxnLst>
    <dgm:cxn modelId="{D5B52F09-1386-422D-9F46-A68C68B52ED0}" srcId="{2EB69EFB-3A0B-4C9F-85E1-88B4EC72664F}" destId="{FAF7ED4E-6B38-4D93-9154-B39CC67BC216}" srcOrd="1" destOrd="0" parTransId="{B610CE1D-8B08-4786-BB32-FC3C2E0C6977}" sibTransId="{9D431B97-E6C1-4F3D-8D58-7BC7B614C392}"/>
    <dgm:cxn modelId="{97894218-AF79-447A-A648-2CC56A1DA61D}" type="presOf" srcId="{0D4C2103-7293-4F50-BC10-21C360ACF201}" destId="{1B02C669-BFDD-40D2-96C4-B860B2832FED}" srcOrd="1" destOrd="0" presId="urn:microsoft.com/office/officeart/2005/8/layout/bProcess3"/>
    <dgm:cxn modelId="{D7ECEE2D-6E6B-4E09-B6EA-ED0671A79719}" type="presOf" srcId="{9D431B97-E6C1-4F3D-8D58-7BC7B614C392}" destId="{4D757839-8CC2-4724-ACC3-5C6F36E942CA}" srcOrd="1"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7DD4DD46-8623-43D9-B90E-A641715014FE}" type="presOf" srcId="{0D4C2103-7293-4F50-BC10-21C360ACF201}" destId="{3968F1D6-AE2B-4B30-B958-88A3FB13F103}" srcOrd="0" destOrd="0" presId="urn:microsoft.com/office/officeart/2005/8/layout/bProcess3"/>
    <dgm:cxn modelId="{DA831687-4872-44AD-B3D9-3F1D22792AF5}" srcId="{2EB69EFB-3A0B-4C9F-85E1-88B4EC72664F}" destId="{C2B1EBDB-906A-4100-B78D-C9132E880388}" srcOrd="3" destOrd="0" parTransId="{5AAC3B2E-30AE-41C3-8896-761B3CFF6356}" sibTransId="{B981CD06-3AC1-4AC2-8544-36556C5315B0}"/>
    <dgm:cxn modelId="{D592FE89-6C3F-4529-8C95-EEE822D00AE4}" type="presOf" srcId="{4626DE65-0BB0-45F0-9242-59A0F2D4183B}" destId="{428746F5-9232-49D4-AF29-F339C6930DD4}" srcOrd="0" destOrd="0" presId="urn:microsoft.com/office/officeart/2005/8/layout/bProcess3"/>
    <dgm:cxn modelId="{2604209B-3172-4EA5-B715-1FDCBCAD6B46}" type="presOf" srcId="{FAF7ED4E-6B38-4D93-9154-B39CC67BC216}" destId="{5EAA6F10-B3BD-4398-8F60-A25FB50EC353}" srcOrd="0" destOrd="0" presId="urn:microsoft.com/office/officeart/2005/8/layout/bProcess3"/>
    <dgm:cxn modelId="{78122DC7-6678-479F-B801-1B55F6BD54F5}" type="presOf" srcId="{D1DF7A73-87AC-4D1F-83DC-BAB574F23DF5}" destId="{1B32F16E-8FBE-4E97-8ADB-F01AAB9FA955}"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789B63D1-273C-47AF-9828-316E5770AC22}" type="presOf" srcId="{D1DF7A73-87AC-4D1F-83DC-BAB574F23DF5}" destId="{E7EDA2B7-A8C1-41CE-9969-9A6DF2C098FB}" srcOrd="1" destOrd="0" presId="urn:microsoft.com/office/officeart/2005/8/layout/bProcess3"/>
    <dgm:cxn modelId="{CEE9F9DD-B2FB-4A1A-A86C-F1682AE19D4C}" type="presOf" srcId="{9D431B97-E6C1-4F3D-8D58-7BC7B614C392}" destId="{B3AB874F-47EB-4C50-AB0B-FD54F6740464}" srcOrd="0" destOrd="0" presId="urn:microsoft.com/office/officeart/2005/8/layout/bProcess3"/>
    <dgm:cxn modelId="{F28C3EEA-F7C1-48D5-A655-17C04EFD249D}" type="presOf" srcId="{C2B1EBDB-906A-4100-B78D-C9132E880388}" destId="{21541664-9543-4437-BAAF-D2B586A0D955}" srcOrd="0" destOrd="0" presId="urn:microsoft.com/office/officeart/2005/8/layout/bProcess3"/>
    <dgm:cxn modelId="{734A63F0-9002-445A-B8F4-F473369743B6}" type="presOf" srcId="{2EB69EFB-3A0B-4C9F-85E1-88B4EC72664F}" destId="{3605E5BE-F203-40DB-BF87-FDD8DAD2E2F9}" srcOrd="0" destOrd="0" presId="urn:microsoft.com/office/officeart/2005/8/layout/bProcess3"/>
    <dgm:cxn modelId="{CE6DAEFA-7DD6-4321-A6A1-64EEF4075A93}" srcId="{2EB69EFB-3A0B-4C9F-85E1-88B4EC72664F}" destId="{4626DE65-0BB0-45F0-9242-59A0F2D4183B}" srcOrd="2" destOrd="0" parTransId="{A64A586A-4272-4D96-80F8-FCB4D94F02D0}" sibTransId="{D1DF7A73-87AC-4D1F-83DC-BAB574F23DF5}"/>
    <dgm:cxn modelId="{7D158F5E-21A3-478B-8D09-1B7D42887DD2}" type="presParOf" srcId="{3605E5BE-F203-40DB-BF87-FDD8DAD2E2F9}" destId="{31F3F0B0-396F-469C-AD1E-E2C46D96D875}" srcOrd="0" destOrd="0" presId="urn:microsoft.com/office/officeart/2005/8/layout/bProcess3"/>
    <dgm:cxn modelId="{B22DFC4C-FB60-461A-A360-19A8D2F0D80F}" type="presParOf" srcId="{3605E5BE-F203-40DB-BF87-FDD8DAD2E2F9}" destId="{3968F1D6-AE2B-4B30-B958-88A3FB13F103}" srcOrd="1" destOrd="0" presId="urn:microsoft.com/office/officeart/2005/8/layout/bProcess3"/>
    <dgm:cxn modelId="{DE3A66EF-C5AB-48C3-89E7-7A277FD9FC8C}" type="presParOf" srcId="{3968F1D6-AE2B-4B30-B958-88A3FB13F103}" destId="{1B02C669-BFDD-40D2-96C4-B860B2832FED}" srcOrd="0" destOrd="0" presId="urn:microsoft.com/office/officeart/2005/8/layout/bProcess3"/>
    <dgm:cxn modelId="{87328429-08A5-4BD1-849B-72884FB0DCA5}" type="presParOf" srcId="{3605E5BE-F203-40DB-BF87-FDD8DAD2E2F9}" destId="{5EAA6F10-B3BD-4398-8F60-A25FB50EC353}" srcOrd="2" destOrd="0" presId="urn:microsoft.com/office/officeart/2005/8/layout/bProcess3"/>
    <dgm:cxn modelId="{B2C9F315-B5BA-413A-B8C5-5D9881EC2156}" type="presParOf" srcId="{3605E5BE-F203-40DB-BF87-FDD8DAD2E2F9}" destId="{B3AB874F-47EB-4C50-AB0B-FD54F6740464}" srcOrd="3" destOrd="0" presId="urn:microsoft.com/office/officeart/2005/8/layout/bProcess3"/>
    <dgm:cxn modelId="{8A4700A2-508C-415B-B6F8-B185116AD064}" type="presParOf" srcId="{B3AB874F-47EB-4C50-AB0B-FD54F6740464}" destId="{4D757839-8CC2-4724-ACC3-5C6F36E942CA}" srcOrd="0" destOrd="0" presId="urn:microsoft.com/office/officeart/2005/8/layout/bProcess3"/>
    <dgm:cxn modelId="{C5DB0088-2AB0-45AC-8FC3-9BBF95EC475B}" type="presParOf" srcId="{3605E5BE-F203-40DB-BF87-FDD8DAD2E2F9}" destId="{428746F5-9232-49D4-AF29-F339C6930DD4}" srcOrd="4" destOrd="0" presId="urn:microsoft.com/office/officeart/2005/8/layout/bProcess3"/>
    <dgm:cxn modelId="{492B86C0-C896-4611-9585-CC8BCD09BA5B}" type="presParOf" srcId="{3605E5BE-F203-40DB-BF87-FDD8DAD2E2F9}" destId="{1B32F16E-8FBE-4E97-8ADB-F01AAB9FA955}" srcOrd="5" destOrd="0" presId="urn:microsoft.com/office/officeart/2005/8/layout/bProcess3"/>
    <dgm:cxn modelId="{2D662BAE-4D9A-4F6E-A36B-8B2911C0DFAB}" type="presParOf" srcId="{1B32F16E-8FBE-4E97-8ADB-F01AAB9FA955}" destId="{E7EDA2B7-A8C1-41CE-9969-9A6DF2C098FB}" srcOrd="0" destOrd="0" presId="urn:microsoft.com/office/officeart/2005/8/layout/bProcess3"/>
    <dgm:cxn modelId="{2430E9BB-1024-45F2-BB41-9363C7BC5A36}" type="presParOf" srcId="{3605E5BE-F203-40DB-BF87-FDD8DAD2E2F9}" destId="{21541664-9543-4437-BAAF-D2B586A0D955}"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Physical Transfer of the Materials from one </a:t>
          </a:r>
          <a:r>
            <a:rPr lang="en-US" sz="1000" dirty="0" err="1">
              <a:solidFill>
                <a:schemeClr val="tx1"/>
              </a:solidFill>
              <a:latin typeface="+mn-lt"/>
            </a:rPr>
            <a:t>SLoc</a:t>
          </a:r>
          <a:r>
            <a:rPr lang="en-US" sz="1000" dirty="0">
              <a:solidFill>
                <a:schemeClr val="tx1"/>
              </a:solidFill>
              <a:latin typeface="+mn-lt"/>
            </a:rPr>
            <a:t> to another</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FAF7ED4E-6B38-4D93-9154-B39CC67BC216}">
      <dgm:prSet phldrT="[Text]" custT="1"/>
      <dgm:spPr/>
      <dgm:t>
        <a:bodyPr/>
        <a:lstStyle/>
        <a:p>
          <a:r>
            <a:rPr lang="en-US" sz="1000" dirty="0">
              <a:solidFill>
                <a:schemeClr val="tx1"/>
              </a:solidFill>
              <a:latin typeface="+mn-lt"/>
            </a:rPr>
            <a:t>Record goods movement for Stock Transfer between </a:t>
          </a:r>
          <a:r>
            <a:rPr lang="en-US" sz="1000" dirty="0" err="1">
              <a:solidFill>
                <a:schemeClr val="tx1"/>
              </a:solidFill>
              <a:latin typeface="+mn-lt"/>
            </a:rPr>
            <a:t>SLocs</a:t>
          </a:r>
          <a:endParaRPr lang="en-US" sz="1000" dirty="0">
            <a:solidFill>
              <a:schemeClr val="tx1"/>
            </a:solidFill>
            <a:latin typeface="+mn-lt"/>
          </a:endParaRPr>
        </a:p>
        <a:p>
          <a:r>
            <a:rPr lang="en-US" sz="1000" b="1" dirty="0">
              <a:solidFill>
                <a:schemeClr val="accent5">
                  <a:lumMod val="20000"/>
                  <a:lumOff val="80000"/>
                </a:schemeClr>
              </a:solidFill>
              <a:latin typeface="+mn-lt"/>
            </a:rPr>
            <a:t>(MIGO; Movement Type 311)</a:t>
          </a:r>
          <a:br>
            <a:rPr lang="en-US" sz="1000" b="1" dirty="0">
              <a:solidFill>
                <a:schemeClr val="accent5">
                  <a:lumMod val="20000"/>
                  <a:lumOff val="80000"/>
                </a:schemeClr>
              </a:solidFill>
              <a:latin typeface="+mn-lt"/>
            </a:rPr>
          </a:br>
          <a:endParaRPr lang="en-US" sz="1000" dirty="0">
            <a:solidFill>
              <a:schemeClr val="tx1"/>
            </a:solidFill>
            <a:latin typeface="+mn-lt"/>
          </a:endParaRPr>
        </a:p>
      </dgm:t>
    </dgm:pt>
    <dgm:pt modelId="{B610CE1D-8B08-4786-BB32-FC3C2E0C6977}" type="parTrans" cxnId="{D5B52F09-1386-422D-9F46-A68C68B52ED0}">
      <dgm:prSet/>
      <dgm:spPr/>
      <dgm:t>
        <a:bodyPr/>
        <a:lstStyle/>
        <a:p>
          <a:endParaRPr lang="en-US"/>
        </a:p>
      </dgm:t>
    </dgm:pt>
    <dgm:pt modelId="{9D431B97-E6C1-4F3D-8D58-7BC7B614C392}" type="sibTrans" cxnId="{D5B52F09-1386-422D-9F46-A68C68B52ED0}">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2">
        <dgm:presLayoutVars>
          <dgm:bulletEnabled val="1"/>
        </dgm:presLayoutVars>
      </dgm:prSet>
      <dgm:spPr/>
    </dgm:pt>
    <dgm:pt modelId="{3968F1D6-AE2B-4B30-B958-88A3FB13F103}" type="pres">
      <dgm:prSet presAssocID="{0D4C2103-7293-4F50-BC10-21C360ACF201}" presName="sibTrans" presStyleLbl="sibTrans1D1" presStyleIdx="0" presStyleCnt="1"/>
      <dgm:spPr/>
    </dgm:pt>
    <dgm:pt modelId="{1B02C669-BFDD-40D2-96C4-B860B2832FED}" type="pres">
      <dgm:prSet presAssocID="{0D4C2103-7293-4F50-BC10-21C360ACF201}" presName="connectorText" presStyleLbl="sibTrans1D1" presStyleIdx="0" presStyleCnt="1"/>
      <dgm:spPr/>
    </dgm:pt>
    <dgm:pt modelId="{5EAA6F10-B3BD-4398-8F60-A25FB50EC353}" type="pres">
      <dgm:prSet presAssocID="{FAF7ED4E-6B38-4D93-9154-B39CC67BC216}" presName="node" presStyleLbl="node1" presStyleIdx="1" presStyleCnt="2">
        <dgm:presLayoutVars>
          <dgm:bulletEnabled val="1"/>
        </dgm:presLayoutVars>
      </dgm:prSet>
      <dgm:spPr/>
    </dgm:pt>
  </dgm:ptLst>
  <dgm:cxnLst>
    <dgm:cxn modelId="{D5B52F09-1386-422D-9F46-A68C68B52ED0}" srcId="{2EB69EFB-3A0B-4C9F-85E1-88B4EC72664F}" destId="{FAF7ED4E-6B38-4D93-9154-B39CC67BC216}" srcOrd="1" destOrd="0" parTransId="{B610CE1D-8B08-4786-BB32-FC3C2E0C6977}" sibTransId="{9D431B97-E6C1-4F3D-8D58-7BC7B614C392}"/>
    <dgm:cxn modelId="{97894218-AF79-447A-A648-2CC56A1DA61D}" type="presOf" srcId="{0D4C2103-7293-4F50-BC10-21C360ACF201}" destId="{1B02C669-BFDD-40D2-96C4-B860B2832FED}" srcOrd="1"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7DD4DD46-8623-43D9-B90E-A641715014FE}" type="presOf" srcId="{0D4C2103-7293-4F50-BC10-21C360ACF201}" destId="{3968F1D6-AE2B-4B30-B958-88A3FB13F103}" srcOrd="0" destOrd="0" presId="urn:microsoft.com/office/officeart/2005/8/layout/bProcess3"/>
    <dgm:cxn modelId="{2604209B-3172-4EA5-B715-1FDCBCAD6B46}" type="presOf" srcId="{FAF7ED4E-6B38-4D93-9154-B39CC67BC216}" destId="{5EAA6F10-B3BD-4398-8F60-A25FB50EC353}"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734A63F0-9002-445A-B8F4-F473369743B6}" type="presOf" srcId="{2EB69EFB-3A0B-4C9F-85E1-88B4EC72664F}" destId="{3605E5BE-F203-40DB-BF87-FDD8DAD2E2F9}" srcOrd="0" destOrd="0" presId="urn:microsoft.com/office/officeart/2005/8/layout/bProcess3"/>
    <dgm:cxn modelId="{7D158F5E-21A3-478B-8D09-1B7D42887DD2}" type="presParOf" srcId="{3605E5BE-F203-40DB-BF87-FDD8DAD2E2F9}" destId="{31F3F0B0-396F-469C-AD1E-E2C46D96D875}" srcOrd="0" destOrd="0" presId="urn:microsoft.com/office/officeart/2005/8/layout/bProcess3"/>
    <dgm:cxn modelId="{B22DFC4C-FB60-461A-A360-19A8D2F0D80F}" type="presParOf" srcId="{3605E5BE-F203-40DB-BF87-FDD8DAD2E2F9}" destId="{3968F1D6-AE2B-4B30-B958-88A3FB13F103}" srcOrd="1" destOrd="0" presId="urn:microsoft.com/office/officeart/2005/8/layout/bProcess3"/>
    <dgm:cxn modelId="{DE3A66EF-C5AB-48C3-89E7-7A277FD9FC8C}" type="presParOf" srcId="{3968F1D6-AE2B-4B30-B958-88A3FB13F103}" destId="{1B02C669-BFDD-40D2-96C4-B860B2832FED}" srcOrd="0" destOrd="0" presId="urn:microsoft.com/office/officeart/2005/8/layout/bProcess3"/>
    <dgm:cxn modelId="{87328429-08A5-4BD1-849B-72884FB0DCA5}" type="presParOf" srcId="{3605E5BE-F203-40DB-BF87-FDD8DAD2E2F9}" destId="{5EAA6F10-B3BD-4398-8F60-A25FB50EC353}" srcOrd="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EB69EFB-3A0B-4C9F-85E1-88B4EC72664F}" type="doc">
      <dgm:prSet loTypeId="urn:microsoft.com/office/officeart/2005/8/layout/bProcess3" loCatId="process" qsTypeId="urn:microsoft.com/office/officeart/2005/8/quickstyle/simple1" qsCatId="simple" csTypeId="urn:microsoft.com/office/officeart/2005/8/colors/colorful4" csCatId="colorful" phldr="1"/>
      <dgm:spPr/>
    </dgm:pt>
    <dgm:pt modelId="{5A78CBA0-1138-4738-958F-9C3CF9647546}">
      <dgm:prSet phldrT="[Text]" custT="1"/>
      <dgm:spPr/>
      <dgm:t>
        <a:bodyPr/>
        <a:lstStyle/>
        <a:p>
          <a:r>
            <a:rPr lang="en-US" sz="1000" dirty="0">
              <a:solidFill>
                <a:schemeClr val="tx1"/>
              </a:solidFill>
              <a:latin typeface="+mn-lt"/>
            </a:rPr>
            <a:t>PO for subcontracting is issued</a:t>
          </a:r>
        </a:p>
      </dgm:t>
    </dgm:pt>
    <dgm:pt modelId="{99706CCE-8E9A-4D0D-BBBF-ED7FFC8150C8}" type="parTrans" cxnId="{EBC1EBCC-EE80-4E58-B778-70AC32245E0B}">
      <dgm:prSet/>
      <dgm:spPr/>
      <dgm:t>
        <a:bodyPr/>
        <a:lstStyle/>
        <a:p>
          <a:endParaRPr lang="en-US" sz="1000">
            <a:solidFill>
              <a:schemeClr val="tx1"/>
            </a:solidFill>
            <a:latin typeface="+mn-lt"/>
          </a:endParaRPr>
        </a:p>
      </dgm:t>
    </dgm:pt>
    <dgm:pt modelId="{0D4C2103-7293-4F50-BC10-21C360ACF201}" type="sibTrans" cxnId="{EBC1EBCC-EE80-4E58-B778-70AC32245E0B}">
      <dgm:prSet/>
      <dgm:spPr/>
      <dgm:t>
        <a:bodyPr/>
        <a:lstStyle/>
        <a:p>
          <a:endParaRPr lang="en-US" sz="1000">
            <a:solidFill>
              <a:schemeClr val="tx1"/>
            </a:solidFill>
            <a:latin typeface="+mn-lt"/>
          </a:endParaRPr>
        </a:p>
      </dgm:t>
    </dgm:pt>
    <dgm:pt modelId="{FAF7ED4E-6B38-4D93-9154-B39CC67BC216}">
      <dgm:prSet phldrT="[Text]" custT="1"/>
      <dgm:spPr/>
      <dgm:t>
        <a:bodyPr/>
        <a:lstStyle/>
        <a:p>
          <a:r>
            <a:rPr lang="en-US" sz="1000" dirty="0">
              <a:solidFill>
                <a:schemeClr val="tx1"/>
              </a:solidFill>
              <a:latin typeface="+mn-lt"/>
            </a:rPr>
            <a:t>Provide components to subcontracting vendor</a:t>
          </a:r>
        </a:p>
        <a:p>
          <a:r>
            <a:rPr lang="en-US" sz="1000" b="1" dirty="0">
              <a:solidFill>
                <a:schemeClr val="accent5">
                  <a:lumMod val="20000"/>
                  <a:lumOff val="80000"/>
                </a:schemeClr>
              </a:solidFill>
              <a:latin typeface="+mn-lt"/>
            </a:rPr>
            <a:t>(MIGO; Movement Type 541)</a:t>
          </a:r>
          <a:br>
            <a:rPr lang="en-US" sz="1000" b="1" dirty="0">
              <a:solidFill>
                <a:schemeClr val="accent5">
                  <a:lumMod val="20000"/>
                  <a:lumOff val="80000"/>
                </a:schemeClr>
              </a:solidFill>
              <a:latin typeface="+mn-lt"/>
            </a:rPr>
          </a:br>
          <a:endParaRPr lang="en-US" sz="1000" dirty="0">
            <a:solidFill>
              <a:schemeClr val="tx1"/>
            </a:solidFill>
            <a:latin typeface="+mn-lt"/>
          </a:endParaRPr>
        </a:p>
      </dgm:t>
    </dgm:pt>
    <dgm:pt modelId="{B610CE1D-8B08-4786-BB32-FC3C2E0C6977}" type="parTrans" cxnId="{D5B52F09-1386-422D-9F46-A68C68B52ED0}">
      <dgm:prSet/>
      <dgm:spPr/>
      <dgm:t>
        <a:bodyPr/>
        <a:lstStyle/>
        <a:p>
          <a:endParaRPr lang="en-US"/>
        </a:p>
      </dgm:t>
    </dgm:pt>
    <dgm:pt modelId="{9D431B97-E6C1-4F3D-8D58-7BC7B614C392}" type="sibTrans" cxnId="{D5B52F09-1386-422D-9F46-A68C68B52ED0}">
      <dgm:prSet/>
      <dgm:spPr/>
      <dgm:t>
        <a:bodyPr/>
        <a:lstStyle/>
        <a:p>
          <a:endParaRPr lang="en-US"/>
        </a:p>
      </dgm:t>
    </dgm:pt>
    <dgm:pt modelId="{A75364D6-17EB-41DC-AF35-C0414EDD724D}">
      <dgm:prSet phldrT="[Text]" custT="1"/>
      <dgm:spPr/>
      <dgm:t>
        <a:bodyPr/>
        <a:lstStyle/>
        <a:p>
          <a:r>
            <a:rPr lang="en-US" sz="1000" dirty="0">
              <a:solidFill>
                <a:schemeClr val="tx1"/>
              </a:solidFill>
              <a:latin typeface="+mn-lt"/>
            </a:rPr>
            <a:t>Return components to the stock from subcontracting vendor</a:t>
          </a:r>
        </a:p>
        <a:p>
          <a:r>
            <a:rPr lang="en-US" sz="1000" b="1" dirty="0">
              <a:solidFill>
                <a:schemeClr val="accent5">
                  <a:lumMod val="20000"/>
                  <a:lumOff val="80000"/>
                </a:schemeClr>
              </a:solidFill>
              <a:latin typeface="+mn-lt"/>
            </a:rPr>
            <a:t>(MIGO; Movement Type 542)</a:t>
          </a:r>
          <a:br>
            <a:rPr lang="en-US" sz="1000" b="1" dirty="0">
              <a:solidFill>
                <a:schemeClr val="accent5">
                  <a:lumMod val="20000"/>
                  <a:lumOff val="80000"/>
                </a:schemeClr>
              </a:solidFill>
              <a:latin typeface="+mn-lt"/>
            </a:rPr>
          </a:br>
          <a:endParaRPr lang="en-US" sz="1000" dirty="0">
            <a:solidFill>
              <a:schemeClr val="tx1"/>
            </a:solidFill>
            <a:latin typeface="+mn-lt"/>
          </a:endParaRPr>
        </a:p>
      </dgm:t>
    </dgm:pt>
    <dgm:pt modelId="{A32CEC85-EC37-498B-9799-30E098900404}" type="parTrans" cxnId="{8260C595-8C6A-40E0-8A12-F58B40F91DB3}">
      <dgm:prSet/>
      <dgm:spPr/>
      <dgm:t>
        <a:bodyPr/>
        <a:lstStyle/>
        <a:p>
          <a:endParaRPr lang="en-US"/>
        </a:p>
      </dgm:t>
    </dgm:pt>
    <dgm:pt modelId="{15B6FA53-77AC-4EC2-8BD9-62E341480F5F}" type="sibTrans" cxnId="{8260C595-8C6A-40E0-8A12-F58B40F91DB3}">
      <dgm:prSet/>
      <dgm:spPr/>
      <dgm:t>
        <a:bodyPr/>
        <a:lstStyle/>
        <a:p>
          <a:endParaRPr lang="en-US"/>
        </a:p>
      </dgm:t>
    </dgm:pt>
    <dgm:pt modelId="{3605E5BE-F203-40DB-BF87-FDD8DAD2E2F9}" type="pres">
      <dgm:prSet presAssocID="{2EB69EFB-3A0B-4C9F-85E1-88B4EC72664F}" presName="Name0" presStyleCnt="0">
        <dgm:presLayoutVars>
          <dgm:dir/>
          <dgm:resizeHandles val="exact"/>
        </dgm:presLayoutVars>
      </dgm:prSet>
      <dgm:spPr/>
    </dgm:pt>
    <dgm:pt modelId="{31F3F0B0-396F-469C-AD1E-E2C46D96D875}" type="pres">
      <dgm:prSet presAssocID="{5A78CBA0-1138-4738-958F-9C3CF9647546}" presName="node" presStyleLbl="node1" presStyleIdx="0" presStyleCnt="3">
        <dgm:presLayoutVars>
          <dgm:bulletEnabled val="1"/>
        </dgm:presLayoutVars>
      </dgm:prSet>
      <dgm:spPr/>
    </dgm:pt>
    <dgm:pt modelId="{3968F1D6-AE2B-4B30-B958-88A3FB13F103}" type="pres">
      <dgm:prSet presAssocID="{0D4C2103-7293-4F50-BC10-21C360ACF201}" presName="sibTrans" presStyleLbl="sibTrans1D1" presStyleIdx="0" presStyleCnt="2"/>
      <dgm:spPr/>
    </dgm:pt>
    <dgm:pt modelId="{1B02C669-BFDD-40D2-96C4-B860B2832FED}" type="pres">
      <dgm:prSet presAssocID="{0D4C2103-7293-4F50-BC10-21C360ACF201}" presName="connectorText" presStyleLbl="sibTrans1D1" presStyleIdx="0" presStyleCnt="2"/>
      <dgm:spPr/>
    </dgm:pt>
    <dgm:pt modelId="{5EAA6F10-B3BD-4398-8F60-A25FB50EC353}" type="pres">
      <dgm:prSet presAssocID="{FAF7ED4E-6B38-4D93-9154-B39CC67BC216}" presName="node" presStyleLbl="node1" presStyleIdx="1" presStyleCnt="3">
        <dgm:presLayoutVars>
          <dgm:bulletEnabled val="1"/>
        </dgm:presLayoutVars>
      </dgm:prSet>
      <dgm:spPr/>
    </dgm:pt>
    <dgm:pt modelId="{C5FDB0D5-6FA8-40A5-B401-AA48F9F47307}" type="pres">
      <dgm:prSet presAssocID="{9D431B97-E6C1-4F3D-8D58-7BC7B614C392}" presName="sibTrans" presStyleLbl="sibTrans1D1" presStyleIdx="1" presStyleCnt="2"/>
      <dgm:spPr/>
    </dgm:pt>
    <dgm:pt modelId="{CEDC8571-388B-4110-9BB1-1609ACFECEB0}" type="pres">
      <dgm:prSet presAssocID="{9D431B97-E6C1-4F3D-8D58-7BC7B614C392}" presName="connectorText" presStyleLbl="sibTrans1D1" presStyleIdx="1" presStyleCnt="2"/>
      <dgm:spPr/>
    </dgm:pt>
    <dgm:pt modelId="{8FA90F46-8497-4CBF-8F48-70911113F1CE}" type="pres">
      <dgm:prSet presAssocID="{A75364D6-17EB-41DC-AF35-C0414EDD724D}" presName="node" presStyleLbl="node1" presStyleIdx="2" presStyleCnt="3">
        <dgm:presLayoutVars>
          <dgm:bulletEnabled val="1"/>
        </dgm:presLayoutVars>
      </dgm:prSet>
      <dgm:spPr/>
    </dgm:pt>
  </dgm:ptLst>
  <dgm:cxnLst>
    <dgm:cxn modelId="{D5B52F09-1386-422D-9F46-A68C68B52ED0}" srcId="{2EB69EFB-3A0B-4C9F-85E1-88B4EC72664F}" destId="{FAF7ED4E-6B38-4D93-9154-B39CC67BC216}" srcOrd="1" destOrd="0" parTransId="{B610CE1D-8B08-4786-BB32-FC3C2E0C6977}" sibTransId="{9D431B97-E6C1-4F3D-8D58-7BC7B614C392}"/>
    <dgm:cxn modelId="{97894218-AF79-447A-A648-2CC56A1DA61D}" type="presOf" srcId="{0D4C2103-7293-4F50-BC10-21C360ACF201}" destId="{1B02C669-BFDD-40D2-96C4-B860B2832FED}" srcOrd="1" destOrd="0" presId="urn:microsoft.com/office/officeart/2005/8/layout/bProcess3"/>
    <dgm:cxn modelId="{E8BA4F5E-7B24-4AC6-B37A-B2153D04B4CA}" type="presOf" srcId="{5A78CBA0-1138-4738-958F-9C3CF9647546}" destId="{31F3F0B0-396F-469C-AD1E-E2C46D96D875}" srcOrd="0" destOrd="0" presId="urn:microsoft.com/office/officeart/2005/8/layout/bProcess3"/>
    <dgm:cxn modelId="{7DD4DD46-8623-43D9-B90E-A641715014FE}" type="presOf" srcId="{0D4C2103-7293-4F50-BC10-21C360ACF201}" destId="{3968F1D6-AE2B-4B30-B958-88A3FB13F103}" srcOrd="0" destOrd="0" presId="urn:microsoft.com/office/officeart/2005/8/layout/bProcess3"/>
    <dgm:cxn modelId="{58F2067C-DABF-4A3D-985B-BACEC45CA728}" type="presOf" srcId="{9D431B97-E6C1-4F3D-8D58-7BC7B614C392}" destId="{C5FDB0D5-6FA8-40A5-B401-AA48F9F47307}" srcOrd="0" destOrd="0" presId="urn:microsoft.com/office/officeart/2005/8/layout/bProcess3"/>
    <dgm:cxn modelId="{8260C595-8C6A-40E0-8A12-F58B40F91DB3}" srcId="{2EB69EFB-3A0B-4C9F-85E1-88B4EC72664F}" destId="{A75364D6-17EB-41DC-AF35-C0414EDD724D}" srcOrd="2" destOrd="0" parTransId="{A32CEC85-EC37-498B-9799-30E098900404}" sibTransId="{15B6FA53-77AC-4EC2-8BD9-62E341480F5F}"/>
    <dgm:cxn modelId="{2604209B-3172-4EA5-B715-1FDCBCAD6B46}" type="presOf" srcId="{FAF7ED4E-6B38-4D93-9154-B39CC67BC216}" destId="{5EAA6F10-B3BD-4398-8F60-A25FB50EC353}" srcOrd="0" destOrd="0" presId="urn:microsoft.com/office/officeart/2005/8/layout/bProcess3"/>
    <dgm:cxn modelId="{69B3C2BE-D83D-48D1-B09E-C78C8433CF6E}" type="presOf" srcId="{A75364D6-17EB-41DC-AF35-C0414EDD724D}" destId="{8FA90F46-8497-4CBF-8F48-70911113F1CE}" srcOrd="0" destOrd="0" presId="urn:microsoft.com/office/officeart/2005/8/layout/bProcess3"/>
    <dgm:cxn modelId="{EBC1EBCC-EE80-4E58-B778-70AC32245E0B}" srcId="{2EB69EFB-3A0B-4C9F-85E1-88B4EC72664F}" destId="{5A78CBA0-1138-4738-958F-9C3CF9647546}" srcOrd="0" destOrd="0" parTransId="{99706CCE-8E9A-4D0D-BBBF-ED7FFC8150C8}" sibTransId="{0D4C2103-7293-4F50-BC10-21C360ACF201}"/>
    <dgm:cxn modelId="{734A63F0-9002-445A-B8F4-F473369743B6}" type="presOf" srcId="{2EB69EFB-3A0B-4C9F-85E1-88B4EC72664F}" destId="{3605E5BE-F203-40DB-BF87-FDD8DAD2E2F9}" srcOrd="0" destOrd="0" presId="urn:microsoft.com/office/officeart/2005/8/layout/bProcess3"/>
    <dgm:cxn modelId="{E2191BFA-9BAC-4537-8E13-A146E3CB45C3}" type="presOf" srcId="{9D431B97-E6C1-4F3D-8D58-7BC7B614C392}" destId="{CEDC8571-388B-4110-9BB1-1609ACFECEB0}" srcOrd="1" destOrd="0" presId="urn:microsoft.com/office/officeart/2005/8/layout/bProcess3"/>
    <dgm:cxn modelId="{7D158F5E-21A3-478B-8D09-1B7D42887DD2}" type="presParOf" srcId="{3605E5BE-F203-40DB-BF87-FDD8DAD2E2F9}" destId="{31F3F0B0-396F-469C-AD1E-E2C46D96D875}" srcOrd="0" destOrd="0" presId="urn:microsoft.com/office/officeart/2005/8/layout/bProcess3"/>
    <dgm:cxn modelId="{B22DFC4C-FB60-461A-A360-19A8D2F0D80F}" type="presParOf" srcId="{3605E5BE-F203-40DB-BF87-FDD8DAD2E2F9}" destId="{3968F1D6-AE2B-4B30-B958-88A3FB13F103}" srcOrd="1" destOrd="0" presId="urn:microsoft.com/office/officeart/2005/8/layout/bProcess3"/>
    <dgm:cxn modelId="{DE3A66EF-C5AB-48C3-89E7-7A277FD9FC8C}" type="presParOf" srcId="{3968F1D6-AE2B-4B30-B958-88A3FB13F103}" destId="{1B02C669-BFDD-40D2-96C4-B860B2832FED}" srcOrd="0" destOrd="0" presId="urn:microsoft.com/office/officeart/2005/8/layout/bProcess3"/>
    <dgm:cxn modelId="{87328429-08A5-4BD1-849B-72884FB0DCA5}" type="presParOf" srcId="{3605E5BE-F203-40DB-BF87-FDD8DAD2E2F9}" destId="{5EAA6F10-B3BD-4398-8F60-A25FB50EC353}" srcOrd="2" destOrd="0" presId="urn:microsoft.com/office/officeart/2005/8/layout/bProcess3"/>
    <dgm:cxn modelId="{B11A5C0C-9D49-47B6-9C22-DC30C5B2F8EF}" type="presParOf" srcId="{3605E5BE-F203-40DB-BF87-FDD8DAD2E2F9}" destId="{C5FDB0D5-6FA8-40A5-B401-AA48F9F47307}" srcOrd="3" destOrd="0" presId="urn:microsoft.com/office/officeart/2005/8/layout/bProcess3"/>
    <dgm:cxn modelId="{CEFB37D3-3CF8-4F97-A117-EA5DAFFD9474}" type="presParOf" srcId="{C5FDB0D5-6FA8-40A5-B401-AA48F9F47307}" destId="{CEDC8571-388B-4110-9BB1-1609ACFECEB0}" srcOrd="0" destOrd="0" presId="urn:microsoft.com/office/officeart/2005/8/layout/bProcess3"/>
    <dgm:cxn modelId="{E84F9C80-2DFA-4489-8E51-00D532AD8342}" type="presParOf" srcId="{3605E5BE-F203-40DB-BF87-FDD8DAD2E2F9}" destId="{8FA90F46-8497-4CBF-8F48-70911113F1CE}" srcOrd="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1D4D1A6-EA5F-4111-B241-D55F03CD5A8A}" type="doc">
      <dgm:prSet loTypeId="urn:microsoft.com/office/officeart/2005/8/layout/target3" loCatId="relationship" qsTypeId="urn:microsoft.com/office/officeart/2005/8/quickstyle/simple5" qsCatId="simple" csTypeId="urn:microsoft.com/office/officeart/2005/8/colors/colorful3" csCatId="colorful" phldr="1"/>
      <dgm:spPr/>
      <dgm:t>
        <a:bodyPr/>
        <a:lstStyle/>
        <a:p>
          <a:endParaRPr lang="en-US"/>
        </a:p>
      </dgm:t>
    </dgm:pt>
    <dgm:pt modelId="{22823198-3D2B-478F-8828-AFCAD9A9ACDE}">
      <dgm:prSet phldrT="[Text]" custT="1"/>
      <dgm:spPr/>
      <dgm:t>
        <a:bodyPr/>
        <a:lstStyle/>
        <a:p>
          <a:r>
            <a:rPr lang="en-US" sz="1600" dirty="0"/>
            <a:t>Material Inventory Values</a:t>
          </a:r>
        </a:p>
      </dgm:t>
    </dgm:pt>
    <dgm:pt modelId="{508A53FF-0D54-4142-AAA9-4635A28AAB76}" type="parTrans" cxnId="{312780D6-C120-40CE-8DD3-63FDDF87B8B5}">
      <dgm:prSet/>
      <dgm:spPr/>
      <dgm:t>
        <a:bodyPr/>
        <a:lstStyle/>
        <a:p>
          <a:endParaRPr lang="en-US" sz="1600"/>
        </a:p>
      </dgm:t>
    </dgm:pt>
    <dgm:pt modelId="{E504436B-BE04-49DE-897B-770B020BEC3F}" type="sibTrans" cxnId="{312780D6-C120-40CE-8DD3-63FDDF87B8B5}">
      <dgm:prSet/>
      <dgm:spPr/>
      <dgm:t>
        <a:bodyPr/>
        <a:lstStyle/>
        <a:p>
          <a:endParaRPr lang="en-US" sz="1600"/>
        </a:p>
      </dgm:t>
    </dgm:pt>
    <dgm:pt modelId="{E1BBE028-5FAC-4A12-8C7C-CE0DCB16BC7C}">
      <dgm:prSet phldrT="[Text]" custT="1"/>
      <dgm:spPr/>
      <dgm:t>
        <a:bodyPr/>
        <a:lstStyle/>
        <a:p>
          <a:r>
            <a:rPr lang="en-US" sz="1600" dirty="0"/>
            <a:t>MC.1 and MC.48</a:t>
          </a:r>
        </a:p>
      </dgm:t>
    </dgm:pt>
    <dgm:pt modelId="{588E550A-A284-4B98-A757-7A33399B4312}" type="parTrans" cxnId="{9C1205AF-7E05-45E5-99FD-EE4B8963B74F}">
      <dgm:prSet/>
      <dgm:spPr/>
      <dgm:t>
        <a:bodyPr/>
        <a:lstStyle/>
        <a:p>
          <a:endParaRPr lang="en-US" sz="1600"/>
        </a:p>
      </dgm:t>
    </dgm:pt>
    <dgm:pt modelId="{E5C0AA7A-FC19-4B93-829C-9B28289EDB3D}" type="sibTrans" cxnId="{9C1205AF-7E05-45E5-99FD-EE4B8963B74F}">
      <dgm:prSet/>
      <dgm:spPr/>
      <dgm:t>
        <a:bodyPr/>
        <a:lstStyle/>
        <a:p>
          <a:endParaRPr lang="en-US" sz="1600"/>
        </a:p>
      </dgm:t>
    </dgm:pt>
    <dgm:pt modelId="{81222DB1-D2CF-4C3D-BA01-154B0CE3C98A}">
      <dgm:prSet phldrT="[Text]" custT="1"/>
      <dgm:spPr/>
      <dgm:t>
        <a:bodyPr/>
        <a:lstStyle/>
        <a:p>
          <a:r>
            <a:rPr lang="en-US" sz="1600" dirty="0"/>
            <a:t>Goods Movements Analysis</a:t>
          </a:r>
        </a:p>
      </dgm:t>
    </dgm:pt>
    <dgm:pt modelId="{EF3CD8E1-5ADF-47AA-A981-35E6ADA1CC1C}" type="parTrans" cxnId="{F948C7EB-5DAF-4CBD-88A5-B1077E42480B}">
      <dgm:prSet/>
      <dgm:spPr/>
      <dgm:t>
        <a:bodyPr/>
        <a:lstStyle/>
        <a:p>
          <a:endParaRPr lang="en-US" sz="1600"/>
        </a:p>
      </dgm:t>
    </dgm:pt>
    <dgm:pt modelId="{1BF835A3-A159-43B7-A7D8-E2E00232A9CD}" type="sibTrans" cxnId="{F948C7EB-5DAF-4CBD-88A5-B1077E42480B}">
      <dgm:prSet/>
      <dgm:spPr/>
      <dgm:t>
        <a:bodyPr/>
        <a:lstStyle/>
        <a:p>
          <a:endParaRPr lang="en-US" sz="1600"/>
        </a:p>
      </dgm:t>
    </dgm:pt>
    <dgm:pt modelId="{EE6EFC56-C71A-4339-91FE-7DB4A989E7A8}">
      <dgm:prSet phldrT="[Text]" custT="1"/>
      <dgm:spPr/>
      <dgm:t>
        <a:bodyPr/>
        <a:lstStyle/>
        <a:p>
          <a:r>
            <a:rPr lang="en-US" sz="1600" dirty="0"/>
            <a:t>MC.2, MC50, MC45, MCBC, and MCBA </a:t>
          </a:r>
        </a:p>
      </dgm:t>
    </dgm:pt>
    <dgm:pt modelId="{762768BD-05B8-4F98-B17E-B45FFF5D2783}" type="parTrans" cxnId="{908D1670-A341-4233-B41F-0EA5CD1E16DE}">
      <dgm:prSet/>
      <dgm:spPr/>
      <dgm:t>
        <a:bodyPr/>
        <a:lstStyle/>
        <a:p>
          <a:endParaRPr lang="en-US" sz="1600"/>
        </a:p>
      </dgm:t>
    </dgm:pt>
    <dgm:pt modelId="{352AB5F3-8C68-45A9-ACF2-737A12E50ACD}" type="sibTrans" cxnId="{908D1670-A341-4233-B41F-0EA5CD1E16DE}">
      <dgm:prSet/>
      <dgm:spPr/>
      <dgm:t>
        <a:bodyPr/>
        <a:lstStyle/>
        <a:p>
          <a:endParaRPr lang="en-US" sz="1600"/>
        </a:p>
      </dgm:t>
    </dgm:pt>
    <dgm:pt modelId="{6092FF47-B174-4D02-AE1B-79A2DA959010}">
      <dgm:prSet phldrT="[Text]" custT="1"/>
      <dgm:spPr/>
      <dgm:t>
        <a:bodyPr/>
        <a:lstStyle/>
        <a:p>
          <a:r>
            <a:rPr lang="en-US" sz="1600" dirty="0"/>
            <a:t>Inventory Turnover Analysis</a:t>
          </a:r>
        </a:p>
      </dgm:t>
    </dgm:pt>
    <dgm:pt modelId="{3884EA59-C884-4808-BF21-BF3CD737D1F0}" type="parTrans" cxnId="{04514AAB-F9C4-42A8-9BFE-DFACDE439876}">
      <dgm:prSet/>
      <dgm:spPr/>
      <dgm:t>
        <a:bodyPr/>
        <a:lstStyle/>
        <a:p>
          <a:endParaRPr lang="en-US" sz="1600"/>
        </a:p>
      </dgm:t>
    </dgm:pt>
    <dgm:pt modelId="{12A0430F-0A8F-4D14-BE2C-32EF8AD9FD99}" type="sibTrans" cxnId="{04514AAB-F9C4-42A8-9BFE-DFACDE439876}">
      <dgm:prSet/>
      <dgm:spPr/>
      <dgm:t>
        <a:bodyPr/>
        <a:lstStyle/>
        <a:p>
          <a:endParaRPr lang="en-US" sz="1600"/>
        </a:p>
      </dgm:t>
    </dgm:pt>
    <dgm:pt modelId="{5B317B61-BFA9-4CF3-9A77-7D5BA8DA6873}">
      <dgm:prSet phldrT="[Text]" custT="1"/>
      <dgm:spPr/>
      <dgm:t>
        <a:bodyPr/>
        <a:lstStyle/>
        <a:p>
          <a:r>
            <a:rPr lang="en-US" sz="1600" dirty="0"/>
            <a:t>MC.B, MC.C</a:t>
          </a:r>
        </a:p>
      </dgm:t>
    </dgm:pt>
    <dgm:pt modelId="{0EA175E3-CA7D-4A8D-91B9-810BD064B483}" type="parTrans" cxnId="{4507A0C9-7801-4F7C-8CAD-1EEFDBFAFB1F}">
      <dgm:prSet/>
      <dgm:spPr/>
      <dgm:t>
        <a:bodyPr/>
        <a:lstStyle/>
        <a:p>
          <a:endParaRPr lang="en-US" sz="1600"/>
        </a:p>
      </dgm:t>
    </dgm:pt>
    <dgm:pt modelId="{47CA73B1-62BA-48F5-8C76-408EB3813D88}" type="sibTrans" cxnId="{4507A0C9-7801-4F7C-8CAD-1EEFDBFAFB1F}">
      <dgm:prSet/>
      <dgm:spPr/>
      <dgm:t>
        <a:bodyPr/>
        <a:lstStyle/>
        <a:p>
          <a:endParaRPr lang="en-US" sz="1600"/>
        </a:p>
      </dgm:t>
    </dgm:pt>
    <dgm:pt modelId="{796ED3B2-2E6F-4372-9F7A-0D9B5ACE2A7A}">
      <dgm:prSet phldrT="[Text]" custT="1"/>
      <dgm:spPr/>
      <dgm:t>
        <a:bodyPr/>
        <a:lstStyle/>
        <a:p>
          <a:r>
            <a:rPr lang="en-US" sz="1600"/>
            <a:t>Slow- or Non-Moving Materials</a:t>
          </a:r>
          <a:endParaRPr lang="en-US" sz="1600" dirty="0"/>
        </a:p>
      </dgm:t>
    </dgm:pt>
    <dgm:pt modelId="{A61538B0-B8A9-4EC9-BA02-7ED8B09F6452}" type="parTrans" cxnId="{2155BA08-097B-402E-AA29-4509195A82F6}">
      <dgm:prSet/>
      <dgm:spPr/>
      <dgm:t>
        <a:bodyPr/>
        <a:lstStyle/>
        <a:p>
          <a:endParaRPr lang="en-US" sz="1600"/>
        </a:p>
      </dgm:t>
    </dgm:pt>
    <dgm:pt modelId="{F06198CF-EB59-4CBC-BBF4-D4BF81AF28EF}" type="sibTrans" cxnId="{2155BA08-097B-402E-AA29-4509195A82F6}">
      <dgm:prSet/>
      <dgm:spPr/>
      <dgm:t>
        <a:bodyPr/>
        <a:lstStyle/>
        <a:p>
          <a:endParaRPr lang="en-US" sz="1600"/>
        </a:p>
      </dgm:t>
    </dgm:pt>
    <dgm:pt modelId="{11B1ECE8-04AE-441E-AEC4-F16952961003}">
      <dgm:prSet phldrT="[Text]" custT="1"/>
      <dgm:spPr/>
      <dgm:t>
        <a:bodyPr/>
        <a:lstStyle/>
        <a:p>
          <a:r>
            <a:rPr lang="en-US" sz="1600" dirty="0"/>
            <a:t>MC46</a:t>
          </a:r>
        </a:p>
      </dgm:t>
    </dgm:pt>
    <dgm:pt modelId="{A39459D2-6DDB-4356-B2B8-9B08B7A9BBB9}" type="parTrans" cxnId="{42444F7F-CA75-4654-9F05-1E233AC20B0C}">
      <dgm:prSet/>
      <dgm:spPr/>
      <dgm:t>
        <a:bodyPr/>
        <a:lstStyle/>
        <a:p>
          <a:endParaRPr lang="en-US" sz="1600"/>
        </a:p>
      </dgm:t>
    </dgm:pt>
    <dgm:pt modelId="{D1AF7452-F7CA-491C-93EE-8D0416D26171}" type="sibTrans" cxnId="{42444F7F-CA75-4654-9F05-1E233AC20B0C}">
      <dgm:prSet/>
      <dgm:spPr/>
      <dgm:t>
        <a:bodyPr/>
        <a:lstStyle/>
        <a:p>
          <a:endParaRPr lang="en-US" sz="1600"/>
        </a:p>
      </dgm:t>
    </dgm:pt>
    <dgm:pt modelId="{71E3E7D2-7B6D-42B0-8759-60D1D8A24AAF}">
      <dgm:prSet phldrT="[Text]" custT="1"/>
      <dgm:spPr/>
      <dgm:t>
        <a:bodyPr/>
        <a:lstStyle/>
        <a:p>
          <a:r>
            <a:rPr lang="en-US" sz="1600" dirty="0"/>
            <a:t>Stock Multiple materials</a:t>
          </a:r>
        </a:p>
      </dgm:t>
    </dgm:pt>
    <dgm:pt modelId="{086A8D7D-8DC7-4505-A2D6-6AA19EA90EBE}" type="parTrans" cxnId="{471385FF-B5A2-4F5B-A934-EC749DA03EEB}">
      <dgm:prSet/>
      <dgm:spPr/>
      <dgm:t>
        <a:bodyPr/>
        <a:lstStyle/>
        <a:p>
          <a:endParaRPr lang="en-US" sz="1600"/>
        </a:p>
      </dgm:t>
    </dgm:pt>
    <dgm:pt modelId="{194DA9AF-39BA-4005-AA1E-9854C54B5209}" type="sibTrans" cxnId="{471385FF-B5A2-4F5B-A934-EC749DA03EEB}">
      <dgm:prSet/>
      <dgm:spPr/>
      <dgm:t>
        <a:bodyPr/>
        <a:lstStyle/>
        <a:p>
          <a:endParaRPr lang="en-US" sz="1600"/>
        </a:p>
      </dgm:t>
    </dgm:pt>
    <dgm:pt modelId="{29382CD5-6343-47B2-879F-F7D32D113F3D}">
      <dgm:prSet phldrT="[Text]" custT="1"/>
      <dgm:spPr/>
      <dgm:t>
        <a:bodyPr/>
        <a:lstStyle/>
        <a:p>
          <a:r>
            <a:rPr lang="en-US" sz="1600" dirty="0"/>
            <a:t>Overview Inventory Management</a:t>
          </a:r>
        </a:p>
      </dgm:t>
    </dgm:pt>
    <dgm:pt modelId="{E84D0F48-3265-4C7E-8F35-E956CB8C2C9A}" type="parTrans" cxnId="{77B81FA7-3F32-4B2C-8A0F-9A154D322A98}">
      <dgm:prSet/>
      <dgm:spPr/>
      <dgm:t>
        <a:bodyPr/>
        <a:lstStyle/>
        <a:p>
          <a:endParaRPr lang="en-US" sz="1600"/>
        </a:p>
      </dgm:t>
    </dgm:pt>
    <dgm:pt modelId="{6249CD03-6BAF-4B1E-8495-E0B62A631541}" type="sibTrans" cxnId="{77B81FA7-3F32-4B2C-8A0F-9A154D322A98}">
      <dgm:prSet/>
      <dgm:spPr/>
      <dgm:t>
        <a:bodyPr/>
        <a:lstStyle/>
        <a:p>
          <a:endParaRPr lang="en-US" sz="1600"/>
        </a:p>
      </dgm:t>
    </dgm:pt>
    <dgm:pt modelId="{7B321AD8-3A2B-4AD2-913B-FA2FF27E4F84}">
      <dgm:prSet phldrT="[Text]" custT="1"/>
      <dgm:spPr/>
      <dgm:t>
        <a:bodyPr/>
        <a:lstStyle/>
        <a:p>
          <a:r>
            <a:rPr lang="en-US" sz="1600" dirty="0"/>
            <a:t>MC.1 and MC.48</a:t>
          </a:r>
        </a:p>
      </dgm:t>
    </dgm:pt>
    <dgm:pt modelId="{244EFAB0-F915-43A2-902C-B44BA885C9EF}" type="parTrans" cxnId="{BAF3EBD7-73AA-48FA-A056-8D91BBA08322}">
      <dgm:prSet/>
      <dgm:spPr/>
      <dgm:t>
        <a:bodyPr/>
        <a:lstStyle/>
        <a:p>
          <a:endParaRPr lang="en-US"/>
        </a:p>
      </dgm:t>
    </dgm:pt>
    <dgm:pt modelId="{5E434264-BC71-4172-925E-64B512818188}" type="sibTrans" cxnId="{BAF3EBD7-73AA-48FA-A056-8D91BBA08322}">
      <dgm:prSet/>
      <dgm:spPr/>
      <dgm:t>
        <a:bodyPr/>
        <a:lstStyle/>
        <a:p>
          <a:endParaRPr lang="en-US"/>
        </a:p>
      </dgm:t>
    </dgm:pt>
    <dgm:pt modelId="{2FD08DF9-4B17-4A01-BA50-D5A526127D6E}">
      <dgm:prSet phldrT="[Text]" custT="1"/>
      <dgm:spPr/>
      <dgm:t>
        <a:bodyPr/>
        <a:lstStyle/>
        <a:p>
          <a:r>
            <a:rPr lang="en-US" sz="1600" dirty="0"/>
            <a:t>Inventory Report</a:t>
          </a:r>
        </a:p>
      </dgm:t>
    </dgm:pt>
    <dgm:pt modelId="{7E732398-BA61-4884-94E9-EAC00EB49F79}" type="parTrans" cxnId="{DBAF57E6-4983-41D2-949E-72F3390F7F1B}">
      <dgm:prSet/>
      <dgm:spPr/>
      <dgm:t>
        <a:bodyPr/>
        <a:lstStyle/>
        <a:p>
          <a:endParaRPr lang="en-US"/>
        </a:p>
      </dgm:t>
    </dgm:pt>
    <dgm:pt modelId="{FE1D9E1E-EF22-46E9-AA72-ACF805A97788}" type="sibTrans" cxnId="{DBAF57E6-4983-41D2-949E-72F3390F7F1B}">
      <dgm:prSet/>
      <dgm:spPr/>
      <dgm:t>
        <a:bodyPr/>
        <a:lstStyle/>
        <a:p>
          <a:endParaRPr lang="en-US"/>
        </a:p>
      </dgm:t>
    </dgm:pt>
    <dgm:pt modelId="{5EEF8AAE-A614-4DDE-97B2-0D505AB72F8E}">
      <dgm:prSet phldrT="[Text]" custT="1"/>
      <dgm:spPr/>
      <dgm:t>
        <a:bodyPr/>
        <a:lstStyle/>
        <a:p>
          <a:r>
            <a:rPr lang="en-US" sz="1600" dirty="0"/>
            <a:t>ZCP06</a:t>
          </a:r>
        </a:p>
      </dgm:t>
    </dgm:pt>
    <dgm:pt modelId="{7E22C61B-B2EB-4C50-999C-2BBF162B12EC}" type="parTrans" cxnId="{A80AA703-9C55-4CC8-B235-DF2BE8444221}">
      <dgm:prSet/>
      <dgm:spPr/>
      <dgm:t>
        <a:bodyPr/>
        <a:lstStyle/>
        <a:p>
          <a:endParaRPr lang="en-US"/>
        </a:p>
      </dgm:t>
    </dgm:pt>
    <dgm:pt modelId="{8C25B99B-D570-458E-B420-501310835E8F}" type="sibTrans" cxnId="{A80AA703-9C55-4CC8-B235-DF2BE8444221}">
      <dgm:prSet/>
      <dgm:spPr/>
      <dgm:t>
        <a:bodyPr/>
        <a:lstStyle/>
        <a:p>
          <a:endParaRPr lang="en-US"/>
        </a:p>
      </dgm:t>
    </dgm:pt>
    <dgm:pt modelId="{A4718D91-44E6-46C7-9237-3D780816D661}" type="pres">
      <dgm:prSet presAssocID="{31D4D1A6-EA5F-4111-B241-D55F03CD5A8A}" presName="Name0" presStyleCnt="0">
        <dgm:presLayoutVars>
          <dgm:chMax val="7"/>
          <dgm:dir/>
          <dgm:animLvl val="lvl"/>
          <dgm:resizeHandles val="exact"/>
        </dgm:presLayoutVars>
      </dgm:prSet>
      <dgm:spPr/>
    </dgm:pt>
    <dgm:pt modelId="{829B4006-22C7-4F42-BC54-5D3BD16F37A9}" type="pres">
      <dgm:prSet presAssocID="{22823198-3D2B-478F-8828-AFCAD9A9ACDE}" presName="circle1" presStyleLbl="node1" presStyleIdx="0" presStyleCnt="7"/>
      <dgm:spPr/>
    </dgm:pt>
    <dgm:pt modelId="{A6C8F881-1B34-4984-9535-51BB712403D1}" type="pres">
      <dgm:prSet presAssocID="{22823198-3D2B-478F-8828-AFCAD9A9ACDE}" presName="space" presStyleCnt="0"/>
      <dgm:spPr/>
    </dgm:pt>
    <dgm:pt modelId="{F95727EA-BB1E-4EF2-AC42-DC4F66649945}" type="pres">
      <dgm:prSet presAssocID="{22823198-3D2B-478F-8828-AFCAD9A9ACDE}" presName="rect1" presStyleLbl="alignAcc1" presStyleIdx="0" presStyleCnt="7"/>
      <dgm:spPr/>
    </dgm:pt>
    <dgm:pt modelId="{CEE8B593-16F0-457A-B4C8-3B8A10D37037}" type="pres">
      <dgm:prSet presAssocID="{81222DB1-D2CF-4C3D-BA01-154B0CE3C98A}" presName="vertSpace2" presStyleLbl="node1" presStyleIdx="0" presStyleCnt="7"/>
      <dgm:spPr/>
    </dgm:pt>
    <dgm:pt modelId="{3843F6BF-5627-4D36-A67E-F21D6691D06D}" type="pres">
      <dgm:prSet presAssocID="{81222DB1-D2CF-4C3D-BA01-154B0CE3C98A}" presName="circle2" presStyleLbl="node1" presStyleIdx="1" presStyleCnt="7"/>
      <dgm:spPr/>
    </dgm:pt>
    <dgm:pt modelId="{429F0218-2A41-46F9-B48F-70CBBAA10259}" type="pres">
      <dgm:prSet presAssocID="{81222DB1-D2CF-4C3D-BA01-154B0CE3C98A}" presName="rect2" presStyleLbl="alignAcc1" presStyleIdx="1" presStyleCnt="7"/>
      <dgm:spPr/>
    </dgm:pt>
    <dgm:pt modelId="{E2429AF5-F1D8-47AA-9FE9-98AF31917F06}" type="pres">
      <dgm:prSet presAssocID="{6092FF47-B174-4D02-AE1B-79A2DA959010}" presName="vertSpace3" presStyleLbl="node1" presStyleIdx="1" presStyleCnt="7"/>
      <dgm:spPr/>
    </dgm:pt>
    <dgm:pt modelId="{8C2A757C-ACA5-481B-BEDC-3692C478E42F}" type="pres">
      <dgm:prSet presAssocID="{6092FF47-B174-4D02-AE1B-79A2DA959010}" presName="circle3" presStyleLbl="node1" presStyleIdx="2" presStyleCnt="7"/>
      <dgm:spPr/>
    </dgm:pt>
    <dgm:pt modelId="{D5B46CF6-5472-43C9-8F75-7E34C58619E3}" type="pres">
      <dgm:prSet presAssocID="{6092FF47-B174-4D02-AE1B-79A2DA959010}" presName="rect3" presStyleLbl="alignAcc1" presStyleIdx="2" presStyleCnt="7"/>
      <dgm:spPr/>
    </dgm:pt>
    <dgm:pt modelId="{7023D3E9-3571-4D0B-8680-D4457981C824}" type="pres">
      <dgm:prSet presAssocID="{796ED3B2-2E6F-4372-9F7A-0D9B5ACE2A7A}" presName="vertSpace4" presStyleLbl="node1" presStyleIdx="2" presStyleCnt="7"/>
      <dgm:spPr/>
    </dgm:pt>
    <dgm:pt modelId="{71998AA7-7112-4C47-9C7F-E7F95AC2714F}" type="pres">
      <dgm:prSet presAssocID="{796ED3B2-2E6F-4372-9F7A-0D9B5ACE2A7A}" presName="circle4" presStyleLbl="node1" presStyleIdx="3" presStyleCnt="7"/>
      <dgm:spPr/>
    </dgm:pt>
    <dgm:pt modelId="{0DD63E0D-CE0B-43B9-A30E-732421F4C1F3}" type="pres">
      <dgm:prSet presAssocID="{796ED3B2-2E6F-4372-9F7A-0D9B5ACE2A7A}" presName="rect4" presStyleLbl="alignAcc1" presStyleIdx="3" presStyleCnt="7"/>
      <dgm:spPr/>
    </dgm:pt>
    <dgm:pt modelId="{F4924FCF-A6A7-4B3B-B89F-1CF61D586E35}" type="pres">
      <dgm:prSet presAssocID="{71E3E7D2-7B6D-42B0-8759-60D1D8A24AAF}" presName="vertSpace5" presStyleLbl="node1" presStyleIdx="3" presStyleCnt="7"/>
      <dgm:spPr/>
    </dgm:pt>
    <dgm:pt modelId="{DCD62294-3253-463C-92F3-6F3BC44742B0}" type="pres">
      <dgm:prSet presAssocID="{71E3E7D2-7B6D-42B0-8759-60D1D8A24AAF}" presName="circle5" presStyleLbl="node1" presStyleIdx="4" presStyleCnt="7"/>
      <dgm:spPr/>
    </dgm:pt>
    <dgm:pt modelId="{630C51F0-C161-4023-8D19-ACBA953BF38A}" type="pres">
      <dgm:prSet presAssocID="{71E3E7D2-7B6D-42B0-8759-60D1D8A24AAF}" presName="rect5" presStyleLbl="alignAcc1" presStyleIdx="4" presStyleCnt="7"/>
      <dgm:spPr/>
    </dgm:pt>
    <dgm:pt modelId="{7A748FB0-A328-4317-8ADB-C07F100497E5}" type="pres">
      <dgm:prSet presAssocID="{29382CD5-6343-47B2-879F-F7D32D113F3D}" presName="vertSpace6" presStyleLbl="node1" presStyleIdx="4" presStyleCnt="7"/>
      <dgm:spPr/>
    </dgm:pt>
    <dgm:pt modelId="{DD2D3984-E9DB-4F29-AAF6-3398D82BC488}" type="pres">
      <dgm:prSet presAssocID="{29382CD5-6343-47B2-879F-F7D32D113F3D}" presName="circle6" presStyleLbl="node1" presStyleIdx="5" presStyleCnt="7"/>
      <dgm:spPr/>
    </dgm:pt>
    <dgm:pt modelId="{0EEEFFCB-F3E0-446F-8278-3B1973F4F0DF}" type="pres">
      <dgm:prSet presAssocID="{29382CD5-6343-47B2-879F-F7D32D113F3D}" presName="rect6" presStyleLbl="alignAcc1" presStyleIdx="5" presStyleCnt="7"/>
      <dgm:spPr/>
    </dgm:pt>
    <dgm:pt modelId="{EDE76AA6-97F4-4AB3-8051-F8DC7C2EF929}" type="pres">
      <dgm:prSet presAssocID="{2FD08DF9-4B17-4A01-BA50-D5A526127D6E}" presName="vertSpace7" presStyleLbl="node1" presStyleIdx="5" presStyleCnt="7"/>
      <dgm:spPr/>
    </dgm:pt>
    <dgm:pt modelId="{C56EE4D4-46F3-4193-BFE4-A3F049434964}" type="pres">
      <dgm:prSet presAssocID="{2FD08DF9-4B17-4A01-BA50-D5A526127D6E}" presName="circle7" presStyleLbl="node1" presStyleIdx="6" presStyleCnt="7"/>
      <dgm:spPr/>
    </dgm:pt>
    <dgm:pt modelId="{EA8025D9-D9C1-41E8-8642-8F12895B90E8}" type="pres">
      <dgm:prSet presAssocID="{2FD08DF9-4B17-4A01-BA50-D5A526127D6E}" presName="rect7" presStyleLbl="alignAcc1" presStyleIdx="6" presStyleCnt="7"/>
      <dgm:spPr/>
    </dgm:pt>
    <dgm:pt modelId="{4F263917-6736-409C-87D5-1B4A83E554AF}" type="pres">
      <dgm:prSet presAssocID="{22823198-3D2B-478F-8828-AFCAD9A9ACDE}" presName="rect1ParTx" presStyleLbl="alignAcc1" presStyleIdx="6" presStyleCnt="7">
        <dgm:presLayoutVars>
          <dgm:chMax val="1"/>
          <dgm:bulletEnabled val="1"/>
        </dgm:presLayoutVars>
      </dgm:prSet>
      <dgm:spPr/>
    </dgm:pt>
    <dgm:pt modelId="{35CEA177-021D-4164-83E1-EA13EF483225}" type="pres">
      <dgm:prSet presAssocID="{22823198-3D2B-478F-8828-AFCAD9A9ACDE}" presName="rect1ChTx" presStyleLbl="alignAcc1" presStyleIdx="6" presStyleCnt="7">
        <dgm:presLayoutVars>
          <dgm:bulletEnabled val="1"/>
        </dgm:presLayoutVars>
      </dgm:prSet>
      <dgm:spPr/>
    </dgm:pt>
    <dgm:pt modelId="{BAD4ADD8-E13C-4D09-B63D-25130FA1B1C8}" type="pres">
      <dgm:prSet presAssocID="{81222DB1-D2CF-4C3D-BA01-154B0CE3C98A}" presName="rect2ParTx" presStyleLbl="alignAcc1" presStyleIdx="6" presStyleCnt="7">
        <dgm:presLayoutVars>
          <dgm:chMax val="1"/>
          <dgm:bulletEnabled val="1"/>
        </dgm:presLayoutVars>
      </dgm:prSet>
      <dgm:spPr/>
    </dgm:pt>
    <dgm:pt modelId="{A41EAE1E-1E0A-4F2E-851D-0C5490429D5E}" type="pres">
      <dgm:prSet presAssocID="{81222DB1-D2CF-4C3D-BA01-154B0CE3C98A}" presName="rect2ChTx" presStyleLbl="alignAcc1" presStyleIdx="6" presStyleCnt="7">
        <dgm:presLayoutVars>
          <dgm:bulletEnabled val="1"/>
        </dgm:presLayoutVars>
      </dgm:prSet>
      <dgm:spPr/>
    </dgm:pt>
    <dgm:pt modelId="{9559B7BD-5427-4DDA-8BBB-0D49AC4A9C1E}" type="pres">
      <dgm:prSet presAssocID="{6092FF47-B174-4D02-AE1B-79A2DA959010}" presName="rect3ParTx" presStyleLbl="alignAcc1" presStyleIdx="6" presStyleCnt="7">
        <dgm:presLayoutVars>
          <dgm:chMax val="1"/>
          <dgm:bulletEnabled val="1"/>
        </dgm:presLayoutVars>
      </dgm:prSet>
      <dgm:spPr/>
    </dgm:pt>
    <dgm:pt modelId="{44A7B034-482F-484D-ACA0-681155AD9CFD}" type="pres">
      <dgm:prSet presAssocID="{6092FF47-B174-4D02-AE1B-79A2DA959010}" presName="rect3ChTx" presStyleLbl="alignAcc1" presStyleIdx="6" presStyleCnt="7">
        <dgm:presLayoutVars>
          <dgm:bulletEnabled val="1"/>
        </dgm:presLayoutVars>
      </dgm:prSet>
      <dgm:spPr/>
    </dgm:pt>
    <dgm:pt modelId="{1164BDC8-DB0D-4E25-A1CB-6F548054F1EF}" type="pres">
      <dgm:prSet presAssocID="{796ED3B2-2E6F-4372-9F7A-0D9B5ACE2A7A}" presName="rect4ParTx" presStyleLbl="alignAcc1" presStyleIdx="6" presStyleCnt="7">
        <dgm:presLayoutVars>
          <dgm:chMax val="1"/>
          <dgm:bulletEnabled val="1"/>
        </dgm:presLayoutVars>
      </dgm:prSet>
      <dgm:spPr/>
    </dgm:pt>
    <dgm:pt modelId="{4112936D-EFB3-4233-8100-C21B5765CF8D}" type="pres">
      <dgm:prSet presAssocID="{796ED3B2-2E6F-4372-9F7A-0D9B5ACE2A7A}" presName="rect4ChTx" presStyleLbl="alignAcc1" presStyleIdx="6" presStyleCnt="7">
        <dgm:presLayoutVars>
          <dgm:bulletEnabled val="1"/>
        </dgm:presLayoutVars>
      </dgm:prSet>
      <dgm:spPr/>
    </dgm:pt>
    <dgm:pt modelId="{F93FA321-80CC-43F6-94BA-63C0FB808F23}" type="pres">
      <dgm:prSet presAssocID="{71E3E7D2-7B6D-42B0-8759-60D1D8A24AAF}" presName="rect5ParTx" presStyleLbl="alignAcc1" presStyleIdx="6" presStyleCnt="7">
        <dgm:presLayoutVars>
          <dgm:chMax val="1"/>
          <dgm:bulletEnabled val="1"/>
        </dgm:presLayoutVars>
      </dgm:prSet>
      <dgm:spPr/>
    </dgm:pt>
    <dgm:pt modelId="{AA399934-3668-4F60-8616-5ECC47EBB38D}" type="pres">
      <dgm:prSet presAssocID="{71E3E7D2-7B6D-42B0-8759-60D1D8A24AAF}" presName="rect5ChTx" presStyleLbl="alignAcc1" presStyleIdx="6" presStyleCnt="7">
        <dgm:presLayoutVars>
          <dgm:bulletEnabled val="1"/>
        </dgm:presLayoutVars>
      </dgm:prSet>
      <dgm:spPr/>
    </dgm:pt>
    <dgm:pt modelId="{74DB20E7-607A-4B9A-9A7A-E0917C37F09C}" type="pres">
      <dgm:prSet presAssocID="{29382CD5-6343-47B2-879F-F7D32D113F3D}" presName="rect6ParTx" presStyleLbl="alignAcc1" presStyleIdx="6" presStyleCnt="7">
        <dgm:presLayoutVars>
          <dgm:chMax val="1"/>
          <dgm:bulletEnabled val="1"/>
        </dgm:presLayoutVars>
      </dgm:prSet>
      <dgm:spPr/>
    </dgm:pt>
    <dgm:pt modelId="{5D4FA732-F104-4C02-ABD9-3F753258FAB0}" type="pres">
      <dgm:prSet presAssocID="{29382CD5-6343-47B2-879F-F7D32D113F3D}" presName="rect6ChTx" presStyleLbl="alignAcc1" presStyleIdx="6" presStyleCnt="7">
        <dgm:presLayoutVars>
          <dgm:bulletEnabled val="1"/>
        </dgm:presLayoutVars>
      </dgm:prSet>
      <dgm:spPr/>
    </dgm:pt>
    <dgm:pt modelId="{25963FA2-F6D7-48D9-9F1C-9B4EDCDA823B}" type="pres">
      <dgm:prSet presAssocID="{2FD08DF9-4B17-4A01-BA50-D5A526127D6E}" presName="rect7ParTx" presStyleLbl="alignAcc1" presStyleIdx="6" presStyleCnt="7">
        <dgm:presLayoutVars>
          <dgm:chMax val="1"/>
          <dgm:bulletEnabled val="1"/>
        </dgm:presLayoutVars>
      </dgm:prSet>
      <dgm:spPr/>
    </dgm:pt>
    <dgm:pt modelId="{3CD2B28C-6122-4F8C-B911-1227EDF4966E}" type="pres">
      <dgm:prSet presAssocID="{2FD08DF9-4B17-4A01-BA50-D5A526127D6E}" presName="rect7ChTx" presStyleLbl="alignAcc1" presStyleIdx="6" presStyleCnt="7">
        <dgm:presLayoutVars>
          <dgm:bulletEnabled val="1"/>
        </dgm:presLayoutVars>
      </dgm:prSet>
      <dgm:spPr/>
    </dgm:pt>
  </dgm:ptLst>
  <dgm:cxnLst>
    <dgm:cxn modelId="{A80AA703-9C55-4CC8-B235-DF2BE8444221}" srcId="{2FD08DF9-4B17-4A01-BA50-D5A526127D6E}" destId="{5EEF8AAE-A614-4DDE-97B2-0D505AB72F8E}" srcOrd="0" destOrd="0" parTransId="{7E22C61B-B2EB-4C50-999C-2BBF162B12EC}" sibTransId="{8C25B99B-D570-458E-B420-501310835E8F}"/>
    <dgm:cxn modelId="{2155BA08-097B-402E-AA29-4509195A82F6}" srcId="{31D4D1A6-EA5F-4111-B241-D55F03CD5A8A}" destId="{796ED3B2-2E6F-4372-9F7A-0D9B5ACE2A7A}" srcOrd="3" destOrd="0" parTransId="{A61538B0-B8A9-4EC9-BA02-7ED8B09F6452}" sibTransId="{F06198CF-EB59-4CBC-BBF4-D4BF81AF28EF}"/>
    <dgm:cxn modelId="{A9126114-0EBB-4BBF-8259-4A3E5ED1E802}" type="presOf" srcId="{81222DB1-D2CF-4C3D-BA01-154B0CE3C98A}" destId="{429F0218-2A41-46F9-B48F-70CBBAA10259}" srcOrd="0" destOrd="0" presId="urn:microsoft.com/office/officeart/2005/8/layout/target3"/>
    <dgm:cxn modelId="{6AF3643C-A1A6-4ED0-8EAE-29FA731413BF}" type="presOf" srcId="{5EEF8AAE-A614-4DDE-97B2-0D505AB72F8E}" destId="{3CD2B28C-6122-4F8C-B911-1227EDF4966E}" srcOrd="0" destOrd="0" presId="urn:microsoft.com/office/officeart/2005/8/layout/target3"/>
    <dgm:cxn modelId="{17937C66-FB79-4F25-B701-AAB349EE0DA9}" type="presOf" srcId="{EE6EFC56-C71A-4339-91FE-7DB4A989E7A8}" destId="{A41EAE1E-1E0A-4F2E-851D-0C5490429D5E}" srcOrd="0" destOrd="0" presId="urn:microsoft.com/office/officeart/2005/8/layout/target3"/>
    <dgm:cxn modelId="{D9AD0948-D568-4A3B-A9E7-510DE5152B96}" type="presOf" srcId="{71E3E7D2-7B6D-42B0-8759-60D1D8A24AAF}" destId="{630C51F0-C161-4023-8D19-ACBA953BF38A}" srcOrd="0" destOrd="0" presId="urn:microsoft.com/office/officeart/2005/8/layout/target3"/>
    <dgm:cxn modelId="{AD779068-CC04-453B-B343-02C8AF053168}" type="presOf" srcId="{11B1ECE8-04AE-441E-AEC4-F16952961003}" destId="{4112936D-EFB3-4233-8100-C21B5765CF8D}" srcOrd="0" destOrd="0" presId="urn:microsoft.com/office/officeart/2005/8/layout/target3"/>
    <dgm:cxn modelId="{4A2CF16D-2935-49A1-98D8-5B66EE003B99}" type="presOf" srcId="{22823198-3D2B-478F-8828-AFCAD9A9ACDE}" destId="{4F263917-6736-409C-87D5-1B4A83E554AF}" srcOrd="1" destOrd="0" presId="urn:microsoft.com/office/officeart/2005/8/layout/target3"/>
    <dgm:cxn modelId="{908D1670-A341-4233-B41F-0EA5CD1E16DE}" srcId="{81222DB1-D2CF-4C3D-BA01-154B0CE3C98A}" destId="{EE6EFC56-C71A-4339-91FE-7DB4A989E7A8}" srcOrd="0" destOrd="0" parTransId="{762768BD-05B8-4F98-B17E-B45FFF5D2783}" sibTransId="{352AB5F3-8C68-45A9-ACF2-737A12E50ACD}"/>
    <dgm:cxn modelId="{18CEDF53-620A-460E-9563-6E32A2BB3E25}" type="presOf" srcId="{22823198-3D2B-478F-8828-AFCAD9A9ACDE}" destId="{F95727EA-BB1E-4EF2-AC42-DC4F66649945}" srcOrd="0" destOrd="0" presId="urn:microsoft.com/office/officeart/2005/8/layout/target3"/>
    <dgm:cxn modelId="{FC53F058-7826-42A9-AFE9-F7B8F015617B}" type="presOf" srcId="{29382CD5-6343-47B2-879F-F7D32D113F3D}" destId="{74DB20E7-607A-4B9A-9A7A-E0917C37F09C}" srcOrd="1" destOrd="0" presId="urn:microsoft.com/office/officeart/2005/8/layout/target3"/>
    <dgm:cxn modelId="{42444F7F-CA75-4654-9F05-1E233AC20B0C}" srcId="{796ED3B2-2E6F-4372-9F7A-0D9B5ACE2A7A}" destId="{11B1ECE8-04AE-441E-AEC4-F16952961003}" srcOrd="0" destOrd="0" parTransId="{A39459D2-6DDB-4356-B2B8-9B08B7A9BBB9}" sibTransId="{D1AF7452-F7CA-491C-93EE-8D0416D26171}"/>
    <dgm:cxn modelId="{AC967C81-267B-42A0-AB72-A9D5BF3FDF59}" type="presOf" srcId="{2FD08DF9-4B17-4A01-BA50-D5A526127D6E}" destId="{EA8025D9-D9C1-41E8-8642-8F12895B90E8}" srcOrd="0" destOrd="0" presId="urn:microsoft.com/office/officeart/2005/8/layout/target3"/>
    <dgm:cxn modelId="{600C9182-F73B-4D08-9031-3FCCEC982AB0}" type="presOf" srcId="{E1BBE028-5FAC-4A12-8C7C-CE0DCB16BC7C}" destId="{35CEA177-021D-4164-83E1-EA13EF483225}" srcOrd="0" destOrd="0" presId="urn:microsoft.com/office/officeart/2005/8/layout/target3"/>
    <dgm:cxn modelId="{B42A9087-BFBB-436A-B0AA-AF6F1D40AD11}" type="presOf" srcId="{7B321AD8-3A2B-4AD2-913B-FA2FF27E4F84}" destId="{AA399934-3668-4F60-8616-5ECC47EBB38D}" srcOrd="0" destOrd="0" presId="urn:microsoft.com/office/officeart/2005/8/layout/target3"/>
    <dgm:cxn modelId="{17DB638E-5491-479D-8F91-1D0915347279}" type="presOf" srcId="{6092FF47-B174-4D02-AE1B-79A2DA959010}" destId="{D5B46CF6-5472-43C9-8F75-7E34C58619E3}" srcOrd="0" destOrd="0" presId="urn:microsoft.com/office/officeart/2005/8/layout/target3"/>
    <dgm:cxn modelId="{A3C3A99A-2E29-4F7C-BE40-6BC6A77B79F2}" type="presOf" srcId="{2FD08DF9-4B17-4A01-BA50-D5A526127D6E}" destId="{25963FA2-F6D7-48D9-9F1C-9B4EDCDA823B}" srcOrd="1" destOrd="0" presId="urn:microsoft.com/office/officeart/2005/8/layout/target3"/>
    <dgm:cxn modelId="{29ED00A6-0BB7-47CD-B492-4B8DC16A7E50}" type="presOf" srcId="{31D4D1A6-EA5F-4111-B241-D55F03CD5A8A}" destId="{A4718D91-44E6-46C7-9237-3D780816D661}" srcOrd="0" destOrd="0" presId="urn:microsoft.com/office/officeart/2005/8/layout/target3"/>
    <dgm:cxn modelId="{77B81FA7-3F32-4B2C-8A0F-9A154D322A98}" srcId="{31D4D1A6-EA5F-4111-B241-D55F03CD5A8A}" destId="{29382CD5-6343-47B2-879F-F7D32D113F3D}" srcOrd="5" destOrd="0" parTransId="{E84D0F48-3265-4C7E-8F35-E956CB8C2C9A}" sibTransId="{6249CD03-6BAF-4B1E-8495-E0B62A631541}"/>
    <dgm:cxn modelId="{04514AAB-F9C4-42A8-9BFE-DFACDE439876}" srcId="{31D4D1A6-EA5F-4111-B241-D55F03CD5A8A}" destId="{6092FF47-B174-4D02-AE1B-79A2DA959010}" srcOrd="2" destOrd="0" parTransId="{3884EA59-C884-4808-BF21-BF3CD737D1F0}" sibTransId="{12A0430F-0A8F-4D14-BE2C-32EF8AD9FD99}"/>
    <dgm:cxn modelId="{9C1205AF-7E05-45E5-99FD-EE4B8963B74F}" srcId="{22823198-3D2B-478F-8828-AFCAD9A9ACDE}" destId="{E1BBE028-5FAC-4A12-8C7C-CE0DCB16BC7C}" srcOrd="0" destOrd="0" parTransId="{588E550A-A284-4B98-A757-7A33399B4312}" sibTransId="{E5C0AA7A-FC19-4B93-829C-9B28289EDB3D}"/>
    <dgm:cxn modelId="{73F68DB0-26DB-459B-84D1-4D21B01A3055}" type="presOf" srcId="{71E3E7D2-7B6D-42B0-8759-60D1D8A24AAF}" destId="{F93FA321-80CC-43F6-94BA-63C0FB808F23}" srcOrd="1" destOrd="0" presId="urn:microsoft.com/office/officeart/2005/8/layout/target3"/>
    <dgm:cxn modelId="{0386B0B5-82FF-4001-AF2A-F6AB137E9380}" type="presOf" srcId="{29382CD5-6343-47B2-879F-F7D32D113F3D}" destId="{0EEEFFCB-F3E0-446F-8278-3B1973F4F0DF}" srcOrd="0" destOrd="0" presId="urn:microsoft.com/office/officeart/2005/8/layout/target3"/>
    <dgm:cxn modelId="{9BAA58B7-CED2-46CE-AE87-AE88C4A15C57}" type="presOf" srcId="{796ED3B2-2E6F-4372-9F7A-0D9B5ACE2A7A}" destId="{1164BDC8-DB0D-4E25-A1CB-6F548054F1EF}" srcOrd="1" destOrd="0" presId="urn:microsoft.com/office/officeart/2005/8/layout/target3"/>
    <dgm:cxn modelId="{4507A0C9-7801-4F7C-8CAD-1EEFDBFAFB1F}" srcId="{6092FF47-B174-4D02-AE1B-79A2DA959010}" destId="{5B317B61-BFA9-4CF3-9A77-7D5BA8DA6873}" srcOrd="0" destOrd="0" parTransId="{0EA175E3-CA7D-4A8D-91B9-810BD064B483}" sibTransId="{47CA73B1-62BA-48F5-8C76-408EB3813D88}"/>
    <dgm:cxn modelId="{CB0B07CA-3AE8-4B12-9471-D85009B35239}" type="presOf" srcId="{5B317B61-BFA9-4CF3-9A77-7D5BA8DA6873}" destId="{44A7B034-482F-484D-ACA0-681155AD9CFD}" srcOrd="0" destOrd="0" presId="urn:microsoft.com/office/officeart/2005/8/layout/target3"/>
    <dgm:cxn modelId="{962A0CD3-2533-48F1-84E4-282BD2CAEA13}" type="presOf" srcId="{6092FF47-B174-4D02-AE1B-79A2DA959010}" destId="{9559B7BD-5427-4DDA-8BBB-0D49AC4A9C1E}" srcOrd="1" destOrd="0" presId="urn:microsoft.com/office/officeart/2005/8/layout/target3"/>
    <dgm:cxn modelId="{312780D6-C120-40CE-8DD3-63FDDF87B8B5}" srcId="{31D4D1A6-EA5F-4111-B241-D55F03CD5A8A}" destId="{22823198-3D2B-478F-8828-AFCAD9A9ACDE}" srcOrd="0" destOrd="0" parTransId="{508A53FF-0D54-4142-AAA9-4635A28AAB76}" sibTransId="{E504436B-BE04-49DE-897B-770B020BEC3F}"/>
    <dgm:cxn modelId="{BAF3EBD7-73AA-48FA-A056-8D91BBA08322}" srcId="{71E3E7D2-7B6D-42B0-8759-60D1D8A24AAF}" destId="{7B321AD8-3A2B-4AD2-913B-FA2FF27E4F84}" srcOrd="0" destOrd="0" parTransId="{244EFAB0-F915-43A2-902C-B44BA885C9EF}" sibTransId="{5E434264-BC71-4172-925E-64B512818188}"/>
    <dgm:cxn modelId="{190F48DF-1C1A-434D-859B-6AB38DB9A5DA}" type="presOf" srcId="{81222DB1-D2CF-4C3D-BA01-154B0CE3C98A}" destId="{BAD4ADD8-E13C-4D09-B63D-25130FA1B1C8}" srcOrd="1" destOrd="0" presId="urn:microsoft.com/office/officeart/2005/8/layout/target3"/>
    <dgm:cxn modelId="{DBAF57E6-4983-41D2-949E-72F3390F7F1B}" srcId="{31D4D1A6-EA5F-4111-B241-D55F03CD5A8A}" destId="{2FD08DF9-4B17-4A01-BA50-D5A526127D6E}" srcOrd="6" destOrd="0" parTransId="{7E732398-BA61-4884-94E9-EAC00EB49F79}" sibTransId="{FE1D9E1E-EF22-46E9-AA72-ACF805A97788}"/>
    <dgm:cxn modelId="{F948C7EB-5DAF-4CBD-88A5-B1077E42480B}" srcId="{31D4D1A6-EA5F-4111-B241-D55F03CD5A8A}" destId="{81222DB1-D2CF-4C3D-BA01-154B0CE3C98A}" srcOrd="1" destOrd="0" parTransId="{EF3CD8E1-5ADF-47AA-A981-35E6ADA1CC1C}" sibTransId="{1BF835A3-A159-43B7-A7D8-E2E00232A9CD}"/>
    <dgm:cxn modelId="{52C8E5F7-A5CA-40D6-A611-00C2987AFFF0}" type="presOf" srcId="{796ED3B2-2E6F-4372-9F7A-0D9B5ACE2A7A}" destId="{0DD63E0D-CE0B-43B9-A30E-732421F4C1F3}" srcOrd="0" destOrd="0" presId="urn:microsoft.com/office/officeart/2005/8/layout/target3"/>
    <dgm:cxn modelId="{471385FF-B5A2-4F5B-A934-EC749DA03EEB}" srcId="{31D4D1A6-EA5F-4111-B241-D55F03CD5A8A}" destId="{71E3E7D2-7B6D-42B0-8759-60D1D8A24AAF}" srcOrd="4" destOrd="0" parTransId="{086A8D7D-8DC7-4505-A2D6-6AA19EA90EBE}" sibTransId="{194DA9AF-39BA-4005-AA1E-9854C54B5209}"/>
    <dgm:cxn modelId="{8853408C-09D6-4A5D-A4CE-DD49F211E3CB}" type="presParOf" srcId="{A4718D91-44E6-46C7-9237-3D780816D661}" destId="{829B4006-22C7-4F42-BC54-5D3BD16F37A9}" srcOrd="0" destOrd="0" presId="urn:microsoft.com/office/officeart/2005/8/layout/target3"/>
    <dgm:cxn modelId="{B6E7A26D-D951-4220-826C-00CC548CF192}" type="presParOf" srcId="{A4718D91-44E6-46C7-9237-3D780816D661}" destId="{A6C8F881-1B34-4984-9535-51BB712403D1}" srcOrd="1" destOrd="0" presId="urn:microsoft.com/office/officeart/2005/8/layout/target3"/>
    <dgm:cxn modelId="{DC423276-984D-4D18-99DA-FA13C46F4E3D}" type="presParOf" srcId="{A4718D91-44E6-46C7-9237-3D780816D661}" destId="{F95727EA-BB1E-4EF2-AC42-DC4F66649945}" srcOrd="2" destOrd="0" presId="urn:microsoft.com/office/officeart/2005/8/layout/target3"/>
    <dgm:cxn modelId="{DDDBA4F4-394E-4A35-A9F8-0CBCF90B78CB}" type="presParOf" srcId="{A4718D91-44E6-46C7-9237-3D780816D661}" destId="{CEE8B593-16F0-457A-B4C8-3B8A10D37037}" srcOrd="3" destOrd="0" presId="urn:microsoft.com/office/officeart/2005/8/layout/target3"/>
    <dgm:cxn modelId="{9AFD0654-E699-4FF0-B9C7-82D39C4CEA79}" type="presParOf" srcId="{A4718D91-44E6-46C7-9237-3D780816D661}" destId="{3843F6BF-5627-4D36-A67E-F21D6691D06D}" srcOrd="4" destOrd="0" presId="urn:microsoft.com/office/officeart/2005/8/layout/target3"/>
    <dgm:cxn modelId="{F499E337-BBAD-42F6-9307-44B4AC1E6D40}" type="presParOf" srcId="{A4718D91-44E6-46C7-9237-3D780816D661}" destId="{429F0218-2A41-46F9-B48F-70CBBAA10259}" srcOrd="5" destOrd="0" presId="urn:microsoft.com/office/officeart/2005/8/layout/target3"/>
    <dgm:cxn modelId="{1760E5F0-21E1-462F-868A-ED167B6BAA95}" type="presParOf" srcId="{A4718D91-44E6-46C7-9237-3D780816D661}" destId="{E2429AF5-F1D8-47AA-9FE9-98AF31917F06}" srcOrd="6" destOrd="0" presId="urn:microsoft.com/office/officeart/2005/8/layout/target3"/>
    <dgm:cxn modelId="{919C790D-D8D7-4599-8B0F-AD81A1A4E47C}" type="presParOf" srcId="{A4718D91-44E6-46C7-9237-3D780816D661}" destId="{8C2A757C-ACA5-481B-BEDC-3692C478E42F}" srcOrd="7" destOrd="0" presId="urn:microsoft.com/office/officeart/2005/8/layout/target3"/>
    <dgm:cxn modelId="{BD60588D-F2F9-4328-8FDF-038780C7ED0D}" type="presParOf" srcId="{A4718D91-44E6-46C7-9237-3D780816D661}" destId="{D5B46CF6-5472-43C9-8F75-7E34C58619E3}" srcOrd="8" destOrd="0" presId="urn:microsoft.com/office/officeart/2005/8/layout/target3"/>
    <dgm:cxn modelId="{7BCE1792-E4A0-43F4-BB0F-8335B7B922FD}" type="presParOf" srcId="{A4718D91-44E6-46C7-9237-3D780816D661}" destId="{7023D3E9-3571-4D0B-8680-D4457981C824}" srcOrd="9" destOrd="0" presId="urn:microsoft.com/office/officeart/2005/8/layout/target3"/>
    <dgm:cxn modelId="{5A8835BF-8E81-408C-A1FC-855745BC16EA}" type="presParOf" srcId="{A4718D91-44E6-46C7-9237-3D780816D661}" destId="{71998AA7-7112-4C47-9C7F-E7F95AC2714F}" srcOrd="10" destOrd="0" presId="urn:microsoft.com/office/officeart/2005/8/layout/target3"/>
    <dgm:cxn modelId="{4B6A7CDE-B08D-4EA9-A51C-C195A40F3C62}" type="presParOf" srcId="{A4718D91-44E6-46C7-9237-3D780816D661}" destId="{0DD63E0D-CE0B-43B9-A30E-732421F4C1F3}" srcOrd="11" destOrd="0" presId="urn:microsoft.com/office/officeart/2005/8/layout/target3"/>
    <dgm:cxn modelId="{A68F16C6-5A2E-449E-AA63-724B27E3B4CF}" type="presParOf" srcId="{A4718D91-44E6-46C7-9237-3D780816D661}" destId="{F4924FCF-A6A7-4B3B-B89F-1CF61D586E35}" srcOrd="12" destOrd="0" presId="urn:microsoft.com/office/officeart/2005/8/layout/target3"/>
    <dgm:cxn modelId="{E39D9EF3-8B69-4487-9E19-15485E927086}" type="presParOf" srcId="{A4718D91-44E6-46C7-9237-3D780816D661}" destId="{DCD62294-3253-463C-92F3-6F3BC44742B0}" srcOrd="13" destOrd="0" presId="urn:microsoft.com/office/officeart/2005/8/layout/target3"/>
    <dgm:cxn modelId="{C378F340-4469-4C3D-8E2D-E41B3ADA1D55}" type="presParOf" srcId="{A4718D91-44E6-46C7-9237-3D780816D661}" destId="{630C51F0-C161-4023-8D19-ACBA953BF38A}" srcOrd="14" destOrd="0" presId="urn:microsoft.com/office/officeart/2005/8/layout/target3"/>
    <dgm:cxn modelId="{98048F19-6232-40ED-A53F-E99D84570305}" type="presParOf" srcId="{A4718D91-44E6-46C7-9237-3D780816D661}" destId="{7A748FB0-A328-4317-8ADB-C07F100497E5}" srcOrd="15" destOrd="0" presId="urn:microsoft.com/office/officeart/2005/8/layout/target3"/>
    <dgm:cxn modelId="{474BC9B7-9976-44E1-964F-0FF257951C02}" type="presParOf" srcId="{A4718D91-44E6-46C7-9237-3D780816D661}" destId="{DD2D3984-E9DB-4F29-AAF6-3398D82BC488}" srcOrd="16" destOrd="0" presId="urn:microsoft.com/office/officeart/2005/8/layout/target3"/>
    <dgm:cxn modelId="{E2B8B811-9AA1-4578-8B6B-972A806E79E9}" type="presParOf" srcId="{A4718D91-44E6-46C7-9237-3D780816D661}" destId="{0EEEFFCB-F3E0-446F-8278-3B1973F4F0DF}" srcOrd="17" destOrd="0" presId="urn:microsoft.com/office/officeart/2005/8/layout/target3"/>
    <dgm:cxn modelId="{7D3E726A-6CC5-4879-A6E9-985BA56C951B}" type="presParOf" srcId="{A4718D91-44E6-46C7-9237-3D780816D661}" destId="{EDE76AA6-97F4-4AB3-8051-F8DC7C2EF929}" srcOrd="18" destOrd="0" presId="urn:microsoft.com/office/officeart/2005/8/layout/target3"/>
    <dgm:cxn modelId="{2F48B534-810C-4396-9461-BAC53A1A5951}" type="presParOf" srcId="{A4718D91-44E6-46C7-9237-3D780816D661}" destId="{C56EE4D4-46F3-4193-BFE4-A3F049434964}" srcOrd="19" destOrd="0" presId="urn:microsoft.com/office/officeart/2005/8/layout/target3"/>
    <dgm:cxn modelId="{BC7A9CC7-8F61-4641-8176-77C620C2C632}" type="presParOf" srcId="{A4718D91-44E6-46C7-9237-3D780816D661}" destId="{EA8025D9-D9C1-41E8-8642-8F12895B90E8}" srcOrd="20" destOrd="0" presId="urn:microsoft.com/office/officeart/2005/8/layout/target3"/>
    <dgm:cxn modelId="{A4102258-B220-4AC4-8D3E-95AFE26FBD8A}" type="presParOf" srcId="{A4718D91-44E6-46C7-9237-3D780816D661}" destId="{4F263917-6736-409C-87D5-1B4A83E554AF}" srcOrd="21" destOrd="0" presId="urn:microsoft.com/office/officeart/2005/8/layout/target3"/>
    <dgm:cxn modelId="{69CC3424-8500-408F-8F6C-9A893611EA58}" type="presParOf" srcId="{A4718D91-44E6-46C7-9237-3D780816D661}" destId="{35CEA177-021D-4164-83E1-EA13EF483225}" srcOrd="22" destOrd="0" presId="urn:microsoft.com/office/officeart/2005/8/layout/target3"/>
    <dgm:cxn modelId="{8E626FEF-3232-43AF-8560-B6964F4DF453}" type="presParOf" srcId="{A4718D91-44E6-46C7-9237-3D780816D661}" destId="{BAD4ADD8-E13C-4D09-B63D-25130FA1B1C8}" srcOrd="23" destOrd="0" presId="urn:microsoft.com/office/officeart/2005/8/layout/target3"/>
    <dgm:cxn modelId="{F5734077-2463-4F7A-A015-9E996F56E183}" type="presParOf" srcId="{A4718D91-44E6-46C7-9237-3D780816D661}" destId="{A41EAE1E-1E0A-4F2E-851D-0C5490429D5E}" srcOrd="24" destOrd="0" presId="urn:microsoft.com/office/officeart/2005/8/layout/target3"/>
    <dgm:cxn modelId="{6EFB4794-ED66-4771-AAC8-262705C1EF12}" type="presParOf" srcId="{A4718D91-44E6-46C7-9237-3D780816D661}" destId="{9559B7BD-5427-4DDA-8BBB-0D49AC4A9C1E}" srcOrd="25" destOrd="0" presId="urn:microsoft.com/office/officeart/2005/8/layout/target3"/>
    <dgm:cxn modelId="{11B91FBA-5924-402F-B354-20BD43709C33}" type="presParOf" srcId="{A4718D91-44E6-46C7-9237-3D780816D661}" destId="{44A7B034-482F-484D-ACA0-681155AD9CFD}" srcOrd="26" destOrd="0" presId="urn:microsoft.com/office/officeart/2005/8/layout/target3"/>
    <dgm:cxn modelId="{799DC727-45AA-4958-9DA9-45488B0AEA01}" type="presParOf" srcId="{A4718D91-44E6-46C7-9237-3D780816D661}" destId="{1164BDC8-DB0D-4E25-A1CB-6F548054F1EF}" srcOrd="27" destOrd="0" presId="urn:microsoft.com/office/officeart/2005/8/layout/target3"/>
    <dgm:cxn modelId="{784B185B-A574-45A7-A25B-00E7E7F6A539}" type="presParOf" srcId="{A4718D91-44E6-46C7-9237-3D780816D661}" destId="{4112936D-EFB3-4233-8100-C21B5765CF8D}" srcOrd="28" destOrd="0" presId="urn:microsoft.com/office/officeart/2005/8/layout/target3"/>
    <dgm:cxn modelId="{DB12006A-4F66-495C-B182-B872341C2FE7}" type="presParOf" srcId="{A4718D91-44E6-46C7-9237-3D780816D661}" destId="{F93FA321-80CC-43F6-94BA-63C0FB808F23}" srcOrd="29" destOrd="0" presId="urn:microsoft.com/office/officeart/2005/8/layout/target3"/>
    <dgm:cxn modelId="{DB4639FA-8E6F-46DF-BB7B-C9C0F3354492}" type="presParOf" srcId="{A4718D91-44E6-46C7-9237-3D780816D661}" destId="{AA399934-3668-4F60-8616-5ECC47EBB38D}" srcOrd="30" destOrd="0" presId="urn:microsoft.com/office/officeart/2005/8/layout/target3"/>
    <dgm:cxn modelId="{7681C4D5-A29B-40D0-8489-97DEBD391EC4}" type="presParOf" srcId="{A4718D91-44E6-46C7-9237-3D780816D661}" destId="{74DB20E7-607A-4B9A-9A7A-E0917C37F09C}" srcOrd="31" destOrd="0" presId="urn:microsoft.com/office/officeart/2005/8/layout/target3"/>
    <dgm:cxn modelId="{2A02C9DA-F7FB-4F8F-9650-EB23D9D71C1C}" type="presParOf" srcId="{A4718D91-44E6-46C7-9237-3D780816D661}" destId="{5D4FA732-F104-4C02-ABD9-3F753258FAB0}" srcOrd="32" destOrd="0" presId="urn:microsoft.com/office/officeart/2005/8/layout/target3"/>
    <dgm:cxn modelId="{EB60236A-48A4-4EF5-A8DF-6E34A94F34A4}" type="presParOf" srcId="{A4718D91-44E6-46C7-9237-3D780816D661}" destId="{25963FA2-F6D7-48D9-9F1C-9B4EDCDA823B}" srcOrd="33" destOrd="0" presId="urn:microsoft.com/office/officeart/2005/8/layout/target3"/>
    <dgm:cxn modelId="{5231DB40-7B0A-4D0E-9C42-FD2795AEFF51}" type="presParOf" srcId="{A4718D91-44E6-46C7-9237-3D780816D661}" destId="{3CD2B28C-6122-4F8C-B911-1227EDF4966E}" srcOrd="3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03EDD-D771-4009-A68C-16D24EECA9C1}">
      <dsp:nvSpPr>
        <dsp:cNvPr id="0" name=""/>
        <dsp:cNvSpPr/>
      </dsp:nvSpPr>
      <dsp:spPr>
        <a:xfrm>
          <a:off x="2366" y="1030013"/>
          <a:ext cx="2106171" cy="842468"/>
        </a:xfrm>
        <a:prstGeom prst="chevr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kern="1200" dirty="0"/>
            <a:t>Receive Goods</a:t>
          </a:r>
        </a:p>
      </dsp:txBody>
      <dsp:txXfrm>
        <a:off x="423600" y="1030013"/>
        <a:ext cx="1263703" cy="842468"/>
      </dsp:txXfrm>
    </dsp:sp>
    <dsp:sp modelId="{22BCE486-A069-4546-9993-0AA2A6BEFBC3}">
      <dsp:nvSpPr>
        <dsp:cNvPr id="0" name=""/>
        <dsp:cNvSpPr/>
      </dsp:nvSpPr>
      <dsp:spPr>
        <a:xfrm>
          <a:off x="1897920" y="1030013"/>
          <a:ext cx="2106171" cy="842468"/>
        </a:xfrm>
        <a:prstGeom prst="chevron">
          <a:avLst/>
        </a:prstGeom>
        <a:gradFill rotWithShape="0">
          <a:gsLst>
            <a:gs pos="0">
              <a:schemeClr val="accent4">
                <a:hueOff val="849920"/>
                <a:satOff val="3288"/>
                <a:lumOff val="7108"/>
                <a:alphaOff val="0"/>
                <a:satMod val="103000"/>
                <a:lumMod val="102000"/>
                <a:tint val="94000"/>
              </a:schemeClr>
            </a:gs>
            <a:gs pos="50000">
              <a:schemeClr val="accent4">
                <a:hueOff val="849920"/>
                <a:satOff val="3288"/>
                <a:lumOff val="7108"/>
                <a:alphaOff val="0"/>
                <a:satMod val="110000"/>
                <a:lumMod val="100000"/>
                <a:shade val="100000"/>
              </a:schemeClr>
            </a:gs>
            <a:gs pos="100000">
              <a:schemeClr val="accent4">
                <a:hueOff val="849920"/>
                <a:satOff val="3288"/>
                <a:lumOff val="71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kern="1200" dirty="0"/>
            <a:t>Receive NTM</a:t>
          </a:r>
        </a:p>
      </dsp:txBody>
      <dsp:txXfrm>
        <a:off x="2319154" y="1030013"/>
        <a:ext cx="1263703" cy="842468"/>
      </dsp:txXfrm>
    </dsp:sp>
    <dsp:sp modelId="{13A68660-6191-4524-BEE2-90382C9BD4F4}">
      <dsp:nvSpPr>
        <dsp:cNvPr id="0" name=""/>
        <dsp:cNvSpPr/>
      </dsp:nvSpPr>
      <dsp:spPr>
        <a:xfrm>
          <a:off x="3793474" y="1030013"/>
          <a:ext cx="2106171" cy="842468"/>
        </a:xfrm>
        <a:prstGeom prst="chevron">
          <a:avLst/>
        </a:prstGeom>
        <a:gradFill rotWithShape="0">
          <a:gsLst>
            <a:gs pos="0">
              <a:schemeClr val="accent4">
                <a:hueOff val="1699840"/>
                <a:satOff val="6576"/>
                <a:lumOff val="14216"/>
                <a:alphaOff val="0"/>
                <a:satMod val="103000"/>
                <a:lumMod val="102000"/>
                <a:tint val="94000"/>
              </a:schemeClr>
            </a:gs>
            <a:gs pos="50000">
              <a:schemeClr val="accent4">
                <a:hueOff val="1699840"/>
                <a:satOff val="6576"/>
                <a:lumOff val="14216"/>
                <a:alphaOff val="0"/>
                <a:satMod val="110000"/>
                <a:lumMod val="100000"/>
                <a:shade val="100000"/>
              </a:schemeClr>
            </a:gs>
            <a:gs pos="100000">
              <a:schemeClr val="accent4">
                <a:hueOff val="1699840"/>
                <a:satOff val="6576"/>
                <a:lumOff val="1421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kern="1200" dirty="0"/>
            <a:t>Receive FG Returns</a:t>
          </a:r>
        </a:p>
      </dsp:txBody>
      <dsp:txXfrm>
        <a:off x="4214708" y="1030013"/>
        <a:ext cx="1263703" cy="842468"/>
      </dsp:txXfrm>
    </dsp:sp>
    <dsp:sp modelId="{2D372423-D14B-4059-94D5-7B9DEE95F43B}">
      <dsp:nvSpPr>
        <dsp:cNvPr id="0" name=""/>
        <dsp:cNvSpPr/>
      </dsp:nvSpPr>
      <dsp:spPr>
        <a:xfrm>
          <a:off x="5689029" y="1030013"/>
          <a:ext cx="2106171" cy="842468"/>
        </a:xfrm>
        <a:prstGeom prst="chevron">
          <a:avLst/>
        </a:prstGeom>
        <a:gradFill rotWithShape="0">
          <a:gsLst>
            <a:gs pos="0">
              <a:schemeClr val="accent4">
                <a:hueOff val="2549761"/>
                <a:satOff val="9865"/>
                <a:lumOff val="21324"/>
                <a:alphaOff val="0"/>
                <a:satMod val="103000"/>
                <a:lumMod val="102000"/>
                <a:tint val="94000"/>
              </a:schemeClr>
            </a:gs>
            <a:gs pos="50000">
              <a:schemeClr val="accent4">
                <a:hueOff val="2549761"/>
                <a:satOff val="9865"/>
                <a:lumOff val="21324"/>
                <a:alphaOff val="0"/>
                <a:satMod val="110000"/>
                <a:lumMod val="100000"/>
                <a:shade val="100000"/>
              </a:schemeClr>
            </a:gs>
            <a:gs pos="100000">
              <a:schemeClr val="accent4">
                <a:hueOff val="2549761"/>
                <a:satOff val="9865"/>
                <a:lumOff val="2132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kern="1200" dirty="0"/>
            <a:t>Buy Back FG</a:t>
          </a:r>
        </a:p>
      </dsp:txBody>
      <dsp:txXfrm>
        <a:off x="6110263" y="1030013"/>
        <a:ext cx="1263703" cy="842468"/>
      </dsp:txXfrm>
    </dsp:sp>
    <dsp:sp modelId="{0E505A09-D84C-4DFA-80F2-EF8BEDC8545B}">
      <dsp:nvSpPr>
        <dsp:cNvPr id="0" name=""/>
        <dsp:cNvSpPr/>
      </dsp:nvSpPr>
      <dsp:spPr>
        <a:xfrm>
          <a:off x="7584583" y="1030013"/>
          <a:ext cx="2106171" cy="842468"/>
        </a:xfrm>
        <a:prstGeom prst="chevron">
          <a:avLst/>
        </a:prstGeom>
        <a:gradFill rotWithShape="0">
          <a:gsLst>
            <a:gs pos="0">
              <a:schemeClr val="accent4">
                <a:hueOff val="3399681"/>
                <a:satOff val="13153"/>
                <a:lumOff val="28432"/>
                <a:alphaOff val="0"/>
                <a:satMod val="103000"/>
                <a:lumMod val="102000"/>
                <a:tint val="94000"/>
              </a:schemeClr>
            </a:gs>
            <a:gs pos="50000">
              <a:schemeClr val="accent4">
                <a:hueOff val="3399681"/>
                <a:satOff val="13153"/>
                <a:lumOff val="28432"/>
                <a:alphaOff val="0"/>
                <a:satMod val="110000"/>
                <a:lumMod val="100000"/>
                <a:shade val="100000"/>
              </a:schemeClr>
            </a:gs>
            <a:gs pos="100000">
              <a:schemeClr val="accent4">
                <a:hueOff val="3399681"/>
                <a:satOff val="13153"/>
                <a:lumOff val="28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kern="1200" dirty="0"/>
            <a:t>Receive Water (Flavor House-EHF)</a:t>
          </a:r>
        </a:p>
      </dsp:txBody>
      <dsp:txXfrm>
        <a:off x="8005817" y="1030013"/>
        <a:ext cx="1263703" cy="842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9F566-FAA7-44E9-A10D-DE0CFAB10F0C}">
      <dsp:nvSpPr>
        <dsp:cNvPr id="0" name=""/>
        <dsp:cNvSpPr/>
      </dsp:nvSpPr>
      <dsp:spPr>
        <a:xfrm>
          <a:off x="1801724" y="817993"/>
          <a:ext cx="382631" cy="91440"/>
        </a:xfrm>
        <a:custGeom>
          <a:avLst/>
          <a:gdLst/>
          <a:ahLst/>
          <a:cxnLst/>
          <a:rect l="0" t="0" r="0" b="0"/>
          <a:pathLst>
            <a:path>
              <a:moveTo>
                <a:pt x="0" y="45720"/>
              </a:moveTo>
              <a:lnTo>
                <a:pt x="38263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1982709" y="861647"/>
        <a:ext cx="20661" cy="4132"/>
      </dsp:txXfrm>
    </dsp:sp>
    <dsp:sp modelId="{31F3F0B0-396F-469C-AD1E-E2C46D96D875}">
      <dsp:nvSpPr>
        <dsp:cNvPr id="0" name=""/>
        <dsp:cNvSpPr/>
      </dsp:nvSpPr>
      <dsp:spPr>
        <a:xfrm>
          <a:off x="6864" y="324715"/>
          <a:ext cx="1796660" cy="107799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GR Report for Incoming Deliveries</a:t>
          </a:r>
        </a:p>
        <a:p>
          <a:pPr marL="0" lvl="0" indent="0" algn="ctr" defTabSz="444500">
            <a:lnSpc>
              <a:spcPct val="90000"/>
            </a:lnSpc>
            <a:spcBef>
              <a:spcPct val="0"/>
            </a:spcBef>
            <a:spcAft>
              <a:spcPct val="35000"/>
            </a:spcAft>
            <a:buNone/>
          </a:pPr>
          <a:r>
            <a:rPr lang="en-US" sz="1000" kern="1200" dirty="0">
              <a:solidFill>
                <a:schemeClr val="tx1"/>
              </a:solidFill>
              <a:latin typeface="+mn-lt"/>
            </a:rPr>
            <a:t>(VL06I, ME80FN)</a:t>
          </a:r>
        </a:p>
      </dsp:txBody>
      <dsp:txXfrm>
        <a:off x="6864" y="324715"/>
        <a:ext cx="1796660" cy="1077996"/>
      </dsp:txXfrm>
    </dsp:sp>
    <dsp:sp modelId="{725065C6-39C8-4553-836E-B1758BDDDE95}">
      <dsp:nvSpPr>
        <dsp:cNvPr id="0" name=""/>
        <dsp:cNvSpPr/>
      </dsp:nvSpPr>
      <dsp:spPr>
        <a:xfrm>
          <a:off x="4011616" y="817993"/>
          <a:ext cx="382631" cy="91440"/>
        </a:xfrm>
        <a:custGeom>
          <a:avLst/>
          <a:gdLst/>
          <a:ahLst/>
          <a:cxnLst/>
          <a:rect l="0" t="0" r="0" b="0"/>
          <a:pathLst>
            <a:path>
              <a:moveTo>
                <a:pt x="0" y="45720"/>
              </a:moveTo>
              <a:lnTo>
                <a:pt x="382631" y="45720"/>
              </a:lnTo>
            </a:path>
          </a:pathLst>
        </a:custGeom>
        <a:noFill/>
        <a:ln w="6350" cap="flat" cmpd="sng" algn="ctr">
          <a:solidFill>
            <a:schemeClr val="accent4">
              <a:hueOff val="485669"/>
              <a:satOff val="1879"/>
              <a:lumOff val="406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4192602" y="861647"/>
        <a:ext cx="20661" cy="4132"/>
      </dsp:txXfrm>
    </dsp:sp>
    <dsp:sp modelId="{FAE8D520-94C0-4912-92FC-698735CB6206}">
      <dsp:nvSpPr>
        <dsp:cNvPr id="0" name=""/>
        <dsp:cNvSpPr/>
      </dsp:nvSpPr>
      <dsp:spPr>
        <a:xfrm>
          <a:off x="2216756" y="324715"/>
          <a:ext cx="1796660" cy="1077996"/>
        </a:xfrm>
        <a:prstGeom prst="rect">
          <a:avLst/>
        </a:prstGeom>
        <a:solidFill>
          <a:schemeClr val="accent4">
            <a:hueOff val="424960"/>
            <a:satOff val="1644"/>
            <a:lumOff val="35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Materials arrive</a:t>
          </a:r>
        </a:p>
      </dsp:txBody>
      <dsp:txXfrm>
        <a:off x="2216756" y="324715"/>
        <a:ext cx="1796660" cy="1077996"/>
      </dsp:txXfrm>
    </dsp:sp>
    <dsp:sp modelId="{2B1D33D1-EAB1-42A2-83E8-768E41985EDB}">
      <dsp:nvSpPr>
        <dsp:cNvPr id="0" name=""/>
        <dsp:cNvSpPr/>
      </dsp:nvSpPr>
      <dsp:spPr>
        <a:xfrm>
          <a:off x="6221509" y="817993"/>
          <a:ext cx="382631" cy="91440"/>
        </a:xfrm>
        <a:custGeom>
          <a:avLst/>
          <a:gdLst/>
          <a:ahLst/>
          <a:cxnLst/>
          <a:rect l="0" t="0" r="0" b="0"/>
          <a:pathLst>
            <a:path>
              <a:moveTo>
                <a:pt x="0" y="45720"/>
              </a:moveTo>
              <a:lnTo>
                <a:pt x="382631" y="45720"/>
              </a:lnTo>
            </a:path>
          </a:pathLst>
        </a:custGeom>
        <a:noFill/>
        <a:ln w="6350" cap="flat" cmpd="sng" algn="ctr">
          <a:solidFill>
            <a:schemeClr val="accent4">
              <a:hueOff val="971337"/>
              <a:satOff val="3758"/>
              <a:lumOff val="812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6402494" y="861647"/>
        <a:ext cx="20661" cy="4132"/>
      </dsp:txXfrm>
    </dsp:sp>
    <dsp:sp modelId="{5A18CFCC-305E-48A0-B554-7EA9723FF089}">
      <dsp:nvSpPr>
        <dsp:cNvPr id="0" name=""/>
        <dsp:cNvSpPr/>
      </dsp:nvSpPr>
      <dsp:spPr>
        <a:xfrm>
          <a:off x="4426648" y="324715"/>
          <a:ext cx="1796660" cy="1077996"/>
        </a:xfrm>
        <a:prstGeom prst="rect">
          <a:avLst/>
        </a:prstGeom>
        <a:solidFill>
          <a:schemeClr val="accent4">
            <a:hueOff val="849920"/>
            <a:satOff val="3288"/>
            <a:lumOff val="71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Delivery Note and other documents received with the delivery</a:t>
          </a:r>
        </a:p>
      </dsp:txBody>
      <dsp:txXfrm>
        <a:off x="4426648" y="324715"/>
        <a:ext cx="1796660" cy="1077996"/>
      </dsp:txXfrm>
    </dsp:sp>
    <dsp:sp modelId="{F6B02E2E-9E51-400B-BC11-BB97867C0891}">
      <dsp:nvSpPr>
        <dsp:cNvPr id="0" name=""/>
        <dsp:cNvSpPr/>
      </dsp:nvSpPr>
      <dsp:spPr>
        <a:xfrm>
          <a:off x="8431401" y="817993"/>
          <a:ext cx="382631" cy="91440"/>
        </a:xfrm>
        <a:custGeom>
          <a:avLst/>
          <a:gdLst/>
          <a:ahLst/>
          <a:cxnLst/>
          <a:rect l="0" t="0" r="0" b="0"/>
          <a:pathLst>
            <a:path>
              <a:moveTo>
                <a:pt x="0" y="45720"/>
              </a:moveTo>
              <a:lnTo>
                <a:pt x="382631" y="45720"/>
              </a:lnTo>
            </a:path>
          </a:pathLst>
        </a:custGeom>
        <a:noFill/>
        <a:ln w="6350" cap="flat" cmpd="sng" algn="ctr">
          <a:solidFill>
            <a:schemeClr val="accent4">
              <a:hueOff val="1457006"/>
              <a:satOff val="5637"/>
              <a:lumOff val="1218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8612386" y="861647"/>
        <a:ext cx="20661" cy="4132"/>
      </dsp:txXfrm>
    </dsp:sp>
    <dsp:sp modelId="{C3A0996D-5D97-4524-8817-53E873230973}">
      <dsp:nvSpPr>
        <dsp:cNvPr id="0" name=""/>
        <dsp:cNvSpPr/>
      </dsp:nvSpPr>
      <dsp:spPr>
        <a:xfrm>
          <a:off x="6636541" y="324715"/>
          <a:ext cx="1796660" cy="1077996"/>
        </a:xfrm>
        <a:prstGeom prst="rect">
          <a:avLst/>
        </a:prstGeom>
        <a:solidFill>
          <a:schemeClr val="accent4">
            <a:hueOff val="1274880"/>
            <a:satOff val="4932"/>
            <a:lumOff val="106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Delivery is checked</a:t>
          </a:r>
        </a:p>
      </dsp:txBody>
      <dsp:txXfrm>
        <a:off x="6636541" y="324715"/>
        <a:ext cx="1796660" cy="1077996"/>
      </dsp:txXfrm>
    </dsp:sp>
    <dsp:sp modelId="{2AFF6856-C189-4566-91E3-E9CF7671427D}">
      <dsp:nvSpPr>
        <dsp:cNvPr id="0" name=""/>
        <dsp:cNvSpPr/>
      </dsp:nvSpPr>
      <dsp:spPr>
        <a:xfrm>
          <a:off x="905194" y="1400912"/>
          <a:ext cx="8839569" cy="382631"/>
        </a:xfrm>
        <a:custGeom>
          <a:avLst/>
          <a:gdLst/>
          <a:ahLst/>
          <a:cxnLst/>
          <a:rect l="0" t="0" r="0" b="0"/>
          <a:pathLst>
            <a:path>
              <a:moveTo>
                <a:pt x="8839569" y="0"/>
              </a:moveTo>
              <a:lnTo>
                <a:pt x="8839569" y="208415"/>
              </a:lnTo>
              <a:lnTo>
                <a:pt x="0" y="208415"/>
              </a:lnTo>
              <a:lnTo>
                <a:pt x="0" y="382631"/>
              </a:lnTo>
            </a:path>
          </a:pathLst>
        </a:custGeom>
        <a:noFill/>
        <a:ln w="6350" cap="flat" cmpd="sng" algn="ctr">
          <a:solidFill>
            <a:schemeClr val="accent4">
              <a:hueOff val="1942675"/>
              <a:satOff val="7516"/>
              <a:lumOff val="1624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5103748" y="1590161"/>
        <a:ext cx="442461" cy="4132"/>
      </dsp:txXfrm>
    </dsp:sp>
    <dsp:sp modelId="{6D6D02E3-897E-4E12-97D9-B57BEDEA25EC}">
      <dsp:nvSpPr>
        <dsp:cNvPr id="0" name=""/>
        <dsp:cNvSpPr/>
      </dsp:nvSpPr>
      <dsp:spPr>
        <a:xfrm>
          <a:off x="8846433" y="324715"/>
          <a:ext cx="1796660" cy="1077996"/>
        </a:xfrm>
        <a:prstGeom prst="rect">
          <a:avLst/>
        </a:prstGeom>
        <a:solidFill>
          <a:schemeClr val="accent4">
            <a:hueOff val="1699840"/>
            <a:satOff val="6576"/>
            <a:lumOff val="142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GR against Purchase Order</a:t>
          </a:r>
          <a:br>
            <a:rPr lang="en-US" altLang="en-US" sz="1000" b="0" kern="1200" dirty="0">
              <a:solidFill>
                <a:schemeClr val="tx1"/>
              </a:solidFill>
              <a:latin typeface="+mn-lt"/>
            </a:rPr>
          </a:br>
          <a:r>
            <a:rPr lang="en-US" altLang="en-US" sz="1000" b="0" kern="1200" dirty="0">
              <a:solidFill>
                <a:schemeClr val="tx1"/>
              </a:solidFill>
              <a:latin typeface="+mn-lt"/>
            </a:rPr>
            <a:t>(MIGO; Movement Types </a:t>
          </a:r>
          <a:r>
            <a:rPr lang="da-DK" altLang="en-US" sz="1000" b="0" kern="1200" dirty="0">
              <a:solidFill>
                <a:schemeClr val="tx1"/>
              </a:solidFill>
              <a:latin typeface="+mn-lt"/>
            </a:rPr>
            <a:t>101, 103/105, Z34, 861,</a:t>
          </a:r>
          <a:br>
            <a:rPr lang="da-DK" altLang="en-US" sz="1000" b="0" kern="1200" dirty="0">
              <a:solidFill>
                <a:schemeClr val="tx1"/>
              </a:solidFill>
              <a:latin typeface="+mn-lt"/>
            </a:rPr>
          </a:br>
          <a:r>
            <a:rPr lang="da-DK" altLang="en-US" sz="1000" b="1" kern="1200" dirty="0">
              <a:solidFill>
                <a:schemeClr val="accent4">
                  <a:lumMod val="20000"/>
                  <a:lumOff val="80000"/>
                </a:schemeClr>
              </a:solidFill>
              <a:latin typeface="+mn-lt"/>
            </a:rPr>
            <a:t>109 for SiT</a:t>
          </a:r>
          <a:r>
            <a:rPr lang="da-DK" altLang="en-US" sz="1000" b="0" kern="1200" dirty="0">
              <a:solidFill>
                <a:schemeClr val="tx1"/>
              </a:solidFill>
              <a:latin typeface="+mn-lt"/>
            </a:rPr>
            <a:t>)</a:t>
          </a:r>
          <a:endParaRPr lang="en-US" sz="1000" b="0" kern="1200" dirty="0">
            <a:solidFill>
              <a:schemeClr val="tx1"/>
            </a:solidFill>
            <a:latin typeface="+mn-lt"/>
          </a:endParaRPr>
        </a:p>
      </dsp:txBody>
      <dsp:txXfrm>
        <a:off x="8846433" y="324715"/>
        <a:ext cx="1796660" cy="1077996"/>
      </dsp:txXfrm>
    </dsp:sp>
    <dsp:sp modelId="{4EFC9589-3135-46D4-92E4-21BF54BE5FD1}">
      <dsp:nvSpPr>
        <dsp:cNvPr id="0" name=""/>
        <dsp:cNvSpPr/>
      </dsp:nvSpPr>
      <dsp:spPr>
        <a:xfrm>
          <a:off x="1801724" y="2309222"/>
          <a:ext cx="382631" cy="91440"/>
        </a:xfrm>
        <a:custGeom>
          <a:avLst/>
          <a:gdLst/>
          <a:ahLst/>
          <a:cxnLst/>
          <a:rect l="0" t="0" r="0" b="0"/>
          <a:pathLst>
            <a:path>
              <a:moveTo>
                <a:pt x="0" y="45720"/>
              </a:moveTo>
              <a:lnTo>
                <a:pt x="382631" y="45720"/>
              </a:lnTo>
            </a:path>
          </a:pathLst>
        </a:custGeom>
        <a:noFill/>
        <a:ln w="6350" cap="flat" cmpd="sng" algn="ctr">
          <a:solidFill>
            <a:schemeClr val="accent4">
              <a:hueOff val="2428344"/>
              <a:satOff val="9395"/>
              <a:lumOff val="203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82709" y="2352875"/>
        <a:ext cx="20661" cy="4132"/>
      </dsp:txXfrm>
    </dsp:sp>
    <dsp:sp modelId="{5D9C0607-C165-402A-839F-2D7F9BDE6E94}">
      <dsp:nvSpPr>
        <dsp:cNvPr id="0" name=""/>
        <dsp:cNvSpPr/>
      </dsp:nvSpPr>
      <dsp:spPr>
        <a:xfrm>
          <a:off x="6864" y="1815943"/>
          <a:ext cx="1796660" cy="1077996"/>
        </a:xfrm>
        <a:prstGeom prst="rect">
          <a:avLst/>
        </a:prstGeom>
        <a:solidFill>
          <a:schemeClr val="accent4">
            <a:hueOff val="2124800"/>
            <a:satOff val="8221"/>
            <a:lumOff val="177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a:solidFill>
                <a:schemeClr val="tx1"/>
              </a:solidFill>
              <a:latin typeface="+mn-lt"/>
            </a:rPr>
            <a:t>Print Pallet Labels</a:t>
          </a:r>
          <a:br>
            <a:rPr lang="en-US" altLang="en-US" sz="1000" b="0" kern="1200">
              <a:solidFill>
                <a:schemeClr val="tx1"/>
              </a:solidFill>
              <a:latin typeface="+mn-lt"/>
            </a:rPr>
          </a:br>
          <a:r>
            <a:rPr lang="en-US" altLang="en-US" sz="1000" b="0" kern="1200">
              <a:solidFill>
                <a:schemeClr val="tx1"/>
              </a:solidFill>
              <a:latin typeface="+mn-lt"/>
            </a:rPr>
            <a:t>(ZMIMA01)</a:t>
          </a:r>
          <a:endParaRPr lang="en-US" sz="1000" b="0" kern="1200" dirty="0">
            <a:solidFill>
              <a:schemeClr val="tx1"/>
            </a:solidFill>
            <a:latin typeface="+mn-lt"/>
          </a:endParaRPr>
        </a:p>
      </dsp:txBody>
      <dsp:txXfrm>
        <a:off x="6864" y="1815943"/>
        <a:ext cx="1796660" cy="1077996"/>
      </dsp:txXfrm>
    </dsp:sp>
    <dsp:sp modelId="{847B5744-26BB-4F67-AF83-1DFD5CA7CF65}">
      <dsp:nvSpPr>
        <dsp:cNvPr id="0" name=""/>
        <dsp:cNvSpPr/>
      </dsp:nvSpPr>
      <dsp:spPr>
        <a:xfrm>
          <a:off x="4011616" y="2309222"/>
          <a:ext cx="382631" cy="91440"/>
        </a:xfrm>
        <a:custGeom>
          <a:avLst/>
          <a:gdLst/>
          <a:ahLst/>
          <a:cxnLst/>
          <a:rect l="0" t="0" r="0" b="0"/>
          <a:pathLst>
            <a:path>
              <a:moveTo>
                <a:pt x="0" y="45720"/>
              </a:moveTo>
              <a:lnTo>
                <a:pt x="382631" y="45720"/>
              </a:lnTo>
            </a:path>
          </a:pathLst>
        </a:custGeom>
        <a:noFill/>
        <a:ln w="6350" cap="flat" cmpd="sng" algn="ctr">
          <a:solidFill>
            <a:schemeClr val="accent4">
              <a:hueOff val="2914012"/>
              <a:satOff val="11274"/>
              <a:lumOff val="2437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4192602" y="2352875"/>
        <a:ext cx="20661" cy="4132"/>
      </dsp:txXfrm>
    </dsp:sp>
    <dsp:sp modelId="{96ED2D7A-0D3B-4A96-B492-725D9D22D6B0}">
      <dsp:nvSpPr>
        <dsp:cNvPr id="0" name=""/>
        <dsp:cNvSpPr/>
      </dsp:nvSpPr>
      <dsp:spPr>
        <a:xfrm>
          <a:off x="2216756" y="1815943"/>
          <a:ext cx="1796660" cy="1077996"/>
        </a:xfrm>
        <a:prstGeom prst="rect">
          <a:avLst/>
        </a:prstGeom>
        <a:solidFill>
          <a:schemeClr val="accent4">
            <a:hueOff val="2549761"/>
            <a:satOff val="9865"/>
            <a:lumOff val="2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Inspection lot is created</a:t>
          </a:r>
        </a:p>
      </dsp:txBody>
      <dsp:txXfrm>
        <a:off x="2216756" y="1815943"/>
        <a:ext cx="1796660" cy="1077996"/>
      </dsp:txXfrm>
    </dsp:sp>
    <dsp:sp modelId="{8547D859-CE79-4B99-973B-9BDC2BD416EE}">
      <dsp:nvSpPr>
        <dsp:cNvPr id="0" name=""/>
        <dsp:cNvSpPr/>
      </dsp:nvSpPr>
      <dsp:spPr>
        <a:xfrm>
          <a:off x="6221509" y="2309222"/>
          <a:ext cx="382631" cy="91440"/>
        </a:xfrm>
        <a:custGeom>
          <a:avLst/>
          <a:gdLst/>
          <a:ahLst/>
          <a:cxnLst/>
          <a:rect l="0" t="0" r="0" b="0"/>
          <a:pathLst>
            <a:path>
              <a:moveTo>
                <a:pt x="0" y="45720"/>
              </a:moveTo>
              <a:lnTo>
                <a:pt x="382631"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02494" y="2352875"/>
        <a:ext cx="20661" cy="4132"/>
      </dsp:txXfrm>
    </dsp:sp>
    <dsp:sp modelId="{0B842C76-CD15-45F2-9DEB-2667F3F2E69B}">
      <dsp:nvSpPr>
        <dsp:cNvPr id="0" name=""/>
        <dsp:cNvSpPr/>
      </dsp:nvSpPr>
      <dsp:spPr>
        <a:xfrm>
          <a:off x="4426648" y="1815943"/>
          <a:ext cx="1796660" cy="1077996"/>
        </a:xfrm>
        <a:prstGeom prst="rect">
          <a:avLst/>
        </a:prstGeom>
        <a:solidFill>
          <a:schemeClr val="accent4">
            <a:hueOff val="2974721"/>
            <a:satOff val="11509"/>
            <a:lumOff val="248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The goods are </a:t>
          </a:r>
          <a:br>
            <a:rPr lang="en-US" altLang="en-US" sz="1000" b="0" kern="1200" dirty="0">
              <a:solidFill>
                <a:schemeClr val="tx1"/>
              </a:solidFill>
              <a:latin typeface="+mn-lt"/>
            </a:rPr>
          </a:br>
          <a:r>
            <a:rPr lang="en-US" altLang="en-US" sz="1000" b="0" kern="1200" dirty="0">
              <a:solidFill>
                <a:schemeClr val="tx1"/>
              </a:solidFill>
              <a:latin typeface="+mn-lt"/>
            </a:rPr>
            <a:t>received into Quality Inspection</a:t>
          </a:r>
        </a:p>
      </dsp:txBody>
      <dsp:txXfrm>
        <a:off x="4426648" y="1815943"/>
        <a:ext cx="1796660" cy="1077996"/>
      </dsp:txXfrm>
    </dsp:sp>
    <dsp:sp modelId="{F029939C-011E-4B08-80EC-08176957BDF9}">
      <dsp:nvSpPr>
        <dsp:cNvPr id="0" name=""/>
        <dsp:cNvSpPr/>
      </dsp:nvSpPr>
      <dsp:spPr>
        <a:xfrm>
          <a:off x="6636541" y="1815943"/>
          <a:ext cx="1796660" cy="1077996"/>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Results Recording &amp; Usage Decision</a:t>
          </a:r>
          <a:br>
            <a:rPr lang="en-US" altLang="en-US" sz="1000" b="0" kern="1200" dirty="0">
              <a:solidFill>
                <a:schemeClr val="tx1"/>
              </a:solidFill>
              <a:latin typeface="+mn-lt"/>
            </a:rPr>
          </a:br>
          <a:r>
            <a:rPr lang="en-US" altLang="en-US" sz="1000" b="0" kern="1200" dirty="0">
              <a:solidFill>
                <a:schemeClr val="tx1"/>
              </a:solidFill>
              <a:latin typeface="+mn-lt"/>
            </a:rPr>
            <a:t>(QE51N &amp; QA11)</a:t>
          </a:r>
        </a:p>
      </dsp:txBody>
      <dsp:txXfrm>
        <a:off x="6636541" y="1815943"/>
        <a:ext cx="1796660" cy="10779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9F566-FAA7-44E9-A10D-DE0CFAB10F0C}">
      <dsp:nvSpPr>
        <dsp:cNvPr id="0" name=""/>
        <dsp:cNvSpPr/>
      </dsp:nvSpPr>
      <dsp:spPr>
        <a:xfrm>
          <a:off x="3664271" y="637301"/>
          <a:ext cx="492069" cy="91440"/>
        </a:xfrm>
        <a:custGeom>
          <a:avLst/>
          <a:gdLst/>
          <a:ahLst/>
          <a:cxnLst/>
          <a:rect l="0" t="0" r="0" b="0"/>
          <a:pathLst>
            <a:path>
              <a:moveTo>
                <a:pt x="0" y="45720"/>
              </a:moveTo>
              <a:lnTo>
                <a:pt x="492069"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3897239" y="680408"/>
        <a:ext cx="26133" cy="5226"/>
      </dsp:txXfrm>
    </dsp:sp>
    <dsp:sp modelId="{31F3F0B0-396F-469C-AD1E-E2C46D96D875}">
      <dsp:nvSpPr>
        <dsp:cNvPr id="0" name=""/>
        <dsp:cNvSpPr/>
      </dsp:nvSpPr>
      <dsp:spPr>
        <a:xfrm>
          <a:off x="1393594" y="1278"/>
          <a:ext cx="2272476" cy="136348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GR Report for Incoming Deliveries</a:t>
          </a:r>
        </a:p>
        <a:p>
          <a:pPr marL="0" lvl="0" indent="0" algn="ctr" defTabSz="444500">
            <a:lnSpc>
              <a:spcPct val="90000"/>
            </a:lnSpc>
            <a:spcBef>
              <a:spcPct val="0"/>
            </a:spcBef>
            <a:spcAft>
              <a:spcPct val="35000"/>
            </a:spcAft>
            <a:buNone/>
          </a:pPr>
          <a:r>
            <a:rPr lang="en-US" sz="1000" kern="1200" dirty="0">
              <a:solidFill>
                <a:schemeClr val="tx1"/>
              </a:solidFill>
              <a:latin typeface="+mn-lt"/>
            </a:rPr>
            <a:t>(VL06I, ME80FN)</a:t>
          </a:r>
        </a:p>
      </dsp:txBody>
      <dsp:txXfrm>
        <a:off x="1393594" y="1278"/>
        <a:ext cx="2272476" cy="1363485"/>
      </dsp:txXfrm>
    </dsp:sp>
    <dsp:sp modelId="{725065C6-39C8-4553-836E-B1758BDDDE95}">
      <dsp:nvSpPr>
        <dsp:cNvPr id="0" name=""/>
        <dsp:cNvSpPr/>
      </dsp:nvSpPr>
      <dsp:spPr>
        <a:xfrm>
          <a:off x="6459417" y="637301"/>
          <a:ext cx="492069" cy="91440"/>
        </a:xfrm>
        <a:custGeom>
          <a:avLst/>
          <a:gdLst/>
          <a:ahLst/>
          <a:cxnLst/>
          <a:rect l="0" t="0" r="0" b="0"/>
          <a:pathLst>
            <a:path>
              <a:moveTo>
                <a:pt x="0" y="45720"/>
              </a:moveTo>
              <a:lnTo>
                <a:pt x="492069" y="45720"/>
              </a:lnTo>
            </a:path>
          </a:pathLst>
        </a:custGeom>
        <a:noFill/>
        <a:ln w="6350" cap="flat" cmpd="sng" algn="ctr">
          <a:solidFill>
            <a:schemeClr val="accent4">
              <a:hueOff val="849920"/>
              <a:satOff val="3288"/>
              <a:lumOff val="710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6692385" y="680408"/>
        <a:ext cx="26133" cy="5226"/>
      </dsp:txXfrm>
    </dsp:sp>
    <dsp:sp modelId="{FAE8D520-94C0-4912-92FC-698735CB6206}">
      <dsp:nvSpPr>
        <dsp:cNvPr id="0" name=""/>
        <dsp:cNvSpPr/>
      </dsp:nvSpPr>
      <dsp:spPr>
        <a:xfrm>
          <a:off x="4188740" y="1278"/>
          <a:ext cx="2272476" cy="1363485"/>
        </a:xfrm>
        <a:prstGeom prst="rect">
          <a:avLst/>
        </a:prstGeom>
        <a:solidFill>
          <a:schemeClr val="accent4">
            <a:hueOff val="679936"/>
            <a:satOff val="2631"/>
            <a:lumOff val="5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Materials arrive</a:t>
          </a:r>
        </a:p>
      </dsp:txBody>
      <dsp:txXfrm>
        <a:off x="4188740" y="1278"/>
        <a:ext cx="2272476" cy="1363485"/>
      </dsp:txXfrm>
    </dsp:sp>
    <dsp:sp modelId="{2B1D33D1-EAB1-42A2-83E8-768E41985EDB}">
      <dsp:nvSpPr>
        <dsp:cNvPr id="0" name=""/>
        <dsp:cNvSpPr/>
      </dsp:nvSpPr>
      <dsp:spPr>
        <a:xfrm>
          <a:off x="2529833" y="1362964"/>
          <a:ext cx="5590291" cy="492069"/>
        </a:xfrm>
        <a:custGeom>
          <a:avLst/>
          <a:gdLst/>
          <a:ahLst/>
          <a:cxnLst/>
          <a:rect l="0" t="0" r="0" b="0"/>
          <a:pathLst>
            <a:path>
              <a:moveTo>
                <a:pt x="5590291" y="0"/>
              </a:moveTo>
              <a:lnTo>
                <a:pt x="5590291" y="263134"/>
              </a:lnTo>
              <a:lnTo>
                <a:pt x="0" y="263134"/>
              </a:lnTo>
              <a:lnTo>
                <a:pt x="0" y="492069"/>
              </a:lnTo>
            </a:path>
          </a:pathLst>
        </a:custGeom>
        <a:noFill/>
        <a:ln w="6350" cap="flat" cmpd="sng" algn="ctr">
          <a:solidFill>
            <a:schemeClr val="accent4">
              <a:hueOff val="1699840"/>
              <a:satOff val="6576"/>
              <a:lumOff val="1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5184612" y="1606386"/>
        <a:ext cx="280733" cy="5226"/>
      </dsp:txXfrm>
    </dsp:sp>
    <dsp:sp modelId="{5A18CFCC-305E-48A0-B554-7EA9723FF089}">
      <dsp:nvSpPr>
        <dsp:cNvPr id="0" name=""/>
        <dsp:cNvSpPr/>
      </dsp:nvSpPr>
      <dsp:spPr>
        <a:xfrm>
          <a:off x="6983886" y="1278"/>
          <a:ext cx="2272476" cy="1363485"/>
        </a:xfrm>
        <a:prstGeom prst="rect">
          <a:avLst/>
        </a:prstGeom>
        <a:solidFill>
          <a:schemeClr val="accent4">
            <a:hueOff val="1359872"/>
            <a:satOff val="5261"/>
            <a:lumOff val="1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Delivery Note and other documents received with the delivery</a:t>
          </a:r>
        </a:p>
      </dsp:txBody>
      <dsp:txXfrm>
        <a:off x="6983886" y="1278"/>
        <a:ext cx="2272476" cy="1363485"/>
      </dsp:txXfrm>
    </dsp:sp>
    <dsp:sp modelId="{F6B02E2E-9E51-400B-BC11-BB97867C0891}">
      <dsp:nvSpPr>
        <dsp:cNvPr id="0" name=""/>
        <dsp:cNvSpPr/>
      </dsp:nvSpPr>
      <dsp:spPr>
        <a:xfrm>
          <a:off x="3664271" y="2523457"/>
          <a:ext cx="492069" cy="91440"/>
        </a:xfrm>
        <a:custGeom>
          <a:avLst/>
          <a:gdLst/>
          <a:ahLst/>
          <a:cxnLst/>
          <a:rect l="0" t="0" r="0" b="0"/>
          <a:pathLst>
            <a:path>
              <a:moveTo>
                <a:pt x="0" y="45720"/>
              </a:moveTo>
              <a:lnTo>
                <a:pt x="492069" y="45720"/>
              </a:lnTo>
            </a:path>
          </a:pathLst>
        </a:custGeom>
        <a:noFill/>
        <a:ln w="6350" cap="flat" cmpd="sng" algn="ctr">
          <a:solidFill>
            <a:schemeClr val="accent4">
              <a:hueOff val="2549761"/>
              <a:satOff val="9865"/>
              <a:lumOff val="2132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3897239" y="2566563"/>
        <a:ext cx="26133" cy="5226"/>
      </dsp:txXfrm>
    </dsp:sp>
    <dsp:sp modelId="{C3A0996D-5D97-4524-8817-53E873230973}">
      <dsp:nvSpPr>
        <dsp:cNvPr id="0" name=""/>
        <dsp:cNvSpPr/>
      </dsp:nvSpPr>
      <dsp:spPr>
        <a:xfrm>
          <a:off x="1393594" y="1887434"/>
          <a:ext cx="2272476" cy="1363485"/>
        </a:xfrm>
        <a:prstGeom prst="rect">
          <a:avLst/>
        </a:prstGeom>
        <a:solidFill>
          <a:schemeClr val="accent4">
            <a:hueOff val="2039809"/>
            <a:satOff val="7892"/>
            <a:lumOff val="1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Delivery is checked</a:t>
          </a:r>
        </a:p>
      </dsp:txBody>
      <dsp:txXfrm>
        <a:off x="1393594" y="1887434"/>
        <a:ext cx="2272476" cy="1363485"/>
      </dsp:txXfrm>
    </dsp:sp>
    <dsp:sp modelId="{2AFF6856-C189-4566-91E3-E9CF7671427D}">
      <dsp:nvSpPr>
        <dsp:cNvPr id="0" name=""/>
        <dsp:cNvSpPr/>
      </dsp:nvSpPr>
      <dsp:spPr>
        <a:xfrm>
          <a:off x="6459417" y="2523457"/>
          <a:ext cx="492069" cy="91440"/>
        </a:xfrm>
        <a:custGeom>
          <a:avLst/>
          <a:gdLst/>
          <a:ahLst/>
          <a:cxnLst/>
          <a:rect l="0" t="0" r="0" b="0"/>
          <a:pathLst>
            <a:path>
              <a:moveTo>
                <a:pt x="0" y="45720"/>
              </a:moveTo>
              <a:lnTo>
                <a:pt x="492069"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6692385" y="2566563"/>
        <a:ext cx="26133" cy="5226"/>
      </dsp:txXfrm>
    </dsp:sp>
    <dsp:sp modelId="{6D6D02E3-897E-4E12-97D9-B57BEDEA25EC}">
      <dsp:nvSpPr>
        <dsp:cNvPr id="0" name=""/>
        <dsp:cNvSpPr/>
      </dsp:nvSpPr>
      <dsp:spPr>
        <a:xfrm>
          <a:off x="4188740" y="1887434"/>
          <a:ext cx="2272476" cy="1363485"/>
        </a:xfrm>
        <a:prstGeom prst="rect">
          <a:avLst/>
        </a:prstGeom>
        <a:solidFill>
          <a:schemeClr val="accent4">
            <a:hueOff val="2719745"/>
            <a:satOff val="10522"/>
            <a:lumOff val="2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GR against Purchase Order and </a:t>
          </a:r>
          <a:br>
            <a:rPr lang="en-US" altLang="en-US" sz="1000" b="0" kern="1200" dirty="0">
              <a:solidFill>
                <a:schemeClr val="tx1"/>
              </a:solidFill>
              <a:latin typeface="+mn-lt"/>
            </a:rPr>
          </a:br>
          <a:r>
            <a:rPr lang="en-US" altLang="en-US" sz="1000" b="0" kern="1200" dirty="0">
              <a:solidFill>
                <a:schemeClr val="tx1"/>
              </a:solidFill>
              <a:latin typeface="+mn-lt"/>
            </a:rPr>
            <a:t>Print GR slip</a:t>
          </a:r>
          <a:br>
            <a:rPr lang="en-US" altLang="en-US" sz="1000" b="0" kern="1200" dirty="0">
              <a:solidFill>
                <a:schemeClr val="tx1"/>
              </a:solidFill>
              <a:latin typeface="+mn-lt"/>
            </a:rPr>
          </a:br>
          <a:r>
            <a:rPr lang="en-US" altLang="en-US" sz="1000" b="0" kern="1200" dirty="0">
              <a:solidFill>
                <a:schemeClr val="tx1"/>
              </a:solidFill>
              <a:latin typeface="+mn-lt"/>
            </a:rPr>
            <a:t>(MIGO</a:t>
          </a:r>
          <a:r>
            <a:rPr lang="da-DK" altLang="en-US" sz="1000" b="0" kern="1200" dirty="0">
              <a:solidFill>
                <a:schemeClr val="tx1"/>
              </a:solidFill>
              <a:latin typeface="+mn-lt"/>
            </a:rPr>
            <a:t>)</a:t>
          </a:r>
          <a:endParaRPr lang="en-US" sz="1000" b="0" kern="1200" dirty="0">
            <a:solidFill>
              <a:schemeClr val="tx1"/>
            </a:solidFill>
            <a:latin typeface="+mn-lt"/>
          </a:endParaRPr>
        </a:p>
      </dsp:txBody>
      <dsp:txXfrm>
        <a:off x="4188740" y="1887434"/>
        <a:ext cx="2272476" cy="1363485"/>
      </dsp:txXfrm>
    </dsp:sp>
    <dsp:sp modelId="{0B842C76-CD15-45F2-9DEB-2667F3F2E69B}">
      <dsp:nvSpPr>
        <dsp:cNvPr id="0" name=""/>
        <dsp:cNvSpPr/>
      </dsp:nvSpPr>
      <dsp:spPr>
        <a:xfrm>
          <a:off x="6983886" y="1887434"/>
          <a:ext cx="2272476" cy="1363485"/>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The goods are </a:t>
          </a:r>
          <a:br>
            <a:rPr lang="en-US" altLang="en-US" sz="1000" b="0" kern="1200" dirty="0">
              <a:solidFill>
                <a:schemeClr val="tx1"/>
              </a:solidFill>
              <a:latin typeface="+mn-lt"/>
            </a:rPr>
          </a:br>
          <a:r>
            <a:rPr lang="en-US" altLang="en-US" sz="1000" b="0" kern="1200" dirty="0">
              <a:solidFill>
                <a:schemeClr val="tx1"/>
              </a:solidFill>
              <a:latin typeface="+mn-lt"/>
            </a:rPr>
            <a:t>received into Unrestricted Stock</a:t>
          </a:r>
        </a:p>
      </dsp:txBody>
      <dsp:txXfrm>
        <a:off x="6983886" y="1887434"/>
        <a:ext cx="2272476" cy="13634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9F566-FAA7-44E9-A10D-DE0CFAB10F0C}">
      <dsp:nvSpPr>
        <dsp:cNvPr id="0" name=""/>
        <dsp:cNvSpPr/>
      </dsp:nvSpPr>
      <dsp:spPr>
        <a:xfrm>
          <a:off x="2270195" y="1292383"/>
          <a:ext cx="491471" cy="91440"/>
        </a:xfrm>
        <a:custGeom>
          <a:avLst/>
          <a:gdLst/>
          <a:ahLst/>
          <a:cxnLst/>
          <a:rect l="0" t="0" r="0" b="0"/>
          <a:pathLst>
            <a:path>
              <a:moveTo>
                <a:pt x="0" y="45720"/>
              </a:moveTo>
              <a:lnTo>
                <a:pt x="49147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2502879" y="1335492"/>
        <a:ext cx="26103" cy="5220"/>
      </dsp:txXfrm>
    </dsp:sp>
    <dsp:sp modelId="{31F3F0B0-396F-469C-AD1E-E2C46D96D875}">
      <dsp:nvSpPr>
        <dsp:cNvPr id="0" name=""/>
        <dsp:cNvSpPr/>
      </dsp:nvSpPr>
      <dsp:spPr>
        <a:xfrm>
          <a:off x="2119" y="657140"/>
          <a:ext cx="2269876" cy="136192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GR into Unrestricted Stock by SF during confirmation posting</a:t>
          </a:r>
        </a:p>
      </dsp:txBody>
      <dsp:txXfrm>
        <a:off x="2119" y="657140"/>
        <a:ext cx="2269876" cy="1361925"/>
      </dsp:txXfrm>
    </dsp:sp>
    <dsp:sp modelId="{725065C6-39C8-4553-836E-B1758BDDDE95}">
      <dsp:nvSpPr>
        <dsp:cNvPr id="0" name=""/>
        <dsp:cNvSpPr/>
      </dsp:nvSpPr>
      <dsp:spPr>
        <a:xfrm>
          <a:off x="5062143" y="1292383"/>
          <a:ext cx="491471" cy="91440"/>
        </a:xfrm>
        <a:custGeom>
          <a:avLst/>
          <a:gdLst/>
          <a:ahLst/>
          <a:cxnLst/>
          <a:rect l="0" t="0" r="0" b="0"/>
          <a:pathLst>
            <a:path>
              <a:moveTo>
                <a:pt x="0" y="45720"/>
              </a:moveTo>
              <a:lnTo>
                <a:pt x="491471" y="45720"/>
              </a:lnTo>
            </a:path>
          </a:pathLst>
        </a:custGeom>
        <a:noFill/>
        <a:ln w="6350" cap="flat" cmpd="sng" algn="ctr">
          <a:solidFill>
            <a:schemeClr val="accent4">
              <a:hueOff val="1699840"/>
              <a:satOff val="6576"/>
              <a:lumOff val="1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5294827" y="1335492"/>
        <a:ext cx="26103" cy="5220"/>
      </dsp:txXfrm>
    </dsp:sp>
    <dsp:sp modelId="{FAE8D520-94C0-4912-92FC-698735CB6206}">
      <dsp:nvSpPr>
        <dsp:cNvPr id="0" name=""/>
        <dsp:cNvSpPr/>
      </dsp:nvSpPr>
      <dsp:spPr>
        <a:xfrm>
          <a:off x="2794066" y="657140"/>
          <a:ext cx="2269876" cy="1361925"/>
        </a:xfrm>
        <a:prstGeom prst="rect">
          <a:avLst/>
        </a:prstGeom>
        <a:solidFill>
          <a:schemeClr val="accent4">
            <a:hueOff val="1133227"/>
            <a:satOff val="4384"/>
            <a:lumOff val="94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Print Pallet label – if required</a:t>
          </a:r>
        </a:p>
        <a:p>
          <a:pPr marL="0" lvl="0" indent="0" algn="ctr" defTabSz="444500">
            <a:lnSpc>
              <a:spcPct val="90000"/>
            </a:lnSpc>
            <a:spcBef>
              <a:spcPct val="0"/>
            </a:spcBef>
            <a:spcAft>
              <a:spcPct val="35000"/>
            </a:spcAft>
            <a:buNone/>
          </a:pPr>
          <a:r>
            <a:rPr lang="en-US" sz="1000" kern="1200" dirty="0">
              <a:solidFill>
                <a:schemeClr val="tx1"/>
              </a:solidFill>
              <a:latin typeface="+mn-lt"/>
            </a:rPr>
            <a:t>(ZMIMA01)</a:t>
          </a:r>
        </a:p>
      </dsp:txBody>
      <dsp:txXfrm>
        <a:off x="2794066" y="657140"/>
        <a:ext cx="2269876" cy="1361925"/>
      </dsp:txXfrm>
    </dsp:sp>
    <dsp:sp modelId="{2B1D33D1-EAB1-42A2-83E8-768E41985EDB}">
      <dsp:nvSpPr>
        <dsp:cNvPr id="0" name=""/>
        <dsp:cNvSpPr/>
      </dsp:nvSpPr>
      <dsp:spPr>
        <a:xfrm>
          <a:off x="7854091" y="1292383"/>
          <a:ext cx="491471" cy="91440"/>
        </a:xfrm>
        <a:custGeom>
          <a:avLst/>
          <a:gdLst/>
          <a:ahLst/>
          <a:cxnLst/>
          <a:rect l="0" t="0" r="0" b="0"/>
          <a:pathLst>
            <a:path>
              <a:moveTo>
                <a:pt x="0" y="45720"/>
              </a:moveTo>
              <a:lnTo>
                <a:pt x="491471"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8086775" y="1335492"/>
        <a:ext cx="26103" cy="5220"/>
      </dsp:txXfrm>
    </dsp:sp>
    <dsp:sp modelId="{5A18CFCC-305E-48A0-B554-7EA9723FF089}">
      <dsp:nvSpPr>
        <dsp:cNvPr id="0" name=""/>
        <dsp:cNvSpPr/>
      </dsp:nvSpPr>
      <dsp:spPr>
        <a:xfrm>
          <a:off x="5586014" y="657140"/>
          <a:ext cx="2269876" cy="1361925"/>
        </a:xfrm>
        <a:prstGeom prst="rect">
          <a:avLst/>
        </a:prstGeom>
        <a:solidFill>
          <a:schemeClr val="accent4">
            <a:hueOff val="2266454"/>
            <a:satOff val="8769"/>
            <a:lumOff val="189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Transfer FG to the Warehouse</a:t>
          </a:r>
        </a:p>
        <a:p>
          <a:pPr marL="0" lvl="0" indent="0" algn="ctr" defTabSz="444500">
            <a:lnSpc>
              <a:spcPct val="90000"/>
            </a:lnSpc>
            <a:spcBef>
              <a:spcPct val="0"/>
            </a:spcBef>
            <a:spcAft>
              <a:spcPct val="35000"/>
            </a:spcAft>
            <a:buNone/>
          </a:pPr>
          <a:r>
            <a:rPr lang="en-US" sz="1000" b="1" kern="1200" dirty="0">
              <a:solidFill>
                <a:schemeClr val="accent4">
                  <a:lumMod val="20000"/>
                  <a:lumOff val="80000"/>
                </a:schemeClr>
              </a:solidFill>
              <a:latin typeface="+mn-lt"/>
            </a:rPr>
            <a:t>(MIGO; Movement Type 311)</a:t>
          </a:r>
        </a:p>
      </dsp:txBody>
      <dsp:txXfrm>
        <a:off x="5586014" y="657140"/>
        <a:ext cx="2269876" cy="1361925"/>
      </dsp:txXfrm>
    </dsp:sp>
    <dsp:sp modelId="{0B842C76-CD15-45F2-9DEB-2667F3F2E69B}">
      <dsp:nvSpPr>
        <dsp:cNvPr id="0" name=""/>
        <dsp:cNvSpPr/>
      </dsp:nvSpPr>
      <dsp:spPr>
        <a:xfrm>
          <a:off x="8377962" y="657140"/>
          <a:ext cx="2269876" cy="1361925"/>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The goods are </a:t>
          </a:r>
          <a:br>
            <a:rPr lang="en-US" altLang="en-US" sz="1000" b="0" kern="1200" dirty="0">
              <a:solidFill>
                <a:schemeClr val="tx1"/>
              </a:solidFill>
              <a:latin typeface="+mn-lt"/>
            </a:rPr>
          </a:br>
          <a:r>
            <a:rPr lang="en-US" altLang="en-US" sz="1000" b="0" kern="1200" dirty="0">
              <a:solidFill>
                <a:schemeClr val="tx1"/>
              </a:solidFill>
              <a:latin typeface="+mn-lt"/>
            </a:rPr>
            <a:t>received into Warehouse Unrestricted Stock</a:t>
          </a:r>
        </a:p>
      </dsp:txBody>
      <dsp:txXfrm>
        <a:off x="8377962" y="657140"/>
        <a:ext cx="2269876" cy="13619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9F566-FAA7-44E9-A10D-DE0CFAB10F0C}">
      <dsp:nvSpPr>
        <dsp:cNvPr id="0" name=""/>
        <dsp:cNvSpPr/>
      </dsp:nvSpPr>
      <dsp:spPr>
        <a:xfrm>
          <a:off x="2808751" y="516555"/>
          <a:ext cx="399376" cy="91440"/>
        </a:xfrm>
        <a:custGeom>
          <a:avLst/>
          <a:gdLst/>
          <a:ahLst/>
          <a:cxnLst/>
          <a:rect l="0" t="0" r="0" b="0"/>
          <a:pathLst>
            <a:path>
              <a:moveTo>
                <a:pt x="0" y="45720"/>
              </a:moveTo>
              <a:lnTo>
                <a:pt x="399376"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2997690" y="560126"/>
        <a:ext cx="21498" cy="4299"/>
      </dsp:txXfrm>
    </dsp:sp>
    <dsp:sp modelId="{31F3F0B0-396F-469C-AD1E-E2C46D96D875}">
      <dsp:nvSpPr>
        <dsp:cNvPr id="0" name=""/>
        <dsp:cNvSpPr/>
      </dsp:nvSpPr>
      <dsp:spPr>
        <a:xfrm>
          <a:off x="941088" y="1437"/>
          <a:ext cx="1869462" cy="112167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Print GR Report</a:t>
          </a:r>
          <a:br>
            <a:rPr lang="en-US" sz="1000" kern="1200" dirty="0">
              <a:solidFill>
                <a:schemeClr val="tx1"/>
              </a:solidFill>
              <a:latin typeface="+mn-lt"/>
            </a:rPr>
          </a:br>
          <a:r>
            <a:rPr lang="en-US" sz="1000" kern="1200" dirty="0">
              <a:solidFill>
                <a:schemeClr val="tx1"/>
              </a:solidFill>
              <a:latin typeface="+mn-lt"/>
            </a:rPr>
            <a:t>(VL06I)</a:t>
          </a:r>
        </a:p>
      </dsp:txBody>
      <dsp:txXfrm>
        <a:off x="941088" y="1437"/>
        <a:ext cx="1869462" cy="1121677"/>
      </dsp:txXfrm>
    </dsp:sp>
    <dsp:sp modelId="{725065C6-39C8-4553-836E-B1758BDDDE95}">
      <dsp:nvSpPr>
        <dsp:cNvPr id="0" name=""/>
        <dsp:cNvSpPr/>
      </dsp:nvSpPr>
      <dsp:spPr>
        <a:xfrm>
          <a:off x="5108190" y="516555"/>
          <a:ext cx="399376" cy="91440"/>
        </a:xfrm>
        <a:custGeom>
          <a:avLst/>
          <a:gdLst/>
          <a:ahLst/>
          <a:cxnLst/>
          <a:rect l="0" t="0" r="0" b="0"/>
          <a:pathLst>
            <a:path>
              <a:moveTo>
                <a:pt x="0" y="45720"/>
              </a:moveTo>
              <a:lnTo>
                <a:pt x="399376" y="45720"/>
              </a:lnTo>
            </a:path>
          </a:pathLst>
        </a:custGeom>
        <a:noFill/>
        <a:ln w="6350" cap="flat" cmpd="sng" algn="ctr">
          <a:solidFill>
            <a:schemeClr val="accent4">
              <a:hueOff val="679936"/>
              <a:satOff val="2631"/>
              <a:lumOff val="568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5297129" y="560126"/>
        <a:ext cx="21498" cy="4299"/>
      </dsp:txXfrm>
    </dsp:sp>
    <dsp:sp modelId="{FAE8D520-94C0-4912-92FC-698735CB6206}">
      <dsp:nvSpPr>
        <dsp:cNvPr id="0" name=""/>
        <dsp:cNvSpPr/>
      </dsp:nvSpPr>
      <dsp:spPr>
        <a:xfrm>
          <a:off x="3240527" y="1437"/>
          <a:ext cx="1869462" cy="1121677"/>
        </a:xfrm>
        <a:prstGeom prst="rect">
          <a:avLst/>
        </a:prstGeom>
        <a:solidFill>
          <a:schemeClr val="accent4">
            <a:hueOff val="566613"/>
            <a:satOff val="2192"/>
            <a:lumOff val="47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Receive Materials</a:t>
          </a:r>
        </a:p>
      </dsp:txBody>
      <dsp:txXfrm>
        <a:off x="3240527" y="1437"/>
        <a:ext cx="1869462" cy="1121677"/>
      </dsp:txXfrm>
    </dsp:sp>
    <dsp:sp modelId="{2B1D33D1-EAB1-42A2-83E8-768E41985EDB}">
      <dsp:nvSpPr>
        <dsp:cNvPr id="0" name=""/>
        <dsp:cNvSpPr/>
      </dsp:nvSpPr>
      <dsp:spPr>
        <a:xfrm>
          <a:off x="7407630" y="516555"/>
          <a:ext cx="399376" cy="91440"/>
        </a:xfrm>
        <a:custGeom>
          <a:avLst/>
          <a:gdLst/>
          <a:ahLst/>
          <a:cxnLst/>
          <a:rect l="0" t="0" r="0" b="0"/>
          <a:pathLst>
            <a:path>
              <a:moveTo>
                <a:pt x="0" y="45720"/>
              </a:moveTo>
              <a:lnTo>
                <a:pt x="399376" y="45720"/>
              </a:lnTo>
            </a:path>
          </a:pathLst>
        </a:custGeom>
        <a:noFill/>
        <a:ln w="6350" cap="flat" cmpd="sng" algn="ctr">
          <a:solidFill>
            <a:schemeClr val="accent4">
              <a:hueOff val="1359872"/>
              <a:satOff val="5261"/>
              <a:lumOff val="1137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7596568" y="560126"/>
        <a:ext cx="21498" cy="4299"/>
      </dsp:txXfrm>
    </dsp:sp>
    <dsp:sp modelId="{5A18CFCC-305E-48A0-B554-7EA9723FF089}">
      <dsp:nvSpPr>
        <dsp:cNvPr id="0" name=""/>
        <dsp:cNvSpPr/>
      </dsp:nvSpPr>
      <dsp:spPr>
        <a:xfrm>
          <a:off x="5539967" y="1437"/>
          <a:ext cx="1869462" cy="1121677"/>
        </a:xfrm>
        <a:prstGeom prst="rect">
          <a:avLst/>
        </a:prstGeom>
        <a:solidFill>
          <a:schemeClr val="accent4">
            <a:hueOff val="1133227"/>
            <a:satOff val="4384"/>
            <a:lumOff val="94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Check Delivery</a:t>
          </a:r>
          <a:endParaRPr lang="en-US" sz="1000" strike="dblStrike" kern="1200" baseline="0" dirty="0">
            <a:solidFill>
              <a:schemeClr val="accent4">
                <a:lumMod val="20000"/>
                <a:lumOff val="80000"/>
              </a:schemeClr>
            </a:solidFill>
            <a:latin typeface="+mn-lt"/>
          </a:endParaRPr>
        </a:p>
      </dsp:txBody>
      <dsp:txXfrm>
        <a:off x="5539967" y="1437"/>
        <a:ext cx="1869462" cy="1121677"/>
      </dsp:txXfrm>
    </dsp:sp>
    <dsp:sp modelId="{7900A72B-9F50-4898-98BA-7B2E79C84C1E}">
      <dsp:nvSpPr>
        <dsp:cNvPr id="0" name=""/>
        <dsp:cNvSpPr/>
      </dsp:nvSpPr>
      <dsp:spPr>
        <a:xfrm>
          <a:off x="1875820" y="1121314"/>
          <a:ext cx="6898317" cy="399376"/>
        </a:xfrm>
        <a:custGeom>
          <a:avLst/>
          <a:gdLst/>
          <a:ahLst/>
          <a:cxnLst/>
          <a:rect l="0" t="0" r="0" b="0"/>
          <a:pathLst>
            <a:path>
              <a:moveTo>
                <a:pt x="6898317" y="0"/>
              </a:moveTo>
              <a:lnTo>
                <a:pt x="6898317" y="216788"/>
              </a:lnTo>
              <a:lnTo>
                <a:pt x="0" y="216788"/>
              </a:lnTo>
              <a:lnTo>
                <a:pt x="0" y="399376"/>
              </a:lnTo>
            </a:path>
          </a:pathLst>
        </a:custGeom>
        <a:noFill/>
        <a:ln w="6350" cap="flat" cmpd="sng" algn="ctr">
          <a:solidFill>
            <a:schemeClr val="accent4">
              <a:hueOff val="2039809"/>
              <a:satOff val="7892"/>
              <a:lumOff val="1705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52186" y="1318853"/>
        <a:ext cx="345585" cy="4299"/>
      </dsp:txXfrm>
    </dsp:sp>
    <dsp:sp modelId="{0B842C76-CD15-45F2-9DEB-2667F3F2E69B}">
      <dsp:nvSpPr>
        <dsp:cNvPr id="0" name=""/>
        <dsp:cNvSpPr/>
      </dsp:nvSpPr>
      <dsp:spPr>
        <a:xfrm>
          <a:off x="7839406" y="1437"/>
          <a:ext cx="1869462" cy="1121677"/>
        </a:xfrm>
        <a:prstGeom prst="rect">
          <a:avLst/>
        </a:prstGeom>
        <a:solidFill>
          <a:schemeClr val="accent4">
            <a:hueOff val="1699840"/>
            <a:satOff val="6576"/>
            <a:lumOff val="142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Inform related functions and correct discrepancies</a:t>
          </a:r>
        </a:p>
      </dsp:txBody>
      <dsp:txXfrm>
        <a:off x="7839406" y="1437"/>
        <a:ext cx="1869462" cy="1121677"/>
      </dsp:txXfrm>
    </dsp:sp>
    <dsp:sp modelId="{C97CD2AE-5716-43DD-AAFF-3149639972C2}">
      <dsp:nvSpPr>
        <dsp:cNvPr id="0" name=""/>
        <dsp:cNvSpPr/>
      </dsp:nvSpPr>
      <dsp:spPr>
        <a:xfrm>
          <a:off x="2808751" y="2068210"/>
          <a:ext cx="399376" cy="91440"/>
        </a:xfrm>
        <a:custGeom>
          <a:avLst/>
          <a:gdLst/>
          <a:ahLst/>
          <a:cxnLst/>
          <a:rect l="0" t="0" r="0" b="0"/>
          <a:pathLst>
            <a:path>
              <a:moveTo>
                <a:pt x="0" y="45720"/>
              </a:moveTo>
              <a:lnTo>
                <a:pt x="399376" y="45720"/>
              </a:lnTo>
            </a:path>
          </a:pathLst>
        </a:custGeom>
        <a:noFill/>
        <a:ln w="6350" cap="flat" cmpd="sng" algn="ctr">
          <a:solidFill>
            <a:schemeClr val="accent4">
              <a:hueOff val="2719745"/>
              <a:satOff val="10522"/>
              <a:lumOff val="227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97690" y="2111780"/>
        <a:ext cx="21498" cy="4299"/>
      </dsp:txXfrm>
    </dsp:sp>
    <dsp:sp modelId="{1B6B825E-12AF-4936-AE14-E5AB689853D7}">
      <dsp:nvSpPr>
        <dsp:cNvPr id="0" name=""/>
        <dsp:cNvSpPr/>
      </dsp:nvSpPr>
      <dsp:spPr>
        <a:xfrm>
          <a:off x="941088" y="1553091"/>
          <a:ext cx="1869462" cy="1121677"/>
        </a:xfrm>
        <a:prstGeom prst="rect">
          <a:avLst/>
        </a:prstGeom>
        <a:solidFill>
          <a:schemeClr val="accent4">
            <a:hueOff val="2266454"/>
            <a:satOff val="8769"/>
            <a:lumOff val="189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Generate Batch</a:t>
          </a:r>
          <a:br>
            <a:rPr lang="en-US" altLang="en-US" sz="1000" b="0" kern="1200" dirty="0">
              <a:solidFill>
                <a:schemeClr val="tx1"/>
              </a:solidFill>
              <a:latin typeface="+mn-lt"/>
            </a:rPr>
          </a:br>
          <a:r>
            <a:rPr lang="en-US" altLang="en-US" sz="1000" b="0" kern="1200" dirty="0">
              <a:solidFill>
                <a:schemeClr val="tx1"/>
              </a:solidFill>
              <a:latin typeface="+mn-lt"/>
            </a:rPr>
            <a:t>(MSC1N)</a:t>
          </a:r>
        </a:p>
      </dsp:txBody>
      <dsp:txXfrm>
        <a:off x="941088" y="1553091"/>
        <a:ext cx="1869462" cy="1121677"/>
      </dsp:txXfrm>
    </dsp:sp>
    <dsp:sp modelId="{8EA1EF6E-791E-451F-BC20-C3EC962B276E}">
      <dsp:nvSpPr>
        <dsp:cNvPr id="0" name=""/>
        <dsp:cNvSpPr/>
      </dsp:nvSpPr>
      <dsp:spPr>
        <a:xfrm>
          <a:off x="5108190" y="2068210"/>
          <a:ext cx="399376" cy="91440"/>
        </a:xfrm>
        <a:custGeom>
          <a:avLst/>
          <a:gdLst/>
          <a:ahLst/>
          <a:cxnLst/>
          <a:rect l="0" t="0" r="0" b="0"/>
          <a:pathLst>
            <a:path>
              <a:moveTo>
                <a:pt x="0" y="45720"/>
              </a:moveTo>
              <a:lnTo>
                <a:pt x="399376"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7129" y="2111780"/>
        <a:ext cx="21498" cy="4299"/>
      </dsp:txXfrm>
    </dsp:sp>
    <dsp:sp modelId="{2827DB68-BC55-456F-B4A5-68FB670844A6}">
      <dsp:nvSpPr>
        <dsp:cNvPr id="0" name=""/>
        <dsp:cNvSpPr/>
      </dsp:nvSpPr>
      <dsp:spPr>
        <a:xfrm>
          <a:off x="3240527" y="1553091"/>
          <a:ext cx="1869462" cy="1121677"/>
        </a:xfrm>
        <a:prstGeom prst="rect">
          <a:avLst/>
        </a:prstGeom>
        <a:solidFill>
          <a:schemeClr val="accent4">
            <a:hueOff val="2833067"/>
            <a:satOff val="10961"/>
            <a:lumOff val="236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Print pallet label</a:t>
          </a:r>
          <a:br>
            <a:rPr lang="en-US" altLang="en-US" sz="1000" b="0" kern="1200" dirty="0">
              <a:solidFill>
                <a:schemeClr val="tx1"/>
              </a:solidFill>
              <a:latin typeface="+mn-lt"/>
            </a:rPr>
          </a:br>
          <a:r>
            <a:rPr lang="en-US" altLang="en-US" sz="1000" b="0" kern="1200" dirty="0">
              <a:solidFill>
                <a:schemeClr val="tx1"/>
              </a:solidFill>
              <a:latin typeface="+mn-lt"/>
            </a:rPr>
            <a:t>(ZMIMA01)</a:t>
          </a:r>
        </a:p>
      </dsp:txBody>
      <dsp:txXfrm>
        <a:off x="3240527" y="1553091"/>
        <a:ext cx="1869462" cy="1121677"/>
      </dsp:txXfrm>
    </dsp:sp>
    <dsp:sp modelId="{73C271B6-23BA-4AD2-9BEA-C3804A0EE739}">
      <dsp:nvSpPr>
        <dsp:cNvPr id="0" name=""/>
        <dsp:cNvSpPr/>
      </dsp:nvSpPr>
      <dsp:spPr>
        <a:xfrm>
          <a:off x="5539967" y="1553091"/>
          <a:ext cx="1869462" cy="1121677"/>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Record Receipt</a:t>
          </a:r>
          <a:br>
            <a:rPr lang="en-US" altLang="en-US" sz="1000" b="0" kern="1200" dirty="0">
              <a:solidFill>
                <a:schemeClr val="tx1"/>
              </a:solidFill>
              <a:latin typeface="+mn-lt"/>
            </a:rPr>
          </a:br>
          <a:r>
            <a:rPr lang="en-US" altLang="en-US" sz="1000" b="0" kern="1200" dirty="0">
              <a:solidFill>
                <a:schemeClr val="tx1"/>
              </a:solidFill>
              <a:latin typeface="+mn-lt"/>
            </a:rPr>
            <a:t>(MIGO; Movement Type 101)</a:t>
          </a:r>
        </a:p>
      </dsp:txBody>
      <dsp:txXfrm>
        <a:off x="5539967" y="1553091"/>
        <a:ext cx="1869462" cy="11216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945AB-9233-4B23-96AF-2EB1EDC61558}">
      <dsp:nvSpPr>
        <dsp:cNvPr id="0" name=""/>
        <dsp:cNvSpPr/>
      </dsp:nvSpPr>
      <dsp:spPr>
        <a:xfrm>
          <a:off x="2270195" y="1292383"/>
          <a:ext cx="491471" cy="91440"/>
        </a:xfrm>
        <a:custGeom>
          <a:avLst/>
          <a:gdLst/>
          <a:ahLst/>
          <a:cxnLst/>
          <a:rect l="0" t="0" r="0" b="0"/>
          <a:pathLst>
            <a:path>
              <a:moveTo>
                <a:pt x="0" y="45720"/>
              </a:moveTo>
              <a:lnTo>
                <a:pt x="49147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02879" y="1335492"/>
        <a:ext cx="26103" cy="5220"/>
      </dsp:txXfrm>
    </dsp:sp>
    <dsp:sp modelId="{73C271B6-23BA-4AD2-9BEA-C3804A0EE739}">
      <dsp:nvSpPr>
        <dsp:cNvPr id="0" name=""/>
        <dsp:cNvSpPr/>
      </dsp:nvSpPr>
      <dsp:spPr>
        <a:xfrm>
          <a:off x="2119" y="657140"/>
          <a:ext cx="2269876" cy="136192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Record Receipt</a:t>
          </a:r>
          <a:br>
            <a:rPr lang="en-US" altLang="en-US" sz="1000" b="0" kern="1200" dirty="0">
              <a:solidFill>
                <a:schemeClr val="tx1"/>
              </a:solidFill>
              <a:latin typeface="+mn-lt"/>
            </a:rPr>
          </a:br>
          <a:r>
            <a:rPr lang="en-US" altLang="en-US" sz="1000" b="0" kern="1200" dirty="0">
              <a:solidFill>
                <a:schemeClr val="tx1"/>
              </a:solidFill>
              <a:latin typeface="+mn-lt"/>
            </a:rPr>
            <a:t>(MIGO; Movement Type 101)</a:t>
          </a:r>
        </a:p>
      </dsp:txBody>
      <dsp:txXfrm>
        <a:off x="2119" y="657140"/>
        <a:ext cx="2269876" cy="1361925"/>
      </dsp:txXfrm>
    </dsp:sp>
    <dsp:sp modelId="{C2819CD0-7C4D-48D1-B423-7F79CCA08FEB}">
      <dsp:nvSpPr>
        <dsp:cNvPr id="0" name=""/>
        <dsp:cNvSpPr/>
      </dsp:nvSpPr>
      <dsp:spPr>
        <a:xfrm>
          <a:off x="5062143" y="1292383"/>
          <a:ext cx="491471" cy="91440"/>
        </a:xfrm>
        <a:custGeom>
          <a:avLst/>
          <a:gdLst/>
          <a:ahLst/>
          <a:cxnLst/>
          <a:rect l="0" t="0" r="0" b="0"/>
          <a:pathLst>
            <a:path>
              <a:moveTo>
                <a:pt x="0" y="45720"/>
              </a:moveTo>
              <a:lnTo>
                <a:pt x="491471" y="45720"/>
              </a:lnTo>
            </a:path>
          </a:pathLst>
        </a:custGeom>
        <a:noFill/>
        <a:ln w="6350" cap="flat" cmpd="sng" algn="ctr">
          <a:solidFill>
            <a:schemeClr val="accent4">
              <a:hueOff val="1699840"/>
              <a:satOff val="6576"/>
              <a:lumOff val="1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4827" y="1335492"/>
        <a:ext cx="26103" cy="5220"/>
      </dsp:txXfrm>
    </dsp:sp>
    <dsp:sp modelId="{36197D93-D4AA-44E4-BF25-D9490AEABF39}">
      <dsp:nvSpPr>
        <dsp:cNvPr id="0" name=""/>
        <dsp:cNvSpPr/>
      </dsp:nvSpPr>
      <dsp:spPr>
        <a:xfrm>
          <a:off x="2794066" y="657140"/>
          <a:ext cx="2269876" cy="1361925"/>
        </a:xfrm>
        <a:prstGeom prst="rect">
          <a:avLst/>
        </a:prstGeom>
        <a:solidFill>
          <a:schemeClr val="accent4">
            <a:hueOff val="1133227"/>
            <a:satOff val="4384"/>
            <a:lumOff val="94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Fumigate Materials</a:t>
          </a:r>
        </a:p>
      </dsp:txBody>
      <dsp:txXfrm>
        <a:off x="2794066" y="657140"/>
        <a:ext cx="2269876" cy="1361925"/>
      </dsp:txXfrm>
    </dsp:sp>
    <dsp:sp modelId="{4BAFE69D-FF83-46EA-B653-93A85D63ECF4}">
      <dsp:nvSpPr>
        <dsp:cNvPr id="0" name=""/>
        <dsp:cNvSpPr/>
      </dsp:nvSpPr>
      <dsp:spPr>
        <a:xfrm>
          <a:off x="7854091" y="1292383"/>
          <a:ext cx="491471" cy="91440"/>
        </a:xfrm>
        <a:custGeom>
          <a:avLst/>
          <a:gdLst/>
          <a:ahLst/>
          <a:cxnLst/>
          <a:rect l="0" t="0" r="0" b="0"/>
          <a:pathLst>
            <a:path>
              <a:moveTo>
                <a:pt x="0" y="45720"/>
              </a:moveTo>
              <a:lnTo>
                <a:pt x="491471"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6775" y="1335492"/>
        <a:ext cx="26103" cy="5220"/>
      </dsp:txXfrm>
    </dsp:sp>
    <dsp:sp modelId="{31F8F81B-B70E-407D-82F8-ED9D2C7E4F77}">
      <dsp:nvSpPr>
        <dsp:cNvPr id="0" name=""/>
        <dsp:cNvSpPr/>
      </dsp:nvSpPr>
      <dsp:spPr>
        <a:xfrm>
          <a:off x="5586014" y="657140"/>
          <a:ext cx="2269876" cy="1361925"/>
        </a:xfrm>
        <a:prstGeom prst="rect">
          <a:avLst/>
        </a:prstGeom>
        <a:solidFill>
          <a:schemeClr val="accent4">
            <a:hueOff val="2266454"/>
            <a:satOff val="8769"/>
            <a:lumOff val="189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Transfer Materials to Shop Floor QI stock</a:t>
          </a:r>
          <a:br>
            <a:rPr lang="en-US" altLang="en-US" sz="1000" b="0" kern="1200" dirty="0">
              <a:solidFill>
                <a:schemeClr val="tx1"/>
              </a:solidFill>
              <a:latin typeface="+mn-lt"/>
            </a:rPr>
          </a:br>
          <a:r>
            <a:rPr lang="en-US" sz="1000" b="1" kern="1200" dirty="0">
              <a:solidFill>
                <a:schemeClr val="accent4">
                  <a:lumMod val="20000"/>
                  <a:lumOff val="80000"/>
                </a:schemeClr>
              </a:solidFill>
              <a:latin typeface="+mn-lt"/>
            </a:rPr>
            <a:t>(MIGO; Movement Type 323)</a:t>
          </a:r>
          <a:br>
            <a:rPr lang="en-US" sz="1000" b="1" kern="1200" dirty="0">
              <a:solidFill>
                <a:schemeClr val="accent4">
                  <a:lumMod val="20000"/>
                  <a:lumOff val="80000"/>
                </a:schemeClr>
              </a:solidFill>
              <a:latin typeface="+mn-lt"/>
            </a:rPr>
          </a:br>
          <a:endParaRPr lang="en-US" altLang="en-US" sz="1000" b="0" kern="1200" dirty="0">
            <a:solidFill>
              <a:schemeClr val="tx1"/>
            </a:solidFill>
            <a:latin typeface="+mn-lt"/>
          </a:endParaRPr>
        </a:p>
      </dsp:txBody>
      <dsp:txXfrm>
        <a:off x="5586014" y="657140"/>
        <a:ext cx="2269876" cy="1361925"/>
      </dsp:txXfrm>
    </dsp:sp>
    <dsp:sp modelId="{589C90DB-AA10-4F15-B1A7-91B56DF14E33}">
      <dsp:nvSpPr>
        <dsp:cNvPr id="0" name=""/>
        <dsp:cNvSpPr/>
      </dsp:nvSpPr>
      <dsp:spPr>
        <a:xfrm>
          <a:off x="8377962" y="657140"/>
          <a:ext cx="2269876" cy="1361925"/>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en-US" sz="1000" b="0" kern="1200" dirty="0">
              <a:solidFill>
                <a:schemeClr val="tx1"/>
              </a:solidFill>
              <a:latin typeface="+mn-lt"/>
            </a:rPr>
            <a:t>Send Materials to Reclaim</a:t>
          </a:r>
        </a:p>
      </dsp:txBody>
      <dsp:txXfrm>
        <a:off x="8377962" y="657140"/>
        <a:ext cx="2269876" cy="136192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03EDD-D771-4009-A68C-16D24EECA9C1}">
      <dsp:nvSpPr>
        <dsp:cNvPr id="0" name=""/>
        <dsp:cNvSpPr/>
      </dsp:nvSpPr>
      <dsp:spPr>
        <a:xfrm>
          <a:off x="5222" y="988487"/>
          <a:ext cx="1942854" cy="777141"/>
        </a:xfrm>
        <a:prstGeom prst="chevr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Outbound Others</a:t>
          </a:r>
        </a:p>
      </dsp:txBody>
      <dsp:txXfrm>
        <a:off x="393793" y="988487"/>
        <a:ext cx="1165713" cy="777141"/>
      </dsp:txXfrm>
    </dsp:sp>
    <dsp:sp modelId="{8F56B61D-8286-4E25-9E7A-052C75B9765B}">
      <dsp:nvSpPr>
        <dsp:cNvPr id="0" name=""/>
        <dsp:cNvSpPr/>
      </dsp:nvSpPr>
      <dsp:spPr>
        <a:xfrm>
          <a:off x="1753791" y="988487"/>
          <a:ext cx="1942854" cy="777141"/>
        </a:xfrm>
        <a:prstGeom prst="chevron">
          <a:avLst/>
        </a:prstGeom>
        <a:gradFill rotWithShape="0">
          <a:gsLst>
            <a:gs pos="0">
              <a:schemeClr val="accent4">
                <a:hueOff val="679936"/>
                <a:satOff val="2631"/>
                <a:lumOff val="5686"/>
                <a:alphaOff val="0"/>
                <a:satMod val="103000"/>
                <a:lumMod val="102000"/>
                <a:tint val="94000"/>
              </a:schemeClr>
            </a:gs>
            <a:gs pos="50000">
              <a:schemeClr val="accent4">
                <a:hueOff val="679936"/>
                <a:satOff val="2631"/>
                <a:lumOff val="5686"/>
                <a:alphaOff val="0"/>
                <a:satMod val="110000"/>
                <a:lumMod val="100000"/>
                <a:shade val="100000"/>
              </a:schemeClr>
            </a:gs>
            <a:gs pos="100000">
              <a:schemeClr val="accent4">
                <a:hueOff val="679936"/>
                <a:satOff val="2631"/>
                <a:lumOff val="568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Material Disposal</a:t>
          </a:r>
        </a:p>
      </dsp:txBody>
      <dsp:txXfrm>
        <a:off x="2142362" y="988487"/>
        <a:ext cx="1165713" cy="777141"/>
      </dsp:txXfrm>
    </dsp:sp>
    <dsp:sp modelId="{953C2B3D-6E7D-4B5F-AA52-4E5B34CEDD92}">
      <dsp:nvSpPr>
        <dsp:cNvPr id="0" name=""/>
        <dsp:cNvSpPr/>
      </dsp:nvSpPr>
      <dsp:spPr>
        <a:xfrm>
          <a:off x="3502360" y="988487"/>
          <a:ext cx="1942854" cy="777141"/>
        </a:xfrm>
        <a:prstGeom prst="chevron">
          <a:avLst/>
        </a:prstGeom>
        <a:gradFill rotWithShape="0">
          <a:gsLst>
            <a:gs pos="0">
              <a:schemeClr val="accent4">
                <a:hueOff val="1359872"/>
                <a:satOff val="5261"/>
                <a:lumOff val="11373"/>
                <a:alphaOff val="0"/>
                <a:satMod val="103000"/>
                <a:lumMod val="102000"/>
                <a:tint val="94000"/>
              </a:schemeClr>
            </a:gs>
            <a:gs pos="50000">
              <a:schemeClr val="accent4">
                <a:hueOff val="1359872"/>
                <a:satOff val="5261"/>
                <a:lumOff val="11373"/>
                <a:alphaOff val="0"/>
                <a:satMod val="110000"/>
                <a:lumMod val="100000"/>
                <a:shade val="100000"/>
              </a:schemeClr>
            </a:gs>
            <a:gs pos="100000">
              <a:schemeClr val="accent4">
                <a:hueOff val="1359872"/>
                <a:satOff val="5261"/>
                <a:lumOff val="1137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Non-Hazardous Materials</a:t>
          </a:r>
        </a:p>
      </dsp:txBody>
      <dsp:txXfrm>
        <a:off x="3890931" y="988487"/>
        <a:ext cx="1165713" cy="777141"/>
      </dsp:txXfrm>
    </dsp:sp>
    <dsp:sp modelId="{2548AD2A-6E3F-447E-B1C5-063A161D84CE}">
      <dsp:nvSpPr>
        <dsp:cNvPr id="0" name=""/>
        <dsp:cNvSpPr/>
      </dsp:nvSpPr>
      <dsp:spPr>
        <a:xfrm>
          <a:off x="5250929" y="988487"/>
          <a:ext cx="1942854" cy="777141"/>
        </a:xfrm>
        <a:prstGeom prst="chevron">
          <a:avLst/>
        </a:prstGeom>
        <a:gradFill rotWithShape="0">
          <a:gsLst>
            <a:gs pos="0">
              <a:schemeClr val="accent4">
                <a:hueOff val="2039809"/>
                <a:satOff val="7892"/>
                <a:lumOff val="17059"/>
                <a:alphaOff val="0"/>
                <a:satMod val="103000"/>
                <a:lumMod val="102000"/>
                <a:tint val="94000"/>
              </a:schemeClr>
            </a:gs>
            <a:gs pos="50000">
              <a:schemeClr val="accent4">
                <a:hueOff val="2039809"/>
                <a:satOff val="7892"/>
                <a:lumOff val="17059"/>
                <a:alphaOff val="0"/>
                <a:satMod val="110000"/>
                <a:lumMod val="100000"/>
                <a:shade val="100000"/>
              </a:schemeClr>
            </a:gs>
            <a:gs pos="100000">
              <a:schemeClr val="accent4">
                <a:hueOff val="2039809"/>
                <a:satOff val="7892"/>
                <a:lumOff val="170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Stock Transfer</a:t>
          </a:r>
        </a:p>
      </dsp:txBody>
      <dsp:txXfrm>
        <a:off x="5639500" y="988487"/>
        <a:ext cx="1165713" cy="777141"/>
      </dsp:txXfrm>
    </dsp:sp>
    <dsp:sp modelId="{9D858C8C-DFF7-487F-BC9C-95600905A761}">
      <dsp:nvSpPr>
        <dsp:cNvPr id="0" name=""/>
        <dsp:cNvSpPr/>
      </dsp:nvSpPr>
      <dsp:spPr>
        <a:xfrm>
          <a:off x="6999498" y="988487"/>
          <a:ext cx="1942854" cy="777141"/>
        </a:xfrm>
        <a:prstGeom prst="chevron">
          <a:avLst/>
        </a:prstGeom>
        <a:gradFill rotWithShape="0">
          <a:gsLst>
            <a:gs pos="0">
              <a:schemeClr val="accent4">
                <a:hueOff val="2719745"/>
                <a:satOff val="10522"/>
                <a:lumOff val="22746"/>
                <a:alphaOff val="0"/>
                <a:satMod val="103000"/>
                <a:lumMod val="102000"/>
                <a:tint val="94000"/>
              </a:schemeClr>
            </a:gs>
            <a:gs pos="50000">
              <a:schemeClr val="accent4">
                <a:hueOff val="2719745"/>
                <a:satOff val="10522"/>
                <a:lumOff val="22746"/>
                <a:alphaOff val="0"/>
                <a:satMod val="110000"/>
                <a:lumMod val="100000"/>
                <a:shade val="100000"/>
              </a:schemeClr>
            </a:gs>
            <a:gs pos="100000">
              <a:schemeClr val="accent4">
                <a:hueOff val="2719745"/>
                <a:satOff val="10522"/>
                <a:lumOff val="227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Sub-Contracting</a:t>
          </a:r>
        </a:p>
      </dsp:txBody>
      <dsp:txXfrm>
        <a:off x="7388069" y="988487"/>
        <a:ext cx="1165713" cy="777141"/>
      </dsp:txXfrm>
    </dsp:sp>
    <dsp:sp modelId="{EA3D932E-0266-4915-9D2F-6A74CEBB4974}">
      <dsp:nvSpPr>
        <dsp:cNvPr id="0" name=""/>
        <dsp:cNvSpPr/>
      </dsp:nvSpPr>
      <dsp:spPr>
        <a:xfrm>
          <a:off x="8748067" y="988487"/>
          <a:ext cx="1942854" cy="777141"/>
        </a:xfrm>
        <a:prstGeom prst="chevron">
          <a:avLst/>
        </a:prstGeom>
        <a:gradFill rotWithShape="0">
          <a:gsLst>
            <a:gs pos="0">
              <a:schemeClr val="accent4">
                <a:hueOff val="3399681"/>
                <a:satOff val="13153"/>
                <a:lumOff val="28432"/>
                <a:alphaOff val="0"/>
                <a:satMod val="103000"/>
                <a:lumMod val="102000"/>
                <a:tint val="94000"/>
              </a:schemeClr>
            </a:gs>
            <a:gs pos="50000">
              <a:schemeClr val="accent4">
                <a:hueOff val="3399681"/>
                <a:satOff val="13153"/>
                <a:lumOff val="28432"/>
                <a:alphaOff val="0"/>
                <a:satMod val="110000"/>
                <a:lumMod val="100000"/>
                <a:shade val="100000"/>
              </a:schemeClr>
            </a:gs>
            <a:gs pos="100000">
              <a:schemeClr val="accent4">
                <a:hueOff val="3399681"/>
                <a:satOff val="13153"/>
                <a:lumOff val="28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Outbound Other (Brazil)</a:t>
          </a:r>
        </a:p>
      </dsp:txBody>
      <dsp:txXfrm>
        <a:off x="9136638" y="988487"/>
        <a:ext cx="1165713" cy="77714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BD598-12DD-4F1F-AD78-152AC4CE0241}">
      <dsp:nvSpPr>
        <dsp:cNvPr id="0" name=""/>
        <dsp:cNvSpPr/>
      </dsp:nvSpPr>
      <dsp:spPr>
        <a:xfrm>
          <a:off x="2270195" y="1470672"/>
          <a:ext cx="491471" cy="91440"/>
        </a:xfrm>
        <a:custGeom>
          <a:avLst/>
          <a:gdLst/>
          <a:ahLst/>
          <a:cxnLst/>
          <a:rect l="0" t="0" r="0" b="0"/>
          <a:pathLst>
            <a:path>
              <a:moveTo>
                <a:pt x="0" y="45720"/>
              </a:moveTo>
              <a:lnTo>
                <a:pt x="49147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2502879" y="1513782"/>
        <a:ext cx="26103" cy="5220"/>
      </dsp:txXfrm>
    </dsp:sp>
    <dsp:sp modelId="{31F3F0B0-396F-469C-AD1E-E2C46D96D875}">
      <dsp:nvSpPr>
        <dsp:cNvPr id="0" name=""/>
        <dsp:cNvSpPr/>
      </dsp:nvSpPr>
      <dsp:spPr>
        <a:xfrm>
          <a:off x="2119" y="835429"/>
          <a:ext cx="2269876" cy="136192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MIGO G/L Account Validation Set up</a:t>
          </a:r>
          <a:br>
            <a:rPr lang="en-US" sz="1000" kern="1200" dirty="0">
              <a:solidFill>
                <a:schemeClr val="tx1"/>
              </a:solidFill>
              <a:latin typeface="+mn-lt"/>
            </a:rPr>
          </a:br>
          <a:r>
            <a:rPr lang="en-US" sz="1000" kern="1200" dirty="0">
              <a:solidFill>
                <a:schemeClr val="tx1"/>
              </a:solidFill>
              <a:latin typeface="+mn-lt"/>
            </a:rPr>
            <a:t>(ZM_MIGOGLM)</a:t>
          </a:r>
        </a:p>
      </dsp:txBody>
      <dsp:txXfrm>
        <a:off x="2119" y="835429"/>
        <a:ext cx="2269876" cy="1361925"/>
      </dsp:txXfrm>
    </dsp:sp>
    <dsp:sp modelId="{8CDC8096-AA9A-4208-A185-18C16054E582}">
      <dsp:nvSpPr>
        <dsp:cNvPr id="0" name=""/>
        <dsp:cNvSpPr/>
      </dsp:nvSpPr>
      <dsp:spPr>
        <a:xfrm>
          <a:off x="5062143" y="1470672"/>
          <a:ext cx="491471" cy="91440"/>
        </a:xfrm>
        <a:custGeom>
          <a:avLst/>
          <a:gdLst/>
          <a:ahLst/>
          <a:cxnLst/>
          <a:rect l="0" t="0" r="0" b="0"/>
          <a:pathLst>
            <a:path>
              <a:moveTo>
                <a:pt x="0" y="45720"/>
              </a:moveTo>
              <a:lnTo>
                <a:pt x="491471" y="45720"/>
              </a:lnTo>
            </a:path>
          </a:pathLst>
        </a:custGeom>
        <a:noFill/>
        <a:ln w="6350" cap="flat" cmpd="sng" algn="ctr">
          <a:solidFill>
            <a:schemeClr val="accent4">
              <a:hueOff val="1699840"/>
              <a:satOff val="6576"/>
              <a:lumOff val="1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4827" y="1513782"/>
        <a:ext cx="26103" cy="5220"/>
      </dsp:txXfrm>
    </dsp:sp>
    <dsp:sp modelId="{5E9FCADC-3ABB-46F7-B934-75101029EC41}">
      <dsp:nvSpPr>
        <dsp:cNvPr id="0" name=""/>
        <dsp:cNvSpPr/>
      </dsp:nvSpPr>
      <dsp:spPr>
        <a:xfrm>
          <a:off x="2794066" y="835429"/>
          <a:ext cx="2269876" cy="1361925"/>
        </a:xfrm>
        <a:prstGeom prst="rect">
          <a:avLst/>
        </a:prstGeom>
        <a:solidFill>
          <a:schemeClr val="accent4">
            <a:hueOff val="1133227"/>
            <a:satOff val="4384"/>
            <a:lumOff val="94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latin typeface="+mn-lt"/>
            </a:rPr>
            <a:t>Read &amp; Record Beginning Inventory daily</a:t>
          </a:r>
          <a:endParaRPr lang="en-US" sz="1000" kern="1200" dirty="0">
            <a:solidFill>
              <a:schemeClr val="tx1"/>
            </a:solidFill>
            <a:latin typeface="+mn-lt"/>
          </a:endParaRPr>
        </a:p>
      </dsp:txBody>
      <dsp:txXfrm>
        <a:off x="2794066" y="835429"/>
        <a:ext cx="2269876" cy="1361925"/>
      </dsp:txXfrm>
    </dsp:sp>
    <dsp:sp modelId="{C37F7767-89DE-411E-9F9E-F31AB6E4B68E}">
      <dsp:nvSpPr>
        <dsp:cNvPr id="0" name=""/>
        <dsp:cNvSpPr/>
      </dsp:nvSpPr>
      <dsp:spPr>
        <a:xfrm>
          <a:off x="7854091" y="1470672"/>
          <a:ext cx="491471" cy="91440"/>
        </a:xfrm>
        <a:custGeom>
          <a:avLst/>
          <a:gdLst/>
          <a:ahLst/>
          <a:cxnLst/>
          <a:rect l="0" t="0" r="0" b="0"/>
          <a:pathLst>
            <a:path>
              <a:moveTo>
                <a:pt x="0" y="45720"/>
              </a:moveTo>
              <a:lnTo>
                <a:pt x="491471"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6775" y="1513782"/>
        <a:ext cx="26103" cy="5220"/>
      </dsp:txXfrm>
    </dsp:sp>
    <dsp:sp modelId="{5FFD9CC7-666A-42CD-9688-315D85AC15A5}">
      <dsp:nvSpPr>
        <dsp:cNvPr id="0" name=""/>
        <dsp:cNvSpPr/>
      </dsp:nvSpPr>
      <dsp:spPr>
        <a:xfrm>
          <a:off x="5586014" y="835429"/>
          <a:ext cx="2269876" cy="1361925"/>
        </a:xfrm>
        <a:prstGeom prst="rect">
          <a:avLst/>
        </a:prstGeom>
        <a:solidFill>
          <a:schemeClr val="accent4">
            <a:hueOff val="2266454"/>
            <a:satOff val="8769"/>
            <a:lumOff val="189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Goods Issue posting for consumption</a:t>
          </a:r>
          <a:br>
            <a:rPr lang="en-US" sz="1000" kern="1200" dirty="0">
              <a:solidFill>
                <a:schemeClr val="tx1"/>
              </a:solidFill>
              <a:latin typeface="+mn-lt"/>
            </a:rPr>
          </a:br>
          <a:r>
            <a:rPr lang="en-US" sz="1000" b="1" kern="1200" dirty="0">
              <a:solidFill>
                <a:schemeClr val="accent5">
                  <a:lumMod val="20000"/>
                  <a:lumOff val="80000"/>
                </a:schemeClr>
              </a:solidFill>
              <a:latin typeface="+mn-lt"/>
            </a:rPr>
            <a:t>(MIGO; Movement Type 201)</a:t>
          </a:r>
          <a:br>
            <a:rPr lang="en-US" sz="1000" kern="1200" dirty="0">
              <a:solidFill>
                <a:schemeClr val="accent5">
                  <a:lumMod val="20000"/>
                  <a:lumOff val="80000"/>
                </a:schemeClr>
              </a:solidFill>
              <a:latin typeface="+mn-lt"/>
            </a:rPr>
          </a:br>
          <a:endParaRPr lang="en-US" sz="1000" strike="dblStrike" kern="1200" baseline="0" dirty="0">
            <a:solidFill>
              <a:schemeClr val="accent5">
                <a:lumMod val="20000"/>
                <a:lumOff val="80000"/>
              </a:schemeClr>
            </a:solidFill>
            <a:latin typeface="+mn-lt"/>
          </a:endParaRPr>
        </a:p>
      </dsp:txBody>
      <dsp:txXfrm>
        <a:off x="5586014" y="835429"/>
        <a:ext cx="2269876" cy="1361925"/>
      </dsp:txXfrm>
    </dsp:sp>
    <dsp:sp modelId="{891E752B-5D5E-4921-97F0-54F0E5C480E7}">
      <dsp:nvSpPr>
        <dsp:cNvPr id="0" name=""/>
        <dsp:cNvSpPr/>
      </dsp:nvSpPr>
      <dsp:spPr>
        <a:xfrm>
          <a:off x="8377962" y="835429"/>
          <a:ext cx="2269876" cy="1361925"/>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Check Material Document List</a:t>
          </a:r>
          <a:br>
            <a:rPr lang="en-US" sz="1000" kern="1200" dirty="0">
              <a:solidFill>
                <a:schemeClr val="tx1"/>
              </a:solidFill>
              <a:latin typeface="+mn-lt"/>
            </a:rPr>
          </a:br>
          <a:r>
            <a:rPr lang="en-US" sz="1000" kern="1200" dirty="0">
              <a:solidFill>
                <a:schemeClr val="tx1"/>
              </a:solidFill>
              <a:latin typeface="+mn-lt"/>
            </a:rPr>
            <a:t>(MB51)</a:t>
          </a:r>
        </a:p>
      </dsp:txBody>
      <dsp:txXfrm>
        <a:off x="8377962" y="835429"/>
        <a:ext cx="2269876" cy="136192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68F1D6-AE2B-4B30-B958-88A3FB13F103}">
      <dsp:nvSpPr>
        <dsp:cNvPr id="0" name=""/>
        <dsp:cNvSpPr/>
      </dsp:nvSpPr>
      <dsp:spPr>
        <a:xfrm>
          <a:off x="2668866" y="546354"/>
          <a:ext cx="423297" cy="91440"/>
        </a:xfrm>
        <a:custGeom>
          <a:avLst/>
          <a:gdLst/>
          <a:ahLst/>
          <a:cxnLst/>
          <a:rect l="0" t="0" r="0" b="0"/>
          <a:pathLst>
            <a:path>
              <a:moveTo>
                <a:pt x="0" y="45720"/>
              </a:moveTo>
              <a:lnTo>
                <a:pt x="423297"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2869167" y="589804"/>
        <a:ext cx="22694" cy="4538"/>
      </dsp:txXfrm>
    </dsp:sp>
    <dsp:sp modelId="{31F3F0B0-396F-469C-AD1E-E2C46D96D875}">
      <dsp:nvSpPr>
        <dsp:cNvPr id="0" name=""/>
        <dsp:cNvSpPr/>
      </dsp:nvSpPr>
      <dsp:spPr>
        <a:xfrm>
          <a:off x="697200" y="34"/>
          <a:ext cx="1973466" cy="118407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Identify Waste</a:t>
          </a:r>
        </a:p>
      </dsp:txBody>
      <dsp:txXfrm>
        <a:off x="697200" y="34"/>
        <a:ext cx="1973466" cy="1184079"/>
      </dsp:txXfrm>
    </dsp:sp>
    <dsp:sp modelId="{B3AB874F-47EB-4C50-AB0B-FD54F6740464}">
      <dsp:nvSpPr>
        <dsp:cNvPr id="0" name=""/>
        <dsp:cNvSpPr/>
      </dsp:nvSpPr>
      <dsp:spPr>
        <a:xfrm>
          <a:off x="5096230" y="546354"/>
          <a:ext cx="423297" cy="91440"/>
        </a:xfrm>
        <a:custGeom>
          <a:avLst/>
          <a:gdLst/>
          <a:ahLst/>
          <a:cxnLst/>
          <a:rect l="0" t="0" r="0" b="0"/>
          <a:pathLst>
            <a:path>
              <a:moveTo>
                <a:pt x="0" y="45720"/>
              </a:moveTo>
              <a:lnTo>
                <a:pt x="423297" y="45720"/>
              </a:lnTo>
            </a:path>
          </a:pathLst>
        </a:custGeom>
        <a:noFill/>
        <a:ln w="6350" cap="flat" cmpd="sng" algn="ctr">
          <a:solidFill>
            <a:schemeClr val="accent4">
              <a:hueOff val="566613"/>
              <a:satOff val="2192"/>
              <a:lumOff val="473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6531" y="589804"/>
        <a:ext cx="22694" cy="4538"/>
      </dsp:txXfrm>
    </dsp:sp>
    <dsp:sp modelId="{5EAA6F10-B3BD-4398-8F60-A25FB50EC353}">
      <dsp:nvSpPr>
        <dsp:cNvPr id="0" name=""/>
        <dsp:cNvSpPr/>
      </dsp:nvSpPr>
      <dsp:spPr>
        <a:xfrm>
          <a:off x="3124564" y="34"/>
          <a:ext cx="1973466" cy="1184079"/>
        </a:xfrm>
        <a:prstGeom prst="rect">
          <a:avLst/>
        </a:prstGeom>
        <a:solidFill>
          <a:schemeClr val="accent4">
            <a:hueOff val="485669"/>
            <a:satOff val="1879"/>
            <a:lumOff val="40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Collect Waste</a:t>
          </a:r>
        </a:p>
      </dsp:txBody>
      <dsp:txXfrm>
        <a:off x="3124564" y="34"/>
        <a:ext cx="1973466" cy="1184079"/>
      </dsp:txXfrm>
    </dsp:sp>
    <dsp:sp modelId="{5FE366A6-4B1B-4147-BCB0-146CF035FFB6}">
      <dsp:nvSpPr>
        <dsp:cNvPr id="0" name=""/>
        <dsp:cNvSpPr/>
      </dsp:nvSpPr>
      <dsp:spPr>
        <a:xfrm>
          <a:off x="7523593" y="546354"/>
          <a:ext cx="423297" cy="91440"/>
        </a:xfrm>
        <a:custGeom>
          <a:avLst/>
          <a:gdLst/>
          <a:ahLst/>
          <a:cxnLst/>
          <a:rect l="0" t="0" r="0" b="0"/>
          <a:pathLst>
            <a:path>
              <a:moveTo>
                <a:pt x="0" y="45720"/>
              </a:moveTo>
              <a:lnTo>
                <a:pt x="423297" y="45720"/>
              </a:lnTo>
            </a:path>
          </a:pathLst>
        </a:custGeom>
        <a:noFill/>
        <a:ln w="6350" cap="flat" cmpd="sng" algn="ctr">
          <a:solidFill>
            <a:schemeClr val="accent4">
              <a:hueOff val="1133227"/>
              <a:satOff val="4384"/>
              <a:lumOff val="947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3895" y="589804"/>
        <a:ext cx="22694" cy="4538"/>
      </dsp:txXfrm>
    </dsp:sp>
    <dsp:sp modelId="{42F09211-02F7-447D-BF35-1B94DB338996}">
      <dsp:nvSpPr>
        <dsp:cNvPr id="0" name=""/>
        <dsp:cNvSpPr/>
      </dsp:nvSpPr>
      <dsp:spPr>
        <a:xfrm>
          <a:off x="5551927" y="34"/>
          <a:ext cx="1973466" cy="1184079"/>
        </a:xfrm>
        <a:prstGeom prst="rect">
          <a:avLst/>
        </a:prstGeom>
        <a:solidFill>
          <a:schemeClr val="accent4">
            <a:hueOff val="971337"/>
            <a:satOff val="3758"/>
            <a:lumOff val="81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Determine Disposal Method</a:t>
          </a:r>
        </a:p>
      </dsp:txBody>
      <dsp:txXfrm>
        <a:off x="5551927" y="34"/>
        <a:ext cx="1973466" cy="1184079"/>
      </dsp:txXfrm>
    </dsp:sp>
    <dsp:sp modelId="{5BBDE93A-3DAD-4C0F-85F2-668A8E2EDD01}">
      <dsp:nvSpPr>
        <dsp:cNvPr id="0" name=""/>
        <dsp:cNvSpPr/>
      </dsp:nvSpPr>
      <dsp:spPr>
        <a:xfrm>
          <a:off x="1683933" y="1182314"/>
          <a:ext cx="7282090" cy="423297"/>
        </a:xfrm>
        <a:custGeom>
          <a:avLst/>
          <a:gdLst/>
          <a:ahLst/>
          <a:cxnLst/>
          <a:rect l="0" t="0" r="0" b="0"/>
          <a:pathLst>
            <a:path>
              <a:moveTo>
                <a:pt x="7282090" y="0"/>
              </a:moveTo>
              <a:lnTo>
                <a:pt x="7282090" y="228748"/>
              </a:lnTo>
              <a:lnTo>
                <a:pt x="0" y="228748"/>
              </a:lnTo>
              <a:lnTo>
                <a:pt x="0" y="423297"/>
              </a:lnTo>
            </a:path>
          </a:pathLst>
        </a:custGeom>
        <a:noFill/>
        <a:ln w="6350" cap="flat" cmpd="sng" algn="ctr">
          <a:solidFill>
            <a:schemeClr val="accent4">
              <a:hueOff val="1699840"/>
              <a:satOff val="6576"/>
              <a:lumOff val="1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42573" y="1391693"/>
        <a:ext cx="364811" cy="4538"/>
      </dsp:txXfrm>
    </dsp:sp>
    <dsp:sp modelId="{16056D9D-096A-4FFD-B166-C4EC45E8B216}">
      <dsp:nvSpPr>
        <dsp:cNvPr id="0" name=""/>
        <dsp:cNvSpPr/>
      </dsp:nvSpPr>
      <dsp:spPr>
        <a:xfrm>
          <a:off x="7979291" y="34"/>
          <a:ext cx="1973466" cy="1184079"/>
        </a:xfrm>
        <a:prstGeom prst="rect">
          <a:avLst/>
        </a:prstGeom>
        <a:solidFill>
          <a:schemeClr val="accent4">
            <a:hueOff val="1457006"/>
            <a:satOff val="5637"/>
            <a:lumOff val="121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Collecting</a:t>
          </a:r>
        </a:p>
      </dsp:txBody>
      <dsp:txXfrm>
        <a:off x="7979291" y="34"/>
        <a:ext cx="1973466" cy="1184079"/>
      </dsp:txXfrm>
    </dsp:sp>
    <dsp:sp modelId="{DDBEC2D9-0B41-46BF-AD9E-E896C9DA8A84}">
      <dsp:nvSpPr>
        <dsp:cNvPr id="0" name=""/>
        <dsp:cNvSpPr/>
      </dsp:nvSpPr>
      <dsp:spPr>
        <a:xfrm>
          <a:off x="2668866" y="2184331"/>
          <a:ext cx="423297" cy="91440"/>
        </a:xfrm>
        <a:custGeom>
          <a:avLst/>
          <a:gdLst/>
          <a:ahLst/>
          <a:cxnLst/>
          <a:rect l="0" t="0" r="0" b="0"/>
          <a:pathLst>
            <a:path>
              <a:moveTo>
                <a:pt x="0" y="45720"/>
              </a:moveTo>
              <a:lnTo>
                <a:pt x="423297" y="45720"/>
              </a:lnTo>
            </a:path>
          </a:pathLst>
        </a:custGeom>
        <a:noFill/>
        <a:ln w="6350" cap="flat" cmpd="sng" algn="ctr">
          <a:solidFill>
            <a:schemeClr val="accent4">
              <a:hueOff val="2266454"/>
              <a:satOff val="8769"/>
              <a:lumOff val="1895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9167" y="2227782"/>
        <a:ext cx="22694" cy="4538"/>
      </dsp:txXfrm>
    </dsp:sp>
    <dsp:sp modelId="{485840C8-8BD4-4BA2-A3F0-2E5593B1A228}">
      <dsp:nvSpPr>
        <dsp:cNvPr id="0" name=""/>
        <dsp:cNvSpPr/>
      </dsp:nvSpPr>
      <dsp:spPr>
        <a:xfrm>
          <a:off x="697200" y="1638011"/>
          <a:ext cx="1973466" cy="1184079"/>
        </a:xfrm>
        <a:prstGeom prst="rect">
          <a:avLst/>
        </a:prstGeom>
        <a:solidFill>
          <a:schemeClr val="accent4">
            <a:hueOff val="1942675"/>
            <a:satOff val="7516"/>
            <a:lumOff val="1624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latin typeface="+mn-lt"/>
            </a:rPr>
            <a:t>Selecting for disposal for recycling</a:t>
          </a:r>
          <a:endParaRPr lang="en-US" sz="1000" kern="1200" dirty="0">
            <a:solidFill>
              <a:schemeClr val="tx1"/>
            </a:solidFill>
            <a:latin typeface="+mn-lt"/>
          </a:endParaRPr>
        </a:p>
      </dsp:txBody>
      <dsp:txXfrm>
        <a:off x="697200" y="1638011"/>
        <a:ext cx="1973466" cy="1184079"/>
      </dsp:txXfrm>
    </dsp:sp>
    <dsp:sp modelId="{EA03205F-8F39-47F4-9156-E1502C72C00C}">
      <dsp:nvSpPr>
        <dsp:cNvPr id="0" name=""/>
        <dsp:cNvSpPr/>
      </dsp:nvSpPr>
      <dsp:spPr>
        <a:xfrm>
          <a:off x="5096230" y="2184331"/>
          <a:ext cx="423297" cy="91440"/>
        </a:xfrm>
        <a:custGeom>
          <a:avLst/>
          <a:gdLst/>
          <a:ahLst/>
          <a:cxnLst/>
          <a:rect l="0" t="0" r="0" b="0"/>
          <a:pathLst>
            <a:path>
              <a:moveTo>
                <a:pt x="0" y="45720"/>
              </a:moveTo>
              <a:lnTo>
                <a:pt x="423297" y="45720"/>
              </a:lnTo>
            </a:path>
          </a:pathLst>
        </a:custGeom>
        <a:noFill/>
        <a:ln w="6350" cap="flat" cmpd="sng" algn="ctr">
          <a:solidFill>
            <a:schemeClr val="accent4">
              <a:hueOff val="2833067"/>
              <a:satOff val="10961"/>
              <a:lumOff val="2369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6531" y="2227782"/>
        <a:ext cx="22694" cy="4538"/>
      </dsp:txXfrm>
    </dsp:sp>
    <dsp:sp modelId="{ABDB5735-9A98-4060-8666-E58EB42D7D9D}">
      <dsp:nvSpPr>
        <dsp:cNvPr id="0" name=""/>
        <dsp:cNvSpPr/>
      </dsp:nvSpPr>
      <dsp:spPr>
        <a:xfrm>
          <a:off x="3124564" y="1638011"/>
          <a:ext cx="1973466" cy="1184079"/>
        </a:xfrm>
        <a:prstGeom prst="rect">
          <a:avLst/>
        </a:prstGeom>
        <a:solidFill>
          <a:schemeClr val="accent4">
            <a:hueOff val="2428344"/>
            <a:satOff val="9395"/>
            <a:lumOff val="2030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latin typeface="+mn-lt"/>
            </a:rPr>
            <a:t>Selecting disposal for landfill</a:t>
          </a:r>
          <a:endParaRPr lang="en-US" sz="1000" kern="1200" dirty="0">
            <a:solidFill>
              <a:schemeClr val="tx1"/>
            </a:solidFill>
            <a:latin typeface="+mn-lt"/>
          </a:endParaRPr>
        </a:p>
      </dsp:txBody>
      <dsp:txXfrm>
        <a:off x="3124564" y="1638011"/>
        <a:ext cx="1973466" cy="1184079"/>
      </dsp:txXfrm>
    </dsp:sp>
    <dsp:sp modelId="{1B32F16E-8FBE-4E97-8ADB-F01AAB9FA955}">
      <dsp:nvSpPr>
        <dsp:cNvPr id="0" name=""/>
        <dsp:cNvSpPr/>
      </dsp:nvSpPr>
      <dsp:spPr>
        <a:xfrm>
          <a:off x="7523593" y="2184331"/>
          <a:ext cx="423297" cy="91440"/>
        </a:xfrm>
        <a:custGeom>
          <a:avLst/>
          <a:gdLst/>
          <a:ahLst/>
          <a:cxnLst/>
          <a:rect l="0" t="0" r="0" b="0"/>
          <a:pathLst>
            <a:path>
              <a:moveTo>
                <a:pt x="0" y="45720"/>
              </a:moveTo>
              <a:lnTo>
                <a:pt x="423297"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3895" y="2227782"/>
        <a:ext cx="22694" cy="4538"/>
      </dsp:txXfrm>
    </dsp:sp>
    <dsp:sp modelId="{428746F5-9232-49D4-AF29-F339C6930DD4}">
      <dsp:nvSpPr>
        <dsp:cNvPr id="0" name=""/>
        <dsp:cNvSpPr/>
      </dsp:nvSpPr>
      <dsp:spPr>
        <a:xfrm>
          <a:off x="5551927" y="1638011"/>
          <a:ext cx="1973466" cy="1184079"/>
        </a:xfrm>
        <a:prstGeom prst="rect">
          <a:avLst/>
        </a:prstGeom>
        <a:solidFill>
          <a:schemeClr val="accent4">
            <a:hueOff val="2914012"/>
            <a:satOff val="11274"/>
            <a:lumOff val="243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Scrap material GI to Cost Center</a:t>
          </a:r>
          <a:br>
            <a:rPr lang="en-US" sz="1000" kern="1200" dirty="0">
              <a:solidFill>
                <a:schemeClr val="tx1"/>
              </a:solidFill>
              <a:latin typeface="+mn-lt"/>
            </a:rPr>
          </a:br>
          <a:r>
            <a:rPr lang="en-US" sz="1000" b="1" kern="1200" dirty="0">
              <a:solidFill>
                <a:schemeClr val="accent5">
                  <a:lumMod val="20000"/>
                  <a:lumOff val="80000"/>
                </a:schemeClr>
              </a:solidFill>
              <a:latin typeface="+mn-lt"/>
            </a:rPr>
            <a:t>(MIGO; Movement Types 551/552, Z25)</a:t>
          </a:r>
          <a:br>
            <a:rPr lang="en-US" sz="1000" b="1" kern="1200" dirty="0">
              <a:solidFill>
                <a:schemeClr val="accent5">
                  <a:lumMod val="20000"/>
                  <a:lumOff val="80000"/>
                </a:schemeClr>
              </a:solidFill>
              <a:latin typeface="+mn-lt"/>
            </a:rPr>
          </a:br>
          <a:endParaRPr lang="en-US" sz="1000" strike="dblStrike" kern="1200" baseline="0" dirty="0">
            <a:solidFill>
              <a:schemeClr val="accent5">
                <a:lumMod val="20000"/>
                <a:lumOff val="80000"/>
              </a:schemeClr>
            </a:solidFill>
            <a:latin typeface="+mn-lt"/>
          </a:endParaRPr>
        </a:p>
      </dsp:txBody>
      <dsp:txXfrm>
        <a:off x="5551927" y="1638011"/>
        <a:ext cx="1973466" cy="1184079"/>
      </dsp:txXfrm>
    </dsp:sp>
    <dsp:sp modelId="{21541664-9543-4437-BAAF-D2B586A0D955}">
      <dsp:nvSpPr>
        <dsp:cNvPr id="0" name=""/>
        <dsp:cNvSpPr/>
      </dsp:nvSpPr>
      <dsp:spPr>
        <a:xfrm>
          <a:off x="7979291" y="1638011"/>
          <a:ext cx="1973466" cy="1184079"/>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Approval for Disposal and documentation</a:t>
          </a:r>
        </a:p>
      </dsp:txBody>
      <dsp:txXfrm>
        <a:off x="7979291" y="1638011"/>
        <a:ext cx="1973466" cy="118407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68F1D6-AE2B-4B30-B958-88A3FB13F103}">
      <dsp:nvSpPr>
        <dsp:cNvPr id="0" name=""/>
        <dsp:cNvSpPr/>
      </dsp:nvSpPr>
      <dsp:spPr>
        <a:xfrm>
          <a:off x="2270195" y="1365342"/>
          <a:ext cx="491471" cy="91440"/>
        </a:xfrm>
        <a:custGeom>
          <a:avLst/>
          <a:gdLst/>
          <a:ahLst/>
          <a:cxnLst/>
          <a:rect l="0" t="0" r="0" b="0"/>
          <a:pathLst>
            <a:path>
              <a:moveTo>
                <a:pt x="0" y="45720"/>
              </a:moveTo>
              <a:lnTo>
                <a:pt x="49147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2502879" y="1408452"/>
        <a:ext cx="26103" cy="5220"/>
      </dsp:txXfrm>
    </dsp:sp>
    <dsp:sp modelId="{31F3F0B0-396F-469C-AD1E-E2C46D96D875}">
      <dsp:nvSpPr>
        <dsp:cNvPr id="0" name=""/>
        <dsp:cNvSpPr/>
      </dsp:nvSpPr>
      <dsp:spPr>
        <a:xfrm>
          <a:off x="2119" y="730100"/>
          <a:ext cx="2269876" cy="136192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Identify Non-Hazardous Materials for scrapping</a:t>
          </a:r>
        </a:p>
      </dsp:txBody>
      <dsp:txXfrm>
        <a:off x="2119" y="730100"/>
        <a:ext cx="2269876" cy="1361925"/>
      </dsp:txXfrm>
    </dsp:sp>
    <dsp:sp modelId="{B3AB874F-47EB-4C50-AB0B-FD54F6740464}">
      <dsp:nvSpPr>
        <dsp:cNvPr id="0" name=""/>
        <dsp:cNvSpPr/>
      </dsp:nvSpPr>
      <dsp:spPr>
        <a:xfrm>
          <a:off x="5062143" y="1365342"/>
          <a:ext cx="491471" cy="91440"/>
        </a:xfrm>
        <a:custGeom>
          <a:avLst/>
          <a:gdLst/>
          <a:ahLst/>
          <a:cxnLst/>
          <a:rect l="0" t="0" r="0" b="0"/>
          <a:pathLst>
            <a:path>
              <a:moveTo>
                <a:pt x="0" y="45720"/>
              </a:moveTo>
              <a:lnTo>
                <a:pt x="491471" y="45720"/>
              </a:lnTo>
            </a:path>
          </a:pathLst>
        </a:custGeom>
        <a:noFill/>
        <a:ln w="6350" cap="flat" cmpd="sng" algn="ctr">
          <a:solidFill>
            <a:schemeClr val="accent4">
              <a:hueOff val="1699840"/>
              <a:satOff val="6576"/>
              <a:lumOff val="1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4827" y="1408452"/>
        <a:ext cx="26103" cy="5220"/>
      </dsp:txXfrm>
    </dsp:sp>
    <dsp:sp modelId="{5EAA6F10-B3BD-4398-8F60-A25FB50EC353}">
      <dsp:nvSpPr>
        <dsp:cNvPr id="0" name=""/>
        <dsp:cNvSpPr/>
      </dsp:nvSpPr>
      <dsp:spPr>
        <a:xfrm>
          <a:off x="2794066" y="730100"/>
          <a:ext cx="2269876" cy="1361925"/>
        </a:xfrm>
        <a:prstGeom prst="rect">
          <a:avLst/>
        </a:prstGeom>
        <a:solidFill>
          <a:schemeClr val="accent4">
            <a:hueOff val="1133227"/>
            <a:satOff val="4384"/>
            <a:lumOff val="94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Ensure the materials are blocked</a:t>
          </a:r>
        </a:p>
        <a:p>
          <a:pPr marL="0" lvl="0" indent="0" algn="ctr" defTabSz="444500">
            <a:lnSpc>
              <a:spcPct val="90000"/>
            </a:lnSpc>
            <a:spcBef>
              <a:spcPct val="0"/>
            </a:spcBef>
            <a:spcAft>
              <a:spcPct val="35000"/>
            </a:spcAft>
            <a:buNone/>
          </a:pPr>
          <a:r>
            <a:rPr lang="en-US" sz="1000" b="1" kern="1200" dirty="0">
              <a:solidFill>
                <a:schemeClr val="accent5">
                  <a:lumMod val="20000"/>
                  <a:lumOff val="80000"/>
                </a:schemeClr>
              </a:solidFill>
              <a:latin typeface="+mn-lt"/>
            </a:rPr>
            <a:t>(MIGO; Movement Type 344)</a:t>
          </a:r>
          <a:br>
            <a:rPr lang="en-US" sz="1000" b="1" kern="1200" dirty="0">
              <a:solidFill>
                <a:schemeClr val="accent5">
                  <a:lumMod val="20000"/>
                  <a:lumOff val="80000"/>
                </a:schemeClr>
              </a:solidFill>
              <a:latin typeface="+mn-lt"/>
            </a:rPr>
          </a:br>
          <a:endParaRPr lang="en-US" sz="1000" kern="1200" dirty="0">
            <a:solidFill>
              <a:schemeClr val="tx1"/>
            </a:solidFill>
            <a:latin typeface="+mn-lt"/>
          </a:endParaRPr>
        </a:p>
      </dsp:txBody>
      <dsp:txXfrm>
        <a:off x="2794066" y="730100"/>
        <a:ext cx="2269876" cy="1361925"/>
      </dsp:txXfrm>
    </dsp:sp>
    <dsp:sp modelId="{1B32F16E-8FBE-4E97-8ADB-F01AAB9FA955}">
      <dsp:nvSpPr>
        <dsp:cNvPr id="0" name=""/>
        <dsp:cNvSpPr/>
      </dsp:nvSpPr>
      <dsp:spPr>
        <a:xfrm>
          <a:off x="7854091" y="1365342"/>
          <a:ext cx="491471" cy="91440"/>
        </a:xfrm>
        <a:custGeom>
          <a:avLst/>
          <a:gdLst/>
          <a:ahLst/>
          <a:cxnLst/>
          <a:rect l="0" t="0" r="0" b="0"/>
          <a:pathLst>
            <a:path>
              <a:moveTo>
                <a:pt x="0" y="45720"/>
              </a:moveTo>
              <a:lnTo>
                <a:pt x="491471"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6775" y="1408452"/>
        <a:ext cx="26103" cy="5220"/>
      </dsp:txXfrm>
    </dsp:sp>
    <dsp:sp modelId="{428746F5-9232-49D4-AF29-F339C6930DD4}">
      <dsp:nvSpPr>
        <dsp:cNvPr id="0" name=""/>
        <dsp:cNvSpPr/>
      </dsp:nvSpPr>
      <dsp:spPr>
        <a:xfrm>
          <a:off x="5586014" y="730100"/>
          <a:ext cx="2269876" cy="1361925"/>
        </a:xfrm>
        <a:prstGeom prst="rect">
          <a:avLst/>
        </a:prstGeom>
        <a:solidFill>
          <a:schemeClr val="accent4">
            <a:hueOff val="2266454"/>
            <a:satOff val="8769"/>
            <a:lumOff val="189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Scrap material GI to Cost Center</a:t>
          </a:r>
          <a:br>
            <a:rPr lang="en-US" sz="1000" kern="1200" dirty="0">
              <a:solidFill>
                <a:schemeClr val="tx1"/>
              </a:solidFill>
              <a:latin typeface="+mn-lt"/>
            </a:rPr>
          </a:br>
          <a:r>
            <a:rPr lang="en-US" sz="1000" b="1" kern="1200" dirty="0">
              <a:solidFill>
                <a:schemeClr val="accent5">
                  <a:lumMod val="20000"/>
                  <a:lumOff val="80000"/>
                </a:schemeClr>
              </a:solidFill>
              <a:latin typeface="+mn-lt"/>
            </a:rPr>
            <a:t>(MIGO; Movement Type 555)</a:t>
          </a:r>
          <a:br>
            <a:rPr lang="en-US" sz="1000" b="1" kern="1200" dirty="0">
              <a:solidFill>
                <a:schemeClr val="accent5">
                  <a:lumMod val="20000"/>
                  <a:lumOff val="80000"/>
                </a:schemeClr>
              </a:solidFill>
              <a:latin typeface="+mn-lt"/>
            </a:rPr>
          </a:br>
          <a:endParaRPr lang="en-US" sz="1000" strike="dblStrike" kern="1200" baseline="0" dirty="0">
            <a:solidFill>
              <a:schemeClr val="accent5">
                <a:lumMod val="20000"/>
                <a:lumOff val="80000"/>
              </a:schemeClr>
            </a:solidFill>
            <a:latin typeface="+mn-lt"/>
          </a:endParaRPr>
        </a:p>
      </dsp:txBody>
      <dsp:txXfrm>
        <a:off x="5586014" y="730100"/>
        <a:ext cx="2269876" cy="1361925"/>
      </dsp:txXfrm>
    </dsp:sp>
    <dsp:sp modelId="{21541664-9543-4437-BAAF-D2B586A0D955}">
      <dsp:nvSpPr>
        <dsp:cNvPr id="0" name=""/>
        <dsp:cNvSpPr/>
      </dsp:nvSpPr>
      <dsp:spPr>
        <a:xfrm>
          <a:off x="8377962" y="730100"/>
          <a:ext cx="2269876" cy="1361925"/>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Transfer material to landfill</a:t>
          </a:r>
        </a:p>
      </dsp:txBody>
      <dsp:txXfrm>
        <a:off x="8377962" y="730100"/>
        <a:ext cx="2269876" cy="136192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68F1D6-AE2B-4B30-B958-88A3FB13F103}">
      <dsp:nvSpPr>
        <dsp:cNvPr id="0" name=""/>
        <dsp:cNvSpPr/>
      </dsp:nvSpPr>
      <dsp:spPr>
        <a:xfrm>
          <a:off x="3163829" y="810064"/>
          <a:ext cx="625411" cy="91440"/>
        </a:xfrm>
        <a:custGeom>
          <a:avLst/>
          <a:gdLst/>
          <a:ahLst/>
          <a:cxnLst/>
          <a:rect l="0" t="0" r="0" b="0"/>
          <a:pathLst>
            <a:path>
              <a:moveTo>
                <a:pt x="0" y="45720"/>
              </a:moveTo>
              <a:lnTo>
                <a:pt x="62541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3460134" y="852504"/>
        <a:ext cx="32800" cy="6560"/>
      </dsp:txXfrm>
    </dsp:sp>
    <dsp:sp modelId="{31F3F0B0-396F-469C-AD1E-E2C46D96D875}">
      <dsp:nvSpPr>
        <dsp:cNvPr id="0" name=""/>
        <dsp:cNvSpPr/>
      </dsp:nvSpPr>
      <dsp:spPr>
        <a:xfrm>
          <a:off x="313403" y="116"/>
          <a:ext cx="2852225" cy="171133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Physical Transfer of the Materials from one </a:t>
          </a:r>
          <a:r>
            <a:rPr lang="en-US" sz="1000" kern="1200" dirty="0" err="1">
              <a:solidFill>
                <a:schemeClr val="tx1"/>
              </a:solidFill>
              <a:latin typeface="+mn-lt"/>
            </a:rPr>
            <a:t>SLoc</a:t>
          </a:r>
          <a:r>
            <a:rPr lang="en-US" sz="1000" kern="1200" dirty="0">
              <a:solidFill>
                <a:schemeClr val="tx1"/>
              </a:solidFill>
              <a:latin typeface="+mn-lt"/>
            </a:rPr>
            <a:t> to another</a:t>
          </a:r>
        </a:p>
      </dsp:txBody>
      <dsp:txXfrm>
        <a:off x="313403" y="116"/>
        <a:ext cx="2852225" cy="1711335"/>
      </dsp:txXfrm>
    </dsp:sp>
    <dsp:sp modelId="{5EAA6F10-B3BD-4398-8F60-A25FB50EC353}">
      <dsp:nvSpPr>
        <dsp:cNvPr id="0" name=""/>
        <dsp:cNvSpPr/>
      </dsp:nvSpPr>
      <dsp:spPr>
        <a:xfrm>
          <a:off x="3821640" y="116"/>
          <a:ext cx="2852225" cy="1711335"/>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Record goods movement for Stock Transfer between </a:t>
          </a:r>
          <a:r>
            <a:rPr lang="en-US" sz="1000" kern="1200" dirty="0" err="1">
              <a:solidFill>
                <a:schemeClr val="tx1"/>
              </a:solidFill>
              <a:latin typeface="+mn-lt"/>
            </a:rPr>
            <a:t>SLocs</a:t>
          </a:r>
          <a:endParaRPr lang="en-US" sz="1000" kern="1200" dirty="0">
            <a:solidFill>
              <a:schemeClr val="tx1"/>
            </a:solidFill>
            <a:latin typeface="+mn-lt"/>
          </a:endParaRPr>
        </a:p>
        <a:p>
          <a:pPr marL="0" lvl="0" indent="0" algn="ctr" defTabSz="444500">
            <a:lnSpc>
              <a:spcPct val="90000"/>
            </a:lnSpc>
            <a:spcBef>
              <a:spcPct val="0"/>
            </a:spcBef>
            <a:spcAft>
              <a:spcPct val="35000"/>
            </a:spcAft>
            <a:buNone/>
          </a:pPr>
          <a:r>
            <a:rPr lang="en-US" sz="1000" b="1" kern="1200" dirty="0">
              <a:solidFill>
                <a:schemeClr val="accent5">
                  <a:lumMod val="20000"/>
                  <a:lumOff val="80000"/>
                </a:schemeClr>
              </a:solidFill>
              <a:latin typeface="+mn-lt"/>
            </a:rPr>
            <a:t>(MIGO; Movement Type 311)</a:t>
          </a:r>
          <a:br>
            <a:rPr lang="en-US" sz="1000" b="1" kern="1200" dirty="0">
              <a:solidFill>
                <a:schemeClr val="accent5">
                  <a:lumMod val="20000"/>
                  <a:lumOff val="80000"/>
                </a:schemeClr>
              </a:solidFill>
              <a:latin typeface="+mn-lt"/>
            </a:rPr>
          </a:br>
          <a:endParaRPr lang="en-US" sz="1000" kern="1200" dirty="0">
            <a:solidFill>
              <a:schemeClr val="tx1"/>
            </a:solidFill>
            <a:latin typeface="+mn-lt"/>
          </a:endParaRPr>
        </a:p>
      </dsp:txBody>
      <dsp:txXfrm>
        <a:off x="3821640" y="116"/>
        <a:ext cx="2852225" cy="171133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68F1D6-AE2B-4B30-B958-88A3FB13F103}">
      <dsp:nvSpPr>
        <dsp:cNvPr id="0" name=""/>
        <dsp:cNvSpPr/>
      </dsp:nvSpPr>
      <dsp:spPr>
        <a:xfrm>
          <a:off x="2019902" y="810064"/>
          <a:ext cx="433159" cy="91440"/>
        </a:xfrm>
        <a:custGeom>
          <a:avLst/>
          <a:gdLst/>
          <a:ahLst/>
          <a:cxnLst/>
          <a:rect l="0" t="0" r="0" b="0"/>
          <a:pathLst>
            <a:path>
              <a:moveTo>
                <a:pt x="0" y="45720"/>
              </a:moveTo>
              <a:lnTo>
                <a:pt x="433159"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latin typeface="+mn-lt"/>
          </a:endParaRPr>
        </a:p>
      </dsp:txBody>
      <dsp:txXfrm>
        <a:off x="2224888" y="853465"/>
        <a:ext cx="23187" cy="4637"/>
      </dsp:txXfrm>
    </dsp:sp>
    <dsp:sp modelId="{31F3F0B0-396F-469C-AD1E-E2C46D96D875}">
      <dsp:nvSpPr>
        <dsp:cNvPr id="0" name=""/>
        <dsp:cNvSpPr/>
      </dsp:nvSpPr>
      <dsp:spPr>
        <a:xfrm>
          <a:off x="5356" y="250880"/>
          <a:ext cx="2016345" cy="120980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PO for subcontracting is issued</a:t>
          </a:r>
        </a:p>
      </dsp:txBody>
      <dsp:txXfrm>
        <a:off x="5356" y="250880"/>
        <a:ext cx="2016345" cy="1209807"/>
      </dsp:txXfrm>
    </dsp:sp>
    <dsp:sp modelId="{C5FDB0D5-6FA8-40A5-B401-AA48F9F47307}">
      <dsp:nvSpPr>
        <dsp:cNvPr id="0" name=""/>
        <dsp:cNvSpPr/>
      </dsp:nvSpPr>
      <dsp:spPr>
        <a:xfrm>
          <a:off x="4500007" y="810064"/>
          <a:ext cx="433159" cy="91440"/>
        </a:xfrm>
        <a:custGeom>
          <a:avLst/>
          <a:gdLst/>
          <a:ahLst/>
          <a:cxnLst/>
          <a:rect l="0" t="0" r="0" b="0"/>
          <a:pathLst>
            <a:path>
              <a:moveTo>
                <a:pt x="0" y="45720"/>
              </a:moveTo>
              <a:lnTo>
                <a:pt x="433159" y="45720"/>
              </a:lnTo>
            </a:path>
          </a:pathLst>
        </a:custGeom>
        <a:noFill/>
        <a:ln w="6350" cap="flat" cmpd="sng" algn="ctr">
          <a:solidFill>
            <a:schemeClr val="accent4">
              <a:hueOff val="3399681"/>
              <a:satOff val="13153"/>
              <a:lumOff val="2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04993" y="853465"/>
        <a:ext cx="23187" cy="4637"/>
      </dsp:txXfrm>
    </dsp:sp>
    <dsp:sp modelId="{5EAA6F10-B3BD-4398-8F60-A25FB50EC353}">
      <dsp:nvSpPr>
        <dsp:cNvPr id="0" name=""/>
        <dsp:cNvSpPr/>
      </dsp:nvSpPr>
      <dsp:spPr>
        <a:xfrm>
          <a:off x="2485462" y="250880"/>
          <a:ext cx="2016345" cy="1209807"/>
        </a:xfrm>
        <a:prstGeom prst="rect">
          <a:avLst/>
        </a:prstGeom>
        <a:solidFill>
          <a:schemeClr val="accent4">
            <a:hueOff val="1699840"/>
            <a:satOff val="6576"/>
            <a:lumOff val="142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Provide components to subcontracting vendor</a:t>
          </a:r>
        </a:p>
        <a:p>
          <a:pPr marL="0" lvl="0" indent="0" algn="ctr" defTabSz="444500">
            <a:lnSpc>
              <a:spcPct val="90000"/>
            </a:lnSpc>
            <a:spcBef>
              <a:spcPct val="0"/>
            </a:spcBef>
            <a:spcAft>
              <a:spcPct val="35000"/>
            </a:spcAft>
            <a:buNone/>
          </a:pPr>
          <a:r>
            <a:rPr lang="en-US" sz="1000" b="1" kern="1200" dirty="0">
              <a:solidFill>
                <a:schemeClr val="accent5">
                  <a:lumMod val="20000"/>
                  <a:lumOff val="80000"/>
                </a:schemeClr>
              </a:solidFill>
              <a:latin typeface="+mn-lt"/>
            </a:rPr>
            <a:t>(MIGO; Movement Type 541)</a:t>
          </a:r>
          <a:br>
            <a:rPr lang="en-US" sz="1000" b="1" kern="1200" dirty="0">
              <a:solidFill>
                <a:schemeClr val="accent5">
                  <a:lumMod val="20000"/>
                  <a:lumOff val="80000"/>
                </a:schemeClr>
              </a:solidFill>
              <a:latin typeface="+mn-lt"/>
            </a:rPr>
          </a:br>
          <a:endParaRPr lang="en-US" sz="1000" kern="1200" dirty="0">
            <a:solidFill>
              <a:schemeClr val="tx1"/>
            </a:solidFill>
            <a:latin typeface="+mn-lt"/>
          </a:endParaRPr>
        </a:p>
      </dsp:txBody>
      <dsp:txXfrm>
        <a:off x="2485462" y="250880"/>
        <a:ext cx="2016345" cy="1209807"/>
      </dsp:txXfrm>
    </dsp:sp>
    <dsp:sp modelId="{8FA90F46-8497-4CBF-8F48-70911113F1CE}">
      <dsp:nvSpPr>
        <dsp:cNvPr id="0" name=""/>
        <dsp:cNvSpPr/>
      </dsp:nvSpPr>
      <dsp:spPr>
        <a:xfrm>
          <a:off x="4965567" y="250880"/>
          <a:ext cx="2016345" cy="1209807"/>
        </a:xfrm>
        <a:prstGeom prst="rect">
          <a:avLst/>
        </a:prstGeom>
        <a:solidFill>
          <a:schemeClr val="accent4">
            <a:hueOff val="3399681"/>
            <a:satOff val="13153"/>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latin typeface="+mn-lt"/>
            </a:rPr>
            <a:t>Return components to the stock from subcontracting vendor</a:t>
          </a:r>
        </a:p>
        <a:p>
          <a:pPr marL="0" lvl="0" indent="0" algn="ctr" defTabSz="444500">
            <a:lnSpc>
              <a:spcPct val="90000"/>
            </a:lnSpc>
            <a:spcBef>
              <a:spcPct val="0"/>
            </a:spcBef>
            <a:spcAft>
              <a:spcPct val="35000"/>
            </a:spcAft>
            <a:buNone/>
          </a:pPr>
          <a:r>
            <a:rPr lang="en-US" sz="1000" b="1" kern="1200" dirty="0">
              <a:solidFill>
                <a:schemeClr val="accent5">
                  <a:lumMod val="20000"/>
                  <a:lumOff val="80000"/>
                </a:schemeClr>
              </a:solidFill>
              <a:latin typeface="+mn-lt"/>
            </a:rPr>
            <a:t>(MIGO; Movement Type 542)</a:t>
          </a:r>
          <a:br>
            <a:rPr lang="en-US" sz="1000" b="1" kern="1200" dirty="0">
              <a:solidFill>
                <a:schemeClr val="accent5">
                  <a:lumMod val="20000"/>
                  <a:lumOff val="80000"/>
                </a:schemeClr>
              </a:solidFill>
              <a:latin typeface="+mn-lt"/>
            </a:rPr>
          </a:br>
          <a:endParaRPr lang="en-US" sz="1000" kern="1200" dirty="0">
            <a:solidFill>
              <a:schemeClr val="tx1"/>
            </a:solidFill>
            <a:latin typeface="+mn-lt"/>
          </a:endParaRPr>
        </a:p>
      </dsp:txBody>
      <dsp:txXfrm>
        <a:off x="4965567" y="250880"/>
        <a:ext cx="2016345" cy="120980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9B4006-22C7-4F42-BC54-5D3BD16F37A9}">
      <dsp:nvSpPr>
        <dsp:cNvPr id="0" name=""/>
        <dsp:cNvSpPr/>
      </dsp:nvSpPr>
      <dsp:spPr>
        <a:xfrm>
          <a:off x="0" y="0"/>
          <a:ext cx="4519995" cy="4519995"/>
        </a:xfrm>
        <a:prstGeom prst="pie">
          <a:avLst>
            <a:gd name="adj1" fmla="val 5400000"/>
            <a:gd name="adj2" fmla="val 1620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95727EA-BB1E-4EF2-AC42-DC4F66649945}">
      <dsp:nvSpPr>
        <dsp:cNvPr id="0" name=""/>
        <dsp:cNvSpPr/>
      </dsp:nvSpPr>
      <dsp:spPr>
        <a:xfrm>
          <a:off x="2259997" y="0"/>
          <a:ext cx="8524793" cy="4519995"/>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Material Inventory Values</a:t>
          </a:r>
        </a:p>
      </dsp:txBody>
      <dsp:txXfrm>
        <a:off x="2259997" y="0"/>
        <a:ext cx="4262396" cy="451998"/>
      </dsp:txXfrm>
    </dsp:sp>
    <dsp:sp modelId="{3843F6BF-5627-4D36-A67E-F21D6691D06D}">
      <dsp:nvSpPr>
        <dsp:cNvPr id="0" name=""/>
        <dsp:cNvSpPr/>
      </dsp:nvSpPr>
      <dsp:spPr>
        <a:xfrm>
          <a:off x="338999" y="451998"/>
          <a:ext cx="3841997" cy="3841997"/>
        </a:xfrm>
        <a:prstGeom prst="pie">
          <a:avLst>
            <a:gd name="adj1" fmla="val 5400000"/>
            <a:gd name="adj2" fmla="val 16200000"/>
          </a:avLst>
        </a:prstGeom>
        <a:gradFill rotWithShape="0">
          <a:gsLst>
            <a:gs pos="0">
              <a:schemeClr val="accent3">
                <a:hueOff val="1032032"/>
                <a:satOff val="-7561"/>
                <a:lumOff val="1242"/>
                <a:alphaOff val="0"/>
                <a:satMod val="103000"/>
                <a:lumMod val="102000"/>
                <a:tint val="94000"/>
              </a:schemeClr>
            </a:gs>
            <a:gs pos="50000">
              <a:schemeClr val="accent3">
                <a:hueOff val="1032032"/>
                <a:satOff val="-7561"/>
                <a:lumOff val="1242"/>
                <a:alphaOff val="0"/>
                <a:satMod val="110000"/>
                <a:lumMod val="100000"/>
                <a:shade val="100000"/>
              </a:schemeClr>
            </a:gs>
            <a:gs pos="100000">
              <a:schemeClr val="accent3">
                <a:hueOff val="1032032"/>
                <a:satOff val="-7561"/>
                <a:lumOff val="12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29F0218-2A41-46F9-B48F-70CBBAA10259}">
      <dsp:nvSpPr>
        <dsp:cNvPr id="0" name=""/>
        <dsp:cNvSpPr/>
      </dsp:nvSpPr>
      <dsp:spPr>
        <a:xfrm>
          <a:off x="2259997" y="451998"/>
          <a:ext cx="8524793" cy="3841997"/>
        </a:xfrm>
        <a:prstGeom prst="rect">
          <a:avLst/>
        </a:prstGeom>
        <a:solidFill>
          <a:schemeClr val="lt1">
            <a:alpha val="90000"/>
            <a:hueOff val="0"/>
            <a:satOff val="0"/>
            <a:lumOff val="0"/>
            <a:alphaOff val="0"/>
          </a:schemeClr>
        </a:solidFill>
        <a:ln w="6350" cap="flat" cmpd="sng" algn="ctr">
          <a:solidFill>
            <a:schemeClr val="accent3">
              <a:hueOff val="1032032"/>
              <a:satOff val="-7561"/>
              <a:lumOff val="124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Goods Movements Analysis</a:t>
          </a:r>
        </a:p>
      </dsp:txBody>
      <dsp:txXfrm>
        <a:off x="2259997" y="451998"/>
        <a:ext cx="4262396" cy="451998"/>
      </dsp:txXfrm>
    </dsp:sp>
    <dsp:sp modelId="{8C2A757C-ACA5-481B-BEDC-3692C478E42F}">
      <dsp:nvSpPr>
        <dsp:cNvPr id="0" name=""/>
        <dsp:cNvSpPr/>
      </dsp:nvSpPr>
      <dsp:spPr>
        <a:xfrm>
          <a:off x="677998" y="903997"/>
          <a:ext cx="3163998" cy="3163998"/>
        </a:xfrm>
        <a:prstGeom prst="pie">
          <a:avLst>
            <a:gd name="adj1" fmla="val 5400000"/>
            <a:gd name="adj2" fmla="val 16200000"/>
          </a:avLst>
        </a:prstGeom>
        <a:gradFill rotWithShape="0">
          <a:gsLst>
            <a:gs pos="0">
              <a:schemeClr val="accent3">
                <a:hueOff val="2064065"/>
                <a:satOff val="-15123"/>
                <a:lumOff val="2483"/>
                <a:alphaOff val="0"/>
                <a:satMod val="103000"/>
                <a:lumMod val="102000"/>
                <a:tint val="94000"/>
              </a:schemeClr>
            </a:gs>
            <a:gs pos="50000">
              <a:schemeClr val="accent3">
                <a:hueOff val="2064065"/>
                <a:satOff val="-15123"/>
                <a:lumOff val="2483"/>
                <a:alphaOff val="0"/>
                <a:satMod val="110000"/>
                <a:lumMod val="100000"/>
                <a:shade val="100000"/>
              </a:schemeClr>
            </a:gs>
            <a:gs pos="100000">
              <a:schemeClr val="accent3">
                <a:hueOff val="2064065"/>
                <a:satOff val="-15123"/>
                <a:lumOff val="24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5B46CF6-5472-43C9-8F75-7E34C58619E3}">
      <dsp:nvSpPr>
        <dsp:cNvPr id="0" name=""/>
        <dsp:cNvSpPr/>
      </dsp:nvSpPr>
      <dsp:spPr>
        <a:xfrm>
          <a:off x="2259997" y="903997"/>
          <a:ext cx="8524793" cy="3163998"/>
        </a:xfrm>
        <a:prstGeom prst="rect">
          <a:avLst/>
        </a:prstGeom>
        <a:solidFill>
          <a:schemeClr val="lt1">
            <a:alpha val="90000"/>
            <a:hueOff val="0"/>
            <a:satOff val="0"/>
            <a:lumOff val="0"/>
            <a:alphaOff val="0"/>
          </a:schemeClr>
        </a:solidFill>
        <a:ln w="6350" cap="flat" cmpd="sng" algn="ctr">
          <a:solidFill>
            <a:schemeClr val="accent3">
              <a:hueOff val="2064065"/>
              <a:satOff val="-15123"/>
              <a:lumOff val="2483"/>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Inventory Turnover Analysis</a:t>
          </a:r>
        </a:p>
      </dsp:txBody>
      <dsp:txXfrm>
        <a:off x="2259997" y="903997"/>
        <a:ext cx="4262396" cy="451998"/>
      </dsp:txXfrm>
    </dsp:sp>
    <dsp:sp modelId="{71998AA7-7112-4C47-9C7F-E7F95AC2714F}">
      <dsp:nvSpPr>
        <dsp:cNvPr id="0" name=""/>
        <dsp:cNvSpPr/>
      </dsp:nvSpPr>
      <dsp:spPr>
        <a:xfrm>
          <a:off x="1016998" y="1355996"/>
          <a:ext cx="2485999" cy="2485999"/>
        </a:xfrm>
        <a:prstGeom prst="pie">
          <a:avLst>
            <a:gd name="adj1" fmla="val 5400000"/>
            <a:gd name="adj2" fmla="val 16200000"/>
          </a:avLst>
        </a:prstGeom>
        <a:gradFill rotWithShape="0">
          <a:gsLst>
            <a:gs pos="0">
              <a:schemeClr val="accent3">
                <a:hueOff val="3096097"/>
                <a:satOff val="-22684"/>
                <a:lumOff val="3725"/>
                <a:alphaOff val="0"/>
                <a:satMod val="103000"/>
                <a:lumMod val="102000"/>
                <a:tint val="94000"/>
              </a:schemeClr>
            </a:gs>
            <a:gs pos="50000">
              <a:schemeClr val="accent3">
                <a:hueOff val="3096097"/>
                <a:satOff val="-22684"/>
                <a:lumOff val="3725"/>
                <a:alphaOff val="0"/>
                <a:satMod val="110000"/>
                <a:lumMod val="100000"/>
                <a:shade val="100000"/>
              </a:schemeClr>
            </a:gs>
            <a:gs pos="100000">
              <a:schemeClr val="accent3">
                <a:hueOff val="3096097"/>
                <a:satOff val="-22684"/>
                <a:lumOff val="37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DD63E0D-CE0B-43B9-A30E-732421F4C1F3}">
      <dsp:nvSpPr>
        <dsp:cNvPr id="0" name=""/>
        <dsp:cNvSpPr/>
      </dsp:nvSpPr>
      <dsp:spPr>
        <a:xfrm>
          <a:off x="2259997" y="1355996"/>
          <a:ext cx="8524793" cy="2485999"/>
        </a:xfrm>
        <a:prstGeom prst="rect">
          <a:avLst/>
        </a:prstGeom>
        <a:solidFill>
          <a:schemeClr val="lt1">
            <a:alpha val="90000"/>
            <a:hueOff val="0"/>
            <a:satOff val="0"/>
            <a:lumOff val="0"/>
            <a:alphaOff val="0"/>
          </a:schemeClr>
        </a:solidFill>
        <a:ln w="6350" cap="flat" cmpd="sng" algn="ctr">
          <a:solidFill>
            <a:schemeClr val="accent3">
              <a:hueOff val="3096097"/>
              <a:satOff val="-22684"/>
              <a:lumOff val="372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Slow- or Non-Moving Materials</a:t>
          </a:r>
          <a:endParaRPr lang="en-US" sz="1600" kern="1200" dirty="0"/>
        </a:p>
      </dsp:txBody>
      <dsp:txXfrm>
        <a:off x="2259997" y="1355996"/>
        <a:ext cx="4262396" cy="452003"/>
      </dsp:txXfrm>
    </dsp:sp>
    <dsp:sp modelId="{DCD62294-3253-463C-92F3-6F3BC44742B0}">
      <dsp:nvSpPr>
        <dsp:cNvPr id="0" name=""/>
        <dsp:cNvSpPr/>
      </dsp:nvSpPr>
      <dsp:spPr>
        <a:xfrm>
          <a:off x="1355999" y="1808000"/>
          <a:ext cx="1807996" cy="1807996"/>
        </a:xfrm>
        <a:prstGeom prst="pie">
          <a:avLst>
            <a:gd name="adj1" fmla="val 5400000"/>
            <a:gd name="adj2" fmla="val 16200000"/>
          </a:avLst>
        </a:prstGeom>
        <a:gradFill rotWithShape="0">
          <a:gsLst>
            <a:gs pos="0">
              <a:schemeClr val="accent3">
                <a:hueOff val="4128129"/>
                <a:satOff val="-30245"/>
                <a:lumOff val="4967"/>
                <a:alphaOff val="0"/>
                <a:satMod val="103000"/>
                <a:lumMod val="102000"/>
                <a:tint val="94000"/>
              </a:schemeClr>
            </a:gs>
            <a:gs pos="50000">
              <a:schemeClr val="accent3">
                <a:hueOff val="4128129"/>
                <a:satOff val="-30245"/>
                <a:lumOff val="4967"/>
                <a:alphaOff val="0"/>
                <a:satMod val="110000"/>
                <a:lumMod val="100000"/>
                <a:shade val="100000"/>
              </a:schemeClr>
            </a:gs>
            <a:gs pos="100000">
              <a:schemeClr val="accent3">
                <a:hueOff val="4128129"/>
                <a:satOff val="-30245"/>
                <a:lumOff val="496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30C51F0-C161-4023-8D19-ACBA953BF38A}">
      <dsp:nvSpPr>
        <dsp:cNvPr id="0" name=""/>
        <dsp:cNvSpPr/>
      </dsp:nvSpPr>
      <dsp:spPr>
        <a:xfrm>
          <a:off x="2259997" y="1808000"/>
          <a:ext cx="8524793" cy="1807996"/>
        </a:xfrm>
        <a:prstGeom prst="rect">
          <a:avLst/>
        </a:prstGeom>
        <a:solidFill>
          <a:schemeClr val="lt1">
            <a:alpha val="90000"/>
            <a:hueOff val="0"/>
            <a:satOff val="0"/>
            <a:lumOff val="0"/>
            <a:alphaOff val="0"/>
          </a:schemeClr>
        </a:solidFill>
        <a:ln w="6350" cap="flat" cmpd="sng" algn="ctr">
          <a:solidFill>
            <a:schemeClr val="accent3">
              <a:hueOff val="4128129"/>
              <a:satOff val="-30245"/>
              <a:lumOff val="496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Stock Multiple materials</a:t>
          </a:r>
        </a:p>
      </dsp:txBody>
      <dsp:txXfrm>
        <a:off x="2259997" y="1808000"/>
        <a:ext cx="4262396" cy="451998"/>
      </dsp:txXfrm>
    </dsp:sp>
    <dsp:sp modelId="{DD2D3984-E9DB-4F29-AAF6-3398D82BC488}">
      <dsp:nvSpPr>
        <dsp:cNvPr id="0" name=""/>
        <dsp:cNvSpPr/>
      </dsp:nvSpPr>
      <dsp:spPr>
        <a:xfrm>
          <a:off x="1694999" y="2259999"/>
          <a:ext cx="1129997" cy="1129997"/>
        </a:xfrm>
        <a:prstGeom prst="pie">
          <a:avLst>
            <a:gd name="adj1" fmla="val 5400000"/>
            <a:gd name="adj2" fmla="val 16200000"/>
          </a:avLst>
        </a:prstGeom>
        <a:gradFill rotWithShape="0">
          <a:gsLst>
            <a:gs pos="0">
              <a:schemeClr val="accent3">
                <a:hueOff val="5160162"/>
                <a:satOff val="-37807"/>
                <a:lumOff val="6208"/>
                <a:alphaOff val="0"/>
                <a:satMod val="103000"/>
                <a:lumMod val="102000"/>
                <a:tint val="94000"/>
              </a:schemeClr>
            </a:gs>
            <a:gs pos="50000">
              <a:schemeClr val="accent3">
                <a:hueOff val="5160162"/>
                <a:satOff val="-37807"/>
                <a:lumOff val="6208"/>
                <a:alphaOff val="0"/>
                <a:satMod val="110000"/>
                <a:lumMod val="100000"/>
                <a:shade val="100000"/>
              </a:schemeClr>
            </a:gs>
            <a:gs pos="100000">
              <a:schemeClr val="accent3">
                <a:hueOff val="5160162"/>
                <a:satOff val="-37807"/>
                <a:lumOff val="62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EEEFFCB-F3E0-446F-8278-3B1973F4F0DF}">
      <dsp:nvSpPr>
        <dsp:cNvPr id="0" name=""/>
        <dsp:cNvSpPr/>
      </dsp:nvSpPr>
      <dsp:spPr>
        <a:xfrm>
          <a:off x="2259997" y="2259999"/>
          <a:ext cx="8524793" cy="1129997"/>
        </a:xfrm>
        <a:prstGeom prst="rect">
          <a:avLst/>
        </a:prstGeom>
        <a:solidFill>
          <a:schemeClr val="lt1">
            <a:alpha val="90000"/>
            <a:hueOff val="0"/>
            <a:satOff val="0"/>
            <a:lumOff val="0"/>
            <a:alphaOff val="0"/>
          </a:schemeClr>
        </a:solidFill>
        <a:ln w="6350" cap="flat" cmpd="sng" algn="ctr">
          <a:solidFill>
            <a:schemeClr val="accent3">
              <a:hueOff val="5160162"/>
              <a:satOff val="-37807"/>
              <a:lumOff val="620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Overview Inventory Management</a:t>
          </a:r>
        </a:p>
      </dsp:txBody>
      <dsp:txXfrm>
        <a:off x="2259997" y="2259999"/>
        <a:ext cx="4262396" cy="451998"/>
      </dsp:txXfrm>
    </dsp:sp>
    <dsp:sp modelId="{C56EE4D4-46F3-4193-BFE4-A3F049434964}">
      <dsp:nvSpPr>
        <dsp:cNvPr id="0" name=""/>
        <dsp:cNvSpPr/>
      </dsp:nvSpPr>
      <dsp:spPr>
        <a:xfrm>
          <a:off x="2033998" y="2711998"/>
          <a:ext cx="451998" cy="451998"/>
        </a:xfrm>
        <a:prstGeom prst="pie">
          <a:avLst>
            <a:gd name="adj1" fmla="val 5400000"/>
            <a:gd name="adj2" fmla="val 16200000"/>
          </a:avLst>
        </a:prstGeom>
        <a:gradFill rotWithShape="0">
          <a:gsLst>
            <a:gs pos="0">
              <a:schemeClr val="accent3">
                <a:hueOff val="6192194"/>
                <a:satOff val="-45368"/>
                <a:lumOff val="7450"/>
                <a:alphaOff val="0"/>
                <a:satMod val="103000"/>
                <a:lumMod val="102000"/>
                <a:tint val="94000"/>
              </a:schemeClr>
            </a:gs>
            <a:gs pos="50000">
              <a:schemeClr val="accent3">
                <a:hueOff val="6192194"/>
                <a:satOff val="-45368"/>
                <a:lumOff val="7450"/>
                <a:alphaOff val="0"/>
                <a:satMod val="110000"/>
                <a:lumMod val="100000"/>
                <a:shade val="100000"/>
              </a:schemeClr>
            </a:gs>
            <a:gs pos="100000">
              <a:schemeClr val="accent3">
                <a:hueOff val="6192194"/>
                <a:satOff val="-45368"/>
                <a:lumOff val="745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8025D9-D9C1-41E8-8642-8F12895B90E8}">
      <dsp:nvSpPr>
        <dsp:cNvPr id="0" name=""/>
        <dsp:cNvSpPr/>
      </dsp:nvSpPr>
      <dsp:spPr>
        <a:xfrm>
          <a:off x="2259997" y="2711998"/>
          <a:ext cx="8524793" cy="451998"/>
        </a:xfrm>
        <a:prstGeom prst="rect">
          <a:avLst/>
        </a:prstGeom>
        <a:solidFill>
          <a:schemeClr val="lt1">
            <a:alpha val="90000"/>
            <a:hueOff val="0"/>
            <a:satOff val="0"/>
            <a:lumOff val="0"/>
            <a:alphaOff val="0"/>
          </a:schemeClr>
        </a:solidFill>
        <a:ln w="6350" cap="flat" cmpd="sng" algn="ctr">
          <a:solidFill>
            <a:schemeClr val="accent3">
              <a:hueOff val="6192194"/>
              <a:satOff val="-45368"/>
              <a:lumOff val="74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Inventory Report</a:t>
          </a:r>
        </a:p>
      </dsp:txBody>
      <dsp:txXfrm>
        <a:off x="2259997" y="2711998"/>
        <a:ext cx="4262396" cy="451998"/>
      </dsp:txXfrm>
    </dsp:sp>
    <dsp:sp modelId="{35CEA177-021D-4164-83E1-EA13EF483225}">
      <dsp:nvSpPr>
        <dsp:cNvPr id="0" name=""/>
        <dsp:cNvSpPr/>
      </dsp:nvSpPr>
      <dsp:spPr>
        <a:xfrm>
          <a:off x="6522395" y="0"/>
          <a:ext cx="4262396" cy="451998"/>
        </a:xfrm>
        <a:prstGeom prst="rect">
          <a:avLst/>
        </a:prstGeom>
        <a:noFill/>
        <a:ln w="6350" cap="flat" cmpd="sng" algn="ctr">
          <a:noFill/>
          <a:prstDash val="solid"/>
          <a:miter lim="800000"/>
        </a:ln>
        <a:effectLst/>
        <a:sp3d/>
      </dsp:spPr>
      <dsp:style>
        <a:lnRef idx="1">
          <a:scrgbClr r="0" g="0" b="0"/>
        </a:lnRef>
        <a:fillRef idx="1">
          <a:scrgbClr r="0" g="0" b="0"/>
        </a:fillRef>
        <a:effectRef idx="2">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MC.1 and MC.48</a:t>
          </a:r>
        </a:p>
      </dsp:txBody>
      <dsp:txXfrm>
        <a:off x="6522395" y="0"/>
        <a:ext cx="4262396" cy="451998"/>
      </dsp:txXfrm>
    </dsp:sp>
    <dsp:sp modelId="{A41EAE1E-1E0A-4F2E-851D-0C5490429D5E}">
      <dsp:nvSpPr>
        <dsp:cNvPr id="0" name=""/>
        <dsp:cNvSpPr/>
      </dsp:nvSpPr>
      <dsp:spPr>
        <a:xfrm>
          <a:off x="6522395" y="451998"/>
          <a:ext cx="4262396" cy="451998"/>
        </a:xfrm>
        <a:prstGeom prst="rect">
          <a:avLst/>
        </a:prstGeom>
        <a:noFill/>
        <a:ln w="6350" cap="flat" cmpd="sng" algn="ctr">
          <a:noFill/>
          <a:prstDash val="solid"/>
          <a:miter lim="800000"/>
        </a:ln>
        <a:effectLst/>
        <a:sp3d/>
      </dsp:spPr>
      <dsp:style>
        <a:lnRef idx="1">
          <a:scrgbClr r="0" g="0" b="0"/>
        </a:lnRef>
        <a:fillRef idx="1">
          <a:scrgbClr r="0" g="0" b="0"/>
        </a:fillRef>
        <a:effectRef idx="2">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MC.2, MC50, MC45, MCBC, and MCBA </a:t>
          </a:r>
        </a:p>
      </dsp:txBody>
      <dsp:txXfrm>
        <a:off x="6522395" y="451998"/>
        <a:ext cx="4262396" cy="451998"/>
      </dsp:txXfrm>
    </dsp:sp>
    <dsp:sp modelId="{44A7B034-482F-484D-ACA0-681155AD9CFD}">
      <dsp:nvSpPr>
        <dsp:cNvPr id="0" name=""/>
        <dsp:cNvSpPr/>
      </dsp:nvSpPr>
      <dsp:spPr>
        <a:xfrm>
          <a:off x="6522395" y="903997"/>
          <a:ext cx="4262396" cy="451998"/>
        </a:xfrm>
        <a:prstGeom prst="rect">
          <a:avLst/>
        </a:prstGeom>
        <a:noFill/>
        <a:ln w="6350" cap="flat" cmpd="sng" algn="ctr">
          <a:noFill/>
          <a:prstDash val="solid"/>
          <a:miter lim="800000"/>
        </a:ln>
        <a:effectLst/>
        <a:sp3d/>
      </dsp:spPr>
      <dsp:style>
        <a:lnRef idx="1">
          <a:scrgbClr r="0" g="0" b="0"/>
        </a:lnRef>
        <a:fillRef idx="1">
          <a:scrgbClr r="0" g="0" b="0"/>
        </a:fillRef>
        <a:effectRef idx="2">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MC.B, MC.C</a:t>
          </a:r>
        </a:p>
      </dsp:txBody>
      <dsp:txXfrm>
        <a:off x="6522395" y="903997"/>
        <a:ext cx="4262396" cy="451998"/>
      </dsp:txXfrm>
    </dsp:sp>
    <dsp:sp modelId="{4112936D-EFB3-4233-8100-C21B5765CF8D}">
      <dsp:nvSpPr>
        <dsp:cNvPr id="0" name=""/>
        <dsp:cNvSpPr/>
      </dsp:nvSpPr>
      <dsp:spPr>
        <a:xfrm>
          <a:off x="6522395" y="1355996"/>
          <a:ext cx="4262396" cy="452003"/>
        </a:xfrm>
        <a:prstGeom prst="rect">
          <a:avLst/>
        </a:prstGeom>
        <a:noFill/>
        <a:ln w="6350" cap="flat" cmpd="sng" algn="ctr">
          <a:noFill/>
          <a:prstDash val="solid"/>
          <a:miter lim="800000"/>
        </a:ln>
        <a:effectLst/>
        <a:sp3d/>
      </dsp:spPr>
      <dsp:style>
        <a:lnRef idx="1">
          <a:scrgbClr r="0" g="0" b="0"/>
        </a:lnRef>
        <a:fillRef idx="1">
          <a:scrgbClr r="0" g="0" b="0"/>
        </a:fillRef>
        <a:effectRef idx="2">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MC46</a:t>
          </a:r>
        </a:p>
      </dsp:txBody>
      <dsp:txXfrm>
        <a:off x="6522395" y="1355996"/>
        <a:ext cx="4262396" cy="452003"/>
      </dsp:txXfrm>
    </dsp:sp>
    <dsp:sp modelId="{AA399934-3668-4F60-8616-5ECC47EBB38D}">
      <dsp:nvSpPr>
        <dsp:cNvPr id="0" name=""/>
        <dsp:cNvSpPr/>
      </dsp:nvSpPr>
      <dsp:spPr>
        <a:xfrm>
          <a:off x="6522395" y="1808000"/>
          <a:ext cx="4262396" cy="451998"/>
        </a:xfrm>
        <a:prstGeom prst="rect">
          <a:avLst/>
        </a:prstGeom>
        <a:noFill/>
        <a:ln w="6350" cap="flat" cmpd="sng" algn="ctr">
          <a:noFill/>
          <a:prstDash val="solid"/>
          <a:miter lim="800000"/>
        </a:ln>
        <a:effectLst/>
        <a:sp3d/>
      </dsp:spPr>
      <dsp:style>
        <a:lnRef idx="1">
          <a:scrgbClr r="0" g="0" b="0"/>
        </a:lnRef>
        <a:fillRef idx="1">
          <a:scrgbClr r="0" g="0" b="0"/>
        </a:fillRef>
        <a:effectRef idx="2">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MC.1 and MC.48</a:t>
          </a:r>
        </a:p>
      </dsp:txBody>
      <dsp:txXfrm>
        <a:off x="6522395" y="1808000"/>
        <a:ext cx="4262396" cy="451998"/>
      </dsp:txXfrm>
    </dsp:sp>
    <dsp:sp modelId="{3CD2B28C-6122-4F8C-B911-1227EDF4966E}">
      <dsp:nvSpPr>
        <dsp:cNvPr id="0" name=""/>
        <dsp:cNvSpPr/>
      </dsp:nvSpPr>
      <dsp:spPr>
        <a:xfrm>
          <a:off x="6522395" y="2711998"/>
          <a:ext cx="4262396" cy="451998"/>
        </a:xfrm>
        <a:prstGeom prst="rect">
          <a:avLst/>
        </a:prstGeom>
        <a:noFill/>
        <a:ln w="6350" cap="flat" cmpd="sng" algn="ctr">
          <a:noFill/>
          <a:prstDash val="solid"/>
          <a:miter lim="800000"/>
        </a:ln>
        <a:effectLst/>
        <a:sp3d/>
      </dsp:spPr>
      <dsp:style>
        <a:lnRef idx="1">
          <a:scrgbClr r="0" g="0" b="0"/>
        </a:lnRef>
        <a:fillRef idx="1">
          <a:scrgbClr r="0" g="0" b="0"/>
        </a:fillRef>
        <a:effectRef idx="2">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ZCP06</a:t>
          </a:r>
        </a:p>
      </dsp:txBody>
      <dsp:txXfrm>
        <a:off x="6522395" y="2711998"/>
        <a:ext cx="4262396" cy="45199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07/05/2024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dirty="0"/>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dirty="0"/>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dirty="0">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dirty="0">
                <a:solidFill>
                  <a:schemeClr val="bg1"/>
                </a:solidFill>
                <a:latin typeface="Arial" charset="0"/>
                <a:ea typeface="Arial" charset="0"/>
                <a:cs typeface="Arial" charset="0"/>
              </a:rPr>
              <a:t>PROJECT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3792690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Tree>
    <p:extLst>
      <p:ext uri="{BB962C8B-B14F-4D97-AF65-F5344CB8AC3E}">
        <p14:creationId xmlns:p14="http://schemas.microsoft.com/office/powerpoint/2010/main" val="165047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Tree>
    <p:extLst>
      <p:ext uri="{BB962C8B-B14F-4D97-AF65-F5344CB8AC3E}">
        <p14:creationId xmlns:p14="http://schemas.microsoft.com/office/powerpoint/2010/main" val="1882155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Tree>
    <p:extLst>
      <p:ext uri="{BB962C8B-B14F-4D97-AF65-F5344CB8AC3E}">
        <p14:creationId xmlns:p14="http://schemas.microsoft.com/office/powerpoint/2010/main" val="1636589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239496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265934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673999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dirty="0"/>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2202305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sp>
        <p:nvSpPr>
          <p:cNvPr id="2" name="Title 1"/>
          <p:cNvSpPr>
            <a:spLocks noGrp="1"/>
          </p:cNvSpPr>
          <p:nvPr>
            <p:ph type="title"/>
          </p:nvPr>
        </p:nvSpPr>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283683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dirty="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dirty="0">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dirty="0">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697118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98980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r>
              <a:rPr lang="en-GB"/>
              <a:t>Presentation title in footer</a:t>
            </a:r>
            <a:endParaRPr lang="en-GB" dirty="0"/>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B3E701B-5455-4F0C-9A35-77E4D69F7FB8}"/>
              </a:ext>
            </a:extLst>
          </p:cNvPr>
          <p:cNvSpPr/>
          <p:nvPr userDrawn="1"/>
        </p:nvSpPr>
        <p:spPr>
          <a:xfrm>
            <a:off x="0" y="678873"/>
            <a:ext cx="207818" cy="5968783"/>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 name="Group 13">
            <a:extLst>
              <a:ext uri="{FF2B5EF4-FFF2-40B4-BE49-F238E27FC236}">
                <a16:creationId xmlns:a16="http://schemas.microsoft.com/office/drawing/2014/main" id="{FAA86175-99F3-495F-AF6C-B58201CD558C}"/>
              </a:ext>
            </a:extLst>
          </p:cNvPr>
          <p:cNvGrpSpPr/>
          <p:nvPr userDrawn="1"/>
        </p:nvGrpSpPr>
        <p:grpSpPr>
          <a:xfrm>
            <a:off x="515937" y="326276"/>
            <a:ext cx="902611" cy="902611"/>
            <a:chOff x="515937" y="326276"/>
            <a:chExt cx="902611" cy="902611"/>
          </a:xfrm>
        </p:grpSpPr>
        <p:grpSp>
          <p:nvGrpSpPr>
            <p:cNvPr id="15" name="Group 14">
              <a:extLst>
                <a:ext uri="{FF2B5EF4-FFF2-40B4-BE49-F238E27FC236}">
                  <a16:creationId xmlns:a16="http://schemas.microsoft.com/office/drawing/2014/main" id="{466D4565-5717-4B23-80C3-CA48C9754761}"/>
                </a:ext>
              </a:extLst>
            </p:cNvPr>
            <p:cNvGrpSpPr/>
            <p:nvPr/>
          </p:nvGrpSpPr>
          <p:grpSpPr>
            <a:xfrm>
              <a:off x="515937" y="326276"/>
              <a:ext cx="902611" cy="902611"/>
              <a:chOff x="4492144" y="190843"/>
              <a:chExt cx="855656" cy="855656"/>
            </a:xfrm>
          </p:grpSpPr>
          <p:sp>
            <p:nvSpPr>
              <p:cNvPr id="17" name="Oval 16">
                <a:extLst>
                  <a:ext uri="{FF2B5EF4-FFF2-40B4-BE49-F238E27FC236}">
                    <a16:creationId xmlns:a16="http://schemas.microsoft.com/office/drawing/2014/main" id="{5A247E15-B4A9-46FF-814A-A7505729B379}"/>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94303D54-355D-48A6-8C7E-AD7B2A9E4ABC}"/>
                  </a:ext>
                </a:extLst>
              </p:cNvPr>
              <p:cNvSpPr/>
              <p:nvPr/>
            </p:nvSpPr>
            <p:spPr>
              <a:xfrm>
                <a:off x="4551137" y="249836"/>
                <a:ext cx="737671" cy="737671"/>
              </a:xfrm>
              <a:prstGeom prst="ellipse">
                <a:avLst/>
              </a:prstGeom>
              <a:solidFill>
                <a:schemeClr val="accent4">
                  <a:lumMod val="60000"/>
                  <a:lumOff val="4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6" name="Picture 15">
              <a:extLst>
                <a:ext uri="{FF2B5EF4-FFF2-40B4-BE49-F238E27FC236}">
                  <a16:creationId xmlns:a16="http://schemas.microsoft.com/office/drawing/2014/main" id="{B6AFB9AD-CD83-4DEC-BB0C-B572415D760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15646564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325"/>
            <a:ext cx="12193200" cy="4993114"/>
          </a:xfrm>
          <a:prstGeom prst="rect">
            <a:avLst/>
          </a:prstGeom>
        </p:spPr>
      </p:pic>
      <p:sp>
        <p:nvSpPr>
          <p:cNvPr id="6" name="Rectangle 5"/>
          <p:cNvSpPr/>
          <p:nvPr userDrawn="1"/>
        </p:nvSpPr>
        <p:spPr>
          <a:xfrm>
            <a:off x="0" y="4199439"/>
            <a:ext cx="12192000" cy="1440000"/>
          </a:xfrm>
          <a:prstGeom prst="rect">
            <a:avLst/>
          </a:prstGeom>
          <a:solidFill>
            <a:srgbClr val="995AB9">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19879" y="4344891"/>
            <a:ext cx="1149096" cy="1149096"/>
          </a:xfrm>
          <a:prstGeom prst="rect">
            <a:avLst/>
          </a:prstGeom>
        </p:spPr>
      </p:pic>
    </p:spTree>
    <p:extLst>
      <p:ext uri="{BB962C8B-B14F-4D97-AF65-F5344CB8AC3E}">
        <p14:creationId xmlns:p14="http://schemas.microsoft.com/office/powerpoint/2010/main" val="10996345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9" name="Group 8"/>
          <p:cNvGrpSpPr/>
          <p:nvPr/>
        </p:nvGrpSpPr>
        <p:grpSpPr>
          <a:xfrm>
            <a:off x="10630458" y="467083"/>
            <a:ext cx="1252125" cy="519980"/>
            <a:chOff x="686607" y="466803"/>
            <a:chExt cx="2328809" cy="967103"/>
          </a:xfrm>
        </p:grpSpPr>
        <p:sp>
          <p:nvSpPr>
            <p:cNvPr id="13" name="Rounded Rectangle 12"/>
            <p:cNvSpPr/>
            <p:nvPr/>
          </p:nvSpPr>
          <p:spPr bwMode="auto">
            <a:xfrm>
              <a:off x="686607" y="466803"/>
              <a:ext cx="110686" cy="780960"/>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S4-ERP</a:t>
              </a:r>
            </a:p>
          </p:txBody>
        </p:sp>
      </p:grpSp>
      <p:sp>
        <p:nvSpPr>
          <p:cNvPr id="14" name="Rectangle 13"/>
          <p:cNvSpPr/>
          <p:nvPr userDrawn="1"/>
        </p:nvSpPr>
        <p:spPr>
          <a:xfrm>
            <a:off x="0" y="678873"/>
            <a:ext cx="207818" cy="5968783"/>
          </a:xfrm>
          <a:prstGeom prst="rect">
            <a:avLst/>
          </a:prstGeom>
          <a:solidFill>
            <a:srgbClr val="995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995AB9"/>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994292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0630458" y="467083"/>
            <a:ext cx="1252125" cy="519980"/>
            <a:chOff x="686607" y="466803"/>
            <a:chExt cx="2328809" cy="967103"/>
          </a:xfrm>
        </p:grpSpPr>
        <p:sp>
          <p:nvSpPr>
            <p:cNvPr id="16" name="Rounded Rectangle 15"/>
            <p:cNvSpPr/>
            <p:nvPr/>
          </p:nvSpPr>
          <p:spPr bwMode="auto">
            <a:xfrm>
              <a:off x="686607" y="466803"/>
              <a:ext cx="110686" cy="780960"/>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SF-ERP</a:t>
              </a:r>
            </a:p>
          </p:txBody>
        </p:sp>
      </p:grpSp>
      <p:sp>
        <p:nvSpPr>
          <p:cNvPr id="17" name="Rectangle 16"/>
          <p:cNvSpPr/>
          <p:nvPr userDrawn="1"/>
        </p:nvSpPr>
        <p:spPr>
          <a:xfrm>
            <a:off x="0" y="678873"/>
            <a:ext cx="207818" cy="5968783"/>
          </a:xfrm>
          <a:prstGeom prst="rect">
            <a:avLst/>
          </a:prstGeom>
          <a:solidFill>
            <a:srgbClr val="995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995AB9"/>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553163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9" name="Group 8"/>
          <p:cNvGrpSpPr/>
          <p:nvPr/>
        </p:nvGrpSpPr>
        <p:grpSpPr>
          <a:xfrm>
            <a:off x="10630458" y="467083"/>
            <a:ext cx="1252125" cy="519980"/>
            <a:chOff x="686607" y="466803"/>
            <a:chExt cx="2328809" cy="967103"/>
          </a:xfrm>
        </p:grpSpPr>
        <p:sp>
          <p:nvSpPr>
            <p:cNvPr id="13" name="Rounded Rectangle 12"/>
            <p:cNvSpPr/>
            <p:nvPr/>
          </p:nvSpPr>
          <p:spPr bwMode="auto">
            <a:xfrm>
              <a:off x="686607" y="466803"/>
              <a:ext cx="110686" cy="780960"/>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sp>
        <p:nvSpPr>
          <p:cNvPr id="14" name="Rectangle 13"/>
          <p:cNvSpPr/>
          <p:nvPr userDrawn="1"/>
        </p:nvSpPr>
        <p:spPr>
          <a:xfrm>
            <a:off x="0" y="678873"/>
            <a:ext cx="207818" cy="5968783"/>
          </a:xfrm>
          <a:prstGeom prst="rect">
            <a:avLst/>
          </a:prstGeom>
          <a:solidFill>
            <a:srgbClr val="995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995AB9"/>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556534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71"/>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237070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98980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r>
              <a:rPr lang="en-GB"/>
              <a:t>Presentation title in footer</a:t>
            </a:r>
            <a:endParaRPr lang="en-GB" dirty="0"/>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B3E701B-5455-4F0C-9A35-77E4D69F7FB8}"/>
              </a:ext>
            </a:extLst>
          </p:cNvPr>
          <p:cNvSpPr/>
          <p:nvPr userDrawn="1"/>
        </p:nvSpPr>
        <p:spPr>
          <a:xfrm>
            <a:off x="0" y="678873"/>
            <a:ext cx="207818" cy="5968783"/>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 name="Group 13">
            <a:extLst>
              <a:ext uri="{FF2B5EF4-FFF2-40B4-BE49-F238E27FC236}">
                <a16:creationId xmlns:a16="http://schemas.microsoft.com/office/drawing/2014/main" id="{FAA86175-99F3-495F-AF6C-B58201CD558C}"/>
              </a:ext>
            </a:extLst>
          </p:cNvPr>
          <p:cNvGrpSpPr/>
          <p:nvPr userDrawn="1"/>
        </p:nvGrpSpPr>
        <p:grpSpPr>
          <a:xfrm>
            <a:off x="515937" y="326276"/>
            <a:ext cx="902611" cy="902611"/>
            <a:chOff x="515937" y="326276"/>
            <a:chExt cx="902611" cy="902611"/>
          </a:xfrm>
        </p:grpSpPr>
        <p:grpSp>
          <p:nvGrpSpPr>
            <p:cNvPr id="15" name="Group 14">
              <a:extLst>
                <a:ext uri="{FF2B5EF4-FFF2-40B4-BE49-F238E27FC236}">
                  <a16:creationId xmlns:a16="http://schemas.microsoft.com/office/drawing/2014/main" id="{466D4565-5717-4B23-80C3-CA48C9754761}"/>
                </a:ext>
              </a:extLst>
            </p:cNvPr>
            <p:cNvGrpSpPr/>
            <p:nvPr/>
          </p:nvGrpSpPr>
          <p:grpSpPr>
            <a:xfrm>
              <a:off x="515937" y="326276"/>
              <a:ext cx="902611" cy="902611"/>
              <a:chOff x="4492144" y="190843"/>
              <a:chExt cx="855656" cy="855656"/>
            </a:xfrm>
          </p:grpSpPr>
          <p:sp>
            <p:nvSpPr>
              <p:cNvPr id="17" name="Oval 16">
                <a:extLst>
                  <a:ext uri="{FF2B5EF4-FFF2-40B4-BE49-F238E27FC236}">
                    <a16:creationId xmlns:a16="http://schemas.microsoft.com/office/drawing/2014/main" id="{5A247E15-B4A9-46FF-814A-A7505729B379}"/>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94303D54-355D-48A6-8C7E-AD7B2A9E4ABC}"/>
                  </a:ext>
                </a:extLst>
              </p:cNvPr>
              <p:cNvSpPr/>
              <p:nvPr/>
            </p:nvSpPr>
            <p:spPr>
              <a:xfrm>
                <a:off x="4551137" y="249836"/>
                <a:ext cx="737671" cy="737671"/>
              </a:xfrm>
              <a:prstGeom prst="ellipse">
                <a:avLst/>
              </a:prstGeom>
              <a:solidFill>
                <a:schemeClr val="accent4">
                  <a:lumMod val="60000"/>
                  <a:lumOff val="4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6" name="Picture 15">
              <a:extLst>
                <a:ext uri="{FF2B5EF4-FFF2-40B4-BE49-F238E27FC236}">
                  <a16:creationId xmlns:a16="http://schemas.microsoft.com/office/drawing/2014/main" id="{B6AFB9AD-CD83-4DEC-BB0C-B572415D760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8784302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Tree>
    <p:extLst>
      <p:ext uri="{BB962C8B-B14F-4D97-AF65-F5344CB8AC3E}">
        <p14:creationId xmlns:p14="http://schemas.microsoft.com/office/powerpoint/2010/main" val="2072201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583574900"/>
      </p:ext>
    </p:extLst>
  </p:cSld>
  <p:clrMap bg1="lt1" tx1="dk1" bg2="lt2" tx2="dk2" accent1="accent1" accent2="accent2" accent3="accent3" accent4="accent4" accent5="accent5" accent6="accent6" hlink="hlink" folHlink="folHlink"/>
  <p:sldLayoutIdLst>
    <p:sldLayoutId id="2147483696" r:id="rId1"/>
    <p:sldLayoutId id="2147483692" r:id="rId2"/>
    <p:sldLayoutId id="2147483668" r:id="rId3"/>
    <p:sldLayoutId id="2147483695" r:id="rId4"/>
    <p:sldLayoutId id="2147483650" r:id="rId5"/>
    <p:sldLayoutId id="2147483657" r:id="rId6"/>
    <p:sldLayoutId id="2147483654" r:id="rId7"/>
    <p:sldLayoutId id="2147483679" r:id="rId8"/>
    <p:sldLayoutId id="2147483664" r:id="rId9"/>
    <p:sldLayoutId id="2147483688" r:id="rId10"/>
    <p:sldLayoutId id="2147483700" r:id="rId11"/>
    <p:sldLayoutId id="2147483701" r:id="rId12"/>
    <p:sldLayoutId id="2147483698" r:id="rId13"/>
    <p:sldLayoutId id="2147483699" r:id="rId14"/>
    <p:sldLayoutId id="2147483655" r:id="rId15"/>
    <p:sldLayoutId id="2147483693" r:id="rId16"/>
    <p:sldLayoutId id="2147483685" r:id="rId17"/>
    <p:sldLayoutId id="2147483691" r:id="rId18"/>
    <p:sldLayoutId id="2147483684" r:id="rId19"/>
    <p:sldLayoutId id="2147483717" r:id="rId20"/>
    <p:sldLayoutId id="2147483868" r:id="rId21"/>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userDrawn="1">
          <p15:clr>
            <a:srgbClr val="F26B43"/>
          </p15:clr>
        </p15:guide>
        <p15:guide id="9" orient="horz"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696359990"/>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67" r:id="rId5"/>
    <p:sldLayoutId id="2147483869" r:id="rId6"/>
    <p:sldLayoutId id="2147483870" r:id="rId7"/>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bin"/><Relationship Id="rId1" Type="http://schemas.openxmlformats.org/officeDocument/2006/relationships/slideLayout" Target="../slideLayouts/slideLayout25.xml"/><Relationship Id="rId5" Type="http://schemas.openxmlformats.org/officeDocument/2006/relationships/image" Target="../media/image19.png"/><Relationship Id="rId4" Type="http://schemas.openxmlformats.org/officeDocument/2006/relationships/image" Target="../media/image21.wmf"/></Relationships>
</file>

<file path=ppt/slides/_rels/slide2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2.bin"/><Relationship Id="rId1" Type="http://schemas.openxmlformats.org/officeDocument/2006/relationships/slideLayout" Target="../slideLayouts/slideLayout25.xml"/><Relationship Id="rId5" Type="http://schemas.openxmlformats.org/officeDocument/2006/relationships/image" Target="../media/image23.jpeg"/><Relationship Id="rId4" Type="http://schemas.openxmlformats.org/officeDocument/2006/relationships/image" Target="../media/image22.wmf"/></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3.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cap="none" dirty="0"/>
              <a:t>INVENTORY MANAGEMENT</a:t>
            </a:r>
            <a:endParaRPr lang="en-GB" dirty="0"/>
          </a:p>
        </p:txBody>
      </p:sp>
    </p:spTree>
    <p:extLst>
      <p:ext uri="{BB962C8B-B14F-4D97-AF65-F5344CB8AC3E}">
        <p14:creationId xmlns:p14="http://schemas.microsoft.com/office/powerpoint/2010/main" val="1749046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p:txBody>
          <a:bodyPr/>
          <a:lstStyle/>
          <a:p>
            <a:r>
              <a:rPr lang="en-GB" dirty="0"/>
              <a:t>Course Structure</a:t>
            </a:r>
          </a:p>
        </p:txBody>
      </p:sp>
      <p:sp>
        <p:nvSpPr>
          <p:cNvPr id="2" name="Footer Placeholder 1"/>
          <p:cNvSpPr>
            <a:spLocks noGrp="1"/>
          </p:cNvSpPr>
          <p:nvPr>
            <p:ph type="ftr" sz="quarter" idx="10"/>
          </p:nvPr>
        </p:nvSpPr>
        <p:spPr/>
        <p:txBody>
          <a:bodyPr/>
          <a:lstStyle/>
          <a:p>
            <a:r>
              <a:rPr lang="en-GB"/>
              <a:t>Presentation title in footer</a:t>
            </a:r>
            <a:endParaRPr lang="en-GB" dirty="0"/>
          </a:p>
        </p:txBody>
      </p:sp>
      <p:sp>
        <p:nvSpPr>
          <p:cNvPr id="3" name="Slide Number Placeholder 2"/>
          <p:cNvSpPr>
            <a:spLocks noGrp="1"/>
          </p:cNvSpPr>
          <p:nvPr>
            <p:ph type="sldNum" sz="quarter" idx="11"/>
          </p:nvPr>
        </p:nvSpPr>
        <p:spPr/>
        <p:txBody>
          <a:bodyPr/>
          <a:lstStyle/>
          <a:p>
            <a:fld id="{F4C94289-3309-4C35-850A-56FD49B3E346}" type="slidenum">
              <a:rPr lang="en-GB" smtClean="0"/>
              <a:pPr/>
              <a:t>2</a:t>
            </a:fld>
            <a:endParaRPr lang="en-GB" dirty="0"/>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1656000"/>
            <a:ext cx="3694030" cy="482400"/>
          </a:xfrm>
          <a:prstGeom prst="roundRect">
            <a:avLst/>
          </a:prstGeom>
          <a:solidFill>
            <a:schemeClr val="accent4">
              <a:lumMod val="60000"/>
              <a:lumOff val="40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Overview</a:t>
            </a: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29968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a:t>Inbound Materials</a:t>
            </a:r>
            <a:endParaRPr lang="en-US" dirty="0"/>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294336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Internal Movements</a:t>
            </a:r>
            <a:endParaRPr lang="en-US" dirty="0"/>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58704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Quality Management	</a:t>
            </a:r>
            <a:endParaRPr lang="en-US" dirty="0"/>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23072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Inventory Controlling Reports</a:t>
            </a:r>
            <a:endParaRPr lang="en-US" dirty="0"/>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540880"/>
            <a:ext cx="1339200" cy="902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flipV="1">
            <a:off x="1854000" y="3184560"/>
            <a:ext cx="1339200" cy="258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384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028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1897200"/>
            <a:ext cx="1339200" cy="154620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D284217-7569-4204-8000-68288C2DB70A}"/>
              </a:ext>
            </a:extLst>
          </p:cNvPr>
          <p:cNvGrpSpPr/>
          <p:nvPr/>
        </p:nvGrpSpPr>
        <p:grpSpPr>
          <a:xfrm>
            <a:off x="403200" y="2718000"/>
            <a:ext cx="1450800" cy="1450800"/>
            <a:chOff x="220501" y="2765364"/>
            <a:chExt cx="1450800" cy="1450800"/>
          </a:xfrm>
        </p:grpSpPr>
        <p:grpSp>
          <p:nvGrpSpPr>
            <p:cNvPr id="24" name="Group 23"/>
            <p:cNvGrpSpPr/>
            <p:nvPr/>
          </p:nvGrpSpPr>
          <p:grpSpPr>
            <a:xfrm>
              <a:off x="220501" y="2765364"/>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4">
                  <a:lumMod val="60000"/>
                  <a:lumOff val="40000"/>
                </a:schemeClr>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0" name="Picture 29">
              <a:extLst>
                <a:ext uri="{FF2B5EF4-FFF2-40B4-BE49-F238E27FC236}">
                  <a16:creationId xmlns:a16="http://schemas.microsoft.com/office/drawing/2014/main" id="{DDB34049-899C-43C7-9CC1-7678AB7CE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0058" y="3160899"/>
              <a:ext cx="687600" cy="687600"/>
            </a:xfrm>
            <a:prstGeom prst="rect">
              <a:avLst/>
            </a:prstGeom>
          </p:spPr>
        </p:pic>
      </p:grpSp>
    </p:spTree>
    <p:extLst>
      <p:ext uri="{BB962C8B-B14F-4D97-AF65-F5344CB8AC3E}">
        <p14:creationId xmlns:p14="http://schemas.microsoft.com/office/powerpoint/2010/main" val="83009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44626-E328-4F35-B3EE-8066B1AC0130}"/>
              </a:ext>
            </a:extLst>
          </p:cNvPr>
          <p:cNvSpPr>
            <a:spLocks noGrp="1"/>
          </p:cNvSpPr>
          <p:nvPr>
            <p:ph type="title"/>
          </p:nvPr>
        </p:nvSpPr>
        <p:spPr/>
        <p:txBody>
          <a:bodyPr/>
          <a:lstStyle/>
          <a:p>
            <a:r>
              <a:rPr lang="en-US" sz="4800" dirty="0"/>
              <a:t>overview</a:t>
            </a:r>
          </a:p>
        </p:txBody>
      </p:sp>
      <p:sp>
        <p:nvSpPr>
          <p:cNvPr id="3" name="Footer Placeholder 2">
            <a:extLst>
              <a:ext uri="{FF2B5EF4-FFF2-40B4-BE49-F238E27FC236}">
                <a16:creationId xmlns:a16="http://schemas.microsoft.com/office/drawing/2014/main" id="{FB53683C-96E3-4017-91EB-7195DBDEF1E9}"/>
              </a:ext>
            </a:extLst>
          </p:cNvPr>
          <p:cNvSpPr>
            <a:spLocks noGrp="1"/>
          </p:cNvSpPr>
          <p:nvPr>
            <p:ph type="ftr" sz="quarter" idx="11"/>
          </p:nvPr>
        </p:nvSpPr>
        <p:spPr/>
        <p:txBody>
          <a:bodyPr/>
          <a:lstStyle/>
          <a:p>
            <a:r>
              <a:rPr lang="en-GB"/>
              <a:t>Presentation title in footer</a:t>
            </a:r>
            <a:endParaRPr lang="en-GB" dirty="0"/>
          </a:p>
        </p:txBody>
      </p:sp>
      <p:sp>
        <p:nvSpPr>
          <p:cNvPr id="4" name="Slide Number Placeholder 3">
            <a:extLst>
              <a:ext uri="{FF2B5EF4-FFF2-40B4-BE49-F238E27FC236}">
                <a16:creationId xmlns:a16="http://schemas.microsoft.com/office/drawing/2014/main" id="{28D93382-C395-482E-98C5-0C0052454EDB}"/>
              </a:ext>
            </a:extLst>
          </p:cNvPr>
          <p:cNvSpPr>
            <a:spLocks noGrp="1"/>
          </p:cNvSpPr>
          <p:nvPr>
            <p:ph type="sldNum" sz="quarter" idx="12"/>
          </p:nvPr>
        </p:nvSpPr>
        <p:spPr/>
        <p:txBody>
          <a:bodyPr/>
          <a:lstStyle/>
          <a:p>
            <a:fld id="{F4C94289-3309-4C35-850A-56FD49B3E346}" type="slidenum">
              <a:rPr lang="en-GB" smtClean="0"/>
              <a:pPr/>
              <a:t>3</a:t>
            </a:fld>
            <a:endParaRPr lang="en-GB" dirty="0"/>
          </a:p>
        </p:txBody>
      </p:sp>
    </p:spTree>
    <p:extLst>
      <p:ext uri="{BB962C8B-B14F-4D97-AF65-F5344CB8AC3E}">
        <p14:creationId xmlns:p14="http://schemas.microsoft.com/office/powerpoint/2010/main" val="1815412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5E6F-8A35-4DC9-8851-61020E5B5E0D}"/>
              </a:ext>
            </a:extLst>
          </p:cNvPr>
          <p:cNvSpPr>
            <a:spLocks noGrp="1"/>
          </p:cNvSpPr>
          <p:nvPr>
            <p:ph type="title"/>
          </p:nvPr>
        </p:nvSpPr>
        <p:spPr/>
        <p:txBody>
          <a:bodyPr/>
          <a:lstStyle/>
          <a:p>
            <a:r>
              <a:rPr lang="en-US" dirty="0"/>
              <a:t>What is goods movement?</a:t>
            </a:r>
          </a:p>
        </p:txBody>
      </p:sp>
      <p:sp>
        <p:nvSpPr>
          <p:cNvPr id="3" name="Content Placeholder 2">
            <a:extLst>
              <a:ext uri="{FF2B5EF4-FFF2-40B4-BE49-F238E27FC236}">
                <a16:creationId xmlns:a16="http://schemas.microsoft.com/office/drawing/2014/main" id="{287CF9DE-0FDE-4595-A15E-D5B78FC44598}"/>
              </a:ext>
            </a:extLst>
          </p:cNvPr>
          <p:cNvSpPr>
            <a:spLocks noGrp="1"/>
          </p:cNvSpPr>
          <p:nvPr>
            <p:ph idx="1"/>
          </p:nvPr>
        </p:nvSpPr>
        <p:spPr>
          <a:xfrm>
            <a:off x="515938" y="1695450"/>
            <a:ext cx="6329243" cy="4587081"/>
          </a:xfrm>
        </p:spPr>
        <p:txBody>
          <a:bodyPr/>
          <a:lstStyle/>
          <a:p>
            <a:pPr marL="285750" indent="-285750">
              <a:buFont typeface="Arial" panose="020B0604020202020204" pitchFamily="34" charset="0"/>
              <a:buChar char="•"/>
            </a:pPr>
            <a:r>
              <a:rPr lang="en-US" sz="1200" b="1" dirty="0"/>
              <a:t>Goods Movement is a transaction resulting a change in the stock</a:t>
            </a:r>
            <a:endParaRPr lang="en-US" sz="1200" dirty="0"/>
          </a:p>
          <a:p>
            <a:pPr marL="893763" lvl="3" indent="-285750"/>
            <a:r>
              <a:rPr lang="en-US" sz="1200" b="1" dirty="0"/>
              <a:t>Goods Receipt (GR)</a:t>
            </a:r>
            <a:br>
              <a:rPr lang="en-US" sz="1200" b="1" dirty="0"/>
            </a:br>
            <a:r>
              <a:rPr lang="en-US" sz="1200" dirty="0"/>
              <a:t>GR is the receipt of goods from a vendor or from production order. A goods receipt leads to an increase in the stock</a:t>
            </a:r>
          </a:p>
          <a:p>
            <a:pPr marL="893763" lvl="3" indent="-285750"/>
            <a:r>
              <a:rPr lang="en-US" sz="1200" b="1" dirty="0"/>
              <a:t>Goods Issue (GI)</a:t>
            </a:r>
            <a:br>
              <a:rPr lang="en-US" sz="1200" dirty="0"/>
            </a:br>
            <a:r>
              <a:rPr lang="en-US" sz="1200" dirty="0"/>
              <a:t>GI is the material withdrawal or material issue, a material consumption, or a shipment of goods to a customer. A goods issue leads to a reduction in the stock</a:t>
            </a:r>
          </a:p>
          <a:p>
            <a:pPr marL="893763" lvl="3" indent="-285750"/>
            <a:r>
              <a:rPr lang="en-US" sz="1200" b="1" dirty="0"/>
              <a:t>Stock Transfer</a:t>
            </a:r>
            <a:br>
              <a:rPr lang="en-US" sz="1200" dirty="0"/>
            </a:br>
            <a:r>
              <a:rPr lang="en-US" sz="1200" dirty="0"/>
              <a:t>A stock transfer is the removal of material from one storage location to another storage location. Stock transfers can occur either within the same plant/company code or between two plants/company codes</a:t>
            </a:r>
          </a:p>
          <a:p>
            <a:pPr marL="893763" lvl="3" indent="-285750"/>
            <a:r>
              <a:rPr lang="en-US" sz="1200" b="1" dirty="0"/>
              <a:t>Transfer Posting</a:t>
            </a:r>
            <a:br>
              <a:rPr lang="en-US" sz="1200" dirty="0"/>
            </a:br>
            <a:r>
              <a:rPr lang="en-US" sz="1200" dirty="0"/>
              <a:t>A transfer posting is a general term for stock transfers and changes in stock type or stock category of a material. It is irrelevant whether the posting occurs together with a physical movement or not.</a:t>
            </a:r>
            <a:br>
              <a:rPr lang="en-US" sz="1200" dirty="0"/>
            </a:br>
            <a:r>
              <a:rPr lang="en-US" sz="1200" dirty="0"/>
              <a:t>Examples of transfer postings are:</a:t>
            </a:r>
          </a:p>
          <a:p>
            <a:pPr marL="1598613" lvl="5" indent="-222250"/>
            <a:r>
              <a:rPr lang="en-US" sz="1200" dirty="0"/>
              <a:t>Transfer postings from material to material</a:t>
            </a:r>
          </a:p>
          <a:p>
            <a:pPr marL="1598613" lvl="5" indent="-222250"/>
            <a:r>
              <a:rPr lang="en-US" sz="1200" dirty="0"/>
              <a:t>Release from quality inspection stock</a:t>
            </a:r>
          </a:p>
          <a:p>
            <a:pPr marL="1598613" lvl="5" indent="-222250"/>
            <a:r>
              <a:rPr lang="en-US" sz="1200" dirty="0"/>
              <a:t>Transfer of consignment material into company's own stock</a:t>
            </a:r>
          </a:p>
        </p:txBody>
      </p:sp>
      <p:sp>
        <p:nvSpPr>
          <p:cNvPr id="4" name="Footer Placeholder 3">
            <a:extLst>
              <a:ext uri="{FF2B5EF4-FFF2-40B4-BE49-F238E27FC236}">
                <a16:creationId xmlns:a16="http://schemas.microsoft.com/office/drawing/2014/main" id="{3382C370-B245-48D2-92C3-454CEBB02F18}"/>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A246E9B6-DE72-480C-84CD-7ADDC75768D8}"/>
              </a:ext>
            </a:extLst>
          </p:cNvPr>
          <p:cNvSpPr>
            <a:spLocks noGrp="1"/>
          </p:cNvSpPr>
          <p:nvPr>
            <p:ph type="sldNum" sz="quarter" idx="12"/>
          </p:nvPr>
        </p:nvSpPr>
        <p:spPr/>
        <p:txBody>
          <a:bodyPr/>
          <a:lstStyle/>
          <a:p>
            <a:fld id="{F4C94289-3309-4C35-850A-56FD49B3E346}" type="slidenum">
              <a:rPr lang="en-GB" smtClean="0"/>
              <a:t>4</a:t>
            </a:fld>
            <a:endParaRPr lang="en-GB" dirty="0"/>
          </a:p>
        </p:txBody>
      </p:sp>
      <p:pic>
        <p:nvPicPr>
          <p:cNvPr id="6" name="Picture 5">
            <a:extLst>
              <a:ext uri="{FF2B5EF4-FFF2-40B4-BE49-F238E27FC236}">
                <a16:creationId xmlns:a16="http://schemas.microsoft.com/office/drawing/2014/main" id="{5CDC5A10-3340-4643-B6E2-D5C4ABCD80D0}"/>
              </a:ext>
            </a:extLst>
          </p:cNvPr>
          <p:cNvPicPr>
            <a:picLocks noChangeAspect="1"/>
          </p:cNvPicPr>
          <p:nvPr/>
        </p:nvPicPr>
        <p:blipFill>
          <a:blip r:embed="rId2"/>
          <a:stretch>
            <a:fillRect/>
          </a:stretch>
        </p:blipFill>
        <p:spPr>
          <a:xfrm>
            <a:off x="7198611" y="1772362"/>
            <a:ext cx="4658363" cy="2457806"/>
          </a:xfrm>
          <a:prstGeom prst="rect">
            <a:avLst/>
          </a:prstGeom>
        </p:spPr>
      </p:pic>
    </p:spTree>
    <p:extLst>
      <p:ext uri="{BB962C8B-B14F-4D97-AF65-F5344CB8AC3E}">
        <p14:creationId xmlns:p14="http://schemas.microsoft.com/office/powerpoint/2010/main" val="3866091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7195-3772-47D4-8EC6-1A37D3757EF0}"/>
              </a:ext>
            </a:extLst>
          </p:cNvPr>
          <p:cNvSpPr>
            <a:spLocks noGrp="1"/>
          </p:cNvSpPr>
          <p:nvPr>
            <p:ph type="title"/>
          </p:nvPr>
        </p:nvSpPr>
        <p:spPr/>
        <p:txBody>
          <a:bodyPr/>
          <a:lstStyle/>
          <a:p>
            <a:r>
              <a:rPr lang="en-US" dirty="0"/>
              <a:t>Movement types</a:t>
            </a:r>
          </a:p>
        </p:txBody>
      </p:sp>
      <p:sp>
        <p:nvSpPr>
          <p:cNvPr id="3" name="Content Placeholder 2">
            <a:extLst>
              <a:ext uri="{FF2B5EF4-FFF2-40B4-BE49-F238E27FC236}">
                <a16:creationId xmlns:a16="http://schemas.microsoft.com/office/drawing/2014/main" id="{C11E8D18-A26E-46C0-A1F4-9A283C950F02}"/>
              </a:ext>
            </a:extLst>
          </p:cNvPr>
          <p:cNvSpPr>
            <a:spLocks noGrp="1"/>
          </p:cNvSpPr>
          <p:nvPr>
            <p:ph idx="1"/>
          </p:nvPr>
        </p:nvSpPr>
        <p:spPr/>
        <p:txBody>
          <a:bodyPr/>
          <a:lstStyle/>
          <a:p>
            <a:r>
              <a:rPr lang="en-US" sz="1200" dirty="0"/>
              <a:t>SAP Good Movement Types is 3 digital character key which differentiates various material movements, e.g. Goods Receipt, Goods Issue or Transfer Posting.</a:t>
            </a:r>
          </a:p>
          <a:p>
            <a:r>
              <a:rPr lang="en-US" sz="1200" dirty="0"/>
              <a:t>SAP movement types has controlling functionality in SAP. They play the main role in account determination as well. </a:t>
            </a:r>
          </a:p>
          <a:p>
            <a:r>
              <a:rPr lang="en-US" sz="1200" dirty="0"/>
              <a:t>SAP movement types also control the screen of the MIGO transaction. Every movement type has a specific automatic set of screens behind. So, when you use different SAP movement types, different types of screens appear in the transaction MIGO. </a:t>
            </a:r>
          </a:p>
          <a:p>
            <a:r>
              <a:rPr lang="en-US" sz="1200" dirty="0"/>
              <a:t>SAP movement types can be used with a Special Stock Indicator. For example, in Consignment Order, we use the movement type 201 with a special indicator K for consignment to perform goods issue to a cost center. It is also a classification key indicating the type of material movement (for example, goods receipt, goods issue, physical stock transfer).</a:t>
            </a:r>
          </a:p>
          <a:p>
            <a:r>
              <a:rPr lang="en-US" sz="1200" dirty="0"/>
              <a:t>If the purchase order or order has not been assigned to an account, a stock type (unrestricted-use stock, stock in quality inspection, blocked stock) can be entered during goods receipt.</a:t>
            </a:r>
          </a:p>
          <a:p>
            <a:r>
              <a:rPr lang="en-US" sz="1200" dirty="0"/>
              <a:t>If the purchase order or order has been assigned to an account, the goods receipt is not posted to the warehouse, but to consumption.</a:t>
            </a:r>
          </a:p>
          <a:p>
            <a:r>
              <a:rPr lang="en-US" sz="1200" dirty="0"/>
              <a:t>In the case of non-valuated materials, the goods receipt is posted to the warehouse, although the purchase order has not been assigned to an account.</a:t>
            </a:r>
          </a:p>
          <a:p>
            <a:r>
              <a:rPr lang="en-US" sz="1200" dirty="0"/>
              <a:t>Movement types used with MB* transactions have not changed; same movement types remained unchanged in MIGO with the same control functions; </a:t>
            </a:r>
            <a:r>
              <a:rPr lang="en-US" sz="1200" b="1" dirty="0">
                <a:solidFill>
                  <a:schemeClr val="accent4">
                    <a:lumMod val="60000"/>
                    <a:lumOff val="40000"/>
                  </a:schemeClr>
                </a:solidFill>
              </a:rPr>
              <a:t>except one new movement type 109 (ZZ9 for Brazil) Goods receipt from valuated GR blocked stock used for the new process STI (Stock In Transit) in Inter Company sales process </a:t>
            </a:r>
          </a:p>
          <a:p>
            <a:endParaRPr lang="en-US" sz="1200" dirty="0"/>
          </a:p>
        </p:txBody>
      </p:sp>
      <p:sp>
        <p:nvSpPr>
          <p:cNvPr id="4" name="Footer Placeholder 3">
            <a:extLst>
              <a:ext uri="{FF2B5EF4-FFF2-40B4-BE49-F238E27FC236}">
                <a16:creationId xmlns:a16="http://schemas.microsoft.com/office/drawing/2014/main" id="{540D8725-FCA5-4906-9502-296AB2DA7C94}"/>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4AE638F0-3F96-41AC-A269-047A96D62B34}"/>
              </a:ext>
            </a:extLst>
          </p:cNvPr>
          <p:cNvSpPr>
            <a:spLocks noGrp="1"/>
          </p:cNvSpPr>
          <p:nvPr>
            <p:ph type="sldNum" sz="quarter" idx="12"/>
          </p:nvPr>
        </p:nvSpPr>
        <p:spPr/>
        <p:txBody>
          <a:bodyPr/>
          <a:lstStyle/>
          <a:p>
            <a:fld id="{F4C94289-3309-4C35-850A-56FD49B3E346}" type="slidenum">
              <a:rPr lang="en-GB" smtClean="0"/>
              <a:t>5</a:t>
            </a:fld>
            <a:endParaRPr lang="en-GB" dirty="0"/>
          </a:p>
        </p:txBody>
      </p:sp>
    </p:spTree>
    <p:extLst>
      <p:ext uri="{BB962C8B-B14F-4D97-AF65-F5344CB8AC3E}">
        <p14:creationId xmlns:p14="http://schemas.microsoft.com/office/powerpoint/2010/main" val="3719879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1CD07-9B6F-4623-8EDB-ADE5FBDC7D94}"/>
              </a:ext>
            </a:extLst>
          </p:cNvPr>
          <p:cNvSpPr>
            <a:spLocks noGrp="1"/>
          </p:cNvSpPr>
          <p:nvPr>
            <p:ph type="title"/>
          </p:nvPr>
        </p:nvSpPr>
        <p:spPr/>
        <p:txBody>
          <a:bodyPr/>
          <a:lstStyle/>
          <a:p>
            <a:r>
              <a:rPr lang="en-US" dirty="0"/>
              <a:t>Classification of Movement Types</a:t>
            </a:r>
          </a:p>
        </p:txBody>
      </p:sp>
      <p:sp>
        <p:nvSpPr>
          <p:cNvPr id="3" name="Content Placeholder 2">
            <a:extLst>
              <a:ext uri="{FF2B5EF4-FFF2-40B4-BE49-F238E27FC236}">
                <a16:creationId xmlns:a16="http://schemas.microsoft.com/office/drawing/2014/main" id="{03BB350B-3FAF-48AE-A13B-909D844D20AC}"/>
              </a:ext>
            </a:extLst>
          </p:cNvPr>
          <p:cNvSpPr>
            <a:spLocks noGrp="1"/>
          </p:cNvSpPr>
          <p:nvPr>
            <p:ph idx="1"/>
          </p:nvPr>
        </p:nvSpPr>
        <p:spPr>
          <a:xfrm>
            <a:off x="515937" y="1695450"/>
            <a:ext cx="10832878" cy="4587081"/>
          </a:xfrm>
        </p:spPr>
        <p:txBody>
          <a:bodyPr/>
          <a:lstStyle/>
          <a:p>
            <a:pPr marL="285750" indent="-285750">
              <a:buFont typeface="Arial" panose="020B0604020202020204" pitchFamily="34" charset="0"/>
              <a:buChar char="•"/>
            </a:pPr>
            <a:r>
              <a:rPr lang="en-US" dirty="0"/>
              <a:t>1xx				GR from Purchasing/Production and Returns</a:t>
            </a:r>
          </a:p>
          <a:p>
            <a:pPr marL="285750" indent="-285750">
              <a:buFont typeface="Arial" panose="020B0604020202020204" pitchFamily="34" charset="0"/>
              <a:buChar char="•"/>
            </a:pPr>
            <a:r>
              <a:rPr lang="en-US" dirty="0"/>
              <a:t>2xx				GI for Consumption</a:t>
            </a:r>
          </a:p>
          <a:p>
            <a:pPr marL="285750" indent="-285750">
              <a:buFont typeface="Arial" panose="020B0604020202020204" pitchFamily="34" charset="0"/>
              <a:buChar char="•"/>
            </a:pPr>
            <a:r>
              <a:rPr lang="en-US" dirty="0"/>
              <a:t>3xx, 4xx			Transfers</a:t>
            </a:r>
          </a:p>
          <a:p>
            <a:pPr marL="285750" indent="-285750">
              <a:buFont typeface="Arial" panose="020B0604020202020204" pitchFamily="34" charset="0"/>
              <a:buChar char="•"/>
            </a:pPr>
            <a:r>
              <a:rPr lang="en-US" dirty="0"/>
              <a:t>5xx				GR without reference to PO (and for scrapping)</a:t>
            </a:r>
          </a:p>
          <a:p>
            <a:pPr marL="285750" indent="-285750">
              <a:buFont typeface="Arial" panose="020B0604020202020204" pitchFamily="34" charset="0"/>
              <a:buChar char="•"/>
            </a:pPr>
            <a:r>
              <a:rPr lang="en-US" dirty="0"/>
              <a:t>6xx				Shipment</a:t>
            </a:r>
          </a:p>
          <a:p>
            <a:pPr marL="285750" indent="-285750">
              <a:buFont typeface="Arial" panose="020B0604020202020204" pitchFamily="34" charset="0"/>
              <a:buChar char="•"/>
            </a:pPr>
            <a:r>
              <a:rPr lang="en-US" dirty="0"/>
              <a:t>7xx				Physical Inventory</a:t>
            </a:r>
          </a:p>
          <a:p>
            <a:pPr marL="285750" indent="-285750">
              <a:buFont typeface="Arial" panose="020B0604020202020204" pitchFamily="34" charset="0"/>
              <a:buChar char="•"/>
            </a:pPr>
            <a:r>
              <a:rPr lang="en-US" dirty="0"/>
              <a:t>8xx				For Brazil</a:t>
            </a:r>
          </a:p>
          <a:p>
            <a:pPr marL="285750" indent="-285750">
              <a:buFont typeface="Arial" panose="020B0604020202020204" pitchFamily="34" charset="0"/>
              <a:buChar char="•"/>
            </a:pPr>
            <a:r>
              <a:rPr lang="en-US" dirty="0"/>
              <a:t>9xx, </a:t>
            </a:r>
            <a:r>
              <a:rPr lang="en-US" dirty="0" err="1"/>
              <a:t>Zxx</a:t>
            </a:r>
            <a:r>
              <a:rPr lang="en-US" dirty="0"/>
              <a:t>, </a:t>
            </a:r>
            <a:r>
              <a:rPr lang="en-US" dirty="0" err="1"/>
              <a:t>Yxx</a:t>
            </a:r>
            <a:r>
              <a:rPr lang="en-US" dirty="0"/>
              <a:t>, Xxx		Customer range</a:t>
            </a:r>
            <a:br>
              <a:rPr lang="en-US" dirty="0"/>
            </a:br>
            <a:r>
              <a:rPr lang="en-US" dirty="0"/>
              <a:t>				9XX’ range is reserved for custom-developed movement types,</a:t>
            </a:r>
            <a:br>
              <a:rPr lang="en-US" dirty="0"/>
            </a:br>
            <a:r>
              <a:rPr lang="en-US" dirty="0"/>
              <a:t>				so</a:t>
            </a:r>
            <a:r>
              <a:rPr lang="tr-TR" dirty="0"/>
              <a:t>,</a:t>
            </a:r>
            <a:r>
              <a:rPr lang="en-US" dirty="0"/>
              <a:t> they can serve different purposes in different SAP configurations</a:t>
            </a:r>
          </a:p>
          <a:p>
            <a:endParaRPr lang="en-US" dirty="0"/>
          </a:p>
        </p:txBody>
      </p:sp>
      <p:sp>
        <p:nvSpPr>
          <p:cNvPr id="4" name="Footer Placeholder 3">
            <a:extLst>
              <a:ext uri="{FF2B5EF4-FFF2-40B4-BE49-F238E27FC236}">
                <a16:creationId xmlns:a16="http://schemas.microsoft.com/office/drawing/2014/main" id="{EDF62FF5-59BC-435B-A0A2-F9E6FF345D27}"/>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3B64DF8E-2B3A-4D9D-8AD9-45B7A72D5444}"/>
              </a:ext>
            </a:extLst>
          </p:cNvPr>
          <p:cNvSpPr>
            <a:spLocks noGrp="1"/>
          </p:cNvSpPr>
          <p:nvPr>
            <p:ph type="sldNum" sz="quarter" idx="12"/>
          </p:nvPr>
        </p:nvSpPr>
        <p:spPr/>
        <p:txBody>
          <a:bodyPr/>
          <a:lstStyle/>
          <a:p>
            <a:fld id="{F4C94289-3309-4C35-850A-56FD49B3E346}" type="slidenum">
              <a:rPr lang="en-GB" smtClean="0"/>
              <a:t>6</a:t>
            </a:fld>
            <a:endParaRPr lang="en-GB" dirty="0"/>
          </a:p>
        </p:txBody>
      </p:sp>
    </p:spTree>
    <p:extLst>
      <p:ext uri="{BB962C8B-B14F-4D97-AF65-F5344CB8AC3E}">
        <p14:creationId xmlns:p14="http://schemas.microsoft.com/office/powerpoint/2010/main" val="3643478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42D84-A26A-4336-B3ED-2873563A8CE7}"/>
              </a:ext>
            </a:extLst>
          </p:cNvPr>
          <p:cNvSpPr>
            <a:spLocks noGrp="1"/>
          </p:cNvSpPr>
          <p:nvPr>
            <p:ph type="title"/>
          </p:nvPr>
        </p:nvSpPr>
        <p:spPr/>
        <p:txBody>
          <a:bodyPr/>
          <a:lstStyle/>
          <a:p>
            <a:r>
              <a:rPr lang="en-GB" dirty="0"/>
              <a:t>Organizational Level in S/4HANA - Finance</a:t>
            </a:r>
            <a:r>
              <a:rPr lang="en-US" b="0" dirty="0"/>
              <a:t>​</a:t>
            </a:r>
            <a:endParaRPr lang="en-US" dirty="0"/>
          </a:p>
        </p:txBody>
      </p:sp>
      <p:sp>
        <p:nvSpPr>
          <p:cNvPr id="4" name="Footer Placeholder 3">
            <a:extLst>
              <a:ext uri="{FF2B5EF4-FFF2-40B4-BE49-F238E27FC236}">
                <a16:creationId xmlns:a16="http://schemas.microsoft.com/office/drawing/2014/main" id="{94822646-C724-4E06-88E4-DA3DB9DC0F07}"/>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F2D516C2-E6E0-4B61-ACE0-39C0DC79091F}"/>
              </a:ext>
            </a:extLst>
          </p:cNvPr>
          <p:cNvSpPr>
            <a:spLocks noGrp="1"/>
          </p:cNvSpPr>
          <p:nvPr>
            <p:ph type="sldNum" sz="quarter" idx="12"/>
          </p:nvPr>
        </p:nvSpPr>
        <p:spPr/>
        <p:txBody>
          <a:bodyPr/>
          <a:lstStyle/>
          <a:p>
            <a:fld id="{F4C94289-3309-4C35-850A-56FD49B3E346}" type="slidenum">
              <a:rPr lang="en-GB" smtClean="0"/>
              <a:t>7</a:t>
            </a:fld>
            <a:endParaRPr lang="en-GB" dirty="0"/>
          </a:p>
        </p:txBody>
      </p:sp>
      <p:grpSp>
        <p:nvGrpSpPr>
          <p:cNvPr id="9" name="Group 8">
            <a:extLst>
              <a:ext uri="{FF2B5EF4-FFF2-40B4-BE49-F238E27FC236}">
                <a16:creationId xmlns:a16="http://schemas.microsoft.com/office/drawing/2014/main" id="{B4F454AE-A49D-4AB6-9348-D87D5BB18EFD}"/>
              </a:ext>
            </a:extLst>
          </p:cNvPr>
          <p:cNvGrpSpPr>
            <a:grpSpLocks/>
          </p:cNvGrpSpPr>
          <p:nvPr/>
        </p:nvGrpSpPr>
        <p:grpSpPr bwMode="auto">
          <a:xfrm>
            <a:off x="3640899" y="1401627"/>
            <a:ext cx="1717675" cy="475010"/>
            <a:chOff x="3640899" y="1401627"/>
            <a:chExt cx="854" cy="272"/>
          </a:xfrm>
          <a:solidFill>
            <a:schemeClr val="accent1"/>
          </a:solidFill>
        </p:grpSpPr>
        <p:sp>
          <p:nvSpPr>
            <p:cNvPr id="10" name="Freeform 48">
              <a:extLst>
                <a:ext uri="{FF2B5EF4-FFF2-40B4-BE49-F238E27FC236}">
                  <a16:creationId xmlns:a16="http://schemas.microsoft.com/office/drawing/2014/main" id="{FF31B4F7-9B13-48DC-9A95-8C7F129A2A1E}"/>
                </a:ext>
              </a:extLst>
            </p:cNvPr>
            <p:cNvSpPr>
              <a:spLocks/>
            </p:cNvSpPr>
            <p:nvPr/>
          </p:nvSpPr>
          <p:spPr bwMode="auto">
            <a:xfrm>
              <a:off x="3640899" y="1401627"/>
              <a:ext cx="854" cy="272"/>
            </a:xfrm>
            <a:custGeom>
              <a:avLst/>
              <a:gdLst>
                <a:gd name="T0" fmla="*/ 3250 w 6500"/>
                <a:gd name="T1" fmla="*/ 0 h 2000"/>
                <a:gd name="T2" fmla="*/ 0 w 6500"/>
                <a:gd name="T3" fmla="*/ 250 h 2000"/>
                <a:gd name="T4" fmla="*/ 0 w 6500"/>
                <a:gd name="T5" fmla="*/ 1750 h 2000"/>
                <a:gd name="T6" fmla="*/ 3250 w 6500"/>
                <a:gd name="T7" fmla="*/ 2000 h 2000"/>
                <a:gd name="T8" fmla="*/ 6500 w 6500"/>
                <a:gd name="T9" fmla="*/ 1750 h 2000"/>
                <a:gd name="T10" fmla="*/ 6500 w 6500"/>
                <a:gd name="T11" fmla="*/ 250 h 2000"/>
                <a:gd name="T12" fmla="*/ 3250 w 6500"/>
                <a:gd name="T13" fmla="*/ 0 h 2000"/>
              </a:gdLst>
              <a:ahLst/>
              <a:cxnLst>
                <a:cxn ang="0">
                  <a:pos x="T0" y="T1"/>
                </a:cxn>
                <a:cxn ang="0">
                  <a:pos x="T2" y="T3"/>
                </a:cxn>
                <a:cxn ang="0">
                  <a:pos x="T4" y="T5"/>
                </a:cxn>
                <a:cxn ang="0">
                  <a:pos x="T6" y="T7"/>
                </a:cxn>
                <a:cxn ang="0">
                  <a:pos x="T8" y="T9"/>
                </a:cxn>
                <a:cxn ang="0">
                  <a:pos x="T10" y="T11"/>
                </a:cxn>
                <a:cxn ang="0">
                  <a:pos x="T12" y="T13"/>
                </a:cxn>
              </a:cxnLst>
              <a:rect l="0" t="0" r="r" b="b"/>
              <a:pathLst>
                <a:path w="6500" h="2000">
                  <a:moveTo>
                    <a:pt x="3250" y="0"/>
                  </a:moveTo>
                  <a:cubicBezTo>
                    <a:pt x="1455" y="0"/>
                    <a:pt x="0" y="112"/>
                    <a:pt x="0" y="250"/>
                  </a:cubicBezTo>
                  <a:lnTo>
                    <a:pt x="0" y="1750"/>
                  </a:lnTo>
                  <a:cubicBezTo>
                    <a:pt x="0" y="1889"/>
                    <a:pt x="1455" y="2000"/>
                    <a:pt x="3250" y="2000"/>
                  </a:cubicBezTo>
                  <a:cubicBezTo>
                    <a:pt x="5045" y="2000"/>
                    <a:pt x="6500" y="1889"/>
                    <a:pt x="6500" y="1750"/>
                  </a:cubicBezTo>
                  <a:lnTo>
                    <a:pt x="6500" y="250"/>
                  </a:lnTo>
                  <a:cubicBezTo>
                    <a:pt x="6500" y="112"/>
                    <a:pt x="5045" y="0"/>
                    <a:pt x="3250" y="0"/>
                  </a:cubicBezTo>
                  <a:close/>
                </a:path>
              </a:pathLst>
            </a:custGeom>
            <a:grpFill/>
            <a:ln w="0">
              <a:solidFill>
                <a:schemeClr val="bg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1" name="Oval 10">
              <a:extLst>
                <a:ext uri="{FF2B5EF4-FFF2-40B4-BE49-F238E27FC236}">
                  <a16:creationId xmlns:a16="http://schemas.microsoft.com/office/drawing/2014/main" id="{F783444E-D449-40F4-9611-019C3766A193}"/>
                </a:ext>
              </a:extLst>
            </p:cNvPr>
            <p:cNvSpPr>
              <a:spLocks noChangeArrowheads="1"/>
            </p:cNvSpPr>
            <p:nvPr/>
          </p:nvSpPr>
          <p:spPr bwMode="auto">
            <a:xfrm>
              <a:off x="3640899" y="1401627"/>
              <a:ext cx="854" cy="68"/>
            </a:xfrm>
            <a:prstGeom prst="ellipse">
              <a:avLst/>
            </a:prstGeom>
            <a:grpFill/>
            <a:ln w="0">
              <a:solidFill>
                <a:schemeClr val="bg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2" name="Freeform 50">
              <a:extLst>
                <a:ext uri="{FF2B5EF4-FFF2-40B4-BE49-F238E27FC236}">
                  <a16:creationId xmlns:a16="http://schemas.microsoft.com/office/drawing/2014/main" id="{45EDE832-285C-40CB-BC95-3A6DE631C3FA}"/>
                </a:ext>
              </a:extLst>
            </p:cNvPr>
            <p:cNvSpPr>
              <a:spLocks/>
            </p:cNvSpPr>
            <p:nvPr/>
          </p:nvSpPr>
          <p:spPr bwMode="auto">
            <a:xfrm>
              <a:off x="3640899" y="1401627"/>
              <a:ext cx="854" cy="272"/>
            </a:xfrm>
            <a:custGeom>
              <a:avLst/>
              <a:gdLst>
                <a:gd name="T0" fmla="*/ 3250 w 6500"/>
                <a:gd name="T1" fmla="*/ 0 h 2000"/>
                <a:gd name="T2" fmla="*/ 0 w 6500"/>
                <a:gd name="T3" fmla="*/ 250 h 2000"/>
                <a:gd name="T4" fmla="*/ 0 w 6500"/>
                <a:gd name="T5" fmla="*/ 1750 h 2000"/>
                <a:gd name="T6" fmla="*/ 3250 w 6500"/>
                <a:gd name="T7" fmla="*/ 2000 h 2000"/>
                <a:gd name="T8" fmla="*/ 6500 w 6500"/>
                <a:gd name="T9" fmla="*/ 1750 h 2000"/>
                <a:gd name="T10" fmla="*/ 6500 w 6500"/>
                <a:gd name="T11" fmla="*/ 250 h 2000"/>
                <a:gd name="T12" fmla="*/ 3250 w 6500"/>
                <a:gd name="T13" fmla="*/ 0 h 2000"/>
              </a:gdLst>
              <a:ahLst/>
              <a:cxnLst>
                <a:cxn ang="0">
                  <a:pos x="T0" y="T1"/>
                </a:cxn>
                <a:cxn ang="0">
                  <a:pos x="T2" y="T3"/>
                </a:cxn>
                <a:cxn ang="0">
                  <a:pos x="T4" y="T5"/>
                </a:cxn>
                <a:cxn ang="0">
                  <a:pos x="T6" y="T7"/>
                </a:cxn>
                <a:cxn ang="0">
                  <a:pos x="T8" y="T9"/>
                </a:cxn>
                <a:cxn ang="0">
                  <a:pos x="T10" y="T11"/>
                </a:cxn>
                <a:cxn ang="0">
                  <a:pos x="T12" y="T13"/>
                </a:cxn>
              </a:cxnLst>
              <a:rect l="0" t="0" r="r" b="b"/>
              <a:pathLst>
                <a:path w="6500" h="2000">
                  <a:moveTo>
                    <a:pt x="3250" y="0"/>
                  </a:moveTo>
                  <a:cubicBezTo>
                    <a:pt x="1455" y="0"/>
                    <a:pt x="0" y="112"/>
                    <a:pt x="0" y="250"/>
                  </a:cubicBezTo>
                  <a:lnTo>
                    <a:pt x="0" y="1750"/>
                  </a:lnTo>
                  <a:cubicBezTo>
                    <a:pt x="0" y="1889"/>
                    <a:pt x="1455" y="2000"/>
                    <a:pt x="3250" y="2000"/>
                  </a:cubicBezTo>
                  <a:cubicBezTo>
                    <a:pt x="5045" y="2000"/>
                    <a:pt x="6500" y="1889"/>
                    <a:pt x="6500" y="1750"/>
                  </a:cubicBezTo>
                  <a:lnTo>
                    <a:pt x="6500" y="250"/>
                  </a:lnTo>
                  <a:cubicBezTo>
                    <a:pt x="6500" y="112"/>
                    <a:pt x="5045" y="0"/>
                    <a:pt x="3250" y="0"/>
                  </a:cubicBezTo>
                  <a:close/>
                </a:path>
              </a:pathLst>
            </a:custGeom>
            <a:grpFill/>
            <a:ln w="6350" cap="rnd">
              <a:solidFill>
                <a:schemeClr val="bg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3" name="Freeform 51">
              <a:extLst>
                <a:ext uri="{FF2B5EF4-FFF2-40B4-BE49-F238E27FC236}">
                  <a16:creationId xmlns:a16="http://schemas.microsoft.com/office/drawing/2014/main" id="{EC2002F3-E383-4259-AA9C-D420C754D78F}"/>
                </a:ext>
              </a:extLst>
            </p:cNvPr>
            <p:cNvSpPr>
              <a:spLocks/>
            </p:cNvSpPr>
            <p:nvPr/>
          </p:nvSpPr>
          <p:spPr bwMode="auto">
            <a:xfrm>
              <a:off x="3640899" y="1401661"/>
              <a:ext cx="854" cy="34"/>
            </a:xfrm>
            <a:custGeom>
              <a:avLst/>
              <a:gdLst>
                <a:gd name="T0" fmla="*/ 0 w 854"/>
                <a:gd name="T1" fmla="*/ 0 h 34"/>
                <a:gd name="T2" fmla="*/ 427 w 854"/>
                <a:gd name="T3" fmla="*/ 34 h 34"/>
                <a:gd name="T4" fmla="*/ 854 w 854"/>
                <a:gd name="T5" fmla="*/ 0 h 34"/>
              </a:gdLst>
              <a:ahLst/>
              <a:cxnLst>
                <a:cxn ang="0">
                  <a:pos x="T0" y="T1"/>
                </a:cxn>
                <a:cxn ang="0">
                  <a:pos x="T2" y="T3"/>
                </a:cxn>
                <a:cxn ang="0">
                  <a:pos x="T4" y="T5"/>
                </a:cxn>
              </a:cxnLst>
              <a:rect l="0" t="0" r="r" b="b"/>
              <a:pathLst>
                <a:path w="854" h="34">
                  <a:moveTo>
                    <a:pt x="0" y="0"/>
                  </a:moveTo>
                  <a:cubicBezTo>
                    <a:pt x="0" y="19"/>
                    <a:pt x="191" y="34"/>
                    <a:pt x="427" y="34"/>
                  </a:cubicBezTo>
                  <a:cubicBezTo>
                    <a:pt x="663" y="34"/>
                    <a:pt x="854" y="19"/>
                    <a:pt x="854" y="0"/>
                  </a:cubicBezTo>
                </a:path>
              </a:pathLst>
            </a:custGeom>
            <a:grpFill/>
            <a:ln w="6350" cap="rnd">
              <a:solidFill>
                <a:schemeClr val="bg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cxnSp>
        <p:nvCxnSpPr>
          <p:cNvPr id="14" name="Straight Connector 13">
            <a:extLst>
              <a:ext uri="{FF2B5EF4-FFF2-40B4-BE49-F238E27FC236}">
                <a16:creationId xmlns:a16="http://schemas.microsoft.com/office/drawing/2014/main" id="{A584B150-7EE5-4021-AE33-F0DE905DCF8C}"/>
              </a:ext>
            </a:extLst>
          </p:cNvPr>
          <p:cNvCxnSpPr/>
          <p:nvPr/>
        </p:nvCxnSpPr>
        <p:spPr>
          <a:xfrm>
            <a:off x="434340" y="6319271"/>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AutoShape 44">
            <a:extLst>
              <a:ext uri="{FF2B5EF4-FFF2-40B4-BE49-F238E27FC236}">
                <a16:creationId xmlns:a16="http://schemas.microsoft.com/office/drawing/2014/main" id="{8220D672-46A0-4479-86AA-089FC54F4BDA}"/>
              </a:ext>
            </a:extLst>
          </p:cNvPr>
          <p:cNvSpPr>
            <a:spLocks noChangeAspect="1" noChangeArrowheads="1" noTextEdit="1"/>
          </p:cNvSpPr>
          <p:nvPr/>
        </p:nvSpPr>
        <p:spPr bwMode="auto">
          <a:xfrm>
            <a:off x="687546" y="1638508"/>
            <a:ext cx="8415338" cy="407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6" name="Line 46">
            <a:extLst>
              <a:ext uri="{FF2B5EF4-FFF2-40B4-BE49-F238E27FC236}">
                <a16:creationId xmlns:a16="http://schemas.microsoft.com/office/drawing/2014/main" id="{68ED1435-3507-4D1D-B872-45D279545723}"/>
              </a:ext>
            </a:extLst>
          </p:cNvPr>
          <p:cNvSpPr>
            <a:spLocks noChangeShapeType="1"/>
          </p:cNvSpPr>
          <p:nvPr/>
        </p:nvSpPr>
        <p:spPr bwMode="auto">
          <a:xfrm>
            <a:off x="2602071" y="4221371"/>
            <a:ext cx="3976688"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7" name="Line 47">
            <a:extLst>
              <a:ext uri="{FF2B5EF4-FFF2-40B4-BE49-F238E27FC236}">
                <a16:creationId xmlns:a16="http://schemas.microsoft.com/office/drawing/2014/main" id="{C6D74FB4-C107-430D-8444-2C2E873C0BEA}"/>
              </a:ext>
            </a:extLst>
          </p:cNvPr>
          <p:cNvSpPr>
            <a:spLocks noChangeShapeType="1"/>
          </p:cNvSpPr>
          <p:nvPr/>
        </p:nvSpPr>
        <p:spPr bwMode="auto">
          <a:xfrm flipH="1">
            <a:off x="4500173" y="1892316"/>
            <a:ext cx="19830" cy="331726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8" name="Rectangle 17">
            <a:extLst>
              <a:ext uri="{FF2B5EF4-FFF2-40B4-BE49-F238E27FC236}">
                <a16:creationId xmlns:a16="http://schemas.microsoft.com/office/drawing/2014/main" id="{E5019B01-9C94-440C-AFE0-3C6DD5B14401}"/>
              </a:ext>
            </a:extLst>
          </p:cNvPr>
          <p:cNvSpPr>
            <a:spLocks noChangeArrowheads="1"/>
          </p:cNvSpPr>
          <p:nvPr/>
        </p:nvSpPr>
        <p:spPr bwMode="auto">
          <a:xfrm>
            <a:off x="3790841" y="1548829"/>
            <a:ext cx="15988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100" b="1" dirty="0">
                <a:latin typeface="Arial" panose="020B0604020202020204" pitchFamily="34" charset="0"/>
              </a:rPr>
              <a:t> JTI S/4HANA System </a:t>
            </a:r>
            <a:r>
              <a:rPr lang="en-US" altLang="en-US" sz="900" dirty="0"/>
              <a:t> </a:t>
            </a:r>
          </a:p>
          <a:p>
            <a:pPr algn="ctr"/>
            <a:r>
              <a:rPr lang="en-US" altLang="en-US" sz="900" b="1" dirty="0"/>
              <a:t>(PRD Client 900</a:t>
            </a:r>
            <a:r>
              <a:rPr lang="en-US" altLang="en-US" sz="900" dirty="0"/>
              <a:t>)</a:t>
            </a:r>
          </a:p>
        </p:txBody>
      </p:sp>
      <p:sp>
        <p:nvSpPr>
          <p:cNvPr id="19" name="Rectangle 18">
            <a:extLst>
              <a:ext uri="{FF2B5EF4-FFF2-40B4-BE49-F238E27FC236}">
                <a16:creationId xmlns:a16="http://schemas.microsoft.com/office/drawing/2014/main" id="{90697AE9-1AA7-4625-B081-82920E20DF8E}"/>
              </a:ext>
            </a:extLst>
          </p:cNvPr>
          <p:cNvSpPr>
            <a:spLocks noChangeArrowheads="1"/>
          </p:cNvSpPr>
          <p:nvPr/>
        </p:nvSpPr>
        <p:spPr bwMode="auto">
          <a:xfrm>
            <a:off x="3403917" y="3241089"/>
            <a:ext cx="2298515" cy="322264"/>
          </a:xfrm>
          <a:prstGeom prst="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Operating Concern 1001</a:t>
            </a:r>
          </a:p>
        </p:txBody>
      </p:sp>
      <p:sp>
        <p:nvSpPr>
          <p:cNvPr id="20" name="Rectangle 19">
            <a:extLst>
              <a:ext uri="{FF2B5EF4-FFF2-40B4-BE49-F238E27FC236}">
                <a16:creationId xmlns:a16="http://schemas.microsoft.com/office/drawing/2014/main" id="{28F01665-CB90-4AEB-A13B-521263D1AF7C}"/>
              </a:ext>
            </a:extLst>
          </p:cNvPr>
          <p:cNvSpPr>
            <a:spLocks noChangeArrowheads="1"/>
          </p:cNvSpPr>
          <p:nvPr/>
        </p:nvSpPr>
        <p:spPr bwMode="auto">
          <a:xfrm>
            <a:off x="687546" y="5193727"/>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Company code</a:t>
            </a:r>
          </a:p>
          <a:p>
            <a:pPr algn="ctr"/>
            <a:r>
              <a:rPr lang="en-US" altLang="en-US" sz="1100" b="1" dirty="0">
                <a:solidFill>
                  <a:srgbClr val="000000"/>
                </a:solidFill>
                <a:latin typeface="Arial" panose="020B0604020202020204" pitchFamily="34" charset="0"/>
              </a:rPr>
              <a:t>2101</a:t>
            </a:r>
          </a:p>
          <a:p>
            <a:pPr algn="ctr"/>
            <a:r>
              <a:rPr lang="en-US" altLang="en-US" sz="1100" b="1" dirty="0">
                <a:solidFill>
                  <a:srgbClr val="000000"/>
                </a:solidFill>
                <a:latin typeface="Arial" panose="020B0604020202020204" pitchFamily="34" charset="0"/>
              </a:rPr>
              <a:t>JTI Gallaher </a:t>
            </a:r>
          </a:p>
        </p:txBody>
      </p:sp>
      <p:sp>
        <p:nvSpPr>
          <p:cNvPr id="21" name="Rectangle 20">
            <a:extLst>
              <a:ext uri="{FF2B5EF4-FFF2-40B4-BE49-F238E27FC236}">
                <a16:creationId xmlns:a16="http://schemas.microsoft.com/office/drawing/2014/main" id="{4780510B-7131-481D-8C2E-5B7614B67B8B}"/>
              </a:ext>
            </a:extLst>
          </p:cNvPr>
          <p:cNvSpPr>
            <a:spLocks noChangeArrowheads="1"/>
          </p:cNvSpPr>
          <p:nvPr/>
        </p:nvSpPr>
        <p:spPr bwMode="auto">
          <a:xfrm>
            <a:off x="990604" y="3879251"/>
            <a:ext cx="1606706" cy="635002"/>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Cost Center Standard Hierarchy: </a:t>
            </a:r>
          </a:p>
          <a:p>
            <a:pPr algn="ctr"/>
            <a:r>
              <a:rPr lang="en-US" altLang="en-US" sz="1100" b="1" dirty="0">
                <a:solidFill>
                  <a:srgbClr val="000000"/>
                </a:solidFill>
                <a:latin typeface="Arial" panose="020B0604020202020204" pitchFamily="34" charset="0"/>
              </a:rPr>
              <a:t>JTI</a:t>
            </a:r>
          </a:p>
        </p:txBody>
      </p:sp>
      <p:sp>
        <p:nvSpPr>
          <p:cNvPr id="22" name="Line 138">
            <a:extLst>
              <a:ext uri="{FF2B5EF4-FFF2-40B4-BE49-F238E27FC236}">
                <a16:creationId xmlns:a16="http://schemas.microsoft.com/office/drawing/2014/main" id="{FCA061A8-A22B-4DF2-8359-E1E19C9394CD}"/>
              </a:ext>
            </a:extLst>
          </p:cNvPr>
          <p:cNvSpPr>
            <a:spLocks noChangeShapeType="1"/>
          </p:cNvSpPr>
          <p:nvPr/>
        </p:nvSpPr>
        <p:spPr bwMode="auto">
          <a:xfrm>
            <a:off x="1250830" y="4789696"/>
            <a:ext cx="4889779"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3" name="Line 139">
            <a:extLst>
              <a:ext uri="{FF2B5EF4-FFF2-40B4-BE49-F238E27FC236}">
                <a16:creationId xmlns:a16="http://schemas.microsoft.com/office/drawing/2014/main" id="{CDF66E79-3084-400A-B71D-5131D2EB8A43}"/>
              </a:ext>
            </a:extLst>
          </p:cNvPr>
          <p:cNvSpPr>
            <a:spLocks noChangeShapeType="1"/>
          </p:cNvSpPr>
          <p:nvPr/>
        </p:nvSpPr>
        <p:spPr bwMode="auto">
          <a:xfrm>
            <a:off x="2851322" y="4789696"/>
            <a:ext cx="1588" cy="41057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cxnSp>
        <p:nvCxnSpPr>
          <p:cNvPr id="24" name="Straight Connector 23">
            <a:extLst>
              <a:ext uri="{FF2B5EF4-FFF2-40B4-BE49-F238E27FC236}">
                <a16:creationId xmlns:a16="http://schemas.microsoft.com/office/drawing/2014/main" id="{607F5838-08FC-46A8-8DCB-47FA771691CA}"/>
              </a:ext>
            </a:extLst>
          </p:cNvPr>
          <p:cNvCxnSpPr>
            <a:cxnSpLocks/>
          </p:cNvCxnSpPr>
          <p:nvPr/>
        </p:nvCxnSpPr>
        <p:spPr>
          <a:xfrm flipH="1">
            <a:off x="3046798" y="2795701"/>
            <a:ext cx="307999" cy="2129"/>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BF3823F4-7A67-439C-ADE8-55CA7423F681}"/>
              </a:ext>
            </a:extLst>
          </p:cNvPr>
          <p:cNvCxnSpPr/>
          <p:nvPr/>
        </p:nvCxnSpPr>
        <p:spPr>
          <a:xfrm>
            <a:off x="515939" y="3033921"/>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12">
            <a:extLst>
              <a:ext uri="{FF2B5EF4-FFF2-40B4-BE49-F238E27FC236}">
                <a16:creationId xmlns:a16="http://schemas.microsoft.com/office/drawing/2014/main" id="{C2E541A7-12EA-40AC-8087-592643BCDFDB}"/>
              </a:ext>
            </a:extLst>
          </p:cNvPr>
          <p:cNvSpPr txBox="1"/>
          <p:nvPr/>
        </p:nvSpPr>
        <p:spPr>
          <a:xfrm>
            <a:off x="8247785" y="1950367"/>
            <a:ext cx="3570010" cy="116759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gn="l">
              <a:buFont typeface="Arial" panose="020B0604020202020204" pitchFamily="34" charset="0"/>
              <a:buChar char="•"/>
            </a:pPr>
            <a:r>
              <a:rPr lang="en-GB" sz="900" i="1" dirty="0">
                <a:latin typeface="Georgia" panose="02040502050405020303" pitchFamily="18" charset="0"/>
              </a:rPr>
              <a:t>Group CoA JTIG is used for group </a:t>
            </a:r>
            <a:r>
              <a:rPr lang="en-GB" sz="900" i="1" dirty="0" err="1">
                <a:latin typeface="Georgia" panose="02040502050405020303" pitchFamily="18" charset="0"/>
              </a:rPr>
              <a:t>onsolidation</a:t>
            </a:r>
            <a:r>
              <a:rPr lang="en-GB" sz="900" i="1" dirty="0">
                <a:latin typeface="Georgia" panose="02040502050405020303" pitchFamily="18" charset="0"/>
              </a:rPr>
              <a:t> purposes.</a:t>
            </a:r>
          </a:p>
          <a:p>
            <a:pPr marL="108000" indent="-108000" algn="l">
              <a:buFont typeface="Arial" panose="020B0604020202020204" pitchFamily="34" charset="0"/>
              <a:buChar char="•"/>
            </a:pPr>
            <a:r>
              <a:rPr lang="en-GB" sz="900" i="1" dirty="0">
                <a:latin typeface="Georgia" panose="02040502050405020303" pitchFamily="18" charset="0"/>
              </a:rPr>
              <a:t>JTI uses a single 6-digit range Operational CoA (JTIO) for financial postings in S/4. It is assigned to all entities.</a:t>
            </a:r>
          </a:p>
          <a:p>
            <a:pPr marL="108000" indent="-108000" algn="l">
              <a:buFont typeface="Arial" panose="020B0604020202020204" pitchFamily="34" charset="0"/>
              <a:buChar char="•"/>
            </a:pPr>
            <a:r>
              <a:rPr lang="en-GB" sz="900" i="1" dirty="0">
                <a:latin typeface="Georgia" panose="02040502050405020303" pitchFamily="18" charset="0"/>
              </a:rPr>
              <a:t>Every JTIO is assigned to a JTIG account, and an Alternative account if an entity uses a Country CoA.</a:t>
            </a:r>
          </a:p>
          <a:p>
            <a:pPr marL="108000" indent="-108000" algn="l">
              <a:buFont typeface="Arial" panose="020B0604020202020204" pitchFamily="34" charset="0"/>
              <a:buChar char="•"/>
            </a:pPr>
            <a:r>
              <a:rPr lang="en-GB" sz="900" i="1" dirty="0">
                <a:latin typeface="Georgia" panose="02040502050405020303" pitchFamily="18" charset="0"/>
              </a:rPr>
              <a:t>Reporting can be done at all levels of </a:t>
            </a:r>
            <a:r>
              <a:rPr lang="en-GB" sz="900" i="1" dirty="0" err="1">
                <a:latin typeface="Georgia" panose="02040502050405020303" pitchFamily="18" charset="0"/>
              </a:rPr>
              <a:t>CoAs</a:t>
            </a:r>
            <a:r>
              <a:rPr lang="en-GB" sz="900" i="1" dirty="0">
                <a:latin typeface="Georgia" panose="02040502050405020303" pitchFamily="18" charset="0"/>
              </a:rPr>
              <a:t>, i.e. by JTIO, JTIG or Country CoA, provided appropriate Financial Statement Versions are created using those accounts.</a:t>
            </a:r>
          </a:p>
        </p:txBody>
      </p:sp>
      <p:cxnSp>
        <p:nvCxnSpPr>
          <p:cNvPr id="27" name="Straight Connector 26">
            <a:extLst>
              <a:ext uri="{FF2B5EF4-FFF2-40B4-BE49-F238E27FC236}">
                <a16:creationId xmlns:a16="http://schemas.microsoft.com/office/drawing/2014/main" id="{7D7EF379-DE3E-4B37-B252-C5BB4D45CF2E}"/>
              </a:ext>
            </a:extLst>
          </p:cNvPr>
          <p:cNvCxnSpPr/>
          <p:nvPr/>
        </p:nvCxnSpPr>
        <p:spPr>
          <a:xfrm>
            <a:off x="526415" y="3814969"/>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14">
            <a:extLst>
              <a:ext uri="{FF2B5EF4-FFF2-40B4-BE49-F238E27FC236}">
                <a16:creationId xmlns:a16="http://schemas.microsoft.com/office/drawing/2014/main" id="{90383E77-74C5-4702-A542-0F0E6032638D}"/>
              </a:ext>
            </a:extLst>
          </p:cNvPr>
          <p:cNvSpPr txBox="1"/>
          <p:nvPr/>
        </p:nvSpPr>
        <p:spPr>
          <a:xfrm>
            <a:off x="8239126" y="3117745"/>
            <a:ext cx="3570010" cy="704865"/>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buFont typeface="Arial" panose="020B0604020202020204" pitchFamily="34" charset="0"/>
              <a:buChar char="•"/>
            </a:pPr>
            <a:r>
              <a:rPr lang="en-GB" sz="900" i="1" dirty="0">
                <a:latin typeface="Georgia" panose="02040502050405020303" pitchFamily="18" charset="0"/>
              </a:rPr>
              <a:t>An Operating Concern is the valuation level for Profitability Analysis (CO-PA).</a:t>
            </a:r>
          </a:p>
          <a:p>
            <a:pPr marL="108000" indent="-108000">
              <a:buFont typeface="Arial" panose="020B0604020202020204" pitchFamily="34" charset="0"/>
              <a:buChar char="•"/>
            </a:pPr>
            <a:r>
              <a:rPr lang="en-GB" sz="900" i="1" dirty="0">
                <a:latin typeface="Georgia" panose="02040502050405020303" pitchFamily="18" charset="0"/>
              </a:rPr>
              <a:t>All JTI entities belong to Operating Concern 1001, through company code assignment to controlling area, which is subsequently assigned to this operating concern.</a:t>
            </a:r>
          </a:p>
          <a:p>
            <a:endParaRPr lang="en-GB" sz="900" i="1" dirty="0">
              <a:latin typeface="Georgia" panose="02040502050405020303" pitchFamily="18" charset="0"/>
            </a:endParaRPr>
          </a:p>
        </p:txBody>
      </p:sp>
      <p:sp>
        <p:nvSpPr>
          <p:cNvPr id="29" name="Rectangle 28">
            <a:extLst>
              <a:ext uri="{FF2B5EF4-FFF2-40B4-BE49-F238E27FC236}">
                <a16:creationId xmlns:a16="http://schemas.microsoft.com/office/drawing/2014/main" id="{ED82FD5A-2BE6-443C-8671-3D364E83E847}"/>
              </a:ext>
            </a:extLst>
          </p:cNvPr>
          <p:cNvSpPr/>
          <p:nvPr/>
        </p:nvSpPr>
        <p:spPr>
          <a:xfrm>
            <a:off x="3357722" y="2175384"/>
            <a:ext cx="2330450" cy="303211"/>
          </a:xfrm>
          <a:prstGeom prst="rect">
            <a:avLst/>
          </a:prstGeom>
          <a:solidFill>
            <a:schemeClr val="accent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Group Chart of Account: JTIG</a:t>
            </a:r>
            <a:endParaRPr lang="en-GB" sz="1100" dirty="0"/>
          </a:p>
        </p:txBody>
      </p:sp>
      <p:sp>
        <p:nvSpPr>
          <p:cNvPr id="30" name="Rectangle 29">
            <a:extLst>
              <a:ext uri="{FF2B5EF4-FFF2-40B4-BE49-F238E27FC236}">
                <a16:creationId xmlns:a16="http://schemas.microsoft.com/office/drawing/2014/main" id="{92D89D61-A6B3-494A-AE43-85DBB1CE79EC}"/>
              </a:ext>
            </a:extLst>
          </p:cNvPr>
          <p:cNvSpPr/>
          <p:nvPr/>
        </p:nvSpPr>
        <p:spPr>
          <a:xfrm>
            <a:off x="3371983" y="2660860"/>
            <a:ext cx="2330450" cy="303211"/>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Operational CoA: JTIO</a:t>
            </a:r>
            <a:endParaRPr lang="en-US" altLang="en-US" sz="1100" b="1" dirty="0"/>
          </a:p>
        </p:txBody>
      </p:sp>
      <p:sp>
        <p:nvSpPr>
          <p:cNvPr id="31" name="Rectangle 30">
            <a:extLst>
              <a:ext uri="{FF2B5EF4-FFF2-40B4-BE49-F238E27FC236}">
                <a16:creationId xmlns:a16="http://schemas.microsoft.com/office/drawing/2014/main" id="{96B63F3A-E290-4AA0-BBF2-773D6FB894C9}"/>
              </a:ext>
            </a:extLst>
          </p:cNvPr>
          <p:cNvSpPr/>
          <p:nvPr/>
        </p:nvSpPr>
        <p:spPr>
          <a:xfrm>
            <a:off x="1171625" y="2547343"/>
            <a:ext cx="1819294" cy="434191"/>
          </a:xfrm>
          <a:prstGeom prst="rect">
            <a:avLst/>
          </a:prstGeom>
          <a:solidFill>
            <a:schemeClr val="accent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100" b="1" dirty="0"/>
              <a:t>Country CoA </a:t>
            </a:r>
          </a:p>
          <a:p>
            <a:pPr algn="ctr"/>
            <a:r>
              <a:rPr lang="en-GB" sz="1100" b="1" dirty="0"/>
              <a:t>(Alternative Accounts)</a:t>
            </a:r>
          </a:p>
        </p:txBody>
      </p:sp>
      <p:sp>
        <p:nvSpPr>
          <p:cNvPr id="32" name="Rectangle 31">
            <a:extLst>
              <a:ext uri="{FF2B5EF4-FFF2-40B4-BE49-F238E27FC236}">
                <a16:creationId xmlns:a16="http://schemas.microsoft.com/office/drawing/2014/main" id="{2A85ACE5-7025-4F2B-9320-CA83A1B5D1D4}"/>
              </a:ext>
            </a:extLst>
          </p:cNvPr>
          <p:cNvSpPr>
            <a:spLocks noChangeArrowheads="1"/>
          </p:cNvSpPr>
          <p:nvPr/>
        </p:nvSpPr>
        <p:spPr bwMode="auto">
          <a:xfrm>
            <a:off x="3414871" y="4045157"/>
            <a:ext cx="2282984" cy="311451"/>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Controlling Area 1000</a:t>
            </a:r>
          </a:p>
        </p:txBody>
      </p:sp>
      <p:sp>
        <p:nvSpPr>
          <p:cNvPr id="33" name="Rectangle 32">
            <a:extLst>
              <a:ext uri="{FF2B5EF4-FFF2-40B4-BE49-F238E27FC236}">
                <a16:creationId xmlns:a16="http://schemas.microsoft.com/office/drawing/2014/main" id="{3783F906-5183-4BA4-B12A-DCAE84459C37}"/>
              </a:ext>
            </a:extLst>
          </p:cNvPr>
          <p:cNvSpPr>
            <a:spLocks noChangeArrowheads="1"/>
          </p:cNvSpPr>
          <p:nvPr/>
        </p:nvSpPr>
        <p:spPr bwMode="auto">
          <a:xfrm>
            <a:off x="6319996" y="3907826"/>
            <a:ext cx="1603375" cy="63500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Profit Center Standard Hierarchy: JTI</a:t>
            </a:r>
          </a:p>
        </p:txBody>
      </p:sp>
      <p:cxnSp>
        <p:nvCxnSpPr>
          <p:cNvPr id="34" name="Straight Connector 33">
            <a:extLst>
              <a:ext uri="{FF2B5EF4-FFF2-40B4-BE49-F238E27FC236}">
                <a16:creationId xmlns:a16="http://schemas.microsoft.com/office/drawing/2014/main" id="{98C82471-ADCF-41F6-8FF5-35E516768E83}"/>
              </a:ext>
            </a:extLst>
          </p:cNvPr>
          <p:cNvCxnSpPr/>
          <p:nvPr/>
        </p:nvCxnSpPr>
        <p:spPr>
          <a:xfrm>
            <a:off x="515939" y="5040352"/>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TextBox 21">
            <a:extLst>
              <a:ext uri="{FF2B5EF4-FFF2-40B4-BE49-F238E27FC236}">
                <a16:creationId xmlns:a16="http://schemas.microsoft.com/office/drawing/2014/main" id="{C94A9A89-BB7D-4F7D-AFFA-30F9BA111DA3}"/>
              </a:ext>
            </a:extLst>
          </p:cNvPr>
          <p:cNvSpPr txBox="1"/>
          <p:nvPr/>
        </p:nvSpPr>
        <p:spPr>
          <a:xfrm>
            <a:off x="8248743" y="3904042"/>
            <a:ext cx="3647081" cy="11772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buFont typeface="Arial" panose="020B0604020202020204" pitchFamily="34" charset="0"/>
              <a:buChar char="•"/>
            </a:pPr>
            <a:r>
              <a:rPr lang="en-GB" sz="900" i="1" dirty="0">
                <a:latin typeface="Georgia" panose="02040502050405020303" pitchFamily="18" charset="0"/>
              </a:rPr>
              <a:t>An controlling area represents a closed system used for cost accounting purposes. JTI uses only one controlling area “1000”.</a:t>
            </a:r>
          </a:p>
          <a:p>
            <a:pPr marL="108000" indent="-108000">
              <a:buFont typeface="Arial" panose="020B0604020202020204" pitchFamily="34" charset="0"/>
              <a:buChar char="•"/>
            </a:pPr>
            <a:r>
              <a:rPr lang="en-GB" sz="900" b="1" i="1" dirty="0">
                <a:solidFill>
                  <a:schemeClr val="accent4">
                    <a:lumMod val="60000"/>
                    <a:lumOff val="40000"/>
                  </a:schemeClr>
                </a:solidFill>
                <a:latin typeface="Georgia" panose="02040502050405020303" pitchFamily="18" charset="0"/>
              </a:rPr>
              <a:t>Cost centers (CC) </a:t>
            </a:r>
            <a:r>
              <a:rPr lang="en-GB" sz="900" i="1" dirty="0">
                <a:latin typeface="Georgia" panose="02040502050405020303" pitchFamily="18" charset="0"/>
              </a:rPr>
              <a:t>and Profit Centers (PC) are created within a controlling area. </a:t>
            </a:r>
          </a:p>
          <a:p>
            <a:pPr marL="108000" indent="-108000">
              <a:buFont typeface="Arial" panose="020B0604020202020204" pitchFamily="34" charset="0"/>
              <a:buChar char="•"/>
            </a:pPr>
            <a:r>
              <a:rPr lang="en-GB" sz="900" i="1" dirty="0">
                <a:latin typeface="Georgia" panose="02040502050405020303" pitchFamily="18" charset="0"/>
              </a:rPr>
              <a:t>Every Cost Center is assigned to a Profit Center. </a:t>
            </a:r>
          </a:p>
          <a:p>
            <a:pPr marL="108000" indent="-108000">
              <a:buFont typeface="Arial" panose="020B0604020202020204" pitchFamily="34" charset="0"/>
              <a:buChar char="•"/>
            </a:pPr>
            <a:r>
              <a:rPr lang="en-GB" sz="900" i="1" dirty="0">
                <a:latin typeface="Georgia" panose="02040502050405020303" pitchFamily="18" charset="0"/>
              </a:rPr>
              <a:t>The standard hierarchies of CC and PC are tree structures representing all CCs and PCs belonging to a controlling area from a Controlling perspective.</a:t>
            </a:r>
          </a:p>
        </p:txBody>
      </p:sp>
      <p:sp>
        <p:nvSpPr>
          <p:cNvPr id="36" name="Rectangle 35">
            <a:extLst>
              <a:ext uri="{FF2B5EF4-FFF2-40B4-BE49-F238E27FC236}">
                <a16:creationId xmlns:a16="http://schemas.microsoft.com/office/drawing/2014/main" id="{CBE3C41D-06B8-4BB3-9C7D-D5B767416C6F}"/>
              </a:ext>
            </a:extLst>
          </p:cNvPr>
          <p:cNvSpPr>
            <a:spLocks noChangeArrowheads="1"/>
          </p:cNvSpPr>
          <p:nvPr/>
        </p:nvSpPr>
        <p:spPr bwMode="auto">
          <a:xfrm>
            <a:off x="2302033" y="5193727"/>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Company code</a:t>
            </a:r>
          </a:p>
          <a:p>
            <a:pPr algn="ctr"/>
            <a:r>
              <a:rPr lang="en-US" altLang="en-US" sz="1100" b="1" dirty="0">
                <a:solidFill>
                  <a:srgbClr val="000000"/>
                </a:solidFill>
                <a:latin typeface="Arial" panose="020B0604020202020204" pitchFamily="34" charset="0"/>
              </a:rPr>
              <a:t>1106</a:t>
            </a:r>
          </a:p>
          <a:p>
            <a:pPr algn="ctr"/>
            <a:r>
              <a:rPr lang="en-US" altLang="en-US" sz="1100" b="1" dirty="0">
                <a:solidFill>
                  <a:srgbClr val="000000"/>
                </a:solidFill>
                <a:latin typeface="Arial" panose="020B0604020202020204" pitchFamily="34" charset="0"/>
              </a:rPr>
              <a:t>JTI GMBH</a:t>
            </a:r>
          </a:p>
        </p:txBody>
      </p:sp>
      <p:sp>
        <p:nvSpPr>
          <p:cNvPr id="37" name="Rectangle 36">
            <a:extLst>
              <a:ext uri="{FF2B5EF4-FFF2-40B4-BE49-F238E27FC236}">
                <a16:creationId xmlns:a16="http://schemas.microsoft.com/office/drawing/2014/main" id="{B110EF4B-8CB3-4B2D-956A-AD70D81A42ED}"/>
              </a:ext>
            </a:extLst>
          </p:cNvPr>
          <p:cNvSpPr>
            <a:spLocks noChangeArrowheads="1"/>
          </p:cNvSpPr>
          <p:nvPr/>
        </p:nvSpPr>
        <p:spPr bwMode="auto">
          <a:xfrm>
            <a:off x="3945890" y="5193727"/>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Company code</a:t>
            </a:r>
          </a:p>
          <a:p>
            <a:pPr algn="ctr"/>
            <a:r>
              <a:rPr lang="en-US" altLang="en-US" sz="1100" b="1" dirty="0">
                <a:solidFill>
                  <a:srgbClr val="000000"/>
                </a:solidFill>
                <a:latin typeface="Arial" panose="020B0604020202020204" pitchFamily="34" charset="0"/>
              </a:rPr>
              <a:t>1799</a:t>
            </a:r>
          </a:p>
          <a:p>
            <a:pPr algn="ctr"/>
            <a:r>
              <a:rPr lang="en-US" altLang="en-US" sz="1100" b="1" dirty="0">
                <a:solidFill>
                  <a:srgbClr val="000000"/>
                </a:solidFill>
                <a:latin typeface="Arial" panose="020B0604020202020204" pitchFamily="34" charset="0"/>
              </a:rPr>
              <a:t>JTI SA</a:t>
            </a:r>
          </a:p>
        </p:txBody>
      </p:sp>
      <p:sp>
        <p:nvSpPr>
          <p:cNvPr id="38" name="Line 139">
            <a:extLst>
              <a:ext uri="{FF2B5EF4-FFF2-40B4-BE49-F238E27FC236}">
                <a16:creationId xmlns:a16="http://schemas.microsoft.com/office/drawing/2014/main" id="{160A11FE-4786-4C37-BE55-056CE0691F05}"/>
              </a:ext>
            </a:extLst>
          </p:cNvPr>
          <p:cNvSpPr>
            <a:spLocks noChangeShapeType="1"/>
          </p:cNvSpPr>
          <p:nvPr/>
        </p:nvSpPr>
        <p:spPr bwMode="auto">
          <a:xfrm>
            <a:off x="6144031" y="4789696"/>
            <a:ext cx="1588" cy="41057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9" name="Line 139">
            <a:extLst>
              <a:ext uri="{FF2B5EF4-FFF2-40B4-BE49-F238E27FC236}">
                <a16:creationId xmlns:a16="http://schemas.microsoft.com/office/drawing/2014/main" id="{9E1E2162-54E6-49A5-9B4C-A1026708D0AA}"/>
              </a:ext>
            </a:extLst>
          </p:cNvPr>
          <p:cNvSpPr>
            <a:spLocks noChangeShapeType="1"/>
          </p:cNvSpPr>
          <p:nvPr/>
        </p:nvSpPr>
        <p:spPr bwMode="auto">
          <a:xfrm>
            <a:off x="1256824" y="4794637"/>
            <a:ext cx="1588" cy="41057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0" name="Rectangle 39">
            <a:extLst>
              <a:ext uri="{FF2B5EF4-FFF2-40B4-BE49-F238E27FC236}">
                <a16:creationId xmlns:a16="http://schemas.microsoft.com/office/drawing/2014/main" id="{DB695D58-A8F0-4C6E-85D9-10A1D0BCC026}"/>
              </a:ext>
            </a:extLst>
          </p:cNvPr>
          <p:cNvSpPr>
            <a:spLocks noChangeArrowheads="1"/>
          </p:cNvSpPr>
          <p:nvPr/>
        </p:nvSpPr>
        <p:spPr bwMode="auto">
          <a:xfrm>
            <a:off x="5589747" y="5193726"/>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en-US" sz="1100" b="1" dirty="0">
                <a:solidFill>
                  <a:srgbClr val="000000"/>
                </a:solidFill>
                <a:latin typeface="Arial" panose="020B0604020202020204" pitchFamily="34" charset="0"/>
              </a:rPr>
              <a:t>Company code</a:t>
            </a:r>
          </a:p>
          <a:p>
            <a:pPr algn="ctr"/>
            <a:r>
              <a:rPr lang="en-US" altLang="en-US" sz="1100" b="1" dirty="0" err="1">
                <a:solidFill>
                  <a:srgbClr val="000000"/>
                </a:solidFill>
                <a:latin typeface="Arial" panose="020B0604020202020204" pitchFamily="34" charset="0"/>
              </a:rPr>
              <a:t>xxxx</a:t>
            </a:r>
            <a:endParaRPr lang="en-US" altLang="en-US" sz="1100" b="1" dirty="0">
              <a:solidFill>
                <a:srgbClr val="000000"/>
              </a:solidFill>
              <a:latin typeface="Arial" panose="020B0604020202020204" pitchFamily="34" charset="0"/>
            </a:endParaRPr>
          </a:p>
        </p:txBody>
      </p:sp>
      <p:sp>
        <p:nvSpPr>
          <p:cNvPr id="41" name="TextBox 27">
            <a:extLst>
              <a:ext uri="{FF2B5EF4-FFF2-40B4-BE49-F238E27FC236}">
                <a16:creationId xmlns:a16="http://schemas.microsoft.com/office/drawing/2014/main" id="{72EF11B5-9C9A-44E3-B12A-D3ACDF779AA2}"/>
              </a:ext>
            </a:extLst>
          </p:cNvPr>
          <p:cNvSpPr txBox="1"/>
          <p:nvPr/>
        </p:nvSpPr>
        <p:spPr>
          <a:xfrm>
            <a:off x="8255565" y="5133315"/>
            <a:ext cx="3647081" cy="11772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buFont typeface="Arial" panose="020B0604020202020204" pitchFamily="34" charset="0"/>
              <a:buChar char="•"/>
            </a:pPr>
            <a:r>
              <a:rPr lang="en-GB" sz="900" i="1" dirty="0">
                <a:latin typeface="Georgia" panose="02040502050405020303" pitchFamily="18" charset="0"/>
              </a:rPr>
              <a:t>A Company Code is the smallest organizational unit of external accounting for which a complete, self-contained set of accounts can be created. </a:t>
            </a:r>
          </a:p>
          <a:p>
            <a:pPr marL="108000" indent="-108000">
              <a:buFont typeface="Arial" panose="020B0604020202020204" pitchFamily="34" charset="0"/>
              <a:buChar char="•"/>
            </a:pPr>
            <a:r>
              <a:rPr lang="en-GB" sz="900" i="1" dirty="0">
                <a:latin typeface="Georgia" panose="02040502050405020303" pitchFamily="18" charset="0"/>
              </a:rPr>
              <a:t>This includes the entry of all transactions that must be posted and the creation of all items for legal individual financial statements, such as the balance sheet and the profit and loss statement.</a:t>
            </a:r>
          </a:p>
          <a:p>
            <a:pPr marL="108000" indent="-108000">
              <a:buFont typeface="Arial" panose="020B0604020202020204" pitchFamily="34" charset="0"/>
              <a:buChar char="•"/>
            </a:pPr>
            <a:r>
              <a:rPr lang="en-GB" sz="900" i="1" dirty="0">
                <a:latin typeface="Georgia" panose="02040502050405020303" pitchFamily="18" charset="0"/>
              </a:rPr>
              <a:t>All company codes in JTI is assigned to the same controlling area and use the same operational CoA.</a:t>
            </a:r>
          </a:p>
        </p:txBody>
      </p:sp>
      <p:cxnSp>
        <p:nvCxnSpPr>
          <p:cNvPr id="42" name="Straight Connector 41">
            <a:extLst>
              <a:ext uri="{FF2B5EF4-FFF2-40B4-BE49-F238E27FC236}">
                <a16:creationId xmlns:a16="http://schemas.microsoft.com/office/drawing/2014/main" id="{88198F75-21F3-455E-8383-F574B04D8E38}"/>
              </a:ext>
            </a:extLst>
          </p:cNvPr>
          <p:cNvCxnSpPr/>
          <p:nvPr/>
        </p:nvCxnSpPr>
        <p:spPr>
          <a:xfrm>
            <a:off x="491649" y="1900707"/>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xtBox 29">
            <a:extLst>
              <a:ext uri="{FF2B5EF4-FFF2-40B4-BE49-F238E27FC236}">
                <a16:creationId xmlns:a16="http://schemas.microsoft.com/office/drawing/2014/main" id="{67AD481C-FB67-4D31-A142-25EFB22FDEC5}"/>
              </a:ext>
            </a:extLst>
          </p:cNvPr>
          <p:cNvSpPr txBox="1"/>
          <p:nvPr/>
        </p:nvSpPr>
        <p:spPr>
          <a:xfrm>
            <a:off x="8239126" y="1520379"/>
            <a:ext cx="3570010" cy="328323"/>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buFont typeface="Arial" panose="020B0604020202020204" pitchFamily="34" charset="0"/>
              <a:buChar char="•"/>
            </a:pPr>
            <a:r>
              <a:rPr lang="en-GB" sz="900" i="1" dirty="0">
                <a:latin typeface="Georgia" panose="02040502050405020303" pitchFamily="18" charset="0"/>
              </a:rPr>
              <a:t>A client is a separate unit of SAP with its own set of tables, master data and documents.</a:t>
            </a:r>
          </a:p>
        </p:txBody>
      </p:sp>
    </p:spTree>
    <p:extLst>
      <p:ext uri="{BB962C8B-B14F-4D97-AF65-F5344CB8AC3E}">
        <p14:creationId xmlns:p14="http://schemas.microsoft.com/office/powerpoint/2010/main" val="35818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907D2-14F8-4374-9F79-02D0BD7603F3}"/>
              </a:ext>
            </a:extLst>
          </p:cNvPr>
          <p:cNvSpPr>
            <a:spLocks noGrp="1"/>
          </p:cNvSpPr>
          <p:nvPr>
            <p:ph type="title"/>
          </p:nvPr>
        </p:nvSpPr>
        <p:spPr/>
        <p:txBody>
          <a:bodyPr/>
          <a:lstStyle/>
          <a:p>
            <a:r>
              <a:rPr lang="en-GB" dirty="0"/>
              <a:t>Organizational Level in S/4HANA - Logistics</a:t>
            </a:r>
            <a:endParaRPr lang="en-US" dirty="0"/>
          </a:p>
        </p:txBody>
      </p:sp>
      <p:sp>
        <p:nvSpPr>
          <p:cNvPr id="5" name="Slide Number Placeholder 4">
            <a:extLst>
              <a:ext uri="{FF2B5EF4-FFF2-40B4-BE49-F238E27FC236}">
                <a16:creationId xmlns:a16="http://schemas.microsoft.com/office/drawing/2014/main" id="{BBFAD909-A3D3-4513-8D2E-9359D4D7BF2C}"/>
              </a:ext>
            </a:extLst>
          </p:cNvPr>
          <p:cNvSpPr>
            <a:spLocks noGrp="1"/>
          </p:cNvSpPr>
          <p:nvPr>
            <p:ph type="sldNum" sz="quarter" idx="12"/>
          </p:nvPr>
        </p:nvSpPr>
        <p:spPr/>
        <p:txBody>
          <a:bodyPr/>
          <a:lstStyle/>
          <a:p>
            <a:fld id="{F4C94289-3309-4C35-850A-56FD49B3E346}" type="slidenum">
              <a:rPr lang="en-GB" smtClean="0"/>
              <a:t>8</a:t>
            </a:fld>
            <a:endParaRPr lang="en-GB" dirty="0"/>
          </a:p>
        </p:txBody>
      </p:sp>
      <p:sp>
        <p:nvSpPr>
          <p:cNvPr id="55" name="TextBox 54">
            <a:extLst>
              <a:ext uri="{FF2B5EF4-FFF2-40B4-BE49-F238E27FC236}">
                <a16:creationId xmlns:a16="http://schemas.microsoft.com/office/drawing/2014/main" id="{059D9A2E-5450-4034-B661-0FEEABBE2AEF}"/>
              </a:ext>
            </a:extLst>
          </p:cNvPr>
          <p:cNvSpPr txBox="1"/>
          <p:nvPr/>
        </p:nvSpPr>
        <p:spPr>
          <a:xfrm>
            <a:off x="8406697" y="3850100"/>
            <a:ext cx="3647081" cy="1012838"/>
          </a:xfrm>
          <a:prstGeom prst="rect">
            <a:avLst/>
          </a:prstGeom>
          <a:noFill/>
        </p:spPr>
        <p:txBody>
          <a:bodyPr wrap="square" lIns="0" tIns="0" rIns="0" bIns="0" rtlCol="0">
            <a:noAutofit/>
          </a:bodyPr>
          <a:lstStyle/>
          <a:p>
            <a:pPr marL="108000" indent="-108000">
              <a:buFont typeface="Arial" panose="020B0604020202020204" pitchFamily="34" charset="0"/>
              <a:buChar char="•"/>
            </a:pPr>
            <a:r>
              <a:rPr lang="en-GB" sz="900" i="1" dirty="0">
                <a:latin typeface="Georgia" panose="02040502050405020303" pitchFamily="18" charset="0"/>
              </a:rPr>
              <a:t>A </a:t>
            </a:r>
            <a:r>
              <a:rPr lang="en-GB" sz="900" b="1" i="1" dirty="0">
                <a:solidFill>
                  <a:schemeClr val="accent4">
                    <a:lumMod val="60000"/>
                    <a:lumOff val="40000"/>
                  </a:schemeClr>
                </a:solidFill>
                <a:latin typeface="Georgia" panose="02040502050405020303" pitchFamily="18" charset="0"/>
              </a:rPr>
              <a:t>Plant</a:t>
            </a:r>
            <a:r>
              <a:rPr lang="en-GB" sz="900" i="1" dirty="0">
                <a:latin typeface="Georgia" panose="02040502050405020303" pitchFamily="18" charset="0"/>
              </a:rPr>
              <a:t> is an organizational unit serving to subdivide an enterprise according to production, procurement, maintenance, and materials planning aspects. </a:t>
            </a:r>
          </a:p>
          <a:p>
            <a:pPr marL="108000" indent="-108000">
              <a:buFont typeface="Arial" panose="020B0604020202020204" pitchFamily="34" charset="0"/>
              <a:buChar char="•"/>
            </a:pPr>
            <a:r>
              <a:rPr lang="en-GB" sz="900" i="1" dirty="0">
                <a:latin typeface="Georgia" panose="02040502050405020303" pitchFamily="18" charset="0"/>
              </a:rPr>
              <a:t>It is a place where either materials are produced or goods and services provided.</a:t>
            </a:r>
          </a:p>
          <a:p>
            <a:pPr marL="108000" indent="-108000">
              <a:buFont typeface="Arial" panose="020B0604020202020204" pitchFamily="34" charset="0"/>
              <a:buChar char="•"/>
            </a:pPr>
            <a:r>
              <a:rPr lang="en-GB" sz="900" i="1" dirty="0">
                <a:latin typeface="Georgia" panose="02040502050405020303" pitchFamily="18" charset="0"/>
              </a:rPr>
              <a:t>The sales area is the combination of a distribution chain (a sales organization and a distribution channel) and a division. </a:t>
            </a:r>
          </a:p>
          <a:p>
            <a:pPr marL="108000" indent="-108000">
              <a:buFont typeface="Arial" panose="020B0604020202020204" pitchFamily="34" charset="0"/>
              <a:buChar char="•"/>
            </a:pPr>
            <a:endParaRPr lang="en-GB" sz="900" i="1" dirty="0">
              <a:latin typeface="Georgia" panose="02040502050405020303" pitchFamily="18" charset="0"/>
            </a:endParaRPr>
          </a:p>
          <a:p>
            <a:pPr marL="108000" indent="-108000">
              <a:buFont typeface="Arial" panose="020B0604020202020204" pitchFamily="34" charset="0"/>
              <a:buChar char="•"/>
            </a:pPr>
            <a:endParaRPr lang="en-GB" sz="900" i="1" dirty="0">
              <a:latin typeface="Georgia" panose="02040502050405020303" pitchFamily="18" charset="0"/>
            </a:endParaRPr>
          </a:p>
          <a:p>
            <a:pPr marL="108000" indent="-108000">
              <a:buFont typeface="Arial" panose="020B0604020202020204" pitchFamily="34" charset="0"/>
              <a:buChar char="•"/>
            </a:pPr>
            <a:endParaRPr lang="en-GB" sz="900" i="1" dirty="0">
              <a:latin typeface="Georgia" panose="02040502050405020303" pitchFamily="18" charset="0"/>
            </a:endParaRPr>
          </a:p>
        </p:txBody>
      </p:sp>
      <p:sp>
        <p:nvSpPr>
          <p:cNvPr id="56" name="TextBox 55">
            <a:extLst>
              <a:ext uri="{FF2B5EF4-FFF2-40B4-BE49-F238E27FC236}">
                <a16:creationId xmlns:a16="http://schemas.microsoft.com/office/drawing/2014/main" id="{A1B3680E-7BC9-4577-A3F1-DD2A3E3B1DA0}"/>
              </a:ext>
            </a:extLst>
          </p:cNvPr>
          <p:cNvSpPr txBox="1"/>
          <p:nvPr/>
        </p:nvSpPr>
        <p:spPr>
          <a:xfrm>
            <a:off x="8406697" y="5995805"/>
            <a:ext cx="3647081" cy="703392"/>
          </a:xfrm>
          <a:prstGeom prst="rect">
            <a:avLst/>
          </a:prstGeom>
          <a:noFill/>
        </p:spPr>
        <p:txBody>
          <a:bodyPr wrap="square" lIns="0" tIns="0" rIns="0" bIns="0" rtlCol="0">
            <a:noAutofit/>
          </a:bodyPr>
          <a:lstStyle/>
          <a:p>
            <a:pPr marL="108000" indent="-108000">
              <a:buFont typeface="Arial" panose="020B0604020202020204" pitchFamily="34" charset="0"/>
              <a:buChar char="•"/>
            </a:pPr>
            <a:r>
              <a:rPr lang="en-GB" sz="900" i="1" dirty="0">
                <a:latin typeface="Georgia" panose="02040502050405020303" pitchFamily="18" charset="0"/>
              </a:rPr>
              <a:t>A shipping point is a place or location where the goods and services are delivered to the customers”. </a:t>
            </a:r>
          </a:p>
          <a:p>
            <a:pPr marL="108000" indent="-108000">
              <a:buFont typeface="Arial" panose="020B0604020202020204" pitchFamily="34" charset="0"/>
              <a:buChar char="•"/>
            </a:pPr>
            <a:r>
              <a:rPr lang="en-GB" sz="900" i="1" dirty="0">
                <a:latin typeface="Georgia" panose="02040502050405020303" pitchFamily="18" charset="0"/>
              </a:rPr>
              <a:t>Shipping point is an independent organizational unit in SAP SD module and it is responsible for processing inbound and outbound deliveries..</a:t>
            </a:r>
          </a:p>
        </p:txBody>
      </p:sp>
      <p:sp>
        <p:nvSpPr>
          <p:cNvPr id="57" name="TextBox 56">
            <a:extLst>
              <a:ext uri="{FF2B5EF4-FFF2-40B4-BE49-F238E27FC236}">
                <a16:creationId xmlns:a16="http://schemas.microsoft.com/office/drawing/2014/main" id="{D33B2034-3009-4BCF-BBEF-C781CCFA1229}"/>
              </a:ext>
            </a:extLst>
          </p:cNvPr>
          <p:cNvSpPr txBox="1"/>
          <p:nvPr/>
        </p:nvSpPr>
        <p:spPr>
          <a:xfrm>
            <a:off x="8406697" y="4918297"/>
            <a:ext cx="3647081" cy="801763"/>
          </a:xfrm>
          <a:prstGeom prst="rect">
            <a:avLst/>
          </a:prstGeom>
          <a:noFill/>
        </p:spPr>
        <p:txBody>
          <a:bodyPr wrap="square" lIns="0" tIns="0" rIns="0" bIns="0" rtlCol="0">
            <a:noAutofit/>
          </a:bodyPr>
          <a:lstStyle/>
          <a:p>
            <a:pPr marL="108000" indent="-108000">
              <a:buFont typeface="Arial" panose="020B0604020202020204" pitchFamily="34" charset="0"/>
              <a:buChar char="•"/>
            </a:pPr>
            <a:r>
              <a:rPr lang="en-GB" sz="900" b="1" i="1" dirty="0">
                <a:solidFill>
                  <a:schemeClr val="accent4">
                    <a:lumMod val="60000"/>
                    <a:lumOff val="40000"/>
                  </a:schemeClr>
                </a:solidFill>
                <a:latin typeface="Georgia" panose="02040502050405020303" pitchFamily="18" charset="0"/>
              </a:rPr>
              <a:t>Storage locations </a:t>
            </a:r>
            <a:r>
              <a:rPr lang="en-GB" sz="900" i="1" dirty="0">
                <a:latin typeface="Georgia" panose="02040502050405020303" pitchFamily="18" charset="0"/>
              </a:rPr>
              <a:t>are the places where stock is physically kept within a plant.</a:t>
            </a:r>
          </a:p>
          <a:p>
            <a:pPr marL="108000" indent="-108000">
              <a:buFont typeface="Arial" panose="020B0604020202020204" pitchFamily="34" charset="0"/>
              <a:buChar char="•"/>
            </a:pPr>
            <a:r>
              <a:rPr lang="en-GB" sz="900" i="1" dirty="0">
                <a:latin typeface="Georgia" panose="02040502050405020303" pitchFamily="18" charset="0"/>
              </a:rPr>
              <a:t> A sales office is an organizational unit in sales and distribution which is responsible for sales within a specific geographical area.</a:t>
            </a:r>
          </a:p>
          <a:p>
            <a:pPr marL="108000" indent="-108000">
              <a:buFont typeface="Arial" panose="020B0604020202020204" pitchFamily="34" charset="0"/>
              <a:buChar char="•"/>
            </a:pPr>
            <a:r>
              <a:rPr lang="en-GB" sz="900" i="1" dirty="0">
                <a:latin typeface="Georgia" panose="02040502050405020303" pitchFamily="18" charset="0"/>
              </a:rPr>
              <a:t>Sales groups are subdivisions of a distribution chain.</a:t>
            </a:r>
          </a:p>
        </p:txBody>
      </p:sp>
      <p:grpSp>
        <p:nvGrpSpPr>
          <p:cNvPr id="58" name="Group 52">
            <a:extLst>
              <a:ext uri="{FF2B5EF4-FFF2-40B4-BE49-F238E27FC236}">
                <a16:creationId xmlns:a16="http://schemas.microsoft.com/office/drawing/2014/main" id="{E522F9ED-97D7-49E8-BBDC-5AB0D782E295}"/>
              </a:ext>
            </a:extLst>
          </p:cNvPr>
          <p:cNvGrpSpPr>
            <a:grpSpLocks/>
          </p:cNvGrpSpPr>
          <p:nvPr/>
        </p:nvGrpSpPr>
        <p:grpSpPr bwMode="auto">
          <a:xfrm>
            <a:off x="3799445" y="1329310"/>
            <a:ext cx="1717675" cy="519456"/>
            <a:chOff x="2332" y="726"/>
            <a:chExt cx="854" cy="272"/>
          </a:xfrm>
          <a:solidFill>
            <a:schemeClr val="accent1"/>
          </a:solidFill>
        </p:grpSpPr>
        <p:sp>
          <p:nvSpPr>
            <p:cNvPr id="59" name="Freeform 48">
              <a:extLst>
                <a:ext uri="{FF2B5EF4-FFF2-40B4-BE49-F238E27FC236}">
                  <a16:creationId xmlns:a16="http://schemas.microsoft.com/office/drawing/2014/main" id="{7E4108BD-4CD4-4E29-B4A2-033833E21F05}"/>
                </a:ext>
              </a:extLst>
            </p:cNvPr>
            <p:cNvSpPr>
              <a:spLocks/>
            </p:cNvSpPr>
            <p:nvPr/>
          </p:nvSpPr>
          <p:spPr bwMode="auto">
            <a:xfrm>
              <a:off x="2332" y="726"/>
              <a:ext cx="854" cy="272"/>
            </a:xfrm>
            <a:custGeom>
              <a:avLst/>
              <a:gdLst>
                <a:gd name="T0" fmla="*/ 3250 w 6500"/>
                <a:gd name="T1" fmla="*/ 0 h 2000"/>
                <a:gd name="T2" fmla="*/ 0 w 6500"/>
                <a:gd name="T3" fmla="*/ 250 h 2000"/>
                <a:gd name="T4" fmla="*/ 0 w 6500"/>
                <a:gd name="T5" fmla="*/ 1750 h 2000"/>
                <a:gd name="T6" fmla="*/ 3250 w 6500"/>
                <a:gd name="T7" fmla="*/ 2000 h 2000"/>
                <a:gd name="T8" fmla="*/ 6500 w 6500"/>
                <a:gd name="T9" fmla="*/ 1750 h 2000"/>
                <a:gd name="T10" fmla="*/ 6500 w 6500"/>
                <a:gd name="T11" fmla="*/ 250 h 2000"/>
                <a:gd name="T12" fmla="*/ 3250 w 6500"/>
                <a:gd name="T13" fmla="*/ 0 h 2000"/>
              </a:gdLst>
              <a:ahLst/>
              <a:cxnLst>
                <a:cxn ang="0">
                  <a:pos x="T0" y="T1"/>
                </a:cxn>
                <a:cxn ang="0">
                  <a:pos x="T2" y="T3"/>
                </a:cxn>
                <a:cxn ang="0">
                  <a:pos x="T4" y="T5"/>
                </a:cxn>
                <a:cxn ang="0">
                  <a:pos x="T6" y="T7"/>
                </a:cxn>
                <a:cxn ang="0">
                  <a:pos x="T8" y="T9"/>
                </a:cxn>
                <a:cxn ang="0">
                  <a:pos x="T10" y="T11"/>
                </a:cxn>
                <a:cxn ang="0">
                  <a:pos x="T12" y="T13"/>
                </a:cxn>
              </a:cxnLst>
              <a:rect l="0" t="0" r="r" b="b"/>
              <a:pathLst>
                <a:path w="6500" h="2000">
                  <a:moveTo>
                    <a:pt x="3250" y="0"/>
                  </a:moveTo>
                  <a:cubicBezTo>
                    <a:pt x="1455" y="0"/>
                    <a:pt x="0" y="112"/>
                    <a:pt x="0" y="250"/>
                  </a:cubicBezTo>
                  <a:lnTo>
                    <a:pt x="0" y="1750"/>
                  </a:lnTo>
                  <a:cubicBezTo>
                    <a:pt x="0" y="1889"/>
                    <a:pt x="1455" y="2000"/>
                    <a:pt x="3250" y="2000"/>
                  </a:cubicBezTo>
                  <a:cubicBezTo>
                    <a:pt x="5045" y="2000"/>
                    <a:pt x="6500" y="1889"/>
                    <a:pt x="6500" y="1750"/>
                  </a:cubicBezTo>
                  <a:lnTo>
                    <a:pt x="6500" y="250"/>
                  </a:lnTo>
                  <a:cubicBezTo>
                    <a:pt x="6500" y="112"/>
                    <a:pt x="5045" y="0"/>
                    <a:pt x="3250" y="0"/>
                  </a:cubicBezTo>
                  <a:close/>
                </a:path>
              </a:pathLst>
            </a:custGeom>
            <a:grpFill/>
            <a:ln w="0">
              <a:solidFill>
                <a:schemeClr val="bg1"/>
              </a:solidFill>
              <a:prstDash val="solid"/>
              <a:round/>
              <a:headEnd/>
              <a:tailEnd/>
            </a:ln>
          </p:spPr>
          <p:txBody>
            <a:bodyPr/>
            <a:lstStyle/>
            <a:p>
              <a:endParaRPr lang="en-GB"/>
            </a:p>
          </p:txBody>
        </p:sp>
        <p:sp>
          <p:nvSpPr>
            <p:cNvPr id="60" name="Oval 49">
              <a:extLst>
                <a:ext uri="{FF2B5EF4-FFF2-40B4-BE49-F238E27FC236}">
                  <a16:creationId xmlns:a16="http://schemas.microsoft.com/office/drawing/2014/main" id="{4F05383B-A81C-4B4F-8FD5-13B8FD9E9417}"/>
                </a:ext>
              </a:extLst>
            </p:cNvPr>
            <p:cNvSpPr>
              <a:spLocks noChangeArrowheads="1"/>
            </p:cNvSpPr>
            <p:nvPr/>
          </p:nvSpPr>
          <p:spPr bwMode="auto">
            <a:xfrm>
              <a:off x="2332" y="726"/>
              <a:ext cx="854" cy="68"/>
            </a:xfrm>
            <a:prstGeom prst="ellipse">
              <a:avLst/>
            </a:prstGeom>
            <a:grpFill/>
            <a:ln w="0">
              <a:solidFill>
                <a:schemeClr val="bg1"/>
              </a:solidFill>
              <a:round/>
              <a:headEnd/>
              <a:tailEnd/>
            </a:ln>
          </p:spPr>
          <p:txBody>
            <a:bodyPr/>
            <a:lstStyle/>
            <a:p>
              <a:endParaRPr lang="en-GB"/>
            </a:p>
          </p:txBody>
        </p:sp>
        <p:sp>
          <p:nvSpPr>
            <p:cNvPr id="61" name="Freeform 50">
              <a:extLst>
                <a:ext uri="{FF2B5EF4-FFF2-40B4-BE49-F238E27FC236}">
                  <a16:creationId xmlns:a16="http://schemas.microsoft.com/office/drawing/2014/main" id="{7D32DE5F-0793-4341-A4F1-6DD56D67A2DE}"/>
                </a:ext>
              </a:extLst>
            </p:cNvPr>
            <p:cNvSpPr>
              <a:spLocks/>
            </p:cNvSpPr>
            <p:nvPr/>
          </p:nvSpPr>
          <p:spPr bwMode="auto">
            <a:xfrm>
              <a:off x="2332" y="726"/>
              <a:ext cx="854" cy="272"/>
            </a:xfrm>
            <a:custGeom>
              <a:avLst/>
              <a:gdLst>
                <a:gd name="T0" fmla="*/ 3250 w 6500"/>
                <a:gd name="T1" fmla="*/ 0 h 2000"/>
                <a:gd name="T2" fmla="*/ 0 w 6500"/>
                <a:gd name="T3" fmla="*/ 250 h 2000"/>
                <a:gd name="T4" fmla="*/ 0 w 6500"/>
                <a:gd name="T5" fmla="*/ 1750 h 2000"/>
                <a:gd name="T6" fmla="*/ 3250 w 6500"/>
                <a:gd name="T7" fmla="*/ 2000 h 2000"/>
                <a:gd name="T8" fmla="*/ 6500 w 6500"/>
                <a:gd name="T9" fmla="*/ 1750 h 2000"/>
                <a:gd name="T10" fmla="*/ 6500 w 6500"/>
                <a:gd name="T11" fmla="*/ 250 h 2000"/>
                <a:gd name="T12" fmla="*/ 3250 w 6500"/>
                <a:gd name="T13" fmla="*/ 0 h 2000"/>
              </a:gdLst>
              <a:ahLst/>
              <a:cxnLst>
                <a:cxn ang="0">
                  <a:pos x="T0" y="T1"/>
                </a:cxn>
                <a:cxn ang="0">
                  <a:pos x="T2" y="T3"/>
                </a:cxn>
                <a:cxn ang="0">
                  <a:pos x="T4" y="T5"/>
                </a:cxn>
                <a:cxn ang="0">
                  <a:pos x="T6" y="T7"/>
                </a:cxn>
                <a:cxn ang="0">
                  <a:pos x="T8" y="T9"/>
                </a:cxn>
                <a:cxn ang="0">
                  <a:pos x="T10" y="T11"/>
                </a:cxn>
                <a:cxn ang="0">
                  <a:pos x="T12" y="T13"/>
                </a:cxn>
              </a:cxnLst>
              <a:rect l="0" t="0" r="r" b="b"/>
              <a:pathLst>
                <a:path w="6500" h="2000">
                  <a:moveTo>
                    <a:pt x="3250" y="0"/>
                  </a:moveTo>
                  <a:cubicBezTo>
                    <a:pt x="1455" y="0"/>
                    <a:pt x="0" y="112"/>
                    <a:pt x="0" y="250"/>
                  </a:cubicBezTo>
                  <a:lnTo>
                    <a:pt x="0" y="1750"/>
                  </a:lnTo>
                  <a:cubicBezTo>
                    <a:pt x="0" y="1889"/>
                    <a:pt x="1455" y="2000"/>
                    <a:pt x="3250" y="2000"/>
                  </a:cubicBezTo>
                  <a:cubicBezTo>
                    <a:pt x="5045" y="2000"/>
                    <a:pt x="6500" y="1889"/>
                    <a:pt x="6500" y="1750"/>
                  </a:cubicBezTo>
                  <a:lnTo>
                    <a:pt x="6500" y="250"/>
                  </a:lnTo>
                  <a:cubicBezTo>
                    <a:pt x="6500" y="112"/>
                    <a:pt x="5045" y="0"/>
                    <a:pt x="3250" y="0"/>
                  </a:cubicBezTo>
                  <a:close/>
                </a:path>
              </a:pathLst>
            </a:custGeom>
            <a:grpFill/>
            <a:ln w="6350" cap="rnd">
              <a:solidFill>
                <a:schemeClr val="bg1"/>
              </a:solidFill>
              <a:prstDash val="solid"/>
              <a:round/>
              <a:headEnd/>
              <a:tailEnd/>
            </a:ln>
          </p:spPr>
          <p:txBody>
            <a:bodyPr/>
            <a:lstStyle/>
            <a:p>
              <a:endParaRPr lang="en-GB"/>
            </a:p>
          </p:txBody>
        </p:sp>
        <p:sp>
          <p:nvSpPr>
            <p:cNvPr id="62" name="Freeform 51">
              <a:extLst>
                <a:ext uri="{FF2B5EF4-FFF2-40B4-BE49-F238E27FC236}">
                  <a16:creationId xmlns:a16="http://schemas.microsoft.com/office/drawing/2014/main" id="{823B683A-6CE7-4DD8-A0B1-C6625CEEC0E9}"/>
                </a:ext>
              </a:extLst>
            </p:cNvPr>
            <p:cNvSpPr>
              <a:spLocks/>
            </p:cNvSpPr>
            <p:nvPr/>
          </p:nvSpPr>
          <p:spPr bwMode="auto">
            <a:xfrm>
              <a:off x="2332" y="760"/>
              <a:ext cx="854" cy="34"/>
            </a:xfrm>
            <a:custGeom>
              <a:avLst/>
              <a:gdLst>
                <a:gd name="T0" fmla="*/ 0 w 854"/>
                <a:gd name="T1" fmla="*/ 0 h 34"/>
                <a:gd name="T2" fmla="*/ 427 w 854"/>
                <a:gd name="T3" fmla="*/ 34 h 34"/>
                <a:gd name="T4" fmla="*/ 854 w 854"/>
                <a:gd name="T5" fmla="*/ 0 h 34"/>
              </a:gdLst>
              <a:ahLst/>
              <a:cxnLst>
                <a:cxn ang="0">
                  <a:pos x="T0" y="T1"/>
                </a:cxn>
                <a:cxn ang="0">
                  <a:pos x="T2" y="T3"/>
                </a:cxn>
                <a:cxn ang="0">
                  <a:pos x="T4" y="T5"/>
                </a:cxn>
              </a:cxnLst>
              <a:rect l="0" t="0" r="r" b="b"/>
              <a:pathLst>
                <a:path w="854" h="34">
                  <a:moveTo>
                    <a:pt x="0" y="0"/>
                  </a:moveTo>
                  <a:cubicBezTo>
                    <a:pt x="0" y="19"/>
                    <a:pt x="191" y="34"/>
                    <a:pt x="427" y="34"/>
                  </a:cubicBezTo>
                  <a:cubicBezTo>
                    <a:pt x="663" y="34"/>
                    <a:pt x="854" y="19"/>
                    <a:pt x="854" y="0"/>
                  </a:cubicBezTo>
                </a:path>
              </a:pathLst>
            </a:custGeom>
            <a:grpFill/>
            <a:ln w="6350" cap="rnd">
              <a:solidFill>
                <a:schemeClr val="bg1"/>
              </a:solidFill>
              <a:prstDash val="solid"/>
              <a:round/>
              <a:headEnd/>
              <a:tailEnd/>
            </a:ln>
          </p:spPr>
          <p:txBody>
            <a:bodyPr/>
            <a:lstStyle/>
            <a:p>
              <a:endParaRPr lang="en-GB"/>
            </a:p>
          </p:txBody>
        </p:sp>
      </p:grpSp>
      <p:cxnSp>
        <p:nvCxnSpPr>
          <p:cNvPr id="63" name="Straight Connector 62">
            <a:extLst>
              <a:ext uri="{FF2B5EF4-FFF2-40B4-BE49-F238E27FC236}">
                <a16:creationId xmlns:a16="http://schemas.microsoft.com/office/drawing/2014/main" id="{84DFDA1B-53FC-4D01-9BA4-D3F62CF252B4}"/>
              </a:ext>
            </a:extLst>
          </p:cNvPr>
          <p:cNvCxnSpPr>
            <a:cxnSpLocks/>
            <a:endCxn id="71" idx="1"/>
          </p:cNvCxnSpPr>
          <p:nvPr/>
        </p:nvCxnSpPr>
        <p:spPr bwMode="auto">
          <a:xfrm>
            <a:off x="5882583" y="5594971"/>
            <a:ext cx="650548" cy="641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Straight Connector 63">
            <a:extLst>
              <a:ext uri="{FF2B5EF4-FFF2-40B4-BE49-F238E27FC236}">
                <a16:creationId xmlns:a16="http://schemas.microsoft.com/office/drawing/2014/main" id="{541C7C3A-4E5E-498C-A4CF-2992D492B813}"/>
              </a:ext>
            </a:extLst>
          </p:cNvPr>
          <p:cNvCxnSpPr/>
          <p:nvPr/>
        </p:nvCxnSpPr>
        <p:spPr>
          <a:xfrm>
            <a:off x="669766" y="2827573"/>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5" name="TextBox 64">
            <a:extLst>
              <a:ext uri="{FF2B5EF4-FFF2-40B4-BE49-F238E27FC236}">
                <a16:creationId xmlns:a16="http://schemas.microsoft.com/office/drawing/2014/main" id="{3ADD0CA2-1E0D-4F8C-87D1-1AFE872EF942}"/>
              </a:ext>
            </a:extLst>
          </p:cNvPr>
          <p:cNvSpPr txBox="1"/>
          <p:nvPr/>
        </p:nvSpPr>
        <p:spPr>
          <a:xfrm>
            <a:off x="8483768" y="1850975"/>
            <a:ext cx="3570010" cy="658709"/>
          </a:xfrm>
          <a:prstGeom prst="rect">
            <a:avLst/>
          </a:prstGeom>
          <a:noFill/>
        </p:spPr>
        <p:txBody>
          <a:bodyPr wrap="square" lIns="0" tIns="0" rIns="0" bIns="0" rtlCol="0">
            <a:noAutofit/>
          </a:bodyPr>
          <a:lstStyle/>
          <a:p>
            <a:pPr marL="108000" indent="-108000">
              <a:buFont typeface="Arial" panose="020B0604020202020204" pitchFamily="34" charset="0"/>
              <a:buChar char="•"/>
            </a:pPr>
            <a:r>
              <a:rPr lang="en-GB" sz="900" i="1" dirty="0">
                <a:latin typeface="Georgia" panose="02040502050405020303" pitchFamily="18" charset="0"/>
              </a:rPr>
              <a:t>A </a:t>
            </a:r>
            <a:r>
              <a:rPr lang="en-GB" sz="900" b="1" i="1" dirty="0">
                <a:solidFill>
                  <a:schemeClr val="accent4">
                    <a:lumMod val="60000"/>
                    <a:lumOff val="40000"/>
                  </a:schemeClr>
                </a:solidFill>
                <a:latin typeface="Georgia" panose="02040502050405020303" pitchFamily="18" charset="0"/>
              </a:rPr>
              <a:t>Company Code </a:t>
            </a:r>
            <a:r>
              <a:rPr lang="en-GB" sz="900" i="1" dirty="0">
                <a:latin typeface="Georgia" panose="02040502050405020303" pitchFamily="18" charset="0"/>
              </a:rPr>
              <a:t>is the smallest organizational unit of external accounting for which a complete, self-contained set of accounts can be created. </a:t>
            </a:r>
          </a:p>
          <a:p>
            <a:pPr marL="108000" indent="-108000" algn="l">
              <a:buFont typeface="Arial" panose="020B0604020202020204" pitchFamily="34" charset="0"/>
              <a:buChar char="•"/>
            </a:pPr>
            <a:r>
              <a:rPr lang="en-GB" sz="900" i="1" dirty="0">
                <a:latin typeface="Georgia" panose="02040502050405020303" pitchFamily="18" charset="0"/>
              </a:rPr>
              <a:t>In order to carry out logistic processes, company codes need to be linked to purchasing and sales organizational units in SAP.</a:t>
            </a:r>
          </a:p>
          <a:p>
            <a:pPr marL="108000" indent="-108000" algn="l">
              <a:buFont typeface="Arial" panose="020B0604020202020204" pitchFamily="34" charset="0"/>
              <a:buChar char="•"/>
            </a:pPr>
            <a:r>
              <a:rPr lang="en-GB" sz="900" i="1" dirty="0">
                <a:latin typeface="Georgia" panose="02040502050405020303" pitchFamily="18" charset="0"/>
              </a:rPr>
              <a:t>A purchase organization is assigned to a company code.</a:t>
            </a:r>
          </a:p>
          <a:p>
            <a:pPr marL="108000" indent="-108000" algn="l">
              <a:buFont typeface="Arial" panose="020B0604020202020204" pitchFamily="34" charset="0"/>
              <a:buChar char="•"/>
            </a:pPr>
            <a:r>
              <a:rPr lang="en-GB" sz="900" i="1" dirty="0">
                <a:latin typeface="Georgia" panose="02040502050405020303" pitchFamily="18" charset="0"/>
              </a:rPr>
              <a:t>A sales organization is assigned to a company code.</a:t>
            </a:r>
          </a:p>
        </p:txBody>
      </p:sp>
      <p:cxnSp>
        <p:nvCxnSpPr>
          <p:cNvPr id="66" name="Straight Connector 65">
            <a:extLst>
              <a:ext uri="{FF2B5EF4-FFF2-40B4-BE49-F238E27FC236}">
                <a16:creationId xmlns:a16="http://schemas.microsoft.com/office/drawing/2014/main" id="{2A44E5A9-E627-4975-B228-4BAE104DC82F}"/>
              </a:ext>
            </a:extLst>
          </p:cNvPr>
          <p:cNvCxnSpPr/>
          <p:nvPr/>
        </p:nvCxnSpPr>
        <p:spPr>
          <a:xfrm>
            <a:off x="669766" y="3722921"/>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7" name="TextBox 66">
            <a:extLst>
              <a:ext uri="{FF2B5EF4-FFF2-40B4-BE49-F238E27FC236}">
                <a16:creationId xmlns:a16="http://schemas.microsoft.com/office/drawing/2014/main" id="{10099EC8-AC1D-41B7-A315-87DC9B841D4A}"/>
              </a:ext>
            </a:extLst>
          </p:cNvPr>
          <p:cNvSpPr txBox="1"/>
          <p:nvPr/>
        </p:nvSpPr>
        <p:spPr>
          <a:xfrm>
            <a:off x="8483768" y="2911397"/>
            <a:ext cx="3570010" cy="704865"/>
          </a:xfrm>
          <a:prstGeom prst="rect">
            <a:avLst/>
          </a:prstGeom>
          <a:noFill/>
        </p:spPr>
        <p:txBody>
          <a:bodyPr wrap="square" lIns="0" tIns="0" rIns="0" bIns="0" rtlCol="0">
            <a:noAutofit/>
          </a:bodyPr>
          <a:lstStyle/>
          <a:p>
            <a:pPr marL="108000" indent="-108000">
              <a:buFont typeface="Arial" panose="020B0604020202020204" pitchFamily="34" charset="0"/>
              <a:buChar char="•"/>
            </a:pPr>
            <a:r>
              <a:rPr lang="en-GB" sz="900" i="1" dirty="0">
                <a:latin typeface="Georgia" panose="02040502050405020303" pitchFamily="18" charset="0"/>
              </a:rPr>
              <a:t>A Purchasing Organization is an organizational unit which procures articles and negotiates general purchase price conditions with vendors . There can be more than one purchase organizations assigned to one company code in JTI.</a:t>
            </a:r>
          </a:p>
          <a:p>
            <a:pPr marL="108000" indent="-108000">
              <a:buFont typeface="Arial" panose="020B0604020202020204" pitchFamily="34" charset="0"/>
              <a:buChar char="•"/>
            </a:pPr>
            <a:r>
              <a:rPr lang="en-GB" sz="900" i="1" dirty="0">
                <a:latin typeface="Georgia" panose="02040502050405020303" pitchFamily="18" charset="0"/>
              </a:rPr>
              <a:t>A Sales Organization that structures the company according to its sales requirements.</a:t>
            </a:r>
          </a:p>
        </p:txBody>
      </p:sp>
      <p:sp>
        <p:nvSpPr>
          <p:cNvPr id="68" name="Rectangle 1036">
            <a:extLst>
              <a:ext uri="{FF2B5EF4-FFF2-40B4-BE49-F238E27FC236}">
                <a16:creationId xmlns:a16="http://schemas.microsoft.com/office/drawing/2014/main" id="{36C044F7-7050-4508-887C-B44D744E55AC}"/>
              </a:ext>
            </a:extLst>
          </p:cNvPr>
          <p:cNvSpPr>
            <a:spLocks noChangeArrowheads="1"/>
          </p:cNvSpPr>
          <p:nvPr/>
        </p:nvSpPr>
        <p:spPr bwMode="auto">
          <a:xfrm>
            <a:off x="1059594" y="2937604"/>
            <a:ext cx="1774876" cy="489530"/>
          </a:xfrm>
          <a:prstGeom prst="rect">
            <a:avLst/>
          </a:prstGeom>
          <a:solidFill>
            <a:schemeClr val="accent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000000"/>
                </a:solidFill>
                <a:latin typeface="Arial" panose="020B0604020202020204" pitchFamily="34" charset="0"/>
              </a:rPr>
              <a:t>Purchase Organization</a:t>
            </a:r>
          </a:p>
          <a:p>
            <a:pPr algn="ctr"/>
            <a:r>
              <a:rPr lang="en-US" sz="1100" b="1" dirty="0">
                <a:solidFill>
                  <a:srgbClr val="000000"/>
                </a:solidFill>
                <a:latin typeface="Arial" panose="020B0604020202020204" pitchFamily="34" charset="0"/>
              </a:rPr>
              <a:t>DE01</a:t>
            </a:r>
          </a:p>
        </p:txBody>
      </p:sp>
      <p:sp>
        <p:nvSpPr>
          <p:cNvPr id="69" name="Rectangle 1026">
            <a:extLst>
              <a:ext uri="{FF2B5EF4-FFF2-40B4-BE49-F238E27FC236}">
                <a16:creationId xmlns:a16="http://schemas.microsoft.com/office/drawing/2014/main" id="{F6C910D3-8A18-49F2-9262-7399DCCFCD1F}"/>
              </a:ext>
            </a:extLst>
          </p:cNvPr>
          <p:cNvSpPr>
            <a:spLocks noChangeArrowheads="1"/>
          </p:cNvSpPr>
          <p:nvPr/>
        </p:nvSpPr>
        <p:spPr bwMode="auto">
          <a:xfrm>
            <a:off x="2520597" y="3826812"/>
            <a:ext cx="2228315" cy="1775329"/>
          </a:xfrm>
          <a:prstGeom prst="rect">
            <a:avLst/>
          </a:prstGeom>
          <a:gradFill flip="none" rotWithShape="1">
            <a:gsLst>
              <a:gs pos="0">
                <a:srgbClr val="9EDABF">
                  <a:tint val="66000"/>
                  <a:satMod val="160000"/>
                </a:srgbClr>
              </a:gs>
              <a:gs pos="50000">
                <a:srgbClr val="9EDABF">
                  <a:tint val="44500"/>
                  <a:satMod val="160000"/>
                </a:srgbClr>
              </a:gs>
              <a:gs pos="100000">
                <a:srgbClr val="9EDABF">
                  <a:tint val="23500"/>
                  <a:satMod val="160000"/>
                </a:srgbClr>
              </a:gs>
            </a:gsLst>
            <a:lin ang="8100000" scaled="1"/>
            <a:tileRect/>
          </a:gradFill>
          <a:ln>
            <a:noFill/>
          </a:ln>
        </p:spPr>
        <p:txBody>
          <a:bodyPr wrap="none" anchor="ctr"/>
          <a:lstStyle/>
          <a:p>
            <a:endParaRPr lang="es-ES" sz="1100" b="1">
              <a:solidFill>
                <a:schemeClr val="accent3">
                  <a:lumMod val="75000"/>
                </a:schemeClr>
              </a:solidFill>
            </a:endParaRPr>
          </a:p>
        </p:txBody>
      </p:sp>
      <p:sp>
        <p:nvSpPr>
          <p:cNvPr id="70" name="Oval 1028">
            <a:extLst>
              <a:ext uri="{FF2B5EF4-FFF2-40B4-BE49-F238E27FC236}">
                <a16:creationId xmlns:a16="http://schemas.microsoft.com/office/drawing/2014/main" id="{E7E6E504-23D5-4E2B-92D9-ECDD39CFE929}"/>
              </a:ext>
            </a:extLst>
          </p:cNvPr>
          <p:cNvSpPr>
            <a:spLocks noChangeArrowheads="1"/>
          </p:cNvSpPr>
          <p:nvPr/>
        </p:nvSpPr>
        <p:spPr bwMode="auto">
          <a:xfrm>
            <a:off x="4658283" y="3018640"/>
            <a:ext cx="3149010" cy="2094758"/>
          </a:xfrm>
          <a:prstGeom prst="ellipse">
            <a:avLst/>
          </a:prstGeom>
          <a:solidFill>
            <a:schemeClr val="accent1">
              <a:lumMod val="20000"/>
              <a:lumOff val="80000"/>
            </a:schemeClr>
          </a:solidFill>
          <a:ln w="38100">
            <a:solidFill>
              <a:srgbClr val="00B050"/>
            </a:solidFill>
            <a:round/>
            <a:headEnd type="none" w="med" len="med"/>
            <a:tailEnd type="none" w="med" len="med"/>
          </a:ln>
        </p:spPr>
        <p:txBody>
          <a:bodyPr wrap="none" lIns="47625" tIns="25400" rIns="47625" bIns="25400" anchor="ctr"/>
          <a:lstStyle/>
          <a:p>
            <a:endParaRPr lang="es-ES"/>
          </a:p>
        </p:txBody>
      </p:sp>
      <p:sp>
        <p:nvSpPr>
          <p:cNvPr id="71" name="Rectangle 1032">
            <a:extLst>
              <a:ext uri="{FF2B5EF4-FFF2-40B4-BE49-F238E27FC236}">
                <a16:creationId xmlns:a16="http://schemas.microsoft.com/office/drawing/2014/main" id="{84FB7BBF-C534-46DE-93BE-E3C23E532767}"/>
              </a:ext>
            </a:extLst>
          </p:cNvPr>
          <p:cNvSpPr>
            <a:spLocks noChangeArrowheads="1"/>
          </p:cNvSpPr>
          <p:nvPr/>
        </p:nvSpPr>
        <p:spPr bwMode="auto">
          <a:xfrm>
            <a:off x="6533131" y="5403816"/>
            <a:ext cx="1274162" cy="395129"/>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b="1" dirty="0">
                <a:solidFill>
                  <a:schemeClr val="bg1">
                    <a:lumMod val="50000"/>
                  </a:schemeClr>
                </a:solidFill>
              </a:rPr>
              <a:t>Sales group –</a:t>
            </a:r>
          </a:p>
          <a:p>
            <a:pPr algn="ctr"/>
            <a:r>
              <a:rPr lang="en-GB" sz="1000" b="1" dirty="0">
                <a:solidFill>
                  <a:schemeClr val="bg1">
                    <a:lumMod val="50000"/>
                  </a:schemeClr>
                </a:solidFill>
              </a:rPr>
              <a:t>ADF (Duty Free)</a:t>
            </a:r>
          </a:p>
        </p:txBody>
      </p:sp>
      <p:sp>
        <p:nvSpPr>
          <p:cNvPr id="72" name="Rectangle 1036">
            <a:extLst>
              <a:ext uri="{FF2B5EF4-FFF2-40B4-BE49-F238E27FC236}">
                <a16:creationId xmlns:a16="http://schemas.microsoft.com/office/drawing/2014/main" id="{2FFE2A03-50CA-4F8D-8140-FF81805E0A39}"/>
              </a:ext>
            </a:extLst>
          </p:cNvPr>
          <p:cNvSpPr>
            <a:spLocks noChangeArrowheads="1"/>
          </p:cNvSpPr>
          <p:nvPr/>
        </p:nvSpPr>
        <p:spPr bwMode="auto">
          <a:xfrm>
            <a:off x="1331130" y="2192194"/>
            <a:ext cx="1231804" cy="50786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000000"/>
                </a:solidFill>
                <a:latin typeface="Arial" panose="020B0604020202020204" pitchFamily="34" charset="0"/>
              </a:rPr>
              <a:t>Company Code</a:t>
            </a:r>
          </a:p>
          <a:p>
            <a:pPr algn="ctr"/>
            <a:r>
              <a:rPr lang="en-US" sz="1100" b="1">
                <a:solidFill>
                  <a:srgbClr val="000000"/>
                </a:solidFill>
                <a:latin typeface="Arial" panose="020B0604020202020204" pitchFamily="34" charset="0"/>
              </a:rPr>
              <a:t>1106</a:t>
            </a:r>
            <a:endParaRPr lang="en-US" sz="1100" b="1" dirty="0">
              <a:solidFill>
                <a:srgbClr val="000000"/>
              </a:solidFill>
              <a:latin typeface="Arial" panose="020B0604020202020204" pitchFamily="34" charset="0"/>
            </a:endParaRPr>
          </a:p>
        </p:txBody>
      </p:sp>
      <p:sp>
        <p:nvSpPr>
          <p:cNvPr id="73" name="Rectangle 1039">
            <a:extLst>
              <a:ext uri="{FF2B5EF4-FFF2-40B4-BE49-F238E27FC236}">
                <a16:creationId xmlns:a16="http://schemas.microsoft.com/office/drawing/2014/main" id="{3F5E85DA-DA77-4D9F-A2EA-E60BCB84FB0D}"/>
              </a:ext>
            </a:extLst>
          </p:cNvPr>
          <p:cNvSpPr>
            <a:spLocks noChangeArrowheads="1"/>
          </p:cNvSpPr>
          <p:nvPr/>
        </p:nvSpPr>
        <p:spPr bwMode="auto">
          <a:xfrm>
            <a:off x="7037244" y="2219076"/>
            <a:ext cx="1286855" cy="554488"/>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000000"/>
                </a:solidFill>
                <a:latin typeface="Arial" panose="020B0604020202020204" pitchFamily="34" charset="0"/>
              </a:rPr>
              <a:t>Company Code</a:t>
            </a:r>
          </a:p>
          <a:p>
            <a:pPr algn="ctr"/>
            <a:r>
              <a:rPr lang="en-US" sz="1100" b="1">
                <a:solidFill>
                  <a:srgbClr val="000000"/>
                </a:solidFill>
                <a:latin typeface="Arial" panose="020B0604020202020204" pitchFamily="34" charset="0"/>
              </a:rPr>
              <a:t>XXXX</a:t>
            </a:r>
            <a:endParaRPr lang="en-US" sz="1100" b="1" dirty="0">
              <a:solidFill>
                <a:srgbClr val="000000"/>
              </a:solidFill>
              <a:latin typeface="Arial" panose="020B0604020202020204" pitchFamily="34" charset="0"/>
            </a:endParaRPr>
          </a:p>
        </p:txBody>
      </p:sp>
      <p:sp>
        <p:nvSpPr>
          <p:cNvPr id="74" name="Rectangle 1042">
            <a:extLst>
              <a:ext uri="{FF2B5EF4-FFF2-40B4-BE49-F238E27FC236}">
                <a16:creationId xmlns:a16="http://schemas.microsoft.com/office/drawing/2014/main" id="{17F523D9-20C6-4E61-8294-A265F10AB633}"/>
              </a:ext>
            </a:extLst>
          </p:cNvPr>
          <p:cNvSpPr>
            <a:spLocks noChangeArrowheads="1"/>
          </p:cNvSpPr>
          <p:nvPr/>
        </p:nvSpPr>
        <p:spPr bwMode="auto">
          <a:xfrm>
            <a:off x="5882964" y="4482629"/>
            <a:ext cx="1504507" cy="271442"/>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dirty="0">
                <a:solidFill>
                  <a:schemeClr val="bg1"/>
                </a:solidFill>
              </a:rPr>
              <a:t>Division 01- Cigarette</a:t>
            </a:r>
          </a:p>
        </p:txBody>
      </p:sp>
      <p:sp>
        <p:nvSpPr>
          <p:cNvPr id="75" name="Rectangle 1044">
            <a:extLst>
              <a:ext uri="{FF2B5EF4-FFF2-40B4-BE49-F238E27FC236}">
                <a16:creationId xmlns:a16="http://schemas.microsoft.com/office/drawing/2014/main" id="{FCFD95DC-C9F4-4A6A-9FDA-09DCF2F6B7E5}"/>
              </a:ext>
            </a:extLst>
          </p:cNvPr>
          <p:cNvSpPr>
            <a:spLocks noChangeArrowheads="1"/>
          </p:cNvSpPr>
          <p:nvPr/>
        </p:nvSpPr>
        <p:spPr bwMode="auto">
          <a:xfrm>
            <a:off x="5577989" y="4013597"/>
            <a:ext cx="1415048" cy="369402"/>
          </a:xfrm>
          <a:prstGeom prst="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dirty="0">
                <a:solidFill>
                  <a:schemeClr val="bg1"/>
                </a:solidFill>
              </a:rPr>
              <a:t>Distribution </a:t>
            </a:r>
          </a:p>
          <a:p>
            <a:pPr algn="ctr"/>
            <a:r>
              <a:rPr lang="en-US" sz="1000" b="1" dirty="0">
                <a:solidFill>
                  <a:schemeClr val="bg1"/>
                </a:solidFill>
              </a:rPr>
              <a:t>Channel 02- Export</a:t>
            </a:r>
          </a:p>
        </p:txBody>
      </p:sp>
      <p:sp>
        <p:nvSpPr>
          <p:cNvPr id="76" name="Rectangle 1046">
            <a:extLst>
              <a:ext uri="{FF2B5EF4-FFF2-40B4-BE49-F238E27FC236}">
                <a16:creationId xmlns:a16="http://schemas.microsoft.com/office/drawing/2014/main" id="{B8FE5113-760B-4FE6-9D0E-6468D4490FFB}"/>
              </a:ext>
            </a:extLst>
          </p:cNvPr>
          <p:cNvSpPr>
            <a:spLocks noChangeArrowheads="1"/>
          </p:cNvSpPr>
          <p:nvPr/>
        </p:nvSpPr>
        <p:spPr bwMode="auto">
          <a:xfrm>
            <a:off x="5064296" y="3507119"/>
            <a:ext cx="1469215" cy="407798"/>
          </a:xfrm>
          <a:prstGeom prst="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lt1"/>
                </a:solidFill>
              </a:rPr>
              <a:t>Sales</a:t>
            </a:r>
          </a:p>
          <a:p>
            <a:pPr algn="ctr"/>
            <a:r>
              <a:rPr lang="en-US" sz="1100" b="1">
                <a:solidFill>
                  <a:schemeClr val="lt1"/>
                </a:solidFill>
              </a:rPr>
              <a:t>Organization 1106</a:t>
            </a:r>
            <a:endParaRPr lang="en-US" sz="1100" b="1" dirty="0">
              <a:solidFill>
                <a:schemeClr val="lt1"/>
              </a:solidFill>
            </a:endParaRPr>
          </a:p>
        </p:txBody>
      </p:sp>
      <p:sp>
        <p:nvSpPr>
          <p:cNvPr id="77" name="Rectangle 1048">
            <a:extLst>
              <a:ext uri="{FF2B5EF4-FFF2-40B4-BE49-F238E27FC236}">
                <a16:creationId xmlns:a16="http://schemas.microsoft.com/office/drawing/2014/main" id="{D5AC17B8-CF2E-414D-B165-1419DF19741C}"/>
              </a:ext>
            </a:extLst>
          </p:cNvPr>
          <p:cNvSpPr>
            <a:spLocks noChangeArrowheads="1"/>
          </p:cNvSpPr>
          <p:nvPr/>
        </p:nvSpPr>
        <p:spPr bwMode="auto">
          <a:xfrm>
            <a:off x="4876732" y="5401401"/>
            <a:ext cx="1025275" cy="402054"/>
          </a:xfrm>
          <a:prstGeom prst="rect">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dirty="0">
                <a:solidFill>
                  <a:schemeClr val="bg1">
                    <a:lumMod val="50000"/>
                  </a:schemeClr>
                </a:solidFill>
              </a:rPr>
              <a:t>Sales office –</a:t>
            </a:r>
          </a:p>
          <a:p>
            <a:pPr algn="ctr"/>
            <a:r>
              <a:rPr lang="en-US" sz="1000" b="1" dirty="0">
                <a:solidFill>
                  <a:schemeClr val="bg1">
                    <a:lumMod val="50000"/>
                  </a:schemeClr>
                </a:solidFill>
              </a:rPr>
              <a:t> ICP Inter co)</a:t>
            </a:r>
          </a:p>
        </p:txBody>
      </p:sp>
      <p:pic>
        <p:nvPicPr>
          <p:cNvPr id="78" name="Picture 1051">
            <a:extLst>
              <a:ext uri="{FF2B5EF4-FFF2-40B4-BE49-F238E27FC236}">
                <a16:creationId xmlns:a16="http://schemas.microsoft.com/office/drawing/2014/main" id="{12D11834-6DDF-495F-86E2-343A800DE28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02" y="3605992"/>
            <a:ext cx="656502" cy="540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Rectangle 1053">
            <a:extLst>
              <a:ext uri="{FF2B5EF4-FFF2-40B4-BE49-F238E27FC236}">
                <a16:creationId xmlns:a16="http://schemas.microsoft.com/office/drawing/2014/main" id="{10B9F270-FB9D-48BB-931E-F76932221334}"/>
              </a:ext>
            </a:extLst>
          </p:cNvPr>
          <p:cNvSpPr>
            <a:spLocks noChangeArrowheads="1"/>
          </p:cNvSpPr>
          <p:nvPr/>
        </p:nvSpPr>
        <p:spPr bwMode="auto">
          <a:xfrm>
            <a:off x="2583022" y="4985322"/>
            <a:ext cx="1008000" cy="402139"/>
          </a:xfrm>
          <a:prstGeom prst="rect">
            <a:avLst/>
          </a:prstGeom>
          <a:solidFill>
            <a:srgbClr val="FFF6D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rPr>
              <a:t>Storage</a:t>
            </a:r>
          </a:p>
          <a:p>
            <a:pPr algn="ctr"/>
            <a:r>
              <a:rPr lang="en-US" sz="1100" b="1" dirty="0">
                <a:solidFill>
                  <a:schemeClr val="tx1"/>
                </a:solidFill>
              </a:rPr>
              <a:t>Location</a:t>
            </a:r>
          </a:p>
        </p:txBody>
      </p:sp>
      <p:sp>
        <p:nvSpPr>
          <p:cNvPr id="80" name="Rectangle 1055">
            <a:extLst>
              <a:ext uri="{FF2B5EF4-FFF2-40B4-BE49-F238E27FC236}">
                <a16:creationId xmlns:a16="http://schemas.microsoft.com/office/drawing/2014/main" id="{649985B3-D4D7-433D-AE9B-6D3A46B132A8}"/>
              </a:ext>
            </a:extLst>
          </p:cNvPr>
          <p:cNvSpPr>
            <a:spLocks noChangeArrowheads="1"/>
          </p:cNvSpPr>
          <p:nvPr/>
        </p:nvSpPr>
        <p:spPr bwMode="auto">
          <a:xfrm>
            <a:off x="3644670" y="4985322"/>
            <a:ext cx="1008000" cy="402139"/>
          </a:xfrm>
          <a:prstGeom prst="rect">
            <a:avLst/>
          </a:prstGeom>
          <a:solidFill>
            <a:srgbClr val="FFF6D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rPr>
              <a:t>Storage</a:t>
            </a:r>
          </a:p>
          <a:p>
            <a:pPr algn="ctr"/>
            <a:r>
              <a:rPr lang="en-US" sz="1100" b="1" dirty="0">
                <a:solidFill>
                  <a:schemeClr val="tx1"/>
                </a:solidFill>
              </a:rPr>
              <a:t>Location</a:t>
            </a:r>
          </a:p>
        </p:txBody>
      </p:sp>
      <p:sp>
        <p:nvSpPr>
          <p:cNvPr id="81" name="Rectangle 1056">
            <a:extLst>
              <a:ext uri="{FF2B5EF4-FFF2-40B4-BE49-F238E27FC236}">
                <a16:creationId xmlns:a16="http://schemas.microsoft.com/office/drawing/2014/main" id="{4951BB2D-941C-40AD-A95F-6058E0D89F91}"/>
              </a:ext>
            </a:extLst>
          </p:cNvPr>
          <p:cNvSpPr>
            <a:spLocks noChangeArrowheads="1"/>
          </p:cNvSpPr>
          <p:nvPr/>
        </p:nvSpPr>
        <p:spPr bwMode="auto">
          <a:xfrm>
            <a:off x="5603811" y="2920061"/>
            <a:ext cx="1610983" cy="41589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t>Sales Area</a:t>
            </a:r>
          </a:p>
        </p:txBody>
      </p:sp>
      <p:cxnSp>
        <p:nvCxnSpPr>
          <p:cNvPr id="82" name="AutoShape 1058">
            <a:extLst>
              <a:ext uri="{FF2B5EF4-FFF2-40B4-BE49-F238E27FC236}">
                <a16:creationId xmlns:a16="http://schemas.microsoft.com/office/drawing/2014/main" id="{A17B7915-3470-47B5-B6B1-5D2253B1E9E2}"/>
              </a:ext>
            </a:extLst>
          </p:cNvPr>
          <p:cNvCxnSpPr>
            <a:cxnSpLocks noChangeShapeType="1"/>
            <a:endCxn id="72" idx="0"/>
          </p:cNvCxnSpPr>
          <p:nvPr/>
        </p:nvCxnSpPr>
        <p:spPr bwMode="auto">
          <a:xfrm flipH="1">
            <a:off x="1947032" y="1848766"/>
            <a:ext cx="2711251" cy="343428"/>
          </a:xfrm>
          <a:prstGeom prst="bentConnector4">
            <a:avLst>
              <a:gd name="adj1" fmla="val -478"/>
              <a:gd name="adj2" fmla="val 50000"/>
            </a:avLst>
          </a:prstGeom>
          <a:noFill/>
          <a:ln w="19050">
            <a:solidFill>
              <a:srgbClr val="4D5C65"/>
            </a:solidFill>
            <a:miter lim="800000"/>
            <a:headEnd/>
            <a:tailEnd/>
          </a:ln>
          <a:extLst>
            <a:ext uri="{909E8E84-426E-40DD-AFC4-6F175D3DCCD1}">
              <a14:hiddenFill xmlns:a14="http://schemas.microsoft.com/office/drawing/2010/main">
                <a:noFill/>
              </a14:hiddenFill>
            </a:ext>
          </a:extLst>
        </p:spPr>
      </p:cxnSp>
      <p:cxnSp>
        <p:nvCxnSpPr>
          <p:cNvPr id="83" name="AutoShape 1059">
            <a:extLst>
              <a:ext uri="{FF2B5EF4-FFF2-40B4-BE49-F238E27FC236}">
                <a16:creationId xmlns:a16="http://schemas.microsoft.com/office/drawing/2014/main" id="{7BB12218-8194-4C5A-896D-49C4D3165B62}"/>
              </a:ext>
            </a:extLst>
          </p:cNvPr>
          <p:cNvCxnSpPr>
            <a:cxnSpLocks noChangeShapeType="1"/>
            <a:endCxn id="73" idx="0"/>
          </p:cNvCxnSpPr>
          <p:nvPr/>
        </p:nvCxnSpPr>
        <p:spPr bwMode="auto">
          <a:xfrm>
            <a:off x="4658285" y="2021156"/>
            <a:ext cx="3022387" cy="197920"/>
          </a:xfrm>
          <a:prstGeom prst="bentConnector2">
            <a:avLst/>
          </a:prstGeom>
          <a:noFill/>
          <a:ln w="19050">
            <a:solidFill>
              <a:srgbClr val="4D5C65"/>
            </a:solidFill>
            <a:miter lim="800000"/>
            <a:headEnd/>
            <a:tailEnd/>
          </a:ln>
          <a:extLst>
            <a:ext uri="{909E8E84-426E-40DD-AFC4-6F175D3DCCD1}">
              <a14:hiddenFill xmlns:a14="http://schemas.microsoft.com/office/drawing/2010/main">
                <a:noFill/>
              </a14:hiddenFill>
            </a:ext>
          </a:extLst>
        </p:spPr>
      </p:cxnSp>
      <p:sp>
        <p:nvSpPr>
          <p:cNvPr id="84" name="Rectangle 1060">
            <a:extLst>
              <a:ext uri="{FF2B5EF4-FFF2-40B4-BE49-F238E27FC236}">
                <a16:creationId xmlns:a16="http://schemas.microsoft.com/office/drawing/2014/main" id="{65160112-4C43-47B0-AA34-B0491393AC87}"/>
              </a:ext>
            </a:extLst>
          </p:cNvPr>
          <p:cNvSpPr>
            <a:spLocks noChangeArrowheads="1"/>
          </p:cNvSpPr>
          <p:nvPr/>
        </p:nvSpPr>
        <p:spPr bwMode="auto">
          <a:xfrm>
            <a:off x="2700789" y="3913924"/>
            <a:ext cx="979200" cy="432000"/>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rPr>
              <a:t>Plant DEA1</a:t>
            </a:r>
          </a:p>
        </p:txBody>
      </p:sp>
      <p:sp>
        <p:nvSpPr>
          <p:cNvPr id="85" name="Rectangle 1061">
            <a:extLst>
              <a:ext uri="{FF2B5EF4-FFF2-40B4-BE49-F238E27FC236}">
                <a16:creationId xmlns:a16="http://schemas.microsoft.com/office/drawing/2014/main" id="{D0452A3D-D359-4910-9774-23C59BC1622B}"/>
              </a:ext>
            </a:extLst>
          </p:cNvPr>
          <p:cNvSpPr>
            <a:spLocks noChangeArrowheads="1"/>
          </p:cNvSpPr>
          <p:nvPr/>
        </p:nvSpPr>
        <p:spPr bwMode="auto">
          <a:xfrm>
            <a:off x="466403" y="3876817"/>
            <a:ext cx="980286" cy="430920"/>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rPr>
              <a:t>Plant DEP1</a:t>
            </a:r>
            <a:endParaRPr lang="es-ES" sz="1100" b="1" dirty="0">
              <a:solidFill>
                <a:schemeClr val="tx1"/>
              </a:solidFill>
              <a:latin typeface="Arial" panose="020B0604020202020204" pitchFamily="34" charset="0"/>
            </a:endParaRPr>
          </a:p>
        </p:txBody>
      </p:sp>
      <p:cxnSp>
        <p:nvCxnSpPr>
          <p:cNvPr id="86" name="AutoShape 1063">
            <a:extLst>
              <a:ext uri="{FF2B5EF4-FFF2-40B4-BE49-F238E27FC236}">
                <a16:creationId xmlns:a16="http://schemas.microsoft.com/office/drawing/2014/main" id="{9FEF6BDC-8CED-4B42-9587-E879ACCE7B5D}"/>
              </a:ext>
            </a:extLst>
          </p:cNvPr>
          <p:cNvCxnSpPr>
            <a:cxnSpLocks noChangeShapeType="1"/>
          </p:cNvCxnSpPr>
          <p:nvPr/>
        </p:nvCxnSpPr>
        <p:spPr bwMode="auto">
          <a:xfrm>
            <a:off x="1947032" y="3646568"/>
            <a:ext cx="1078532" cy="278348"/>
          </a:xfrm>
          <a:prstGeom prst="bentConnector2">
            <a:avLst/>
          </a:prstGeom>
          <a:noFill/>
          <a:ln w="19050">
            <a:solidFill>
              <a:srgbClr val="4D5C65"/>
            </a:solidFill>
            <a:miter lim="800000"/>
            <a:headEnd/>
            <a:tailEnd/>
          </a:ln>
          <a:extLst>
            <a:ext uri="{909E8E84-426E-40DD-AFC4-6F175D3DCCD1}">
              <a14:hiddenFill xmlns:a14="http://schemas.microsoft.com/office/drawing/2010/main">
                <a:noFill/>
              </a14:hiddenFill>
            </a:ext>
          </a:extLst>
        </p:spPr>
      </p:cxnSp>
      <p:cxnSp>
        <p:nvCxnSpPr>
          <p:cNvPr id="87" name="AutoShape 1064">
            <a:extLst>
              <a:ext uri="{FF2B5EF4-FFF2-40B4-BE49-F238E27FC236}">
                <a16:creationId xmlns:a16="http://schemas.microsoft.com/office/drawing/2014/main" id="{D4C3750C-4E87-4BF2-9A11-E14AE015F3AA}"/>
              </a:ext>
            </a:extLst>
          </p:cNvPr>
          <p:cNvCxnSpPr>
            <a:cxnSpLocks noChangeShapeType="1"/>
            <a:stCxn id="72" idx="3"/>
            <a:endCxn id="70" idx="1"/>
          </p:cNvCxnSpPr>
          <p:nvPr/>
        </p:nvCxnSpPr>
        <p:spPr bwMode="auto">
          <a:xfrm>
            <a:off x="2562934" y="2446128"/>
            <a:ext cx="2556511" cy="879282"/>
          </a:xfrm>
          <a:prstGeom prst="bentConnector2">
            <a:avLst/>
          </a:prstGeom>
          <a:noFill/>
          <a:ln w="38100">
            <a:solidFill>
              <a:srgbClr val="00B050"/>
            </a:solidFill>
            <a:round/>
            <a:headEnd type="none" w="med" len="med"/>
            <a:tailEnd type="none" w="med" len="med"/>
          </a:ln>
          <a:extLst>
            <a:ext uri="{909E8E84-426E-40DD-AFC4-6F175D3DCCD1}">
              <a14:hiddenFill xmlns:a14="http://schemas.microsoft.com/office/drawing/2010/main">
                <a:noFill/>
              </a14:hiddenFill>
            </a:ext>
          </a:extLst>
        </p:spPr>
      </p:cxnSp>
      <p:sp>
        <p:nvSpPr>
          <p:cNvPr id="88" name="Line 1065">
            <a:extLst>
              <a:ext uri="{FF2B5EF4-FFF2-40B4-BE49-F238E27FC236}">
                <a16:creationId xmlns:a16="http://schemas.microsoft.com/office/drawing/2014/main" id="{534458CA-F342-4DE1-BBC6-A5F9C754FDAD}"/>
              </a:ext>
            </a:extLst>
          </p:cNvPr>
          <p:cNvSpPr>
            <a:spLocks noChangeShapeType="1"/>
          </p:cNvSpPr>
          <p:nvPr/>
        </p:nvSpPr>
        <p:spPr bwMode="auto">
          <a:xfrm>
            <a:off x="3698115" y="4146795"/>
            <a:ext cx="1280850" cy="0"/>
          </a:xfrm>
          <a:prstGeom prst="line">
            <a:avLst/>
          </a:prstGeom>
          <a:noFill/>
          <a:ln w="76200">
            <a:solidFill>
              <a:srgbClr val="00B050"/>
            </a:solidFill>
            <a:round/>
            <a:headEnd type="stealth" w="med" len="med"/>
            <a:tailEnd type="stealth" w="med" len="med"/>
          </a:ln>
          <a:extLst>
            <a:ext uri="{909E8E84-426E-40DD-AFC4-6F175D3DCCD1}">
              <a14:hiddenFill xmlns:a14="http://schemas.microsoft.com/office/drawing/2010/main">
                <a:noFill/>
              </a14:hiddenFill>
            </a:ext>
          </a:extLst>
        </p:spPr>
        <p:txBody>
          <a:bodyPr wrap="none" lIns="47625" tIns="25400" rIns="47625" bIns="25400" anchor="ctr"/>
          <a:lstStyle/>
          <a:p>
            <a:endParaRPr lang="en-US"/>
          </a:p>
        </p:txBody>
      </p:sp>
      <p:sp>
        <p:nvSpPr>
          <p:cNvPr id="89" name="Rectangle 1071">
            <a:extLst>
              <a:ext uri="{FF2B5EF4-FFF2-40B4-BE49-F238E27FC236}">
                <a16:creationId xmlns:a16="http://schemas.microsoft.com/office/drawing/2014/main" id="{CFB2FA3F-355E-46EF-981D-2B17B0E765D4}"/>
              </a:ext>
            </a:extLst>
          </p:cNvPr>
          <p:cNvSpPr>
            <a:spLocks noChangeArrowheads="1"/>
          </p:cNvSpPr>
          <p:nvPr/>
        </p:nvSpPr>
        <p:spPr bwMode="auto">
          <a:xfrm>
            <a:off x="2834470" y="6031330"/>
            <a:ext cx="1580011" cy="245530"/>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b="1" dirty="0">
                <a:solidFill>
                  <a:schemeClr val="tx1"/>
                </a:solidFill>
              </a:rPr>
              <a:t>Shipping Point</a:t>
            </a:r>
          </a:p>
        </p:txBody>
      </p:sp>
      <p:cxnSp>
        <p:nvCxnSpPr>
          <p:cNvPr id="90" name="AutoShape 1072">
            <a:extLst>
              <a:ext uri="{FF2B5EF4-FFF2-40B4-BE49-F238E27FC236}">
                <a16:creationId xmlns:a16="http://schemas.microsoft.com/office/drawing/2014/main" id="{E2D72CA3-8993-47FE-8EB7-A4AF2C581778}"/>
              </a:ext>
            </a:extLst>
          </p:cNvPr>
          <p:cNvCxnSpPr>
            <a:cxnSpLocks noChangeShapeType="1"/>
            <a:stCxn id="68" idx="2"/>
            <a:endCxn id="85" idx="0"/>
          </p:cNvCxnSpPr>
          <p:nvPr/>
        </p:nvCxnSpPr>
        <p:spPr bwMode="auto">
          <a:xfrm rot="5400000">
            <a:off x="1226948" y="3156732"/>
            <a:ext cx="449683" cy="990486"/>
          </a:xfrm>
          <a:prstGeom prst="bentConnector3">
            <a:avLst>
              <a:gd name="adj1" fmla="val 50000"/>
            </a:avLst>
          </a:prstGeom>
          <a:noFill/>
          <a:ln w="19050">
            <a:solidFill>
              <a:srgbClr val="4D5C65"/>
            </a:solidFill>
            <a:miter lim="800000"/>
            <a:headEnd/>
            <a:tailEnd/>
          </a:ln>
          <a:extLst>
            <a:ext uri="{909E8E84-426E-40DD-AFC4-6F175D3DCCD1}">
              <a14:hiddenFill xmlns:a14="http://schemas.microsoft.com/office/drawing/2010/main">
                <a:noFill/>
              </a14:hiddenFill>
            </a:ext>
          </a:extLst>
        </p:spPr>
      </p:cxnSp>
      <p:cxnSp>
        <p:nvCxnSpPr>
          <p:cNvPr id="91" name="AutoShape 1073">
            <a:extLst>
              <a:ext uri="{FF2B5EF4-FFF2-40B4-BE49-F238E27FC236}">
                <a16:creationId xmlns:a16="http://schemas.microsoft.com/office/drawing/2014/main" id="{D69AB522-D058-49D1-B4BF-E7550FAA5D6D}"/>
              </a:ext>
            </a:extLst>
          </p:cNvPr>
          <p:cNvCxnSpPr>
            <a:cxnSpLocks noChangeShapeType="1"/>
          </p:cNvCxnSpPr>
          <p:nvPr/>
        </p:nvCxnSpPr>
        <p:spPr bwMode="auto">
          <a:xfrm>
            <a:off x="3226312" y="4655992"/>
            <a:ext cx="923822" cy="320284"/>
          </a:xfrm>
          <a:prstGeom prst="bentConnector2">
            <a:avLst/>
          </a:prstGeom>
          <a:noFill/>
          <a:ln w="19050">
            <a:solidFill>
              <a:srgbClr val="4D5C65"/>
            </a:solidFill>
            <a:miter lim="800000"/>
            <a:headEnd/>
            <a:tailEnd/>
          </a:ln>
          <a:extLst>
            <a:ext uri="{909E8E84-426E-40DD-AFC4-6F175D3DCCD1}">
              <a14:hiddenFill xmlns:a14="http://schemas.microsoft.com/office/drawing/2010/main">
                <a:noFill/>
              </a14:hiddenFill>
            </a:ext>
          </a:extLst>
        </p:spPr>
      </p:cxnSp>
      <p:cxnSp>
        <p:nvCxnSpPr>
          <p:cNvPr id="92" name="AutoShape 1074">
            <a:extLst>
              <a:ext uri="{FF2B5EF4-FFF2-40B4-BE49-F238E27FC236}">
                <a16:creationId xmlns:a16="http://schemas.microsoft.com/office/drawing/2014/main" id="{F8912036-21B2-496E-A095-8E8CE6D5531B}"/>
              </a:ext>
            </a:extLst>
          </p:cNvPr>
          <p:cNvCxnSpPr>
            <a:cxnSpLocks noChangeShapeType="1"/>
          </p:cNvCxnSpPr>
          <p:nvPr/>
        </p:nvCxnSpPr>
        <p:spPr bwMode="auto">
          <a:xfrm rot="5400000">
            <a:off x="2861063" y="4613940"/>
            <a:ext cx="639398" cy="103367"/>
          </a:xfrm>
          <a:prstGeom prst="bentConnector3">
            <a:avLst>
              <a:gd name="adj1" fmla="val 48650"/>
            </a:avLst>
          </a:prstGeom>
          <a:noFill/>
          <a:ln w="19050">
            <a:solidFill>
              <a:srgbClr val="4D5C65"/>
            </a:solidFill>
            <a:miter lim="800000"/>
            <a:headEnd/>
            <a:tailEnd/>
          </a:ln>
          <a:extLst>
            <a:ext uri="{909E8E84-426E-40DD-AFC4-6F175D3DCCD1}">
              <a14:hiddenFill xmlns:a14="http://schemas.microsoft.com/office/drawing/2010/main">
                <a:noFill/>
              </a14:hiddenFill>
            </a:ext>
          </a:extLst>
        </p:spPr>
      </p:cxnSp>
      <p:cxnSp>
        <p:nvCxnSpPr>
          <p:cNvPr id="93" name="AutoShape 1075">
            <a:extLst>
              <a:ext uri="{FF2B5EF4-FFF2-40B4-BE49-F238E27FC236}">
                <a16:creationId xmlns:a16="http://schemas.microsoft.com/office/drawing/2014/main" id="{31E200F0-5359-4CB1-9771-86E5CB646CC5}"/>
              </a:ext>
            </a:extLst>
          </p:cNvPr>
          <p:cNvCxnSpPr>
            <a:cxnSpLocks noChangeShapeType="1"/>
            <a:stCxn id="69" idx="2"/>
            <a:endCxn id="89" idx="0"/>
          </p:cNvCxnSpPr>
          <p:nvPr/>
        </p:nvCxnSpPr>
        <p:spPr bwMode="auto">
          <a:xfrm flipH="1">
            <a:off x="3624476" y="5602141"/>
            <a:ext cx="10279" cy="429189"/>
          </a:xfrm>
          <a:prstGeom prst="straightConnector1">
            <a:avLst/>
          </a:prstGeom>
          <a:noFill/>
          <a:ln w="19050">
            <a:solidFill>
              <a:srgbClr val="4D5C65"/>
            </a:solidFill>
            <a:round/>
            <a:headEnd/>
            <a:tailEnd/>
          </a:ln>
          <a:extLst>
            <a:ext uri="{909E8E84-426E-40DD-AFC4-6F175D3DCCD1}">
              <a14:hiddenFill xmlns:a14="http://schemas.microsoft.com/office/drawing/2010/main">
                <a:noFill/>
              </a14:hiddenFill>
            </a:ext>
          </a:extLst>
        </p:spPr>
      </p:cxnSp>
      <p:sp>
        <p:nvSpPr>
          <p:cNvPr id="94" name="Line 1076">
            <a:extLst>
              <a:ext uri="{FF2B5EF4-FFF2-40B4-BE49-F238E27FC236}">
                <a16:creationId xmlns:a16="http://schemas.microsoft.com/office/drawing/2014/main" id="{1A6C3E84-4100-4CC8-8C29-2DB5D030BF7D}"/>
              </a:ext>
            </a:extLst>
          </p:cNvPr>
          <p:cNvSpPr>
            <a:spLocks noChangeShapeType="1"/>
          </p:cNvSpPr>
          <p:nvPr/>
        </p:nvSpPr>
        <p:spPr bwMode="auto">
          <a:xfrm flipH="1">
            <a:off x="5184231" y="3935950"/>
            <a:ext cx="13568" cy="1458176"/>
          </a:xfrm>
          <a:prstGeom prst="line">
            <a:avLst/>
          </a:prstGeom>
          <a:noFill/>
          <a:ln w="19050">
            <a:solidFill>
              <a:srgbClr val="4D5C65"/>
            </a:solidFill>
            <a:round/>
            <a:headEnd/>
            <a:tailEnd/>
          </a:ln>
          <a:extLst>
            <a:ext uri="{909E8E84-426E-40DD-AFC4-6F175D3DCCD1}">
              <a14:hiddenFill xmlns:a14="http://schemas.microsoft.com/office/drawing/2010/main">
                <a:noFill/>
              </a14:hiddenFill>
            </a:ext>
          </a:extLst>
        </p:spPr>
        <p:txBody>
          <a:bodyPr wrap="none" lIns="47625" tIns="25400" rIns="47625" bIns="25400" anchor="ctr"/>
          <a:lstStyle/>
          <a:p>
            <a:endParaRPr lang="en-US"/>
          </a:p>
        </p:txBody>
      </p:sp>
      <p:sp>
        <p:nvSpPr>
          <p:cNvPr id="95" name="Line 1078">
            <a:extLst>
              <a:ext uri="{FF2B5EF4-FFF2-40B4-BE49-F238E27FC236}">
                <a16:creationId xmlns:a16="http://schemas.microsoft.com/office/drawing/2014/main" id="{97DBA487-BA9F-4E56-B0B6-25D263EE04F5}"/>
              </a:ext>
            </a:extLst>
          </p:cNvPr>
          <p:cNvSpPr>
            <a:spLocks noChangeShapeType="1"/>
          </p:cNvSpPr>
          <p:nvPr/>
        </p:nvSpPr>
        <p:spPr bwMode="auto">
          <a:xfrm>
            <a:off x="5186787" y="4192624"/>
            <a:ext cx="385368" cy="0"/>
          </a:xfrm>
          <a:prstGeom prst="line">
            <a:avLst/>
          </a:prstGeom>
          <a:noFill/>
          <a:ln w="19050">
            <a:solidFill>
              <a:srgbClr val="4D5C65"/>
            </a:solidFill>
            <a:round/>
            <a:headEnd/>
            <a:tailEnd/>
          </a:ln>
          <a:extLst>
            <a:ext uri="{909E8E84-426E-40DD-AFC4-6F175D3DCCD1}">
              <a14:hiddenFill xmlns:a14="http://schemas.microsoft.com/office/drawing/2010/main">
                <a:noFill/>
              </a14:hiddenFill>
            </a:ext>
          </a:extLst>
        </p:spPr>
        <p:txBody>
          <a:bodyPr wrap="none" lIns="47625" tIns="25400" rIns="47625" bIns="25400" anchor="ctr"/>
          <a:lstStyle/>
          <a:p>
            <a:endParaRPr lang="en-US"/>
          </a:p>
        </p:txBody>
      </p:sp>
      <p:cxnSp>
        <p:nvCxnSpPr>
          <p:cNvPr id="96" name="Straight Connector 95">
            <a:extLst>
              <a:ext uri="{FF2B5EF4-FFF2-40B4-BE49-F238E27FC236}">
                <a16:creationId xmlns:a16="http://schemas.microsoft.com/office/drawing/2014/main" id="{64FE347F-DE06-494E-8560-60DDA684AD0B}"/>
              </a:ext>
            </a:extLst>
          </p:cNvPr>
          <p:cNvCxnSpPr>
            <a:stCxn id="72" idx="2"/>
            <a:endCxn id="68" idx="0"/>
          </p:cNvCxnSpPr>
          <p:nvPr/>
        </p:nvCxnSpPr>
        <p:spPr bwMode="auto">
          <a:xfrm>
            <a:off x="1947032" y="2700061"/>
            <a:ext cx="0" cy="237543"/>
          </a:xfrm>
          <a:prstGeom prst="line">
            <a:avLst/>
          </a:prstGeom>
          <a:noFill/>
          <a:ln w="38100">
            <a:solidFill>
              <a:srgbClr val="4D5C65"/>
            </a:solidFill>
            <a:miter lim="800000"/>
            <a:headEnd/>
            <a:tailEnd/>
          </a:ln>
          <a:extLst>
            <a:ext uri="{909E8E84-426E-40DD-AFC4-6F175D3DCCD1}">
              <a14:hiddenFill xmlns:a14="http://schemas.microsoft.com/office/drawing/2010/main">
                <a:noFill/>
              </a14:hiddenFill>
            </a:ext>
          </a:extLst>
        </p:spPr>
      </p:cxnSp>
      <p:sp>
        <p:nvSpPr>
          <p:cNvPr id="97" name="Rectangle 53">
            <a:extLst>
              <a:ext uri="{FF2B5EF4-FFF2-40B4-BE49-F238E27FC236}">
                <a16:creationId xmlns:a16="http://schemas.microsoft.com/office/drawing/2014/main" id="{FA7D9DE0-B73B-48DB-8C82-1B6A5C96D70D}"/>
              </a:ext>
            </a:extLst>
          </p:cNvPr>
          <p:cNvSpPr>
            <a:spLocks noChangeArrowheads="1"/>
          </p:cNvSpPr>
          <p:nvPr/>
        </p:nvSpPr>
        <p:spPr bwMode="auto">
          <a:xfrm>
            <a:off x="3949387" y="1486037"/>
            <a:ext cx="15988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en-US" sz="1100" b="1" dirty="0">
                <a:latin typeface="Arial" panose="020B0604020202020204" pitchFamily="34" charset="0"/>
              </a:rPr>
              <a:t> JTI S/4HANA System </a:t>
            </a:r>
            <a:r>
              <a:rPr lang="en-US" altLang="en-US" sz="900" dirty="0"/>
              <a:t> </a:t>
            </a:r>
          </a:p>
          <a:p>
            <a:pPr algn="ctr"/>
            <a:r>
              <a:rPr lang="en-US" altLang="en-US" sz="900" b="1" dirty="0"/>
              <a:t>(PRD Client 900</a:t>
            </a:r>
            <a:r>
              <a:rPr lang="en-US" altLang="en-US" sz="900" dirty="0"/>
              <a:t>)</a:t>
            </a:r>
          </a:p>
        </p:txBody>
      </p:sp>
      <p:cxnSp>
        <p:nvCxnSpPr>
          <p:cNvPr id="98" name="Straight Connector 97">
            <a:extLst>
              <a:ext uri="{FF2B5EF4-FFF2-40B4-BE49-F238E27FC236}">
                <a16:creationId xmlns:a16="http://schemas.microsoft.com/office/drawing/2014/main" id="{B9CD144B-9E0A-4891-BCD8-1A56D08A3C51}"/>
              </a:ext>
            </a:extLst>
          </p:cNvPr>
          <p:cNvCxnSpPr/>
          <p:nvPr/>
        </p:nvCxnSpPr>
        <p:spPr>
          <a:xfrm>
            <a:off x="669766" y="4833707"/>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9" name="Straight Connector 98">
            <a:extLst>
              <a:ext uri="{FF2B5EF4-FFF2-40B4-BE49-F238E27FC236}">
                <a16:creationId xmlns:a16="http://schemas.microsoft.com/office/drawing/2014/main" id="{17235CBD-04D4-4D18-BA79-525BE2B8D3A8}"/>
              </a:ext>
            </a:extLst>
          </p:cNvPr>
          <p:cNvCxnSpPr/>
          <p:nvPr/>
        </p:nvCxnSpPr>
        <p:spPr>
          <a:xfrm>
            <a:off x="669766" y="5932361"/>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0" name="Rectangle 1053">
            <a:extLst>
              <a:ext uri="{FF2B5EF4-FFF2-40B4-BE49-F238E27FC236}">
                <a16:creationId xmlns:a16="http://schemas.microsoft.com/office/drawing/2014/main" id="{1E32EBB1-3ACF-4E80-A4D7-37449C85BE7F}"/>
              </a:ext>
            </a:extLst>
          </p:cNvPr>
          <p:cNvSpPr>
            <a:spLocks noChangeArrowheads="1"/>
          </p:cNvSpPr>
          <p:nvPr/>
        </p:nvSpPr>
        <p:spPr bwMode="auto">
          <a:xfrm>
            <a:off x="1430936" y="4991390"/>
            <a:ext cx="1008000" cy="402139"/>
          </a:xfrm>
          <a:prstGeom prst="rect">
            <a:avLst/>
          </a:prstGeom>
          <a:solidFill>
            <a:srgbClr val="FFF6D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rPr>
              <a:t>Storage</a:t>
            </a:r>
          </a:p>
          <a:p>
            <a:pPr algn="ctr"/>
            <a:r>
              <a:rPr lang="en-US" sz="1100" b="1" dirty="0">
                <a:solidFill>
                  <a:schemeClr val="tx1"/>
                </a:solidFill>
              </a:rPr>
              <a:t>Location</a:t>
            </a:r>
          </a:p>
        </p:txBody>
      </p:sp>
      <p:sp>
        <p:nvSpPr>
          <p:cNvPr id="101" name="Rectangle 1053">
            <a:extLst>
              <a:ext uri="{FF2B5EF4-FFF2-40B4-BE49-F238E27FC236}">
                <a16:creationId xmlns:a16="http://schemas.microsoft.com/office/drawing/2014/main" id="{2C1072A6-71A1-4BAB-B80E-0C025E2A4B8B}"/>
              </a:ext>
            </a:extLst>
          </p:cNvPr>
          <p:cNvSpPr>
            <a:spLocks noChangeArrowheads="1"/>
          </p:cNvSpPr>
          <p:nvPr/>
        </p:nvSpPr>
        <p:spPr bwMode="auto">
          <a:xfrm>
            <a:off x="298733" y="4987711"/>
            <a:ext cx="1008000" cy="402139"/>
          </a:xfrm>
          <a:prstGeom prst="rect">
            <a:avLst/>
          </a:prstGeom>
          <a:solidFill>
            <a:srgbClr val="FFF6D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rPr>
              <a:t>Storage</a:t>
            </a:r>
          </a:p>
          <a:p>
            <a:pPr algn="ctr"/>
            <a:r>
              <a:rPr lang="en-US" sz="1100" b="1" dirty="0">
                <a:solidFill>
                  <a:schemeClr val="tx1"/>
                </a:solidFill>
              </a:rPr>
              <a:t>Location</a:t>
            </a:r>
          </a:p>
        </p:txBody>
      </p:sp>
      <p:cxnSp>
        <p:nvCxnSpPr>
          <p:cNvPr id="102" name="Connector: Elbow 101">
            <a:extLst>
              <a:ext uri="{FF2B5EF4-FFF2-40B4-BE49-F238E27FC236}">
                <a16:creationId xmlns:a16="http://schemas.microsoft.com/office/drawing/2014/main" id="{ED0C4AC0-55A6-4FC4-966A-900FEB20A727}"/>
              </a:ext>
            </a:extLst>
          </p:cNvPr>
          <p:cNvCxnSpPr>
            <a:stCxn id="85" idx="2"/>
            <a:endCxn id="100" idx="0"/>
          </p:cNvCxnSpPr>
          <p:nvPr/>
        </p:nvCxnSpPr>
        <p:spPr>
          <a:xfrm rot="16200000" flipH="1">
            <a:off x="1103915" y="4160368"/>
            <a:ext cx="683653" cy="978390"/>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07FB8D27-C769-487E-A42D-F5E65901BA8F}"/>
              </a:ext>
            </a:extLst>
          </p:cNvPr>
          <p:cNvCxnSpPr>
            <a:stCxn id="85" idx="2"/>
            <a:endCxn id="101" idx="0"/>
          </p:cNvCxnSpPr>
          <p:nvPr/>
        </p:nvCxnSpPr>
        <p:spPr>
          <a:xfrm rot="5400000">
            <a:off x="539653" y="4570818"/>
            <a:ext cx="679974" cy="153813"/>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FD9EE938-A8C3-47C1-91A8-7D176C9F9177}"/>
              </a:ext>
            </a:extLst>
          </p:cNvPr>
          <p:cNvSpPr txBox="1"/>
          <p:nvPr/>
        </p:nvSpPr>
        <p:spPr>
          <a:xfrm>
            <a:off x="8483768" y="1520379"/>
            <a:ext cx="3570010" cy="328323"/>
          </a:xfrm>
          <a:prstGeom prst="rect">
            <a:avLst/>
          </a:prstGeom>
          <a:noFill/>
        </p:spPr>
        <p:txBody>
          <a:bodyPr wrap="square" lIns="0" tIns="0" rIns="0" bIns="0" rtlCol="0">
            <a:noAutofit/>
          </a:bodyPr>
          <a:lstStyle/>
          <a:p>
            <a:pPr marL="108000" indent="-108000">
              <a:buFont typeface="Arial" panose="020B0604020202020204" pitchFamily="34" charset="0"/>
              <a:buChar char="•"/>
            </a:pPr>
            <a:r>
              <a:rPr lang="en-GB" sz="900" i="1" dirty="0">
                <a:latin typeface="Georgia" panose="02040502050405020303" pitchFamily="18" charset="0"/>
              </a:rPr>
              <a:t>A client is a separate unit of SAP with its own set of tables, master data and documents.</a:t>
            </a:r>
          </a:p>
        </p:txBody>
      </p:sp>
    </p:spTree>
    <p:extLst>
      <p:ext uri="{BB962C8B-B14F-4D97-AF65-F5344CB8AC3E}">
        <p14:creationId xmlns:p14="http://schemas.microsoft.com/office/powerpoint/2010/main" val="337132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p:txBody>
          <a:bodyPr/>
          <a:lstStyle/>
          <a:p>
            <a:r>
              <a:rPr lang="en-GB" dirty="0"/>
              <a:t>Course Structure</a:t>
            </a:r>
          </a:p>
        </p:txBody>
      </p:sp>
      <p:sp>
        <p:nvSpPr>
          <p:cNvPr id="2" name="Footer Placeholder 1"/>
          <p:cNvSpPr>
            <a:spLocks noGrp="1"/>
          </p:cNvSpPr>
          <p:nvPr>
            <p:ph type="ftr" sz="quarter" idx="10"/>
          </p:nvPr>
        </p:nvSpPr>
        <p:spPr/>
        <p:txBody>
          <a:bodyPr/>
          <a:lstStyle/>
          <a:p>
            <a:r>
              <a:rPr lang="en-GB"/>
              <a:t>Presentation title in footer</a:t>
            </a:r>
            <a:endParaRPr lang="en-GB" dirty="0"/>
          </a:p>
        </p:txBody>
      </p:sp>
      <p:sp>
        <p:nvSpPr>
          <p:cNvPr id="3" name="Slide Number Placeholder 2"/>
          <p:cNvSpPr>
            <a:spLocks noGrp="1"/>
          </p:cNvSpPr>
          <p:nvPr>
            <p:ph type="sldNum" sz="quarter" idx="11"/>
          </p:nvPr>
        </p:nvSpPr>
        <p:spPr/>
        <p:txBody>
          <a:bodyPr/>
          <a:lstStyle/>
          <a:p>
            <a:fld id="{F4C94289-3309-4C35-850A-56FD49B3E346}" type="slidenum">
              <a:rPr lang="en-GB" smtClean="0"/>
              <a:pPr/>
              <a:t>9</a:t>
            </a:fld>
            <a:endParaRPr lang="en-GB" dirty="0"/>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165600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Overview</a:t>
            </a: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299680"/>
            <a:ext cx="3694030" cy="482400"/>
          </a:xfrm>
          <a:prstGeom prst="roundRect">
            <a:avLst/>
          </a:prstGeom>
          <a:solidFill>
            <a:schemeClr val="accent4">
              <a:lumMod val="60000"/>
              <a:lumOff val="40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Inbound Materials</a:t>
            </a:r>
            <a:endParaRPr lang="en-US" dirty="0"/>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294336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Internal Movements</a:t>
            </a:r>
            <a:endParaRPr lang="en-US" dirty="0"/>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58704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Quality Management	</a:t>
            </a:r>
            <a:endParaRPr lang="en-US" dirty="0"/>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23072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Inventory Controlling Reports</a:t>
            </a:r>
            <a:endParaRPr lang="en-US" dirty="0"/>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540880"/>
            <a:ext cx="1339200" cy="902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flipV="1">
            <a:off x="1854000" y="3184560"/>
            <a:ext cx="1339200" cy="258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384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028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1897200"/>
            <a:ext cx="1339200" cy="154620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D284217-7569-4204-8000-68288C2DB70A}"/>
              </a:ext>
            </a:extLst>
          </p:cNvPr>
          <p:cNvGrpSpPr/>
          <p:nvPr/>
        </p:nvGrpSpPr>
        <p:grpSpPr>
          <a:xfrm>
            <a:off x="403200" y="2718000"/>
            <a:ext cx="1450800" cy="1450800"/>
            <a:chOff x="220501" y="2765364"/>
            <a:chExt cx="1450800" cy="1450800"/>
          </a:xfrm>
        </p:grpSpPr>
        <p:grpSp>
          <p:nvGrpSpPr>
            <p:cNvPr id="24" name="Group 23"/>
            <p:cNvGrpSpPr/>
            <p:nvPr/>
          </p:nvGrpSpPr>
          <p:grpSpPr>
            <a:xfrm>
              <a:off x="220501" y="2765364"/>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4">
                  <a:lumMod val="60000"/>
                  <a:lumOff val="40000"/>
                </a:schemeClr>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0" name="Picture 29">
              <a:extLst>
                <a:ext uri="{FF2B5EF4-FFF2-40B4-BE49-F238E27FC236}">
                  <a16:creationId xmlns:a16="http://schemas.microsoft.com/office/drawing/2014/main" id="{DDB34049-899C-43C7-9CC1-7678AB7CE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0058" y="3160899"/>
              <a:ext cx="687600" cy="687600"/>
            </a:xfrm>
            <a:prstGeom prst="rect">
              <a:avLst/>
            </a:prstGeom>
          </p:spPr>
        </p:pic>
      </p:grpSp>
    </p:spTree>
    <p:extLst>
      <p:ext uri="{BB962C8B-B14F-4D97-AF65-F5344CB8AC3E}">
        <p14:creationId xmlns:p14="http://schemas.microsoft.com/office/powerpoint/2010/main" val="3138623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5216-4236-4356-BD9B-48472A9E30A6}"/>
              </a:ext>
            </a:extLst>
          </p:cNvPr>
          <p:cNvSpPr>
            <a:spLocks noGrp="1"/>
          </p:cNvSpPr>
          <p:nvPr>
            <p:ph type="title"/>
          </p:nvPr>
        </p:nvSpPr>
        <p:spPr/>
        <p:txBody>
          <a:bodyPr/>
          <a:lstStyle/>
          <a:p>
            <a:r>
              <a:rPr lang="en-US" dirty="0"/>
              <a:t>Inbound Materials Process Flow</a:t>
            </a:r>
          </a:p>
        </p:txBody>
      </p:sp>
      <p:sp>
        <p:nvSpPr>
          <p:cNvPr id="3" name="Content Placeholder 2">
            <a:extLst>
              <a:ext uri="{FF2B5EF4-FFF2-40B4-BE49-F238E27FC236}">
                <a16:creationId xmlns:a16="http://schemas.microsoft.com/office/drawing/2014/main" id="{6C282CDA-B379-44CA-ACC3-730CBD53E540}"/>
              </a:ext>
            </a:extLst>
          </p:cNvPr>
          <p:cNvSpPr>
            <a:spLocks noGrp="1"/>
          </p:cNvSpPr>
          <p:nvPr>
            <p:ph idx="1"/>
          </p:nvPr>
        </p:nvSpPr>
        <p:spPr/>
        <p:txBody>
          <a:bodyPr/>
          <a:lstStyle/>
          <a:p>
            <a:r>
              <a:rPr lang="en-US" dirty="0"/>
              <a:t>Inbound processing reflects the receipt of materials that are delivered to a receiving location. This receipt can be processed based on purchase orders, stock transport orders, or even a returns order.</a:t>
            </a:r>
          </a:p>
        </p:txBody>
      </p:sp>
      <p:sp>
        <p:nvSpPr>
          <p:cNvPr id="4" name="Footer Placeholder 3">
            <a:extLst>
              <a:ext uri="{FF2B5EF4-FFF2-40B4-BE49-F238E27FC236}">
                <a16:creationId xmlns:a16="http://schemas.microsoft.com/office/drawing/2014/main" id="{4D19EBC6-86F6-4B32-AFC4-5C9941537C56}"/>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BFE9C398-E6B5-4F7D-BB89-84BAA5966CAD}"/>
              </a:ext>
            </a:extLst>
          </p:cNvPr>
          <p:cNvSpPr>
            <a:spLocks noGrp="1"/>
          </p:cNvSpPr>
          <p:nvPr>
            <p:ph type="sldNum" sz="quarter" idx="12"/>
          </p:nvPr>
        </p:nvSpPr>
        <p:spPr/>
        <p:txBody>
          <a:bodyPr/>
          <a:lstStyle/>
          <a:p>
            <a:fld id="{F4C94289-3309-4C35-850A-56FD49B3E346}" type="slidenum">
              <a:rPr lang="en-GB" smtClean="0"/>
              <a:t>10</a:t>
            </a:fld>
            <a:endParaRPr lang="en-GB" dirty="0"/>
          </a:p>
        </p:txBody>
      </p:sp>
      <p:graphicFrame>
        <p:nvGraphicFramePr>
          <p:cNvPr id="6" name="Diagram 5">
            <a:extLst>
              <a:ext uri="{FF2B5EF4-FFF2-40B4-BE49-F238E27FC236}">
                <a16:creationId xmlns:a16="http://schemas.microsoft.com/office/drawing/2014/main" id="{1C6FF537-1727-4CC9-B508-2CC9A6F5DD21}"/>
              </a:ext>
            </a:extLst>
          </p:cNvPr>
          <p:cNvGraphicFramePr/>
          <p:nvPr>
            <p:extLst>
              <p:ext uri="{D42A27DB-BD31-4B8C-83A1-F6EECF244321}">
                <p14:modId xmlns:p14="http://schemas.microsoft.com/office/powerpoint/2010/main" val="2715172163"/>
              </p:ext>
            </p:extLst>
          </p:nvPr>
        </p:nvGraphicFramePr>
        <p:xfrm>
          <a:off x="919509" y="2959739"/>
          <a:ext cx="9693121" cy="2902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0574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Receive Batch Managed Goods &amp; NTM</a:t>
            </a:r>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p:txBody>
          <a:bodyPr/>
          <a:lstStyle/>
          <a:p>
            <a:r>
              <a:rPr lang="en-US" dirty="0"/>
              <a:t>Batch managed materials, e.g. tobacco standard grades, tobacco SFG, SKU FG, SKU SFG, most of the NTMs, should be processed with incoming inspection process steps following goods receipt.</a:t>
            </a: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11</a:t>
            </a:fld>
            <a:endParaRPr lang="en-GB" dirty="0"/>
          </a:p>
        </p:txBody>
      </p:sp>
      <p:graphicFrame>
        <p:nvGraphicFramePr>
          <p:cNvPr id="6" name="Diagram 5">
            <a:extLst>
              <a:ext uri="{FF2B5EF4-FFF2-40B4-BE49-F238E27FC236}">
                <a16:creationId xmlns:a16="http://schemas.microsoft.com/office/drawing/2014/main" id="{60D56C26-F7BA-4AD2-A0C8-6528F400DF23}"/>
              </a:ext>
            </a:extLst>
          </p:cNvPr>
          <p:cNvGraphicFramePr/>
          <p:nvPr>
            <p:extLst>
              <p:ext uri="{D42A27DB-BD31-4B8C-83A1-F6EECF244321}">
                <p14:modId xmlns:p14="http://schemas.microsoft.com/office/powerpoint/2010/main" val="255557735"/>
              </p:ext>
            </p:extLst>
          </p:nvPr>
        </p:nvGraphicFramePr>
        <p:xfrm>
          <a:off x="515937" y="2864244"/>
          <a:ext cx="10649958" cy="3218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3610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Receive Non-Batch Managed Goods &amp; NTM</a:t>
            </a:r>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p:txBody>
          <a:bodyPr/>
          <a:lstStyle/>
          <a:p>
            <a:r>
              <a:rPr lang="en-US" dirty="0"/>
              <a:t>Non-Batch managed materials, e.g. green leaf, spare parts, marketing materials, most of the packaging NTMs, are processed with GR to unrestricted stock without incoming inspection process.</a:t>
            </a: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12</a:t>
            </a:fld>
            <a:endParaRPr lang="en-GB" dirty="0"/>
          </a:p>
        </p:txBody>
      </p:sp>
      <p:graphicFrame>
        <p:nvGraphicFramePr>
          <p:cNvPr id="6" name="Diagram 5">
            <a:extLst>
              <a:ext uri="{FF2B5EF4-FFF2-40B4-BE49-F238E27FC236}">
                <a16:creationId xmlns:a16="http://schemas.microsoft.com/office/drawing/2014/main" id="{60D56C26-F7BA-4AD2-A0C8-6528F400DF23}"/>
              </a:ext>
            </a:extLst>
          </p:cNvPr>
          <p:cNvGraphicFramePr/>
          <p:nvPr>
            <p:extLst>
              <p:ext uri="{D42A27DB-BD31-4B8C-83A1-F6EECF244321}">
                <p14:modId xmlns:p14="http://schemas.microsoft.com/office/powerpoint/2010/main" val="4120793442"/>
              </p:ext>
            </p:extLst>
          </p:nvPr>
        </p:nvGraphicFramePr>
        <p:xfrm>
          <a:off x="515937" y="3030332"/>
          <a:ext cx="10649958" cy="3252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3229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D6ABD-0D6F-443C-A3F7-1EC4D9DE9C02}"/>
              </a:ext>
            </a:extLst>
          </p:cNvPr>
          <p:cNvSpPr>
            <a:spLocks noGrp="1"/>
          </p:cNvSpPr>
          <p:nvPr>
            <p:ph type="title"/>
          </p:nvPr>
        </p:nvSpPr>
        <p:spPr/>
        <p:txBody>
          <a:bodyPr/>
          <a:lstStyle/>
          <a:p>
            <a:r>
              <a:rPr lang="en-US" dirty="0"/>
              <a:t>Receive FG from Shop Floor</a:t>
            </a:r>
          </a:p>
        </p:txBody>
      </p:sp>
      <p:sp>
        <p:nvSpPr>
          <p:cNvPr id="3" name="Content Placeholder 2">
            <a:extLst>
              <a:ext uri="{FF2B5EF4-FFF2-40B4-BE49-F238E27FC236}">
                <a16:creationId xmlns:a16="http://schemas.microsoft.com/office/drawing/2014/main" id="{B3EF7CBA-6118-4913-BE6A-56E72971DCC5}"/>
              </a:ext>
            </a:extLst>
          </p:cNvPr>
          <p:cNvSpPr>
            <a:spLocks noGrp="1"/>
          </p:cNvSpPr>
          <p:nvPr>
            <p:ph idx="1"/>
          </p:nvPr>
        </p:nvSpPr>
        <p:spPr/>
        <p:txBody>
          <a:bodyPr/>
          <a:lstStyle/>
          <a:p>
            <a:r>
              <a:rPr lang="en-US" dirty="0"/>
              <a:t>No GR posting is required, as this action is done by the Shop Floor process during confirmation posting.</a:t>
            </a:r>
          </a:p>
          <a:p>
            <a:r>
              <a:rPr lang="en-US" dirty="0"/>
              <a:t>Transferring FG from Shop Floor to the Warehouse is to be done with </a:t>
            </a:r>
            <a:r>
              <a:rPr lang="en-US" dirty="0">
                <a:solidFill>
                  <a:schemeClr val="accent4">
                    <a:lumMod val="60000"/>
                    <a:lumOff val="40000"/>
                  </a:schemeClr>
                </a:solidFill>
              </a:rPr>
              <a:t>MIGO transaction </a:t>
            </a:r>
            <a:r>
              <a:rPr lang="en-US" dirty="0"/>
              <a:t>with </a:t>
            </a:r>
            <a:r>
              <a:rPr lang="en-US" dirty="0">
                <a:solidFill>
                  <a:schemeClr val="accent4">
                    <a:lumMod val="60000"/>
                    <a:lumOff val="40000"/>
                  </a:schemeClr>
                </a:solidFill>
              </a:rPr>
              <a:t>movement type is 311</a:t>
            </a:r>
            <a:r>
              <a:rPr lang="en-US" dirty="0"/>
              <a:t>.</a:t>
            </a:r>
          </a:p>
          <a:p>
            <a:endParaRPr lang="en-US" dirty="0"/>
          </a:p>
        </p:txBody>
      </p:sp>
      <p:sp>
        <p:nvSpPr>
          <p:cNvPr id="4" name="Footer Placeholder 3">
            <a:extLst>
              <a:ext uri="{FF2B5EF4-FFF2-40B4-BE49-F238E27FC236}">
                <a16:creationId xmlns:a16="http://schemas.microsoft.com/office/drawing/2014/main" id="{8DA6A969-F2A0-45D2-8518-EBE1C3288577}"/>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E0AE650F-3ED4-4596-A596-5BE50DD356C4}"/>
              </a:ext>
            </a:extLst>
          </p:cNvPr>
          <p:cNvSpPr>
            <a:spLocks noGrp="1"/>
          </p:cNvSpPr>
          <p:nvPr>
            <p:ph type="sldNum" sz="quarter" idx="12"/>
          </p:nvPr>
        </p:nvSpPr>
        <p:spPr/>
        <p:txBody>
          <a:bodyPr/>
          <a:lstStyle/>
          <a:p>
            <a:fld id="{F4C94289-3309-4C35-850A-56FD49B3E346}" type="slidenum">
              <a:rPr lang="en-GB" smtClean="0"/>
              <a:t>13</a:t>
            </a:fld>
            <a:endParaRPr lang="en-GB" dirty="0"/>
          </a:p>
        </p:txBody>
      </p:sp>
      <p:graphicFrame>
        <p:nvGraphicFramePr>
          <p:cNvPr id="6" name="Diagram 5">
            <a:extLst>
              <a:ext uri="{FF2B5EF4-FFF2-40B4-BE49-F238E27FC236}">
                <a16:creationId xmlns:a16="http://schemas.microsoft.com/office/drawing/2014/main" id="{33373431-A7B3-499A-9603-D16E255C268E}"/>
              </a:ext>
            </a:extLst>
          </p:cNvPr>
          <p:cNvGraphicFramePr/>
          <p:nvPr>
            <p:extLst>
              <p:ext uri="{D42A27DB-BD31-4B8C-83A1-F6EECF244321}">
                <p14:modId xmlns:p14="http://schemas.microsoft.com/office/powerpoint/2010/main" val="834170789"/>
              </p:ext>
            </p:extLst>
          </p:nvPr>
        </p:nvGraphicFramePr>
        <p:xfrm>
          <a:off x="515937" y="3156159"/>
          <a:ext cx="10649958" cy="2676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496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D3461-4FED-4FF6-9288-EC49BE52C0F4}"/>
              </a:ext>
            </a:extLst>
          </p:cNvPr>
          <p:cNvSpPr>
            <a:spLocks noGrp="1"/>
          </p:cNvSpPr>
          <p:nvPr>
            <p:ph type="title"/>
          </p:nvPr>
        </p:nvSpPr>
        <p:spPr/>
        <p:txBody>
          <a:bodyPr/>
          <a:lstStyle/>
          <a:p>
            <a:r>
              <a:rPr lang="en-US" dirty="0"/>
              <a:t>Receive FG Returns</a:t>
            </a:r>
          </a:p>
        </p:txBody>
      </p:sp>
      <p:sp>
        <p:nvSpPr>
          <p:cNvPr id="3" name="Content Placeholder 2">
            <a:extLst>
              <a:ext uri="{FF2B5EF4-FFF2-40B4-BE49-F238E27FC236}">
                <a16:creationId xmlns:a16="http://schemas.microsoft.com/office/drawing/2014/main" id="{2BDC45B8-CEEC-4659-9FE5-D30BA4F330D4}"/>
              </a:ext>
            </a:extLst>
          </p:cNvPr>
          <p:cNvSpPr>
            <a:spLocks noGrp="1"/>
          </p:cNvSpPr>
          <p:nvPr>
            <p:ph idx="1"/>
          </p:nvPr>
        </p:nvSpPr>
        <p:spPr/>
        <p:txBody>
          <a:bodyPr/>
          <a:lstStyle/>
          <a:p>
            <a:r>
              <a:rPr lang="en-US" dirty="0">
                <a:solidFill>
                  <a:schemeClr val="accent4">
                    <a:lumMod val="60000"/>
                    <a:lumOff val="40000"/>
                  </a:schemeClr>
                </a:solidFill>
              </a:rPr>
              <a:t>The process for finish goods returns flow is below</a:t>
            </a:r>
            <a:endParaRPr lang="en-US" dirty="0"/>
          </a:p>
          <a:p>
            <a:endParaRPr lang="en-US" dirty="0"/>
          </a:p>
        </p:txBody>
      </p:sp>
      <p:sp>
        <p:nvSpPr>
          <p:cNvPr id="4" name="Footer Placeholder 3">
            <a:extLst>
              <a:ext uri="{FF2B5EF4-FFF2-40B4-BE49-F238E27FC236}">
                <a16:creationId xmlns:a16="http://schemas.microsoft.com/office/drawing/2014/main" id="{E5F1D23D-82E9-4A65-AEFA-57D5B62D1ADE}"/>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009655D7-C4D1-439E-892F-9269726D23DB}"/>
              </a:ext>
            </a:extLst>
          </p:cNvPr>
          <p:cNvSpPr>
            <a:spLocks noGrp="1"/>
          </p:cNvSpPr>
          <p:nvPr>
            <p:ph type="sldNum" sz="quarter" idx="12"/>
          </p:nvPr>
        </p:nvSpPr>
        <p:spPr/>
        <p:txBody>
          <a:bodyPr/>
          <a:lstStyle/>
          <a:p>
            <a:fld id="{F4C94289-3309-4C35-850A-56FD49B3E346}" type="slidenum">
              <a:rPr lang="en-GB" smtClean="0"/>
              <a:t>14</a:t>
            </a:fld>
            <a:endParaRPr lang="en-GB" dirty="0"/>
          </a:p>
        </p:txBody>
      </p:sp>
      <p:graphicFrame>
        <p:nvGraphicFramePr>
          <p:cNvPr id="6" name="Diagram 5">
            <a:extLst>
              <a:ext uri="{FF2B5EF4-FFF2-40B4-BE49-F238E27FC236}">
                <a16:creationId xmlns:a16="http://schemas.microsoft.com/office/drawing/2014/main" id="{6F32EC87-3C07-4E27-B564-3A1A266ECB68}"/>
              </a:ext>
            </a:extLst>
          </p:cNvPr>
          <p:cNvGraphicFramePr/>
          <p:nvPr>
            <p:extLst>
              <p:ext uri="{D42A27DB-BD31-4B8C-83A1-F6EECF244321}">
                <p14:modId xmlns:p14="http://schemas.microsoft.com/office/powerpoint/2010/main" val="2034680116"/>
              </p:ext>
            </p:extLst>
          </p:nvPr>
        </p:nvGraphicFramePr>
        <p:xfrm>
          <a:off x="-167727" y="2650887"/>
          <a:ext cx="10649958" cy="2676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4210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55B6-34BB-4EAA-996B-DC42525B3167}"/>
              </a:ext>
            </a:extLst>
          </p:cNvPr>
          <p:cNvSpPr>
            <a:spLocks noGrp="1"/>
          </p:cNvSpPr>
          <p:nvPr>
            <p:ph type="title"/>
          </p:nvPr>
        </p:nvSpPr>
        <p:spPr/>
        <p:txBody>
          <a:bodyPr/>
          <a:lstStyle/>
          <a:p>
            <a:r>
              <a:rPr lang="en-US" dirty="0"/>
              <a:t>Buy Back FG</a:t>
            </a:r>
          </a:p>
        </p:txBody>
      </p:sp>
      <p:sp>
        <p:nvSpPr>
          <p:cNvPr id="3" name="Content Placeholder 2">
            <a:extLst>
              <a:ext uri="{FF2B5EF4-FFF2-40B4-BE49-F238E27FC236}">
                <a16:creationId xmlns:a16="http://schemas.microsoft.com/office/drawing/2014/main" id="{A6FC91ED-2916-4A0C-93D9-211F99323422}"/>
              </a:ext>
            </a:extLst>
          </p:cNvPr>
          <p:cNvSpPr>
            <a:spLocks noGrp="1"/>
          </p:cNvSpPr>
          <p:nvPr>
            <p:ph idx="1"/>
          </p:nvPr>
        </p:nvSpPr>
        <p:spPr/>
        <p:txBody>
          <a:bodyPr/>
          <a:lstStyle/>
          <a:p>
            <a:r>
              <a:rPr lang="en-US" dirty="0"/>
              <a:t>The quantity is transferred from stock in quality inspection in the issuing storage location into stock in quality inspection in the receiving storage location.</a:t>
            </a:r>
          </a:p>
          <a:p>
            <a:r>
              <a:rPr lang="en-US" dirty="0"/>
              <a:t>This posting is to be done with </a:t>
            </a:r>
            <a:r>
              <a:rPr lang="en-US" dirty="0">
                <a:solidFill>
                  <a:schemeClr val="accent4">
                    <a:lumMod val="60000"/>
                    <a:lumOff val="40000"/>
                  </a:schemeClr>
                </a:solidFill>
              </a:rPr>
              <a:t>MIGO, movement type is 323</a:t>
            </a:r>
            <a:r>
              <a:rPr lang="en-US" dirty="0"/>
              <a:t>.</a:t>
            </a:r>
          </a:p>
          <a:p>
            <a:endParaRPr lang="en-US" dirty="0"/>
          </a:p>
        </p:txBody>
      </p:sp>
      <p:sp>
        <p:nvSpPr>
          <p:cNvPr id="4" name="Footer Placeholder 3">
            <a:extLst>
              <a:ext uri="{FF2B5EF4-FFF2-40B4-BE49-F238E27FC236}">
                <a16:creationId xmlns:a16="http://schemas.microsoft.com/office/drawing/2014/main" id="{5FD69170-C9AF-4DCF-98B7-AF06AD09AF6E}"/>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EB0AE014-AEF1-4670-A00D-3137A3481DF1}"/>
              </a:ext>
            </a:extLst>
          </p:cNvPr>
          <p:cNvSpPr>
            <a:spLocks noGrp="1"/>
          </p:cNvSpPr>
          <p:nvPr>
            <p:ph type="sldNum" sz="quarter" idx="12"/>
          </p:nvPr>
        </p:nvSpPr>
        <p:spPr/>
        <p:txBody>
          <a:bodyPr/>
          <a:lstStyle/>
          <a:p>
            <a:fld id="{F4C94289-3309-4C35-850A-56FD49B3E346}" type="slidenum">
              <a:rPr lang="en-GB" smtClean="0"/>
              <a:t>15</a:t>
            </a:fld>
            <a:endParaRPr lang="en-GB" dirty="0"/>
          </a:p>
        </p:txBody>
      </p:sp>
      <p:graphicFrame>
        <p:nvGraphicFramePr>
          <p:cNvPr id="6" name="Diagram 5">
            <a:extLst>
              <a:ext uri="{FF2B5EF4-FFF2-40B4-BE49-F238E27FC236}">
                <a16:creationId xmlns:a16="http://schemas.microsoft.com/office/drawing/2014/main" id="{7A23EE76-8C9D-448C-BD18-20B2F151C7D9}"/>
              </a:ext>
            </a:extLst>
          </p:cNvPr>
          <p:cNvGraphicFramePr/>
          <p:nvPr>
            <p:extLst>
              <p:ext uri="{D42A27DB-BD31-4B8C-83A1-F6EECF244321}">
                <p14:modId xmlns:p14="http://schemas.microsoft.com/office/powerpoint/2010/main" val="4282976910"/>
              </p:ext>
            </p:extLst>
          </p:nvPr>
        </p:nvGraphicFramePr>
        <p:xfrm>
          <a:off x="628842" y="2950699"/>
          <a:ext cx="10649958" cy="2676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9807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p:txBody>
          <a:bodyPr/>
          <a:lstStyle/>
          <a:p>
            <a:r>
              <a:rPr lang="en-GB" dirty="0"/>
              <a:t>Course Structure</a:t>
            </a:r>
          </a:p>
        </p:txBody>
      </p:sp>
      <p:sp>
        <p:nvSpPr>
          <p:cNvPr id="2" name="Footer Placeholder 1"/>
          <p:cNvSpPr>
            <a:spLocks noGrp="1"/>
          </p:cNvSpPr>
          <p:nvPr>
            <p:ph type="ftr" sz="quarter" idx="10"/>
          </p:nvPr>
        </p:nvSpPr>
        <p:spPr/>
        <p:txBody>
          <a:bodyPr/>
          <a:lstStyle/>
          <a:p>
            <a:r>
              <a:rPr lang="en-GB"/>
              <a:t>Presentation title in footer</a:t>
            </a:r>
            <a:endParaRPr lang="en-GB" dirty="0"/>
          </a:p>
        </p:txBody>
      </p:sp>
      <p:sp>
        <p:nvSpPr>
          <p:cNvPr id="3" name="Slide Number Placeholder 2"/>
          <p:cNvSpPr>
            <a:spLocks noGrp="1"/>
          </p:cNvSpPr>
          <p:nvPr>
            <p:ph type="sldNum" sz="quarter" idx="11"/>
          </p:nvPr>
        </p:nvSpPr>
        <p:spPr/>
        <p:txBody>
          <a:bodyPr/>
          <a:lstStyle/>
          <a:p>
            <a:fld id="{F4C94289-3309-4C35-850A-56FD49B3E346}" type="slidenum">
              <a:rPr lang="en-GB" smtClean="0"/>
              <a:pPr/>
              <a:t>16</a:t>
            </a:fld>
            <a:endParaRPr lang="en-GB" dirty="0"/>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165600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Overview</a:t>
            </a: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29968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Inbound Materials</a:t>
            </a:r>
            <a:endParaRPr lang="en-US" dirty="0"/>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2943360"/>
            <a:ext cx="3694030" cy="482400"/>
          </a:xfrm>
          <a:prstGeom prst="roundRect">
            <a:avLst/>
          </a:prstGeom>
          <a:solidFill>
            <a:schemeClr val="accent4">
              <a:lumMod val="60000"/>
              <a:lumOff val="40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Internal Movements</a:t>
            </a:r>
            <a:endParaRPr lang="en-US" dirty="0"/>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58704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Quality Management	</a:t>
            </a:r>
            <a:endParaRPr lang="en-US" dirty="0"/>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23072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Inventory Controlling Reports</a:t>
            </a:r>
            <a:endParaRPr lang="en-US" dirty="0"/>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540880"/>
            <a:ext cx="1339200" cy="902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flipV="1">
            <a:off x="1854000" y="3184560"/>
            <a:ext cx="1339200" cy="258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384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028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1897200"/>
            <a:ext cx="1339200" cy="154620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D284217-7569-4204-8000-68288C2DB70A}"/>
              </a:ext>
            </a:extLst>
          </p:cNvPr>
          <p:cNvGrpSpPr/>
          <p:nvPr/>
        </p:nvGrpSpPr>
        <p:grpSpPr>
          <a:xfrm>
            <a:off x="403200" y="2718000"/>
            <a:ext cx="1450800" cy="1450800"/>
            <a:chOff x="220501" y="2765364"/>
            <a:chExt cx="1450800" cy="1450800"/>
          </a:xfrm>
        </p:grpSpPr>
        <p:grpSp>
          <p:nvGrpSpPr>
            <p:cNvPr id="24" name="Group 23"/>
            <p:cNvGrpSpPr/>
            <p:nvPr/>
          </p:nvGrpSpPr>
          <p:grpSpPr>
            <a:xfrm>
              <a:off x="220501" y="2765364"/>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4">
                  <a:lumMod val="60000"/>
                  <a:lumOff val="40000"/>
                </a:schemeClr>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0" name="Picture 29">
              <a:extLst>
                <a:ext uri="{FF2B5EF4-FFF2-40B4-BE49-F238E27FC236}">
                  <a16:creationId xmlns:a16="http://schemas.microsoft.com/office/drawing/2014/main" id="{DDB34049-899C-43C7-9CC1-7678AB7CE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0058" y="3160899"/>
              <a:ext cx="687600" cy="687600"/>
            </a:xfrm>
            <a:prstGeom prst="rect">
              <a:avLst/>
            </a:prstGeom>
          </p:spPr>
        </p:pic>
      </p:grpSp>
    </p:spTree>
    <p:extLst>
      <p:ext uri="{BB962C8B-B14F-4D97-AF65-F5344CB8AC3E}">
        <p14:creationId xmlns:p14="http://schemas.microsoft.com/office/powerpoint/2010/main" val="1325401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5216-4236-4356-BD9B-48472A9E30A6}"/>
              </a:ext>
            </a:extLst>
          </p:cNvPr>
          <p:cNvSpPr>
            <a:spLocks noGrp="1"/>
          </p:cNvSpPr>
          <p:nvPr>
            <p:ph type="title"/>
          </p:nvPr>
        </p:nvSpPr>
        <p:spPr/>
        <p:txBody>
          <a:bodyPr/>
          <a:lstStyle/>
          <a:p>
            <a:r>
              <a:rPr lang="en-US" dirty="0"/>
              <a:t>Internal Movements Process Flow</a:t>
            </a:r>
          </a:p>
        </p:txBody>
      </p:sp>
      <p:sp>
        <p:nvSpPr>
          <p:cNvPr id="3" name="Content Placeholder 2">
            <a:extLst>
              <a:ext uri="{FF2B5EF4-FFF2-40B4-BE49-F238E27FC236}">
                <a16:creationId xmlns:a16="http://schemas.microsoft.com/office/drawing/2014/main" id="{6C282CDA-B379-44CA-ACC3-730CBD53E540}"/>
              </a:ext>
            </a:extLst>
          </p:cNvPr>
          <p:cNvSpPr>
            <a:spLocks noGrp="1"/>
          </p:cNvSpPr>
          <p:nvPr>
            <p:ph idx="1"/>
          </p:nvPr>
        </p:nvSpPr>
        <p:spPr/>
        <p:txBody>
          <a:bodyPr/>
          <a:lstStyle/>
          <a:p>
            <a:r>
              <a:rPr lang="en-US" dirty="0"/>
              <a:t>Internal Movement process comprises of the preparation of goods to be delivered from a warehouse to a receiving location. Outbound processing starts with an outbound delivery that has been created based on reference documents such as sales orders or stock transport orders.</a:t>
            </a:r>
          </a:p>
        </p:txBody>
      </p:sp>
      <p:sp>
        <p:nvSpPr>
          <p:cNvPr id="4" name="Footer Placeholder 3">
            <a:extLst>
              <a:ext uri="{FF2B5EF4-FFF2-40B4-BE49-F238E27FC236}">
                <a16:creationId xmlns:a16="http://schemas.microsoft.com/office/drawing/2014/main" id="{4D19EBC6-86F6-4B32-AFC4-5C9941537C56}"/>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BFE9C398-E6B5-4F7D-BB89-84BAA5966CAD}"/>
              </a:ext>
            </a:extLst>
          </p:cNvPr>
          <p:cNvSpPr>
            <a:spLocks noGrp="1"/>
          </p:cNvSpPr>
          <p:nvPr>
            <p:ph type="sldNum" sz="quarter" idx="12"/>
          </p:nvPr>
        </p:nvSpPr>
        <p:spPr/>
        <p:txBody>
          <a:bodyPr/>
          <a:lstStyle/>
          <a:p>
            <a:fld id="{F4C94289-3309-4C35-850A-56FD49B3E346}" type="slidenum">
              <a:rPr lang="en-GB" smtClean="0"/>
              <a:t>17</a:t>
            </a:fld>
            <a:endParaRPr lang="en-GB" dirty="0"/>
          </a:p>
        </p:txBody>
      </p:sp>
      <p:graphicFrame>
        <p:nvGraphicFramePr>
          <p:cNvPr id="6" name="Diagram 5">
            <a:extLst>
              <a:ext uri="{FF2B5EF4-FFF2-40B4-BE49-F238E27FC236}">
                <a16:creationId xmlns:a16="http://schemas.microsoft.com/office/drawing/2014/main" id="{1C6FF537-1727-4CC9-B508-2CC9A6F5DD21}"/>
              </a:ext>
            </a:extLst>
          </p:cNvPr>
          <p:cNvGraphicFramePr/>
          <p:nvPr/>
        </p:nvGraphicFramePr>
        <p:xfrm>
          <a:off x="515937" y="3725966"/>
          <a:ext cx="10696145" cy="27541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144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Outbound Others</a:t>
            </a:r>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p:txBody>
          <a:bodyPr/>
          <a:lstStyle/>
          <a:p>
            <a:r>
              <a:rPr lang="en-US" dirty="0"/>
              <a:t>Outbound process for materials those are not directly related with production requires periodical inventory adjustment.</a:t>
            </a:r>
          </a:p>
          <a:p>
            <a:r>
              <a:rPr lang="en-US" dirty="0"/>
              <a:t>Consumption movement is to be done with </a:t>
            </a:r>
            <a:r>
              <a:rPr lang="en-US" dirty="0">
                <a:solidFill>
                  <a:schemeClr val="accent4">
                    <a:lumMod val="60000"/>
                    <a:lumOff val="40000"/>
                  </a:schemeClr>
                </a:solidFill>
              </a:rPr>
              <a:t>MIGO movement type is 201 GI for Cost Center</a:t>
            </a: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18</a:t>
            </a:fld>
            <a:endParaRPr lang="en-GB" dirty="0"/>
          </a:p>
        </p:txBody>
      </p:sp>
      <p:graphicFrame>
        <p:nvGraphicFramePr>
          <p:cNvPr id="6" name="Diagram 5">
            <a:extLst>
              <a:ext uri="{FF2B5EF4-FFF2-40B4-BE49-F238E27FC236}">
                <a16:creationId xmlns:a16="http://schemas.microsoft.com/office/drawing/2014/main" id="{60D56C26-F7BA-4AD2-A0C8-6528F400DF23}"/>
              </a:ext>
            </a:extLst>
          </p:cNvPr>
          <p:cNvGraphicFramePr/>
          <p:nvPr/>
        </p:nvGraphicFramePr>
        <p:xfrm>
          <a:off x="515937" y="3367042"/>
          <a:ext cx="10649958" cy="30327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801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Material Disposal</a:t>
            </a:r>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p:txBody>
          <a:bodyPr/>
          <a:lstStyle/>
          <a:p>
            <a:r>
              <a:rPr lang="en-US" sz="1600" dirty="0"/>
              <a:t>In this process, majority of the steps are to be performed manually to identify and collect materials for disposal, based on JTI environmental policies, R&amp;D definitions and country specific regulations.</a:t>
            </a:r>
          </a:p>
          <a:p>
            <a:r>
              <a:rPr lang="en-US" sz="1600" dirty="0"/>
              <a:t>Goods Issue to Cost Center for scrapping is to be done with </a:t>
            </a:r>
            <a:r>
              <a:rPr lang="en-US" sz="1600" dirty="0">
                <a:solidFill>
                  <a:schemeClr val="accent4">
                    <a:lumMod val="60000"/>
                    <a:lumOff val="40000"/>
                  </a:schemeClr>
                </a:solidFill>
              </a:rPr>
              <a:t>MIGO, movement types 551/552, Z25 </a:t>
            </a:r>
            <a:r>
              <a:rPr lang="en-US" sz="1600" i="1" dirty="0">
                <a:solidFill>
                  <a:schemeClr val="accent4">
                    <a:lumMod val="60000"/>
                    <a:lumOff val="40000"/>
                  </a:schemeClr>
                </a:solidFill>
              </a:rPr>
              <a:t>(Specific for Brazil)</a:t>
            </a: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19</a:t>
            </a:fld>
            <a:endParaRPr lang="en-GB" dirty="0"/>
          </a:p>
        </p:txBody>
      </p:sp>
      <p:graphicFrame>
        <p:nvGraphicFramePr>
          <p:cNvPr id="6" name="Diagram 5">
            <a:extLst>
              <a:ext uri="{FF2B5EF4-FFF2-40B4-BE49-F238E27FC236}">
                <a16:creationId xmlns:a16="http://schemas.microsoft.com/office/drawing/2014/main" id="{60D56C26-F7BA-4AD2-A0C8-6528F400DF23}"/>
              </a:ext>
            </a:extLst>
          </p:cNvPr>
          <p:cNvGraphicFramePr/>
          <p:nvPr/>
        </p:nvGraphicFramePr>
        <p:xfrm>
          <a:off x="-235959" y="3429000"/>
          <a:ext cx="10649958" cy="28221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4631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Non-hazardous Materials</a:t>
            </a:r>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p:txBody>
          <a:bodyPr/>
          <a:lstStyle/>
          <a:p>
            <a:r>
              <a:rPr lang="en-US" sz="1600" dirty="0"/>
              <a:t>Non-hazardous materials for disposal are to be identified based on JTI environmental policies, R&amp;D manuals and country specific regulations and </a:t>
            </a:r>
            <a:r>
              <a:rPr lang="en-US" sz="1600" dirty="0">
                <a:solidFill>
                  <a:schemeClr val="accent4">
                    <a:lumMod val="60000"/>
                    <a:lumOff val="40000"/>
                  </a:schemeClr>
                </a:solidFill>
              </a:rPr>
              <a:t>to be blocked</a:t>
            </a:r>
            <a:r>
              <a:rPr lang="en-US" sz="1600" dirty="0"/>
              <a:t>.</a:t>
            </a:r>
          </a:p>
          <a:p>
            <a:r>
              <a:rPr lang="en-US" sz="1600" dirty="0"/>
              <a:t>Material is blocked with </a:t>
            </a:r>
            <a:r>
              <a:rPr lang="en-US" sz="1600" dirty="0">
                <a:solidFill>
                  <a:schemeClr val="accent4">
                    <a:lumMod val="60000"/>
                    <a:lumOff val="40000"/>
                  </a:schemeClr>
                </a:solidFill>
              </a:rPr>
              <a:t>MIGO, </a:t>
            </a:r>
            <a:r>
              <a:rPr lang="en-US" sz="1600" dirty="0"/>
              <a:t>movement type </a:t>
            </a:r>
            <a:r>
              <a:rPr lang="en-US" sz="1600" dirty="0">
                <a:solidFill>
                  <a:schemeClr val="accent4">
                    <a:lumMod val="60000"/>
                    <a:lumOff val="40000"/>
                  </a:schemeClr>
                </a:solidFill>
              </a:rPr>
              <a:t>344</a:t>
            </a:r>
            <a:r>
              <a:rPr lang="en-US" sz="1600" dirty="0"/>
              <a:t>, and Goods Issue to Cost Center for scrapping is to be done with </a:t>
            </a:r>
            <a:r>
              <a:rPr lang="en-US" sz="1600" dirty="0">
                <a:solidFill>
                  <a:schemeClr val="accent4">
                    <a:lumMod val="60000"/>
                    <a:lumOff val="40000"/>
                  </a:schemeClr>
                </a:solidFill>
              </a:rPr>
              <a:t>MIGO, movement type, which is used for issuing materials for scrapping from blocked status</a:t>
            </a:r>
            <a:endParaRPr lang="en-US" sz="1600" i="1" dirty="0">
              <a:solidFill>
                <a:schemeClr val="accent4">
                  <a:lumMod val="60000"/>
                  <a:lumOff val="40000"/>
                </a:schemeClr>
              </a:solidFill>
            </a:endParaRP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20</a:t>
            </a:fld>
            <a:endParaRPr lang="en-GB" dirty="0"/>
          </a:p>
        </p:txBody>
      </p:sp>
      <p:graphicFrame>
        <p:nvGraphicFramePr>
          <p:cNvPr id="6" name="Diagram 5">
            <a:extLst>
              <a:ext uri="{FF2B5EF4-FFF2-40B4-BE49-F238E27FC236}">
                <a16:creationId xmlns:a16="http://schemas.microsoft.com/office/drawing/2014/main" id="{60D56C26-F7BA-4AD2-A0C8-6528F400DF23}"/>
              </a:ext>
            </a:extLst>
          </p:cNvPr>
          <p:cNvGraphicFramePr/>
          <p:nvPr/>
        </p:nvGraphicFramePr>
        <p:xfrm>
          <a:off x="515937" y="3450981"/>
          <a:ext cx="10649958" cy="28221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3005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Stock Transfer between </a:t>
            </a:r>
            <a:r>
              <a:rPr lang="en-US" dirty="0" err="1"/>
              <a:t>SLocs</a:t>
            </a:r>
            <a:endParaRPr lang="en-US" dirty="0"/>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p:txBody>
          <a:bodyPr/>
          <a:lstStyle/>
          <a:p>
            <a:r>
              <a:rPr lang="en-US" sz="1600" dirty="0"/>
              <a:t>Stock Transfer is simply described as the removal of material from one storage location and transfer to another one. One and two step procedures are possible to transfer the materials from </a:t>
            </a:r>
            <a:r>
              <a:rPr lang="en-US" sz="1600" dirty="0" err="1"/>
              <a:t>SLoc</a:t>
            </a:r>
            <a:r>
              <a:rPr lang="en-US" sz="1600" dirty="0"/>
              <a:t> to </a:t>
            </a:r>
            <a:r>
              <a:rPr lang="en-US" sz="1600" dirty="0" err="1"/>
              <a:t>SLoc</a:t>
            </a:r>
            <a:r>
              <a:rPr lang="en-US" sz="1600" dirty="0"/>
              <a:t>; Plant to Plant and between company codes. </a:t>
            </a:r>
          </a:p>
          <a:p>
            <a:r>
              <a:rPr lang="en-US" sz="1600" dirty="0"/>
              <a:t>Stock transfer in SAP is done at the time of the physical movement of the material.</a:t>
            </a:r>
          </a:p>
          <a:p>
            <a:r>
              <a:rPr lang="en-US" sz="1600" dirty="0">
                <a:solidFill>
                  <a:schemeClr val="accent4">
                    <a:lumMod val="60000"/>
                    <a:lumOff val="40000"/>
                  </a:schemeClr>
                </a:solidFill>
              </a:rPr>
              <a:t>MIGO is to be used for stock transfer</a:t>
            </a:r>
            <a:r>
              <a:rPr lang="en-US" sz="1600" dirty="0"/>
              <a:t> in SAP HANA, by keeping </a:t>
            </a:r>
            <a:r>
              <a:rPr lang="en-US" sz="1600" dirty="0">
                <a:solidFill>
                  <a:schemeClr val="accent4">
                    <a:lumMod val="60000"/>
                    <a:lumOff val="40000"/>
                  </a:schemeClr>
                </a:solidFill>
              </a:rPr>
              <a:t>movement type 311</a:t>
            </a:r>
            <a:r>
              <a:rPr lang="en-US" sz="1600" dirty="0"/>
              <a:t>.</a:t>
            </a:r>
            <a:endParaRPr lang="en-US" sz="1600" i="1" dirty="0">
              <a:solidFill>
                <a:schemeClr val="accent4">
                  <a:lumMod val="60000"/>
                  <a:lumOff val="40000"/>
                </a:schemeClr>
              </a:solidFill>
            </a:endParaRP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21</a:t>
            </a:fld>
            <a:endParaRPr lang="en-GB" dirty="0"/>
          </a:p>
        </p:txBody>
      </p:sp>
      <p:graphicFrame>
        <p:nvGraphicFramePr>
          <p:cNvPr id="6" name="Diagram 5">
            <a:extLst>
              <a:ext uri="{FF2B5EF4-FFF2-40B4-BE49-F238E27FC236}">
                <a16:creationId xmlns:a16="http://schemas.microsoft.com/office/drawing/2014/main" id="{60D56C26-F7BA-4AD2-A0C8-6528F400DF23}"/>
              </a:ext>
            </a:extLst>
          </p:cNvPr>
          <p:cNvGraphicFramePr/>
          <p:nvPr/>
        </p:nvGraphicFramePr>
        <p:xfrm>
          <a:off x="985956" y="3835541"/>
          <a:ext cx="6987270" cy="17115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8445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66-CC5E-462D-AB06-75BDCE49AB60}"/>
              </a:ext>
            </a:extLst>
          </p:cNvPr>
          <p:cNvSpPr>
            <a:spLocks noGrp="1"/>
          </p:cNvSpPr>
          <p:nvPr>
            <p:ph type="title"/>
          </p:nvPr>
        </p:nvSpPr>
        <p:spPr/>
        <p:txBody>
          <a:bodyPr/>
          <a:lstStyle/>
          <a:p>
            <a:r>
              <a:rPr lang="en-US" dirty="0"/>
              <a:t>Sub-Contracting</a:t>
            </a:r>
          </a:p>
        </p:txBody>
      </p:sp>
      <p:sp>
        <p:nvSpPr>
          <p:cNvPr id="3" name="Content Placeholder 2">
            <a:extLst>
              <a:ext uri="{FF2B5EF4-FFF2-40B4-BE49-F238E27FC236}">
                <a16:creationId xmlns:a16="http://schemas.microsoft.com/office/drawing/2014/main" id="{384D0B66-C894-4D61-9804-9E725E8C3CB5}"/>
              </a:ext>
            </a:extLst>
          </p:cNvPr>
          <p:cNvSpPr>
            <a:spLocks noGrp="1"/>
          </p:cNvSpPr>
          <p:nvPr>
            <p:ph idx="1"/>
          </p:nvPr>
        </p:nvSpPr>
        <p:spPr>
          <a:xfrm>
            <a:off x="515937" y="1695450"/>
            <a:ext cx="11063614" cy="4587081"/>
          </a:xfrm>
        </p:spPr>
        <p:txBody>
          <a:bodyPr/>
          <a:lstStyle/>
          <a:p>
            <a:r>
              <a:rPr lang="en-US" sz="1400" dirty="0"/>
              <a:t>Subcontracting is one of the manufacturing strategy by which a company decides to outsource some or all of its production operations to a vendor.</a:t>
            </a:r>
          </a:p>
          <a:p>
            <a:r>
              <a:rPr lang="en-US" sz="1400" dirty="0"/>
              <a:t>In a typical subcontracting process, a manufacturing company provides raw materials / components to a subcontracting vendor. The vendor processes these materials to turn them into an end product.</a:t>
            </a:r>
          </a:p>
          <a:p>
            <a:r>
              <a:rPr lang="en-US" sz="1400" dirty="0"/>
              <a:t>To achieve this, a subcontracting purchase order for the end product is created. The raw materials, which constitute the Bill of Material (BOM) of the end product are then delivered to the subcontracting vendor. The components at the subcontractor's site are managed in a special stock for the vendor. This stock is valuated and available for MRP. It is not allocated to a specific storage location. Finally, a Goods Receipt is posted when the end product is received from the vendor.</a:t>
            </a:r>
          </a:p>
          <a:p>
            <a:r>
              <a:rPr lang="en-US" sz="1400" dirty="0"/>
              <a:t>In SAP HANA, </a:t>
            </a:r>
            <a:r>
              <a:rPr lang="en-US" sz="1400" dirty="0">
                <a:solidFill>
                  <a:schemeClr val="accent4">
                    <a:lumMod val="60000"/>
                    <a:lumOff val="40000"/>
                  </a:schemeClr>
                </a:solidFill>
              </a:rPr>
              <a:t>transfer posting for sub-contracting process is to be done with MIGO, movement type 541 (941/Z91). </a:t>
            </a:r>
            <a:r>
              <a:rPr lang="en-US" sz="1400" dirty="0"/>
              <a:t>With this movement type subcontractor is provided with the components required for subcontract orders. The quantity is posted into unrestricted-use stock of material provided to vendor. </a:t>
            </a:r>
            <a:r>
              <a:rPr lang="en-US" sz="1400" dirty="0">
                <a:solidFill>
                  <a:schemeClr val="accent4">
                    <a:lumMod val="60000"/>
                    <a:lumOff val="40000"/>
                  </a:schemeClr>
                </a:solidFill>
              </a:rPr>
              <a:t>MIGO Transfer Posting, movement type 542 (942/Z92/Z93) is used to return component from the vendor</a:t>
            </a:r>
            <a:r>
              <a:rPr lang="en-US" sz="1400" dirty="0"/>
              <a:t> back to the manufacturing location</a:t>
            </a:r>
          </a:p>
        </p:txBody>
      </p:sp>
      <p:sp>
        <p:nvSpPr>
          <p:cNvPr id="4" name="Footer Placeholder 3">
            <a:extLst>
              <a:ext uri="{FF2B5EF4-FFF2-40B4-BE49-F238E27FC236}">
                <a16:creationId xmlns:a16="http://schemas.microsoft.com/office/drawing/2014/main" id="{6BCEB820-694A-4049-87DE-E8527C97741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D40792F2-7BA2-40AE-98B4-0388BC755FC6}"/>
              </a:ext>
            </a:extLst>
          </p:cNvPr>
          <p:cNvSpPr>
            <a:spLocks noGrp="1"/>
          </p:cNvSpPr>
          <p:nvPr>
            <p:ph type="sldNum" sz="quarter" idx="12"/>
          </p:nvPr>
        </p:nvSpPr>
        <p:spPr/>
        <p:txBody>
          <a:bodyPr/>
          <a:lstStyle/>
          <a:p>
            <a:fld id="{F4C94289-3309-4C35-850A-56FD49B3E346}" type="slidenum">
              <a:rPr lang="en-GB" smtClean="0"/>
              <a:t>22</a:t>
            </a:fld>
            <a:endParaRPr lang="en-GB" dirty="0"/>
          </a:p>
        </p:txBody>
      </p:sp>
      <p:graphicFrame>
        <p:nvGraphicFramePr>
          <p:cNvPr id="6" name="Diagram 5">
            <a:extLst>
              <a:ext uri="{FF2B5EF4-FFF2-40B4-BE49-F238E27FC236}">
                <a16:creationId xmlns:a16="http://schemas.microsoft.com/office/drawing/2014/main" id="{1131809E-E41E-4000-B97A-C92B11F41C56}"/>
              </a:ext>
            </a:extLst>
          </p:cNvPr>
          <p:cNvGraphicFramePr/>
          <p:nvPr/>
        </p:nvGraphicFramePr>
        <p:xfrm>
          <a:off x="2285879" y="4768514"/>
          <a:ext cx="6987270" cy="17115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5589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p:txBody>
          <a:bodyPr/>
          <a:lstStyle/>
          <a:p>
            <a:r>
              <a:rPr lang="en-GB" dirty="0"/>
              <a:t>Course Structure</a:t>
            </a:r>
          </a:p>
        </p:txBody>
      </p:sp>
      <p:sp>
        <p:nvSpPr>
          <p:cNvPr id="2" name="Footer Placeholder 1"/>
          <p:cNvSpPr>
            <a:spLocks noGrp="1"/>
          </p:cNvSpPr>
          <p:nvPr>
            <p:ph type="ftr" sz="quarter" idx="10"/>
          </p:nvPr>
        </p:nvSpPr>
        <p:spPr/>
        <p:txBody>
          <a:bodyPr/>
          <a:lstStyle/>
          <a:p>
            <a:r>
              <a:rPr lang="en-GB"/>
              <a:t>Presentation title in footer</a:t>
            </a:r>
            <a:endParaRPr lang="en-GB" dirty="0"/>
          </a:p>
        </p:txBody>
      </p:sp>
      <p:sp>
        <p:nvSpPr>
          <p:cNvPr id="3" name="Slide Number Placeholder 2"/>
          <p:cNvSpPr>
            <a:spLocks noGrp="1"/>
          </p:cNvSpPr>
          <p:nvPr>
            <p:ph type="sldNum" sz="quarter" idx="11"/>
          </p:nvPr>
        </p:nvSpPr>
        <p:spPr/>
        <p:txBody>
          <a:bodyPr/>
          <a:lstStyle/>
          <a:p>
            <a:fld id="{F4C94289-3309-4C35-850A-56FD49B3E346}" type="slidenum">
              <a:rPr lang="en-GB" smtClean="0"/>
              <a:pPr/>
              <a:t>23</a:t>
            </a:fld>
            <a:endParaRPr lang="en-GB" dirty="0"/>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165600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Overview</a:t>
            </a: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29968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Inbound Materials</a:t>
            </a:r>
            <a:endParaRPr lang="en-US" dirty="0"/>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294336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Internal Movements</a:t>
            </a:r>
            <a:endParaRPr lang="en-US" dirty="0"/>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587040"/>
            <a:ext cx="3694030" cy="482400"/>
          </a:xfrm>
          <a:prstGeom prst="roundRect">
            <a:avLst/>
          </a:prstGeom>
          <a:solidFill>
            <a:schemeClr val="accent4">
              <a:lumMod val="60000"/>
              <a:lumOff val="40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Quality Management	</a:t>
            </a:r>
            <a:endParaRPr lang="en-US" dirty="0"/>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23072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Inventory Controlling Reports</a:t>
            </a:r>
            <a:endParaRPr lang="en-US" dirty="0"/>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540880"/>
            <a:ext cx="1339200" cy="902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flipV="1">
            <a:off x="1854000" y="3184560"/>
            <a:ext cx="1339200" cy="258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384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028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1897200"/>
            <a:ext cx="1339200" cy="154620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D284217-7569-4204-8000-68288C2DB70A}"/>
              </a:ext>
            </a:extLst>
          </p:cNvPr>
          <p:cNvGrpSpPr/>
          <p:nvPr/>
        </p:nvGrpSpPr>
        <p:grpSpPr>
          <a:xfrm>
            <a:off x="403200" y="2718000"/>
            <a:ext cx="1450800" cy="1450800"/>
            <a:chOff x="220501" y="2765364"/>
            <a:chExt cx="1450800" cy="1450800"/>
          </a:xfrm>
        </p:grpSpPr>
        <p:grpSp>
          <p:nvGrpSpPr>
            <p:cNvPr id="24" name="Group 23"/>
            <p:cNvGrpSpPr/>
            <p:nvPr/>
          </p:nvGrpSpPr>
          <p:grpSpPr>
            <a:xfrm>
              <a:off x="220501" y="2765364"/>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4">
                  <a:lumMod val="60000"/>
                  <a:lumOff val="40000"/>
                </a:schemeClr>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0" name="Picture 29">
              <a:extLst>
                <a:ext uri="{FF2B5EF4-FFF2-40B4-BE49-F238E27FC236}">
                  <a16:creationId xmlns:a16="http://schemas.microsoft.com/office/drawing/2014/main" id="{DDB34049-899C-43C7-9CC1-7678AB7CE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0058" y="3160899"/>
              <a:ext cx="687600" cy="687600"/>
            </a:xfrm>
            <a:prstGeom prst="rect">
              <a:avLst/>
            </a:prstGeom>
          </p:spPr>
        </p:pic>
      </p:grpSp>
    </p:spTree>
    <p:extLst>
      <p:ext uri="{BB962C8B-B14F-4D97-AF65-F5344CB8AC3E}">
        <p14:creationId xmlns:p14="http://schemas.microsoft.com/office/powerpoint/2010/main" val="1729372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050"/>
          <p:cNvSpPr>
            <a:spLocks noGrp="1" noChangeArrowheads="1"/>
          </p:cNvSpPr>
          <p:nvPr>
            <p:ph type="title"/>
          </p:nvPr>
        </p:nvSpPr>
        <p:spPr/>
        <p:txBody>
          <a:bodyPr/>
          <a:lstStyle/>
          <a:p>
            <a:pPr eaLnBrk="1" hangingPunct="1"/>
            <a:r>
              <a:rPr lang="tr-TR" dirty="0"/>
              <a:t>    </a:t>
            </a:r>
            <a:r>
              <a:rPr lang="de-DE" dirty="0"/>
              <a:t>Quality Inspection – Batch Managed Materials</a:t>
            </a:r>
            <a:endParaRPr lang="en-GB" dirty="0"/>
          </a:p>
        </p:txBody>
      </p:sp>
      <p:grpSp>
        <p:nvGrpSpPr>
          <p:cNvPr id="15363" name="Group 2079"/>
          <p:cNvGrpSpPr>
            <a:grpSpLocks/>
          </p:cNvGrpSpPr>
          <p:nvPr/>
        </p:nvGrpSpPr>
        <p:grpSpPr bwMode="auto">
          <a:xfrm>
            <a:off x="1351962" y="1665909"/>
            <a:ext cx="8912225" cy="5122863"/>
            <a:chOff x="96" y="888"/>
            <a:chExt cx="5614" cy="3227"/>
          </a:xfrm>
        </p:grpSpPr>
        <p:sp>
          <p:nvSpPr>
            <p:cNvPr id="15364" name="AutoShape 2051"/>
            <p:cNvSpPr>
              <a:spLocks noChangeArrowheads="1"/>
            </p:cNvSpPr>
            <p:nvPr/>
          </p:nvSpPr>
          <p:spPr bwMode="auto">
            <a:xfrm>
              <a:off x="96" y="888"/>
              <a:ext cx="1071" cy="748"/>
            </a:xfrm>
            <a:prstGeom prst="roundRect">
              <a:avLst>
                <a:gd name="adj" fmla="val 12477"/>
              </a:avLst>
            </a:prstGeom>
            <a:solidFill>
              <a:schemeClr val="bg1"/>
            </a:solidFill>
            <a:ln w="12700">
              <a:solidFill>
                <a:srgbClr val="063DE8"/>
              </a:solidFill>
              <a:round/>
              <a:headEnd/>
              <a:tailEnd/>
            </a:ln>
            <a:effectLst>
              <a:outerShdw dist="71842" dir="2700000" algn="ctr" rotWithShape="0">
                <a:srgbClr val="063DE8"/>
              </a:outerShdw>
            </a:effectLst>
          </p:spPr>
          <p:txBody>
            <a:bodyPr wrap="none" lIns="61912" tIns="30162" rIns="61912" bIns="30162" anchor="ctr"/>
            <a:lstStyle/>
            <a:p>
              <a:pPr defTabSz="1106488">
                <a:spcBef>
                  <a:spcPct val="0"/>
                </a:spcBef>
              </a:pPr>
              <a:r>
                <a:rPr lang="tr-TR" sz="1400" b="1" dirty="0">
                  <a:solidFill>
                    <a:schemeClr val="tx2">
                      <a:lumMod val="50000"/>
                    </a:schemeClr>
                  </a:solidFill>
                </a:rPr>
                <a:t>Material needs to</a:t>
              </a:r>
            </a:p>
            <a:p>
              <a:pPr defTabSz="1106488">
                <a:spcBef>
                  <a:spcPct val="0"/>
                </a:spcBef>
              </a:pPr>
              <a:r>
                <a:rPr lang="tr-TR" sz="1400" b="1" dirty="0">
                  <a:solidFill>
                    <a:schemeClr val="tx2">
                      <a:lumMod val="50000"/>
                    </a:schemeClr>
                  </a:solidFill>
                </a:rPr>
                <a:t>be checked by </a:t>
              </a:r>
            </a:p>
            <a:p>
              <a:pPr defTabSz="1106488">
                <a:spcBef>
                  <a:spcPct val="0"/>
                </a:spcBef>
              </a:pPr>
              <a:r>
                <a:rPr lang="tr-TR" sz="1400" b="1" dirty="0">
                  <a:solidFill>
                    <a:schemeClr val="tx2">
                      <a:lumMod val="50000"/>
                    </a:schemeClr>
                  </a:solidFill>
                </a:rPr>
                <a:t>quality</a:t>
              </a:r>
              <a:endParaRPr lang="en-GB" sz="1400" b="1" dirty="0">
                <a:solidFill>
                  <a:schemeClr val="tx2">
                    <a:lumMod val="50000"/>
                  </a:schemeClr>
                </a:solidFill>
              </a:endParaRPr>
            </a:p>
          </p:txBody>
        </p:sp>
        <p:sp>
          <p:nvSpPr>
            <p:cNvPr id="15365" name="Rectangle 2052"/>
            <p:cNvSpPr>
              <a:spLocks noChangeArrowheads="1"/>
            </p:cNvSpPr>
            <p:nvPr/>
          </p:nvSpPr>
          <p:spPr bwMode="auto">
            <a:xfrm>
              <a:off x="1386" y="1527"/>
              <a:ext cx="1500" cy="929"/>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marL="171450" indent="-171450">
                <a:spcBef>
                  <a:spcPct val="0"/>
                </a:spcBef>
              </a:pPr>
              <a:r>
                <a:rPr lang="en-GB" b="1" dirty="0">
                  <a:solidFill>
                    <a:schemeClr val="tx2"/>
                  </a:solidFill>
                </a:rPr>
                <a:t>Material Posting from</a:t>
              </a:r>
            </a:p>
            <a:p>
              <a:pPr marL="171450" indent="-171450">
                <a:spcBef>
                  <a:spcPct val="0"/>
                </a:spcBef>
              </a:pPr>
              <a:r>
                <a:rPr lang="en-GB" b="1" dirty="0">
                  <a:solidFill>
                    <a:schemeClr val="tx2"/>
                  </a:solidFill>
                </a:rPr>
                <a:t>Unrestricted to Quality</a:t>
              </a:r>
            </a:p>
            <a:p>
              <a:pPr marL="171450" indent="-171450">
                <a:spcBef>
                  <a:spcPct val="0"/>
                </a:spcBef>
              </a:pPr>
              <a:r>
                <a:rPr lang="en-GB" b="1" dirty="0">
                  <a:solidFill>
                    <a:schemeClr val="tx2"/>
                  </a:solidFill>
                </a:rPr>
                <a:t>(</a:t>
              </a:r>
              <a:r>
                <a:rPr lang="tr-TR" b="1" dirty="0">
                  <a:solidFill>
                    <a:schemeClr val="tx2"/>
                  </a:solidFill>
                </a:rPr>
                <a:t>Automatic 321</a:t>
              </a:r>
              <a:r>
                <a:rPr lang="en-GB" b="1" dirty="0">
                  <a:solidFill>
                    <a:schemeClr val="tx2"/>
                  </a:solidFill>
                </a:rPr>
                <a:t>)</a:t>
              </a:r>
            </a:p>
          </p:txBody>
        </p:sp>
        <p:sp>
          <p:nvSpPr>
            <p:cNvPr id="15367" name="Line 2056"/>
            <p:cNvSpPr>
              <a:spLocks noChangeShapeType="1"/>
            </p:cNvSpPr>
            <p:nvPr/>
          </p:nvSpPr>
          <p:spPr bwMode="auto">
            <a:xfrm>
              <a:off x="1451" y="1271"/>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8" name="Line 2057"/>
            <p:cNvSpPr>
              <a:spLocks noChangeShapeType="1"/>
            </p:cNvSpPr>
            <p:nvPr/>
          </p:nvSpPr>
          <p:spPr bwMode="auto">
            <a:xfrm>
              <a:off x="2822" y="1267"/>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9" name="Rectangle 2058"/>
            <p:cNvSpPr>
              <a:spLocks noChangeArrowheads="1"/>
            </p:cNvSpPr>
            <p:nvPr/>
          </p:nvSpPr>
          <p:spPr bwMode="auto">
            <a:xfrm>
              <a:off x="4416" y="1571"/>
              <a:ext cx="1294" cy="580"/>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US" b="1" dirty="0">
                  <a:solidFill>
                    <a:schemeClr val="tx2"/>
                  </a:solidFill>
                </a:rPr>
                <a:t>Results Recording Worklist (QE51N)</a:t>
              </a:r>
            </a:p>
          </p:txBody>
        </p:sp>
        <p:sp>
          <p:nvSpPr>
            <p:cNvPr id="15371" name="Line 2062"/>
            <p:cNvSpPr>
              <a:spLocks noChangeShapeType="1"/>
            </p:cNvSpPr>
            <p:nvPr/>
          </p:nvSpPr>
          <p:spPr bwMode="auto">
            <a:xfrm flipH="1">
              <a:off x="5408" y="2151"/>
              <a:ext cx="0" cy="14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square" lIns="47625" tIns="25400" rIns="47625" bIns="25400">
              <a:spAutoFit/>
            </a:bodyPr>
            <a:lstStyle/>
            <a:p>
              <a:endParaRPr lang="en-US"/>
            </a:p>
          </p:txBody>
        </p:sp>
        <p:sp>
          <p:nvSpPr>
            <p:cNvPr id="15372" name="Line 2063"/>
            <p:cNvSpPr>
              <a:spLocks noChangeShapeType="1"/>
            </p:cNvSpPr>
            <p:nvPr/>
          </p:nvSpPr>
          <p:spPr bwMode="auto">
            <a:xfrm flipH="1">
              <a:off x="5131" y="3534"/>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3" name="Rectangle 2064"/>
            <p:cNvSpPr>
              <a:spLocks noChangeArrowheads="1"/>
            </p:cNvSpPr>
            <p:nvPr/>
          </p:nvSpPr>
          <p:spPr bwMode="auto">
            <a:xfrm>
              <a:off x="4078" y="2837"/>
              <a:ext cx="957" cy="127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buFontTx/>
                <a:buAutoNum type="arabicPeriod"/>
              </a:pPr>
              <a:r>
                <a:rPr lang="de-DE" b="1" dirty="0">
                  <a:solidFill>
                    <a:schemeClr val="tx2"/>
                  </a:solidFill>
                </a:rPr>
                <a:t>Results Recording </a:t>
              </a:r>
            </a:p>
            <a:p>
              <a:r>
                <a:rPr lang="de-DE" b="1" dirty="0">
                  <a:solidFill>
                    <a:schemeClr val="tx2"/>
                  </a:solidFill>
                </a:rPr>
                <a:t>(QE51N)</a:t>
              </a:r>
            </a:p>
            <a:p>
              <a:endParaRPr lang="de-DE" b="1" dirty="0">
                <a:solidFill>
                  <a:schemeClr val="tx2"/>
                </a:solidFill>
              </a:endParaRPr>
            </a:p>
            <a:p>
              <a:r>
                <a:rPr lang="de-DE" b="1" dirty="0">
                  <a:solidFill>
                    <a:schemeClr val="tx2"/>
                  </a:solidFill>
                </a:rPr>
                <a:t>2. Usage Decision</a:t>
              </a:r>
            </a:p>
            <a:p>
              <a:r>
                <a:rPr lang="de-DE" b="1" dirty="0">
                  <a:solidFill>
                    <a:schemeClr val="tx2"/>
                  </a:solidFill>
                </a:rPr>
                <a:t>(QA11)</a:t>
              </a:r>
              <a:endParaRPr lang="en-US" b="1" dirty="0">
                <a:solidFill>
                  <a:schemeClr val="tx2"/>
                </a:solidFill>
              </a:endParaRPr>
            </a:p>
          </p:txBody>
        </p:sp>
        <p:sp>
          <p:nvSpPr>
            <p:cNvPr id="15375" name="Line 2068"/>
            <p:cNvSpPr>
              <a:spLocks noChangeShapeType="1"/>
            </p:cNvSpPr>
            <p:nvPr/>
          </p:nvSpPr>
          <p:spPr bwMode="auto">
            <a:xfrm rot="5400000" flipH="1">
              <a:off x="3700" y="3211"/>
              <a:ext cx="8" cy="241"/>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6" name="Line 2069"/>
            <p:cNvSpPr>
              <a:spLocks noChangeShapeType="1"/>
            </p:cNvSpPr>
            <p:nvPr/>
          </p:nvSpPr>
          <p:spPr bwMode="auto">
            <a:xfrm rot="5400000" flipH="1">
              <a:off x="3700" y="3691"/>
              <a:ext cx="8" cy="241"/>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7" name="Rectangle 2070"/>
            <p:cNvSpPr>
              <a:spLocks noChangeArrowheads="1"/>
            </p:cNvSpPr>
            <p:nvPr/>
          </p:nvSpPr>
          <p:spPr bwMode="auto">
            <a:xfrm>
              <a:off x="1763" y="3270"/>
              <a:ext cx="1725" cy="231"/>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r>
                <a:rPr lang="en-GB" b="1" dirty="0">
                  <a:solidFill>
                    <a:schemeClr val="tx2"/>
                  </a:solidFill>
                </a:rPr>
                <a:t>Record Usage Decision</a:t>
              </a:r>
            </a:p>
          </p:txBody>
        </p:sp>
        <p:sp>
          <p:nvSpPr>
            <p:cNvPr id="15378" name="Rectangle 2071"/>
            <p:cNvSpPr>
              <a:spLocks noChangeArrowheads="1"/>
            </p:cNvSpPr>
            <p:nvPr/>
          </p:nvSpPr>
          <p:spPr bwMode="auto">
            <a:xfrm>
              <a:off x="1737" y="3719"/>
              <a:ext cx="1751" cy="231"/>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r>
                <a:rPr lang="en-GB" b="1" dirty="0">
                  <a:solidFill>
                    <a:schemeClr val="tx2"/>
                  </a:solidFill>
                </a:rPr>
                <a:t>Release/Block Material </a:t>
              </a:r>
            </a:p>
          </p:txBody>
        </p:sp>
        <p:sp>
          <p:nvSpPr>
            <p:cNvPr id="15379" name="AutoShape 2072"/>
            <p:cNvSpPr>
              <a:spLocks noChangeArrowheads="1"/>
            </p:cNvSpPr>
            <p:nvPr/>
          </p:nvSpPr>
          <p:spPr bwMode="auto">
            <a:xfrm>
              <a:off x="272" y="3280"/>
              <a:ext cx="1008" cy="576"/>
            </a:xfrm>
            <a:prstGeom prst="roundRect">
              <a:avLst>
                <a:gd name="adj" fmla="val 12468"/>
              </a:avLst>
            </a:prstGeom>
            <a:solidFill>
              <a:schemeClr val="bg1"/>
            </a:solidFill>
            <a:ln w="12700">
              <a:solidFill>
                <a:srgbClr val="FF3300"/>
              </a:solidFill>
              <a:round/>
              <a:headEnd/>
              <a:tailEnd/>
            </a:ln>
            <a:effectLst>
              <a:outerShdw dist="71842" dir="2700000" algn="ctr" rotWithShape="0">
                <a:srgbClr val="FF3300"/>
              </a:outerShdw>
            </a:effectLst>
          </p:spPr>
          <p:txBody>
            <a:bodyPr wrap="none" lIns="61912" tIns="30162" rIns="61912" bIns="30162" anchor="ctr"/>
            <a:lstStyle/>
            <a:p>
              <a:pPr algn="ctr" defTabSz="1106488"/>
              <a:r>
                <a:rPr lang="en-GB" sz="1400" b="1" dirty="0">
                  <a:solidFill>
                    <a:schemeClr val="tx2">
                      <a:lumMod val="50000"/>
                    </a:schemeClr>
                  </a:solidFill>
                </a:rPr>
                <a:t>Quality Inspection </a:t>
              </a:r>
            </a:p>
            <a:p>
              <a:pPr algn="ctr" defTabSz="1106488"/>
              <a:r>
                <a:rPr lang="en-GB" sz="1400" b="1" dirty="0">
                  <a:solidFill>
                    <a:schemeClr val="tx2">
                      <a:lumMod val="50000"/>
                    </a:schemeClr>
                  </a:solidFill>
                </a:rPr>
                <a:t>is Performed</a:t>
              </a:r>
            </a:p>
            <a:p>
              <a:pPr algn="ctr" defTabSz="1106488"/>
              <a:endParaRPr lang="en-GB" sz="1400" b="1" dirty="0">
                <a:solidFill>
                  <a:schemeClr val="tx2">
                    <a:lumMod val="50000"/>
                  </a:schemeClr>
                </a:solidFill>
              </a:endParaRPr>
            </a:p>
          </p:txBody>
        </p:sp>
        <p:sp>
          <p:nvSpPr>
            <p:cNvPr id="15380" name="Line 2073"/>
            <p:cNvSpPr>
              <a:spLocks noChangeShapeType="1"/>
            </p:cNvSpPr>
            <p:nvPr/>
          </p:nvSpPr>
          <p:spPr bwMode="auto">
            <a:xfrm flipH="1">
              <a:off x="1367" y="3582"/>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2" name="Line 2077"/>
            <p:cNvSpPr>
              <a:spLocks noChangeShapeType="1"/>
            </p:cNvSpPr>
            <p:nvPr/>
          </p:nvSpPr>
          <p:spPr bwMode="auto">
            <a:xfrm>
              <a:off x="4320" y="1275"/>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3" name="Rectangle 2078"/>
            <p:cNvSpPr>
              <a:spLocks noChangeArrowheads="1"/>
            </p:cNvSpPr>
            <p:nvPr/>
          </p:nvSpPr>
          <p:spPr bwMode="auto">
            <a:xfrm>
              <a:off x="2951" y="1606"/>
              <a:ext cx="1359" cy="754"/>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marL="171450" indent="-171450"/>
              <a:r>
                <a:rPr lang="en-GB" b="1" dirty="0">
                  <a:solidFill>
                    <a:schemeClr val="tx2"/>
                  </a:solidFill>
                </a:rPr>
                <a:t>Inspection Lot is Created</a:t>
              </a:r>
            </a:p>
            <a:p>
              <a:pPr marL="171450" indent="-171450"/>
              <a:r>
                <a:rPr lang="en-GB" b="1" dirty="0">
                  <a:solidFill>
                    <a:schemeClr val="tx2"/>
                  </a:solidFill>
                </a:rPr>
                <a:t>Lot Origin 08 – Stock Transfer</a:t>
              </a:r>
            </a:p>
          </p:txBody>
        </p:sp>
      </p:grpSp>
      <p:pic>
        <p:nvPicPr>
          <p:cNvPr id="2067" name="Picture 19" descr="http://www.pinewoodsearch.com/wp-content/uploads/2011/05/SAP-Q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648" y="4561509"/>
            <a:ext cx="2724356" cy="53183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37B60B50-2A84-4C09-A604-23FB5A2946AB}"/>
              </a:ext>
            </a:extLst>
          </p:cNvPr>
          <p:cNvPicPr>
            <a:picLocks noChangeAspect="1"/>
          </p:cNvPicPr>
          <p:nvPr/>
        </p:nvPicPr>
        <p:blipFill>
          <a:blip r:embed="rId3"/>
          <a:stretch>
            <a:fillRect/>
          </a:stretch>
        </p:blipFill>
        <p:spPr>
          <a:xfrm>
            <a:off x="4137689" y="1553137"/>
            <a:ext cx="1078248" cy="984247"/>
          </a:xfrm>
          <a:prstGeom prst="rect">
            <a:avLst/>
          </a:prstGeom>
        </p:spPr>
      </p:pic>
      <p:pic>
        <p:nvPicPr>
          <p:cNvPr id="26" name="Picture 25">
            <a:extLst>
              <a:ext uri="{FF2B5EF4-FFF2-40B4-BE49-F238E27FC236}">
                <a16:creationId xmlns:a16="http://schemas.microsoft.com/office/drawing/2014/main" id="{9D2F8653-C5BB-4160-BDDE-3A57AC820B15}"/>
              </a:ext>
            </a:extLst>
          </p:cNvPr>
          <p:cNvPicPr>
            <a:picLocks noChangeAspect="1"/>
          </p:cNvPicPr>
          <p:nvPr/>
        </p:nvPicPr>
        <p:blipFill>
          <a:blip r:embed="rId3"/>
          <a:stretch>
            <a:fillRect/>
          </a:stretch>
        </p:blipFill>
        <p:spPr>
          <a:xfrm>
            <a:off x="6625010" y="1817751"/>
            <a:ext cx="788362" cy="719633"/>
          </a:xfrm>
          <a:prstGeom prst="rect">
            <a:avLst/>
          </a:prstGeom>
        </p:spPr>
      </p:pic>
      <p:pic>
        <p:nvPicPr>
          <p:cNvPr id="27" name="Picture 26">
            <a:extLst>
              <a:ext uri="{FF2B5EF4-FFF2-40B4-BE49-F238E27FC236}">
                <a16:creationId xmlns:a16="http://schemas.microsoft.com/office/drawing/2014/main" id="{7E139C31-AB8A-4637-8187-86E5D1ED2262}"/>
              </a:ext>
            </a:extLst>
          </p:cNvPr>
          <p:cNvPicPr>
            <a:picLocks noChangeAspect="1"/>
          </p:cNvPicPr>
          <p:nvPr/>
        </p:nvPicPr>
        <p:blipFill>
          <a:blip r:embed="rId3"/>
          <a:stretch>
            <a:fillRect/>
          </a:stretch>
        </p:blipFill>
        <p:spPr>
          <a:xfrm>
            <a:off x="8833726" y="1495466"/>
            <a:ext cx="1078248" cy="984247"/>
          </a:xfrm>
          <a:prstGeom prst="rect">
            <a:avLst/>
          </a:prstGeom>
        </p:spPr>
      </p:pic>
    </p:spTree>
    <p:extLst>
      <p:ext uri="{BB962C8B-B14F-4D97-AF65-F5344CB8AC3E}">
        <p14:creationId xmlns:p14="http://schemas.microsoft.com/office/powerpoint/2010/main" val="3637492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848500" y="88616"/>
            <a:ext cx="8902723" cy="984247"/>
          </a:xfrm>
        </p:spPr>
        <p:txBody>
          <a:bodyPr/>
          <a:lstStyle/>
          <a:p>
            <a:pPr eaLnBrk="1" hangingPunct="1"/>
            <a:r>
              <a:rPr lang="en-US" dirty="0"/>
              <a:t>Shelf Life Expiration &amp; Recurring Inspection</a:t>
            </a:r>
            <a:endParaRPr lang="en-GB" dirty="0"/>
          </a:p>
        </p:txBody>
      </p:sp>
      <p:sp>
        <p:nvSpPr>
          <p:cNvPr id="45059" name="Rectangle 4"/>
          <p:cNvSpPr>
            <a:spLocks noChangeArrowheads="1"/>
          </p:cNvSpPr>
          <p:nvPr/>
        </p:nvSpPr>
        <p:spPr bwMode="auto">
          <a:xfrm>
            <a:off x="2554288" y="5353988"/>
            <a:ext cx="2000250" cy="274434"/>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dirty="0">
                <a:latin typeface="JTI" pitchFamily="34" charset="0"/>
              </a:rPr>
              <a:t>Inspection Lot is created</a:t>
            </a:r>
          </a:p>
        </p:txBody>
      </p:sp>
      <p:graphicFrame>
        <p:nvGraphicFramePr>
          <p:cNvPr id="45167" name="Object 3"/>
          <p:cNvGraphicFramePr>
            <a:graphicFrameLocks/>
          </p:cNvGraphicFramePr>
          <p:nvPr>
            <p:extLst>
              <p:ext uri="{D42A27DB-BD31-4B8C-83A1-F6EECF244321}">
                <p14:modId xmlns:p14="http://schemas.microsoft.com/office/powerpoint/2010/main" val="2822549057"/>
              </p:ext>
            </p:extLst>
          </p:nvPr>
        </p:nvGraphicFramePr>
        <p:xfrm>
          <a:off x="3328987" y="4517376"/>
          <a:ext cx="627062" cy="654050"/>
        </p:xfrm>
        <a:graphic>
          <a:graphicData uri="http://schemas.openxmlformats.org/presentationml/2006/ole">
            <mc:AlternateContent xmlns:mc="http://schemas.openxmlformats.org/markup-compatibility/2006">
              <mc:Choice xmlns:v="urn:schemas-microsoft-com:vml" Requires="v">
                <p:oleObj name="Clip" r:id="rId2" imgW="627063" imgH="654050" progId="MS_ClipArt_Gallery.2">
                  <p:embed/>
                </p:oleObj>
              </mc:Choice>
              <mc:Fallback>
                <p:oleObj name="Clip" r:id="rId2" imgW="627063" imgH="654050" progId="MS_ClipArt_Gallery.2">
                  <p:embed/>
                  <p:pic>
                    <p:nvPicPr>
                      <p:cNvPr id="45167"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7" y="4517376"/>
                        <a:ext cx="627062"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1" name="Rectangle 8"/>
          <p:cNvSpPr>
            <a:spLocks noChangeArrowheads="1"/>
          </p:cNvSpPr>
          <p:nvPr/>
        </p:nvSpPr>
        <p:spPr bwMode="auto">
          <a:xfrm>
            <a:off x="2554288" y="6281088"/>
            <a:ext cx="2000250" cy="274434"/>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dirty="0">
                <a:latin typeface="JTI" pitchFamily="34" charset="0"/>
              </a:rPr>
              <a:t>Material moved in QI</a:t>
            </a:r>
          </a:p>
        </p:txBody>
      </p:sp>
      <p:sp>
        <p:nvSpPr>
          <p:cNvPr id="45062" name="Line 9"/>
          <p:cNvSpPr>
            <a:spLocks noChangeShapeType="1"/>
          </p:cNvSpPr>
          <p:nvPr/>
        </p:nvSpPr>
        <p:spPr bwMode="auto">
          <a:xfrm>
            <a:off x="3548063" y="5708000"/>
            <a:ext cx="12700" cy="503238"/>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063" name="Line 10"/>
          <p:cNvSpPr>
            <a:spLocks noChangeShapeType="1"/>
          </p:cNvSpPr>
          <p:nvPr/>
        </p:nvSpPr>
        <p:spPr bwMode="auto">
          <a:xfrm>
            <a:off x="2271714" y="3628375"/>
            <a:ext cx="909637" cy="1308100"/>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4955" name="Line 11"/>
          <p:cNvSpPr>
            <a:spLocks noChangeShapeType="1"/>
          </p:cNvSpPr>
          <p:nvPr/>
        </p:nvSpPr>
        <p:spPr bwMode="auto">
          <a:xfrm flipV="1">
            <a:off x="4251326" y="3828400"/>
            <a:ext cx="1825625" cy="1157288"/>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4956" name="Line 12"/>
          <p:cNvSpPr>
            <a:spLocks noChangeShapeType="1"/>
          </p:cNvSpPr>
          <p:nvPr/>
        </p:nvSpPr>
        <p:spPr bwMode="auto">
          <a:xfrm>
            <a:off x="7105650" y="2229788"/>
            <a:ext cx="47625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4957" name="Rectangle 13"/>
          <p:cNvSpPr>
            <a:spLocks noChangeArrowheads="1"/>
          </p:cNvSpPr>
          <p:nvPr/>
        </p:nvSpPr>
        <p:spPr bwMode="auto">
          <a:xfrm>
            <a:off x="5164138" y="2696514"/>
            <a:ext cx="1935162" cy="736099"/>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lgn="l">
              <a:spcBef>
                <a:spcPct val="0"/>
              </a:spcBef>
            </a:pPr>
            <a:r>
              <a:rPr lang="en-US" sz="1200" b="1" dirty="0">
                <a:latin typeface="JTI" pitchFamily="34" charset="0"/>
              </a:rPr>
              <a:t>Results Recording </a:t>
            </a:r>
            <a:r>
              <a:rPr lang="en-US" sz="1200" b="1" dirty="0" err="1">
                <a:latin typeface="JTI" pitchFamily="34" charset="0"/>
              </a:rPr>
              <a:t>Worklist</a:t>
            </a:r>
            <a:r>
              <a:rPr lang="en-US" sz="1200" b="1" dirty="0">
                <a:latin typeface="JTI" pitchFamily="34" charset="0"/>
              </a:rPr>
              <a:t> Shelf Life (QE51N)</a:t>
            </a:r>
          </a:p>
          <a:p>
            <a:pPr algn="l">
              <a:spcBef>
                <a:spcPct val="0"/>
              </a:spcBef>
            </a:pPr>
            <a:r>
              <a:rPr lang="en-US" sz="900" b="1" dirty="0">
                <a:latin typeface="JTI" pitchFamily="34" charset="0"/>
              </a:rPr>
              <a:t>Inspection Lot Origin 09 – Recurring Inspection</a:t>
            </a:r>
            <a:endParaRPr lang="en-US" sz="1200" b="1" dirty="0">
              <a:latin typeface="JTI" pitchFamily="34" charset="0"/>
            </a:endParaRPr>
          </a:p>
        </p:txBody>
      </p:sp>
      <p:grpSp>
        <p:nvGrpSpPr>
          <p:cNvPr id="45069" name="Group 20"/>
          <p:cNvGrpSpPr>
            <a:grpSpLocks/>
          </p:cNvGrpSpPr>
          <p:nvPr/>
        </p:nvGrpSpPr>
        <p:grpSpPr bwMode="auto">
          <a:xfrm rot="19214590">
            <a:off x="1833564" y="1688451"/>
            <a:ext cx="974725" cy="987425"/>
            <a:chOff x="2566" y="1080"/>
            <a:chExt cx="1837" cy="1463"/>
          </a:xfrm>
        </p:grpSpPr>
        <p:sp>
          <p:nvSpPr>
            <p:cNvPr id="45087" name="Freeform 21"/>
            <p:cNvSpPr>
              <a:spLocks/>
            </p:cNvSpPr>
            <p:nvPr/>
          </p:nvSpPr>
          <p:spPr bwMode="auto">
            <a:xfrm>
              <a:off x="2883" y="1295"/>
              <a:ext cx="1359" cy="1247"/>
            </a:xfrm>
            <a:custGeom>
              <a:avLst/>
              <a:gdLst>
                <a:gd name="T0" fmla="*/ 372 w 2718"/>
                <a:gd name="T1" fmla="*/ 12 h 2494"/>
                <a:gd name="T2" fmla="*/ 448 w 2718"/>
                <a:gd name="T3" fmla="*/ 10 h 2494"/>
                <a:gd name="T4" fmla="*/ 509 w 2718"/>
                <a:gd name="T5" fmla="*/ 19 h 2494"/>
                <a:gd name="T6" fmla="*/ 559 w 2718"/>
                <a:gd name="T7" fmla="*/ 31 h 2494"/>
                <a:gd name="T8" fmla="*/ 590 w 2718"/>
                <a:gd name="T9" fmla="*/ 0 h 2494"/>
                <a:gd name="T10" fmla="*/ 642 w 2718"/>
                <a:gd name="T11" fmla="*/ 24 h 2494"/>
                <a:gd name="T12" fmla="*/ 611 w 2718"/>
                <a:gd name="T13" fmla="*/ 69 h 2494"/>
                <a:gd name="T14" fmla="*/ 642 w 2718"/>
                <a:gd name="T15" fmla="*/ 93 h 2494"/>
                <a:gd name="T16" fmla="*/ 668 w 2718"/>
                <a:gd name="T17" fmla="*/ 138 h 2494"/>
                <a:gd name="T18" fmla="*/ 675 w 2718"/>
                <a:gd name="T19" fmla="*/ 173 h 2494"/>
                <a:gd name="T20" fmla="*/ 680 w 2718"/>
                <a:gd name="T21" fmla="*/ 211 h 2494"/>
                <a:gd name="T22" fmla="*/ 677 w 2718"/>
                <a:gd name="T23" fmla="*/ 261 h 2494"/>
                <a:gd name="T24" fmla="*/ 666 w 2718"/>
                <a:gd name="T25" fmla="*/ 306 h 2494"/>
                <a:gd name="T26" fmla="*/ 623 w 2718"/>
                <a:gd name="T27" fmla="*/ 387 h 2494"/>
                <a:gd name="T28" fmla="*/ 566 w 2718"/>
                <a:gd name="T29" fmla="*/ 465 h 2494"/>
                <a:gd name="T30" fmla="*/ 471 w 2718"/>
                <a:gd name="T31" fmla="*/ 544 h 2494"/>
                <a:gd name="T32" fmla="*/ 344 w 2718"/>
                <a:gd name="T33" fmla="*/ 603 h 2494"/>
                <a:gd name="T34" fmla="*/ 199 w 2718"/>
                <a:gd name="T35" fmla="*/ 624 h 2494"/>
                <a:gd name="T36" fmla="*/ 138 w 2718"/>
                <a:gd name="T37" fmla="*/ 617 h 2494"/>
                <a:gd name="T38" fmla="*/ 78 w 2718"/>
                <a:gd name="T39" fmla="*/ 579 h 2494"/>
                <a:gd name="T40" fmla="*/ 34 w 2718"/>
                <a:gd name="T41" fmla="*/ 522 h 2494"/>
                <a:gd name="T42" fmla="*/ 7 w 2718"/>
                <a:gd name="T43" fmla="*/ 458 h 2494"/>
                <a:gd name="T44" fmla="*/ 0 w 2718"/>
                <a:gd name="T45" fmla="*/ 391 h 2494"/>
                <a:gd name="T46" fmla="*/ 24 w 2718"/>
                <a:gd name="T47" fmla="*/ 283 h 2494"/>
                <a:gd name="T48" fmla="*/ 78 w 2718"/>
                <a:gd name="T49" fmla="*/ 199 h 2494"/>
                <a:gd name="T50" fmla="*/ 140 w 2718"/>
                <a:gd name="T51" fmla="*/ 119 h 2494"/>
                <a:gd name="T52" fmla="*/ 206 w 2718"/>
                <a:gd name="T53" fmla="*/ 79 h 2494"/>
                <a:gd name="T54" fmla="*/ 299 w 2718"/>
                <a:gd name="T55" fmla="*/ 34 h 2494"/>
                <a:gd name="T56" fmla="*/ 372 w 2718"/>
                <a:gd name="T57" fmla="*/ 12 h 2494"/>
                <a:gd name="T58" fmla="*/ 372 w 2718"/>
                <a:gd name="T59" fmla="*/ 12 h 24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718"/>
                <a:gd name="T91" fmla="*/ 0 h 2494"/>
                <a:gd name="T92" fmla="*/ 2718 w 2718"/>
                <a:gd name="T93" fmla="*/ 2494 h 249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718" h="2494">
                  <a:moveTo>
                    <a:pt x="1488" y="48"/>
                  </a:moveTo>
                  <a:lnTo>
                    <a:pt x="1790" y="38"/>
                  </a:lnTo>
                  <a:lnTo>
                    <a:pt x="2037" y="76"/>
                  </a:lnTo>
                  <a:lnTo>
                    <a:pt x="2235" y="124"/>
                  </a:lnTo>
                  <a:lnTo>
                    <a:pt x="2359" y="0"/>
                  </a:lnTo>
                  <a:lnTo>
                    <a:pt x="2568" y="95"/>
                  </a:lnTo>
                  <a:lnTo>
                    <a:pt x="2444" y="276"/>
                  </a:lnTo>
                  <a:lnTo>
                    <a:pt x="2568" y="371"/>
                  </a:lnTo>
                  <a:lnTo>
                    <a:pt x="2672" y="550"/>
                  </a:lnTo>
                  <a:lnTo>
                    <a:pt x="2699" y="692"/>
                  </a:lnTo>
                  <a:lnTo>
                    <a:pt x="2718" y="844"/>
                  </a:lnTo>
                  <a:lnTo>
                    <a:pt x="2708" y="1044"/>
                  </a:lnTo>
                  <a:lnTo>
                    <a:pt x="2663" y="1224"/>
                  </a:lnTo>
                  <a:lnTo>
                    <a:pt x="2492" y="1546"/>
                  </a:lnTo>
                  <a:lnTo>
                    <a:pt x="2263" y="1859"/>
                  </a:lnTo>
                  <a:lnTo>
                    <a:pt x="1885" y="2173"/>
                  </a:lnTo>
                  <a:lnTo>
                    <a:pt x="1374" y="2410"/>
                  </a:lnTo>
                  <a:lnTo>
                    <a:pt x="796" y="2494"/>
                  </a:lnTo>
                  <a:lnTo>
                    <a:pt x="549" y="2466"/>
                  </a:lnTo>
                  <a:lnTo>
                    <a:pt x="311" y="2315"/>
                  </a:lnTo>
                  <a:lnTo>
                    <a:pt x="133" y="2087"/>
                  </a:lnTo>
                  <a:lnTo>
                    <a:pt x="28" y="1831"/>
                  </a:lnTo>
                  <a:lnTo>
                    <a:pt x="0" y="1565"/>
                  </a:lnTo>
                  <a:lnTo>
                    <a:pt x="95" y="1129"/>
                  </a:lnTo>
                  <a:lnTo>
                    <a:pt x="311" y="797"/>
                  </a:lnTo>
                  <a:lnTo>
                    <a:pt x="559" y="475"/>
                  </a:lnTo>
                  <a:lnTo>
                    <a:pt x="825" y="314"/>
                  </a:lnTo>
                  <a:lnTo>
                    <a:pt x="1193" y="133"/>
                  </a:lnTo>
                  <a:lnTo>
                    <a:pt x="1488" y="48"/>
                  </a:lnTo>
                  <a:close/>
                </a:path>
              </a:pathLst>
            </a:custGeom>
            <a:solidFill>
              <a:srgbClr val="FFD9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88" name="Freeform 22"/>
            <p:cNvSpPr>
              <a:spLocks/>
            </p:cNvSpPr>
            <p:nvPr/>
          </p:nvSpPr>
          <p:spPr bwMode="auto">
            <a:xfrm>
              <a:off x="3015" y="1420"/>
              <a:ext cx="1180" cy="1048"/>
            </a:xfrm>
            <a:custGeom>
              <a:avLst/>
              <a:gdLst>
                <a:gd name="T0" fmla="*/ 327 w 2359"/>
                <a:gd name="T1" fmla="*/ 9 h 2097"/>
                <a:gd name="T2" fmla="*/ 393 w 2359"/>
                <a:gd name="T3" fmla="*/ 2 h 2097"/>
                <a:gd name="T4" fmla="*/ 448 w 2359"/>
                <a:gd name="T5" fmla="*/ 0 h 2097"/>
                <a:gd name="T6" fmla="*/ 500 w 2359"/>
                <a:gd name="T7" fmla="*/ 16 h 2097"/>
                <a:gd name="T8" fmla="*/ 550 w 2359"/>
                <a:gd name="T9" fmla="*/ 45 h 2097"/>
                <a:gd name="T10" fmla="*/ 578 w 2359"/>
                <a:gd name="T11" fmla="*/ 97 h 2097"/>
                <a:gd name="T12" fmla="*/ 590 w 2359"/>
                <a:gd name="T13" fmla="*/ 149 h 2097"/>
                <a:gd name="T14" fmla="*/ 569 w 2359"/>
                <a:gd name="T15" fmla="*/ 213 h 2097"/>
                <a:gd name="T16" fmla="*/ 550 w 2359"/>
                <a:gd name="T17" fmla="*/ 272 h 2097"/>
                <a:gd name="T18" fmla="*/ 521 w 2359"/>
                <a:gd name="T19" fmla="*/ 332 h 2097"/>
                <a:gd name="T20" fmla="*/ 478 w 2359"/>
                <a:gd name="T21" fmla="*/ 386 h 2097"/>
                <a:gd name="T22" fmla="*/ 443 w 2359"/>
                <a:gd name="T23" fmla="*/ 422 h 2097"/>
                <a:gd name="T24" fmla="*/ 384 w 2359"/>
                <a:gd name="T25" fmla="*/ 457 h 2097"/>
                <a:gd name="T26" fmla="*/ 334 w 2359"/>
                <a:gd name="T27" fmla="*/ 486 h 2097"/>
                <a:gd name="T28" fmla="*/ 230 w 2359"/>
                <a:gd name="T29" fmla="*/ 517 h 2097"/>
                <a:gd name="T30" fmla="*/ 145 w 2359"/>
                <a:gd name="T31" fmla="*/ 524 h 2097"/>
                <a:gd name="T32" fmla="*/ 83 w 2359"/>
                <a:gd name="T33" fmla="*/ 510 h 2097"/>
                <a:gd name="T34" fmla="*/ 38 w 2359"/>
                <a:gd name="T35" fmla="*/ 457 h 2097"/>
                <a:gd name="T36" fmla="*/ 12 w 2359"/>
                <a:gd name="T37" fmla="*/ 389 h 2097"/>
                <a:gd name="T38" fmla="*/ 0 w 2359"/>
                <a:gd name="T39" fmla="*/ 329 h 2097"/>
                <a:gd name="T40" fmla="*/ 24 w 2359"/>
                <a:gd name="T41" fmla="*/ 251 h 2097"/>
                <a:gd name="T42" fmla="*/ 57 w 2359"/>
                <a:gd name="T43" fmla="*/ 195 h 2097"/>
                <a:gd name="T44" fmla="*/ 116 w 2359"/>
                <a:gd name="T45" fmla="*/ 135 h 2097"/>
                <a:gd name="T46" fmla="*/ 182 w 2359"/>
                <a:gd name="T47" fmla="*/ 78 h 2097"/>
                <a:gd name="T48" fmla="*/ 258 w 2359"/>
                <a:gd name="T49" fmla="*/ 42 h 2097"/>
                <a:gd name="T50" fmla="*/ 327 w 2359"/>
                <a:gd name="T51" fmla="*/ 9 h 2097"/>
                <a:gd name="T52" fmla="*/ 327 w 2359"/>
                <a:gd name="T53" fmla="*/ 9 h 209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359"/>
                <a:gd name="T82" fmla="*/ 0 h 2097"/>
                <a:gd name="T83" fmla="*/ 2359 w 2359"/>
                <a:gd name="T84" fmla="*/ 2097 h 209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359" h="2097">
                  <a:moveTo>
                    <a:pt x="1306" y="38"/>
                  </a:moveTo>
                  <a:lnTo>
                    <a:pt x="1572" y="10"/>
                  </a:lnTo>
                  <a:lnTo>
                    <a:pt x="1790" y="0"/>
                  </a:lnTo>
                  <a:lnTo>
                    <a:pt x="1998" y="67"/>
                  </a:lnTo>
                  <a:lnTo>
                    <a:pt x="2197" y="181"/>
                  </a:lnTo>
                  <a:lnTo>
                    <a:pt x="2311" y="390"/>
                  </a:lnTo>
                  <a:lnTo>
                    <a:pt x="2359" y="599"/>
                  </a:lnTo>
                  <a:lnTo>
                    <a:pt x="2273" y="854"/>
                  </a:lnTo>
                  <a:lnTo>
                    <a:pt x="2197" y="1091"/>
                  </a:lnTo>
                  <a:lnTo>
                    <a:pt x="2083" y="1329"/>
                  </a:lnTo>
                  <a:lnTo>
                    <a:pt x="1912" y="1547"/>
                  </a:lnTo>
                  <a:lnTo>
                    <a:pt x="1771" y="1690"/>
                  </a:lnTo>
                  <a:lnTo>
                    <a:pt x="1534" y="1831"/>
                  </a:lnTo>
                  <a:lnTo>
                    <a:pt x="1334" y="1945"/>
                  </a:lnTo>
                  <a:lnTo>
                    <a:pt x="918" y="2068"/>
                  </a:lnTo>
                  <a:lnTo>
                    <a:pt x="578" y="2097"/>
                  </a:lnTo>
                  <a:lnTo>
                    <a:pt x="331" y="2040"/>
                  </a:lnTo>
                  <a:lnTo>
                    <a:pt x="150" y="1831"/>
                  </a:lnTo>
                  <a:lnTo>
                    <a:pt x="46" y="1557"/>
                  </a:lnTo>
                  <a:lnTo>
                    <a:pt x="0" y="1319"/>
                  </a:lnTo>
                  <a:lnTo>
                    <a:pt x="93" y="1006"/>
                  </a:lnTo>
                  <a:lnTo>
                    <a:pt x="226" y="780"/>
                  </a:lnTo>
                  <a:lnTo>
                    <a:pt x="464" y="542"/>
                  </a:lnTo>
                  <a:lnTo>
                    <a:pt x="728" y="314"/>
                  </a:lnTo>
                  <a:lnTo>
                    <a:pt x="1032" y="171"/>
                  </a:lnTo>
                  <a:lnTo>
                    <a:pt x="1306" y="38"/>
                  </a:lnTo>
                  <a:close/>
                </a:path>
              </a:pathLst>
            </a:custGeom>
            <a:solidFill>
              <a:srgbClr val="FFFA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89" name="Freeform 23"/>
            <p:cNvSpPr>
              <a:spLocks/>
            </p:cNvSpPr>
            <p:nvPr/>
          </p:nvSpPr>
          <p:spPr bwMode="auto">
            <a:xfrm>
              <a:off x="4200" y="1481"/>
              <a:ext cx="179" cy="418"/>
            </a:xfrm>
            <a:custGeom>
              <a:avLst/>
              <a:gdLst>
                <a:gd name="T0" fmla="*/ 7 w 359"/>
                <a:gd name="T1" fmla="*/ 200 h 834"/>
                <a:gd name="T2" fmla="*/ 33 w 359"/>
                <a:gd name="T3" fmla="*/ 193 h 834"/>
                <a:gd name="T4" fmla="*/ 49 w 359"/>
                <a:gd name="T5" fmla="*/ 210 h 834"/>
                <a:gd name="T6" fmla="*/ 70 w 359"/>
                <a:gd name="T7" fmla="*/ 195 h 834"/>
                <a:gd name="T8" fmla="*/ 85 w 359"/>
                <a:gd name="T9" fmla="*/ 150 h 834"/>
                <a:gd name="T10" fmla="*/ 89 w 359"/>
                <a:gd name="T11" fmla="*/ 102 h 834"/>
                <a:gd name="T12" fmla="*/ 78 w 359"/>
                <a:gd name="T13" fmla="*/ 74 h 834"/>
                <a:gd name="T14" fmla="*/ 54 w 359"/>
                <a:gd name="T15" fmla="*/ 19 h 834"/>
                <a:gd name="T16" fmla="*/ 35 w 359"/>
                <a:gd name="T17" fmla="*/ 0 h 834"/>
                <a:gd name="T18" fmla="*/ 23 w 359"/>
                <a:gd name="T19" fmla="*/ 36 h 834"/>
                <a:gd name="T20" fmla="*/ 35 w 359"/>
                <a:gd name="T21" fmla="*/ 131 h 834"/>
                <a:gd name="T22" fmla="*/ 0 w 359"/>
                <a:gd name="T23" fmla="*/ 153 h 834"/>
                <a:gd name="T24" fmla="*/ 7 w 359"/>
                <a:gd name="T25" fmla="*/ 200 h 834"/>
                <a:gd name="T26" fmla="*/ 7 w 359"/>
                <a:gd name="T27" fmla="*/ 200 h 8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9"/>
                <a:gd name="T43" fmla="*/ 0 h 834"/>
                <a:gd name="T44" fmla="*/ 359 w 359"/>
                <a:gd name="T45" fmla="*/ 834 h 8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9" h="834">
                  <a:moveTo>
                    <a:pt x="29" y="796"/>
                  </a:moveTo>
                  <a:lnTo>
                    <a:pt x="133" y="768"/>
                  </a:lnTo>
                  <a:lnTo>
                    <a:pt x="198" y="834"/>
                  </a:lnTo>
                  <a:lnTo>
                    <a:pt x="283" y="777"/>
                  </a:lnTo>
                  <a:lnTo>
                    <a:pt x="340" y="599"/>
                  </a:lnTo>
                  <a:lnTo>
                    <a:pt x="359" y="408"/>
                  </a:lnTo>
                  <a:lnTo>
                    <a:pt x="312" y="294"/>
                  </a:lnTo>
                  <a:lnTo>
                    <a:pt x="217" y="76"/>
                  </a:lnTo>
                  <a:lnTo>
                    <a:pt x="143" y="0"/>
                  </a:lnTo>
                  <a:lnTo>
                    <a:pt x="95" y="142"/>
                  </a:lnTo>
                  <a:lnTo>
                    <a:pt x="143" y="522"/>
                  </a:lnTo>
                  <a:lnTo>
                    <a:pt x="0" y="608"/>
                  </a:lnTo>
                  <a:lnTo>
                    <a:pt x="29" y="796"/>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0" name="Freeform 24"/>
            <p:cNvSpPr>
              <a:spLocks/>
            </p:cNvSpPr>
            <p:nvPr/>
          </p:nvSpPr>
          <p:spPr bwMode="auto">
            <a:xfrm>
              <a:off x="3975" y="1240"/>
              <a:ext cx="256" cy="114"/>
            </a:xfrm>
            <a:custGeom>
              <a:avLst/>
              <a:gdLst>
                <a:gd name="T0" fmla="*/ 15 w 511"/>
                <a:gd name="T1" fmla="*/ 0 h 228"/>
                <a:gd name="T2" fmla="*/ 53 w 511"/>
                <a:gd name="T3" fmla="*/ 2 h 228"/>
                <a:gd name="T4" fmla="*/ 82 w 511"/>
                <a:gd name="T5" fmla="*/ 13 h 228"/>
                <a:gd name="T6" fmla="*/ 125 w 511"/>
                <a:gd name="T7" fmla="*/ 31 h 228"/>
                <a:gd name="T8" fmla="*/ 128 w 511"/>
                <a:gd name="T9" fmla="*/ 51 h 228"/>
                <a:gd name="T10" fmla="*/ 112 w 511"/>
                <a:gd name="T11" fmla="*/ 57 h 228"/>
                <a:gd name="T12" fmla="*/ 92 w 511"/>
                <a:gd name="T13" fmla="*/ 54 h 228"/>
                <a:gd name="T14" fmla="*/ 59 w 511"/>
                <a:gd name="T15" fmla="*/ 33 h 228"/>
                <a:gd name="T16" fmla="*/ 45 w 511"/>
                <a:gd name="T17" fmla="*/ 26 h 228"/>
                <a:gd name="T18" fmla="*/ 19 w 511"/>
                <a:gd name="T19" fmla="*/ 25 h 228"/>
                <a:gd name="T20" fmla="*/ 0 w 511"/>
                <a:gd name="T21" fmla="*/ 22 h 228"/>
                <a:gd name="T22" fmla="*/ 15 w 511"/>
                <a:gd name="T23" fmla="*/ 0 h 228"/>
                <a:gd name="T24" fmla="*/ 15 w 511"/>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1"/>
                <a:gd name="T40" fmla="*/ 0 h 228"/>
                <a:gd name="T41" fmla="*/ 511 w 511"/>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1" h="228">
                  <a:moveTo>
                    <a:pt x="59" y="0"/>
                  </a:moveTo>
                  <a:lnTo>
                    <a:pt x="209" y="6"/>
                  </a:lnTo>
                  <a:lnTo>
                    <a:pt x="327" y="49"/>
                  </a:lnTo>
                  <a:lnTo>
                    <a:pt x="498" y="124"/>
                  </a:lnTo>
                  <a:lnTo>
                    <a:pt x="511" y="203"/>
                  </a:lnTo>
                  <a:lnTo>
                    <a:pt x="448" y="228"/>
                  </a:lnTo>
                  <a:lnTo>
                    <a:pt x="368" y="215"/>
                  </a:lnTo>
                  <a:lnTo>
                    <a:pt x="233" y="129"/>
                  </a:lnTo>
                  <a:lnTo>
                    <a:pt x="178" y="104"/>
                  </a:lnTo>
                  <a:lnTo>
                    <a:pt x="74" y="99"/>
                  </a:lnTo>
                  <a:lnTo>
                    <a:pt x="0" y="85"/>
                  </a:lnTo>
                  <a:lnTo>
                    <a:pt x="59"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1" name="Freeform 25"/>
            <p:cNvSpPr>
              <a:spLocks/>
            </p:cNvSpPr>
            <p:nvPr/>
          </p:nvSpPr>
          <p:spPr bwMode="auto">
            <a:xfrm>
              <a:off x="3853" y="1114"/>
              <a:ext cx="535" cy="369"/>
            </a:xfrm>
            <a:custGeom>
              <a:avLst/>
              <a:gdLst>
                <a:gd name="T0" fmla="*/ 51 w 1071"/>
                <a:gd name="T1" fmla="*/ 129 h 740"/>
                <a:gd name="T2" fmla="*/ 15 w 1071"/>
                <a:gd name="T3" fmla="*/ 101 h 740"/>
                <a:gd name="T4" fmla="*/ 0 w 1071"/>
                <a:gd name="T5" fmla="*/ 60 h 740"/>
                <a:gd name="T6" fmla="*/ 20 w 1071"/>
                <a:gd name="T7" fmla="*/ 28 h 740"/>
                <a:gd name="T8" fmla="*/ 58 w 1071"/>
                <a:gd name="T9" fmla="*/ 7 h 740"/>
                <a:gd name="T10" fmla="*/ 98 w 1071"/>
                <a:gd name="T11" fmla="*/ 0 h 740"/>
                <a:gd name="T12" fmla="*/ 158 w 1071"/>
                <a:gd name="T13" fmla="*/ 7 h 740"/>
                <a:gd name="T14" fmla="*/ 207 w 1071"/>
                <a:gd name="T15" fmla="*/ 26 h 740"/>
                <a:gd name="T16" fmla="*/ 241 w 1071"/>
                <a:gd name="T17" fmla="*/ 51 h 740"/>
                <a:gd name="T18" fmla="*/ 259 w 1071"/>
                <a:gd name="T19" fmla="*/ 77 h 740"/>
                <a:gd name="T20" fmla="*/ 267 w 1071"/>
                <a:gd name="T21" fmla="*/ 104 h 740"/>
                <a:gd name="T22" fmla="*/ 261 w 1071"/>
                <a:gd name="T23" fmla="*/ 140 h 740"/>
                <a:gd name="T24" fmla="*/ 244 w 1071"/>
                <a:gd name="T25" fmla="*/ 163 h 740"/>
                <a:gd name="T26" fmla="*/ 192 w 1071"/>
                <a:gd name="T27" fmla="*/ 184 h 740"/>
                <a:gd name="T28" fmla="*/ 147 w 1071"/>
                <a:gd name="T29" fmla="*/ 170 h 740"/>
                <a:gd name="T30" fmla="*/ 193 w 1071"/>
                <a:gd name="T31" fmla="*/ 163 h 740"/>
                <a:gd name="T32" fmla="*/ 230 w 1071"/>
                <a:gd name="T33" fmla="*/ 141 h 740"/>
                <a:gd name="T34" fmla="*/ 236 w 1071"/>
                <a:gd name="T35" fmla="*/ 106 h 740"/>
                <a:gd name="T36" fmla="*/ 221 w 1071"/>
                <a:gd name="T37" fmla="*/ 69 h 740"/>
                <a:gd name="T38" fmla="*/ 179 w 1071"/>
                <a:gd name="T39" fmla="*/ 41 h 740"/>
                <a:gd name="T40" fmla="*/ 133 w 1071"/>
                <a:gd name="T41" fmla="*/ 23 h 740"/>
                <a:gd name="T42" fmla="*/ 87 w 1071"/>
                <a:gd name="T43" fmla="*/ 22 h 740"/>
                <a:gd name="T44" fmla="*/ 57 w 1071"/>
                <a:gd name="T45" fmla="*/ 35 h 740"/>
                <a:gd name="T46" fmla="*/ 40 w 1071"/>
                <a:gd name="T47" fmla="*/ 49 h 740"/>
                <a:gd name="T48" fmla="*/ 32 w 1071"/>
                <a:gd name="T49" fmla="*/ 69 h 740"/>
                <a:gd name="T50" fmla="*/ 36 w 1071"/>
                <a:gd name="T51" fmla="*/ 94 h 740"/>
                <a:gd name="T52" fmla="*/ 66 w 1071"/>
                <a:gd name="T53" fmla="*/ 127 h 740"/>
                <a:gd name="T54" fmla="*/ 51 w 1071"/>
                <a:gd name="T55" fmla="*/ 129 h 740"/>
                <a:gd name="T56" fmla="*/ 51 w 1071"/>
                <a:gd name="T57" fmla="*/ 129 h 74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71"/>
                <a:gd name="T88" fmla="*/ 0 h 740"/>
                <a:gd name="T89" fmla="*/ 1071 w 1071"/>
                <a:gd name="T90" fmla="*/ 740 h 74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71" h="740">
                  <a:moveTo>
                    <a:pt x="204" y="517"/>
                  </a:moveTo>
                  <a:lnTo>
                    <a:pt x="61" y="407"/>
                  </a:lnTo>
                  <a:lnTo>
                    <a:pt x="0" y="242"/>
                  </a:lnTo>
                  <a:lnTo>
                    <a:pt x="80" y="112"/>
                  </a:lnTo>
                  <a:lnTo>
                    <a:pt x="234" y="31"/>
                  </a:lnTo>
                  <a:lnTo>
                    <a:pt x="394" y="0"/>
                  </a:lnTo>
                  <a:lnTo>
                    <a:pt x="633" y="31"/>
                  </a:lnTo>
                  <a:lnTo>
                    <a:pt x="829" y="105"/>
                  </a:lnTo>
                  <a:lnTo>
                    <a:pt x="966" y="204"/>
                  </a:lnTo>
                  <a:lnTo>
                    <a:pt x="1038" y="308"/>
                  </a:lnTo>
                  <a:lnTo>
                    <a:pt x="1071" y="418"/>
                  </a:lnTo>
                  <a:lnTo>
                    <a:pt x="1046" y="561"/>
                  </a:lnTo>
                  <a:lnTo>
                    <a:pt x="977" y="654"/>
                  </a:lnTo>
                  <a:lnTo>
                    <a:pt x="768" y="740"/>
                  </a:lnTo>
                  <a:lnTo>
                    <a:pt x="590" y="684"/>
                  </a:lnTo>
                  <a:lnTo>
                    <a:pt x="774" y="654"/>
                  </a:lnTo>
                  <a:lnTo>
                    <a:pt x="922" y="567"/>
                  </a:lnTo>
                  <a:lnTo>
                    <a:pt x="947" y="426"/>
                  </a:lnTo>
                  <a:lnTo>
                    <a:pt x="886" y="278"/>
                  </a:lnTo>
                  <a:lnTo>
                    <a:pt x="719" y="167"/>
                  </a:lnTo>
                  <a:lnTo>
                    <a:pt x="535" y="93"/>
                  </a:lnTo>
                  <a:lnTo>
                    <a:pt x="350" y="88"/>
                  </a:lnTo>
                  <a:lnTo>
                    <a:pt x="229" y="143"/>
                  </a:lnTo>
                  <a:lnTo>
                    <a:pt x="160" y="198"/>
                  </a:lnTo>
                  <a:lnTo>
                    <a:pt x="130" y="278"/>
                  </a:lnTo>
                  <a:lnTo>
                    <a:pt x="147" y="377"/>
                  </a:lnTo>
                  <a:lnTo>
                    <a:pt x="265" y="511"/>
                  </a:lnTo>
                  <a:lnTo>
                    <a:pt x="204" y="517"/>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2" name="Freeform 26"/>
            <p:cNvSpPr>
              <a:spLocks/>
            </p:cNvSpPr>
            <p:nvPr/>
          </p:nvSpPr>
          <p:spPr bwMode="auto">
            <a:xfrm>
              <a:off x="3191" y="1172"/>
              <a:ext cx="530" cy="274"/>
            </a:xfrm>
            <a:custGeom>
              <a:avLst/>
              <a:gdLst>
                <a:gd name="T0" fmla="*/ 185 w 1058"/>
                <a:gd name="T1" fmla="*/ 94 h 547"/>
                <a:gd name="T2" fmla="*/ 213 w 1058"/>
                <a:gd name="T3" fmla="*/ 82 h 547"/>
                <a:gd name="T4" fmla="*/ 242 w 1058"/>
                <a:gd name="T5" fmla="*/ 69 h 547"/>
                <a:gd name="T6" fmla="*/ 237 w 1058"/>
                <a:gd name="T7" fmla="*/ 33 h 547"/>
                <a:gd name="T8" fmla="*/ 266 w 1058"/>
                <a:gd name="T9" fmla="*/ 25 h 547"/>
                <a:gd name="T10" fmla="*/ 258 w 1058"/>
                <a:gd name="T11" fmla="*/ 9 h 547"/>
                <a:gd name="T12" fmla="*/ 247 w 1058"/>
                <a:gd name="T13" fmla="*/ 0 h 547"/>
                <a:gd name="T14" fmla="*/ 123 w 1058"/>
                <a:gd name="T15" fmla="*/ 42 h 547"/>
                <a:gd name="T16" fmla="*/ 39 w 1058"/>
                <a:gd name="T17" fmla="*/ 94 h 547"/>
                <a:gd name="T18" fmla="*/ 0 w 1058"/>
                <a:gd name="T19" fmla="*/ 137 h 547"/>
                <a:gd name="T20" fmla="*/ 66 w 1058"/>
                <a:gd name="T21" fmla="*/ 94 h 547"/>
                <a:gd name="T22" fmla="*/ 131 w 1058"/>
                <a:gd name="T23" fmla="*/ 65 h 547"/>
                <a:gd name="T24" fmla="*/ 165 w 1058"/>
                <a:gd name="T25" fmla="*/ 54 h 547"/>
                <a:gd name="T26" fmla="*/ 188 w 1058"/>
                <a:gd name="T27" fmla="*/ 53 h 547"/>
                <a:gd name="T28" fmla="*/ 185 w 1058"/>
                <a:gd name="T29" fmla="*/ 94 h 547"/>
                <a:gd name="T30" fmla="*/ 185 w 1058"/>
                <a:gd name="T31" fmla="*/ 94 h 5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58"/>
                <a:gd name="T49" fmla="*/ 0 h 547"/>
                <a:gd name="T50" fmla="*/ 1058 w 1058"/>
                <a:gd name="T51" fmla="*/ 547 h 54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58" h="547">
                  <a:moveTo>
                    <a:pt x="739" y="374"/>
                  </a:moveTo>
                  <a:lnTo>
                    <a:pt x="849" y="325"/>
                  </a:lnTo>
                  <a:lnTo>
                    <a:pt x="965" y="276"/>
                  </a:lnTo>
                  <a:lnTo>
                    <a:pt x="946" y="129"/>
                  </a:lnTo>
                  <a:lnTo>
                    <a:pt x="1058" y="99"/>
                  </a:lnTo>
                  <a:lnTo>
                    <a:pt x="1028" y="36"/>
                  </a:lnTo>
                  <a:lnTo>
                    <a:pt x="984" y="0"/>
                  </a:lnTo>
                  <a:lnTo>
                    <a:pt x="492" y="165"/>
                  </a:lnTo>
                  <a:lnTo>
                    <a:pt x="154" y="374"/>
                  </a:lnTo>
                  <a:lnTo>
                    <a:pt x="0" y="547"/>
                  </a:lnTo>
                  <a:lnTo>
                    <a:pt x="264" y="374"/>
                  </a:lnTo>
                  <a:lnTo>
                    <a:pt x="522" y="259"/>
                  </a:lnTo>
                  <a:lnTo>
                    <a:pt x="657" y="215"/>
                  </a:lnTo>
                  <a:lnTo>
                    <a:pt x="750" y="209"/>
                  </a:lnTo>
                  <a:lnTo>
                    <a:pt x="739" y="374"/>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3" name="Freeform 27"/>
            <p:cNvSpPr>
              <a:spLocks/>
            </p:cNvSpPr>
            <p:nvPr/>
          </p:nvSpPr>
          <p:spPr bwMode="auto">
            <a:xfrm>
              <a:off x="3702" y="1754"/>
              <a:ext cx="353" cy="157"/>
            </a:xfrm>
            <a:custGeom>
              <a:avLst/>
              <a:gdLst>
                <a:gd name="T0" fmla="*/ 0 w 707"/>
                <a:gd name="T1" fmla="*/ 77 h 314"/>
                <a:gd name="T2" fmla="*/ 90 w 707"/>
                <a:gd name="T3" fmla="*/ 48 h 314"/>
                <a:gd name="T4" fmla="*/ 176 w 707"/>
                <a:gd name="T5" fmla="*/ 0 h 314"/>
                <a:gd name="T6" fmla="*/ 172 w 707"/>
                <a:gd name="T7" fmla="*/ 40 h 314"/>
                <a:gd name="T8" fmla="*/ 117 w 707"/>
                <a:gd name="T9" fmla="*/ 63 h 314"/>
                <a:gd name="T10" fmla="*/ 24 w 707"/>
                <a:gd name="T11" fmla="*/ 79 h 314"/>
                <a:gd name="T12" fmla="*/ 0 w 707"/>
                <a:gd name="T13" fmla="*/ 77 h 314"/>
                <a:gd name="T14" fmla="*/ 0 w 707"/>
                <a:gd name="T15" fmla="*/ 77 h 314"/>
                <a:gd name="T16" fmla="*/ 0 60000 65536"/>
                <a:gd name="T17" fmla="*/ 0 60000 65536"/>
                <a:gd name="T18" fmla="*/ 0 60000 65536"/>
                <a:gd name="T19" fmla="*/ 0 60000 65536"/>
                <a:gd name="T20" fmla="*/ 0 60000 65536"/>
                <a:gd name="T21" fmla="*/ 0 60000 65536"/>
                <a:gd name="T22" fmla="*/ 0 60000 65536"/>
                <a:gd name="T23" fmla="*/ 0 60000 65536"/>
                <a:gd name="T24" fmla="*/ 0 w 707"/>
                <a:gd name="T25" fmla="*/ 0 h 314"/>
                <a:gd name="T26" fmla="*/ 707 w 707"/>
                <a:gd name="T27" fmla="*/ 314 h 3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7" h="314">
                  <a:moveTo>
                    <a:pt x="0" y="308"/>
                  </a:moveTo>
                  <a:lnTo>
                    <a:pt x="363" y="190"/>
                  </a:lnTo>
                  <a:lnTo>
                    <a:pt x="707" y="0"/>
                  </a:lnTo>
                  <a:lnTo>
                    <a:pt x="690" y="160"/>
                  </a:lnTo>
                  <a:lnTo>
                    <a:pt x="468" y="253"/>
                  </a:lnTo>
                  <a:lnTo>
                    <a:pt x="99" y="314"/>
                  </a:lnTo>
                  <a:lnTo>
                    <a:pt x="0" y="308"/>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4" name="Freeform 28"/>
            <p:cNvSpPr>
              <a:spLocks/>
            </p:cNvSpPr>
            <p:nvPr/>
          </p:nvSpPr>
          <p:spPr bwMode="auto">
            <a:xfrm>
              <a:off x="3570" y="1578"/>
              <a:ext cx="67" cy="290"/>
            </a:xfrm>
            <a:custGeom>
              <a:avLst/>
              <a:gdLst>
                <a:gd name="T0" fmla="*/ 9 w 135"/>
                <a:gd name="T1" fmla="*/ 0 h 579"/>
                <a:gd name="T2" fmla="*/ 0 w 135"/>
                <a:gd name="T3" fmla="*/ 68 h 579"/>
                <a:gd name="T4" fmla="*/ 3 w 135"/>
                <a:gd name="T5" fmla="*/ 131 h 579"/>
                <a:gd name="T6" fmla="*/ 24 w 135"/>
                <a:gd name="T7" fmla="*/ 145 h 579"/>
                <a:gd name="T8" fmla="*/ 21 w 135"/>
                <a:gd name="T9" fmla="*/ 111 h 579"/>
                <a:gd name="T10" fmla="*/ 29 w 135"/>
                <a:gd name="T11" fmla="*/ 44 h 579"/>
                <a:gd name="T12" fmla="*/ 33 w 135"/>
                <a:gd name="T13" fmla="*/ 10 h 579"/>
                <a:gd name="T14" fmla="*/ 9 w 135"/>
                <a:gd name="T15" fmla="*/ 0 h 579"/>
                <a:gd name="T16" fmla="*/ 9 w 135"/>
                <a:gd name="T17" fmla="*/ 0 h 5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5"/>
                <a:gd name="T28" fmla="*/ 0 h 579"/>
                <a:gd name="T29" fmla="*/ 135 w 135"/>
                <a:gd name="T30" fmla="*/ 579 h 5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5" h="579">
                  <a:moveTo>
                    <a:pt x="38" y="0"/>
                  </a:moveTo>
                  <a:lnTo>
                    <a:pt x="0" y="271"/>
                  </a:lnTo>
                  <a:lnTo>
                    <a:pt x="13" y="524"/>
                  </a:lnTo>
                  <a:lnTo>
                    <a:pt x="99" y="579"/>
                  </a:lnTo>
                  <a:lnTo>
                    <a:pt x="87" y="443"/>
                  </a:lnTo>
                  <a:lnTo>
                    <a:pt x="118" y="173"/>
                  </a:lnTo>
                  <a:lnTo>
                    <a:pt x="135" y="38"/>
                  </a:lnTo>
                  <a:lnTo>
                    <a:pt x="38"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5" name="Freeform 29"/>
            <p:cNvSpPr>
              <a:spLocks/>
            </p:cNvSpPr>
            <p:nvPr/>
          </p:nvSpPr>
          <p:spPr bwMode="auto">
            <a:xfrm>
              <a:off x="3591" y="1886"/>
              <a:ext cx="71" cy="68"/>
            </a:xfrm>
            <a:custGeom>
              <a:avLst/>
              <a:gdLst>
                <a:gd name="T0" fmla="*/ 36 w 140"/>
                <a:gd name="T1" fmla="*/ 0 h 134"/>
                <a:gd name="T2" fmla="*/ 11 w 140"/>
                <a:gd name="T3" fmla="*/ 0 h 134"/>
                <a:gd name="T4" fmla="*/ 0 w 140"/>
                <a:gd name="T5" fmla="*/ 18 h 134"/>
                <a:gd name="T6" fmla="*/ 5 w 140"/>
                <a:gd name="T7" fmla="*/ 35 h 134"/>
                <a:gd name="T8" fmla="*/ 23 w 140"/>
                <a:gd name="T9" fmla="*/ 35 h 134"/>
                <a:gd name="T10" fmla="*/ 33 w 140"/>
                <a:gd name="T11" fmla="*/ 18 h 134"/>
                <a:gd name="T12" fmla="*/ 36 w 140"/>
                <a:gd name="T13" fmla="*/ 0 h 134"/>
                <a:gd name="T14" fmla="*/ 36 w 140"/>
                <a:gd name="T15" fmla="*/ 0 h 134"/>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134"/>
                <a:gd name="T26" fmla="*/ 140 w 140"/>
                <a:gd name="T27" fmla="*/ 134 h 13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134">
                  <a:moveTo>
                    <a:pt x="140" y="0"/>
                  </a:moveTo>
                  <a:lnTo>
                    <a:pt x="43" y="0"/>
                  </a:lnTo>
                  <a:lnTo>
                    <a:pt x="0" y="68"/>
                  </a:lnTo>
                  <a:lnTo>
                    <a:pt x="19" y="134"/>
                  </a:lnTo>
                  <a:lnTo>
                    <a:pt x="91" y="134"/>
                  </a:lnTo>
                  <a:lnTo>
                    <a:pt x="129" y="68"/>
                  </a:lnTo>
                  <a:lnTo>
                    <a:pt x="140"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6" name="Freeform 30"/>
            <p:cNvSpPr>
              <a:spLocks/>
            </p:cNvSpPr>
            <p:nvPr/>
          </p:nvSpPr>
          <p:spPr bwMode="auto">
            <a:xfrm>
              <a:off x="3803" y="2062"/>
              <a:ext cx="145" cy="123"/>
            </a:xfrm>
            <a:custGeom>
              <a:avLst/>
              <a:gdLst>
                <a:gd name="T0" fmla="*/ 73 w 289"/>
                <a:gd name="T1" fmla="*/ 36 h 245"/>
                <a:gd name="T2" fmla="*/ 55 w 289"/>
                <a:gd name="T3" fmla="*/ 62 h 245"/>
                <a:gd name="T4" fmla="*/ 0 w 289"/>
                <a:gd name="T5" fmla="*/ 25 h 245"/>
                <a:gd name="T6" fmla="*/ 0 w 289"/>
                <a:gd name="T7" fmla="*/ 0 h 245"/>
                <a:gd name="T8" fmla="*/ 20 w 289"/>
                <a:gd name="T9" fmla="*/ 8 h 245"/>
                <a:gd name="T10" fmla="*/ 73 w 289"/>
                <a:gd name="T11" fmla="*/ 36 h 245"/>
                <a:gd name="T12" fmla="*/ 73 w 289"/>
                <a:gd name="T13" fmla="*/ 36 h 245"/>
                <a:gd name="T14" fmla="*/ 0 60000 65536"/>
                <a:gd name="T15" fmla="*/ 0 60000 65536"/>
                <a:gd name="T16" fmla="*/ 0 60000 65536"/>
                <a:gd name="T17" fmla="*/ 0 60000 65536"/>
                <a:gd name="T18" fmla="*/ 0 60000 65536"/>
                <a:gd name="T19" fmla="*/ 0 60000 65536"/>
                <a:gd name="T20" fmla="*/ 0 60000 65536"/>
                <a:gd name="T21" fmla="*/ 0 w 289"/>
                <a:gd name="T22" fmla="*/ 0 h 245"/>
                <a:gd name="T23" fmla="*/ 289 w 289"/>
                <a:gd name="T24" fmla="*/ 245 h 2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9" h="245">
                  <a:moveTo>
                    <a:pt x="289" y="141"/>
                  </a:moveTo>
                  <a:lnTo>
                    <a:pt x="220" y="245"/>
                  </a:lnTo>
                  <a:lnTo>
                    <a:pt x="0" y="99"/>
                  </a:lnTo>
                  <a:lnTo>
                    <a:pt x="0" y="0"/>
                  </a:lnTo>
                  <a:lnTo>
                    <a:pt x="79" y="31"/>
                  </a:lnTo>
                  <a:lnTo>
                    <a:pt x="289" y="141"/>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7" name="Freeform 31"/>
            <p:cNvSpPr>
              <a:spLocks/>
            </p:cNvSpPr>
            <p:nvPr/>
          </p:nvSpPr>
          <p:spPr bwMode="auto">
            <a:xfrm>
              <a:off x="3843" y="1474"/>
              <a:ext cx="172" cy="181"/>
            </a:xfrm>
            <a:custGeom>
              <a:avLst/>
              <a:gdLst>
                <a:gd name="T0" fmla="*/ 67 w 344"/>
                <a:gd name="T1" fmla="*/ 0 h 363"/>
                <a:gd name="T2" fmla="*/ 0 w 344"/>
                <a:gd name="T3" fmla="*/ 76 h 363"/>
                <a:gd name="T4" fmla="*/ 30 w 344"/>
                <a:gd name="T5" fmla="*/ 90 h 363"/>
                <a:gd name="T6" fmla="*/ 54 w 344"/>
                <a:gd name="T7" fmla="*/ 61 h 363"/>
                <a:gd name="T8" fmla="*/ 86 w 344"/>
                <a:gd name="T9" fmla="*/ 21 h 363"/>
                <a:gd name="T10" fmla="*/ 67 w 344"/>
                <a:gd name="T11" fmla="*/ 0 h 363"/>
                <a:gd name="T12" fmla="*/ 67 w 344"/>
                <a:gd name="T13" fmla="*/ 0 h 363"/>
                <a:gd name="T14" fmla="*/ 0 60000 65536"/>
                <a:gd name="T15" fmla="*/ 0 60000 65536"/>
                <a:gd name="T16" fmla="*/ 0 60000 65536"/>
                <a:gd name="T17" fmla="*/ 0 60000 65536"/>
                <a:gd name="T18" fmla="*/ 0 60000 65536"/>
                <a:gd name="T19" fmla="*/ 0 60000 65536"/>
                <a:gd name="T20" fmla="*/ 0 60000 65536"/>
                <a:gd name="T21" fmla="*/ 0 w 344"/>
                <a:gd name="T22" fmla="*/ 0 h 363"/>
                <a:gd name="T23" fmla="*/ 344 w 34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4" h="363">
                  <a:moveTo>
                    <a:pt x="265" y="0"/>
                  </a:moveTo>
                  <a:lnTo>
                    <a:pt x="0" y="307"/>
                  </a:lnTo>
                  <a:lnTo>
                    <a:pt x="118" y="363"/>
                  </a:lnTo>
                  <a:lnTo>
                    <a:pt x="215" y="247"/>
                  </a:lnTo>
                  <a:lnTo>
                    <a:pt x="344" y="85"/>
                  </a:lnTo>
                  <a:lnTo>
                    <a:pt x="265"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8" name="Freeform 32"/>
            <p:cNvSpPr>
              <a:spLocks/>
            </p:cNvSpPr>
            <p:nvPr/>
          </p:nvSpPr>
          <p:spPr bwMode="auto">
            <a:xfrm>
              <a:off x="3247" y="1702"/>
              <a:ext cx="151" cy="139"/>
            </a:xfrm>
            <a:custGeom>
              <a:avLst/>
              <a:gdLst>
                <a:gd name="T0" fmla="*/ 0 w 300"/>
                <a:gd name="T1" fmla="*/ 31 h 277"/>
                <a:gd name="T2" fmla="*/ 48 w 300"/>
                <a:gd name="T3" fmla="*/ 70 h 277"/>
                <a:gd name="T4" fmla="*/ 71 w 300"/>
                <a:gd name="T5" fmla="*/ 62 h 277"/>
                <a:gd name="T6" fmla="*/ 76 w 300"/>
                <a:gd name="T7" fmla="*/ 42 h 277"/>
                <a:gd name="T8" fmla="*/ 26 w 300"/>
                <a:gd name="T9" fmla="*/ 0 h 277"/>
                <a:gd name="T10" fmla="*/ 0 w 300"/>
                <a:gd name="T11" fmla="*/ 31 h 277"/>
                <a:gd name="T12" fmla="*/ 0 w 300"/>
                <a:gd name="T13" fmla="*/ 31 h 277"/>
                <a:gd name="T14" fmla="*/ 0 60000 65536"/>
                <a:gd name="T15" fmla="*/ 0 60000 65536"/>
                <a:gd name="T16" fmla="*/ 0 60000 65536"/>
                <a:gd name="T17" fmla="*/ 0 60000 65536"/>
                <a:gd name="T18" fmla="*/ 0 60000 65536"/>
                <a:gd name="T19" fmla="*/ 0 60000 65536"/>
                <a:gd name="T20" fmla="*/ 0 60000 65536"/>
                <a:gd name="T21" fmla="*/ 0 w 300"/>
                <a:gd name="T22" fmla="*/ 0 h 277"/>
                <a:gd name="T23" fmla="*/ 300 w 300"/>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0" h="277">
                  <a:moveTo>
                    <a:pt x="0" y="123"/>
                  </a:moveTo>
                  <a:lnTo>
                    <a:pt x="190" y="277"/>
                  </a:lnTo>
                  <a:lnTo>
                    <a:pt x="281" y="245"/>
                  </a:lnTo>
                  <a:lnTo>
                    <a:pt x="300" y="165"/>
                  </a:lnTo>
                  <a:lnTo>
                    <a:pt x="104" y="0"/>
                  </a:lnTo>
                  <a:lnTo>
                    <a:pt x="0" y="123"/>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99" name="Freeform 33"/>
            <p:cNvSpPr>
              <a:spLocks/>
            </p:cNvSpPr>
            <p:nvPr/>
          </p:nvSpPr>
          <p:spPr bwMode="auto">
            <a:xfrm>
              <a:off x="3201" y="2249"/>
              <a:ext cx="166" cy="161"/>
            </a:xfrm>
            <a:custGeom>
              <a:avLst/>
              <a:gdLst>
                <a:gd name="T0" fmla="*/ 58 w 332"/>
                <a:gd name="T1" fmla="*/ 0 h 321"/>
                <a:gd name="T2" fmla="*/ 0 w 332"/>
                <a:gd name="T3" fmla="*/ 62 h 321"/>
                <a:gd name="T4" fmla="*/ 17 w 332"/>
                <a:gd name="T5" fmla="*/ 81 h 321"/>
                <a:gd name="T6" fmla="*/ 83 w 332"/>
                <a:gd name="T7" fmla="*/ 10 h 321"/>
                <a:gd name="T8" fmla="*/ 58 w 332"/>
                <a:gd name="T9" fmla="*/ 0 h 321"/>
                <a:gd name="T10" fmla="*/ 58 w 332"/>
                <a:gd name="T11" fmla="*/ 0 h 321"/>
                <a:gd name="T12" fmla="*/ 0 60000 65536"/>
                <a:gd name="T13" fmla="*/ 0 60000 65536"/>
                <a:gd name="T14" fmla="*/ 0 60000 65536"/>
                <a:gd name="T15" fmla="*/ 0 60000 65536"/>
                <a:gd name="T16" fmla="*/ 0 60000 65536"/>
                <a:gd name="T17" fmla="*/ 0 60000 65536"/>
                <a:gd name="T18" fmla="*/ 0 w 332"/>
                <a:gd name="T19" fmla="*/ 0 h 321"/>
                <a:gd name="T20" fmla="*/ 332 w 332"/>
                <a:gd name="T21" fmla="*/ 321 h 321"/>
              </a:gdLst>
              <a:ahLst/>
              <a:cxnLst>
                <a:cxn ang="T12">
                  <a:pos x="T0" y="T1"/>
                </a:cxn>
                <a:cxn ang="T13">
                  <a:pos x="T2" y="T3"/>
                </a:cxn>
                <a:cxn ang="T14">
                  <a:pos x="T4" y="T5"/>
                </a:cxn>
                <a:cxn ang="T15">
                  <a:pos x="T6" y="T7"/>
                </a:cxn>
                <a:cxn ang="T16">
                  <a:pos x="T8" y="T9"/>
                </a:cxn>
                <a:cxn ang="T17">
                  <a:pos x="T10" y="T11"/>
                </a:cxn>
              </a:cxnLst>
              <a:rect l="T18" t="T19" r="T20" b="T21"/>
              <a:pathLst>
                <a:path w="332" h="321">
                  <a:moveTo>
                    <a:pt x="233" y="0"/>
                  </a:moveTo>
                  <a:lnTo>
                    <a:pt x="0" y="247"/>
                  </a:lnTo>
                  <a:lnTo>
                    <a:pt x="68" y="321"/>
                  </a:lnTo>
                  <a:lnTo>
                    <a:pt x="332" y="38"/>
                  </a:lnTo>
                  <a:lnTo>
                    <a:pt x="233"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0" name="Freeform 34"/>
            <p:cNvSpPr>
              <a:spLocks/>
            </p:cNvSpPr>
            <p:nvPr/>
          </p:nvSpPr>
          <p:spPr bwMode="auto">
            <a:xfrm>
              <a:off x="3014" y="2380"/>
              <a:ext cx="113" cy="114"/>
            </a:xfrm>
            <a:custGeom>
              <a:avLst/>
              <a:gdLst>
                <a:gd name="T0" fmla="*/ 0 w 226"/>
                <a:gd name="T1" fmla="*/ 2 h 226"/>
                <a:gd name="T2" fmla="*/ 7 w 226"/>
                <a:gd name="T3" fmla="*/ 16 h 226"/>
                <a:gd name="T4" fmla="*/ 14 w 226"/>
                <a:gd name="T5" fmla="*/ 26 h 226"/>
                <a:gd name="T6" fmla="*/ 23 w 226"/>
                <a:gd name="T7" fmla="*/ 36 h 226"/>
                <a:gd name="T8" fmla="*/ 33 w 226"/>
                <a:gd name="T9" fmla="*/ 43 h 226"/>
                <a:gd name="T10" fmla="*/ 43 w 226"/>
                <a:gd name="T11" fmla="*/ 52 h 226"/>
                <a:gd name="T12" fmla="*/ 57 w 226"/>
                <a:gd name="T13" fmla="*/ 58 h 226"/>
                <a:gd name="T14" fmla="*/ 53 w 226"/>
                <a:gd name="T15" fmla="*/ 51 h 226"/>
                <a:gd name="T16" fmla="*/ 34 w 226"/>
                <a:gd name="T17" fmla="*/ 31 h 226"/>
                <a:gd name="T18" fmla="*/ 22 w 226"/>
                <a:gd name="T19" fmla="*/ 17 h 226"/>
                <a:gd name="T20" fmla="*/ 14 w 226"/>
                <a:gd name="T21" fmla="*/ 6 h 226"/>
                <a:gd name="T22" fmla="*/ 12 w 226"/>
                <a:gd name="T23" fmla="*/ 0 h 226"/>
                <a:gd name="T24" fmla="*/ 0 w 226"/>
                <a:gd name="T25" fmla="*/ 2 h 226"/>
                <a:gd name="T26" fmla="*/ 0 w 226"/>
                <a:gd name="T27" fmla="*/ 2 h 22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26"/>
                <a:gd name="T44" fmla="*/ 226 w 226"/>
                <a:gd name="T45" fmla="*/ 226 h 22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26">
                  <a:moveTo>
                    <a:pt x="0" y="8"/>
                  </a:moveTo>
                  <a:lnTo>
                    <a:pt x="27" y="61"/>
                  </a:lnTo>
                  <a:lnTo>
                    <a:pt x="53" y="103"/>
                  </a:lnTo>
                  <a:lnTo>
                    <a:pt x="91" y="141"/>
                  </a:lnTo>
                  <a:lnTo>
                    <a:pt x="131" y="169"/>
                  </a:lnTo>
                  <a:lnTo>
                    <a:pt x="169" y="207"/>
                  </a:lnTo>
                  <a:lnTo>
                    <a:pt x="226" y="226"/>
                  </a:lnTo>
                  <a:lnTo>
                    <a:pt x="211" y="200"/>
                  </a:lnTo>
                  <a:lnTo>
                    <a:pt x="135" y="122"/>
                  </a:lnTo>
                  <a:lnTo>
                    <a:pt x="88" y="65"/>
                  </a:lnTo>
                  <a:lnTo>
                    <a:pt x="57" y="23"/>
                  </a:lnTo>
                  <a:lnTo>
                    <a:pt x="46" y="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1" name="Freeform 35"/>
            <p:cNvSpPr>
              <a:spLocks/>
            </p:cNvSpPr>
            <p:nvPr/>
          </p:nvSpPr>
          <p:spPr bwMode="auto">
            <a:xfrm>
              <a:off x="3257" y="2286"/>
              <a:ext cx="92" cy="104"/>
            </a:xfrm>
            <a:custGeom>
              <a:avLst/>
              <a:gdLst>
                <a:gd name="T0" fmla="*/ 41 w 184"/>
                <a:gd name="T1" fmla="*/ 0 h 207"/>
                <a:gd name="T2" fmla="*/ 0 w 184"/>
                <a:gd name="T3" fmla="*/ 45 h 207"/>
                <a:gd name="T4" fmla="*/ 8 w 184"/>
                <a:gd name="T5" fmla="*/ 52 h 207"/>
                <a:gd name="T6" fmla="*/ 30 w 184"/>
                <a:gd name="T7" fmla="*/ 25 h 207"/>
                <a:gd name="T8" fmla="*/ 46 w 184"/>
                <a:gd name="T9" fmla="*/ 6 h 207"/>
                <a:gd name="T10" fmla="*/ 41 w 184"/>
                <a:gd name="T11" fmla="*/ 0 h 207"/>
                <a:gd name="T12" fmla="*/ 41 w 184"/>
                <a:gd name="T13" fmla="*/ 0 h 207"/>
                <a:gd name="T14" fmla="*/ 0 60000 65536"/>
                <a:gd name="T15" fmla="*/ 0 60000 65536"/>
                <a:gd name="T16" fmla="*/ 0 60000 65536"/>
                <a:gd name="T17" fmla="*/ 0 60000 65536"/>
                <a:gd name="T18" fmla="*/ 0 60000 65536"/>
                <a:gd name="T19" fmla="*/ 0 60000 65536"/>
                <a:gd name="T20" fmla="*/ 0 60000 65536"/>
                <a:gd name="T21" fmla="*/ 0 w 184"/>
                <a:gd name="T22" fmla="*/ 0 h 207"/>
                <a:gd name="T23" fmla="*/ 184 w 184"/>
                <a:gd name="T24" fmla="*/ 207 h 2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4" h="207">
                  <a:moveTo>
                    <a:pt x="161" y="0"/>
                  </a:moveTo>
                  <a:lnTo>
                    <a:pt x="0" y="177"/>
                  </a:lnTo>
                  <a:lnTo>
                    <a:pt x="30" y="207"/>
                  </a:lnTo>
                  <a:lnTo>
                    <a:pt x="119" y="99"/>
                  </a:lnTo>
                  <a:lnTo>
                    <a:pt x="184" y="23"/>
                  </a:lnTo>
                  <a:lnTo>
                    <a:pt x="1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2" name="Freeform 36"/>
            <p:cNvSpPr>
              <a:spLocks/>
            </p:cNvSpPr>
            <p:nvPr/>
          </p:nvSpPr>
          <p:spPr bwMode="auto">
            <a:xfrm>
              <a:off x="3301" y="2317"/>
              <a:ext cx="97" cy="105"/>
            </a:xfrm>
            <a:custGeom>
              <a:avLst/>
              <a:gdLst>
                <a:gd name="T0" fmla="*/ 42 w 196"/>
                <a:gd name="T1" fmla="*/ 0 h 211"/>
                <a:gd name="T2" fmla="*/ 16 w 196"/>
                <a:gd name="T3" fmla="*/ 29 h 211"/>
                <a:gd name="T4" fmla="*/ 0 w 196"/>
                <a:gd name="T5" fmla="*/ 48 h 211"/>
                <a:gd name="T6" fmla="*/ 6 w 196"/>
                <a:gd name="T7" fmla="*/ 52 h 211"/>
                <a:gd name="T8" fmla="*/ 20 w 196"/>
                <a:gd name="T9" fmla="*/ 43 h 211"/>
                <a:gd name="T10" fmla="*/ 39 w 196"/>
                <a:gd name="T11" fmla="*/ 16 h 211"/>
                <a:gd name="T12" fmla="*/ 48 w 196"/>
                <a:gd name="T13" fmla="*/ 2 h 211"/>
                <a:gd name="T14" fmla="*/ 42 w 196"/>
                <a:gd name="T15" fmla="*/ 0 h 211"/>
                <a:gd name="T16" fmla="*/ 42 w 196"/>
                <a:gd name="T17" fmla="*/ 0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
                <a:gd name="T28" fmla="*/ 0 h 211"/>
                <a:gd name="T29" fmla="*/ 196 w 196"/>
                <a:gd name="T30" fmla="*/ 211 h 2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 h="211">
                  <a:moveTo>
                    <a:pt x="169" y="0"/>
                  </a:moveTo>
                  <a:lnTo>
                    <a:pt x="67" y="116"/>
                  </a:lnTo>
                  <a:lnTo>
                    <a:pt x="0" y="195"/>
                  </a:lnTo>
                  <a:lnTo>
                    <a:pt x="25" y="211"/>
                  </a:lnTo>
                  <a:lnTo>
                    <a:pt x="82" y="173"/>
                  </a:lnTo>
                  <a:lnTo>
                    <a:pt x="158" y="66"/>
                  </a:lnTo>
                  <a:lnTo>
                    <a:pt x="196" y="11"/>
                  </a:lnTo>
                  <a:lnTo>
                    <a:pt x="1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3" name="Freeform 37"/>
            <p:cNvSpPr>
              <a:spLocks/>
            </p:cNvSpPr>
            <p:nvPr/>
          </p:nvSpPr>
          <p:spPr bwMode="auto">
            <a:xfrm>
              <a:off x="3387" y="2321"/>
              <a:ext cx="60" cy="88"/>
            </a:xfrm>
            <a:custGeom>
              <a:avLst/>
              <a:gdLst>
                <a:gd name="T0" fmla="*/ 29 w 120"/>
                <a:gd name="T1" fmla="*/ 0 h 177"/>
                <a:gd name="T2" fmla="*/ 0 w 120"/>
                <a:gd name="T3" fmla="*/ 37 h 177"/>
                <a:gd name="T4" fmla="*/ 6 w 120"/>
                <a:gd name="T5" fmla="*/ 44 h 177"/>
                <a:gd name="T6" fmla="*/ 15 w 120"/>
                <a:gd name="T7" fmla="*/ 39 h 177"/>
                <a:gd name="T8" fmla="*/ 30 w 120"/>
                <a:gd name="T9" fmla="*/ 11 h 177"/>
                <a:gd name="T10" fmla="*/ 29 w 120"/>
                <a:gd name="T11" fmla="*/ 0 h 177"/>
                <a:gd name="T12" fmla="*/ 29 w 120"/>
                <a:gd name="T13" fmla="*/ 0 h 177"/>
                <a:gd name="T14" fmla="*/ 0 60000 65536"/>
                <a:gd name="T15" fmla="*/ 0 60000 65536"/>
                <a:gd name="T16" fmla="*/ 0 60000 65536"/>
                <a:gd name="T17" fmla="*/ 0 60000 65536"/>
                <a:gd name="T18" fmla="*/ 0 60000 65536"/>
                <a:gd name="T19" fmla="*/ 0 60000 65536"/>
                <a:gd name="T20" fmla="*/ 0 60000 65536"/>
                <a:gd name="T21" fmla="*/ 0 w 120"/>
                <a:gd name="T22" fmla="*/ 0 h 177"/>
                <a:gd name="T23" fmla="*/ 120 w 120"/>
                <a:gd name="T24" fmla="*/ 177 h 1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177">
                  <a:moveTo>
                    <a:pt x="114" y="0"/>
                  </a:moveTo>
                  <a:lnTo>
                    <a:pt x="0" y="150"/>
                  </a:lnTo>
                  <a:lnTo>
                    <a:pt x="23" y="177"/>
                  </a:lnTo>
                  <a:lnTo>
                    <a:pt x="61" y="158"/>
                  </a:lnTo>
                  <a:lnTo>
                    <a:pt x="120" y="44"/>
                  </a:lnTo>
                  <a:lnTo>
                    <a:pt x="1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4" name="Freeform 38"/>
            <p:cNvSpPr>
              <a:spLocks/>
            </p:cNvSpPr>
            <p:nvPr/>
          </p:nvSpPr>
          <p:spPr bwMode="auto">
            <a:xfrm>
              <a:off x="3456" y="2341"/>
              <a:ext cx="40" cy="55"/>
            </a:xfrm>
            <a:custGeom>
              <a:avLst/>
              <a:gdLst>
                <a:gd name="T0" fmla="*/ 16 w 80"/>
                <a:gd name="T1" fmla="*/ 0 h 110"/>
                <a:gd name="T2" fmla="*/ 0 w 80"/>
                <a:gd name="T3" fmla="*/ 19 h 110"/>
                <a:gd name="T4" fmla="*/ 4 w 80"/>
                <a:gd name="T5" fmla="*/ 28 h 110"/>
                <a:gd name="T6" fmla="*/ 13 w 80"/>
                <a:gd name="T7" fmla="*/ 26 h 110"/>
                <a:gd name="T8" fmla="*/ 20 w 80"/>
                <a:gd name="T9" fmla="*/ 6 h 110"/>
                <a:gd name="T10" fmla="*/ 16 w 80"/>
                <a:gd name="T11" fmla="*/ 0 h 110"/>
                <a:gd name="T12" fmla="*/ 16 w 80"/>
                <a:gd name="T13" fmla="*/ 0 h 110"/>
                <a:gd name="T14" fmla="*/ 0 60000 65536"/>
                <a:gd name="T15" fmla="*/ 0 60000 65536"/>
                <a:gd name="T16" fmla="*/ 0 60000 65536"/>
                <a:gd name="T17" fmla="*/ 0 60000 65536"/>
                <a:gd name="T18" fmla="*/ 0 60000 65536"/>
                <a:gd name="T19" fmla="*/ 0 60000 65536"/>
                <a:gd name="T20" fmla="*/ 0 60000 65536"/>
                <a:gd name="T21" fmla="*/ 0 w 80"/>
                <a:gd name="T22" fmla="*/ 0 h 110"/>
                <a:gd name="T23" fmla="*/ 80 w 80"/>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110">
                  <a:moveTo>
                    <a:pt x="64" y="0"/>
                  </a:moveTo>
                  <a:lnTo>
                    <a:pt x="0" y="76"/>
                  </a:lnTo>
                  <a:lnTo>
                    <a:pt x="15" y="110"/>
                  </a:lnTo>
                  <a:lnTo>
                    <a:pt x="53" y="103"/>
                  </a:lnTo>
                  <a:lnTo>
                    <a:pt x="80" y="23"/>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5" name="Freeform 39"/>
            <p:cNvSpPr>
              <a:spLocks/>
            </p:cNvSpPr>
            <p:nvPr/>
          </p:nvSpPr>
          <p:spPr bwMode="auto">
            <a:xfrm>
              <a:off x="3513" y="2328"/>
              <a:ext cx="18" cy="26"/>
            </a:xfrm>
            <a:custGeom>
              <a:avLst/>
              <a:gdLst>
                <a:gd name="T0" fmla="*/ 0 w 34"/>
                <a:gd name="T1" fmla="*/ 6 h 52"/>
                <a:gd name="T2" fmla="*/ 2 w 34"/>
                <a:gd name="T3" fmla="*/ 13 h 52"/>
                <a:gd name="T4" fmla="*/ 10 w 34"/>
                <a:gd name="T5" fmla="*/ 7 h 52"/>
                <a:gd name="T6" fmla="*/ 6 w 34"/>
                <a:gd name="T7" fmla="*/ 0 h 52"/>
                <a:gd name="T8" fmla="*/ 0 w 34"/>
                <a:gd name="T9" fmla="*/ 6 h 52"/>
                <a:gd name="T10" fmla="*/ 0 w 34"/>
                <a:gd name="T11" fmla="*/ 6 h 52"/>
                <a:gd name="T12" fmla="*/ 0 60000 65536"/>
                <a:gd name="T13" fmla="*/ 0 60000 65536"/>
                <a:gd name="T14" fmla="*/ 0 60000 65536"/>
                <a:gd name="T15" fmla="*/ 0 60000 65536"/>
                <a:gd name="T16" fmla="*/ 0 60000 65536"/>
                <a:gd name="T17" fmla="*/ 0 60000 65536"/>
                <a:gd name="T18" fmla="*/ 0 w 34"/>
                <a:gd name="T19" fmla="*/ 0 h 52"/>
                <a:gd name="T20" fmla="*/ 34 w 34"/>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34" h="52">
                  <a:moveTo>
                    <a:pt x="0" y="21"/>
                  </a:moveTo>
                  <a:lnTo>
                    <a:pt x="8" y="52"/>
                  </a:lnTo>
                  <a:lnTo>
                    <a:pt x="34" y="25"/>
                  </a:lnTo>
                  <a:lnTo>
                    <a:pt x="23" y="0"/>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6" name="Freeform 40"/>
            <p:cNvSpPr>
              <a:spLocks/>
            </p:cNvSpPr>
            <p:nvPr/>
          </p:nvSpPr>
          <p:spPr bwMode="auto">
            <a:xfrm>
              <a:off x="3550" y="2341"/>
              <a:ext cx="23" cy="26"/>
            </a:xfrm>
            <a:custGeom>
              <a:avLst/>
              <a:gdLst>
                <a:gd name="T0" fmla="*/ 7 w 48"/>
                <a:gd name="T1" fmla="*/ 0 h 53"/>
                <a:gd name="T2" fmla="*/ 0 w 48"/>
                <a:gd name="T3" fmla="*/ 6 h 53"/>
                <a:gd name="T4" fmla="*/ 3 w 48"/>
                <a:gd name="T5" fmla="*/ 13 h 53"/>
                <a:gd name="T6" fmla="*/ 11 w 48"/>
                <a:gd name="T7" fmla="*/ 7 h 53"/>
                <a:gd name="T8" fmla="*/ 7 w 48"/>
                <a:gd name="T9" fmla="*/ 0 h 53"/>
                <a:gd name="T10" fmla="*/ 7 w 48"/>
                <a:gd name="T11" fmla="*/ 0 h 53"/>
                <a:gd name="T12" fmla="*/ 0 60000 65536"/>
                <a:gd name="T13" fmla="*/ 0 60000 65536"/>
                <a:gd name="T14" fmla="*/ 0 60000 65536"/>
                <a:gd name="T15" fmla="*/ 0 60000 65536"/>
                <a:gd name="T16" fmla="*/ 0 60000 65536"/>
                <a:gd name="T17" fmla="*/ 0 60000 65536"/>
                <a:gd name="T18" fmla="*/ 0 w 48"/>
                <a:gd name="T19" fmla="*/ 0 h 53"/>
                <a:gd name="T20" fmla="*/ 48 w 48"/>
                <a:gd name="T21" fmla="*/ 53 h 53"/>
              </a:gdLst>
              <a:ahLst/>
              <a:cxnLst>
                <a:cxn ang="T12">
                  <a:pos x="T0" y="T1"/>
                </a:cxn>
                <a:cxn ang="T13">
                  <a:pos x="T2" y="T3"/>
                </a:cxn>
                <a:cxn ang="T14">
                  <a:pos x="T4" y="T5"/>
                </a:cxn>
                <a:cxn ang="T15">
                  <a:pos x="T6" y="T7"/>
                </a:cxn>
                <a:cxn ang="T16">
                  <a:pos x="T8" y="T9"/>
                </a:cxn>
                <a:cxn ang="T17">
                  <a:pos x="T10" y="T11"/>
                </a:cxn>
              </a:cxnLst>
              <a:rect l="T18" t="T19" r="T20" b="T21"/>
              <a:pathLst>
                <a:path w="48" h="53">
                  <a:moveTo>
                    <a:pt x="31" y="0"/>
                  </a:moveTo>
                  <a:lnTo>
                    <a:pt x="0" y="27"/>
                  </a:lnTo>
                  <a:lnTo>
                    <a:pt x="12" y="53"/>
                  </a:lnTo>
                  <a:lnTo>
                    <a:pt x="48" y="3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7" name="Freeform 41"/>
            <p:cNvSpPr>
              <a:spLocks/>
            </p:cNvSpPr>
            <p:nvPr/>
          </p:nvSpPr>
          <p:spPr bwMode="auto">
            <a:xfrm>
              <a:off x="3625" y="2317"/>
              <a:ext cx="24" cy="24"/>
            </a:xfrm>
            <a:custGeom>
              <a:avLst/>
              <a:gdLst>
                <a:gd name="T0" fmla="*/ 0 w 50"/>
                <a:gd name="T1" fmla="*/ 3 h 47"/>
                <a:gd name="T2" fmla="*/ 5 w 50"/>
                <a:gd name="T3" fmla="*/ 12 h 47"/>
                <a:gd name="T4" fmla="*/ 12 w 50"/>
                <a:gd name="T5" fmla="*/ 7 h 47"/>
                <a:gd name="T6" fmla="*/ 9 w 50"/>
                <a:gd name="T7" fmla="*/ 0 h 47"/>
                <a:gd name="T8" fmla="*/ 0 w 50"/>
                <a:gd name="T9" fmla="*/ 3 h 47"/>
                <a:gd name="T10" fmla="*/ 0 w 50"/>
                <a:gd name="T11" fmla="*/ 3 h 47"/>
                <a:gd name="T12" fmla="*/ 0 60000 65536"/>
                <a:gd name="T13" fmla="*/ 0 60000 65536"/>
                <a:gd name="T14" fmla="*/ 0 60000 65536"/>
                <a:gd name="T15" fmla="*/ 0 60000 65536"/>
                <a:gd name="T16" fmla="*/ 0 60000 65536"/>
                <a:gd name="T17" fmla="*/ 0 60000 65536"/>
                <a:gd name="T18" fmla="*/ 0 w 50"/>
                <a:gd name="T19" fmla="*/ 0 h 47"/>
                <a:gd name="T20" fmla="*/ 50 w 50"/>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50" h="47">
                  <a:moveTo>
                    <a:pt x="0" y="11"/>
                  </a:moveTo>
                  <a:lnTo>
                    <a:pt x="23" y="47"/>
                  </a:lnTo>
                  <a:lnTo>
                    <a:pt x="50" y="26"/>
                  </a:lnTo>
                  <a:lnTo>
                    <a:pt x="38"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8" name="Freeform 42"/>
            <p:cNvSpPr>
              <a:spLocks/>
            </p:cNvSpPr>
            <p:nvPr/>
          </p:nvSpPr>
          <p:spPr bwMode="auto">
            <a:xfrm>
              <a:off x="3187" y="2235"/>
              <a:ext cx="185" cy="185"/>
            </a:xfrm>
            <a:custGeom>
              <a:avLst/>
              <a:gdLst>
                <a:gd name="T0" fmla="*/ 93 w 369"/>
                <a:gd name="T1" fmla="*/ 14 h 371"/>
                <a:gd name="T2" fmla="*/ 74 w 369"/>
                <a:gd name="T3" fmla="*/ 3 h 371"/>
                <a:gd name="T4" fmla="*/ 63 w 369"/>
                <a:gd name="T5" fmla="*/ 0 h 371"/>
                <a:gd name="T6" fmla="*/ 54 w 369"/>
                <a:gd name="T7" fmla="*/ 7 h 371"/>
                <a:gd name="T8" fmla="*/ 33 w 369"/>
                <a:gd name="T9" fmla="*/ 31 h 371"/>
                <a:gd name="T10" fmla="*/ 9 w 369"/>
                <a:gd name="T11" fmla="*/ 54 h 371"/>
                <a:gd name="T12" fmla="*/ 0 w 369"/>
                <a:gd name="T13" fmla="*/ 67 h 371"/>
                <a:gd name="T14" fmla="*/ 0 w 369"/>
                <a:gd name="T15" fmla="*/ 80 h 371"/>
                <a:gd name="T16" fmla="*/ 13 w 369"/>
                <a:gd name="T17" fmla="*/ 87 h 371"/>
                <a:gd name="T18" fmla="*/ 31 w 369"/>
                <a:gd name="T19" fmla="*/ 92 h 371"/>
                <a:gd name="T20" fmla="*/ 33 w 369"/>
                <a:gd name="T21" fmla="*/ 85 h 371"/>
                <a:gd name="T22" fmla="*/ 25 w 369"/>
                <a:gd name="T23" fmla="*/ 77 h 371"/>
                <a:gd name="T24" fmla="*/ 16 w 369"/>
                <a:gd name="T25" fmla="*/ 70 h 371"/>
                <a:gd name="T26" fmla="*/ 37 w 369"/>
                <a:gd name="T27" fmla="*/ 47 h 371"/>
                <a:gd name="T28" fmla="*/ 61 w 369"/>
                <a:gd name="T29" fmla="*/ 21 h 371"/>
                <a:gd name="T30" fmla="*/ 74 w 369"/>
                <a:gd name="T31" fmla="*/ 16 h 371"/>
                <a:gd name="T32" fmla="*/ 84 w 369"/>
                <a:gd name="T33" fmla="*/ 21 h 371"/>
                <a:gd name="T34" fmla="*/ 93 w 369"/>
                <a:gd name="T35" fmla="*/ 21 h 371"/>
                <a:gd name="T36" fmla="*/ 93 w 369"/>
                <a:gd name="T37" fmla="*/ 14 h 371"/>
                <a:gd name="T38" fmla="*/ 93 w 369"/>
                <a:gd name="T39" fmla="*/ 14 h 37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9"/>
                <a:gd name="T61" fmla="*/ 0 h 371"/>
                <a:gd name="T62" fmla="*/ 369 w 369"/>
                <a:gd name="T63" fmla="*/ 371 h 37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9" h="371">
                  <a:moveTo>
                    <a:pt x="369" y="57"/>
                  </a:moveTo>
                  <a:lnTo>
                    <a:pt x="293" y="12"/>
                  </a:lnTo>
                  <a:lnTo>
                    <a:pt x="251" y="0"/>
                  </a:lnTo>
                  <a:lnTo>
                    <a:pt x="215" y="31"/>
                  </a:lnTo>
                  <a:lnTo>
                    <a:pt x="131" y="126"/>
                  </a:lnTo>
                  <a:lnTo>
                    <a:pt x="36" y="219"/>
                  </a:lnTo>
                  <a:lnTo>
                    <a:pt x="0" y="268"/>
                  </a:lnTo>
                  <a:lnTo>
                    <a:pt x="0" y="321"/>
                  </a:lnTo>
                  <a:lnTo>
                    <a:pt x="51" y="348"/>
                  </a:lnTo>
                  <a:lnTo>
                    <a:pt x="123" y="371"/>
                  </a:lnTo>
                  <a:lnTo>
                    <a:pt x="131" y="340"/>
                  </a:lnTo>
                  <a:lnTo>
                    <a:pt x="97" y="310"/>
                  </a:lnTo>
                  <a:lnTo>
                    <a:pt x="63" y="283"/>
                  </a:lnTo>
                  <a:lnTo>
                    <a:pt x="146" y="190"/>
                  </a:lnTo>
                  <a:lnTo>
                    <a:pt x="241" y="84"/>
                  </a:lnTo>
                  <a:lnTo>
                    <a:pt x="293" y="65"/>
                  </a:lnTo>
                  <a:lnTo>
                    <a:pt x="334" y="84"/>
                  </a:lnTo>
                  <a:lnTo>
                    <a:pt x="369" y="84"/>
                  </a:lnTo>
                  <a:lnTo>
                    <a:pt x="369"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9" name="Freeform 43"/>
            <p:cNvSpPr>
              <a:spLocks/>
            </p:cNvSpPr>
            <p:nvPr/>
          </p:nvSpPr>
          <p:spPr bwMode="auto">
            <a:xfrm>
              <a:off x="2566" y="1672"/>
              <a:ext cx="54" cy="137"/>
            </a:xfrm>
            <a:custGeom>
              <a:avLst/>
              <a:gdLst>
                <a:gd name="T0" fmla="*/ 13 w 108"/>
                <a:gd name="T1" fmla="*/ 3 h 274"/>
                <a:gd name="T2" fmla="*/ 7 w 108"/>
                <a:gd name="T3" fmla="*/ 19 h 274"/>
                <a:gd name="T4" fmla="*/ 2 w 108"/>
                <a:gd name="T5" fmla="*/ 35 h 274"/>
                <a:gd name="T6" fmla="*/ 0 w 108"/>
                <a:gd name="T7" fmla="*/ 55 h 274"/>
                <a:gd name="T8" fmla="*/ 6 w 108"/>
                <a:gd name="T9" fmla="*/ 69 h 274"/>
                <a:gd name="T10" fmla="*/ 14 w 108"/>
                <a:gd name="T11" fmla="*/ 48 h 274"/>
                <a:gd name="T12" fmla="*/ 23 w 108"/>
                <a:gd name="T13" fmla="*/ 23 h 274"/>
                <a:gd name="T14" fmla="*/ 27 w 108"/>
                <a:gd name="T15" fmla="*/ 7 h 274"/>
                <a:gd name="T16" fmla="*/ 22 w 108"/>
                <a:gd name="T17" fmla="*/ 0 h 274"/>
                <a:gd name="T18" fmla="*/ 13 w 108"/>
                <a:gd name="T19" fmla="*/ 3 h 274"/>
                <a:gd name="T20" fmla="*/ 13 w 108"/>
                <a:gd name="T21" fmla="*/ 3 h 2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8"/>
                <a:gd name="T34" fmla="*/ 0 h 274"/>
                <a:gd name="T35" fmla="*/ 108 w 108"/>
                <a:gd name="T36" fmla="*/ 274 h 2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8" h="274">
                  <a:moveTo>
                    <a:pt x="51" y="13"/>
                  </a:moveTo>
                  <a:lnTo>
                    <a:pt x="26" y="74"/>
                  </a:lnTo>
                  <a:lnTo>
                    <a:pt x="7" y="140"/>
                  </a:lnTo>
                  <a:lnTo>
                    <a:pt x="0" y="218"/>
                  </a:lnTo>
                  <a:lnTo>
                    <a:pt x="21" y="274"/>
                  </a:lnTo>
                  <a:lnTo>
                    <a:pt x="57" y="192"/>
                  </a:lnTo>
                  <a:lnTo>
                    <a:pt x="91" y="91"/>
                  </a:lnTo>
                  <a:lnTo>
                    <a:pt x="108" y="26"/>
                  </a:lnTo>
                  <a:lnTo>
                    <a:pt x="85" y="0"/>
                  </a:lnTo>
                  <a:lnTo>
                    <a:pt x="5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0" name="Freeform 44"/>
            <p:cNvSpPr>
              <a:spLocks/>
            </p:cNvSpPr>
            <p:nvPr/>
          </p:nvSpPr>
          <p:spPr bwMode="auto">
            <a:xfrm>
              <a:off x="2683" y="1584"/>
              <a:ext cx="164" cy="379"/>
            </a:xfrm>
            <a:custGeom>
              <a:avLst/>
              <a:gdLst>
                <a:gd name="T0" fmla="*/ 72 w 328"/>
                <a:gd name="T1" fmla="*/ 0 h 758"/>
                <a:gd name="T2" fmla="*/ 56 w 328"/>
                <a:gd name="T3" fmla="*/ 15 h 758"/>
                <a:gd name="T4" fmla="*/ 43 w 328"/>
                <a:gd name="T5" fmla="*/ 36 h 758"/>
                <a:gd name="T6" fmla="*/ 27 w 328"/>
                <a:gd name="T7" fmla="*/ 66 h 758"/>
                <a:gd name="T8" fmla="*/ 16 w 328"/>
                <a:gd name="T9" fmla="*/ 99 h 758"/>
                <a:gd name="T10" fmla="*/ 5 w 328"/>
                <a:gd name="T11" fmla="*/ 134 h 758"/>
                <a:gd name="T12" fmla="*/ 0 w 328"/>
                <a:gd name="T13" fmla="*/ 190 h 758"/>
                <a:gd name="T14" fmla="*/ 13 w 328"/>
                <a:gd name="T15" fmla="*/ 157 h 758"/>
                <a:gd name="T16" fmla="*/ 27 w 328"/>
                <a:gd name="T17" fmla="*/ 108 h 758"/>
                <a:gd name="T18" fmla="*/ 41 w 328"/>
                <a:gd name="T19" fmla="*/ 74 h 758"/>
                <a:gd name="T20" fmla="*/ 55 w 328"/>
                <a:gd name="T21" fmla="*/ 45 h 758"/>
                <a:gd name="T22" fmla="*/ 71 w 328"/>
                <a:gd name="T23" fmla="*/ 26 h 758"/>
                <a:gd name="T24" fmla="*/ 82 w 328"/>
                <a:gd name="T25" fmla="*/ 3 h 758"/>
                <a:gd name="T26" fmla="*/ 72 w 328"/>
                <a:gd name="T27" fmla="*/ 0 h 758"/>
                <a:gd name="T28" fmla="*/ 72 w 328"/>
                <a:gd name="T29" fmla="*/ 0 h 7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8"/>
                <a:gd name="T46" fmla="*/ 0 h 758"/>
                <a:gd name="T47" fmla="*/ 328 w 328"/>
                <a:gd name="T48" fmla="*/ 758 h 7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8" h="758">
                  <a:moveTo>
                    <a:pt x="287" y="0"/>
                  </a:moveTo>
                  <a:lnTo>
                    <a:pt x="224" y="61"/>
                  </a:lnTo>
                  <a:lnTo>
                    <a:pt x="173" y="143"/>
                  </a:lnTo>
                  <a:lnTo>
                    <a:pt x="108" y="264"/>
                  </a:lnTo>
                  <a:lnTo>
                    <a:pt x="64" y="395"/>
                  </a:lnTo>
                  <a:lnTo>
                    <a:pt x="21" y="534"/>
                  </a:lnTo>
                  <a:lnTo>
                    <a:pt x="0" y="758"/>
                  </a:lnTo>
                  <a:lnTo>
                    <a:pt x="51" y="625"/>
                  </a:lnTo>
                  <a:lnTo>
                    <a:pt x="108" y="433"/>
                  </a:lnTo>
                  <a:lnTo>
                    <a:pt x="165" y="295"/>
                  </a:lnTo>
                  <a:lnTo>
                    <a:pt x="220" y="177"/>
                  </a:lnTo>
                  <a:lnTo>
                    <a:pt x="281" y="105"/>
                  </a:lnTo>
                  <a:lnTo>
                    <a:pt x="328" y="10"/>
                  </a:lnTo>
                  <a:lnTo>
                    <a:pt x="2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1" name="Freeform 45"/>
            <p:cNvSpPr>
              <a:spLocks/>
            </p:cNvSpPr>
            <p:nvPr/>
          </p:nvSpPr>
          <p:spPr bwMode="auto">
            <a:xfrm>
              <a:off x="2795" y="1491"/>
              <a:ext cx="302" cy="526"/>
            </a:xfrm>
            <a:custGeom>
              <a:avLst/>
              <a:gdLst>
                <a:gd name="T0" fmla="*/ 139 w 604"/>
                <a:gd name="T1" fmla="*/ 4 h 1053"/>
                <a:gd name="T2" fmla="*/ 130 w 604"/>
                <a:gd name="T3" fmla="*/ 10 h 1053"/>
                <a:gd name="T4" fmla="*/ 111 w 604"/>
                <a:gd name="T5" fmla="*/ 29 h 1053"/>
                <a:gd name="T6" fmla="*/ 86 w 604"/>
                <a:gd name="T7" fmla="*/ 56 h 1053"/>
                <a:gd name="T8" fmla="*/ 65 w 604"/>
                <a:gd name="T9" fmla="*/ 85 h 1053"/>
                <a:gd name="T10" fmla="*/ 48 w 604"/>
                <a:gd name="T11" fmla="*/ 112 h 1053"/>
                <a:gd name="T12" fmla="*/ 30 w 604"/>
                <a:gd name="T13" fmla="*/ 148 h 1053"/>
                <a:gd name="T14" fmla="*/ 14 w 604"/>
                <a:gd name="T15" fmla="*/ 196 h 1053"/>
                <a:gd name="T16" fmla="*/ 3 w 604"/>
                <a:gd name="T17" fmla="*/ 240 h 1053"/>
                <a:gd name="T18" fmla="*/ 0 w 604"/>
                <a:gd name="T19" fmla="*/ 263 h 1053"/>
                <a:gd name="T20" fmla="*/ 11 w 604"/>
                <a:gd name="T21" fmla="*/ 241 h 1053"/>
                <a:gd name="T22" fmla="*/ 23 w 604"/>
                <a:gd name="T23" fmla="*/ 207 h 1053"/>
                <a:gd name="T24" fmla="*/ 40 w 604"/>
                <a:gd name="T25" fmla="*/ 165 h 1053"/>
                <a:gd name="T26" fmla="*/ 56 w 604"/>
                <a:gd name="T27" fmla="*/ 125 h 1053"/>
                <a:gd name="T28" fmla="*/ 75 w 604"/>
                <a:gd name="T29" fmla="*/ 94 h 1053"/>
                <a:gd name="T30" fmla="*/ 98 w 604"/>
                <a:gd name="T31" fmla="*/ 65 h 1053"/>
                <a:gd name="T32" fmla="*/ 123 w 604"/>
                <a:gd name="T33" fmla="*/ 36 h 1053"/>
                <a:gd name="T34" fmla="*/ 151 w 604"/>
                <a:gd name="T35" fmla="*/ 9 h 1053"/>
                <a:gd name="T36" fmla="*/ 146 w 604"/>
                <a:gd name="T37" fmla="*/ 0 h 1053"/>
                <a:gd name="T38" fmla="*/ 139 w 604"/>
                <a:gd name="T39" fmla="*/ 4 h 1053"/>
                <a:gd name="T40" fmla="*/ 139 w 604"/>
                <a:gd name="T41" fmla="*/ 4 h 10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04"/>
                <a:gd name="T64" fmla="*/ 0 h 1053"/>
                <a:gd name="T65" fmla="*/ 604 w 604"/>
                <a:gd name="T66" fmla="*/ 1053 h 10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04" h="1053">
                  <a:moveTo>
                    <a:pt x="555" y="17"/>
                  </a:moveTo>
                  <a:lnTo>
                    <a:pt x="517" y="43"/>
                  </a:lnTo>
                  <a:lnTo>
                    <a:pt x="443" y="116"/>
                  </a:lnTo>
                  <a:lnTo>
                    <a:pt x="344" y="224"/>
                  </a:lnTo>
                  <a:lnTo>
                    <a:pt x="257" y="342"/>
                  </a:lnTo>
                  <a:lnTo>
                    <a:pt x="192" y="450"/>
                  </a:lnTo>
                  <a:lnTo>
                    <a:pt x="118" y="593"/>
                  </a:lnTo>
                  <a:lnTo>
                    <a:pt x="57" y="785"/>
                  </a:lnTo>
                  <a:lnTo>
                    <a:pt x="13" y="963"/>
                  </a:lnTo>
                  <a:lnTo>
                    <a:pt x="0" y="1053"/>
                  </a:lnTo>
                  <a:lnTo>
                    <a:pt x="44" y="967"/>
                  </a:lnTo>
                  <a:lnTo>
                    <a:pt x="91" y="829"/>
                  </a:lnTo>
                  <a:lnTo>
                    <a:pt x="158" y="663"/>
                  </a:lnTo>
                  <a:lnTo>
                    <a:pt x="222" y="503"/>
                  </a:lnTo>
                  <a:lnTo>
                    <a:pt x="300" y="376"/>
                  </a:lnTo>
                  <a:lnTo>
                    <a:pt x="392" y="260"/>
                  </a:lnTo>
                  <a:lnTo>
                    <a:pt x="490" y="146"/>
                  </a:lnTo>
                  <a:lnTo>
                    <a:pt x="604" y="38"/>
                  </a:lnTo>
                  <a:lnTo>
                    <a:pt x="582" y="0"/>
                  </a:lnTo>
                  <a:lnTo>
                    <a:pt x="555"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2" name="Freeform 46"/>
            <p:cNvSpPr>
              <a:spLocks/>
            </p:cNvSpPr>
            <p:nvPr/>
          </p:nvSpPr>
          <p:spPr bwMode="auto">
            <a:xfrm>
              <a:off x="3201" y="1408"/>
              <a:ext cx="30" cy="39"/>
            </a:xfrm>
            <a:custGeom>
              <a:avLst/>
              <a:gdLst>
                <a:gd name="T0" fmla="*/ 14 w 60"/>
                <a:gd name="T1" fmla="*/ 0 h 78"/>
                <a:gd name="T2" fmla="*/ 0 w 60"/>
                <a:gd name="T3" fmla="*/ 10 h 78"/>
                <a:gd name="T4" fmla="*/ 2 w 60"/>
                <a:gd name="T5" fmla="*/ 20 h 78"/>
                <a:gd name="T6" fmla="*/ 15 w 60"/>
                <a:gd name="T7" fmla="*/ 11 h 78"/>
                <a:gd name="T8" fmla="*/ 14 w 60"/>
                <a:gd name="T9" fmla="*/ 0 h 78"/>
                <a:gd name="T10" fmla="*/ 14 w 60"/>
                <a:gd name="T11" fmla="*/ 0 h 78"/>
                <a:gd name="T12" fmla="*/ 0 60000 65536"/>
                <a:gd name="T13" fmla="*/ 0 60000 65536"/>
                <a:gd name="T14" fmla="*/ 0 60000 65536"/>
                <a:gd name="T15" fmla="*/ 0 60000 65536"/>
                <a:gd name="T16" fmla="*/ 0 60000 65536"/>
                <a:gd name="T17" fmla="*/ 0 60000 65536"/>
                <a:gd name="T18" fmla="*/ 0 w 60"/>
                <a:gd name="T19" fmla="*/ 0 h 78"/>
                <a:gd name="T20" fmla="*/ 60 w 60"/>
                <a:gd name="T21" fmla="*/ 78 h 78"/>
              </a:gdLst>
              <a:ahLst/>
              <a:cxnLst>
                <a:cxn ang="T12">
                  <a:pos x="T0" y="T1"/>
                </a:cxn>
                <a:cxn ang="T13">
                  <a:pos x="T2" y="T3"/>
                </a:cxn>
                <a:cxn ang="T14">
                  <a:pos x="T4" y="T5"/>
                </a:cxn>
                <a:cxn ang="T15">
                  <a:pos x="T6" y="T7"/>
                </a:cxn>
                <a:cxn ang="T16">
                  <a:pos x="T8" y="T9"/>
                </a:cxn>
                <a:cxn ang="T17">
                  <a:pos x="T10" y="T11"/>
                </a:cxn>
              </a:cxnLst>
              <a:rect l="T18" t="T19" r="T20" b="T21"/>
              <a:pathLst>
                <a:path w="60" h="78">
                  <a:moveTo>
                    <a:pt x="55" y="0"/>
                  </a:moveTo>
                  <a:lnTo>
                    <a:pt x="0" y="40"/>
                  </a:lnTo>
                  <a:lnTo>
                    <a:pt x="7" y="78"/>
                  </a:lnTo>
                  <a:lnTo>
                    <a:pt x="60" y="44"/>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3" name="Freeform 47"/>
            <p:cNvSpPr>
              <a:spLocks/>
            </p:cNvSpPr>
            <p:nvPr/>
          </p:nvSpPr>
          <p:spPr bwMode="auto">
            <a:xfrm>
              <a:off x="3287" y="1341"/>
              <a:ext cx="41" cy="33"/>
            </a:xfrm>
            <a:custGeom>
              <a:avLst/>
              <a:gdLst>
                <a:gd name="T0" fmla="*/ 18 w 81"/>
                <a:gd name="T1" fmla="*/ 0 h 67"/>
                <a:gd name="T2" fmla="*/ 0 w 81"/>
                <a:gd name="T3" fmla="*/ 11 h 67"/>
                <a:gd name="T4" fmla="*/ 4 w 81"/>
                <a:gd name="T5" fmla="*/ 16 h 67"/>
                <a:gd name="T6" fmla="*/ 21 w 81"/>
                <a:gd name="T7" fmla="*/ 7 h 67"/>
                <a:gd name="T8" fmla="*/ 18 w 81"/>
                <a:gd name="T9" fmla="*/ 0 h 67"/>
                <a:gd name="T10" fmla="*/ 18 w 81"/>
                <a:gd name="T11" fmla="*/ 0 h 67"/>
                <a:gd name="T12" fmla="*/ 0 60000 65536"/>
                <a:gd name="T13" fmla="*/ 0 60000 65536"/>
                <a:gd name="T14" fmla="*/ 0 60000 65536"/>
                <a:gd name="T15" fmla="*/ 0 60000 65536"/>
                <a:gd name="T16" fmla="*/ 0 60000 65536"/>
                <a:gd name="T17" fmla="*/ 0 60000 65536"/>
                <a:gd name="T18" fmla="*/ 0 w 81"/>
                <a:gd name="T19" fmla="*/ 0 h 67"/>
                <a:gd name="T20" fmla="*/ 81 w 81"/>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81" h="67">
                  <a:moveTo>
                    <a:pt x="70" y="0"/>
                  </a:moveTo>
                  <a:lnTo>
                    <a:pt x="0" y="44"/>
                  </a:lnTo>
                  <a:lnTo>
                    <a:pt x="13" y="67"/>
                  </a:lnTo>
                  <a:lnTo>
                    <a:pt x="81" y="31"/>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4" name="Freeform 48"/>
            <p:cNvSpPr>
              <a:spLocks/>
            </p:cNvSpPr>
            <p:nvPr/>
          </p:nvSpPr>
          <p:spPr bwMode="auto">
            <a:xfrm>
              <a:off x="3380" y="1386"/>
              <a:ext cx="22" cy="37"/>
            </a:xfrm>
            <a:custGeom>
              <a:avLst/>
              <a:gdLst>
                <a:gd name="T0" fmla="*/ 8 w 44"/>
                <a:gd name="T1" fmla="*/ 0 h 74"/>
                <a:gd name="T2" fmla="*/ 0 w 44"/>
                <a:gd name="T3" fmla="*/ 3 h 74"/>
                <a:gd name="T4" fmla="*/ 0 w 44"/>
                <a:gd name="T5" fmla="*/ 14 h 74"/>
                <a:gd name="T6" fmla="*/ 9 w 44"/>
                <a:gd name="T7" fmla="*/ 19 h 74"/>
                <a:gd name="T8" fmla="*/ 11 w 44"/>
                <a:gd name="T9" fmla="*/ 7 h 74"/>
                <a:gd name="T10" fmla="*/ 8 w 44"/>
                <a:gd name="T11" fmla="*/ 0 h 74"/>
                <a:gd name="T12" fmla="*/ 8 w 44"/>
                <a:gd name="T13" fmla="*/ 0 h 74"/>
                <a:gd name="T14" fmla="*/ 0 60000 65536"/>
                <a:gd name="T15" fmla="*/ 0 60000 65536"/>
                <a:gd name="T16" fmla="*/ 0 60000 65536"/>
                <a:gd name="T17" fmla="*/ 0 60000 65536"/>
                <a:gd name="T18" fmla="*/ 0 60000 65536"/>
                <a:gd name="T19" fmla="*/ 0 60000 65536"/>
                <a:gd name="T20" fmla="*/ 0 60000 65536"/>
                <a:gd name="T21" fmla="*/ 0 w 44"/>
                <a:gd name="T22" fmla="*/ 0 h 74"/>
                <a:gd name="T23" fmla="*/ 44 w 44"/>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74">
                  <a:moveTo>
                    <a:pt x="30" y="0"/>
                  </a:moveTo>
                  <a:lnTo>
                    <a:pt x="0" y="13"/>
                  </a:lnTo>
                  <a:lnTo>
                    <a:pt x="0" y="57"/>
                  </a:lnTo>
                  <a:lnTo>
                    <a:pt x="34" y="74"/>
                  </a:lnTo>
                  <a:lnTo>
                    <a:pt x="44" y="26"/>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5" name="Freeform 49"/>
            <p:cNvSpPr>
              <a:spLocks/>
            </p:cNvSpPr>
            <p:nvPr/>
          </p:nvSpPr>
          <p:spPr bwMode="auto">
            <a:xfrm>
              <a:off x="3426" y="1330"/>
              <a:ext cx="34" cy="68"/>
            </a:xfrm>
            <a:custGeom>
              <a:avLst/>
              <a:gdLst>
                <a:gd name="T0" fmla="*/ 0 w 68"/>
                <a:gd name="T1" fmla="*/ 5 h 134"/>
                <a:gd name="T2" fmla="*/ 9 w 68"/>
                <a:gd name="T3" fmla="*/ 27 h 134"/>
                <a:gd name="T4" fmla="*/ 17 w 68"/>
                <a:gd name="T5" fmla="*/ 35 h 134"/>
                <a:gd name="T6" fmla="*/ 14 w 68"/>
                <a:gd name="T7" fmla="*/ 15 h 134"/>
                <a:gd name="T8" fmla="*/ 11 w 68"/>
                <a:gd name="T9" fmla="*/ 0 h 134"/>
                <a:gd name="T10" fmla="*/ 0 w 68"/>
                <a:gd name="T11" fmla="*/ 5 h 134"/>
                <a:gd name="T12" fmla="*/ 0 w 68"/>
                <a:gd name="T13" fmla="*/ 5 h 134"/>
                <a:gd name="T14" fmla="*/ 0 60000 65536"/>
                <a:gd name="T15" fmla="*/ 0 60000 65536"/>
                <a:gd name="T16" fmla="*/ 0 60000 65536"/>
                <a:gd name="T17" fmla="*/ 0 60000 65536"/>
                <a:gd name="T18" fmla="*/ 0 60000 65536"/>
                <a:gd name="T19" fmla="*/ 0 60000 65536"/>
                <a:gd name="T20" fmla="*/ 0 60000 65536"/>
                <a:gd name="T21" fmla="*/ 0 w 68"/>
                <a:gd name="T22" fmla="*/ 0 h 134"/>
                <a:gd name="T23" fmla="*/ 68 w 68"/>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8" h="134">
                  <a:moveTo>
                    <a:pt x="0" y="17"/>
                  </a:moveTo>
                  <a:lnTo>
                    <a:pt x="34" y="104"/>
                  </a:lnTo>
                  <a:lnTo>
                    <a:pt x="68" y="134"/>
                  </a:lnTo>
                  <a:lnTo>
                    <a:pt x="57" y="60"/>
                  </a:lnTo>
                  <a:lnTo>
                    <a:pt x="44"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6" name="Freeform 50"/>
            <p:cNvSpPr>
              <a:spLocks/>
            </p:cNvSpPr>
            <p:nvPr/>
          </p:nvSpPr>
          <p:spPr bwMode="auto">
            <a:xfrm>
              <a:off x="3417" y="1291"/>
              <a:ext cx="31" cy="24"/>
            </a:xfrm>
            <a:custGeom>
              <a:avLst/>
              <a:gdLst>
                <a:gd name="T0" fmla="*/ 6 w 61"/>
                <a:gd name="T1" fmla="*/ 0 h 47"/>
                <a:gd name="T2" fmla="*/ 0 w 61"/>
                <a:gd name="T3" fmla="*/ 8 h 47"/>
                <a:gd name="T4" fmla="*/ 8 w 61"/>
                <a:gd name="T5" fmla="*/ 12 h 47"/>
                <a:gd name="T6" fmla="*/ 16 w 61"/>
                <a:gd name="T7" fmla="*/ 8 h 47"/>
                <a:gd name="T8" fmla="*/ 13 w 61"/>
                <a:gd name="T9" fmla="*/ 0 h 47"/>
                <a:gd name="T10" fmla="*/ 6 w 61"/>
                <a:gd name="T11" fmla="*/ 0 h 47"/>
                <a:gd name="T12" fmla="*/ 6 w 61"/>
                <a:gd name="T13" fmla="*/ 0 h 47"/>
                <a:gd name="T14" fmla="*/ 0 60000 65536"/>
                <a:gd name="T15" fmla="*/ 0 60000 65536"/>
                <a:gd name="T16" fmla="*/ 0 60000 65536"/>
                <a:gd name="T17" fmla="*/ 0 60000 65536"/>
                <a:gd name="T18" fmla="*/ 0 60000 65536"/>
                <a:gd name="T19" fmla="*/ 0 60000 65536"/>
                <a:gd name="T20" fmla="*/ 0 60000 65536"/>
                <a:gd name="T21" fmla="*/ 0 w 61"/>
                <a:gd name="T22" fmla="*/ 0 h 47"/>
                <a:gd name="T23" fmla="*/ 61 w 61"/>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7">
                  <a:moveTo>
                    <a:pt x="21" y="0"/>
                  </a:moveTo>
                  <a:lnTo>
                    <a:pt x="0" y="30"/>
                  </a:lnTo>
                  <a:lnTo>
                    <a:pt x="30" y="47"/>
                  </a:lnTo>
                  <a:lnTo>
                    <a:pt x="61" y="30"/>
                  </a:lnTo>
                  <a:lnTo>
                    <a:pt x="51" y="0"/>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7" name="Freeform 51"/>
            <p:cNvSpPr>
              <a:spLocks/>
            </p:cNvSpPr>
            <p:nvPr/>
          </p:nvSpPr>
          <p:spPr bwMode="auto">
            <a:xfrm>
              <a:off x="3463" y="1261"/>
              <a:ext cx="28" cy="19"/>
            </a:xfrm>
            <a:custGeom>
              <a:avLst/>
              <a:gdLst>
                <a:gd name="T0" fmla="*/ 7 w 55"/>
                <a:gd name="T1" fmla="*/ 0 h 38"/>
                <a:gd name="T2" fmla="*/ 0 w 55"/>
                <a:gd name="T3" fmla="*/ 5 h 38"/>
                <a:gd name="T4" fmla="*/ 6 w 55"/>
                <a:gd name="T5" fmla="*/ 10 h 38"/>
                <a:gd name="T6" fmla="*/ 12 w 55"/>
                <a:gd name="T7" fmla="*/ 8 h 38"/>
                <a:gd name="T8" fmla="*/ 14 w 55"/>
                <a:gd name="T9" fmla="*/ 3 h 38"/>
                <a:gd name="T10" fmla="*/ 7 w 55"/>
                <a:gd name="T11" fmla="*/ 0 h 38"/>
                <a:gd name="T12" fmla="*/ 7 w 55"/>
                <a:gd name="T13" fmla="*/ 0 h 38"/>
                <a:gd name="T14" fmla="*/ 0 60000 65536"/>
                <a:gd name="T15" fmla="*/ 0 60000 65536"/>
                <a:gd name="T16" fmla="*/ 0 60000 65536"/>
                <a:gd name="T17" fmla="*/ 0 60000 65536"/>
                <a:gd name="T18" fmla="*/ 0 60000 65536"/>
                <a:gd name="T19" fmla="*/ 0 60000 65536"/>
                <a:gd name="T20" fmla="*/ 0 60000 65536"/>
                <a:gd name="T21" fmla="*/ 0 w 55"/>
                <a:gd name="T22" fmla="*/ 0 h 38"/>
                <a:gd name="T23" fmla="*/ 55 w 5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 h="38">
                  <a:moveTo>
                    <a:pt x="25" y="0"/>
                  </a:moveTo>
                  <a:lnTo>
                    <a:pt x="0" y="21"/>
                  </a:lnTo>
                  <a:lnTo>
                    <a:pt x="21" y="38"/>
                  </a:lnTo>
                  <a:lnTo>
                    <a:pt x="48" y="30"/>
                  </a:lnTo>
                  <a:lnTo>
                    <a:pt x="55" y="13"/>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8" name="Freeform 52"/>
            <p:cNvSpPr>
              <a:spLocks/>
            </p:cNvSpPr>
            <p:nvPr/>
          </p:nvSpPr>
          <p:spPr bwMode="auto">
            <a:xfrm>
              <a:off x="3493" y="1305"/>
              <a:ext cx="31" cy="69"/>
            </a:xfrm>
            <a:custGeom>
              <a:avLst/>
              <a:gdLst>
                <a:gd name="T0" fmla="*/ 5 w 61"/>
                <a:gd name="T1" fmla="*/ 2 h 139"/>
                <a:gd name="T2" fmla="*/ 0 w 61"/>
                <a:gd name="T3" fmla="*/ 9 h 139"/>
                <a:gd name="T4" fmla="*/ 3 w 61"/>
                <a:gd name="T5" fmla="*/ 24 h 139"/>
                <a:gd name="T6" fmla="*/ 8 w 61"/>
                <a:gd name="T7" fmla="*/ 34 h 139"/>
                <a:gd name="T8" fmla="*/ 14 w 61"/>
                <a:gd name="T9" fmla="*/ 23 h 139"/>
                <a:gd name="T10" fmla="*/ 16 w 61"/>
                <a:gd name="T11" fmla="*/ 8 h 139"/>
                <a:gd name="T12" fmla="*/ 12 w 61"/>
                <a:gd name="T13" fmla="*/ 0 h 139"/>
                <a:gd name="T14" fmla="*/ 5 w 61"/>
                <a:gd name="T15" fmla="*/ 2 h 139"/>
                <a:gd name="T16" fmla="*/ 5 w 61"/>
                <a:gd name="T17" fmla="*/ 2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1"/>
                <a:gd name="T28" fmla="*/ 0 h 139"/>
                <a:gd name="T29" fmla="*/ 61 w 61"/>
                <a:gd name="T30" fmla="*/ 139 h 13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1" h="139">
                  <a:moveTo>
                    <a:pt x="17" y="8"/>
                  </a:moveTo>
                  <a:lnTo>
                    <a:pt x="0" y="38"/>
                  </a:lnTo>
                  <a:lnTo>
                    <a:pt x="11" y="99"/>
                  </a:lnTo>
                  <a:lnTo>
                    <a:pt x="30" y="139"/>
                  </a:lnTo>
                  <a:lnTo>
                    <a:pt x="55" y="95"/>
                  </a:lnTo>
                  <a:lnTo>
                    <a:pt x="61" y="34"/>
                  </a:lnTo>
                  <a:lnTo>
                    <a:pt x="48" y="0"/>
                  </a:lnTo>
                  <a:lnTo>
                    <a:pt x="1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9" name="Freeform 53"/>
            <p:cNvSpPr>
              <a:spLocks/>
            </p:cNvSpPr>
            <p:nvPr/>
          </p:nvSpPr>
          <p:spPr bwMode="auto">
            <a:xfrm>
              <a:off x="3551" y="1276"/>
              <a:ext cx="24" cy="100"/>
            </a:xfrm>
            <a:custGeom>
              <a:avLst/>
              <a:gdLst>
                <a:gd name="T0" fmla="*/ 0 w 47"/>
                <a:gd name="T1" fmla="*/ 5 h 200"/>
                <a:gd name="T2" fmla="*/ 3 w 47"/>
                <a:gd name="T3" fmla="*/ 34 h 200"/>
                <a:gd name="T4" fmla="*/ 9 w 47"/>
                <a:gd name="T5" fmla="*/ 50 h 200"/>
                <a:gd name="T6" fmla="*/ 12 w 47"/>
                <a:gd name="T7" fmla="*/ 42 h 200"/>
                <a:gd name="T8" fmla="*/ 12 w 47"/>
                <a:gd name="T9" fmla="*/ 5 h 200"/>
                <a:gd name="T10" fmla="*/ 8 w 47"/>
                <a:gd name="T11" fmla="*/ 0 h 200"/>
                <a:gd name="T12" fmla="*/ 0 w 47"/>
                <a:gd name="T13" fmla="*/ 5 h 200"/>
                <a:gd name="T14" fmla="*/ 0 w 47"/>
                <a:gd name="T15" fmla="*/ 5 h 200"/>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200"/>
                <a:gd name="T26" fmla="*/ 47 w 47"/>
                <a:gd name="T27" fmla="*/ 200 h 2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200">
                  <a:moveTo>
                    <a:pt x="0" y="17"/>
                  </a:moveTo>
                  <a:lnTo>
                    <a:pt x="9" y="135"/>
                  </a:lnTo>
                  <a:lnTo>
                    <a:pt x="36" y="200"/>
                  </a:lnTo>
                  <a:lnTo>
                    <a:pt x="47" y="166"/>
                  </a:lnTo>
                  <a:lnTo>
                    <a:pt x="47" y="17"/>
                  </a:lnTo>
                  <a:lnTo>
                    <a:pt x="30"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0" name="Freeform 54"/>
            <p:cNvSpPr>
              <a:spLocks/>
            </p:cNvSpPr>
            <p:nvPr/>
          </p:nvSpPr>
          <p:spPr bwMode="auto">
            <a:xfrm>
              <a:off x="2900" y="1460"/>
              <a:ext cx="401" cy="554"/>
            </a:xfrm>
            <a:custGeom>
              <a:avLst/>
              <a:gdLst>
                <a:gd name="T0" fmla="*/ 190 w 802"/>
                <a:gd name="T1" fmla="*/ 1 h 1106"/>
                <a:gd name="T2" fmla="*/ 172 w 802"/>
                <a:gd name="T3" fmla="*/ 10 h 1106"/>
                <a:gd name="T4" fmla="*/ 149 w 802"/>
                <a:gd name="T5" fmla="*/ 27 h 1106"/>
                <a:gd name="T6" fmla="*/ 126 w 802"/>
                <a:gd name="T7" fmla="*/ 47 h 1106"/>
                <a:gd name="T8" fmla="*/ 103 w 802"/>
                <a:gd name="T9" fmla="*/ 71 h 1106"/>
                <a:gd name="T10" fmla="*/ 86 w 802"/>
                <a:gd name="T11" fmla="*/ 90 h 1106"/>
                <a:gd name="T12" fmla="*/ 65 w 802"/>
                <a:gd name="T13" fmla="*/ 117 h 1106"/>
                <a:gd name="T14" fmla="*/ 48 w 802"/>
                <a:gd name="T15" fmla="*/ 144 h 1106"/>
                <a:gd name="T16" fmla="*/ 31 w 802"/>
                <a:gd name="T17" fmla="*/ 172 h 1106"/>
                <a:gd name="T18" fmla="*/ 17 w 802"/>
                <a:gd name="T19" fmla="*/ 201 h 1106"/>
                <a:gd name="T20" fmla="*/ 7 w 802"/>
                <a:gd name="T21" fmla="*/ 231 h 1106"/>
                <a:gd name="T22" fmla="*/ 3 w 802"/>
                <a:gd name="T23" fmla="*/ 251 h 1106"/>
                <a:gd name="T24" fmla="*/ 0 w 802"/>
                <a:gd name="T25" fmla="*/ 278 h 1106"/>
                <a:gd name="T26" fmla="*/ 11 w 802"/>
                <a:gd name="T27" fmla="*/ 246 h 1106"/>
                <a:gd name="T28" fmla="*/ 22 w 802"/>
                <a:gd name="T29" fmla="*/ 219 h 1106"/>
                <a:gd name="T30" fmla="*/ 36 w 802"/>
                <a:gd name="T31" fmla="*/ 186 h 1106"/>
                <a:gd name="T32" fmla="*/ 50 w 802"/>
                <a:gd name="T33" fmla="*/ 163 h 1106"/>
                <a:gd name="T34" fmla="*/ 71 w 802"/>
                <a:gd name="T35" fmla="*/ 135 h 1106"/>
                <a:gd name="T36" fmla="*/ 93 w 802"/>
                <a:gd name="T37" fmla="*/ 104 h 1106"/>
                <a:gd name="T38" fmla="*/ 111 w 802"/>
                <a:gd name="T39" fmla="*/ 83 h 1106"/>
                <a:gd name="T40" fmla="*/ 137 w 802"/>
                <a:gd name="T41" fmla="*/ 55 h 1106"/>
                <a:gd name="T42" fmla="*/ 161 w 802"/>
                <a:gd name="T43" fmla="*/ 34 h 1106"/>
                <a:gd name="T44" fmla="*/ 181 w 802"/>
                <a:gd name="T45" fmla="*/ 19 h 1106"/>
                <a:gd name="T46" fmla="*/ 201 w 802"/>
                <a:gd name="T47" fmla="*/ 6 h 1106"/>
                <a:gd name="T48" fmla="*/ 200 w 802"/>
                <a:gd name="T49" fmla="*/ 0 h 1106"/>
                <a:gd name="T50" fmla="*/ 190 w 802"/>
                <a:gd name="T51" fmla="*/ 1 h 1106"/>
                <a:gd name="T52" fmla="*/ 190 w 802"/>
                <a:gd name="T53" fmla="*/ 1 h 110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02"/>
                <a:gd name="T82" fmla="*/ 0 h 1106"/>
                <a:gd name="T83" fmla="*/ 802 w 802"/>
                <a:gd name="T84" fmla="*/ 1106 h 110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02" h="1106">
                  <a:moveTo>
                    <a:pt x="758" y="4"/>
                  </a:moveTo>
                  <a:lnTo>
                    <a:pt x="688" y="38"/>
                  </a:lnTo>
                  <a:lnTo>
                    <a:pt x="593" y="108"/>
                  </a:lnTo>
                  <a:lnTo>
                    <a:pt x="502" y="186"/>
                  </a:lnTo>
                  <a:lnTo>
                    <a:pt x="412" y="281"/>
                  </a:lnTo>
                  <a:lnTo>
                    <a:pt x="344" y="357"/>
                  </a:lnTo>
                  <a:lnTo>
                    <a:pt x="260" y="468"/>
                  </a:lnTo>
                  <a:lnTo>
                    <a:pt x="190" y="572"/>
                  </a:lnTo>
                  <a:lnTo>
                    <a:pt x="122" y="684"/>
                  </a:lnTo>
                  <a:lnTo>
                    <a:pt x="68" y="802"/>
                  </a:lnTo>
                  <a:lnTo>
                    <a:pt x="27" y="920"/>
                  </a:lnTo>
                  <a:lnTo>
                    <a:pt x="10" y="1002"/>
                  </a:lnTo>
                  <a:lnTo>
                    <a:pt x="0" y="1106"/>
                  </a:lnTo>
                  <a:lnTo>
                    <a:pt x="44" y="981"/>
                  </a:lnTo>
                  <a:lnTo>
                    <a:pt x="87" y="872"/>
                  </a:lnTo>
                  <a:lnTo>
                    <a:pt x="144" y="743"/>
                  </a:lnTo>
                  <a:lnTo>
                    <a:pt x="200" y="650"/>
                  </a:lnTo>
                  <a:lnTo>
                    <a:pt x="281" y="538"/>
                  </a:lnTo>
                  <a:lnTo>
                    <a:pt x="369" y="416"/>
                  </a:lnTo>
                  <a:lnTo>
                    <a:pt x="443" y="329"/>
                  </a:lnTo>
                  <a:lnTo>
                    <a:pt x="546" y="220"/>
                  </a:lnTo>
                  <a:lnTo>
                    <a:pt x="641" y="135"/>
                  </a:lnTo>
                  <a:lnTo>
                    <a:pt x="724" y="74"/>
                  </a:lnTo>
                  <a:lnTo>
                    <a:pt x="802" y="21"/>
                  </a:lnTo>
                  <a:lnTo>
                    <a:pt x="798" y="0"/>
                  </a:lnTo>
                  <a:lnTo>
                    <a:pt x="75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1" name="Freeform 55"/>
            <p:cNvSpPr>
              <a:spLocks/>
            </p:cNvSpPr>
            <p:nvPr/>
          </p:nvSpPr>
          <p:spPr bwMode="auto">
            <a:xfrm>
              <a:off x="3127" y="2037"/>
              <a:ext cx="30" cy="29"/>
            </a:xfrm>
            <a:custGeom>
              <a:avLst/>
              <a:gdLst>
                <a:gd name="T0" fmla="*/ 5 w 61"/>
                <a:gd name="T1" fmla="*/ 0 h 57"/>
                <a:gd name="T2" fmla="*/ 0 w 61"/>
                <a:gd name="T3" fmla="*/ 11 h 57"/>
                <a:gd name="T4" fmla="*/ 9 w 61"/>
                <a:gd name="T5" fmla="*/ 15 h 57"/>
                <a:gd name="T6" fmla="*/ 15 w 61"/>
                <a:gd name="T7" fmla="*/ 5 h 57"/>
                <a:gd name="T8" fmla="*/ 5 w 61"/>
                <a:gd name="T9" fmla="*/ 0 h 57"/>
                <a:gd name="T10" fmla="*/ 5 w 61"/>
                <a:gd name="T11" fmla="*/ 0 h 57"/>
                <a:gd name="T12" fmla="*/ 0 60000 65536"/>
                <a:gd name="T13" fmla="*/ 0 60000 65536"/>
                <a:gd name="T14" fmla="*/ 0 60000 65536"/>
                <a:gd name="T15" fmla="*/ 0 60000 65536"/>
                <a:gd name="T16" fmla="*/ 0 60000 65536"/>
                <a:gd name="T17" fmla="*/ 0 60000 65536"/>
                <a:gd name="T18" fmla="*/ 0 w 61"/>
                <a:gd name="T19" fmla="*/ 0 h 57"/>
                <a:gd name="T20" fmla="*/ 61 w 61"/>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61" h="57">
                  <a:moveTo>
                    <a:pt x="23" y="0"/>
                  </a:moveTo>
                  <a:lnTo>
                    <a:pt x="0" y="43"/>
                  </a:lnTo>
                  <a:lnTo>
                    <a:pt x="36" y="57"/>
                  </a:lnTo>
                  <a:lnTo>
                    <a:pt x="61" y="17"/>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2" name="Freeform 56"/>
            <p:cNvSpPr>
              <a:spLocks/>
            </p:cNvSpPr>
            <p:nvPr/>
          </p:nvSpPr>
          <p:spPr bwMode="auto">
            <a:xfrm>
              <a:off x="3142" y="1975"/>
              <a:ext cx="37" cy="30"/>
            </a:xfrm>
            <a:custGeom>
              <a:avLst/>
              <a:gdLst>
                <a:gd name="T0" fmla="*/ 0 w 74"/>
                <a:gd name="T1" fmla="*/ 8 h 61"/>
                <a:gd name="T2" fmla="*/ 9 w 74"/>
                <a:gd name="T3" fmla="*/ 13 h 61"/>
                <a:gd name="T4" fmla="*/ 19 w 74"/>
                <a:gd name="T5" fmla="*/ 15 h 61"/>
                <a:gd name="T6" fmla="*/ 15 w 74"/>
                <a:gd name="T7" fmla="*/ 4 h 61"/>
                <a:gd name="T8" fmla="*/ 7 w 74"/>
                <a:gd name="T9" fmla="*/ 0 h 61"/>
                <a:gd name="T10" fmla="*/ 0 w 74"/>
                <a:gd name="T11" fmla="*/ 8 h 61"/>
                <a:gd name="T12" fmla="*/ 0 w 74"/>
                <a:gd name="T13" fmla="*/ 8 h 61"/>
                <a:gd name="T14" fmla="*/ 0 60000 65536"/>
                <a:gd name="T15" fmla="*/ 0 60000 65536"/>
                <a:gd name="T16" fmla="*/ 0 60000 65536"/>
                <a:gd name="T17" fmla="*/ 0 60000 65536"/>
                <a:gd name="T18" fmla="*/ 0 60000 65536"/>
                <a:gd name="T19" fmla="*/ 0 60000 65536"/>
                <a:gd name="T20" fmla="*/ 0 60000 65536"/>
                <a:gd name="T21" fmla="*/ 0 w 74"/>
                <a:gd name="T22" fmla="*/ 0 h 61"/>
                <a:gd name="T23" fmla="*/ 74 w 74"/>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 h="61">
                  <a:moveTo>
                    <a:pt x="0" y="35"/>
                  </a:moveTo>
                  <a:lnTo>
                    <a:pt x="36" y="55"/>
                  </a:lnTo>
                  <a:lnTo>
                    <a:pt x="74" y="61"/>
                  </a:lnTo>
                  <a:lnTo>
                    <a:pt x="61" y="17"/>
                  </a:lnTo>
                  <a:lnTo>
                    <a:pt x="26" y="0"/>
                  </a:lnTo>
                  <a:lnTo>
                    <a:pt x="0"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3" name="Freeform 57"/>
            <p:cNvSpPr>
              <a:spLocks/>
            </p:cNvSpPr>
            <p:nvPr/>
          </p:nvSpPr>
          <p:spPr bwMode="auto">
            <a:xfrm>
              <a:off x="3157" y="1902"/>
              <a:ext cx="91" cy="64"/>
            </a:xfrm>
            <a:custGeom>
              <a:avLst/>
              <a:gdLst>
                <a:gd name="T0" fmla="*/ 0 w 183"/>
                <a:gd name="T1" fmla="*/ 13 h 127"/>
                <a:gd name="T2" fmla="*/ 22 w 183"/>
                <a:gd name="T3" fmla="*/ 26 h 127"/>
                <a:gd name="T4" fmla="*/ 45 w 183"/>
                <a:gd name="T5" fmla="*/ 32 h 127"/>
                <a:gd name="T6" fmla="*/ 42 w 183"/>
                <a:gd name="T7" fmla="*/ 25 h 127"/>
                <a:gd name="T8" fmla="*/ 6 w 183"/>
                <a:gd name="T9" fmla="*/ 0 h 127"/>
                <a:gd name="T10" fmla="*/ 0 w 183"/>
                <a:gd name="T11" fmla="*/ 13 h 127"/>
                <a:gd name="T12" fmla="*/ 0 w 183"/>
                <a:gd name="T13" fmla="*/ 13 h 127"/>
                <a:gd name="T14" fmla="*/ 0 60000 65536"/>
                <a:gd name="T15" fmla="*/ 0 60000 65536"/>
                <a:gd name="T16" fmla="*/ 0 60000 65536"/>
                <a:gd name="T17" fmla="*/ 0 60000 65536"/>
                <a:gd name="T18" fmla="*/ 0 60000 65536"/>
                <a:gd name="T19" fmla="*/ 0 60000 65536"/>
                <a:gd name="T20" fmla="*/ 0 60000 65536"/>
                <a:gd name="T21" fmla="*/ 0 w 183"/>
                <a:gd name="T22" fmla="*/ 0 h 127"/>
                <a:gd name="T23" fmla="*/ 183 w 183"/>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 h="127">
                  <a:moveTo>
                    <a:pt x="0" y="49"/>
                  </a:moveTo>
                  <a:lnTo>
                    <a:pt x="88" y="104"/>
                  </a:lnTo>
                  <a:lnTo>
                    <a:pt x="183" y="127"/>
                  </a:lnTo>
                  <a:lnTo>
                    <a:pt x="169" y="97"/>
                  </a:lnTo>
                  <a:lnTo>
                    <a:pt x="27" y="0"/>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4" name="Freeform 58"/>
            <p:cNvSpPr>
              <a:spLocks/>
            </p:cNvSpPr>
            <p:nvPr/>
          </p:nvSpPr>
          <p:spPr bwMode="auto">
            <a:xfrm>
              <a:off x="3187" y="1836"/>
              <a:ext cx="105" cy="78"/>
            </a:xfrm>
            <a:custGeom>
              <a:avLst/>
              <a:gdLst>
                <a:gd name="T0" fmla="*/ 0 w 209"/>
                <a:gd name="T1" fmla="*/ 8 h 156"/>
                <a:gd name="T2" fmla="*/ 27 w 209"/>
                <a:gd name="T3" fmla="*/ 28 h 156"/>
                <a:gd name="T4" fmla="*/ 49 w 209"/>
                <a:gd name="T5" fmla="*/ 39 h 156"/>
                <a:gd name="T6" fmla="*/ 53 w 209"/>
                <a:gd name="T7" fmla="*/ 30 h 156"/>
                <a:gd name="T8" fmla="*/ 20 w 209"/>
                <a:gd name="T9" fmla="*/ 5 h 156"/>
                <a:gd name="T10" fmla="*/ 9 w 209"/>
                <a:gd name="T11" fmla="*/ 0 h 156"/>
                <a:gd name="T12" fmla="*/ 3 w 209"/>
                <a:gd name="T13" fmla="*/ 1 h 156"/>
                <a:gd name="T14" fmla="*/ 0 w 209"/>
                <a:gd name="T15" fmla="*/ 8 h 156"/>
                <a:gd name="T16" fmla="*/ 0 w 209"/>
                <a:gd name="T17" fmla="*/ 8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9"/>
                <a:gd name="T28" fmla="*/ 0 h 156"/>
                <a:gd name="T29" fmla="*/ 209 w 209"/>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9" h="156">
                  <a:moveTo>
                    <a:pt x="0" y="30"/>
                  </a:moveTo>
                  <a:lnTo>
                    <a:pt x="108" y="112"/>
                  </a:lnTo>
                  <a:lnTo>
                    <a:pt x="196" y="156"/>
                  </a:lnTo>
                  <a:lnTo>
                    <a:pt x="209" y="121"/>
                  </a:lnTo>
                  <a:lnTo>
                    <a:pt x="78" y="21"/>
                  </a:lnTo>
                  <a:lnTo>
                    <a:pt x="34" y="0"/>
                  </a:lnTo>
                  <a:lnTo>
                    <a:pt x="9"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5" name="Freeform 59"/>
            <p:cNvSpPr>
              <a:spLocks/>
            </p:cNvSpPr>
            <p:nvPr/>
          </p:nvSpPr>
          <p:spPr bwMode="auto">
            <a:xfrm>
              <a:off x="3218" y="1777"/>
              <a:ext cx="125" cy="105"/>
            </a:xfrm>
            <a:custGeom>
              <a:avLst/>
              <a:gdLst>
                <a:gd name="T0" fmla="*/ 2 w 251"/>
                <a:gd name="T1" fmla="*/ 9 h 209"/>
                <a:gd name="T2" fmla="*/ 23 w 251"/>
                <a:gd name="T3" fmla="*/ 28 h 209"/>
                <a:gd name="T4" fmla="*/ 41 w 251"/>
                <a:gd name="T5" fmla="*/ 42 h 209"/>
                <a:gd name="T6" fmla="*/ 62 w 251"/>
                <a:gd name="T7" fmla="*/ 53 h 209"/>
                <a:gd name="T8" fmla="*/ 59 w 251"/>
                <a:gd name="T9" fmla="*/ 43 h 209"/>
                <a:gd name="T10" fmla="*/ 29 w 251"/>
                <a:gd name="T11" fmla="*/ 19 h 209"/>
                <a:gd name="T12" fmla="*/ 10 w 251"/>
                <a:gd name="T13" fmla="*/ 0 h 209"/>
                <a:gd name="T14" fmla="*/ 0 w 251"/>
                <a:gd name="T15" fmla="*/ 0 h 209"/>
                <a:gd name="T16" fmla="*/ 2 w 251"/>
                <a:gd name="T17" fmla="*/ 9 h 209"/>
                <a:gd name="T18" fmla="*/ 2 w 251"/>
                <a:gd name="T19" fmla="*/ 9 h 2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1"/>
                <a:gd name="T31" fmla="*/ 0 h 209"/>
                <a:gd name="T32" fmla="*/ 251 w 251"/>
                <a:gd name="T33" fmla="*/ 209 h 20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1" h="209">
                  <a:moveTo>
                    <a:pt x="9" y="34"/>
                  </a:moveTo>
                  <a:lnTo>
                    <a:pt x="95" y="112"/>
                  </a:lnTo>
                  <a:lnTo>
                    <a:pt x="165" y="165"/>
                  </a:lnTo>
                  <a:lnTo>
                    <a:pt x="251" y="209"/>
                  </a:lnTo>
                  <a:lnTo>
                    <a:pt x="239" y="169"/>
                  </a:lnTo>
                  <a:lnTo>
                    <a:pt x="118" y="74"/>
                  </a:lnTo>
                  <a:lnTo>
                    <a:pt x="43" y="0"/>
                  </a:lnTo>
                  <a:lnTo>
                    <a:pt x="0" y="0"/>
                  </a:lnTo>
                  <a:lnTo>
                    <a:pt x="9"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6" name="Freeform 60"/>
            <p:cNvSpPr>
              <a:spLocks/>
            </p:cNvSpPr>
            <p:nvPr/>
          </p:nvSpPr>
          <p:spPr bwMode="auto">
            <a:xfrm>
              <a:off x="3244" y="1694"/>
              <a:ext cx="160" cy="152"/>
            </a:xfrm>
            <a:custGeom>
              <a:avLst/>
              <a:gdLst>
                <a:gd name="T0" fmla="*/ 0 w 321"/>
                <a:gd name="T1" fmla="*/ 35 h 304"/>
                <a:gd name="T2" fmla="*/ 26 w 321"/>
                <a:gd name="T3" fmla="*/ 53 h 304"/>
                <a:gd name="T4" fmla="*/ 28 w 321"/>
                <a:gd name="T5" fmla="*/ 45 h 304"/>
                <a:gd name="T6" fmla="*/ 20 w 321"/>
                <a:gd name="T7" fmla="*/ 37 h 304"/>
                <a:gd name="T8" fmla="*/ 17 w 321"/>
                <a:gd name="T9" fmla="*/ 27 h 304"/>
                <a:gd name="T10" fmla="*/ 21 w 321"/>
                <a:gd name="T11" fmla="*/ 18 h 304"/>
                <a:gd name="T12" fmla="*/ 26 w 321"/>
                <a:gd name="T13" fmla="*/ 11 h 304"/>
                <a:gd name="T14" fmla="*/ 47 w 321"/>
                <a:gd name="T15" fmla="*/ 30 h 304"/>
                <a:gd name="T16" fmla="*/ 67 w 321"/>
                <a:gd name="T17" fmla="*/ 49 h 304"/>
                <a:gd name="T18" fmla="*/ 64 w 321"/>
                <a:gd name="T19" fmla="*/ 59 h 304"/>
                <a:gd name="T20" fmla="*/ 55 w 321"/>
                <a:gd name="T21" fmla="*/ 63 h 304"/>
                <a:gd name="T22" fmla="*/ 41 w 321"/>
                <a:gd name="T23" fmla="*/ 62 h 304"/>
                <a:gd name="T24" fmla="*/ 48 w 321"/>
                <a:gd name="T25" fmla="*/ 70 h 304"/>
                <a:gd name="T26" fmla="*/ 59 w 321"/>
                <a:gd name="T27" fmla="*/ 76 h 304"/>
                <a:gd name="T28" fmla="*/ 67 w 321"/>
                <a:gd name="T29" fmla="*/ 73 h 304"/>
                <a:gd name="T30" fmla="*/ 76 w 321"/>
                <a:gd name="T31" fmla="*/ 65 h 304"/>
                <a:gd name="T32" fmla="*/ 80 w 321"/>
                <a:gd name="T33" fmla="*/ 56 h 304"/>
                <a:gd name="T34" fmla="*/ 76 w 321"/>
                <a:gd name="T35" fmla="*/ 42 h 304"/>
                <a:gd name="T36" fmla="*/ 65 w 321"/>
                <a:gd name="T37" fmla="*/ 30 h 304"/>
                <a:gd name="T38" fmla="*/ 43 w 321"/>
                <a:gd name="T39" fmla="*/ 10 h 304"/>
                <a:gd name="T40" fmla="*/ 37 w 321"/>
                <a:gd name="T41" fmla="*/ 0 h 304"/>
                <a:gd name="T42" fmla="*/ 25 w 321"/>
                <a:gd name="T43" fmla="*/ 0 h 304"/>
                <a:gd name="T44" fmla="*/ 14 w 321"/>
                <a:gd name="T45" fmla="*/ 6 h 304"/>
                <a:gd name="T46" fmla="*/ 6 w 321"/>
                <a:gd name="T47" fmla="*/ 15 h 304"/>
                <a:gd name="T48" fmla="*/ 2 w 321"/>
                <a:gd name="T49" fmla="*/ 26 h 304"/>
                <a:gd name="T50" fmla="*/ 0 w 321"/>
                <a:gd name="T51" fmla="*/ 35 h 304"/>
                <a:gd name="T52" fmla="*/ 0 w 321"/>
                <a:gd name="T53" fmla="*/ 35 h 30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21"/>
                <a:gd name="T82" fmla="*/ 0 h 304"/>
                <a:gd name="T83" fmla="*/ 321 w 321"/>
                <a:gd name="T84" fmla="*/ 304 h 30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21" h="304">
                  <a:moveTo>
                    <a:pt x="0" y="138"/>
                  </a:moveTo>
                  <a:lnTo>
                    <a:pt x="105" y="212"/>
                  </a:lnTo>
                  <a:lnTo>
                    <a:pt x="114" y="178"/>
                  </a:lnTo>
                  <a:lnTo>
                    <a:pt x="80" y="148"/>
                  </a:lnTo>
                  <a:lnTo>
                    <a:pt x="70" y="108"/>
                  </a:lnTo>
                  <a:lnTo>
                    <a:pt x="84" y="70"/>
                  </a:lnTo>
                  <a:lnTo>
                    <a:pt x="105" y="43"/>
                  </a:lnTo>
                  <a:lnTo>
                    <a:pt x="188" y="121"/>
                  </a:lnTo>
                  <a:lnTo>
                    <a:pt x="270" y="195"/>
                  </a:lnTo>
                  <a:lnTo>
                    <a:pt x="257" y="235"/>
                  </a:lnTo>
                  <a:lnTo>
                    <a:pt x="222" y="252"/>
                  </a:lnTo>
                  <a:lnTo>
                    <a:pt x="165" y="247"/>
                  </a:lnTo>
                  <a:lnTo>
                    <a:pt x="192" y="277"/>
                  </a:lnTo>
                  <a:lnTo>
                    <a:pt x="236" y="304"/>
                  </a:lnTo>
                  <a:lnTo>
                    <a:pt x="270" y="290"/>
                  </a:lnTo>
                  <a:lnTo>
                    <a:pt x="304" y="260"/>
                  </a:lnTo>
                  <a:lnTo>
                    <a:pt x="321" y="222"/>
                  </a:lnTo>
                  <a:lnTo>
                    <a:pt x="304" y="169"/>
                  </a:lnTo>
                  <a:lnTo>
                    <a:pt x="260" y="121"/>
                  </a:lnTo>
                  <a:lnTo>
                    <a:pt x="175" y="39"/>
                  </a:lnTo>
                  <a:lnTo>
                    <a:pt x="148" y="0"/>
                  </a:lnTo>
                  <a:lnTo>
                    <a:pt x="101" y="0"/>
                  </a:lnTo>
                  <a:lnTo>
                    <a:pt x="57" y="22"/>
                  </a:lnTo>
                  <a:lnTo>
                    <a:pt x="27" y="60"/>
                  </a:lnTo>
                  <a:lnTo>
                    <a:pt x="10" y="104"/>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7" name="Freeform 61"/>
            <p:cNvSpPr>
              <a:spLocks/>
            </p:cNvSpPr>
            <p:nvPr/>
          </p:nvSpPr>
          <p:spPr bwMode="auto">
            <a:xfrm>
              <a:off x="3580" y="1870"/>
              <a:ext cx="86" cy="113"/>
            </a:xfrm>
            <a:custGeom>
              <a:avLst/>
              <a:gdLst>
                <a:gd name="T0" fmla="*/ 43 w 173"/>
                <a:gd name="T1" fmla="*/ 6 h 226"/>
                <a:gd name="T2" fmla="*/ 30 w 173"/>
                <a:gd name="T3" fmla="*/ 0 h 226"/>
                <a:gd name="T4" fmla="*/ 18 w 173"/>
                <a:gd name="T5" fmla="*/ 5 h 226"/>
                <a:gd name="T6" fmla="*/ 7 w 173"/>
                <a:gd name="T7" fmla="*/ 11 h 226"/>
                <a:gd name="T8" fmla="*/ 0 w 173"/>
                <a:gd name="T9" fmla="*/ 23 h 226"/>
                <a:gd name="T10" fmla="*/ 1 w 173"/>
                <a:gd name="T11" fmla="*/ 37 h 226"/>
                <a:gd name="T12" fmla="*/ 5 w 173"/>
                <a:gd name="T13" fmla="*/ 42 h 226"/>
                <a:gd name="T14" fmla="*/ 20 w 173"/>
                <a:gd name="T15" fmla="*/ 45 h 226"/>
                <a:gd name="T16" fmla="*/ 15 w 173"/>
                <a:gd name="T17" fmla="*/ 56 h 226"/>
                <a:gd name="T18" fmla="*/ 23 w 173"/>
                <a:gd name="T19" fmla="*/ 57 h 226"/>
                <a:gd name="T20" fmla="*/ 34 w 173"/>
                <a:gd name="T21" fmla="*/ 46 h 226"/>
                <a:gd name="T22" fmla="*/ 42 w 173"/>
                <a:gd name="T23" fmla="*/ 37 h 226"/>
                <a:gd name="T24" fmla="*/ 41 w 173"/>
                <a:gd name="T25" fmla="*/ 27 h 226"/>
                <a:gd name="T26" fmla="*/ 33 w 173"/>
                <a:gd name="T27" fmla="*/ 23 h 226"/>
                <a:gd name="T28" fmla="*/ 27 w 173"/>
                <a:gd name="T29" fmla="*/ 34 h 226"/>
                <a:gd name="T30" fmla="*/ 16 w 173"/>
                <a:gd name="T31" fmla="*/ 35 h 226"/>
                <a:gd name="T32" fmla="*/ 11 w 173"/>
                <a:gd name="T33" fmla="*/ 27 h 226"/>
                <a:gd name="T34" fmla="*/ 19 w 173"/>
                <a:gd name="T35" fmla="*/ 18 h 226"/>
                <a:gd name="T36" fmla="*/ 29 w 173"/>
                <a:gd name="T37" fmla="*/ 14 h 226"/>
                <a:gd name="T38" fmla="*/ 42 w 173"/>
                <a:gd name="T39" fmla="*/ 14 h 226"/>
                <a:gd name="T40" fmla="*/ 43 w 173"/>
                <a:gd name="T41" fmla="*/ 6 h 226"/>
                <a:gd name="T42" fmla="*/ 43 w 173"/>
                <a:gd name="T43" fmla="*/ 6 h 2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3"/>
                <a:gd name="T67" fmla="*/ 0 h 226"/>
                <a:gd name="T68" fmla="*/ 173 w 173"/>
                <a:gd name="T69" fmla="*/ 226 h 2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3" h="226">
                  <a:moveTo>
                    <a:pt x="173" y="23"/>
                  </a:moveTo>
                  <a:lnTo>
                    <a:pt x="122" y="0"/>
                  </a:lnTo>
                  <a:lnTo>
                    <a:pt x="74" y="17"/>
                  </a:lnTo>
                  <a:lnTo>
                    <a:pt x="30" y="44"/>
                  </a:lnTo>
                  <a:lnTo>
                    <a:pt x="0" y="91"/>
                  </a:lnTo>
                  <a:lnTo>
                    <a:pt x="4" y="145"/>
                  </a:lnTo>
                  <a:lnTo>
                    <a:pt x="21" y="166"/>
                  </a:lnTo>
                  <a:lnTo>
                    <a:pt x="82" y="179"/>
                  </a:lnTo>
                  <a:lnTo>
                    <a:pt x="61" y="223"/>
                  </a:lnTo>
                  <a:lnTo>
                    <a:pt x="95" y="226"/>
                  </a:lnTo>
                  <a:lnTo>
                    <a:pt x="139" y="183"/>
                  </a:lnTo>
                  <a:lnTo>
                    <a:pt x="169" y="148"/>
                  </a:lnTo>
                  <a:lnTo>
                    <a:pt x="165" y="105"/>
                  </a:lnTo>
                  <a:lnTo>
                    <a:pt x="135" y="91"/>
                  </a:lnTo>
                  <a:lnTo>
                    <a:pt x="108" y="135"/>
                  </a:lnTo>
                  <a:lnTo>
                    <a:pt x="65" y="139"/>
                  </a:lnTo>
                  <a:lnTo>
                    <a:pt x="44" y="105"/>
                  </a:lnTo>
                  <a:lnTo>
                    <a:pt x="78" y="71"/>
                  </a:lnTo>
                  <a:lnTo>
                    <a:pt x="116" y="57"/>
                  </a:lnTo>
                  <a:lnTo>
                    <a:pt x="169" y="53"/>
                  </a:lnTo>
                  <a:lnTo>
                    <a:pt x="17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8" name="Freeform 62"/>
            <p:cNvSpPr>
              <a:spLocks/>
            </p:cNvSpPr>
            <p:nvPr/>
          </p:nvSpPr>
          <p:spPr bwMode="auto">
            <a:xfrm>
              <a:off x="3565" y="1569"/>
              <a:ext cx="84" cy="286"/>
            </a:xfrm>
            <a:custGeom>
              <a:avLst/>
              <a:gdLst>
                <a:gd name="T0" fmla="*/ 4 w 169"/>
                <a:gd name="T1" fmla="*/ 142 h 572"/>
                <a:gd name="T2" fmla="*/ 0 w 169"/>
                <a:gd name="T3" fmla="*/ 87 h 572"/>
                <a:gd name="T4" fmla="*/ 0 w 169"/>
                <a:gd name="T5" fmla="*/ 52 h 572"/>
                <a:gd name="T6" fmla="*/ 6 w 169"/>
                <a:gd name="T7" fmla="*/ 19 h 572"/>
                <a:gd name="T8" fmla="*/ 9 w 169"/>
                <a:gd name="T9" fmla="*/ 3 h 572"/>
                <a:gd name="T10" fmla="*/ 19 w 169"/>
                <a:gd name="T11" fmla="*/ 0 h 572"/>
                <a:gd name="T12" fmla="*/ 32 w 169"/>
                <a:gd name="T13" fmla="*/ 0 h 572"/>
                <a:gd name="T14" fmla="*/ 42 w 169"/>
                <a:gd name="T15" fmla="*/ 9 h 572"/>
                <a:gd name="T16" fmla="*/ 42 w 169"/>
                <a:gd name="T17" fmla="*/ 23 h 572"/>
                <a:gd name="T18" fmla="*/ 34 w 169"/>
                <a:gd name="T19" fmla="*/ 52 h 572"/>
                <a:gd name="T20" fmla="*/ 31 w 169"/>
                <a:gd name="T21" fmla="*/ 106 h 572"/>
                <a:gd name="T22" fmla="*/ 27 w 169"/>
                <a:gd name="T23" fmla="*/ 143 h 572"/>
                <a:gd name="T24" fmla="*/ 21 w 169"/>
                <a:gd name="T25" fmla="*/ 130 h 572"/>
                <a:gd name="T26" fmla="*/ 22 w 169"/>
                <a:gd name="T27" fmla="*/ 90 h 572"/>
                <a:gd name="T28" fmla="*/ 26 w 169"/>
                <a:gd name="T29" fmla="*/ 53 h 572"/>
                <a:gd name="T30" fmla="*/ 32 w 169"/>
                <a:gd name="T31" fmla="*/ 30 h 572"/>
                <a:gd name="T32" fmla="*/ 30 w 169"/>
                <a:gd name="T33" fmla="*/ 16 h 572"/>
                <a:gd name="T34" fmla="*/ 21 w 169"/>
                <a:gd name="T35" fmla="*/ 13 h 572"/>
                <a:gd name="T36" fmla="*/ 18 w 169"/>
                <a:gd name="T37" fmla="*/ 26 h 572"/>
                <a:gd name="T38" fmla="*/ 14 w 169"/>
                <a:gd name="T39" fmla="*/ 58 h 572"/>
                <a:gd name="T40" fmla="*/ 9 w 169"/>
                <a:gd name="T41" fmla="*/ 102 h 572"/>
                <a:gd name="T42" fmla="*/ 4 w 169"/>
                <a:gd name="T43" fmla="*/ 142 h 572"/>
                <a:gd name="T44" fmla="*/ 4 w 169"/>
                <a:gd name="T45" fmla="*/ 142 h 5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9"/>
                <a:gd name="T70" fmla="*/ 0 h 572"/>
                <a:gd name="T71" fmla="*/ 169 w 169"/>
                <a:gd name="T72" fmla="*/ 572 h 5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9" h="572">
                  <a:moveTo>
                    <a:pt x="17" y="568"/>
                  </a:moveTo>
                  <a:lnTo>
                    <a:pt x="0" y="347"/>
                  </a:lnTo>
                  <a:lnTo>
                    <a:pt x="0" y="207"/>
                  </a:lnTo>
                  <a:lnTo>
                    <a:pt x="26" y="74"/>
                  </a:lnTo>
                  <a:lnTo>
                    <a:pt x="38" y="13"/>
                  </a:lnTo>
                  <a:lnTo>
                    <a:pt x="77" y="0"/>
                  </a:lnTo>
                  <a:lnTo>
                    <a:pt x="129" y="0"/>
                  </a:lnTo>
                  <a:lnTo>
                    <a:pt x="169" y="34"/>
                  </a:lnTo>
                  <a:lnTo>
                    <a:pt x="169" y="91"/>
                  </a:lnTo>
                  <a:lnTo>
                    <a:pt x="138" y="207"/>
                  </a:lnTo>
                  <a:lnTo>
                    <a:pt x="125" y="425"/>
                  </a:lnTo>
                  <a:lnTo>
                    <a:pt x="108" y="572"/>
                  </a:lnTo>
                  <a:lnTo>
                    <a:pt x="87" y="520"/>
                  </a:lnTo>
                  <a:lnTo>
                    <a:pt x="91" y="359"/>
                  </a:lnTo>
                  <a:lnTo>
                    <a:pt x="104" y="213"/>
                  </a:lnTo>
                  <a:lnTo>
                    <a:pt x="129" y="121"/>
                  </a:lnTo>
                  <a:lnTo>
                    <a:pt x="121" y="64"/>
                  </a:lnTo>
                  <a:lnTo>
                    <a:pt x="87" y="51"/>
                  </a:lnTo>
                  <a:lnTo>
                    <a:pt x="74" y="104"/>
                  </a:lnTo>
                  <a:lnTo>
                    <a:pt x="57" y="230"/>
                  </a:lnTo>
                  <a:lnTo>
                    <a:pt x="38" y="408"/>
                  </a:lnTo>
                  <a:lnTo>
                    <a:pt x="17" y="5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29" name="Freeform 63"/>
            <p:cNvSpPr>
              <a:spLocks/>
            </p:cNvSpPr>
            <p:nvPr/>
          </p:nvSpPr>
          <p:spPr bwMode="auto">
            <a:xfrm>
              <a:off x="3946" y="1975"/>
              <a:ext cx="35" cy="25"/>
            </a:xfrm>
            <a:custGeom>
              <a:avLst/>
              <a:gdLst>
                <a:gd name="T0" fmla="*/ 0 w 70"/>
                <a:gd name="T1" fmla="*/ 1 h 52"/>
                <a:gd name="T2" fmla="*/ 11 w 70"/>
                <a:gd name="T3" fmla="*/ 0 h 52"/>
                <a:gd name="T4" fmla="*/ 18 w 70"/>
                <a:gd name="T5" fmla="*/ 7 h 52"/>
                <a:gd name="T6" fmla="*/ 13 w 70"/>
                <a:gd name="T7" fmla="*/ 12 h 52"/>
                <a:gd name="T8" fmla="*/ 3 w 70"/>
                <a:gd name="T9" fmla="*/ 8 h 52"/>
                <a:gd name="T10" fmla="*/ 0 w 70"/>
                <a:gd name="T11" fmla="*/ 1 h 52"/>
                <a:gd name="T12" fmla="*/ 0 w 70"/>
                <a:gd name="T13" fmla="*/ 1 h 52"/>
                <a:gd name="T14" fmla="*/ 0 60000 65536"/>
                <a:gd name="T15" fmla="*/ 0 60000 65536"/>
                <a:gd name="T16" fmla="*/ 0 60000 65536"/>
                <a:gd name="T17" fmla="*/ 0 60000 65536"/>
                <a:gd name="T18" fmla="*/ 0 60000 65536"/>
                <a:gd name="T19" fmla="*/ 0 60000 65536"/>
                <a:gd name="T20" fmla="*/ 0 60000 65536"/>
                <a:gd name="T21" fmla="*/ 0 w 70"/>
                <a:gd name="T22" fmla="*/ 0 h 52"/>
                <a:gd name="T23" fmla="*/ 70 w 70"/>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52">
                  <a:moveTo>
                    <a:pt x="0" y="4"/>
                  </a:moveTo>
                  <a:lnTo>
                    <a:pt x="43" y="0"/>
                  </a:lnTo>
                  <a:lnTo>
                    <a:pt x="70" y="31"/>
                  </a:lnTo>
                  <a:lnTo>
                    <a:pt x="51" y="52"/>
                  </a:lnTo>
                  <a:lnTo>
                    <a:pt x="13" y="3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0" name="Freeform 64"/>
            <p:cNvSpPr>
              <a:spLocks/>
            </p:cNvSpPr>
            <p:nvPr/>
          </p:nvSpPr>
          <p:spPr bwMode="auto">
            <a:xfrm>
              <a:off x="3894" y="2017"/>
              <a:ext cx="78" cy="37"/>
            </a:xfrm>
            <a:custGeom>
              <a:avLst/>
              <a:gdLst>
                <a:gd name="T0" fmla="*/ 0 w 156"/>
                <a:gd name="T1" fmla="*/ 3 h 74"/>
                <a:gd name="T2" fmla="*/ 13 w 156"/>
                <a:gd name="T3" fmla="*/ 13 h 74"/>
                <a:gd name="T4" fmla="*/ 31 w 156"/>
                <a:gd name="T5" fmla="*/ 19 h 74"/>
                <a:gd name="T6" fmla="*/ 39 w 156"/>
                <a:gd name="T7" fmla="*/ 15 h 74"/>
                <a:gd name="T8" fmla="*/ 37 w 156"/>
                <a:gd name="T9" fmla="*/ 8 h 74"/>
                <a:gd name="T10" fmla="*/ 22 w 156"/>
                <a:gd name="T11" fmla="*/ 6 h 74"/>
                <a:gd name="T12" fmla="*/ 8 w 156"/>
                <a:gd name="T13" fmla="*/ 0 h 74"/>
                <a:gd name="T14" fmla="*/ 0 w 156"/>
                <a:gd name="T15" fmla="*/ 3 h 74"/>
                <a:gd name="T16" fmla="*/ 0 w 156"/>
                <a:gd name="T17" fmla="*/ 3 h 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6"/>
                <a:gd name="T28" fmla="*/ 0 h 74"/>
                <a:gd name="T29" fmla="*/ 156 w 156"/>
                <a:gd name="T30" fmla="*/ 74 h 7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6" h="74">
                  <a:moveTo>
                    <a:pt x="0" y="9"/>
                  </a:moveTo>
                  <a:lnTo>
                    <a:pt x="50" y="53"/>
                  </a:lnTo>
                  <a:lnTo>
                    <a:pt x="122" y="74"/>
                  </a:lnTo>
                  <a:lnTo>
                    <a:pt x="156" y="61"/>
                  </a:lnTo>
                  <a:lnTo>
                    <a:pt x="145" y="32"/>
                  </a:lnTo>
                  <a:lnTo>
                    <a:pt x="88" y="23"/>
                  </a:lnTo>
                  <a:lnTo>
                    <a:pt x="31" y="0"/>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1" name="Freeform 65"/>
            <p:cNvSpPr>
              <a:spLocks/>
            </p:cNvSpPr>
            <p:nvPr/>
          </p:nvSpPr>
          <p:spPr bwMode="auto">
            <a:xfrm>
              <a:off x="3868" y="2044"/>
              <a:ext cx="95" cy="61"/>
            </a:xfrm>
            <a:custGeom>
              <a:avLst/>
              <a:gdLst>
                <a:gd name="T0" fmla="*/ 0 w 190"/>
                <a:gd name="T1" fmla="*/ 0 h 122"/>
                <a:gd name="T2" fmla="*/ 6 w 190"/>
                <a:gd name="T3" fmla="*/ 11 h 122"/>
                <a:gd name="T4" fmla="*/ 27 w 190"/>
                <a:gd name="T5" fmla="*/ 23 h 122"/>
                <a:gd name="T6" fmla="*/ 42 w 190"/>
                <a:gd name="T7" fmla="*/ 31 h 122"/>
                <a:gd name="T8" fmla="*/ 48 w 190"/>
                <a:gd name="T9" fmla="*/ 27 h 122"/>
                <a:gd name="T10" fmla="*/ 47 w 190"/>
                <a:gd name="T11" fmla="*/ 20 h 122"/>
                <a:gd name="T12" fmla="*/ 28 w 190"/>
                <a:gd name="T13" fmla="*/ 10 h 122"/>
                <a:gd name="T14" fmla="*/ 9 w 190"/>
                <a:gd name="T15" fmla="*/ 1 h 122"/>
                <a:gd name="T16" fmla="*/ 0 w 190"/>
                <a:gd name="T17" fmla="*/ 0 h 122"/>
                <a:gd name="T18" fmla="*/ 0 w 190"/>
                <a:gd name="T19" fmla="*/ 0 h 1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0"/>
                <a:gd name="T31" fmla="*/ 0 h 122"/>
                <a:gd name="T32" fmla="*/ 190 w 190"/>
                <a:gd name="T33" fmla="*/ 122 h 1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0" h="122">
                  <a:moveTo>
                    <a:pt x="0" y="0"/>
                  </a:moveTo>
                  <a:lnTo>
                    <a:pt x="21" y="44"/>
                  </a:lnTo>
                  <a:lnTo>
                    <a:pt x="108" y="91"/>
                  </a:lnTo>
                  <a:lnTo>
                    <a:pt x="165" y="122"/>
                  </a:lnTo>
                  <a:lnTo>
                    <a:pt x="190" y="108"/>
                  </a:lnTo>
                  <a:lnTo>
                    <a:pt x="186" y="78"/>
                  </a:lnTo>
                  <a:lnTo>
                    <a:pt x="112" y="38"/>
                  </a:lnTo>
                  <a:lnTo>
                    <a:pt x="34"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2" name="Freeform 66"/>
            <p:cNvSpPr>
              <a:spLocks/>
            </p:cNvSpPr>
            <p:nvPr/>
          </p:nvSpPr>
          <p:spPr bwMode="auto">
            <a:xfrm>
              <a:off x="3799" y="2070"/>
              <a:ext cx="160" cy="119"/>
            </a:xfrm>
            <a:custGeom>
              <a:avLst/>
              <a:gdLst>
                <a:gd name="T0" fmla="*/ 17 w 321"/>
                <a:gd name="T1" fmla="*/ 1 h 240"/>
                <a:gd name="T2" fmla="*/ 64 w 321"/>
                <a:gd name="T3" fmla="*/ 33 h 240"/>
                <a:gd name="T4" fmla="*/ 58 w 321"/>
                <a:gd name="T5" fmla="*/ 46 h 240"/>
                <a:gd name="T6" fmla="*/ 30 w 321"/>
                <a:gd name="T7" fmla="*/ 30 h 240"/>
                <a:gd name="T8" fmla="*/ 12 w 321"/>
                <a:gd name="T9" fmla="*/ 19 h 240"/>
                <a:gd name="T10" fmla="*/ 8 w 321"/>
                <a:gd name="T11" fmla="*/ 10 h 240"/>
                <a:gd name="T12" fmla="*/ 5 w 321"/>
                <a:gd name="T13" fmla="*/ 3 h 240"/>
                <a:gd name="T14" fmla="*/ 0 w 321"/>
                <a:gd name="T15" fmla="*/ 11 h 240"/>
                <a:gd name="T16" fmla="*/ 0 w 321"/>
                <a:gd name="T17" fmla="*/ 23 h 240"/>
                <a:gd name="T18" fmla="*/ 12 w 321"/>
                <a:gd name="T19" fmla="*/ 33 h 240"/>
                <a:gd name="T20" fmla="*/ 35 w 321"/>
                <a:gd name="T21" fmla="*/ 49 h 240"/>
                <a:gd name="T22" fmla="*/ 55 w 321"/>
                <a:gd name="T23" fmla="*/ 59 h 240"/>
                <a:gd name="T24" fmla="*/ 67 w 321"/>
                <a:gd name="T25" fmla="*/ 56 h 240"/>
                <a:gd name="T26" fmla="*/ 77 w 321"/>
                <a:gd name="T27" fmla="*/ 44 h 240"/>
                <a:gd name="T28" fmla="*/ 80 w 321"/>
                <a:gd name="T29" fmla="*/ 31 h 240"/>
                <a:gd name="T30" fmla="*/ 71 w 321"/>
                <a:gd name="T31" fmla="*/ 23 h 240"/>
                <a:gd name="T32" fmla="*/ 43 w 321"/>
                <a:gd name="T33" fmla="*/ 10 h 240"/>
                <a:gd name="T34" fmla="*/ 27 w 321"/>
                <a:gd name="T35" fmla="*/ 0 h 240"/>
                <a:gd name="T36" fmla="*/ 17 w 321"/>
                <a:gd name="T37" fmla="*/ 1 h 240"/>
                <a:gd name="T38" fmla="*/ 17 w 321"/>
                <a:gd name="T39" fmla="*/ 1 h 24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1"/>
                <a:gd name="T61" fmla="*/ 0 h 240"/>
                <a:gd name="T62" fmla="*/ 321 w 321"/>
                <a:gd name="T63" fmla="*/ 240 h 24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1" h="240">
                  <a:moveTo>
                    <a:pt x="70" y="6"/>
                  </a:moveTo>
                  <a:lnTo>
                    <a:pt x="257" y="135"/>
                  </a:lnTo>
                  <a:lnTo>
                    <a:pt x="234" y="187"/>
                  </a:lnTo>
                  <a:lnTo>
                    <a:pt x="122" y="122"/>
                  </a:lnTo>
                  <a:lnTo>
                    <a:pt x="48" y="78"/>
                  </a:lnTo>
                  <a:lnTo>
                    <a:pt x="34" y="40"/>
                  </a:lnTo>
                  <a:lnTo>
                    <a:pt x="23" y="14"/>
                  </a:lnTo>
                  <a:lnTo>
                    <a:pt x="0" y="44"/>
                  </a:lnTo>
                  <a:lnTo>
                    <a:pt x="0" y="92"/>
                  </a:lnTo>
                  <a:lnTo>
                    <a:pt x="48" y="135"/>
                  </a:lnTo>
                  <a:lnTo>
                    <a:pt x="143" y="200"/>
                  </a:lnTo>
                  <a:lnTo>
                    <a:pt x="221" y="240"/>
                  </a:lnTo>
                  <a:lnTo>
                    <a:pt x="268" y="227"/>
                  </a:lnTo>
                  <a:lnTo>
                    <a:pt x="308" y="179"/>
                  </a:lnTo>
                  <a:lnTo>
                    <a:pt x="321" y="126"/>
                  </a:lnTo>
                  <a:lnTo>
                    <a:pt x="287" y="92"/>
                  </a:lnTo>
                  <a:lnTo>
                    <a:pt x="173" y="40"/>
                  </a:lnTo>
                  <a:lnTo>
                    <a:pt x="108" y="0"/>
                  </a:lnTo>
                  <a:lnTo>
                    <a:pt x="7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3" name="Freeform 67"/>
            <p:cNvSpPr>
              <a:spLocks/>
            </p:cNvSpPr>
            <p:nvPr/>
          </p:nvSpPr>
          <p:spPr bwMode="auto">
            <a:xfrm>
              <a:off x="3775" y="1488"/>
              <a:ext cx="39" cy="57"/>
            </a:xfrm>
            <a:custGeom>
              <a:avLst/>
              <a:gdLst>
                <a:gd name="T0" fmla="*/ 12 w 78"/>
                <a:gd name="T1" fmla="*/ 0 h 114"/>
                <a:gd name="T2" fmla="*/ 0 w 78"/>
                <a:gd name="T3" fmla="*/ 22 h 114"/>
                <a:gd name="T4" fmla="*/ 8 w 78"/>
                <a:gd name="T5" fmla="*/ 29 h 114"/>
                <a:gd name="T6" fmla="*/ 20 w 78"/>
                <a:gd name="T7" fmla="*/ 10 h 114"/>
                <a:gd name="T8" fmla="*/ 12 w 78"/>
                <a:gd name="T9" fmla="*/ 0 h 114"/>
                <a:gd name="T10" fmla="*/ 12 w 78"/>
                <a:gd name="T11" fmla="*/ 0 h 114"/>
                <a:gd name="T12" fmla="*/ 0 60000 65536"/>
                <a:gd name="T13" fmla="*/ 0 60000 65536"/>
                <a:gd name="T14" fmla="*/ 0 60000 65536"/>
                <a:gd name="T15" fmla="*/ 0 60000 65536"/>
                <a:gd name="T16" fmla="*/ 0 60000 65536"/>
                <a:gd name="T17" fmla="*/ 0 60000 65536"/>
                <a:gd name="T18" fmla="*/ 0 w 78"/>
                <a:gd name="T19" fmla="*/ 0 h 114"/>
                <a:gd name="T20" fmla="*/ 78 w 78"/>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78" h="114">
                  <a:moveTo>
                    <a:pt x="47" y="0"/>
                  </a:moveTo>
                  <a:lnTo>
                    <a:pt x="0" y="88"/>
                  </a:lnTo>
                  <a:lnTo>
                    <a:pt x="30" y="114"/>
                  </a:lnTo>
                  <a:lnTo>
                    <a:pt x="78" y="40"/>
                  </a:lnTo>
                  <a:lnTo>
                    <a:pt x="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4" name="Freeform 68"/>
            <p:cNvSpPr>
              <a:spLocks/>
            </p:cNvSpPr>
            <p:nvPr/>
          </p:nvSpPr>
          <p:spPr bwMode="auto">
            <a:xfrm>
              <a:off x="3814" y="1482"/>
              <a:ext cx="100" cy="95"/>
            </a:xfrm>
            <a:custGeom>
              <a:avLst/>
              <a:gdLst>
                <a:gd name="T0" fmla="*/ 43 w 199"/>
                <a:gd name="T1" fmla="*/ 0 h 190"/>
                <a:gd name="T2" fmla="*/ 31 w 199"/>
                <a:gd name="T3" fmla="*/ 11 h 190"/>
                <a:gd name="T4" fmla="*/ 21 w 199"/>
                <a:gd name="T5" fmla="*/ 22 h 190"/>
                <a:gd name="T6" fmla="*/ 0 w 199"/>
                <a:gd name="T7" fmla="*/ 48 h 190"/>
                <a:gd name="T8" fmla="*/ 16 w 199"/>
                <a:gd name="T9" fmla="*/ 40 h 190"/>
                <a:gd name="T10" fmla="*/ 48 w 199"/>
                <a:gd name="T11" fmla="*/ 9 h 190"/>
                <a:gd name="T12" fmla="*/ 50 w 199"/>
                <a:gd name="T13" fmla="*/ 1 h 190"/>
                <a:gd name="T14" fmla="*/ 43 w 199"/>
                <a:gd name="T15" fmla="*/ 0 h 190"/>
                <a:gd name="T16" fmla="*/ 43 w 199"/>
                <a:gd name="T17" fmla="*/ 0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9"/>
                <a:gd name="T28" fmla="*/ 0 h 190"/>
                <a:gd name="T29" fmla="*/ 199 w 199"/>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9" h="190">
                  <a:moveTo>
                    <a:pt x="169" y="0"/>
                  </a:moveTo>
                  <a:lnTo>
                    <a:pt x="121" y="41"/>
                  </a:lnTo>
                  <a:lnTo>
                    <a:pt x="81" y="85"/>
                  </a:lnTo>
                  <a:lnTo>
                    <a:pt x="0" y="190"/>
                  </a:lnTo>
                  <a:lnTo>
                    <a:pt x="64" y="159"/>
                  </a:lnTo>
                  <a:lnTo>
                    <a:pt x="190" y="34"/>
                  </a:lnTo>
                  <a:lnTo>
                    <a:pt x="199" y="3"/>
                  </a:lnTo>
                  <a:lnTo>
                    <a:pt x="1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5" name="Freeform 69"/>
            <p:cNvSpPr>
              <a:spLocks/>
            </p:cNvSpPr>
            <p:nvPr/>
          </p:nvSpPr>
          <p:spPr bwMode="auto">
            <a:xfrm>
              <a:off x="3836" y="1486"/>
              <a:ext cx="127" cy="147"/>
            </a:xfrm>
            <a:custGeom>
              <a:avLst/>
              <a:gdLst>
                <a:gd name="T0" fmla="*/ 55 w 255"/>
                <a:gd name="T1" fmla="*/ 4 h 295"/>
                <a:gd name="T2" fmla="*/ 30 w 255"/>
                <a:gd name="T3" fmla="*/ 36 h 295"/>
                <a:gd name="T4" fmla="*/ 0 w 255"/>
                <a:gd name="T5" fmla="*/ 67 h 295"/>
                <a:gd name="T6" fmla="*/ 3 w 255"/>
                <a:gd name="T7" fmla="*/ 73 h 295"/>
                <a:gd name="T8" fmla="*/ 11 w 255"/>
                <a:gd name="T9" fmla="*/ 67 h 295"/>
                <a:gd name="T10" fmla="*/ 26 w 255"/>
                <a:gd name="T11" fmla="*/ 52 h 295"/>
                <a:gd name="T12" fmla="*/ 51 w 255"/>
                <a:gd name="T13" fmla="*/ 27 h 295"/>
                <a:gd name="T14" fmla="*/ 63 w 255"/>
                <a:gd name="T15" fmla="*/ 11 h 295"/>
                <a:gd name="T16" fmla="*/ 63 w 255"/>
                <a:gd name="T17" fmla="*/ 0 h 295"/>
                <a:gd name="T18" fmla="*/ 55 w 255"/>
                <a:gd name="T19" fmla="*/ 4 h 295"/>
                <a:gd name="T20" fmla="*/ 55 w 255"/>
                <a:gd name="T21" fmla="*/ 4 h 2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5"/>
                <a:gd name="T34" fmla="*/ 0 h 295"/>
                <a:gd name="T35" fmla="*/ 255 w 255"/>
                <a:gd name="T36" fmla="*/ 295 h 29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5" h="295">
                  <a:moveTo>
                    <a:pt x="221" y="17"/>
                  </a:moveTo>
                  <a:lnTo>
                    <a:pt x="122" y="145"/>
                  </a:lnTo>
                  <a:lnTo>
                    <a:pt x="0" y="270"/>
                  </a:lnTo>
                  <a:lnTo>
                    <a:pt x="14" y="295"/>
                  </a:lnTo>
                  <a:lnTo>
                    <a:pt x="44" y="270"/>
                  </a:lnTo>
                  <a:lnTo>
                    <a:pt x="105" y="209"/>
                  </a:lnTo>
                  <a:lnTo>
                    <a:pt x="207" y="109"/>
                  </a:lnTo>
                  <a:lnTo>
                    <a:pt x="255" y="44"/>
                  </a:lnTo>
                  <a:lnTo>
                    <a:pt x="255" y="0"/>
                  </a:lnTo>
                  <a:lnTo>
                    <a:pt x="22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6" name="Freeform 70"/>
            <p:cNvSpPr>
              <a:spLocks/>
            </p:cNvSpPr>
            <p:nvPr/>
          </p:nvSpPr>
          <p:spPr bwMode="auto">
            <a:xfrm>
              <a:off x="3876" y="1493"/>
              <a:ext cx="159" cy="178"/>
            </a:xfrm>
            <a:custGeom>
              <a:avLst/>
              <a:gdLst>
                <a:gd name="T0" fmla="*/ 58 w 317"/>
                <a:gd name="T1" fmla="*/ 4 h 355"/>
                <a:gd name="T2" fmla="*/ 64 w 317"/>
                <a:gd name="T3" fmla="*/ 18 h 355"/>
                <a:gd name="T4" fmla="*/ 39 w 317"/>
                <a:gd name="T5" fmla="*/ 44 h 355"/>
                <a:gd name="T6" fmla="*/ 16 w 317"/>
                <a:gd name="T7" fmla="*/ 72 h 355"/>
                <a:gd name="T8" fmla="*/ 0 w 317"/>
                <a:gd name="T9" fmla="*/ 74 h 355"/>
                <a:gd name="T10" fmla="*/ 4 w 317"/>
                <a:gd name="T11" fmla="*/ 84 h 355"/>
                <a:gd name="T12" fmla="*/ 15 w 317"/>
                <a:gd name="T13" fmla="*/ 89 h 355"/>
                <a:gd name="T14" fmla="*/ 31 w 317"/>
                <a:gd name="T15" fmla="*/ 74 h 355"/>
                <a:gd name="T16" fmla="*/ 65 w 317"/>
                <a:gd name="T17" fmla="*/ 35 h 355"/>
                <a:gd name="T18" fmla="*/ 80 w 317"/>
                <a:gd name="T19" fmla="*/ 19 h 355"/>
                <a:gd name="T20" fmla="*/ 77 w 317"/>
                <a:gd name="T21" fmla="*/ 3 h 355"/>
                <a:gd name="T22" fmla="*/ 64 w 317"/>
                <a:gd name="T23" fmla="*/ 0 h 355"/>
                <a:gd name="T24" fmla="*/ 58 w 317"/>
                <a:gd name="T25" fmla="*/ 4 h 355"/>
                <a:gd name="T26" fmla="*/ 58 w 317"/>
                <a:gd name="T27" fmla="*/ 4 h 3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7"/>
                <a:gd name="T43" fmla="*/ 0 h 355"/>
                <a:gd name="T44" fmla="*/ 317 w 317"/>
                <a:gd name="T45" fmla="*/ 355 h 3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7" h="355">
                  <a:moveTo>
                    <a:pt x="230" y="13"/>
                  </a:moveTo>
                  <a:lnTo>
                    <a:pt x="253" y="70"/>
                  </a:lnTo>
                  <a:lnTo>
                    <a:pt x="156" y="173"/>
                  </a:lnTo>
                  <a:lnTo>
                    <a:pt x="61" y="287"/>
                  </a:lnTo>
                  <a:lnTo>
                    <a:pt x="0" y="294"/>
                  </a:lnTo>
                  <a:lnTo>
                    <a:pt x="13" y="334"/>
                  </a:lnTo>
                  <a:lnTo>
                    <a:pt x="57" y="355"/>
                  </a:lnTo>
                  <a:lnTo>
                    <a:pt x="122" y="294"/>
                  </a:lnTo>
                  <a:lnTo>
                    <a:pt x="260" y="138"/>
                  </a:lnTo>
                  <a:lnTo>
                    <a:pt x="317" y="74"/>
                  </a:lnTo>
                  <a:lnTo>
                    <a:pt x="308" y="9"/>
                  </a:lnTo>
                  <a:lnTo>
                    <a:pt x="253" y="0"/>
                  </a:lnTo>
                  <a:lnTo>
                    <a:pt x="23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7" name="Freeform 71"/>
            <p:cNvSpPr>
              <a:spLocks/>
            </p:cNvSpPr>
            <p:nvPr/>
          </p:nvSpPr>
          <p:spPr bwMode="auto">
            <a:xfrm>
              <a:off x="3692" y="1764"/>
              <a:ext cx="384" cy="152"/>
            </a:xfrm>
            <a:custGeom>
              <a:avLst/>
              <a:gdLst>
                <a:gd name="T0" fmla="*/ 166 w 768"/>
                <a:gd name="T1" fmla="*/ 3 h 304"/>
                <a:gd name="T2" fmla="*/ 134 w 768"/>
                <a:gd name="T3" fmla="*/ 23 h 304"/>
                <a:gd name="T4" fmla="*/ 100 w 768"/>
                <a:gd name="T5" fmla="*/ 39 h 304"/>
                <a:gd name="T6" fmla="*/ 62 w 768"/>
                <a:gd name="T7" fmla="*/ 52 h 304"/>
                <a:gd name="T8" fmla="*/ 31 w 768"/>
                <a:gd name="T9" fmla="*/ 62 h 304"/>
                <a:gd name="T10" fmla="*/ 0 w 768"/>
                <a:gd name="T11" fmla="*/ 68 h 304"/>
                <a:gd name="T12" fmla="*/ 5 w 768"/>
                <a:gd name="T13" fmla="*/ 76 h 304"/>
                <a:gd name="T14" fmla="*/ 40 w 768"/>
                <a:gd name="T15" fmla="*/ 75 h 304"/>
                <a:gd name="T16" fmla="*/ 79 w 768"/>
                <a:gd name="T17" fmla="*/ 69 h 304"/>
                <a:gd name="T18" fmla="*/ 122 w 768"/>
                <a:gd name="T19" fmla="*/ 60 h 304"/>
                <a:gd name="T20" fmla="*/ 161 w 768"/>
                <a:gd name="T21" fmla="*/ 46 h 304"/>
                <a:gd name="T22" fmla="*/ 188 w 768"/>
                <a:gd name="T23" fmla="*/ 39 h 304"/>
                <a:gd name="T24" fmla="*/ 192 w 768"/>
                <a:gd name="T25" fmla="*/ 23 h 304"/>
                <a:gd name="T26" fmla="*/ 190 w 768"/>
                <a:gd name="T27" fmla="*/ 2 h 304"/>
                <a:gd name="T28" fmla="*/ 184 w 768"/>
                <a:gd name="T29" fmla="*/ 0 h 304"/>
                <a:gd name="T30" fmla="*/ 178 w 768"/>
                <a:gd name="T31" fmla="*/ 6 h 304"/>
                <a:gd name="T32" fmla="*/ 177 w 768"/>
                <a:gd name="T33" fmla="*/ 24 h 304"/>
                <a:gd name="T34" fmla="*/ 164 w 768"/>
                <a:gd name="T35" fmla="*/ 33 h 304"/>
                <a:gd name="T36" fmla="*/ 142 w 768"/>
                <a:gd name="T37" fmla="*/ 45 h 304"/>
                <a:gd name="T38" fmla="*/ 102 w 768"/>
                <a:gd name="T39" fmla="*/ 56 h 304"/>
                <a:gd name="T40" fmla="*/ 54 w 768"/>
                <a:gd name="T41" fmla="*/ 66 h 304"/>
                <a:gd name="T42" fmla="*/ 75 w 768"/>
                <a:gd name="T43" fmla="*/ 58 h 304"/>
                <a:gd name="T44" fmla="*/ 112 w 768"/>
                <a:gd name="T45" fmla="*/ 44 h 304"/>
                <a:gd name="T46" fmla="*/ 142 w 768"/>
                <a:gd name="T47" fmla="*/ 29 h 304"/>
                <a:gd name="T48" fmla="*/ 160 w 768"/>
                <a:gd name="T49" fmla="*/ 15 h 304"/>
                <a:gd name="T50" fmla="*/ 166 w 768"/>
                <a:gd name="T51" fmla="*/ 3 h 304"/>
                <a:gd name="T52" fmla="*/ 166 w 768"/>
                <a:gd name="T53" fmla="*/ 3 h 30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68"/>
                <a:gd name="T82" fmla="*/ 0 h 304"/>
                <a:gd name="T83" fmla="*/ 768 w 768"/>
                <a:gd name="T84" fmla="*/ 304 h 30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68" h="304">
                  <a:moveTo>
                    <a:pt x="664" y="10"/>
                  </a:moveTo>
                  <a:lnTo>
                    <a:pt x="534" y="92"/>
                  </a:lnTo>
                  <a:lnTo>
                    <a:pt x="399" y="156"/>
                  </a:lnTo>
                  <a:lnTo>
                    <a:pt x="247" y="206"/>
                  </a:lnTo>
                  <a:lnTo>
                    <a:pt x="122" y="249"/>
                  </a:lnTo>
                  <a:lnTo>
                    <a:pt x="0" y="270"/>
                  </a:lnTo>
                  <a:lnTo>
                    <a:pt x="19" y="304"/>
                  </a:lnTo>
                  <a:lnTo>
                    <a:pt x="158" y="297"/>
                  </a:lnTo>
                  <a:lnTo>
                    <a:pt x="314" y="274"/>
                  </a:lnTo>
                  <a:lnTo>
                    <a:pt x="487" y="240"/>
                  </a:lnTo>
                  <a:lnTo>
                    <a:pt x="643" y="183"/>
                  </a:lnTo>
                  <a:lnTo>
                    <a:pt x="751" y="156"/>
                  </a:lnTo>
                  <a:lnTo>
                    <a:pt x="768" y="92"/>
                  </a:lnTo>
                  <a:lnTo>
                    <a:pt x="759" y="6"/>
                  </a:lnTo>
                  <a:lnTo>
                    <a:pt x="734" y="0"/>
                  </a:lnTo>
                  <a:lnTo>
                    <a:pt x="711" y="23"/>
                  </a:lnTo>
                  <a:lnTo>
                    <a:pt x="707" y="97"/>
                  </a:lnTo>
                  <a:lnTo>
                    <a:pt x="656" y="131"/>
                  </a:lnTo>
                  <a:lnTo>
                    <a:pt x="565" y="179"/>
                  </a:lnTo>
                  <a:lnTo>
                    <a:pt x="409" y="223"/>
                  </a:lnTo>
                  <a:lnTo>
                    <a:pt x="217" y="261"/>
                  </a:lnTo>
                  <a:lnTo>
                    <a:pt x="297" y="230"/>
                  </a:lnTo>
                  <a:lnTo>
                    <a:pt x="447" y="175"/>
                  </a:lnTo>
                  <a:lnTo>
                    <a:pt x="565" y="114"/>
                  </a:lnTo>
                  <a:lnTo>
                    <a:pt x="639" y="61"/>
                  </a:lnTo>
                  <a:lnTo>
                    <a:pt x="664"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8" name="Freeform 72"/>
            <p:cNvSpPr>
              <a:spLocks/>
            </p:cNvSpPr>
            <p:nvPr/>
          </p:nvSpPr>
          <p:spPr bwMode="auto">
            <a:xfrm>
              <a:off x="4232" y="1538"/>
              <a:ext cx="27" cy="29"/>
            </a:xfrm>
            <a:custGeom>
              <a:avLst/>
              <a:gdLst>
                <a:gd name="T0" fmla="*/ 0 w 53"/>
                <a:gd name="T1" fmla="*/ 5 h 57"/>
                <a:gd name="T2" fmla="*/ 8 w 53"/>
                <a:gd name="T3" fmla="*/ 0 h 57"/>
                <a:gd name="T4" fmla="*/ 14 w 53"/>
                <a:gd name="T5" fmla="*/ 5 h 57"/>
                <a:gd name="T6" fmla="*/ 9 w 53"/>
                <a:gd name="T7" fmla="*/ 15 h 57"/>
                <a:gd name="T8" fmla="*/ 0 w 53"/>
                <a:gd name="T9" fmla="*/ 5 h 57"/>
                <a:gd name="T10" fmla="*/ 0 w 53"/>
                <a:gd name="T11" fmla="*/ 5 h 57"/>
                <a:gd name="T12" fmla="*/ 0 60000 65536"/>
                <a:gd name="T13" fmla="*/ 0 60000 65536"/>
                <a:gd name="T14" fmla="*/ 0 60000 65536"/>
                <a:gd name="T15" fmla="*/ 0 60000 65536"/>
                <a:gd name="T16" fmla="*/ 0 60000 65536"/>
                <a:gd name="T17" fmla="*/ 0 60000 65536"/>
                <a:gd name="T18" fmla="*/ 0 w 53"/>
                <a:gd name="T19" fmla="*/ 0 h 57"/>
                <a:gd name="T20" fmla="*/ 53 w 53"/>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53" h="57">
                  <a:moveTo>
                    <a:pt x="0" y="17"/>
                  </a:moveTo>
                  <a:lnTo>
                    <a:pt x="30" y="0"/>
                  </a:lnTo>
                  <a:lnTo>
                    <a:pt x="53" y="17"/>
                  </a:lnTo>
                  <a:lnTo>
                    <a:pt x="34" y="5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39" name="Freeform 73"/>
            <p:cNvSpPr>
              <a:spLocks/>
            </p:cNvSpPr>
            <p:nvPr/>
          </p:nvSpPr>
          <p:spPr bwMode="auto">
            <a:xfrm>
              <a:off x="4245" y="1591"/>
              <a:ext cx="37" cy="25"/>
            </a:xfrm>
            <a:custGeom>
              <a:avLst/>
              <a:gdLst>
                <a:gd name="T0" fmla="*/ 0 w 75"/>
                <a:gd name="T1" fmla="*/ 4 h 52"/>
                <a:gd name="T2" fmla="*/ 12 w 75"/>
                <a:gd name="T3" fmla="*/ 0 h 52"/>
                <a:gd name="T4" fmla="*/ 18 w 75"/>
                <a:gd name="T5" fmla="*/ 3 h 52"/>
                <a:gd name="T6" fmla="*/ 9 w 75"/>
                <a:gd name="T7" fmla="*/ 12 h 52"/>
                <a:gd name="T8" fmla="*/ 1 w 75"/>
                <a:gd name="T9" fmla="*/ 11 h 52"/>
                <a:gd name="T10" fmla="*/ 0 w 75"/>
                <a:gd name="T11" fmla="*/ 4 h 52"/>
                <a:gd name="T12" fmla="*/ 0 w 75"/>
                <a:gd name="T13" fmla="*/ 4 h 52"/>
                <a:gd name="T14" fmla="*/ 0 60000 65536"/>
                <a:gd name="T15" fmla="*/ 0 60000 65536"/>
                <a:gd name="T16" fmla="*/ 0 60000 65536"/>
                <a:gd name="T17" fmla="*/ 0 60000 65536"/>
                <a:gd name="T18" fmla="*/ 0 60000 65536"/>
                <a:gd name="T19" fmla="*/ 0 60000 65536"/>
                <a:gd name="T20" fmla="*/ 0 60000 65536"/>
                <a:gd name="T21" fmla="*/ 0 w 75"/>
                <a:gd name="T22" fmla="*/ 0 h 52"/>
                <a:gd name="T23" fmla="*/ 75 w 75"/>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52">
                  <a:moveTo>
                    <a:pt x="0" y="17"/>
                  </a:moveTo>
                  <a:lnTo>
                    <a:pt x="48" y="0"/>
                  </a:lnTo>
                  <a:lnTo>
                    <a:pt x="75" y="14"/>
                  </a:lnTo>
                  <a:lnTo>
                    <a:pt x="38" y="52"/>
                  </a:lnTo>
                  <a:lnTo>
                    <a:pt x="4" y="48"/>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0" name="Freeform 74"/>
            <p:cNvSpPr>
              <a:spLocks/>
            </p:cNvSpPr>
            <p:nvPr/>
          </p:nvSpPr>
          <p:spPr bwMode="auto">
            <a:xfrm>
              <a:off x="4245" y="1638"/>
              <a:ext cx="63" cy="33"/>
            </a:xfrm>
            <a:custGeom>
              <a:avLst/>
              <a:gdLst>
                <a:gd name="T0" fmla="*/ 0 w 126"/>
                <a:gd name="T1" fmla="*/ 8 h 65"/>
                <a:gd name="T2" fmla="*/ 16 w 126"/>
                <a:gd name="T3" fmla="*/ 0 h 65"/>
                <a:gd name="T4" fmla="*/ 32 w 126"/>
                <a:gd name="T5" fmla="*/ 0 h 65"/>
                <a:gd name="T6" fmla="*/ 31 w 126"/>
                <a:gd name="T7" fmla="*/ 8 h 65"/>
                <a:gd name="T8" fmla="*/ 16 w 126"/>
                <a:gd name="T9" fmla="*/ 15 h 65"/>
                <a:gd name="T10" fmla="*/ 2 w 126"/>
                <a:gd name="T11" fmla="*/ 17 h 65"/>
                <a:gd name="T12" fmla="*/ 0 w 126"/>
                <a:gd name="T13" fmla="*/ 8 h 65"/>
                <a:gd name="T14" fmla="*/ 0 w 126"/>
                <a:gd name="T15" fmla="*/ 8 h 65"/>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65"/>
                <a:gd name="T26" fmla="*/ 126 w 12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65">
                  <a:moveTo>
                    <a:pt x="0" y="31"/>
                  </a:moveTo>
                  <a:lnTo>
                    <a:pt x="61" y="0"/>
                  </a:lnTo>
                  <a:lnTo>
                    <a:pt x="126" y="0"/>
                  </a:lnTo>
                  <a:lnTo>
                    <a:pt x="122" y="31"/>
                  </a:lnTo>
                  <a:lnTo>
                    <a:pt x="61" y="57"/>
                  </a:lnTo>
                  <a:lnTo>
                    <a:pt x="8" y="6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1" name="Freeform 75"/>
            <p:cNvSpPr>
              <a:spLocks/>
            </p:cNvSpPr>
            <p:nvPr/>
          </p:nvSpPr>
          <p:spPr bwMode="auto">
            <a:xfrm>
              <a:off x="4243" y="1679"/>
              <a:ext cx="80" cy="46"/>
            </a:xfrm>
            <a:custGeom>
              <a:avLst/>
              <a:gdLst>
                <a:gd name="T0" fmla="*/ 0 w 159"/>
                <a:gd name="T1" fmla="*/ 16 h 91"/>
                <a:gd name="T2" fmla="*/ 20 w 159"/>
                <a:gd name="T3" fmla="*/ 8 h 91"/>
                <a:gd name="T4" fmla="*/ 37 w 159"/>
                <a:gd name="T5" fmla="*/ 0 h 91"/>
                <a:gd name="T6" fmla="*/ 40 w 159"/>
                <a:gd name="T7" fmla="*/ 7 h 91"/>
                <a:gd name="T8" fmla="*/ 32 w 159"/>
                <a:gd name="T9" fmla="*/ 17 h 91"/>
                <a:gd name="T10" fmla="*/ 14 w 159"/>
                <a:gd name="T11" fmla="*/ 21 h 91"/>
                <a:gd name="T12" fmla="*/ 6 w 159"/>
                <a:gd name="T13" fmla="*/ 23 h 91"/>
                <a:gd name="T14" fmla="*/ 0 w 159"/>
                <a:gd name="T15" fmla="*/ 16 h 91"/>
                <a:gd name="T16" fmla="*/ 0 w 159"/>
                <a:gd name="T17" fmla="*/ 16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91"/>
                <a:gd name="T29" fmla="*/ 159 w 159"/>
                <a:gd name="T30" fmla="*/ 91 h 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91">
                  <a:moveTo>
                    <a:pt x="0" y="61"/>
                  </a:moveTo>
                  <a:lnTo>
                    <a:pt x="78" y="31"/>
                  </a:lnTo>
                  <a:lnTo>
                    <a:pt x="146" y="0"/>
                  </a:lnTo>
                  <a:lnTo>
                    <a:pt x="159" y="27"/>
                  </a:lnTo>
                  <a:lnTo>
                    <a:pt x="125" y="67"/>
                  </a:lnTo>
                  <a:lnTo>
                    <a:pt x="55" y="84"/>
                  </a:lnTo>
                  <a:lnTo>
                    <a:pt x="21" y="91"/>
                  </a:lnTo>
                  <a:lnTo>
                    <a:pt x="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2" name="Freeform 76"/>
            <p:cNvSpPr>
              <a:spLocks/>
            </p:cNvSpPr>
            <p:nvPr/>
          </p:nvSpPr>
          <p:spPr bwMode="auto">
            <a:xfrm>
              <a:off x="4193" y="1736"/>
              <a:ext cx="147" cy="137"/>
            </a:xfrm>
            <a:custGeom>
              <a:avLst/>
              <a:gdLst>
                <a:gd name="T0" fmla="*/ 16 w 295"/>
                <a:gd name="T1" fmla="*/ 15 h 274"/>
                <a:gd name="T2" fmla="*/ 31 w 295"/>
                <a:gd name="T3" fmla="*/ 6 h 274"/>
                <a:gd name="T4" fmla="*/ 50 w 295"/>
                <a:gd name="T5" fmla="*/ 2 h 274"/>
                <a:gd name="T6" fmla="*/ 62 w 295"/>
                <a:gd name="T7" fmla="*/ 0 h 274"/>
                <a:gd name="T8" fmla="*/ 71 w 295"/>
                <a:gd name="T9" fmla="*/ 6 h 274"/>
                <a:gd name="T10" fmla="*/ 73 w 295"/>
                <a:gd name="T11" fmla="*/ 19 h 274"/>
                <a:gd name="T12" fmla="*/ 69 w 295"/>
                <a:gd name="T13" fmla="*/ 36 h 274"/>
                <a:gd name="T14" fmla="*/ 59 w 295"/>
                <a:gd name="T15" fmla="*/ 51 h 274"/>
                <a:gd name="T16" fmla="*/ 39 w 295"/>
                <a:gd name="T17" fmla="*/ 60 h 274"/>
                <a:gd name="T18" fmla="*/ 17 w 295"/>
                <a:gd name="T19" fmla="*/ 69 h 274"/>
                <a:gd name="T20" fmla="*/ 3 w 295"/>
                <a:gd name="T21" fmla="*/ 67 h 274"/>
                <a:gd name="T22" fmla="*/ 0 w 295"/>
                <a:gd name="T23" fmla="*/ 59 h 274"/>
                <a:gd name="T24" fmla="*/ 14 w 295"/>
                <a:gd name="T25" fmla="*/ 55 h 274"/>
                <a:gd name="T26" fmla="*/ 30 w 295"/>
                <a:gd name="T27" fmla="*/ 51 h 274"/>
                <a:gd name="T28" fmla="*/ 41 w 295"/>
                <a:gd name="T29" fmla="*/ 40 h 274"/>
                <a:gd name="T30" fmla="*/ 50 w 295"/>
                <a:gd name="T31" fmla="*/ 24 h 274"/>
                <a:gd name="T32" fmla="*/ 50 w 295"/>
                <a:gd name="T33" fmla="*/ 14 h 274"/>
                <a:gd name="T34" fmla="*/ 33 w 295"/>
                <a:gd name="T35" fmla="*/ 17 h 274"/>
                <a:gd name="T36" fmla="*/ 22 w 295"/>
                <a:gd name="T37" fmla="*/ 21 h 274"/>
                <a:gd name="T38" fmla="*/ 16 w 295"/>
                <a:gd name="T39" fmla="*/ 15 h 274"/>
                <a:gd name="T40" fmla="*/ 16 w 295"/>
                <a:gd name="T41" fmla="*/ 15 h 2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5"/>
                <a:gd name="T64" fmla="*/ 0 h 274"/>
                <a:gd name="T65" fmla="*/ 295 w 295"/>
                <a:gd name="T66" fmla="*/ 274 h 2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5" h="274">
                  <a:moveTo>
                    <a:pt x="65" y="61"/>
                  </a:moveTo>
                  <a:lnTo>
                    <a:pt x="125" y="25"/>
                  </a:lnTo>
                  <a:lnTo>
                    <a:pt x="200" y="8"/>
                  </a:lnTo>
                  <a:lnTo>
                    <a:pt x="251" y="0"/>
                  </a:lnTo>
                  <a:lnTo>
                    <a:pt x="287" y="25"/>
                  </a:lnTo>
                  <a:lnTo>
                    <a:pt x="295" y="74"/>
                  </a:lnTo>
                  <a:lnTo>
                    <a:pt x="277" y="143"/>
                  </a:lnTo>
                  <a:lnTo>
                    <a:pt x="239" y="204"/>
                  </a:lnTo>
                  <a:lnTo>
                    <a:pt x="156" y="238"/>
                  </a:lnTo>
                  <a:lnTo>
                    <a:pt x="70" y="274"/>
                  </a:lnTo>
                  <a:lnTo>
                    <a:pt x="13" y="268"/>
                  </a:lnTo>
                  <a:lnTo>
                    <a:pt x="0" y="234"/>
                  </a:lnTo>
                  <a:lnTo>
                    <a:pt x="57" y="221"/>
                  </a:lnTo>
                  <a:lnTo>
                    <a:pt x="122" y="204"/>
                  </a:lnTo>
                  <a:lnTo>
                    <a:pt x="165" y="160"/>
                  </a:lnTo>
                  <a:lnTo>
                    <a:pt x="203" y="95"/>
                  </a:lnTo>
                  <a:lnTo>
                    <a:pt x="200" y="55"/>
                  </a:lnTo>
                  <a:lnTo>
                    <a:pt x="135" y="65"/>
                  </a:lnTo>
                  <a:lnTo>
                    <a:pt x="91" y="82"/>
                  </a:lnTo>
                  <a:lnTo>
                    <a:pt x="65"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3" name="Freeform 77"/>
            <p:cNvSpPr>
              <a:spLocks/>
            </p:cNvSpPr>
            <p:nvPr/>
          </p:nvSpPr>
          <p:spPr bwMode="auto">
            <a:xfrm>
              <a:off x="4301" y="1521"/>
              <a:ext cx="24" cy="24"/>
            </a:xfrm>
            <a:custGeom>
              <a:avLst/>
              <a:gdLst>
                <a:gd name="T0" fmla="*/ 0 w 47"/>
                <a:gd name="T1" fmla="*/ 6 h 47"/>
                <a:gd name="T2" fmla="*/ 8 w 47"/>
                <a:gd name="T3" fmla="*/ 0 h 47"/>
                <a:gd name="T4" fmla="*/ 12 w 47"/>
                <a:gd name="T5" fmla="*/ 9 h 47"/>
                <a:gd name="T6" fmla="*/ 6 w 47"/>
                <a:gd name="T7" fmla="*/ 12 h 47"/>
                <a:gd name="T8" fmla="*/ 0 w 47"/>
                <a:gd name="T9" fmla="*/ 6 h 47"/>
                <a:gd name="T10" fmla="*/ 0 w 47"/>
                <a:gd name="T11" fmla="*/ 6 h 47"/>
                <a:gd name="T12" fmla="*/ 0 60000 65536"/>
                <a:gd name="T13" fmla="*/ 0 60000 65536"/>
                <a:gd name="T14" fmla="*/ 0 60000 65536"/>
                <a:gd name="T15" fmla="*/ 0 60000 65536"/>
                <a:gd name="T16" fmla="*/ 0 60000 65536"/>
                <a:gd name="T17" fmla="*/ 0 60000 65536"/>
                <a:gd name="T18" fmla="*/ 0 w 47"/>
                <a:gd name="T19" fmla="*/ 0 h 47"/>
                <a:gd name="T20" fmla="*/ 47 w 47"/>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47" h="47">
                  <a:moveTo>
                    <a:pt x="0" y="21"/>
                  </a:moveTo>
                  <a:lnTo>
                    <a:pt x="30" y="0"/>
                  </a:lnTo>
                  <a:lnTo>
                    <a:pt x="47" y="34"/>
                  </a:lnTo>
                  <a:lnTo>
                    <a:pt x="22" y="47"/>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4" name="Freeform 78"/>
            <p:cNvSpPr>
              <a:spLocks/>
            </p:cNvSpPr>
            <p:nvPr/>
          </p:nvSpPr>
          <p:spPr bwMode="auto">
            <a:xfrm>
              <a:off x="4323" y="1577"/>
              <a:ext cx="24" cy="22"/>
            </a:xfrm>
            <a:custGeom>
              <a:avLst/>
              <a:gdLst>
                <a:gd name="T0" fmla="*/ 0 w 48"/>
                <a:gd name="T1" fmla="*/ 0 h 43"/>
                <a:gd name="T2" fmla="*/ 10 w 48"/>
                <a:gd name="T3" fmla="*/ 0 h 43"/>
                <a:gd name="T4" fmla="*/ 12 w 48"/>
                <a:gd name="T5" fmla="*/ 11 h 43"/>
                <a:gd name="T6" fmla="*/ 4 w 48"/>
                <a:gd name="T7" fmla="*/ 10 h 43"/>
                <a:gd name="T8" fmla="*/ 0 w 48"/>
                <a:gd name="T9" fmla="*/ 0 h 43"/>
                <a:gd name="T10" fmla="*/ 0 w 48"/>
                <a:gd name="T11" fmla="*/ 0 h 43"/>
                <a:gd name="T12" fmla="*/ 0 60000 65536"/>
                <a:gd name="T13" fmla="*/ 0 60000 65536"/>
                <a:gd name="T14" fmla="*/ 0 60000 65536"/>
                <a:gd name="T15" fmla="*/ 0 60000 65536"/>
                <a:gd name="T16" fmla="*/ 0 60000 65536"/>
                <a:gd name="T17" fmla="*/ 0 60000 65536"/>
                <a:gd name="T18" fmla="*/ 0 w 48"/>
                <a:gd name="T19" fmla="*/ 0 h 43"/>
                <a:gd name="T20" fmla="*/ 48 w 48"/>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48" h="43">
                  <a:moveTo>
                    <a:pt x="0" y="0"/>
                  </a:moveTo>
                  <a:lnTo>
                    <a:pt x="38" y="0"/>
                  </a:lnTo>
                  <a:lnTo>
                    <a:pt x="48" y="43"/>
                  </a:lnTo>
                  <a:lnTo>
                    <a:pt x="14" y="4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5" name="Freeform 79"/>
            <p:cNvSpPr>
              <a:spLocks/>
            </p:cNvSpPr>
            <p:nvPr/>
          </p:nvSpPr>
          <p:spPr bwMode="auto">
            <a:xfrm>
              <a:off x="4342" y="1633"/>
              <a:ext cx="29" cy="24"/>
            </a:xfrm>
            <a:custGeom>
              <a:avLst/>
              <a:gdLst>
                <a:gd name="T0" fmla="*/ 2 w 57"/>
                <a:gd name="T1" fmla="*/ 0 h 47"/>
                <a:gd name="T2" fmla="*/ 11 w 57"/>
                <a:gd name="T3" fmla="*/ 0 h 47"/>
                <a:gd name="T4" fmla="*/ 15 w 57"/>
                <a:gd name="T5" fmla="*/ 8 h 47"/>
                <a:gd name="T6" fmla="*/ 8 w 57"/>
                <a:gd name="T7" fmla="*/ 12 h 47"/>
                <a:gd name="T8" fmla="*/ 0 w 57"/>
                <a:gd name="T9" fmla="*/ 9 h 47"/>
                <a:gd name="T10" fmla="*/ 2 w 57"/>
                <a:gd name="T11" fmla="*/ 0 h 47"/>
                <a:gd name="T12" fmla="*/ 2 w 57"/>
                <a:gd name="T13" fmla="*/ 0 h 47"/>
                <a:gd name="T14" fmla="*/ 0 60000 65536"/>
                <a:gd name="T15" fmla="*/ 0 60000 65536"/>
                <a:gd name="T16" fmla="*/ 0 60000 65536"/>
                <a:gd name="T17" fmla="*/ 0 60000 65536"/>
                <a:gd name="T18" fmla="*/ 0 60000 65536"/>
                <a:gd name="T19" fmla="*/ 0 60000 65536"/>
                <a:gd name="T20" fmla="*/ 0 60000 65536"/>
                <a:gd name="T21" fmla="*/ 0 w 57"/>
                <a:gd name="T22" fmla="*/ 0 h 47"/>
                <a:gd name="T23" fmla="*/ 57 w 57"/>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47">
                  <a:moveTo>
                    <a:pt x="6" y="0"/>
                  </a:moveTo>
                  <a:lnTo>
                    <a:pt x="44" y="0"/>
                  </a:lnTo>
                  <a:lnTo>
                    <a:pt x="57" y="30"/>
                  </a:lnTo>
                  <a:lnTo>
                    <a:pt x="31" y="47"/>
                  </a:lnTo>
                  <a:lnTo>
                    <a:pt x="0" y="3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6" name="Freeform 80"/>
            <p:cNvSpPr>
              <a:spLocks/>
            </p:cNvSpPr>
            <p:nvPr/>
          </p:nvSpPr>
          <p:spPr bwMode="auto">
            <a:xfrm>
              <a:off x="4269" y="1669"/>
              <a:ext cx="117" cy="237"/>
            </a:xfrm>
            <a:custGeom>
              <a:avLst/>
              <a:gdLst>
                <a:gd name="T0" fmla="*/ 54 w 234"/>
                <a:gd name="T1" fmla="*/ 0 h 475"/>
                <a:gd name="T2" fmla="*/ 59 w 234"/>
                <a:gd name="T3" fmla="*/ 32 h 475"/>
                <a:gd name="T4" fmla="*/ 56 w 234"/>
                <a:gd name="T5" fmla="*/ 57 h 475"/>
                <a:gd name="T6" fmla="*/ 50 w 234"/>
                <a:gd name="T7" fmla="*/ 84 h 475"/>
                <a:gd name="T8" fmla="*/ 44 w 234"/>
                <a:gd name="T9" fmla="*/ 107 h 475"/>
                <a:gd name="T10" fmla="*/ 33 w 234"/>
                <a:gd name="T11" fmla="*/ 115 h 475"/>
                <a:gd name="T12" fmla="*/ 22 w 234"/>
                <a:gd name="T13" fmla="*/ 118 h 475"/>
                <a:gd name="T14" fmla="*/ 8 w 234"/>
                <a:gd name="T15" fmla="*/ 117 h 475"/>
                <a:gd name="T16" fmla="*/ 0 w 234"/>
                <a:gd name="T17" fmla="*/ 108 h 475"/>
                <a:gd name="T18" fmla="*/ 8 w 234"/>
                <a:gd name="T19" fmla="*/ 102 h 475"/>
                <a:gd name="T20" fmla="*/ 20 w 234"/>
                <a:gd name="T21" fmla="*/ 105 h 475"/>
                <a:gd name="T22" fmla="*/ 31 w 234"/>
                <a:gd name="T23" fmla="*/ 96 h 475"/>
                <a:gd name="T24" fmla="*/ 40 w 234"/>
                <a:gd name="T25" fmla="*/ 78 h 475"/>
                <a:gd name="T26" fmla="*/ 49 w 234"/>
                <a:gd name="T27" fmla="*/ 49 h 475"/>
                <a:gd name="T28" fmla="*/ 51 w 234"/>
                <a:gd name="T29" fmla="*/ 27 h 475"/>
                <a:gd name="T30" fmla="*/ 50 w 234"/>
                <a:gd name="T31" fmla="*/ 7 h 475"/>
                <a:gd name="T32" fmla="*/ 54 w 234"/>
                <a:gd name="T33" fmla="*/ 0 h 475"/>
                <a:gd name="T34" fmla="*/ 54 w 234"/>
                <a:gd name="T35" fmla="*/ 0 h 4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34"/>
                <a:gd name="T55" fmla="*/ 0 h 475"/>
                <a:gd name="T56" fmla="*/ 234 w 234"/>
                <a:gd name="T57" fmla="*/ 475 h 4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34" h="475">
                  <a:moveTo>
                    <a:pt x="213" y="0"/>
                  </a:moveTo>
                  <a:lnTo>
                    <a:pt x="234" y="129"/>
                  </a:lnTo>
                  <a:lnTo>
                    <a:pt x="224" y="230"/>
                  </a:lnTo>
                  <a:lnTo>
                    <a:pt x="200" y="339"/>
                  </a:lnTo>
                  <a:lnTo>
                    <a:pt x="173" y="430"/>
                  </a:lnTo>
                  <a:lnTo>
                    <a:pt x="129" y="460"/>
                  </a:lnTo>
                  <a:lnTo>
                    <a:pt x="86" y="475"/>
                  </a:lnTo>
                  <a:lnTo>
                    <a:pt x="30" y="468"/>
                  </a:lnTo>
                  <a:lnTo>
                    <a:pt x="0" y="434"/>
                  </a:lnTo>
                  <a:lnTo>
                    <a:pt x="30" y="409"/>
                  </a:lnTo>
                  <a:lnTo>
                    <a:pt x="78" y="420"/>
                  </a:lnTo>
                  <a:lnTo>
                    <a:pt x="122" y="386"/>
                  </a:lnTo>
                  <a:lnTo>
                    <a:pt x="160" y="312"/>
                  </a:lnTo>
                  <a:lnTo>
                    <a:pt x="196" y="196"/>
                  </a:lnTo>
                  <a:lnTo>
                    <a:pt x="203" y="109"/>
                  </a:lnTo>
                  <a:lnTo>
                    <a:pt x="200" y="31"/>
                  </a:lnTo>
                  <a:lnTo>
                    <a:pt x="2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7" name="Freeform 81"/>
            <p:cNvSpPr>
              <a:spLocks/>
            </p:cNvSpPr>
            <p:nvPr/>
          </p:nvSpPr>
          <p:spPr bwMode="auto">
            <a:xfrm>
              <a:off x="3773" y="1107"/>
              <a:ext cx="34" cy="80"/>
            </a:xfrm>
            <a:custGeom>
              <a:avLst/>
              <a:gdLst>
                <a:gd name="T0" fmla="*/ 17 w 68"/>
                <a:gd name="T1" fmla="*/ 0 h 160"/>
                <a:gd name="T2" fmla="*/ 9 w 68"/>
                <a:gd name="T3" fmla="*/ 8 h 160"/>
                <a:gd name="T4" fmla="*/ 1 w 68"/>
                <a:gd name="T5" fmla="*/ 23 h 160"/>
                <a:gd name="T6" fmla="*/ 0 w 68"/>
                <a:gd name="T7" fmla="*/ 40 h 160"/>
                <a:gd name="T8" fmla="*/ 5 w 68"/>
                <a:gd name="T9" fmla="*/ 38 h 160"/>
                <a:gd name="T10" fmla="*/ 9 w 68"/>
                <a:gd name="T11" fmla="*/ 23 h 160"/>
                <a:gd name="T12" fmla="*/ 16 w 68"/>
                <a:gd name="T13" fmla="*/ 10 h 160"/>
                <a:gd name="T14" fmla="*/ 17 w 68"/>
                <a:gd name="T15" fmla="*/ 0 h 160"/>
                <a:gd name="T16" fmla="*/ 17 w 68"/>
                <a:gd name="T17" fmla="*/ 0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
                <a:gd name="T28" fmla="*/ 0 h 160"/>
                <a:gd name="T29" fmla="*/ 68 w 68"/>
                <a:gd name="T30" fmla="*/ 160 h 1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 h="160">
                  <a:moveTo>
                    <a:pt x="68" y="0"/>
                  </a:moveTo>
                  <a:lnTo>
                    <a:pt x="34" y="30"/>
                  </a:lnTo>
                  <a:lnTo>
                    <a:pt x="4" y="91"/>
                  </a:lnTo>
                  <a:lnTo>
                    <a:pt x="0" y="160"/>
                  </a:lnTo>
                  <a:lnTo>
                    <a:pt x="17" y="152"/>
                  </a:lnTo>
                  <a:lnTo>
                    <a:pt x="34" y="91"/>
                  </a:lnTo>
                  <a:lnTo>
                    <a:pt x="64" y="38"/>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8" name="Freeform 82"/>
            <p:cNvSpPr>
              <a:spLocks/>
            </p:cNvSpPr>
            <p:nvPr/>
          </p:nvSpPr>
          <p:spPr bwMode="auto">
            <a:xfrm>
              <a:off x="3797" y="1080"/>
              <a:ext cx="142" cy="200"/>
            </a:xfrm>
            <a:custGeom>
              <a:avLst/>
              <a:gdLst>
                <a:gd name="T0" fmla="*/ 61 w 285"/>
                <a:gd name="T1" fmla="*/ 0 h 399"/>
                <a:gd name="T2" fmla="*/ 42 w 285"/>
                <a:gd name="T3" fmla="*/ 8 h 399"/>
                <a:gd name="T4" fmla="*/ 30 w 285"/>
                <a:gd name="T5" fmla="*/ 16 h 399"/>
                <a:gd name="T6" fmla="*/ 18 w 285"/>
                <a:gd name="T7" fmla="*/ 30 h 399"/>
                <a:gd name="T8" fmla="*/ 4 w 285"/>
                <a:gd name="T9" fmla="*/ 54 h 399"/>
                <a:gd name="T10" fmla="*/ 0 w 285"/>
                <a:gd name="T11" fmla="*/ 70 h 399"/>
                <a:gd name="T12" fmla="*/ 6 w 285"/>
                <a:gd name="T13" fmla="*/ 100 h 399"/>
                <a:gd name="T14" fmla="*/ 8 w 285"/>
                <a:gd name="T15" fmla="*/ 70 h 399"/>
                <a:gd name="T16" fmla="*/ 17 w 285"/>
                <a:gd name="T17" fmla="*/ 49 h 399"/>
                <a:gd name="T18" fmla="*/ 31 w 285"/>
                <a:gd name="T19" fmla="*/ 32 h 399"/>
                <a:gd name="T20" fmla="*/ 43 w 285"/>
                <a:gd name="T21" fmla="*/ 21 h 399"/>
                <a:gd name="T22" fmla="*/ 53 w 285"/>
                <a:gd name="T23" fmla="*/ 14 h 399"/>
                <a:gd name="T24" fmla="*/ 69 w 285"/>
                <a:gd name="T25" fmla="*/ 11 h 399"/>
                <a:gd name="T26" fmla="*/ 71 w 285"/>
                <a:gd name="T27" fmla="*/ 3 h 399"/>
                <a:gd name="T28" fmla="*/ 61 w 285"/>
                <a:gd name="T29" fmla="*/ 0 h 399"/>
                <a:gd name="T30" fmla="*/ 61 w 285"/>
                <a:gd name="T31" fmla="*/ 0 h 3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5"/>
                <a:gd name="T49" fmla="*/ 0 h 399"/>
                <a:gd name="T50" fmla="*/ 285 w 285"/>
                <a:gd name="T51" fmla="*/ 399 h 3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5" h="399">
                  <a:moveTo>
                    <a:pt x="244" y="0"/>
                  </a:moveTo>
                  <a:lnTo>
                    <a:pt x="169" y="30"/>
                  </a:lnTo>
                  <a:lnTo>
                    <a:pt x="122" y="64"/>
                  </a:lnTo>
                  <a:lnTo>
                    <a:pt x="74" y="117"/>
                  </a:lnTo>
                  <a:lnTo>
                    <a:pt x="17" y="213"/>
                  </a:lnTo>
                  <a:lnTo>
                    <a:pt x="0" y="277"/>
                  </a:lnTo>
                  <a:lnTo>
                    <a:pt x="27" y="399"/>
                  </a:lnTo>
                  <a:lnTo>
                    <a:pt x="35" y="277"/>
                  </a:lnTo>
                  <a:lnTo>
                    <a:pt x="69" y="195"/>
                  </a:lnTo>
                  <a:lnTo>
                    <a:pt x="126" y="127"/>
                  </a:lnTo>
                  <a:lnTo>
                    <a:pt x="173" y="83"/>
                  </a:lnTo>
                  <a:lnTo>
                    <a:pt x="213" y="53"/>
                  </a:lnTo>
                  <a:lnTo>
                    <a:pt x="278" y="43"/>
                  </a:lnTo>
                  <a:lnTo>
                    <a:pt x="285" y="9"/>
                  </a:lnTo>
                  <a:lnTo>
                    <a:pt x="2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49" name="Freeform 83"/>
            <p:cNvSpPr>
              <a:spLocks/>
            </p:cNvSpPr>
            <p:nvPr/>
          </p:nvSpPr>
          <p:spPr bwMode="auto">
            <a:xfrm>
              <a:off x="3990" y="1230"/>
              <a:ext cx="264" cy="133"/>
            </a:xfrm>
            <a:custGeom>
              <a:avLst/>
              <a:gdLst>
                <a:gd name="T0" fmla="*/ 0 w 529"/>
                <a:gd name="T1" fmla="*/ 16 h 264"/>
                <a:gd name="T2" fmla="*/ 21 w 529"/>
                <a:gd name="T3" fmla="*/ 4 h 264"/>
                <a:gd name="T4" fmla="*/ 38 w 529"/>
                <a:gd name="T5" fmla="*/ 0 h 264"/>
                <a:gd name="T6" fmla="*/ 53 w 529"/>
                <a:gd name="T7" fmla="*/ 0 h 264"/>
                <a:gd name="T8" fmla="*/ 70 w 529"/>
                <a:gd name="T9" fmla="*/ 4 h 264"/>
                <a:gd name="T10" fmla="*/ 89 w 529"/>
                <a:gd name="T11" fmla="*/ 12 h 264"/>
                <a:gd name="T12" fmla="*/ 112 w 529"/>
                <a:gd name="T13" fmla="*/ 25 h 264"/>
                <a:gd name="T14" fmla="*/ 124 w 529"/>
                <a:gd name="T15" fmla="*/ 36 h 264"/>
                <a:gd name="T16" fmla="*/ 131 w 529"/>
                <a:gd name="T17" fmla="*/ 46 h 264"/>
                <a:gd name="T18" fmla="*/ 132 w 529"/>
                <a:gd name="T19" fmla="*/ 58 h 264"/>
                <a:gd name="T20" fmla="*/ 127 w 529"/>
                <a:gd name="T21" fmla="*/ 67 h 264"/>
                <a:gd name="T22" fmla="*/ 116 w 529"/>
                <a:gd name="T23" fmla="*/ 66 h 264"/>
                <a:gd name="T24" fmla="*/ 107 w 529"/>
                <a:gd name="T25" fmla="*/ 60 h 264"/>
                <a:gd name="T26" fmla="*/ 118 w 529"/>
                <a:gd name="T27" fmla="*/ 56 h 264"/>
                <a:gd name="T28" fmla="*/ 113 w 529"/>
                <a:gd name="T29" fmla="*/ 43 h 264"/>
                <a:gd name="T30" fmla="*/ 93 w 529"/>
                <a:gd name="T31" fmla="*/ 27 h 264"/>
                <a:gd name="T32" fmla="*/ 72 w 529"/>
                <a:gd name="T33" fmla="*/ 19 h 264"/>
                <a:gd name="T34" fmla="*/ 47 w 529"/>
                <a:gd name="T35" fmla="*/ 13 h 264"/>
                <a:gd name="T36" fmla="*/ 31 w 529"/>
                <a:gd name="T37" fmla="*/ 11 h 264"/>
                <a:gd name="T38" fmla="*/ 15 w 529"/>
                <a:gd name="T39" fmla="*/ 16 h 264"/>
                <a:gd name="T40" fmla="*/ 0 w 529"/>
                <a:gd name="T41" fmla="*/ 16 h 264"/>
                <a:gd name="T42" fmla="*/ 0 w 529"/>
                <a:gd name="T43" fmla="*/ 16 h 2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29"/>
                <a:gd name="T67" fmla="*/ 0 h 264"/>
                <a:gd name="T68" fmla="*/ 529 w 529"/>
                <a:gd name="T69" fmla="*/ 264 h 2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29" h="264">
                  <a:moveTo>
                    <a:pt x="0" y="61"/>
                  </a:moveTo>
                  <a:lnTo>
                    <a:pt x="86" y="13"/>
                  </a:lnTo>
                  <a:lnTo>
                    <a:pt x="152" y="0"/>
                  </a:lnTo>
                  <a:lnTo>
                    <a:pt x="213" y="0"/>
                  </a:lnTo>
                  <a:lnTo>
                    <a:pt x="280" y="15"/>
                  </a:lnTo>
                  <a:lnTo>
                    <a:pt x="359" y="47"/>
                  </a:lnTo>
                  <a:lnTo>
                    <a:pt x="451" y="99"/>
                  </a:lnTo>
                  <a:lnTo>
                    <a:pt x="498" y="143"/>
                  </a:lnTo>
                  <a:lnTo>
                    <a:pt x="525" y="182"/>
                  </a:lnTo>
                  <a:lnTo>
                    <a:pt x="529" y="230"/>
                  </a:lnTo>
                  <a:lnTo>
                    <a:pt x="508" y="264"/>
                  </a:lnTo>
                  <a:lnTo>
                    <a:pt x="464" y="260"/>
                  </a:lnTo>
                  <a:lnTo>
                    <a:pt x="428" y="238"/>
                  </a:lnTo>
                  <a:lnTo>
                    <a:pt x="472" y="220"/>
                  </a:lnTo>
                  <a:lnTo>
                    <a:pt x="454" y="169"/>
                  </a:lnTo>
                  <a:lnTo>
                    <a:pt x="373" y="108"/>
                  </a:lnTo>
                  <a:lnTo>
                    <a:pt x="291" y="74"/>
                  </a:lnTo>
                  <a:lnTo>
                    <a:pt x="190" y="51"/>
                  </a:lnTo>
                  <a:lnTo>
                    <a:pt x="126" y="44"/>
                  </a:lnTo>
                  <a:lnTo>
                    <a:pt x="61" y="61"/>
                  </a:lnTo>
                  <a:lnTo>
                    <a:pt x="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0" name="Freeform 84"/>
            <p:cNvSpPr>
              <a:spLocks/>
            </p:cNvSpPr>
            <p:nvPr/>
          </p:nvSpPr>
          <p:spPr bwMode="auto">
            <a:xfrm>
              <a:off x="4005" y="1280"/>
              <a:ext cx="188" cy="159"/>
            </a:xfrm>
            <a:custGeom>
              <a:avLst/>
              <a:gdLst>
                <a:gd name="T0" fmla="*/ 0 w 376"/>
                <a:gd name="T1" fmla="*/ 36 h 317"/>
                <a:gd name="T2" fmla="*/ 20 w 376"/>
                <a:gd name="T3" fmla="*/ 13 h 317"/>
                <a:gd name="T4" fmla="*/ 30 w 376"/>
                <a:gd name="T5" fmla="*/ 0 h 317"/>
                <a:gd name="T6" fmla="*/ 48 w 376"/>
                <a:gd name="T7" fmla="*/ 3 h 317"/>
                <a:gd name="T8" fmla="*/ 62 w 376"/>
                <a:gd name="T9" fmla="*/ 7 h 317"/>
                <a:gd name="T10" fmla="*/ 80 w 376"/>
                <a:gd name="T11" fmla="*/ 16 h 317"/>
                <a:gd name="T12" fmla="*/ 94 w 376"/>
                <a:gd name="T13" fmla="*/ 26 h 317"/>
                <a:gd name="T14" fmla="*/ 91 w 376"/>
                <a:gd name="T15" fmla="*/ 32 h 317"/>
                <a:gd name="T16" fmla="*/ 85 w 376"/>
                <a:gd name="T17" fmla="*/ 31 h 317"/>
                <a:gd name="T18" fmla="*/ 90 w 376"/>
                <a:gd name="T19" fmla="*/ 41 h 317"/>
                <a:gd name="T20" fmla="*/ 79 w 376"/>
                <a:gd name="T21" fmla="*/ 59 h 317"/>
                <a:gd name="T22" fmla="*/ 71 w 376"/>
                <a:gd name="T23" fmla="*/ 69 h 317"/>
                <a:gd name="T24" fmla="*/ 51 w 376"/>
                <a:gd name="T25" fmla="*/ 80 h 317"/>
                <a:gd name="T26" fmla="*/ 46 w 376"/>
                <a:gd name="T27" fmla="*/ 70 h 317"/>
                <a:gd name="T28" fmla="*/ 65 w 376"/>
                <a:gd name="T29" fmla="*/ 58 h 317"/>
                <a:gd name="T30" fmla="*/ 66 w 376"/>
                <a:gd name="T31" fmla="*/ 45 h 317"/>
                <a:gd name="T32" fmla="*/ 53 w 376"/>
                <a:gd name="T33" fmla="*/ 30 h 317"/>
                <a:gd name="T34" fmla="*/ 44 w 376"/>
                <a:gd name="T35" fmla="*/ 19 h 317"/>
                <a:gd name="T36" fmla="*/ 38 w 376"/>
                <a:gd name="T37" fmla="*/ 14 h 317"/>
                <a:gd name="T38" fmla="*/ 29 w 376"/>
                <a:gd name="T39" fmla="*/ 18 h 317"/>
                <a:gd name="T40" fmla="*/ 19 w 376"/>
                <a:gd name="T41" fmla="*/ 30 h 317"/>
                <a:gd name="T42" fmla="*/ 9 w 376"/>
                <a:gd name="T43" fmla="*/ 42 h 317"/>
                <a:gd name="T44" fmla="*/ 0 w 376"/>
                <a:gd name="T45" fmla="*/ 36 h 317"/>
                <a:gd name="T46" fmla="*/ 0 w 376"/>
                <a:gd name="T47" fmla="*/ 36 h 31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76"/>
                <a:gd name="T73" fmla="*/ 0 h 317"/>
                <a:gd name="T74" fmla="*/ 376 w 376"/>
                <a:gd name="T75" fmla="*/ 317 h 31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76" h="317">
                  <a:moveTo>
                    <a:pt x="0" y="144"/>
                  </a:moveTo>
                  <a:lnTo>
                    <a:pt x="78" y="49"/>
                  </a:lnTo>
                  <a:lnTo>
                    <a:pt x="121" y="0"/>
                  </a:lnTo>
                  <a:lnTo>
                    <a:pt x="193" y="9"/>
                  </a:lnTo>
                  <a:lnTo>
                    <a:pt x="247" y="26"/>
                  </a:lnTo>
                  <a:lnTo>
                    <a:pt x="319" y="61"/>
                  </a:lnTo>
                  <a:lnTo>
                    <a:pt x="376" y="104"/>
                  </a:lnTo>
                  <a:lnTo>
                    <a:pt x="363" y="127"/>
                  </a:lnTo>
                  <a:lnTo>
                    <a:pt x="338" y="121"/>
                  </a:lnTo>
                  <a:lnTo>
                    <a:pt x="359" y="161"/>
                  </a:lnTo>
                  <a:lnTo>
                    <a:pt x="315" y="235"/>
                  </a:lnTo>
                  <a:lnTo>
                    <a:pt x="283" y="274"/>
                  </a:lnTo>
                  <a:lnTo>
                    <a:pt x="203" y="317"/>
                  </a:lnTo>
                  <a:lnTo>
                    <a:pt x="182" y="277"/>
                  </a:lnTo>
                  <a:lnTo>
                    <a:pt x="260" y="230"/>
                  </a:lnTo>
                  <a:lnTo>
                    <a:pt x="264" y="178"/>
                  </a:lnTo>
                  <a:lnTo>
                    <a:pt x="211" y="118"/>
                  </a:lnTo>
                  <a:lnTo>
                    <a:pt x="173" y="74"/>
                  </a:lnTo>
                  <a:lnTo>
                    <a:pt x="152" y="53"/>
                  </a:lnTo>
                  <a:lnTo>
                    <a:pt x="116" y="70"/>
                  </a:lnTo>
                  <a:lnTo>
                    <a:pt x="74" y="118"/>
                  </a:lnTo>
                  <a:lnTo>
                    <a:pt x="34" y="165"/>
                  </a:lnTo>
                  <a:lnTo>
                    <a:pt x="0" y="1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1" name="Freeform 85"/>
            <p:cNvSpPr>
              <a:spLocks/>
            </p:cNvSpPr>
            <p:nvPr/>
          </p:nvSpPr>
          <p:spPr bwMode="auto">
            <a:xfrm>
              <a:off x="3367" y="1167"/>
              <a:ext cx="340" cy="143"/>
            </a:xfrm>
            <a:custGeom>
              <a:avLst/>
              <a:gdLst>
                <a:gd name="T0" fmla="*/ 164 w 681"/>
                <a:gd name="T1" fmla="*/ 0 h 287"/>
                <a:gd name="T2" fmla="*/ 148 w 681"/>
                <a:gd name="T3" fmla="*/ 0 h 287"/>
                <a:gd name="T4" fmla="*/ 135 w 681"/>
                <a:gd name="T5" fmla="*/ 2 h 287"/>
                <a:gd name="T6" fmla="*/ 101 w 681"/>
                <a:gd name="T7" fmla="*/ 14 h 287"/>
                <a:gd name="T8" fmla="*/ 57 w 681"/>
                <a:gd name="T9" fmla="*/ 31 h 287"/>
                <a:gd name="T10" fmla="*/ 10 w 681"/>
                <a:gd name="T11" fmla="*/ 59 h 287"/>
                <a:gd name="T12" fmla="*/ 0 w 681"/>
                <a:gd name="T13" fmla="*/ 71 h 287"/>
                <a:gd name="T14" fmla="*/ 26 w 681"/>
                <a:gd name="T15" fmla="*/ 57 h 287"/>
                <a:gd name="T16" fmla="*/ 63 w 681"/>
                <a:gd name="T17" fmla="*/ 40 h 287"/>
                <a:gd name="T18" fmla="*/ 102 w 681"/>
                <a:gd name="T19" fmla="*/ 25 h 287"/>
                <a:gd name="T20" fmla="*/ 127 w 681"/>
                <a:gd name="T21" fmla="*/ 16 h 287"/>
                <a:gd name="T22" fmla="*/ 150 w 681"/>
                <a:gd name="T23" fmla="*/ 12 h 287"/>
                <a:gd name="T24" fmla="*/ 167 w 681"/>
                <a:gd name="T25" fmla="*/ 10 h 287"/>
                <a:gd name="T26" fmla="*/ 170 w 681"/>
                <a:gd name="T27" fmla="*/ 3 h 287"/>
                <a:gd name="T28" fmla="*/ 164 w 681"/>
                <a:gd name="T29" fmla="*/ 0 h 287"/>
                <a:gd name="T30" fmla="*/ 164 w 681"/>
                <a:gd name="T31" fmla="*/ 0 h 28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81"/>
                <a:gd name="T49" fmla="*/ 0 h 287"/>
                <a:gd name="T50" fmla="*/ 681 w 681"/>
                <a:gd name="T51" fmla="*/ 287 h 28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81" h="287">
                  <a:moveTo>
                    <a:pt x="656" y="1"/>
                  </a:moveTo>
                  <a:lnTo>
                    <a:pt x="593" y="0"/>
                  </a:lnTo>
                  <a:lnTo>
                    <a:pt x="542" y="9"/>
                  </a:lnTo>
                  <a:lnTo>
                    <a:pt x="405" y="57"/>
                  </a:lnTo>
                  <a:lnTo>
                    <a:pt x="230" y="127"/>
                  </a:lnTo>
                  <a:lnTo>
                    <a:pt x="40" y="239"/>
                  </a:lnTo>
                  <a:lnTo>
                    <a:pt x="0" y="287"/>
                  </a:lnTo>
                  <a:lnTo>
                    <a:pt x="105" y="231"/>
                  </a:lnTo>
                  <a:lnTo>
                    <a:pt x="253" y="161"/>
                  </a:lnTo>
                  <a:lnTo>
                    <a:pt x="409" y="100"/>
                  </a:lnTo>
                  <a:lnTo>
                    <a:pt x="511" y="66"/>
                  </a:lnTo>
                  <a:lnTo>
                    <a:pt x="603" y="49"/>
                  </a:lnTo>
                  <a:lnTo>
                    <a:pt x="669" y="43"/>
                  </a:lnTo>
                  <a:lnTo>
                    <a:pt x="681" y="13"/>
                  </a:lnTo>
                  <a:lnTo>
                    <a:pt x="65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2" name="Freeform 86"/>
            <p:cNvSpPr>
              <a:spLocks/>
            </p:cNvSpPr>
            <p:nvPr/>
          </p:nvSpPr>
          <p:spPr bwMode="auto">
            <a:xfrm>
              <a:off x="3491" y="1211"/>
              <a:ext cx="236" cy="115"/>
            </a:xfrm>
            <a:custGeom>
              <a:avLst/>
              <a:gdLst>
                <a:gd name="T0" fmla="*/ 0 w 474"/>
                <a:gd name="T1" fmla="*/ 38 h 230"/>
                <a:gd name="T2" fmla="*/ 27 w 474"/>
                <a:gd name="T3" fmla="*/ 23 h 230"/>
                <a:gd name="T4" fmla="*/ 65 w 474"/>
                <a:gd name="T5" fmla="*/ 9 h 230"/>
                <a:gd name="T6" fmla="*/ 93 w 474"/>
                <a:gd name="T7" fmla="*/ 2 h 230"/>
                <a:gd name="T8" fmla="*/ 111 w 474"/>
                <a:gd name="T9" fmla="*/ 0 h 230"/>
                <a:gd name="T10" fmla="*/ 118 w 474"/>
                <a:gd name="T11" fmla="*/ 7 h 230"/>
                <a:gd name="T12" fmla="*/ 111 w 474"/>
                <a:gd name="T13" fmla="*/ 11 h 230"/>
                <a:gd name="T14" fmla="*/ 95 w 474"/>
                <a:gd name="T15" fmla="*/ 15 h 230"/>
                <a:gd name="T16" fmla="*/ 95 w 474"/>
                <a:gd name="T17" fmla="*/ 30 h 230"/>
                <a:gd name="T18" fmla="*/ 96 w 474"/>
                <a:gd name="T19" fmla="*/ 46 h 230"/>
                <a:gd name="T20" fmla="*/ 87 w 474"/>
                <a:gd name="T21" fmla="*/ 58 h 230"/>
                <a:gd name="T22" fmla="*/ 85 w 474"/>
                <a:gd name="T23" fmla="*/ 44 h 230"/>
                <a:gd name="T24" fmla="*/ 78 w 474"/>
                <a:gd name="T25" fmla="*/ 34 h 230"/>
                <a:gd name="T26" fmla="*/ 59 w 474"/>
                <a:gd name="T27" fmla="*/ 34 h 230"/>
                <a:gd name="T28" fmla="*/ 52 w 474"/>
                <a:gd name="T29" fmla="*/ 24 h 230"/>
                <a:gd name="T30" fmla="*/ 32 w 474"/>
                <a:gd name="T31" fmla="*/ 31 h 230"/>
                <a:gd name="T32" fmla="*/ 11 w 474"/>
                <a:gd name="T33" fmla="*/ 38 h 230"/>
                <a:gd name="T34" fmla="*/ 0 w 474"/>
                <a:gd name="T35" fmla="*/ 38 h 230"/>
                <a:gd name="T36" fmla="*/ 0 w 474"/>
                <a:gd name="T37" fmla="*/ 38 h 2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4"/>
                <a:gd name="T58" fmla="*/ 0 h 230"/>
                <a:gd name="T59" fmla="*/ 474 w 474"/>
                <a:gd name="T60" fmla="*/ 230 h 2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4" h="230">
                  <a:moveTo>
                    <a:pt x="0" y="152"/>
                  </a:moveTo>
                  <a:lnTo>
                    <a:pt x="109" y="91"/>
                  </a:lnTo>
                  <a:lnTo>
                    <a:pt x="264" y="34"/>
                  </a:lnTo>
                  <a:lnTo>
                    <a:pt x="373" y="6"/>
                  </a:lnTo>
                  <a:lnTo>
                    <a:pt x="447" y="0"/>
                  </a:lnTo>
                  <a:lnTo>
                    <a:pt x="474" y="27"/>
                  </a:lnTo>
                  <a:lnTo>
                    <a:pt x="447" y="44"/>
                  </a:lnTo>
                  <a:lnTo>
                    <a:pt x="382" y="57"/>
                  </a:lnTo>
                  <a:lnTo>
                    <a:pt x="382" y="118"/>
                  </a:lnTo>
                  <a:lnTo>
                    <a:pt x="386" y="183"/>
                  </a:lnTo>
                  <a:lnTo>
                    <a:pt x="352" y="230"/>
                  </a:lnTo>
                  <a:lnTo>
                    <a:pt x="344" y="175"/>
                  </a:lnTo>
                  <a:lnTo>
                    <a:pt x="314" y="135"/>
                  </a:lnTo>
                  <a:lnTo>
                    <a:pt x="240" y="135"/>
                  </a:lnTo>
                  <a:lnTo>
                    <a:pt x="209" y="95"/>
                  </a:lnTo>
                  <a:lnTo>
                    <a:pt x="131" y="125"/>
                  </a:lnTo>
                  <a:lnTo>
                    <a:pt x="44" y="152"/>
                  </a:lnTo>
                  <a:lnTo>
                    <a:pt x="0" y="1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3" name="Freeform 87"/>
            <p:cNvSpPr>
              <a:spLocks/>
            </p:cNvSpPr>
            <p:nvPr/>
          </p:nvSpPr>
          <p:spPr bwMode="auto">
            <a:xfrm>
              <a:off x="3692" y="1295"/>
              <a:ext cx="211" cy="42"/>
            </a:xfrm>
            <a:custGeom>
              <a:avLst/>
              <a:gdLst>
                <a:gd name="T0" fmla="*/ 3 w 422"/>
                <a:gd name="T1" fmla="*/ 0 h 84"/>
                <a:gd name="T2" fmla="*/ 37 w 422"/>
                <a:gd name="T3" fmla="*/ 2 h 84"/>
                <a:gd name="T4" fmla="*/ 68 w 422"/>
                <a:gd name="T5" fmla="*/ 5 h 84"/>
                <a:gd name="T6" fmla="*/ 89 w 422"/>
                <a:gd name="T7" fmla="*/ 11 h 84"/>
                <a:gd name="T8" fmla="*/ 101 w 422"/>
                <a:gd name="T9" fmla="*/ 13 h 84"/>
                <a:gd name="T10" fmla="*/ 106 w 422"/>
                <a:gd name="T11" fmla="*/ 21 h 84"/>
                <a:gd name="T12" fmla="*/ 76 w 422"/>
                <a:gd name="T13" fmla="*/ 17 h 84"/>
                <a:gd name="T14" fmla="*/ 37 w 422"/>
                <a:gd name="T15" fmla="*/ 12 h 84"/>
                <a:gd name="T16" fmla="*/ 0 w 422"/>
                <a:gd name="T17" fmla="*/ 12 h 84"/>
                <a:gd name="T18" fmla="*/ 0 w 422"/>
                <a:gd name="T19" fmla="*/ 6 h 84"/>
                <a:gd name="T20" fmla="*/ 3 w 422"/>
                <a:gd name="T21" fmla="*/ 0 h 84"/>
                <a:gd name="T22" fmla="*/ 3 w 422"/>
                <a:gd name="T23" fmla="*/ 0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2"/>
                <a:gd name="T37" fmla="*/ 0 h 84"/>
                <a:gd name="T38" fmla="*/ 422 w 422"/>
                <a:gd name="T39" fmla="*/ 84 h 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2" h="84">
                  <a:moveTo>
                    <a:pt x="10" y="0"/>
                  </a:moveTo>
                  <a:lnTo>
                    <a:pt x="148" y="6"/>
                  </a:lnTo>
                  <a:lnTo>
                    <a:pt x="270" y="19"/>
                  </a:lnTo>
                  <a:lnTo>
                    <a:pt x="356" y="44"/>
                  </a:lnTo>
                  <a:lnTo>
                    <a:pt x="403" y="53"/>
                  </a:lnTo>
                  <a:lnTo>
                    <a:pt x="422" y="84"/>
                  </a:lnTo>
                  <a:lnTo>
                    <a:pt x="304" y="67"/>
                  </a:lnTo>
                  <a:lnTo>
                    <a:pt x="148" y="48"/>
                  </a:lnTo>
                  <a:lnTo>
                    <a:pt x="0" y="48"/>
                  </a:lnTo>
                  <a:lnTo>
                    <a:pt x="0" y="23"/>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4" name="Freeform 88"/>
            <p:cNvSpPr>
              <a:spLocks/>
            </p:cNvSpPr>
            <p:nvPr/>
          </p:nvSpPr>
          <p:spPr bwMode="auto">
            <a:xfrm>
              <a:off x="4130" y="1139"/>
              <a:ext cx="273" cy="349"/>
            </a:xfrm>
            <a:custGeom>
              <a:avLst/>
              <a:gdLst>
                <a:gd name="T0" fmla="*/ 54 w 546"/>
                <a:gd name="T1" fmla="*/ 46 h 698"/>
                <a:gd name="T2" fmla="*/ 69 w 546"/>
                <a:gd name="T3" fmla="*/ 55 h 698"/>
                <a:gd name="T4" fmla="*/ 81 w 546"/>
                <a:gd name="T5" fmla="*/ 71 h 698"/>
                <a:gd name="T6" fmla="*/ 91 w 546"/>
                <a:gd name="T7" fmla="*/ 86 h 698"/>
                <a:gd name="T8" fmla="*/ 93 w 546"/>
                <a:gd name="T9" fmla="*/ 100 h 698"/>
                <a:gd name="T10" fmla="*/ 88 w 546"/>
                <a:gd name="T11" fmla="*/ 116 h 698"/>
                <a:gd name="T12" fmla="*/ 76 w 546"/>
                <a:gd name="T13" fmla="*/ 131 h 698"/>
                <a:gd name="T14" fmla="*/ 59 w 546"/>
                <a:gd name="T15" fmla="*/ 143 h 698"/>
                <a:gd name="T16" fmla="*/ 33 w 546"/>
                <a:gd name="T17" fmla="*/ 150 h 698"/>
                <a:gd name="T18" fmla="*/ 14 w 546"/>
                <a:gd name="T19" fmla="*/ 154 h 698"/>
                <a:gd name="T20" fmla="*/ 4 w 546"/>
                <a:gd name="T21" fmla="*/ 150 h 698"/>
                <a:gd name="T22" fmla="*/ 0 w 546"/>
                <a:gd name="T23" fmla="*/ 159 h 698"/>
                <a:gd name="T24" fmla="*/ 12 w 546"/>
                <a:gd name="T25" fmla="*/ 171 h 698"/>
                <a:gd name="T26" fmla="*/ 32 w 546"/>
                <a:gd name="T27" fmla="*/ 175 h 698"/>
                <a:gd name="T28" fmla="*/ 55 w 546"/>
                <a:gd name="T29" fmla="*/ 174 h 698"/>
                <a:gd name="T30" fmla="*/ 77 w 546"/>
                <a:gd name="T31" fmla="*/ 169 h 698"/>
                <a:gd name="T32" fmla="*/ 98 w 546"/>
                <a:gd name="T33" fmla="*/ 158 h 698"/>
                <a:gd name="T34" fmla="*/ 116 w 546"/>
                <a:gd name="T35" fmla="*/ 144 h 698"/>
                <a:gd name="T36" fmla="*/ 130 w 546"/>
                <a:gd name="T37" fmla="*/ 127 h 698"/>
                <a:gd name="T38" fmla="*/ 137 w 546"/>
                <a:gd name="T39" fmla="*/ 108 h 698"/>
                <a:gd name="T40" fmla="*/ 137 w 546"/>
                <a:gd name="T41" fmla="*/ 89 h 698"/>
                <a:gd name="T42" fmla="*/ 129 w 546"/>
                <a:gd name="T43" fmla="*/ 62 h 698"/>
                <a:gd name="T44" fmla="*/ 112 w 546"/>
                <a:gd name="T45" fmla="*/ 40 h 698"/>
                <a:gd name="T46" fmla="*/ 95 w 546"/>
                <a:gd name="T47" fmla="*/ 22 h 698"/>
                <a:gd name="T48" fmla="*/ 73 w 546"/>
                <a:gd name="T49" fmla="*/ 8 h 698"/>
                <a:gd name="T50" fmla="*/ 59 w 546"/>
                <a:gd name="T51" fmla="*/ 0 h 698"/>
                <a:gd name="T52" fmla="*/ 54 w 546"/>
                <a:gd name="T53" fmla="*/ 12 h 698"/>
                <a:gd name="T54" fmla="*/ 71 w 546"/>
                <a:gd name="T55" fmla="*/ 22 h 698"/>
                <a:gd name="T56" fmla="*/ 90 w 546"/>
                <a:gd name="T57" fmla="*/ 35 h 698"/>
                <a:gd name="T58" fmla="*/ 104 w 546"/>
                <a:gd name="T59" fmla="*/ 53 h 698"/>
                <a:gd name="T60" fmla="*/ 116 w 546"/>
                <a:gd name="T61" fmla="*/ 73 h 698"/>
                <a:gd name="T62" fmla="*/ 120 w 546"/>
                <a:gd name="T63" fmla="*/ 85 h 698"/>
                <a:gd name="T64" fmla="*/ 121 w 546"/>
                <a:gd name="T65" fmla="*/ 102 h 698"/>
                <a:gd name="T66" fmla="*/ 115 w 546"/>
                <a:gd name="T67" fmla="*/ 120 h 698"/>
                <a:gd name="T68" fmla="*/ 105 w 546"/>
                <a:gd name="T69" fmla="*/ 134 h 698"/>
                <a:gd name="T70" fmla="*/ 92 w 546"/>
                <a:gd name="T71" fmla="*/ 145 h 698"/>
                <a:gd name="T72" fmla="*/ 73 w 546"/>
                <a:gd name="T73" fmla="*/ 154 h 698"/>
                <a:gd name="T74" fmla="*/ 53 w 546"/>
                <a:gd name="T75" fmla="*/ 162 h 698"/>
                <a:gd name="T76" fmla="*/ 37 w 546"/>
                <a:gd name="T77" fmla="*/ 161 h 698"/>
                <a:gd name="T78" fmla="*/ 56 w 546"/>
                <a:gd name="T79" fmla="*/ 155 h 698"/>
                <a:gd name="T80" fmla="*/ 74 w 546"/>
                <a:gd name="T81" fmla="*/ 147 h 698"/>
                <a:gd name="T82" fmla="*/ 93 w 546"/>
                <a:gd name="T83" fmla="*/ 133 h 698"/>
                <a:gd name="T84" fmla="*/ 102 w 546"/>
                <a:gd name="T85" fmla="*/ 114 h 698"/>
                <a:gd name="T86" fmla="*/ 105 w 546"/>
                <a:gd name="T87" fmla="*/ 95 h 698"/>
                <a:gd name="T88" fmla="*/ 101 w 546"/>
                <a:gd name="T89" fmla="*/ 80 h 698"/>
                <a:gd name="T90" fmla="*/ 90 w 546"/>
                <a:gd name="T91" fmla="*/ 61 h 698"/>
                <a:gd name="T92" fmla="*/ 72 w 546"/>
                <a:gd name="T93" fmla="*/ 44 h 698"/>
                <a:gd name="T94" fmla="*/ 62 w 546"/>
                <a:gd name="T95" fmla="*/ 38 h 698"/>
                <a:gd name="T96" fmla="*/ 54 w 546"/>
                <a:gd name="T97" fmla="*/ 40 h 698"/>
                <a:gd name="T98" fmla="*/ 54 w 546"/>
                <a:gd name="T99" fmla="*/ 46 h 698"/>
                <a:gd name="T100" fmla="*/ 54 w 546"/>
                <a:gd name="T101" fmla="*/ 46 h 6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46"/>
                <a:gd name="T154" fmla="*/ 0 h 698"/>
                <a:gd name="T155" fmla="*/ 546 w 546"/>
                <a:gd name="T156" fmla="*/ 698 h 6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46" h="698">
                  <a:moveTo>
                    <a:pt x="217" y="183"/>
                  </a:moveTo>
                  <a:lnTo>
                    <a:pt x="274" y="221"/>
                  </a:lnTo>
                  <a:lnTo>
                    <a:pt x="322" y="282"/>
                  </a:lnTo>
                  <a:lnTo>
                    <a:pt x="365" y="343"/>
                  </a:lnTo>
                  <a:lnTo>
                    <a:pt x="373" y="400"/>
                  </a:lnTo>
                  <a:lnTo>
                    <a:pt x="352" y="464"/>
                  </a:lnTo>
                  <a:lnTo>
                    <a:pt x="305" y="521"/>
                  </a:lnTo>
                  <a:lnTo>
                    <a:pt x="234" y="569"/>
                  </a:lnTo>
                  <a:lnTo>
                    <a:pt x="130" y="599"/>
                  </a:lnTo>
                  <a:lnTo>
                    <a:pt x="57" y="613"/>
                  </a:lnTo>
                  <a:lnTo>
                    <a:pt x="14" y="599"/>
                  </a:lnTo>
                  <a:lnTo>
                    <a:pt x="0" y="633"/>
                  </a:lnTo>
                  <a:lnTo>
                    <a:pt x="48" y="681"/>
                  </a:lnTo>
                  <a:lnTo>
                    <a:pt x="126" y="698"/>
                  </a:lnTo>
                  <a:lnTo>
                    <a:pt x="221" y="694"/>
                  </a:lnTo>
                  <a:lnTo>
                    <a:pt x="308" y="673"/>
                  </a:lnTo>
                  <a:lnTo>
                    <a:pt x="390" y="630"/>
                  </a:lnTo>
                  <a:lnTo>
                    <a:pt x="464" y="576"/>
                  </a:lnTo>
                  <a:lnTo>
                    <a:pt x="519" y="508"/>
                  </a:lnTo>
                  <a:lnTo>
                    <a:pt x="546" y="430"/>
                  </a:lnTo>
                  <a:lnTo>
                    <a:pt x="546" y="356"/>
                  </a:lnTo>
                  <a:lnTo>
                    <a:pt x="516" y="249"/>
                  </a:lnTo>
                  <a:lnTo>
                    <a:pt x="447" y="160"/>
                  </a:lnTo>
                  <a:lnTo>
                    <a:pt x="381" y="88"/>
                  </a:lnTo>
                  <a:lnTo>
                    <a:pt x="291" y="31"/>
                  </a:lnTo>
                  <a:lnTo>
                    <a:pt x="234" y="0"/>
                  </a:lnTo>
                  <a:lnTo>
                    <a:pt x="217" y="48"/>
                  </a:lnTo>
                  <a:lnTo>
                    <a:pt x="282" y="88"/>
                  </a:lnTo>
                  <a:lnTo>
                    <a:pt x="360" y="139"/>
                  </a:lnTo>
                  <a:lnTo>
                    <a:pt x="417" y="213"/>
                  </a:lnTo>
                  <a:lnTo>
                    <a:pt x="464" y="291"/>
                  </a:lnTo>
                  <a:lnTo>
                    <a:pt x="481" y="339"/>
                  </a:lnTo>
                  <a:lnTo>
                    <a:pt x="485" y="409"/>
                  </a:lnTo>
                  <a:lnTo>
                    <a:pt x="460" y="481"/>
                  </a:lnTo>
                  <a:lnTo>
                    <a:pt x="421" y="535"/>
                  </a:lnTo>
                  <a:lnTo>
                    <a:pt x="369" y="578"/>
                  </a:lnTo>
                  <a:lnTo>
                    <a:pt x="291" y="616"/>
                  </a:lnTo>
                  <a:lnTo>
                    <a:pt x="213" y="647"/>
                  </a:lnTo>
                  <a:lnTo>
                    <a:pt x="147" y="643"/>
                  </a:lnTo>
                  <a:lnTo>
                    <a:pt x="223" y="618"/>
                  </a:lnTo>
                  <a:lnTo>
                    <a:pt x="295" y="586"/>
                  </a:lnTo>
                  <a:lnTo>
                    <a:pt x="373" y="529"/>
                  </a:lnTo>
                  <a:lnTo>
                    <a:pt x="407" y="457"/>
                  </a:lnTo>
                  <a:lnTo>
                    <a:pt x="421" y="379"/>
                  </a:lnTo>
                  <a:lnTo>
                    <a:pt x="403" y="318"/>
                  </a:lnTo>
                  <a:lnTo>
                    <a:pt x="360" y="244"/>
                  </a:lnTo>
                  <a:lnTo>
                    <a:pt x="287" y="173"/>
                  </a:lnTo>
                  <a:lnTo>
                    <a:pt x="248" y="149"/>
                  </a:lnTo>
                  <a:lnTo>
                    <a:pt x="217" y="160"/>
                  </a:lnTo>
                  <a:lnTo>
                    <a:pt x="217" y="1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5" name="Freeform 89"/>
            <p:cNvSpPr>
              <a:spLocks/>
            </p:cNvSpPr>
            <p:nvPr/>
          </p:nvSpPr>
          <p:spPr bwMode="auto">
            <a:xfrm>
              <a:off x="3907" y="1148"/>
              <a:ext cx="301" cy="221"/>
            </a:xfrm>
            <a:custGeom>
              <a:avLst/>
              <a:gdLst>
                <a:gd name="T0" fmla="*/ 37 w 602"/>
                <a:gd name="T1" fmla="*/ 103 h 442"/>
                <a:gd name="T2" fmla="*/ 26 w 602"/>
                <a:gd name="T3" fmla="*/ 89 h 442"/>
                <a:gd name="T4" fmla="*/ 18 w 602"/>
                <a:gd name="T5" fmla="*/ 75 h 442"/>
                <a:gd name="T6" fmla="*/ 11 w 602"/>
                <a:gd name="T7" fmla="*/ 62 h 442"/>
                <a:gd name="T8" fmla="*/ 12 w 602"/>
                <a:gd name="T9" fmla="*/ 48 h 442"/>
                <a:gd name="T10" fmla="*/ 21 w 602"/>
                <a:gd name="T11" fmla="*/ 33 h 442"/>
                <a:gd name="T12" fmla="*/ 33 w 602"/>
                <a:gd name="T13" fmla="*/ 24 h 442"/>
                <a:gd name="T14" fmla="*/ 50 w 602"/>
                <a:gd name="T15" fmla="*/ 16 h 442"/>
                <a:gd name="T16" fmla="*/ 71 w 602"/>
                <a:gd name="T17" fmla="*/ 14 h 442"/>
                <a:gd name="T18" fmla="*/ 95 w 602"/>
                <a:gd name="T19" fmla="*/ 14 h 442"/>
                <a:gd name="T20" fmla="*/ 114 w 602"/>
                <a:gd name="T21" fmla="*/ 18 h 442"/>
                <a:gd name="T22" fmla="*/ 131 w 602"/>
                <a:gd name="T23" fmla="*/ 21 h 442"/>
                <a:gd name="T24" fmla="*/ 144 w 602"/>
                <a:gd name="T25" fmla="*/ 26 h 442"/>
                <a:gd name="T26" fmla="*/ 151 w 602"/>
                <a:gd name="T27" fmla="*/ 27 h 442"/>
                <a:gd name="T28" fmla="*/ 150 w 602"/>
                <a:gd name="T29" fmla="*/ 19 h 442"/>
                <a:gd name="T30" fmla="*/ 136 w 602"/>
                <a:gd name="T31" fmla="*/ 9 h 442"/>
                <a:gd name="T32" fmla="*/ 114 w 602"/>
                <a:gd name="T33" fmla="*/ 4 h 442"/>
                <a:gd name="T34" fmla="*/ 88 w 602"/>
                <a:gd name="T35" fmla="*/ 0 h 442"/>
                <a:gd name="T36" fmla="*/ 65 w 602"/>
                <a:gd name="T37" fmla="*/ 1 h 442"/>
                <a:gd name="T38" fmla="*/ 43 w 602"/>
                <a:gd name="T39" fmla="*/ 6 h 442"/>
                <a:gd name="T40" fmla="*/ 24 w 602"/>
                <a:gd name="T41" fmla="*/ 15 h 442"/>
                <a:gd name="T42" fmla="*/ 10 w 602"/>
                <a:gd name="T43" fmla="*/ 27 h 442"/>
                <a:gd name="T44" fmla="*/ 1 w 602"/>
                <a:gd name="T45" fmla="*/ 42 h 442"/>
                <a:gd name="T46" fmla="*/ 0 w 602"/>
                <a:gd name="T47" fmla="*/ 60 h 442"/>
                <a:gd name="T48" fmla="*/ 7 w 602"/>
                <a:gd name="T49" fmla="*/ 80 h 442"/>
                <a:gd name="T50" fmla="*/ 19 w 602"/>
                <a:gd name="T51" fmla="*/ 97 h 442"/>
                <a:gd name="T52" fmla="*/ 38 w 602"/>
                <a:gd name="T53" fmla="*/ 111 h 442"/>
                <a:gd name="T54" fmla="*/ 37 w 602"/>
                <a:gd name="T55" fmla="*/ 103 h 442"/>
                <a:gd name="T56" fmla="*/ 37 w 602"/>
                <a:gd name="T57" fmla="*/ 103 h 44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02"/>
                <a:gd name="T88" fmla="*/ 0 h 442"/>
                <a:gd name="T89" fmla="*/ 602 w 602"/>
                <a:gd name="T90" fmla="*/ 442 h 44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02" h="442">
                  <a:moveTo>
                    <a:pt x="148" y="412"/>
                  </a:moveTo>
                  <a:lnTo>
                    <a:pt x="104" y="355"/>
                  </a:lnTo>
                  <a:lnTo>
                    <a:pt x="70" y="300"/>
                  </a:lnTo>
                  <a:lnTo>
                    <a:pt x="44" y="247"/>
                  </a:lnTo>
                  <a:lnTo>
                    <a:pt x="47" y="190"/>
                  </a:lnTo>
                  <a:lnTo>
                    <a:pt x="85" y="131"/>
                  </a:lnTo>
                  <a:lnTo>
                    <a:pt x="129" y="95"/>
                  </a:lnTo>
                  <a:lnTo>
                    <a:pt x="199" y="64"/>
                  </a:lnTo>
                  <a:lnTo>
                    <a:pt x="281" y="57"/>
                  </a:lnTo>
                  <a:lnTo>
                    <a:pt x="378" y="57"/>
                  </a:lnTo>
                  <a:lnTo>
                    <a:pt x="456" y="70"/>
                  </a:lnTo>
                  <a:lnTo>
                    <a:pt x="521" y="81"/>
                  </a:lnTo>
                  <a:lnTo>
                    <a:pt x="576" y="104"/>
                  </a:lnTo>
                  <a:lnTo>
                    <a:pt x="602" y="108"/>
                  </a:lnTo>
                  <a:lnTo>
                    <a:pt x="599" y="74"/>
                  </a:lnTo>
                  <a:lnTo>
                    <a:pt x="542" y="34"/>
                  </a:lnTo>
                  <a:lnTo>
                    <a:pt x="456" y="13"/>
                  </a:lnTo>
                  <a:lnTo>
                    <a:pt x="351" y="0"/>
                  </a:lnTo>
                  <a:lnTo>
                    <a:pt x="260" y="3"/>
                  </a:lnTo>
                  <a:lnTo>
                    <a:pt x="173" y="22"/>
                  </a:lnTo>
                  <a:lnTo>
                    <a:pt x="95" y="60"/>
                  </a:lnTo>
                  <a:lnTo>
                    <a:pt x="40" y="108"/>
                  </a:lnTo>
                  <a:lnTo>
                    <a:pt x="4" y="165"/>
                  </a:lnTo>
                  <a:lnTo>
                    <a:pt x="0" y="241"/>
                  </a:lnTo>
                  <a:lnTo>
                    <a:pt x="26" y="317"/>
                  </a:lnTo>
                  <a:lnTo>
                    <a:pt x="74" y="385"/>
                  </a:lnTo>
                  <a:lnTo>
                    <a:pt x="152" y="442"/>
                  </a:lnTo>
                  <a:lnTo>
                    <a:pt x="148" y="4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6" name="Freeform 90"/>
            <p:cNvSpPr>
              <a:spLocks/>
            </p:cNvSpPr>
            <p:nvPr/>
          </p:nvSpPr>
          <p:spPr bwMode="auto">
            <a:xfrm>
              <a:off x="3848" y="1100"/>
              <a:ext cx="358" cy="267"/>
            </a:xfrm>
            <a:custGeom>
              <a:avLst/>
              <a:gdLst>
                <a:gd name="T0" fmla="*/ 179 w 717"/>
                <a:gd name="T1" fmla="*/ 20 h 534"/>
                <a:gd name="T2" fmla="*/ 167 w 717"/>
                <a:gd name="T3" fmla="*/ 10 h 534"/>
                <a:gd name="T4" fmla="*/ 145 w 717"/>
                <a:gd name="T5" fmla="*/ 4 h 534"/>
                <a:gd name="T6" fmla="*/ 115 w 717"/>
                <a:gd name="T7" fmla="*/ 0 h 534"/>
                <a:gd name="T8" fmla="*/ 92 w 717"/>
                <a:gd name="T9" fmla="*/ 0 h 534"/>
                <a:gd name="T10" fmla="*/ 65 w 717"/>
                <a:gd name="T11" fmla="*/ 3 h 534"/>
                <a:gd name="T12" fmla="*/ 47 w 717"/>
                <a:gd name="T13" fmla="*/ 13 h 534"/>
                <a:gd name="T14" fmla="*/ 32 w 717"/>
                <a:gd name="T15" fmla="*/ 23 h 534"/>
                <a:gd name="T16" fmla="*/ 21 w 717"/>
                <a:gd name="T17" fmla="*/ 30 h 534"/>
                <a:gd name="T18" fmla="*/ 10 w 717"/>
                <a:gd name="T19" fmla="*/ 44 h 534"/>
                <a:gd name="T20" fmla="*/ 1 w 717"/>
                <a:gd name="T21" fmla="*/ 62 h 534"/>
                <a:gd name="T22" fmla="*/ 0 w 717"/>
                <a:gd name="T23" fmla="*/ 81 h 534"/>
                <a:gd name="T24" fmla="*/ 8 w 717"/>
                <a:gd name="T25" fmla="*/ 99 h 534"/>
                <a:gd name="T26" fmla="*/ 17 w 717"/>
                <a:gd name="T27" fmla="*/ 113 h 534"/>
                <a:gd name="T28" fmla="*/ 29 w 717"/>
                <a:gd name="T29" fmla="*/ 126 h 534"/>
                <a:gd name="T30" fmla="*/ 48 w 717"/>
                <a:gd name="T31" fmla="*/ 134 h 534"/>
                <a:gd name="T32" fmla="*/ 42 w 717"/>
                <a:gd name="T33" fmla="*/ 126 h 534"/>
                <a:gd name="T34" fmla="*/ 24 w 717"/>
                <a:gd name="T35" fmla="*/ 106 h 534"/>
                <a:gd name="T36" fmla="*/ 15 w 717"/>
                <a:gd name="T37" fmla="*/ 86 h 534"/>
                <a:gd name="T38" fmla="*/ 14 w 717"/>
                <a:gd name="T39" fmla="*/ 70 h 534"/>
                <a:gd name="T40" fmla="*/ 18 w 717"/>
                <a:gd name="T41" fmla="*/ 57 h 534"/>
                <a:gd name="T42" fmla="*/ 31 w 717"/>
                <a:gd name="T43" fmla="*/ 40 h 534"/>
                <a:gd name="T44" fmla="*/ 45 w 717"/>
                <a:gd name="T45" fmla="*/ 28 h 534"/>
                <a:gd name="T46" fmla="*/ 66 w 717"/>
                <a:gd name="T47" fmla="*/ 17 h 534"/>
                <a:gd name="T48" fmla="*/ 92 w 717"/>
                <a:gd name="T49" fmla="*/ 12 h 534"/>
                <a:gd name="T50" fmla="*/ 113 w 717"/>
                <a:gd name="T51" fmla="*/ 12 h 534"/>
                <a:gd name="T52" fmla="*/ 136 w 717"/>
                <a:gd name="T53" fmla="*/ 15 h 534"/>
                <a:gd name="T54" fmla="*/ 150 w 717"/>
                <a:gd name="T55" fmla="*/ 19 h 534"/>
                <a:gd name="T56" fmla="*/ 165 w 717"/>
                <a:gd name="T57" fmla="*/ 24 h 534"/>
                <a:gd name="T58" fmla="*/ 176 w 717"/>
                <a:gd name="T59" fmla="*/ 28 h 534"/>
                <a:gd name="T60" fmla="*/ 179 w 717"/>
                <a:gd name="T61" fmla="*/ 20 h 534"/>
                <a:gd name="T62" fmla="*/ 179 w 717"/>
                <a:gd name="T63" fmla="*/ 20 h 5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17"/>
                <a:gd name="T97" fmla="*/ 0 h 534"/>
                <a:gd name="T98" fmla="*/ 717 w 717"/>
                <a:gd name="T99" fmla="*/ 534 h 5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17" h="534">
                  <a:moveTo>
                    <a:pt x="717" y="81"/>
                  </a:moveTo>
                  <a:lnTo>
                    <a:pt x="669" y="39"/>
                  </a:lnTo>
                  <a:lnTo>
                    <a:pt x="582" y="17"/>
                  </a:lnTo>
                  <a:lnTo>
                    <a:pt x="460" y="0"/>
                  </a:lnTo>
                  <a:lnTo>
                    <a:pt x="369" y="0"/>
                  </a:lnTo>
                  <a:lnTo>
                    <a:pt x="262" y="13"/>
                  </a:lnTo>
                  <a:lnTo>
                    <a:pt x="188" y="51"/>
                  </a:lnTo>
                  <a:lnTo>
                    <a:pt x="131" y="91"/>
                  </a:lnTo>
                  <a:lnTo>
                    <a:pt x="87" y="121"/>
                  </a:lnTo>
                  <a:lnTo>
                    <a:pt x="40" y="176"/>
                  </a:lnTo>
                  <a:lnTo>
                    <a:pt x="6" y="247"/>
                  </a:lnTo>
                  <a:lnTo>
                    <a:pt x="0" y="323"/>
                  </a:lnTo>
                  <a:lnTo>
                    <a:pt x="32" y="395"/>
                  </a:lnTo>
                  <a:lnTo>
                    <a:pt x="70" y="450"/>
                  </a:lnTo>
                  <a:lnTo>
                    <a:pt x="118" y="503"/>
                  </a:lnTo>
                  <a:lnTo>
                    <a:pt x="192" y="534"/>
                  </a:lnTo>
                  <a:lnTo>
                    <a:pt x="169" y="503"/>
                  </a:lnTo>
                  <a:lnTo>
                    <a:pt x="97" y="425"/>
                  </a:lnTo>
                  <a:lnTo>
                    <a:pt x="61" y="345"/>
                  </a:lnTo>
                  <a:lnTo>
                    <a:pt x="57" y="281"/>
                  </a:lnTo>
                  <a:lnTo>
                    <a:pt x="74" y="226"/>
                  </a:lnTo>
                  <a:lnTo>
                    <a:pt x="127" y="159"/>
                  </a:lnTo>
                  <a:lnTo>
                    <a:pt x="182" y="112"/>
                  </a:lnTo>
                  <a:lnTo>
                    <a:pt x="266" y="68"/>
                  </a:lnTo>
                  <a:lnTo>
                    <a:pt x="369" y="47"/>
                  </a:lnTo>
                  <a:lnTo>
                    <a:pt x="452" y="47"/>
                  </a:lnTo>
                  <a:lnTo>
                    <a:pt x="544" y="60"/>
                  </a:lnTo>
                  <a:lnTo>
                    <a:pt x="602" y="74"/>
                  </a:lnTo>
                  <a:lnTo>
                    <a:pt x="663" y="95"/>
                  </a:lnTo>
                  <a:lnTo>
                    <a:pt x="707" y="112"/>
                  </a:lnTo>
                  <a:lnTo>
                    <a:pt x="717"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7" name="Freeform 91"/>
            <p:cNvSpPr>
              <a:spLocks/>
            </p:cNvSpPr>
            <p:nvPr/>
          </p:nvSpPr>
          <p:spPr bwMode="auto">
            <a:xfrm>
              <a:off x="3255" y="2337"/>
              <a:ext cx="548" cy="140"/>
            </a:xfrm>
            <a:custGeom>
              <a:avLst/>
              <a:gdLst>
                <a:gd name="T0" fmla="*/ 0 w 1097"/>
                <a:gd name="T1" fmla="*/ 50 h 281"/>
                <a:gd name="T2" fmla="*/ 1 w 1097"/>
                <a:gd name="T3" fmla="*/ 58 h 281"/>
                <a:gd name="T4" fmla="*/ 19 w 1097"/>
                <a:gd name="T5" fmla="*/ 65 h 281"/>
                <a:gd name="T6" fmla="*/ 45 w 1097"/>
                <a:gd name="T7" fmla="*/ 68 h 281"/>
                <a:gd name="T8" fmla="*/ 67 w 1097"/>
                <a:gd name="T9" fmla="*/ 70 h 281"/>
                <a:gd name="T10" fmla="*/ 97 w 1097"/>
                <a:gd name="T11" fmla="*/ 67 h 281"/>
                <a:gd name="T12" fmla="*/ 136 w 1097"/>
                <a:gd name="T13" fmla="*/ 62 h 281"/>
                <a:gd name="T14" fmla="*/ 175 w 1097"/>
                <a:gd name="T15" fmla="*/ 53 h 281"/>
                <a:gd name="T16" fmla="*/ 216 w 1097"/>
                <a:gd name="T17" fmla="*/ 34 h 281"/>
                <a:gd name="T18" fmla="*/ 247 w 1097"/>
                <a:gd name="T19" fmla="*/ 19 h 281"/>
                <a:gd name="T20" fmla="*/ 274 w 1097"/>
                <a:gd name="T21" fmla="*/ 3 h 281"/>
                <a:gd name="T22" fmla="*/ 266 w 1097"/>
                <a:gd name="T23" fmla="*/ 0 h 281"/>
                <a:gd name="T24" fmla="*/ 237 w 1097"/>
                <a:gd name="T25" fmla="*/ 12 h 281"/>
                <a:gd name="T26" fmla="*/ 200 w 1097"/>
                <a:gd name="T27" fmla="*/ 29 h 281"/>
                <a:gd name="T28" fmla="*/ 155 w 1097"/>
                <a:gd name="T29" fmla="*/ 43 h 281"/>
                <a:gd name="T30" fmla="*/ 113 w 1097"/>
                <a:gd name="T31" fmla="*/ 53 h 281"/>
                <a:gd name="T32" fmla="*/ 75 w 1097"/>
                <a:gd name="T33" fmla="*/ 56 h 281"/>
                <a:gd name="T34" fmla="*/ 50 w 1097"/>
                <a:gd name="T35" fmla="*/ 56 h 281"/>
                <a:gd name="T36" fmla="*/ 29 w 1097"/>
                <a:gd name="T37" fmla="*/ 55 h 281"/>
                <a:gd name="T38" fmla="*/ 12 w 1097"/>
                <a:gd name="T39" fmla="*/ 50 h 281"/>
                <a:gd name="T40" fmla="*/ 0 w 1097"/>
                <a:gd name="T41" fmla="*/ 50 h 281"/>
                <a:gd name="T42" fmla="*/ 0 w 1097"/>
                <a:gd name="T43" fmla="*/ 50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97"/>
                <a:gd name="T67" fmla="*/ 0 h 281"/>
                <a:gd name="T68" fmla="*/ 1097 w 1097"/>
                <a:gd name="T69" fmla="*/ 281 h 2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97" h="281">
                  <a:moveTo>
                    <a:pt x="0" y="203"/>
                  </a:moveTo>
                  <a:lnTo>
                    <a:pt x="4" y="233"/>
                  </a:lnTo>
                  <a:lnTo>
                    <a:pt x="78" y="260"/>
                  </a:lnTo>
                  <a:lnTo>
                    <a:pt x="182" y="273"/>
                  </a:lnTo>
                  <a:lnTo>
                    <a:pt x="268" y="281"/>
                  </a:lnTo>
                  <a:lnTo>
                    <a:pt x="390" y="269"/>
                  </a:lnTo>
                  <a:lnTo>
                    <a:pt x="545" y="250"/>
                  </a:lnTo>
                  <a:lnTo>
                    <a:pt x="701" y="212"/>
                  </a:lnTo>
                  <a:lnTo>
                    <a:pt x="867" y="138"/>
                  </a:lnTo>
                  <a:lnTo>
                    <a:pt x="988" y="77"/>
                  </a:lnTo>
                  <a:lnTo>
                    <a:pt x="1097" y="13"/>
                  </a:lnTo>
                  <a:lnTo>
                    <a:pt x="1066" y="0"/>
                  </a:lnTo>
                  <a:lnTo>
                    <a:pt x="948" y="51"/>
                  </a:lnTo>
                  <a:lnTo>
                    <a:pt x="802" y="117"/>
                  </a:lnTo>
                  <a:lnTo>
                    <a:pt x="620" y="172"/>
                  </a:lnTo>
                  <a:lnTo>
                    <a:pt x="454" y="212"/>
                  </a:lnTo>
                  <a:lnTo>
                    <a:pt x="302" y="226"/>
                  </a:lnTo>
                  <a:lnTo>
                    <a:pt x="203" y="226"/>
                  </a:lnTo>
                  <a:lnTo>
                    <a:pt x="116" y="220"/>
                  </a:lnTo>
                  <a:lnTo>
                    <a:pt x="51" y="203"/>
                  </a:lnTo>
                  <a:lnTo>
                    <a:pt x="0" y="2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8" name="Freeform 92"/>
            <p:cNvSpPr>
              <a:spLocks/>
            </p:cNvSpPr>
            <p:nvPr/>
          </p:nvSpPr>
          <p:spPr bwMode="auto">
            <a:xfrm>
              <a:off x="3207" y="1927"/>
              <a:ext cx="976" cy="616"/>
            </a:xfrm>
            <a:custGeom>
              <a:avLst/>
              <a:gdLst>
                <a:gd name="T0" fmla="*/ 1 w 1950"/>
                <a:gd name="T1" fmla="*/ 287 h 1232"/>
                <a:gd name="T2" fmla="*/ 24 w 1950"/>
                <a:gd name="T3" fmla="*/ 292 h 1232"/>
                <a:gd name="T4" fmla="*/ 58 w 1950"/>
                <a:gd name="T5" fmla="*/ 293 h 1232"/>
                <a:gd name="T6" fmla="*/ 105 w 1950"/>
                <a:gd name="T7" fmla="*/ 290 h 1232"/>
                <a:gd name="T8" fmla="*/ 155 w 1950"/>
                <a:gd name="T9" fmla="*/ 281 h 1232"/>
                <a:gd name="T10" fmla="*/ 198 w 1950"/>
                <a:gd name="T11" fmla="*/ 270 h 1232"/>
                <a:gd name="T12" fmla="*/ 243 w 1950"/>
                <a:gd name="T13" fmla="*/ 253 h 1232"/>
                <a:gd name="T14" fmla="*/ 291 w 1950"/>
                <a:gd name="T15" fmla="*/ 229 h 1232"/>
                <a:gd name="T16" fmla="*/ 322 w 1950"/>
                <a:gd name="T17" fmla="*/ 210 h 1232"/>
                <a:gd name="T18" fmla="*/ 347 w 1950"/>
                <a:gd name="T19" fmla="*/ 191 h 1232"/>
                <a:gd name="T20" fmla="*/ 381 w 1950"/>
                <a:gd name="T21" fmla="*/ 162 h 1232"/>
                <a:gd name="T22" fmla="*/ 410 w 1950"/>
                <a:gd name="T23" fmla="*/ 129 h 1232"/>
                <a:gd name="T24" fmla="*/ 438 w 1950"/>
                <a:gd name="T25" fmla="*/ 89 h 1232"/>
                <a:gd name="T26" fmla="*/ 464 w 1950"/>
                <a:gd name="T27" fmla="*/ 44 h 1232"/>
                <a:gd name="T28" fmla="*/ 489 w 1950"/>
                <a:gd name="T29" fmla="*/ 0 h 1232"/>
                <a:gd name="T30" fmla="*/ 489 w 1950"/>
                <a:gd name="T31" fmla="*/ 18 h 1232"/>
                <a:gd name="T32" fmla="*/ 467 w 1950"/>
                <a:gd name="T33" fmla="*/ 67 h 1232"/>
                <a:gd name="T34" fmla="*/ 449 w 1950"/>
                <a:gd name="T35" fmla="*/ 100 h 1232"/>
                <a:gd name="T36" fmla="*/ 427 w 1950"/>
                <a:gd name="T37" fmla="*/ 129 h 1232"/>
                <a:gd name="T38" fmla="*/ 405 w 1950"/>
                <a:gd name="T39" fmla="*/ 155 h 1232"/>
                <a:gd name="T40" fmla="*/ 366 w 1950"/>
                <a:gd name="T41" fmla="*/ 193 h 1232"/>
                <a:gd name="T42" fmla="*/ 326 w 1950"/>
                <a:gd name="T43" fmla="*/ 223 h 1232"/>
                <a:gd name="T44" fmla="*/ 285 w 1950"/>
                <a:gd name="T45" fmla="*/ 246 h 1232"/>
                <a:gd name="T46" fmla="*/ 242 w 1950"/>
                <a:gd name="T47" fmla="*/ 269 h 1232"/>
                <a:gd name="T48" fmla="*/ 196 w 1950"/>
                <a:gd name="T49" fmla="*/ 287 h 1232"/>
                <a:gd name="T50" fmla="*/ 141 w 1950"/>
                <a:gd name="T51" fmla="*/ 298 h 1232"/>
                <a:gd name="T52" fmla="*/ 90 w 1950"/>
                <a:gd name="T53" fmla="*/ 305 h 1232"/>
                <a:gd name="T54" fmla="*/ 53 w 1950"/>
                <a:gd name="T55" fmla="*/ 308 h 1232"/>
                <a:gd name="T56" fmla="*/ 16 w 1950"/>
                <a:gd name="T57" fmla="*/ 305 h 1232"/>
                <a:gd name="T58" fmla="*/ 0 w 1950"/>
                <a:gd name="T59" fmla="*/ 298 h 1232"/>
                <a:gd name="T60" fmla="*/ 1 w 1950"/>
                <a:gd name="T61" fmla="*/ 287 h 1232"/>
                <a:gd name="T62" fmla="*/ 1 w 1950"/>
                <a:gd name="T63" fmla="*/ 287 h 12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50"/>
                <a:gd name="T97" fmla="*/ 0 h 1232"/>
                <a:gd name="T98" fmla="*/ 1950 w 1950"/>
                <a:gd name="T99" fmla="*/ 1232 h 12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50" h="1232">
                  <a:moveTo>
                    <a:pt x="4" y="1145"/>
                  </a:moveTo>
                  <a:lnTo>
                    <a:pt x="95" y="1167"/>
                  </a:lnTo>
                  <a:lnTo>
                    <a:pt x="230" y="1171"/>
                  </a:lnTo>
                  <a:lnTo>
                    <a:pt x="420" y="1158"/>
                  </a:lnTo>
                  <a:lnTo>
                    <a:pt x="620" y="1124"/>
                  </a:lnTo>
                  <a:lnTo>
                    <a:pt x="792" y="1080"/>
                  </a:lnTo>
                  <a:lnTo>
                    <a:pt x="969" y="1011"/>
                  </a:lnTo>
                  <a:lnTo>
                    <a:pt x="1163" y="916"/>
                  </a:lnTo>
                  <a:lnTo>
                    <a:pt x="1285" y="840"/>
                  </a:lnTo>
                  <a:lnTo>
                    <a:pt x="1387" y="762"/>
                  </a:lnTo>
                  <a:lnTo>
                    <a:pt x="1520" y="647"/>
                  </a:lnTo>
                  <a:lnTo>
                    <a:pt x="1638" y="515"/>
                  </a:lnTo>
                  <a:lnTo>
                    <a:pt x="1750" y="356"/>
                  </a:lnTo>
                  <a:lnTo>
                    <a:pt x="1855" y="177"/>
                  </a:lnTo>
                  <a:lnTo>
                    <a:pt x="1950" y="0"/>
                  </a:lnTo>
                  <a:lnTo>
                    <a:pt x="1950" y="69"/>
                  </a:lnTo>
                  <a:lnTo>
                    <a:pt x="1866" y="268"/>
                  </a:lnTo>
                  <a:lnTo>
                    <a:pt x="1794" y="399"/>
                  </a:lnTo>
                  <a:lnTo>
                    <a:pt x="1707" y="515"/>
                  </a:lnTo>
                  <a:lnTo>
                    <a:pt x="1619" y="620"/>
                  </a:lnTo>
                  <a:lnTo>
                    <a:pt x="1460" y="772"/>
                  </a:lnTo>
                  <a:lnTo>
                    <a:pt x="1300" y="890"/>
                  </a:lnTo>
                  <a:lnTo>
                    <a:pt x="1138" y="985"/>
                  </a:lnTo>
                  <a:lnTo>
                    <a:pt x="965" y="1076"/>
                  </a:lnTo>
                  <a:lnTo>
                    <a:pt x="783" y="1145"/>
                  </a:lnTo>
                  <a:lnTo>
                    <a:pt x="562" y="1192"/>
                  </a:lnTo>
                  <a:lnTo>
                    <a:pt x="359" y="1219"/>
                  </a:lnTo>
                  <a:lnTo>
                    <a:pt x="211" y="1232"/>
                  </a:lnTo>
                  <a:lnTo>
                    <a:pt x="64" y="1219"/>
                  </a:lnTo>
                  <a:lnTo>
                    <a:pt x="0" y="1192"/>
                  </a:lnTo>
                  <a:lnTo>
                    <a:pt x="4" y="1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59" name="Freeform 93"/>
            <p:cNvSpPr>
              <a:spLocks/>
            </p:cNvSpPr>
            <p:nvPr/>
          </p:nvSpPr>
          <p:spPr bwMode="auto">
            <a:xfrm>
              <a:off x="2946" y="1361"/>
              <a:ext cx="822" cy="675"/>
            </a:xfrm>
            <a:custGeom>
              <a:avLst/>
              <a:gdLst>
                <a:gd name="T0" fmla="*/ 398 w 1644"/>
                <a:gd name="T1" fmla="*/ 1 h 1352"/>
                <a:gd name="T2" fmla="*/ 371 w 1644"/>
                <a:gd name="T3" fmla="*/ 0 h 1352"/>
                <a:gd name="T4" fmla="*/ 339 w 1644"/>
                <a:gd name="T5" fmla="*/ 6 h 1352"/>
                <a:gd name="T6" fmla="*/ 296 w 1644"/>
                <a:gd name="T7" fmla="*/ 20 h 1352"/>
                <a:gd name="T8" fmla="*/ 255 w 1644"/>
                <a:gd name="T9" fmla="*/ 38 h 1352"/>
                <a:gd name="T10" fmla="*/ 218 w 1644"/>
                <a:gd name="T11" fmla="*/ 57 h 1352"/>
                <a:gd name="T12" fmla="*/ 176 w 1644"/>
                <a:gd name="T13" fmla="*/ 86 h 1352"/>
                <a:gd name="T14" fmla="*/ 138 w 1644"/>
                <a:gd name="T15" fmla="*/ 117 h 1352"/>
                <a:gd name="T16" fmla="*/ 104 w 1644"/>
                <a:gd name="T17" fmla="*/ 149 h 1352"/>
                <a:gd name="T18" fmla="*/ 73 w 1644"/>
                <a:gd name="T19" fmla="*/ 186 h 1352"/>
                <a:gd name="T20" fmla="*/ 50 w 1644"/>
                <a:gd name="T21" fmla="*/ 218 h 1352"/>
                <a:gd name="T22" fmla="*/ 29 w 1644"/>
                <a:gd name="T23" fmla="*/ 256 h 1352"/>
                <a:gd name="T24" fmla="*/ 13 w 1644"/>
                <a:gd name="T25" fmla="*/ 299 h 1352"/>
                <a:gd name="T26" fmla="*/ 0 w 1644"/>
                <a:gd name="T27" fmla="*/ 337 h 1352"/>
                <a:gd name="T28" fmla="*/ 26 w 1644"/>
                <a:gd name="T29" fmla="*/ 294 h 1352"/>
                <a:gd name="T30" fmla="*/ 44 w 1644"/>
                <a:gd name="T31" fmla="*/ 257 h 1352"/>
                <a:gd name="T32" fmla="*/ 68 w 1644"/>
                <a:gd name="T33" fmla="*/ 216 h 1352"/>
                <a:gd name="T34" fmla="*/ 96 w 1644"/>
                <a:gd name="T35" fmla="*/ 181 h 1352"/>
                <a:gd name="T36" fmla="*/ 123 w 1644"/>
                <a:gd name="T37" fmla="*/ 151 h 1352"/>
                <a:gd name="T38" fmla="*/ 158 w 1644"/>
                <a:gd name="T39" fmla="*/ 119 h 1352"/>
                <a:gd name="T40" fmla="*/ 192 w 1644"/>
                <a:gd name="T41" fmla="*/ 94 h 1352"/>
                <a:gd name="T42" fmla="*/ 229 w 1644"/>
                <a:gd name="T43" fmla="*/ 66 h 1352"/>
                <a:gd name="T44" fmla="*/ 266 w 1644"/>
                <a:gd name="T45" fmla="*/ 46 h 1352"/>
                <a:gd name="T46" fmla="*/ 304 w 1644"/>
                <a:gd name="T47" fmla="*/ 31 h 1352"/>
                <a:gd name="T48" fmla="*/ 345 w 1644"/>
                <a:gd name="T49" fmla="*/ 17 h 1352"/>
                <a:gd name="T50" fmla="*/ 379 w 1644"/>
                <a:gd name="T51" fmla="*/ 9 h 1352"/>
                <a:gd name="T52" fmla="*/ 411 w 1644"/>
                <a:gd name="T53" fmla="*/ 6 h 1352"/>
                <a:gd name="T54" fmla="*/ 398 w 1644"/>
                <a:gd name="T55" fmla="*/ 1 h 1352"/>
                <a:gd name="T56" fmla="*/ 398 w 1644"/>
                <a:gd name="T57" fmla="*/ 1 h 13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644"/>
                <a:gd name="T88" fmla="*/ 0 h 1352"/>
                <a:gd name="T89" fmla="*/ 1644 w 1644"/>
                <a:gd name="T90" fmla="*/ 1352 h 13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644" h="1352">
                  <a:moveTo>
                    <a:pt x="1589" y="6"/>
                  </a:moveTo>
                  <a:lnTo>
                    <a:pt x="1481" y="0"/>
                  </a:lnTo>
                  <a:lnTo>
                    <a:pt x="1355" y="27"/>
                  </a:lnTo>
                  <a:lnTo>
                    <a:pt x="1182" y="82"/>
                  </a:lnTo>
                  <a:lnTo>
                    <a:pt x="1019" y="152"/>
                  </a:lnTo>
                  <a:lnTo>
                    <a:pt x="871" y="228"/>
                  </a:lnTo>
                  <a:lnTo>
                    <a:pt x="703" y="344"/>
                  </a:lnTo>
                  <a:lnTo>
                    <a:pt x="549" y="468"/>
                  </a:lnTo>
                  <a:lnTo>
                    <a:pt x="415" y="599"/>
                  </a:lnTo>
                  <a:lnTo>
                    <a:pt x="289" y="747"/>
                  </a:lnTo>
                  <a:lnTo>
                    <a:pt x="200" y="875"/>
                  </a:lnTo>
                  <a:lnTo>
                    <a:pt x="114" y="1025"/>
                  </a:lnTo>
                  <a:lnTo>
                    <a:pt x="50" y="1200"/>
                  </a:lnTo>
                  <a:lnTo>
                    <a:pt x="0" y="1352"/>
                  </a:lnTo>
                  <a:lnTo>
                    <a:pt x="105" y="1177"/>
                  </a:lnTo>
                  <a:lnTo>
                    <a:pt x="175" y="1031"/>
                  </a:lnTo>
                  <a:lnTo>
                    <a:pt x="272" y="867"/>
                  </a:lnTo>
                  <a:lnTo>
                    <a:pt x="382" y="725"/>
                  </a:lnTo>
                  <a:lnTo>
                    <a:pt x="491" y="605"/>
                  </a:lnTo>
                  <a:lnTo>
                    <a:pt x="631" y="479"/>
                  </a:lnTo>
                  <a:lnTo>
                    <a:pt x="768" y="377"/>
                  </a:lnTo>
                  <a:lnTo>
                    <a:pt x="914" y="266"/>
                  </a:lnTo>
                  <a:lnTo>
                    <a:pt x="1063" y="185"/>
                  </a:lnTo>
                  <a:lnTo>
                    <a:pt x="1215" y="126"/>
                  </a:lnTo>
                  <a:lnTo>
                    <a:pt x="1378" y="71"/>
                  </a:lnTo>
                  <a:lnTo>
                    <a:pt x="1513" y="38"/>
                  </a:lnTo>
                  <a:lnTo>
                    <a:pt x="1644" y="27"/>
                  </a:lnTo>
                  <a:lnTo>
                    <a:pt x="158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60" name="Freeform 94"/>
            <p:cNvSpPr>
              <a:spLocks/>
            </p:cNvSpPr>
            <p:nvPr/>
          </p:nvSpPr>
          <p:spPr bwMode="auto">
            <a:xfrm>
              <a:off x="3828" y="1456"/>
              <a:ext cx="376" cy="861"/>
            </a:xfrm>
            <a:custGeom>
              <a:avLst/>
              <a:gdLst>
                <a:gd name="T0" fmla="*/ 93 w 753"/>
                <a:gd name="T1" fmla="*/ 0 h 1723"/>
                <a:gd name="T2" fmla="*/ 111 w 753"/>
                <a:gd name="T3" fmla="*/ 11 h 1723"/>
                <a:gd name="T4" fmla="*/ 133 w 753"/>
                <a:gd name="T5" fmla="*/ 26 h 1723"/>
                <a:gd name="T6" fmla="*/ 149 w 753"/>
                <a:gd name="T7" fmla="*/ 48 h 1723"/>
                <a:gd name="T8" fmla="*/ 160 w 753"/>
                <a:gd name="T9" fmla="*/ 69 h 1723"/>
                <a:gd name="T10" fmla="*/ 168 w 753"/>
                <a:gd name="T11" fmla="*/ 102 h 1723"/>
                <a:gd name="T12" fmla="*/ 170 w 753"/>
                <a:gd name="T13" fmla="*/ 129 h 1723"/>
                <a:gd name="T14" fmla="*/ 165 w 753"/>
                <a:gd name="T15" fmla="*/ 166 h 1723"/>
                <a:gd name="T16" fmla="*/ 155 w 753"/>
                <a:gd name="T17" fmla="*/ 207 h 1723"/>
                <a:gd name="T18" fmla="*/ 141 w 753"/>
                <a:gd name="T19" fmla="*/ 248 h 1723"/>
                <a:gd name="T20" fmla="*/ 122 w 753"/>
                <a:gd name="T21" fmla="*/ 286 h 1723"/>
                <a:gd name="T22" fmla="*/ 100 w 753"/>
                <a:gd name="T23" fmla="*/ 321 h 1723"/>
                <a:gd name="T24" fmla="*/ 74 w 753"/>
                <a:gd name="T25" fmla="*/ 361 h 1723"/>
                <a:gd name="T26" fmla="*/ 45 w 753"/>
                <a:gd name="T27" fmla="*/ 395 h 1723"/>
                <a:gd name="T28" fmla="*/ 0 w 753"/>
                <a:gd name="T29" fmla="*/ 430 h 1723"/>
                <a:gd name="T30" fmla="*/ 19 w 753"/>
                <a:gd name="T31" fmla="*/ 424 h 1723"/>
                <a:gd name="T32" fmla="*/ 41 w 753"/>
                <a:gd name="T33" fmla="*/ 408 h 1723"/>
                <a:gd name="T34" fmla="*/ 69 w 753"/>
                <a:gd name="T35" fmla="*/ 381 h 1723"/>
                <a:gd name="T36" fmla="*/ 103 w 753"/>
                <a:gd name="T37" fmla="*/ 340 h 1723"/>
                <a:gd name="T38" fmla="*/ 138 w 753"/>
                <a:gd name="T39" fmla="*/ 286 h 1723"/>
                <a:gd name="T40" fmla="*/ 155 w 753"/>
                <a:gd name="T41" fmla="*/ 251 h 1723"/>
                <a:gd name="T42" fmla="*/ 168 w 753"/>
                <a:gd name="T43" fmla="*/ 210 h 1723"/>
                <a:gd name="T44" fmla="*/ 179 w 753"/>
                <a:gd name="T45" fmla="*/ 169 h 1723"/>
                <a:gd name="T46" fmla="*/ 185 w 753"/>
                <a:gd name="T47" fmla="*/ 132 h 1723"/>
                <a:gd name="T48" fmla="*/ 188 w 753"/>
                <a:gd name="T49" fmla="*/ 113 h 1723"/>
                <a:gd name="T50" fmla="*/ 187 w 753"/>
                <a:gd name="T51" fmla="*/ 98 h 1723"/>
                <a:gd name="T52" fmla="*/ 182 w 753"/>
                <a:gd name="T53" fmla="*/ 73 h 1723"/>
                <a:gd name="T54" fmla="*/ 171 w 753"/>
                <a:gd name="T55" fmla="*/ 48 h 1723"/>
                <a:gd name="T56" fmla="*/ 151 w 753"/>
                <a:gd name="T57" fmla="*/ 22 h 1723"/>
                <a:gd name="T58" fmla="*/ 130 w 753"/>
                <a:gd name="T59" fmla="*/ 8 h 1723"/>
                <a:gd name="T60" fmla="*/ 108 w 753"/>
                <a:gd name="T61" fmla="*/ 0 h 1723"/>
                <a:gd name="T62" fmla="*/ 93 w 753"/>
                <a:gd name="T63" fmla="*/ 0 h 1723"/>
                <a:gd name="T64" fmla="*/ 93 w 753"/>
                <a:gd name="T65" fmla="*/ 0 h 17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3"/>
                <a:gd name="T100" fmla="*/ 0 h 1723"/>
                <a:gd name="T101" fmla="*/ 753 w 753"/>
                <a:gd name="T102" fmla="*/ 1723 h 17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3" h="1723">
                  <a:moveTo>
                    <a:pt x="374" y="0"/>
                  </a:moveTo>
                  <a:lnTo>
                    <a:pt x="447" y="44"/>
                  </a:lnTo>
                  <a:lnTo>
                    <a:pt x="532" y="105"/>
                  </a:lnTo>
                  <a:lnTo>
                    <a:pt x="599" y="192"/>
                  </a:lnTo>
                  <a:lnTo>
                    <a:pt x="642" y="278"/>
                  </a:lnTo>
                  <a:lnTo>
                    <a:pt x="675" y="409"/>
                  </a:lnTo>
                  <a:lnTo>
                    <a:pt x="681" y="519"/>
                  </a:lnTo>
                  <a:lnTo>
                    <a:pt x="663" y="666"/>
                  </a:lnTo>
                  <a:lnTo>
                    <a:pt x="620" y="829"/>
                  </a:lnTo>
                  <a:lnTo>
                    <a:pt x="566" y="993"/>
                  </a:lnTo>
                  <a:lnTo>
                    <a:pt x="490" y="1145"/>
                  </a:lnTo>
                  <a:lnTo>
                    <a:pt x="403" y="1287"/>
                  </a:lnTo>
                  <a:lnTo>
                    <a:pt x="298" y="1445"/>
                  </a:lnTo>
                  <a:lnTo>
                    <a:pt x="181" y="1582"/>
                  </a:lnTo>
                  <a:lnTo>
                    <a:pt x="0" y="1723"/>
                  </a:lnTo>
                  <a:lnTo>
                    <a:pt x="76" y="1696"/>
                  </a:lnTo>
                  <a:lnTo>
                    <a:pt x="164" y="1635"/>
                  </a:lnTo>
                  <a:lnTo>
                    <a:pt x="278" y="1527"/>
                  </a:lnTo>
                  <a:lnTo>
                    <a:pt x="414" y="1363"/>
                  </a:lnTo>
                  <a:lnTo>
                    <a:pt x="555" y="1145"/>
                  </a:lnTo>
                  <a:lnTo>
                    <a:pt x="620" y="1004"/>
                  </a:lnTo>
                  <a:lnTo>
                    <a:pt x="675" y="841"/>
                  </a:lnTo>
                  <a:lnTo>
                    <a:pt x="717" y="677"/>
                  </a:lnTo>
                  <a:lnTo>
                    <a:pt x="743" y="529"/>
                  </a:lnTo>
                  <a:lnTo>
                    <a:pt x="753" y="455"/>
                  </a:lnTo>
                  <a:lnTo>
                    <a:pt x="749" y="394"/>
                  </a:lnTo>
                  <a:lnTo>
                    <a:pt x="728" y="293"/>
                  </a:lnTo>
                  <a:lnTo>
                    <a:pt x="686" y="192"/>
                  </a:lnTo>
                  <a:lnTo>
                    <a:pt x="604" y="88"/>
                  </a:lnTo>
                  <a:lnTo>
                    <a:pt x="523" y="33"/>
                  </a:lnTo>
                  <a:lnTo>
                    <a:pt x="435" y="0"/>
                  </a:lnTo>
                  <a:lnTo>
                    <a:pt x="37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61" name="Freeform 95"/>
            <p:cNvSpPr>
              <a:spLocks/>
            </p:cNvSpPr>
            <p:nvPr/>
          </p:nvSpPr>
          <p:spPr bwMode="auto">
            <a:xfrm>
              <a:off x="3022" y="2115"/>
              <a:ext cx="216" cy="349"/>
            </a:xfrm>
            <a:custGeom>
              <a:avLst/>
              <a:gdLst>
                <a:gd name="T0" fmla="*/ 10 w 432"/>
                <a:gd name="T1" fmla="*/ 6 h 697"/>
                <a:gd name="T2" fmla="*/ 20 w 432"/>
                <a:gd name="T3" fmla="*/ 44 h 697"/>
                <a:gd name="T4" fmla="*/ 32 w 432"/>
                <a:gd name="T5" fmla="*/ 82 h 697"/>
                <a:gd name="T6" fmla="*/ 44 w 432"/>
                <a:gd name="T7" fmla="*/ 113 h 697"/>
                <a:gd name="T8" fmla="*/ 63 w 432"/>
                <a:gd name="T9" fmla="*/ 135 h 697"/>
                <a:gd name="T10" fmla="*/ 84 w 432"/>
                <a:gd name="T11" fmla="*/ 154 h 697"/>
                <a:gd name="T12" fmla="*/ 108 w 432"/>
                <a:gd name="T13" fmla="*/ 175 h 697"/>
                <a:gd name="T14" fmla="*/ 85 w 432"/>
                <a:gd name="T15" fmla="*/ 168 h 697"/>
                <a:gd name="T16" fmla="*/ 56 w 432"/>
                <a:gd name="T17" fmla="*/ 149 h 697"/>
                <a:gd name="T18" fmla="*/ 35 w 432"/>
                <a:gd name="T19" fmla="*/ 122 h 697"/>
                <a:gd name="T20" fmla="*/ 22 w 432"/>
                <a:gd name="T21" fmla="*/ 98 h 697"/>
                <a:gd name="T22" fmla="*/ 11 w 432"/>
                <a:gd name="T23" fmla="*/ 66 h 697"/>
                <a:gd name="T24" fmla="*/ 3 w 432"/>
                <a:gd name="T25" fmla="*/ 29 h 697"/>
                <a:gd name="T26" fmla="*/ 0 w 432"/>
                <a:gd name="T27" fmla="*/ 0 h 697"/>
                <a:gd name="T28" fmla="*/ 10 w 432"/>
                <a:gd name="T29" fmla="*/ 6 h 697"/>
                <a:gd name="T30" fmla="*/ 10 w 432"/>
                <a:gd name="T31" fmla="*/ 6 h 6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2"/>
                <a:gd name="T49" fmla="*/ 0 h 697"/>
                <a:gd name="T50" fmla="*/ 432 w 432"/>
                <a:gd name="T51" fmla="*/ 697 h 69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2" h="697">
                  <a:moveTo>
                    <a:pt x="40" y="21"/>
                  </a:moveTo>
                  <a:lnTo>
                    <a:pt x="78" y="174"/>
                  </a:lnTo>
                  <a:lnTo>
                    <a:pt x="126" y="327"/>
                  </a:lnTo>
                  <a:lnTo>
                    <a:pt x="175" y="452"/>
                  </a:lnTo>
                  <a:lnTo>
                    <a:pt x="251" y="539"/>
                  </a:lnTo>
                  <a:lnTo>
                    <a:pt x="333" y="615"/>
                  </a:lnTo>
                  <a:lnTo>
                    <a:pt x="432" y="697"/>
                  </a:lnTo>
                  <a:lnTo>
                    <a:pt x="339" y="671"/>
                  </a:lnTo>
                  <a:lnTo>
                    <a:pt x="225" y="595"/>
                  </a:lnTo>
                  <a:lnTo>
                    <a:pt x="137" y="488"/>
                  </a:lnTo>
                  <a:lnTo>
                    <a:pt x="88" y="391"/>
                  </a:lnTo>
                  <a:lnTo>
                    <a:pt x="44" y="262"/>
                  </a:lnTo>
                  <a:lnTo>
                    <a:pt x="12" y="114"/>
                  </a:lnTo>
                  <a:lnTo>
                    <a:pt x="0" y="0"/>
                  </a:lnTo>
                  <a:lnTo>
                    <a:pt x="4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62" name="Freeform 96"/>
            <p:cNvSpPr>
              <a:spLocks/>
            </p:cNvSpPr>
            <p:nvPr/>
          </p:nvSpPr>
          <p:spPr bwMode="auto">
            <a:xfrm>
              <a:off x="3020" y="1404"/>
              <a:ext cx="914" cy="689"/>
            </a:xfrm>
            <a:custGeom>
              <a:avLst/>
              <a:gdLst>
                <a:gd name="T0" fmla="*/ 453 w 1829"/>
                <a:gd name="T1" fmla="*/ 3 h 1378"/>
                <a:gd name="T2" fmla="*/ 406 w 1829"/>
                <a:gd name="T3" fmla="*/ 0 h 1378"/>
                <a:gd name="T4" fmla="*/ 358 w 1829"/>
                <a:gd name="T5" fmla="*/ 5 h 1378"/>
                <a:gd name="T6" fmla="*/ 310 w 1829"/>
                <a:gd name="T7" fmla="*/ 16 h 1378"/>
                <a:gd name="T8" fmla="*/ 259 w 1829"/>
                <a:gd name="T9" fmla="*/ 33 h 1378"/>
                <a:gd name="T10" fmla="*/ 217 w 1829"/>
                <a:gd name="T11" fmla="*/ 54 h 1378"/>
                <a:gd name="T12" fmla="*/ 171 w 1829"/>
                <a:gd name="T13" fmla="*/ 83 h 1378"/>
                <a:gd name="T14" fmla="*/ 131 w 1829"/>
                <a:gd name="T15" fmla="*/ 115 h 1378"/>
                <a:gd name="T16" fmla="*/ 97 w 1829"/>
                <a:gd name="T17" fmla="*/ 145 h 1378"/>
                <a:gd name="T18" fmla="*/ 65 w 1829"/>
                <a:gd name="T19" fmla="*/ 180 h 1378"/>
                <a:gd name="T20" fmla="*/ 35 w 1829"/>
                <a:gd name="T21" fmla="*/ 223 h 1378"/>
                <a:gd name="T22" fmla="*/ 16 w 1829"/>
                <a:gd name="T23" fmla="*/ 269 h 1378"/>
                <a:gd name="T24" fmla="*/ 5 w 1829"/>
                <a:gd name="T25" fmla="*/ 303 h 1378"/>
                <a:gd name="T26" fmla="*/ 0 w 1829"/>
                <a:gd name="T27" fmla="*/ 345 h 1378"/>
                <a:gd name="T28" fmla="*/ 8 w 1829"/>
                <a:gd name="T29" fmla="*/ 327 h 1378"/>
                <a:gd name="T30" fmla="*/ 19 w 1829"/>
                <a:gd name="T31" fmla="*/ 294 h 1378"/>
                <a:gd name="T32" fmla="*/ 31 w 1829"/>
                <a:gd name="T33" fmla="*/ 265 h 1378"/>
                <a:gd name="T34" fmla="*/ 50 w 1829"/>
                <a:gd name="T35" fmla="*/ 231 h 1378"/>
                <a:gd name="T36" fmla="*/ 66 w 1829"/>
                <a:gd name="T37" fmla="*/ 206 h 1378"/>
                <a:gd name="T38" fmla="*/ 93 w 1829"/>
                <a:gd name="T39" fmla="*/ 173 h 1378"/>
                <a:gd name="T40" fmla="*/ 119 w 1829"/>
                <a:gd name="T41" fmla="*/ 145 h 1378"/>
                <a:gd name="T42" fmla="*/ 141 w 1829"/>
                <a:gd name="T43" fmla="*/ 124 h 1378"/>
                <a:gd name="T44" fmla="*/ 171 w 1829"/>
                <a:gd name="T45" fmla="*/ 101 h 1378"/>
                <a:gd name="T46" fmla="*/ 209 w 1829"/>
                <a:gd name="T47" fmla="*/ 74 h 1378"/>
                <a:gd name="T48" fmla="*/ 253 w 1829"/>
                <a:gd name="T49" fmla="*/ 52 h 1378"/>
                <a:gd name="T50" fmla="*/ 302 w 1829"/>
                <a:gd name="T51" fmla="*/ 35 h 1378"/>
                <a:gd name="T52" fmla="*/ 341 w 1829"/>
                <a:gd name="T53" fmla="*/ 23 h 1378"/>
                <a:gd name="T54" fmla="*/ 378 w 1829"/>
                <a:gd name="T55" fmla="*/ 15 h 1378"/>
                <a:gd name="T56" fmla="*/ 421 w 1829"/>
                <a:gd name="T57" fmla="*/ 12 h 1378"/>
                <a:gd name="T58" fmla="*/ 457 w 1829"/>
                <a:gd name="T59" fmla="*/ 12 h 1378"/>
                <a:gd name="T60" fmla="*/ 453 w 1829"/>
                <a:gd name="T61" fmla="*/ 3 h 1378"/>
                <a:gd name="T62" fmla="*/ 453 w 1829"/>
                <a:gd name="T63" fmla="*/ 3 h 1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29"/>
                <a:gd name="T97" fmla="*/ 0 h 1378"/>
                <a:gd name="T98" fmla="*/ 1829 w 1829"/>
                <a:gd name="T99" fmla="*/ 1378 h 1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29" h="1378">
                  <a:moveTo>
                    <a:pt x="1812" y="11"/>
                  </a:moveTo>
                  <a:lnTo>
                    <a:pt x="1627" y="0"/>
                  </a:lnTo>
                  <a:lnTo>
                    <a:pt x="1435" y="19"/>
                  </a:lnTo>
                  <a:lnTo>
                    <a:pt x="1240" y="64"/>
                  </a:lnTo>
                  <a:lnTo>
                    <a:pt x="1038" y="131"/>
                  </a:lnTo>
                  <a:lnTo>
                    <a:pt x="871" y="216"/>
                  </a:lnTo>
                  <a:lnTo>
                    <a:pt x="687" y="329"/>
                  </a:lnTo>
                  <a:lnTo>
                    <a:pt x="527" y="458"/>
                  </a:lnTo>
                  <a:lnTo>
                    <a:pt x="390" y="580"/>
                  </a:lnTo>
                  <a:lnTo>
                    <a:pt x="263" y="718"/>
                  </a:lnTo>
                  <a:lnTo>
                    <a:pt x="141" y="893"/>
                  </a:lnTo>
                  <a:lnTo>
                    <a:pt x="65" y="1074"/>
                  </a:lnTo>
                  <a:lnTo>
                    <a:pt x="21" y="1209"/>
                  </a:lnTo>
                  <a:lnTo>
                    <a:pt x="0" y="1378"/>
                  </a:lnTo>
                  <a:lnTo>
                    <a:pt x="33" y="1308"/>
                  </a:lnTo>
                  <a:lnTo>
                    <a:pt x="76" y="1176"/>
                  </a:lnTo>
                  <a:lnTo>
                    <a:pt x="124" y="1057"/>
                  </a:lnTo>
                  <a:lnTo>
                    <a:pt x="202" y="925"/>
                  </a:lnTo>
                  <a:lnTo>
                    <a:pt x="267" y="823"/>
                  </a:lnTo>
                  <a:lnTo>
                    <a:pt x="373" y="690"/>
                  </a:lnTo>
                  <a:lnTo>
                    <a:pt x="476" y="580"/>
                  </a:lnTo>
                  <a:lnTo>
                    <a:pt x="565" y="494"/>
                  </a:lnTo>
                  <a:lnTo>
                    <a:pt x="685" y="403"/>
                  </a:lnTo>
                  <a:lnTo>
                    <a:pt x="839" y="294"/>
                  </a:lnTo>
                  <a:lnTo>
                    <a:pt x="1012" y="209"/>
                  </a:lnTo>
                  <a:lnTo>
                    <a:pt x="1209" y="137"/>
                  </a:lnTo>
                  <a:lnTo>
                    <a:pt x="1365" y="91"/>
                  </a:lnTo>
                  <a:lnTo>
                    <a:pt x="1513" y="59"/>
                  </a:lnTo>
                  <a:lnTo>
                    <a:pt x="1686" y="49"/>
                  </a:lnTo>
                  <a:lnTo>
                    <a:pt x="1829" y="49"/>
                  </a:lnTo>
                  <a:lnTo>
                    <a:pt x="181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5070" name="Rectangle 97"/>
          <p:cNvSpPr>
            <a:spLocks noChangeArrowheads="1"/>
          </p:cNvSpPr>
          <p:nvPr/>
        </p:nvSpPr>
        <p:spPr bwMode="auto">
          <a:xfrm>
            <a:off x="1616076" y="2690163"/>
            <a:ext cx="1427163" cy="828432"/>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US" sz="1200" b="1" dirty="0">
                <a:latin typeface="JTI" pitchFamily="34" charset="0"/>
              </a:rPr>
              <a:t>Shelf life</a:t>
            </a:r>
          </a:p>
          <a:p>
            <a:pPr>
              <a:spcBef>
                <a:spcPct val="0"/>
              </a:spcBef>
            </a:pPr>
            <a:r>
              <a:rPr lang="en-US" sz="1200" b="1" dirty="0">
                <a:latin typeface="JTI" pitchFamily="34" charset="0"/>
              </a:rPr>
              <a:t>has expired</a:t>
            </a:r>
          </a:p>
          <a:p>
            <a:pPr>
              <a:spcBef>
                <a:spcPct val="0"/>
              </a:spcBef>
            </a:pPr>
            <a:r>
              <a:rPr lang="en-US" sz="1200" b="1" dirty="0">
                <a:latin typeface="JTI" pitchFamily="34" charset="0"/>
              </a:rPr>
              <a:t>(Automatic nightly batch QA07)</a:t>
            </a:r>
          </a:p>
        </p:txBody>
      </p:sp>
      <p:sp>
        <p:nvSpPr>
          <p:cNvPr id="1235042" name="Line 98"/>
          <p:cNvSpPr>
            <a:spLocks noChangeShapeType="1"/>
          </p:cNvSpPr>
          <p:nvPr/>
        </p:nvSpPr>
        <p:spPr bwMode="auto">
          <a:xfrm>
            <a:off x="4845050" y="2229788"/>
            <a:ext cx="47625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5043" name="Rectangle 99"/>
          <p:cNvSpPr>
            <a:spLocks noChangeArrowheads="1"/>
          </p:cNvSpPr>
          <p:nvPr/>
        </p:nvSpPr>
        <p:spPr bwMode="auto">
          <a:xfrm>
            <a:off x="3246438" y="2696514"/>
            <a:ext cx="1655762" cy="101282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lgn="l">
              <a:spcBef>
                <a:spcPct val="0"/>
              </a:spcBef>
            </a:pPr>
            <a:r>
              <a:rPr lang="en-US" sz="1200" b="1" dirty="0">
                <a:solidFill>
                  <a:schemeClr val="tx2"/>
                </a:solidFill>
                <a:latin typeface="JTI" pitchFamily="34" charset="0"/>
              </a:rPr>
              <a:t>1</a:t>
            </a:r>
            <a:r>
              <a:rPr lang="en-US" sz="1200" b="1" dirty="0">
                <a:latin typeface="JTI" pitchFamily="34" charset="0"/>
              </a:rPr>
              <a:t>. Run Stock Aging  </a:t>
            </a:r>
            <a:br>
              <a:rPr lang="en-US" sz="1200" b="1" dirty="0">
                <a:latin typeface="JTI" pitchFamily="34" charset="0"/>
              </a:rPr>
            </a:br>
            <a:r>
              <a:rPr lang="en-US" sz="1200" b="1" dirty="0">
                <a:latin typeface="JTI" pitchFamily="34" charset="0"/>
              </a:rPr>
              <a:t>    Report (MB5M)</a:t>
            </a:r>
          </a:p>
          <a:p>
            <a:pPr algn="l">
              <a:spcBef>
                <a:spcPct val="0"/>
              </a:spcBef>
            </a:pPr>
            <a:r>
              <a:rPr lang="en-US" sz="1200" b="1" dirty="0">
                <a:latin typeface="JTI" pitchFamily="34" charset="0"/>
              </a:rPr>
              <a:t>2. Check Batch</a:t>
            </a:r>
          </a:p>
          <a:p>
            <a:pPr algn="l">
              <a:spcBef>
                <a:spcPct val="0"/>
              </a:spcBef>
            </a:pPr>
            <a:r>
              <a:rPr lang="en-US" sz="1200" b="1" dirty="0">
                <a:latin typeface="JTI" pitchFamily="34" charset="0"/>
              </a:rPr>
              <a:t>    (BMBC)</a:t>
            </a:r>
          </a:p>
          <a:p>
            <a:pPr algn="l">
              <a:spcBef>
                <a:spcPct val="0"/>
              </a:spcBef>
            </a:pPr>
            <a:endParaRPr lang="en-US" sz="1200" b="1" dirty="0">
              <a:latin typeface="JTI" pitchFamily="34" charset="0"/>
            </a:endParaRPr>
          </a:p>
        </p:txBody>
      </p:sp>
      <p:sp>
        <p:nvSpPr>
          <p:cNvPr id="1235047" name="Line 103"/>
          <p:cNvSpPr>
            <a:spLocks noChangeShapeType="1"/>
          </p:cNvSpPr>
          <p:nvPr/>
        </p:nvSpPr>
        <p:spPr bwMode="auto">
          <a:xfrm>
            <a:off x="2876550" y="2229788"/>
            <a:ext cx="47625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5052" name="Rectangle 108"/>
          <p:cNvSpPr>
            <a:spLocks noChangeArrowheads="1"/>
          </p:cNvSpPr>
          <p:nvPr/>
        </p:nvSpPr>
        <p:spPr bwMode="auto">
          <a:xfrm>
            <a:off x="7523164" y="5069825"/>
            <a:ext cx="1227137" cy="101309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dirty="0">
                <a:latin typeface="JTI" pitchFamily="34" charset="0"/>
              </a:rPr>
              <a:t>Review/ change</a:t>
            </a:r>
          </a:p>
          <a:p>
            <a:pPr>
              <a:spcBef>
                <a:spcPct val="0"/>
              </a:spcBef>
            </a:pPr>
            <a:r>
              <a:rPr lang="en-GB" sz="1200" b="1" dirty="0">
                <a:latin typeface="JTI" pitchFamily="34" charset="0"/>
              </a:rPr>
              <a:t>next</a:t>
            </a:r>
          </a:p>
          <a:p>
            <a:pPr>
              <a:spcBef>
                <a:spcPct val="0"/>
              </a:spcBef>
            </a:pPr>
            <a:r>
              <a:rPr lang="en-GB" sz="1200" b="1" dirty="0">
                <a:latin typeface="JTI" pitchFamily="34" charset="0"/>
              </a:rPr>
              <a:t>inspection</a:t>
            </a:r>
          </a:p>
          <a:p>
            <a:pPr>
              <a:spcBef>
                <a:spcPct val="0"/>
              </a:spcBef>
            </a:pPr>
            <a:r>
              <a:rPr lang="en-GB" sz="1200" b="1" dirty="0">
                <a:latin typeface="JTI" pitchFamily="34" charset="0"/>
              </a:rPr>
              <a:t>date</a:t>
            </a:r>
          </a:p>
          <a:p>
            <a:pPr>
              <a:spcBef>
                <a:spcPct val="0"/>
              </a:spcBef>
            </a:pPr>
            <a:r>
              <a:rPr lang="en-GB" sz="1200" b="1" dirty="0">
                <a:latin typeface="JTI" pitchFamily="34" charset="0"/>
              </a:rPr>
              <a:t>(MSC2N)</a:t>
            </a:r>
          </a:p>
        </p:txBody>
      </p:sp>
      <p:sp>
        <p:nvSpPr>
          <p:cNvPr id="1235060" name="Rectangle 116"/>
          <p:cNvSpPr>
            <a:spLocks noChangeArrowheads="1"/>
          </p:cNvSpPr>
          <p:nvPr/>
        </p:nvSpPr>
        <p:spPr bwMode="auto">
          <a:xfrm>
            <a:off x="7370764" y="2691750"/>
            <a:ext cx="1570037" cy="459100"/>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de-DE" sz="1200" b="1" dirty="0">
                <a:latin typeface="JTI" pitchFamily="34" charset="0"/>
              </a:rPr>
              <a:t>1. Results Recording </a:t>
            </a:r>
          </a:p>
          <a:p>
            <a:pPr>
              <a:spcBef>
                <a:spcPct val="0"/>
              </a:spcBef>
            </a:pPr>
            <a:r>
              <a:rPr lang="de-DE" sz="1200" b="1" dirty="0">
                <a:latin typeface="JTI" pitchFamily="34" charset="0"/>
              </a:rPr>
              <a:t>(QE51N)</a:t>
            </a:r>
            <a:endParaRPr lang="en-US" sz="1200" b="1" dirty="0">
              <a:latin typeface="JTI" pitchFamily="34" charset="0"/>
            </a:endParaRPr>
          </a:p>
        </p:txBody>
      </p:sp>
      <p:sp>
        <p:nvSpPr>
          <p:cNvPr id="1235061" name="Rectangle 117"/>
          <p:cNvSpPr>
            <a:spLocks noChangeArrowheads="1"/>
          </p:cNvSpPr>
          <p:nvPr/>
        </p:nvSpPr>
        <p:spPr bwMode="auto">
          <a:xfrm>
            <a:off x="9212264" y="2691750"/>
            <a:ext cx="1482725" cy="459100"/>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de-DE" sz="1200" b="1" dirty="0">
                <a:latin typeface="JTI" pitchFamily="34" charset="0"/>
              </a:rPr>
              <a:t>2. Usage Decision</a:t>
            </a:r>
          </a:p>
          <a:p>
            <a:pPr>
              <a:spcBef>
                <a:spcPct val="0"/>
              </a:spcBef>
            </a:pPr>
            <a:r>
              <a:rPr lang="de-DE" sz="1200" b="1" dirty="0">
                <a:latin typeface="JTI" pitchFamily="34" charset="0"/>
              </a:rPr>
              <a:t>(QA11)</a:t>
            </a:r>
            <a:endParaRPr lang="en-US" sz="1200" b="1" dirty="0">
              <a:latin typeface="JTI" pitchFamily="34" charset="0"/>
            </a:endParaRPr>
          </a:p>
        </p:txBody>
      </p:sp>
      <p:sp>
        <p:nvSpPr>
          <p:cNvPr id="1235062" name="Line 118"/>
          <p:cNvSpPr>
            <a:spLocks noChangeShapeType="1"/>
          </p:cNvSpPr>
          <p:nvPr/>
        </p:nvSpPr>
        <p:spPr bwMode="auto">
          <a:xfrm rot="14400000" flipH="1">
            <a:off x="9214644" y="4640406"/>
            <a:ext cx="723900" cy="319088"/>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5063" name="Line 119"/>
          <p:cNvSpPr>
            <a:spLocks noChangeShapeType="1"/>
          </p:cNvSpPr>
          <p:nvPr/>
        </p:nvSpPr>
        <p:spPr bwMode="auto">
          <a:xfrm rot="21000000" flipH="1">
            <a:off x="7921625" y="4626914"/>
            <a:ext cx="723900" cy="319087"/>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1235065" name="Picture 121" descr="bd06663_"/>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0088" y="3242613"/>
            <a:ext cx="13192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5066" name="Rectangle 122"/>
          <p:cNvSpPr>
            <a:spLocks noChangeArrowheads="1"/>
          </p:cNvSpPr>
          <p:nvPr/>
        </p:nvSpPr>
        <p:spPr bwMode="auto">
          <a:xfrm>
            <a:off x="8021638" y="4153838"/>
            <a:ext cx="191135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a:solidFill>
                  <a:srgbClr val="010000"/>
                </a:solidFill>
                <a:latin typeface="JTI" pitchFamily="34" charset="0"/>
              </a:rPr>
              <a:t>Shelf life extended?</a:t>
            </a:r>
          </a:p>
        </p:txBody>
      </p:sp>
      <p:sp>
        <p:nvSpPr>
          <p:cNvPr id="1235068" name="Rectangle 124"/>
          <p:cNvSpPr>
            <a:spLocks noChangeArrowheads="1"/>
          </p:cNvSpPr>
          <p:nvPr/>
        </p:nvSpPr>
        <p:spPr bwMode="auto">
          <a:xfrm>
            <a:off x="7769226" y="4557064"/>
            <a:ext cx="612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a:solidFill>
                  <a:srgbClr val="008000"/>
                </a:solidFill>
                <a:latin typeface="JTI" pitchFamily="34" charset="0"/>
              </a:rPr>
              <a:t>YES</a:t>
            </a:r>
          </a:p>
        </p:txBody>
      </p:sp>
      <p:sp>
        <p:nvSpPr>
          <p:cNvPr id="1235069" name="Rectangle 125"/>
          <p:cNvSpPr>
            <a:spLocks noChangeArrowheads="1"/>
          </p:cNvSpPr>
          <p:nvPr/>
        </p:nvSpPr>
        <p:spPr bwMode="auto">
          <a:xfrm>
            <a:off x="9464676" y="4557063"/>
            <a:ext cx="44291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a:solidFill>
                  <a:srgbClr val="CC0000"/>
                </a:solidFill>
                <a:latin typeface="JTI" pitchFamily="34" charset="0"/>
              </a:rPr>
              <a:t>NO</a:t>
            </a:r>
          </a:p>
        </p:txBody>
      </p:sp>
      <p:sp>
        <p:nvSpPr>
          <p:cNvPr id="1235070" name="Rectangle 126"/>
          <p:cNvSpPr>
            <a:spLocks noChangeArrowheads="1"/>
          </p:cNvSpPr>
          <p:nvPr/>
        </p:nvSpPr>
        <p:spPr bwMode="auto">
          <a:xfrm>
            <a:off x="9097964" y="5076175"/>
            <a:ext cx="1227137" cy="459100"/>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sz="1200" b="1" dirty="0">
                <a:latin typeface="JTI" pitchFamily="34" charset="0"/>
              </a:rPr>
              <a:t>Materials disposal</a:t>
            </a:r>
          </a:p>
        </p:txBody>
      </p:sp>
      <p:pic>
        <p:nvPicPr>
          <p:cNvPr id="105" name="Picture 104">
            <a:extLst>
              <a:ext uri="{FF2B5EF4-FFF2-40B4-BE49-F238E27FC236}">
                <a16:creationId xmlns:a16="http://schemas.microsoft.com/office/drawing/2014/main" id="{213F3852-06FF-4257-A60D-B41D130A86FC}"/>
              </a:ext>
            </a:extLst>
          </p:cNvPr>
          <p:cNvPicPr>
            <a:picLocks noChangeAspect="1"/>
          </p:cNvPicPr>
          <p:nvPr/>
        </p:nvPicPr>
        <p:blipFill>
          <a:blip r:embed="rId5"/>
          <a:stretch>
            <a:fillRect/>
          </a:stretch>
        </p:blipFill>
        <p:spPr>
          <a:xfrm>
            <a:off x="3534154" y="1564951"/>
            <a:ext cx="1078248" cy="984247"/>
          </a:xfrm>
          <a:prstGeom prst="rect">
            <a:avLst/>
          </a:prstGeom>
        </p:spPr>
      </p:pic>
      <p:pic>
        <p:nvPicPr>
          <p:cNvPr id="106" name="Picture 105">
            <a:extLst>
              <a:ext uri="{FF2B5EF4-FFF2-40B4-BE49-F238E27FC236}">
                <a16:creationId xmlns:a16="http://schemas.microsoft.com/office/drawing/2014/main" id="{475D2892-E37C-4ED3-B48A-EAE7CB297DE0}"/>
              </a:ext>
            </a:extLst>
          </p:cNvPr>
          <p:cNvPicPr>
            <a:picLocks noChangeAspect="1"/>
          </p:cNvPicPr>
          <p:nvPr/>
        </p:nvPicPr>
        <p:blipFill>
          <a:blip r:embed="rId5"/>
          <a:stretch>
            <a:fillRect/>
          </a:stretch>
        </p:blipFill>
        <p:spPr>
          <a:xfrm>
            <a:off x="5619025" y="1508013"/>
            <a:ext cx="1078248" cy="984247"/>
          </a:xfrm>
          <a:prstGeom prst="rect">
            <a:avLst/>
          </a:prstGeom>
        </p:spPr>
      </p:pic>
      <p:pic>
        <p:nvPicPr>
          <p:cNvPr id="107" name="Picture 106">
            <a:extLst>
              <a:ext uri="{FF2B5EF4-FFF2-40B4-BE49-F238E27FC236}">
                <a16:creationId xmlns:a16="http://schemas.microsoft.com/office/drawing/2014/main" id="{66FF3C45-C9C4-490F-BD5E-A9C5B0852B09}"/>
              </a:ext>
            </a:extLst>
          </p:cNvPr>
          <p:cNvPicPr>
            <a:picLocks noChangeAspect="1"/>
          </p:cNvPicPr>
          <p:nvPr/>
        </p:nvPicPr>
        <p:blipFill>
          <a:blip r:embed="rId5"/>
          <a:stretch>
            <a:fillRect/>
          </a:stretch>
        </p:blipFill>
        <p:spPr>
          <a:xfrm>
            <a:off x="8517321" y="1468753"/>
            <a:ext cx="1078248" cy="984247"/>
          </a:xfrm>
          <a:prstGeom prst="rect">
            <a:avLst/>
          </a:prstGeom>
        </p:spPr>
      </p:pic>
    </p:spTree>
    <p:extLst>
      <p:ext uri="{BB962C8B-B14F-4D97-AF65-F5344CB8AC3E}">
        <p14:creationId xmlns:p14="http://schemas.microsoft.com/office/powerpoint/2010/main" val="2382734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5047"/>
                                        </p:tgtEl>
                                        <p:attrNameLst>
                                          <p:attrName>style.visibility</p:attrName>
                                        </p:attrNameLst>
                                      </p:cBhvr>
                                      <p:to>
                                        <p:strVal val="visible"/>
                                      </p:to>
                                    </p:set>
                                    <p:anim calcmode="lin" valueType="num">
                                      <p:cBhvr additive="base">
                                        <p:cTn id="7" dur="500" fill="hold"/>
                                        <p:tgtEl>
                                          <p:spTgt spid="1235047"/>
                                        </p:tgtEl>
                                        <p:attrNameLst>
                                          <p:attrName>ppt_x</p:attrName>
                                        </p:attrNameLst>
                                      </p:cBhvr>
                                      <p:tavLst>
                                        <p:tav tm="0">
                                          <p:val>
                                            <p:strVal val="0-#ppt_w/2"/>
                                          </p:val>
                                        </p:tav>
                                        <p:tav tm="100000">
                                          <p:val>
                                            <p:strVal val="#ppt_x"/>
                                          </p:val>
                                        </p:tav>
                                      </p:tavLst>
                                    </p:anim>
                                    <p:anim calcmode="lin" valueType="num">
                                      <p:cBhvr additive="base">
                                        <p:cTn id="8" dur="500" fill="hold"/>
                                        <p:tgtEl>
                                          <p:spTgt spid="123504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35043"/>
                                        </p:tgtEl>
                                        <p:attrNameLst>
                                          <p:attrName>style.visibility</p:attrName>
                                        </p:attrNameLst>
                                      </p:cBhvr>
                                      <p:to>
                                        <p:strVal val="visible"/>
                                      </p:to>
                                    </p:set>
                                    <p:anim calcmode="lin" valueType="num">
                                      <p:cBhvr additive="base">
                                        <p:cTn id="11" dur="500" fill="hold"/>
                                        <p:tgtEl>
                                          <p:spTgt spid="1235043"/>
                                        </p:tgtEl>
                                        <p:attrNameLst>
                                          <p:attrName>ppt_x</p:attrName>
                                        </p:attrNameLst>
                                      </p:cBhvr>
                                      <p:tavLst>
                                        <p:tav tm="0">
                                          <p:val>
                                            <p:strVal val="0-#ppt_w/2"/>
                                          </p:val>
                                        </p:tav>
                                        <p:tav tm="100000">
                                          <p:val>
                                            <p:strVal val="#ppt_x"/>
                                          </p:val>
                                        </p:tav>
                                      </p:tavLst>
                                    </p:anim>
                                    <p:anim calcmode="lin" valueType="num">
                                      <p:cBhvr additive="base">
                                        <p:cTn id="12" dur="500" fill="hold"/>
                                        <p:tgtEl>
                                          <p:spTgt spid="123504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35042"/>
                                        </p:tgtEl>
                                        <p:attrNameLst>
                                          <p:attrName>style.visibility</p:attrName>
                                        </p:attrNameLst>
                                      </p:cBhvr>
                                      <p:to>
                                        <p:strVal val="visible"/>
                                      </p:to>
                                    </p:set>
                                    <p:anim calcmode="lin" valueType="num">
                                      <p:cBhvr additive="base">
                                        <p:cTn id="15" dur="500" fill="hold"/>
                                        <p:tgtEl>
                                          <p:spTgt spid="1235042"/>
                                        </p:tgtEl>
                                        <p:attrNameLst>
                                          <p:attrName>ppt_x</p:attrName>
                                        </p:attrNameLst>
                                      </p:cBhvr>
                                      <p:tavLst>
                                        <p:tav tm="0">
                                          <p:val>
                                            <p:strVal val="0-#ppt_w/2"/>
                                          </p:val>
                                        </p:tav>
                                        <p:tav tm="100000">
                                          <p:val>
                                            <p:strVal val="#ppt_x"/>
                                          </p:val>
                                        </p:tav>
                                      </p:tavLst>
                                    </p:anim>
                                    <p:anim calcmode="lin" valueType="num">
                                      <p:cBhvr additive="base">
                                        <p:cTn id="16" dur="500" fill="hold"/>
                                        <p:tgtEl>
                                          <p:spTgt spid="123504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234957"/>
                                        </p:tgtEl>
                                        <p:attrNameLst>
                                          <p:attrName>style.visibility</p:attrName>
                                        </p:attrNameLst>
                                      </p:cBhvr>
                                      <p:to>
                                        <p:strVal val="visible"/>
                                      </p:to>
                                    </p:set>
                                    <p:anim calcmode="lin" valueType="num">
                                      <p:cBhvr additive="base">
                                        <p:cTn id="19" dur="500" fill="hold"/>
                                        <p:tgtEl>
                                          <p:spTgt spid="1234957"/>
                                        </p:tgtEl>
                                        <p:attrNameLst>
                                          <p:attrName>ppt_x</p:attrName>
                                        </p:attrNameLst>
                                      </p:cBhvr>
                                      <p:tavLst>
                                        <p:tav tm="0">
                                          <p:val>
                                            <p:strVal val="0-#ppt_w/2"/>
                                          </p:val>
                                        </p:tav>
                                        <p:tav tm="100000">
                                          <p:val>
                                            <p:strVal val="#ppt_x"/>
                                          </p:val>
                                        </p:tav>
                                      </p:tavLst>
                                    </p:anim>
                                    <p:anim calcmode="lin" valueType="num">
                                      <p:cBhvr additive="base">
                                        <p:cTn id="20" dur="500" fill="hold"/>
                                        <p:tgtEl>
                                          <p:spTgt spid="123495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234955"/>
                                        </p:tgtEl>
                                        <p:attrNameLst>
                                          <p:attrName>style.visibility</p:attrName>
                                        </p:attrNameLst>
                                      </p:cBhvr>
                                      <p:to>
                                        <p:strVal val="visible"/>
                                      </p:to>
                                    </p:set>
                                    <p:anim calcmode="lin" valueType="num">
                                      <p:cBhvr additive="base">
                                        <p:cTn id="23" dur="500" fill="hold"/>
                                        <p:tgtEl>
                                          <p:spTgt spid="1234955"/>
                                        </p:tgtEl>
                                        <p:attrNameLst>
                                          <p:attrName>ppt_x</p:attrName>
                                        </p:attrNameLst>
                                      </p:cBhvr>
                                      <p:tavLst>
                                        <p:tav tm="0">
                                          <p:val>
                                            <p:strVal val="0-#ppt_w/2"/>
                                          </p:val>
                                        </p:tav>
                                        <p:tav tm="100000">
                                          <p:val>
                                            <p:strVal val="#ppt_x"/>
                                          </p:val>
                                        </p:tav>
                                      </p:tavLst>
                                    </p:anim>
                                    <p:anim calcmode="lin" valueType="num">
                                      <p:cBhvr additive="base">
                                        <p:cTn id="24" dur="500" fill="hold"/>
                                        <p:tgtEl>
                                          <p:spTgt spid="1234955"/>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34956"/>
                                        </p:tgtEl>
                                        <p:attrNameLst>
                                          <p:attrName>style.visibility</p:attrName>
                                        </p:attrNameLst>
                                      </p:cBhvr>
                                      <p:to>
                                        <p:strVal val="visible"/>
                                      </p:to>
                                    </p:set>
                                    <p:anim calcmode="lin" valueType="num">
                                      <p:cBhvr additive="base">
                                        <p:cTn id="27" dur="500" fill="hold"/>
                                        <p:tgtEl>
                                          <p:spTgt spid="1234956"/>
                                        </p:tgtEl>
                                        <p:attrNameLst>
                                          <p:attrName>ppt_x</p:attrName>
                                        </p:attrNameLst>
                                      </p:cBhvr>
                                      <p:tavLst>
                                        <p:tav tm="0">
                                          <p:val>
                                            <p:strVal val="0-#ppt_w/2"/>
                                          </p:val>
                                        </p:tav>
                                        <p:tav tm="100000">
                                          <p:val>
                                            <p:strVal val="#ppt_x"/>
                                          </p:val>
                                        </p:tav>
                                      </p:tavLst>
                                    </p:anim>
                                    <p:anim calcmode="lin" valueType="num">
                                      <p:cBhvr additive="base">
                                        <p:cTn id="28" dur="500" fill="hold"/>
                                        <p:tgtEl>
                                          <p:spTgt spid="1234956"/>
                                        </p:tgtEl>
                                        <p:attrNameLst>
                                          <p:attrName>ppt_y</p:attrName>
                                        </p:attrNameLst>
                                      </p:cBhvr>
                                      <p:tavLst>
                                        <p:tav tm="0">
                                          <p:val>
                                            <p:strVal val="#ppt_y"/>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1235060"/>
                                        </p:tgtEl>
                                        <p:attrNameLst>
                                          <p:attrName>style.visibility</p:attrName>
                                        </p:attrNameLst>
                                      </p:cBhvr>
                                      <p:to>
                                        <p:strVal val="visible"/>
                                      </p:to>
                                    </p:set>
                                    <p:anim calcmode="lin" valueType="num">
                                      <p:cBhvr additive="base">
                                        <p:cTn id="31" dur="500" fill="hold"/>
                                        <p:tgtEl>
                                          <p:spTgt spid="1235060"/>
                                        </p:tgtEl>
                                        <p:attrNameLst>
                                          <p:attrName>ppt_x</p:attrName>
                                        </p:attrNameLst>
                                      </p:cBhvr>
                                      <p:tavLst>
                                        <p:tav tm="0">
                                          <p:val>
                                            <p:strVal val="#ppt_x"/>
                                          </p:val>
                                        </p:tav>
                                        <p:tav tm="100000">
                                          <p:val>
                                            <p:strVal val="#ppt_x"/>
                                          </p:val>
                                        </p:tav>
                                      </p:tavLst>
                                    </p:anim>
                                    <p:anim calcmode="lin" valueType="num">
                                      <p:cBhvr additive="base">
                                        <p:cTn id="32" dur="500" fill="hold"/>
                                        <p:tgtEl>
                                          <p:spTgt spid="123506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235061"/>
                                        </p:tgtEl>
                                        <p:attrNameLst>
                                          <p:attrName>style.visibility</p:attrName>
                                        </p:attrNameLst>
                                      </p:cBhvr>
                                      <p:to>
                                        <p:strVal val="visible"/>
                                      </p:to>
                                    </p:set>
                                    <p:anim calcmode="lin" valueType="num">
                                      <p:cBhvr additive="base">
                                        <p:cTn id="35" dur="500" fill="hold"/>
                                        <p:tgtEl>
                                          <p:spTgt spid="1235061"/>
                                        </p:tgtEl>
                                        <p:attrNameLst>
                                          <p:attrName>ppt_x</p:attrName>
                                        </p:attrNameLst>
                                      </p:cBhvr>
                                      <p:tavLst>
                                        <p:tav tm="0">
                                          <p:val>
                                            <p:strVal val="#ppt_x"/>
                                          </p:val>
                                        </p:tav>
                                        <p:tav tm="100000">
                                          <p:val>
                                            <p:strVal val="#ppt_x"/>
                                          </p:val>
                                        </p:tav>
                                      </p:tavLst>
                                    </p:anim>
                                    <p:anim calcmode="lin" valueType="num">
                                      <p:cBhvr additive="base">
                                        <p:cTn id="36" dur="500" fill="hold"/>
                                        <p:tgtEl>
                                          <p:spTgt spid="1235061"/>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nodeType="clickEffect">
                                  <p:stCondLst>
                                    <p:cond delay="0"/>
                                  </p:stCondLst>
                                  <p:childTnLst>
                                    <p:set>
                                      <p:cBhvr>
                                        <p:cTn id="40" dur="1" fill="hold">
                                          <p:stCondLst>
                                            <p:cond delay="0"/>
                                          </p:stCondLst>
                                        </p:cTn>
                                        <p:tgtEl>
                                          <p:spTgt spid="1235065"/>
                                        </p:tgtEl>
                                        <p:attrNameLst>
                                          <p:attrName>style.visibility</p:attrName>
                                        </p:attrNameLst>
                                      </p:cBhvr>
                                      <p:to>
                                        <p:strVal val="visible"/>
                                      </p:to>
                                    </p:set>
                                    <p:anim calcmode="lin" valueType="num">
                                      <p:cBhvr additive="base">
                                        <p:cTn id="41" dur="500" fill="hold"/>
                                        <p:tgtEl>
                                          <p:spTgt spid="1235065"/>
                                        </p:tgtEl>
                                        <p:attrNameLst>
                                          <p:attrName>ppt_x</p:attrName>
                                        </p:attrNameLst>
                                      </p:cBhvr>
                                      <p:tavLst>
                                        <p:tav tm="0">
                                          <p:val>
                                            <p:strVal val="1+#ppt_w/2"/>
                                          </p:val>
                                        </p:tav>
                                        <p:tav tm="100000">
                                          <p:val>
                                            <p:strVal val="#ppt_x"/>
                                          </p:val>
                                        </p:tav>
                                      </p:tavLst>
                                    </p:anim>
                                    <p:anim calcmode="lin" valueType="num">
                                      <p:cBhvr additive="base">
                                        <p:cTn id="42" dur="500" fill="hold"/>
                                        <p:tgtEl>
                                          <p:spTgt spid="1235065"/>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235066"/>
                                        </p:tgtEl>
                                        <p:attrNameLst>
                                          <p:attrName>style.visibility</p:attrName>
                                        </p:attrNameLst>
                                      </p:cBhvr>
                                      <p:to>
                                        <p:strVal val="visible"/>
                                      </p:to>
                                    </p:set>
                                    <p:anim calcmode="lin" valueType="num">
                                      <p:cBhvr additive="base">
                                        <p:cTn id="45" dur="500" fill="hold"/>
                                        <p:tgtEl>
                                          <p:spTgt spid="1235066"/>
                                        </p:tgtEl>
                                        <p:attrNameLst>
                                          <p:attrName>ppt_x</p:attrName>
                                        </p:attrNameLst>
                                      </p:cBhvr>
                                      <p:tavLst>
                                        <p:tav tm="0">
                                          <p:val>
                                            <p:strVal val="1+#ppt_w/2"/>
                                          </p:val>
                                        </p:tav>
                                        <p:tav tm="100000">
                                          <p:val>
                                            <p:strVal val="#ppt_x"/>
                                          </p:val>
                                        </p:tav>
                                      </p:tavLst>
                                    </p:anim>
                                    <p:anim calcmode="lin" valueType="num">
                                      <p:cBhvr additive="base">
                                        <p:cTn id="46" dur="500" fill="hold"/>
                                        <p:tgtEl>
                                          <p:spTgt spid="1235066"/>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35068"/>
                                        </p:tgtEl>
                                        <p:attrNameLst>
                                          <p:attrName>style.visibility</p:attrName>
                                        </p:attrNameLst>
                                      </p:cBhvr>
                                      <p:to>
                                        <p:strVal val="visible"/>
                                      </p:to>
                                    </p:set>
                                    <p:anim calcmode="lin" valueType="num">
                                      <p:cBhvr additive="base">
                                        <p:cTn id="51" dur="500" fill="hold"/>
                                        <p:tgtEl>
                                          <p:spTgt spid="1235068"/>
                                        </p:tgtEl>
                                        <p:attrNameLst>
                                          <p:attrName>ppt_x</p:attrName>
                                        </p:attrNameLst>
                                      </p:cBhvr>
                                      <p:tavLst>
                                        <p:tav tm="0">
                                          <p:val>
                                            <p:strVal val="#ppt_x"/>
                                          </p:val>
                                        </p:tav>
                                        <p:tav tm="100000">
                                          <p:val>
                                            <p:strVal val="#ppt_x"/>
                                          </p:val>
                                        </p:tav>
                                      </p:tavLst>
                                    </p:anim>
                                    <p:anim calcmode="lin" valueType="num">
                                      <p:cBhvr additive="base">
                                        <p:cTn id="52" dur="500" fill="hold"/>
                                        <p:tgtEl>
                                          <p:spTgt spid="123506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235063"/>
                                        </p:tgtEl>
                                        <p:attrNameLst>
                                          <p:attrName>style.visibility</p:attrName>
                                        </p:attrNameLst>
                                      </p:cBhvr>
                                      <p:to>
                                        <p:strVal val="visible"/>
                                      </p:to>
                                    </p:set>
                                    <p:anim calcmode="lin" valueType="num">
                                      <p:cBhvr additive="base">
                                        <p:cTn id="55" dur="500" fill="hold"/>
                                        <p:tgtEl>
                                          <p:spTgt spid="1235063"/>
                                        </p:tgtEl>
                                        <p:attrNameLst>
                                          <p:attrName>ppt_x</p:attrName>
                                        </p:attrNameLst>
                                      </p:cBhvr>
                                      <p:tavLst>
                                        <p:tav tm="0">
                                          <p:val>
                                            <p:strVal val="#ppt_x"/>
                                          </p:val>
                                        </p:tav>
                                        <p:tav tm="100000">
                                          <p:val>
                                            <p:strVal val="#ppt_x"/>
                                          </p:val>
                                        </p:tav>
                                      </p:tavLst>
                                    </p:anim>
                                    <p:anim calcmode="lin" valueType="num">
                                      <p:cBhvr additive="base">
                                        <p:cTn id="56" dur="500" fill="hold"/>
                                        <p:tgtEl>
                                          <p:spTgt spid="123506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235052"/>
                                        </p:tgtEl>
                                        <p:attrNameLst>
                                          <p:attrName>style.visibility</p:attrName>
                                        </p:attrNameLst>
                                      </p:cBhvr>
                                      <p:to>
                                        <p:strVal val="visible"/>
                                      </p:to>
                                    </p:set>
                                    <p:anim calcmode="lin" valueType="num">
                                      <p:cBhvr additive="base">
                                        <p:cTn id="59" dur="500" fill="hold"/>
                                        <p:tgtEl>
                                          <p:spTgt spid="1235052"/>
                                        </p:tgtEl>
                                        <p:attrNameLst>
                                          <p:attrName>ppt_x</p:attrName>
                                        </p:attrNameLst>
                                      </p:cBhvr>
                                      <p:tavLst>
                                        <p:tav tm="0">
                                          <p:val>
                                            <p:strVal val="#ppt_x"/>
                                          </p:val>
                                        </p:tav>
                                        <p:tav tm="100000">
                                          <p:val>
                                            <p:strVal val="#ppt_x"/>
                                          </p:val>
                                        </p:tav>
                                      </p:tavLst>
                                    </p:anim>
                                    <p:anim calcmode="lin" valueType="num">
                                      <p:cBhvr additive="base">
                                        <p:cTn id="60" dur="500" fill="hold"/>
                                        <p:tgtEl>
                                          <p:spTgt spid="1235052"/>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235069"/>
                                        </p:tgtEl>
                                        <p:attrNameLst>
                                          <p:attrName>style.visibility</p:attrName>
                                        </p:attrNameLst>
                                      </p:cBhvr>
                                      <p:to>
                                        <p:strVal val="visible"/>
                                      </p:to>
                                    </p:set>
                                    <p:anim calcmode="lin" valueType="num">
                                      <p:cBhvr additive="base">
                                        <p:cTn id="65" dur="500" fill="hold"/>
                                        <p:tgtEl>
                                          <p:spTgt spid="1235069"/>
                                        </p:tgtEl>
                                        <p:attrNameLst>
                                          <p:attrName>ppt_x</p:attrName>
                                        </p:attrNameLst>
                                      </p:cBhvr>
                                      <p:tavLst>
                                        <p:tav tm="0">
                                          <p:val>
                                            <p:strVal val="#ppt_x"/>
                                          </p:val>
                                        </p:tav>
                                        <p:tav tm="100000">
                                          <p:val>
                                            <p:strVal val="#ppt_x"/>
                                          </p:val>
                                        </p:tav>
                                      </p:tavLst>
                                    </p:anim>
                                    <p:anim calcmode="lin" valueType="num">
                                      <p:cBhvr additive="base">
                                        <p:cTn id="66" dur="500" fill="hold"/>
                                        <p:tgtEl>
                                          <p:spTgt spid="123506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235062"/>
                                        </p:tgtEl>
                                        <p:attrNameLst>
                                          <p:attrName>style.visibility</p:attrName>
                                        </p:attrNameLst>
                                      </p:cBhvr>
                                      <p:to>
                                        <p:strVal val="visible"/>
                                      </p:to>
                                    </p:set>
                                    <p:anim calcmode="lin" valueType="num">
                                      <p:cBhvr additive="base">
                                        <p:cTn id="69" dur="500" fill="hold"/>
                                        <p:tgtEl>
                                          <p:spTgt spid="1235062"/>
                                        </p:tgtEl>
                                        <p:attrNameLst>
                                          <p:attrName>ppt_x</p:attrName>
                                        </p:attrNameLst>
                                      </p:cBhvr>
                                      <p:tavLst>
                                        <p:tav tm="0">
                                          <p:val>
                                            <p:strVal val="#ppt_x"/>
                                          </p:val>
                                        </p:tav>
                                        <p:tav tm="100000">
                                          <p:val>
                                            <p:strVal val="#ppt_x"/>
                                          </p:val>
                                        </p:tav>
                                      </p:tavLst>
                                    </p:anim>
                                    <p:anim calcmode="lin" valueType="num">
                                      <p:cBhvr additive="base">
                                        <p:cTn id="70" dur="500" fill="hold"/>
                                        <p:tgtEl>
                                          <p:spTgt spid="123506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235070"/>
                                        </p:tgtEl>
                                        <p:attrNameLst>
                                          <p:attrName>style.visibility</p:attrName>
                                        </p:attrNameLst>
                                      </p:cBhvr>
                                      <p:to>
                                        <p:strVal val="visible"/>
                                      </p:to>
                                    </p:set>
                                    <p:anim calcmode="lin" valueType="num">
                                      <p:cBhvr additive="base">
                                        <p:cTn id="73" dur="500" fill="hold"/>
                                        <p:tgtEl>
                                          <p:spTgt spid="1235070"/>
                                        </p:tgtEl>
                                        <p:attrNameLst>
                                          <p:attrName>ppt_x</p:attrName>
                                        </p:attrNameLst>
                                      </p:cBhvr>
                                      <p:tavLst>
                                        <p:tav tm="0">
                                          <p:val>
                                            <p:strVal val="#ppt_x"/>
                                          </p:val>
                                        </p:tav>
                                        <p:tav tm="100000">
                                          <p:val>
                                            <p:strVal val="#ppt_x"/>
                                          </p:val>
                                        </p:tav>
                                      </p:tavLst>
                                    </p:anim>
                                    <p:anim calcmode="lin" valueType="num">
                                      <p:cBhvr additive="base">
                                        <p:cTn id="74" dur="500" fill="hold"/>
                                        <p:tgtEl>
                                          <p:spTgt spid="12350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955" grpId="0" animBg="1"/>
      <p:bldP spid="1234956" grpId="0" animBg="1"/>
      <p:bldP spid="1234957" grpId="0" animBg="1"/>
      <p:bldP spid="1235042" grpId="0" animBg="1"/>
      <p:bldP spid="1235043" grpId="0" animBg="1"/>
      <p:bldP spid="1235047" grpId="0" animBg="1"/>
      <p:bldP spid="1235052" grpId="0" animBg="1"/>
      <p:bldP spid="1235060" grpId="0" animBg="1"/>
      <p:bldP spid="1235061" grpId="0" animBg="1"/>
      <p:bldP spid="1235062" grpId="0" animBg="1"/>
      <p:bldP spid="1235063" grpId="0" animBg="1"/>
      <p:bldP spid="1235066" grpId="0"/>
      <p:bldP spid="1235068" grpId="0"/>
      <p:bldP spid="1235069" grpId="0"/>
      <p:bldP spid="123507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546798" y="200394"/>
            <a:ext cx="8902723" cy="984247"/>
          </a:xfrm>
        </p:spPr>
        <p:txBody>
          <a:bodyPr/>
          <a:lstStyle/>
          <a:p>
            <a:pPr eaLnBrk="1" hangingPunct="1"/>
            <a:r>
              <a:rPr lang="en-US" dirty="0"/>
              <a:t>Shelf Life Inspection </a:t>
            </a:r>
          </a:p>
        </p:txBody>
      </p:sp>
      <p:sp>
        <p:nvSpPr>
          <p:cNvPr id="27652" name="Text Box 4"/>
          <p:cNvSpPr txBox="1">
            <a:spLocks noChangeArrowheads="1"/>
          </p:cNvSpPr>
          <p:nvPr/>
        </p:nvSpPr>
        <p:spPr bwMode="auto">
          <a:xfrm>
            <a:off x="1555750" y="5545401"/>
            <a:ext cx="2120900" cy="235962"/>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47625" tIns="25400" rIns="47625" bIns="25400">
            <a:spAutoFit/>
          </a:bodyPr>
          <a:lstStyle>
            <a:lvl1pPr>
              <a:defRPr sz="1200">
                <a:solidFill>
                  <a:schemeClr val="tx1"/>
                </a:solidFill>
                <a:latin typeface="JTI" pitchFamily="34" charset="0"/>
              </a:defRPr>
            </a:lvl1pPr>
            <a:lvl2pPr marL="742950" indent="-285750">
              <a:defRPr sz="1200">
                <a:solidFill>
                  <a:schemeClr val="tx1"/>
                </a:solidFill>
                <a:latin typeface="JTI" pitchFamily="34" charset="0"/>
              </a:defRPr>
            </a:lvl2pPr>
            <a:lvl3pPr marL="1143000" indent="-228600">
              <a:defRPr sz="1200">
                <a:solidFill>
                  <a:schemeClr val="tx1"/>
                </a:solidFill>
                <a:latin typeface="JTI" pitchFamily="34" charset="0"/>
              </a:defRPr>
            </a:lvl3pPr>
            <a:lvl4pPr marL="1600200" indent="-228600">
              <a:defRPr sz="1200">
                <a:solidFill>
                  <a:schemeClr val="tx1"/>
                </a:solidFill>
                <a:latin typeface="JTI" pitchFamily="34" charset="0"/>
              </a:defRPr>
            </a:lvl4pPr>
            <a:lvl5pPr marL="2057400" indent="-228600">
              <a:defRPr sz="1200">
                <a:solidFill>
                  <a:schemeClr val="tx1"/>
                </a:solidFill>
                <a:latin typeface="JTI" pitchFamily="34" charset="0"/>
              </a:defRPr>
            </a:lvl5pPr>
            <a:lvl6pPr marL="2514600" indent="-228600" algn="ctr" eaLnBrk="0" fontAlgn="base" hangingPunct="0">
              <a:spcBef>
                <a:spcPct val="50000"/>
              </a:spcBef>
              <a:spcAft>
                <a:spcPct val="0"/>
              </a:spcAft>
              <a:defRPr sz="1200">
                <a:solidFill>
                  <a:schemeClr val="tx1"/>
                </a:solidFill>
                <a:latin typeface="JTI" pitchFamily="34" charset="0"/>
              </a:defRPr>
            </a:lvl6pPr>
            <a:lvl7pPr marL="2971800" indent="-228600" algn="ctr" eaLnBrk="0" fontAlgn="base" hangingPunct="0">
              <a:spcBef>
                <a:spcPct val="50000"/>
              </a:spcBef>
              <a:spcAft>
                <a:spcPct val="0"/>
              </a:spcAft>
              <a:defRPr sz="1200">
                <a:solidFill>
                  <a:schemeClr val="tx1"/>
                </a:solidFill>
                <a:latin typeface="JTI" pitchFamily="34" charset="0"/>
              </a:defRPr>
            </a:lvl7pPr>
            <a:lvl8pPr marL="3429000" indent="-228600" algn="ctr" eaLnBrk="0" fontAlgn="base" hangingPunct="0">
              <a:spcBef>
                <a:spcPct val="50000"/>
              </a:spcBef>
              <a:spcAft>
                <a:spcPct val="0"/>
              </a:spcAft>
              <a:defRPr sz="1200">
                <a:solidFill>
                  <a:schemeClr val="tx1"/>
                </a:solidFill>
                <a:latin typeface="JTI" pitchFamily="34" charset="0"/>
              </a:defRPr>
            </a:lvl8pPr>
            <a:lvl9pPr marL="3886200" indent="-228600" algn="ctr" eaLnBrk="0" fontAlgn="base" hangingPunct="0">
              <a:spcBef>
                <a:spcPct val="50000"/>
              </a:spcBef>
              <a:spcAft>
                <a:spcPct val="0"/>
              </a:spcAft>
              <a:defRPr sz="1200">
                <a:solidFill>
                  <a:schemeClr val="tx1"/>
                </a:solidFill>
                <a:latin typeface="JTI" pitchFamily="34" charset="0"/>
              </a:defRPr>
            </a:lvl9pPr>
          </a:lstStyle>
          <a:p>
            <a:r>
              <a:rPr lang="en-US" dirty="0"/>
              <a:t>Next Inspection Date</a:t>
            </a:r>
          </a:p>
        </p:txBody>
      </p:sp>
      <p:grpSp>
        <p:nvGrpSpPr>
          <p:cNvPr id="27653" name="Group 5"/>
          <p:cNvGrpSpPr>
            <a:grpSpLocks/>
          </p:cNvGrpSpPr>
          <p:nvPr/>
        </p:nvGrpSpPr>
        <p:grpSpPr bwMode="auto">
          <a:xfrm>
            <a:off x="1611313" y="2008452"/>
            <a:ext cx="8985250" cy="3400425"/>
            <a:chOff x="295" y="897"/>
            <a:chExt cx="5660" cy="2142"/>
          </a:xfrm>
        </p:grpSpPr>
        <p:grpSp>
          <p:nvGrpSpPr>
            <p:cNvPr id="27658" name="Group 6"/>
            <p:cNvGrpSpPr>
              <a:grpSpLocks/>
            </p:cNvGrpSpPr>
            <p:nvPr/>
          </p:nvGrpSpPr>
          <p:grpSpPr bwMode="auto">
            <a:xfrm rot="-2385410">
              <a:off x="335" y="897"/>
              <a:ext cx="614" cy="622"/>
              <a:chOff x="2566" y="1080"/>
              <a:chExt cx="1837" cy="1463"/>
            </a:xfrm>
          </p:grpSpPr>
          <p:sp>
            <p:nvSpPr>
              <p:cNvPr id="27674" name="Freeform 9"/>
              <p:cNvSpPr>
                <a:spLocks/>
              </p:cNvSpPr>
              <p:nvPr/>
            </p:nvSpPr>
            <p:spPr bwMode="auto">
              <a:xfrm>
                <a:off x="4200" y="1481"/>
                <a:ext cx="179" cy="418"/>
              </a:xfrm>
              <a:custGeom>
                <a:avLst/>
                <a:gdLst>
                  <a:gd name="T0" fmla="*/ 7 w 359"/>
                  <a:gd name="T1" fmla="*/ 200 h 834"/>
                  <a:gd name="T2" fmla="*/ 33 w 359"/>
                  <a:gd name="T3" fmla="*/ 193 h 834"/>
                  <a:gd name="T4" fmla="*/ 49 w 359"/>
                  <a:gd name="T5" fmla="*/ 210 h 834"/>
                  <a:gd name="T6" fmla="*/ 70 w 359"/>
                  <a:gd name="T7" fmla="*/ 195 h 834"/>
                  <a:gd name="T8" fmla="*/ 85 w 359"/>
                  <a:gd name="T9" fmla="*/ 150 h 834"/>
                  <a:gd name="T10" fmla="*/ 89 w 359"/>
                  <a:gd name="T11" fmla="*/ 102 h 834"/>
                  <a:gd name="T12" fmla="*/ 78 w 359"/>
                  <a:gd name="T13" fmla="*/ 74 h 834"/>
                  <a:gd name="T14" fmla="*/ 54 w 359"/>
                  <a:gd name="T15" fmla="*/ 19 h 834"/>
                  <a:gd name="T16" fmla="*/ 35 w 359"/>
                  <a:gd name="T17" fmla="*/ 0 h 834"/>
                  <a:gd name="T18" fmla="*/ 23 w 359"/>
                  <a:gd name="T19" fmla="*/ 36 h 834"/>
                  <a:gd name="T20" fmla="*/ 35 w 359"/>
                  <a:gd name="T21" fmla="*/ 131 h 834"/>
                  <a:gd name="T22" fmla="*/ 0 w 359"/>
                  <a:gd name="T23" fmla="*/ 153 h 834"/>
                  <a:gd name="T24" fmla="*/ 7 w 359"/>
                  <a:gd name="T25" fmla="*/ 200 h 834"/>
                  <a:gd name="T26" fmla="*/ 7 w 359"/>
                  <a:gd name="T27" fmla="*/ 200 h 8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9"/>
                  <a:gd name="T43" fmla="*/ 0 h 834"/>
                  <a:gd name="T44" fmla="*/ 359 w 359"/>
                  <a:gd name="T45" fmla="*/ 834 h 8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9" h="834">
                    <a:moveTo>
                      <a:pt x="29" y="796"/>
                    </a:moveTo>
                    <a:lnTo>
                      <a:pt x="133" y="768"/>
                    </a:lnTo>
                    <a:lnTo>
                      <a:pt x="198" y="834"/>
                    </a:lnTo>
                    <a:lnTo>
                      <a:pt x="283" y="777"/>
                    </a:lnTo>
                    <a:lnTo>
                      <a:pt x="340" y="599"/>
                    </a:lnTo>
                    <a:lnTo>
                      <a:pt x="359" y="408"/>
                    </a:lnTo>
                    <a:lnTo>
                      <a:pt x="312" y="294"/>
                    </a:lnTo>
                    <a:lnTo>
                      <a:pt x="217" y="76"/>
                    </a:lnTo>
                    <a:lnTo>
                      <a:pt x="143" y="0"/>
                    </a:lnTo>
                    <a:lnTo>
                      <a:pt x="95" y="142"/>
                    </a:lnTo>
                    <a:lnTo>
                      <a:pt x="143" y="522"/>
                    </a:lnTo>
                    <a:lnTo>
                      <a:pt x="0" y="608"/>
                    </a:lnTo>
                    <a:lnTo>
                      <a:pt x="29" y="796"/>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Freeform 10"/>
              <p:cNvSpPr>
                <a:spLocks/>
              </p:cNvSpPr>
              <p:nvPr/>
            </p:nvSpPr>
            <p:spPr bwMode="auto">
              <a:xfrm>
                <a:off x="3975" y="1240"/>
                <a:ext cx="256" cy="114"/>
              </a:xfrm>
              <a:custGeom>
                <a:avLst/>
                <a:gdLst>
                  <a:gd name="T0" fmla="*/ 15 w 511"/>
                  <a:gd name="T1" fmla="*/ 0 h 228"/>
                  <a:gd name="T2" fmla="*/ 53 w 511"/>
                  <a:gd name="T3" fmla="*/ 2 h 228"/>
                  <a:gd name="T4" fmla="*/ 82 w 511"/>
                  <a:gd name="T5" fmla="*/ 13 h 228"/>
                  <a:gd name="T6" fmla="*/ 125 w 511"/>
                  <a:gd name="T7" fmla="*/ 31 h 228"/>
                  <a:gd name="T8" fmla="*/ 128 w 511"/>
                  <a:gd name="T9" fmla="*/ 51 h 228"/>
                  <a:gd name="T10" fmla="*/ 112 w 511"/>
                  <a:gd name="T11" fmla="*/ 57 h 228"/>
                  <a:gd name="T12" fmla="*/ 92 w 511"/>
                  <a:gd name="T13" fmla="*/ 54 h 228"/>
                  <a:gd name="T14" fmla="*/ 59 w 511"/>
                  <a:gd name="T15" fmla="*/ 33 h 228"/>
                  <a:gd name="T16" fmla="*/ 45 w 511"/>
                  <a:gd name="T17" fmla="*/ 26 h 228"/>
                  <a:gd name="T18" fmla="*/ 19 w 511"/>
                  <a:gd name="T19" fmla="*/ 25 h 228"/>
                  <a:gd name="T20" fmla="*/ 0 w 511"/>
                  <a:gd name="T21" fmla="*/ 22 h 228"/>
                  <a:gd name="T22" fmla="*/ 15 w 511"/>
                  <a:gd name="T23" fmla="*/ 0 h 228"/>
                  <a:gd name="T24" fmla="*/ 15 w 511"/>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1"/>
                  <a:gd name="T40" fmla="*/ 0 h 228"/>
                  <a:gd name="T41" fmla="*/ 511 w 511"/>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1" h="228">
                    <a:moveTo>
                      <a:pt x="59" y="0"/>
                    </a:moveTo>
                    <a:lnTo>
                      <a:pt x="209" y="6"/>
                    </a:lnTo>
                    <a:lnTo>
                      <a:pt x="327" y="49"/>
                    </a:lnTo>
                    <a:lnTo>
                      <a:pt x="498" y="124"/>
                    </a:lnTo>
                    <a:lnTo>
                      <a:pt x="511" y="203"/>
                    </a:lnTo>
                    <a:lnTo>
                      <a:pt x="448" y="228"/>
                    </a:lnTo>
                    <a:lnTo>
                      <a:pt x="368" y="215"/>
                    </a:lnTo>
                    <a:lnTo>
                      <a:pt x="233" y="129"/>
                    </a:lnTo>
                    <a:lnTo>
                      <a:pt x="178" y="104"/>
                    </a:lnTo>
                    <a:lnTo>
                      <a:pt x="74" y="99"/>
                    </a:lnTo>
                    <a:lnTo>
                      <a:pt x="0" y="85"/>
                    </a:lnTo>
                    <a:lnTo>
                      <a:pt x="59"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Freeform 11"/>
              <p:cNvSpPr>
                <a:spLocks/>
              </p:cNvSpPr>
              <p:nvPr/>
            </p:nvSpPr>
            <p:spPr bwMode="auto">
              <a:xfrm>
                <a:off x="3853" y="1114"/>
                <a:ext cx="535" cy="369"/>
              </a:xfrm>
              <a:custGeom>
                <a:avLst/>
                <a:gdLst>
                  <a:gd name="T0" fmla="*/ 51 w 1071"/>
                  <a:gd name="T1" fmla="*/ 129 h 740"/>
                  <a:gd name="T2" fmla="*/ 15 w 1071"/>
                  <a:gd name="T3" fmla="*/ 101 h 740"/>
                  <a:gd name="T4" fmla="*/ 0 w 1071"/>
                  <a:gd name="T5" fmla="*/ 60 h 740"/>
                  <a:gd name="T6" fmla="*/ 20 w 1071"/>
                  <a:gd name="T7" fmla="*/ 28 h 740"/>
                  <a:gd name="T8" fmla="*/ 58 w 1071"/>
                  <a:gd name="T9" fmla="*/ 7 h 740"/>
                  <a:gd name="T10" fmla="*/ 98 w 1071"/>
                  <a:gd name="T11" fmla="*/ 0 h 740"/>
                  <a:gd name="T12" fmla="*/ 158 w 1071"/>
                  <a:gd name="T13" fmla="*/ 7 h 740"/>
                  <a:gd name="T14" fmla="*/ 207 w 1071"/>
                  <a:gd name="T15" fmla="*/ 26 h 740"/>
                  <a:gd name="T16" fmla="*/ 241 w 1071"/>
                  <a:gd name="T17" fmla="*/ 51 h 740"/>
                  <a:gd name="T18" fmla="*/ 259 w 1071"/>
                  <a:gd name="T19" fmla="*/ 77 h 740"/>
                  <a:gd name="T20" fmla="*/ 267 w 1071"/>
                  <a:gd name="T21" fmla="*/ 104 h 740"/>
                  <a:gd name="T22" fmla="*/ 261 w 1071"/>
                  <a:gd name="T23" fmla="*/ 140 h 740"/>
                  <a:gd name="T24" fmla="*/ 244 w 1071"/>
                  <a:gd name="T25" fmla="*/ 163 h 740"/>
                  <a:gd name="T26" fmla="*/ 192 w 1071"/>
                  <a:gd name="T27" fmla="*/ 184 h 740"/>
                  <a:gd name="T28" fmla="*/ 147 w 1071"/>
                  <a:gd name="T29" fmla="*/ 170 h 740"/>
                  <a:gd name="T30" fmla="*/ 193 w 1071"/>
                  <a:gd name="T31" fmla="*/ 163 h 740"/>
                  <a:gd name="T32" fmla="*/ 230 w 1071"/>
                  <a:gd name="T33" fmla="*/ 141 h 740"/>
                  <a:gd name="T34" fmla="*/ 236 w 1071"/>
                  <a:gd name="T35" fmla="*/ 106 h 740"/>
                  <a:gd name="T36" fmla="*/ 221 w 1071"/>
                  <a:gd name="T37" fmla="*/ 69 h 740"/>
                  <a:gd name="T38" fmla="*/ 179 w 1071"/>
                  <a:gd name="T39" fmla="*/ 41 h 740"/>
                  <a:gd name="T40" fmla="*/ 133 w 1071"/>
                  <a:gd name="T41" fmla="*/ 23 h 740"/>
                  <a:gd name="T42" fmla="*/ 87 w 1071"/>
                  <a:gd name="T43" fmla="*/ 22 h 740"/>
                  <a:gd name="T44" fmla="*/ 57 w 1071"/>
                  <a:gd name="T45" fmla="*/ 35 h 740"/>
                  <a:gd name="T46" fmla="*/ 40 w 1071"/>
                  <a:gd name="T47" fmla="*/ 49 h 740"/>
                  <a:gd name="T48" fmla="*/ 32 w 1071"/>
                  <a:gd name="T49" fmla="*/ 69 h 740"/>
                  <a:gd name="T50" fmla="*/ 36 w 1071"/>
                  <a:gd name="T51" fmla="*/ 94 h 740"/>
                  <a:gd name="T52" fmla="*/ 66 w 1071"/>
                  <a:gd name="T53" fmla="*/ 127 h 740"/>
                  <a:gd name="T54" fmla="*/ 51 w 1071"/>
                  <a:gd name="T55" fmla="*/ 129 h 740"/>
                  <a:gd name="T56" fmla="*/ 51 w 1071"/>
                  <a:gd name="T57" fmla="*/ 129 h 74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71"/>
                  <a:gd name="T88" fmla="*/ 0 h 740"/>
                  <a:gd name="T89" fmla="*/ 1071 w 1071"/>
                  <a:gd name="T90" fmla="*/ 740 h 74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71" h="740">
                    <a:moveTo>
                      <a:pt x="204" y="517"/>
                    </a:moveTo>
                    <a:lnTo>
                      <a:pt x="61" y="407"/>
                    </a:lnTo>
                    <a:lnTo>
                      <a:pt x="0" y="242"/>
                    </a:lnTo>
                    <a:lnTo>
                      <a:pt x="80" y="112"/>
                    </a:lnTo>
                    <a:lnTo>
                      <a:pt x="234" y="31"/>
                    </a:lnTo>
                    <a:lnTo>
                      <a:pt x="394" y="0"/>
                    </a:lnTo>
                    <a:lnTo>
                      <a:pt x="633" y="31"/>
                    </a:lnTo>
                    <a:lnTo>
                      <a:pt x="829" y="105"/>
                    </a:lnTo>
                    <a:lnTo>
                      <a:pt x="966" y="204"/>
                    </a:lnTo>
                    <a:lnTo>
                      <a:pt x="1038" y="308"/>
                    </a:lnTo>
                    <a:lnTo>
                      <a:pt x="1071" y="418"/>
                    </a:lnTo>
                    <a:lnTo>
                      <a:pt x="1046" y="561"/>
                    </a:lnTo>
                    <a:lnTo>
                      <a:pt x="977" y="654"/>
                    </a:lnTo>
                    <a:lnTo>
                      <a:pt x="768" y="740"/>
                    </a:lnTo>
                    <a:lnTo>
                      <a:pt x="590" y="684"/>
                    </a:lnTo>
                    <a:lnTo>
                      <a:pt x="774" y="654"/>
                    </a:lnTo>
                    <a:lnTo>
                      <a:pt x="922" y="567"/>
                    </a:lnTo>
                    <a:lnTo>
                      <a:pt x="947" y="426"/>
                    </a:lnTo>
                    <a:lnTo>
                      <a:pt x="886" y="278"/>
                    </a:lnTo>
                    <a:lnTo>
                      <a:pt x="719" y="167"/>
                    </a:lnTo>
                    <a:lnTo>
                      <a:pt x="535" y="93"/>
                    </a:lnTo>
                    <a:lnTo>
                      <a:pt x="350" y="88"/>
                    </a:lnTo>
                    <a:lnTo>
                      <a:pt x="229" y="143"/>
                    </a:lnTo>
                    <a:lnTo>
                      <a:pt x="160" y="198"/>
                    </a:lnTo>
                    <a:lnTo>
                      <a:pt x="130" y="278"/>
                    </a:lnTo>
                    <a:lnTo>
                      <a:pt x="147" y="377"/>
                    </a:lnTo>
                    <a:lnTo>
                      <a:pt x="265" y="511"/>
                    </a:lnTo>
                    <a:lnTo>
                      <a:pt x="204" y="517"/>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7" name="Freeform 12"/>
              <p:cNvSpPr>
                <a:spLocks/>
              </p:cNvSpPr>
              <p:nvPr/>
            </p:nvSpPr>
            <p:spPr bwMode="auto">
              <a:xfrm>
                <a:off x="3191" y="1172"/>
                <a:ext cx="530" cy="274"/>
              </a:xfrm>
              <a:custGeom>
                <a:avLst/>
                <a:gdLst>
                  <a:gd name="T0" fmla="*/ 185 w 1058"/>
                  <a:gd name="T1" fmla="*/ 94 h 547"/>
                  <a:gd name="T2" fmla="*/ 213 w 1058"/>
                  <a:gd name="T3" fmla="*/ 82 h 547"/>
                  <a:gd name="T4" fmla="*/ 242 w 1058"/>
                  <a:gd name="T5" fmla="*/ 69 h 547"/>
                  <a:gd name="T6" fmla="*/ 237 w 1058"/>
                  <a:gd name="T7" fmla="*/ 33 h 547"/>
                  <a:gd name="T8" fmla="*/ 266 w 1058"/>
                  <a:gd name="T9" fmla="*/ 25 h 547"/>
                  <a:gd name="T10" fmla="*/ 258 w 1058"/>
                  <a:gd name="T11" fmla="*/ 9 h 547"/>
                  <a:gd name="T12" fmla="*/ 247 w 1058"/>
                  <a:gd name="T13" fmla="*/ 0 h 547"/>
                  <a:gd name="T14" fmla="*/ 123 w 1058"/>
                  <a:gd name="T15" fmla="*/ 42 h 547"/>
                  <a:gd name="T16" fmla="*/ 39 w 1058"/>
                  <a:gd name="T17" fmla="*/ 94 h 547"/>
                  <a:gd name="T18" fmla="*/ 0 w 1058"/>
                  <a:gd name="T19" fmla="*/ 137 h 547"/>
                  <a:gd name="T20" fmla="*/ 66 w 1058"/>
                  <a:gd name="T21" fmla="*/ 94 h 547"/>
                  <a:gd name="T22" fmla="*/ 131 w 1058"/>
                  <a:gd name="T23" fmla="*/ 65 h 547"/>
                  <a:gd name="T24" fmla="*/ 165 w 1058"/>
                  <a:gd name="T25" fmla="*/ 54 h 547"/>
                  <a:gd name="T26" fmla="*/ 188 w 1058"/>
                  <a:gd name="T27" fmla="*/ 53 h 547"/>
                  <a:gd name="T28" fmla="*/ 185 w 1058"/>
                  <a:gd name="T29" fmla="*/ 94 h 547"/>
                  <a:gd name="T30" fmla="*/ 185 w 1058"/>
                  <a:gd name="T31" fmla="*/ 94 h 5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58"/>
                  <a:gd name="T49" fmla="*/ 0 h 547"/>
                  <a:gd name="T50" fmla="*/ 1058 w 1058"/>
                  <a:gd name="T51" fmla="*/ 547 h 54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58" h="547">
                    <a:moveTo>
                      <a:pt x="739" y="374"/>
                    </a:moveTo>
                    <a:lnTo>
                      <a:pt x="849" y="325"/>
                    </a:lnTo>
                    <a:lnTo>
                      <a:pt x="965" y="276"/>
                    </a:lnTo>
                    <a:lnTo>
                      <a:pt x="946" y="129"/>
                    </a:lnTo>
                    <a:lnTo>
                      <a:pt x="1058" y="99"/>
                    </a:lnTo>
                    <a:lnTo>
                      <a:pt x="1028" y="36"/>
                    </a:lnTo>
                    <a:lnTo>
                      <a:pt x="984" y="0"/>
                    </a:lnTo>
                    <a:lnTo>
                      <a:pt x="492" y="165"/>
                    </a:lnTo>
                    <a:lnTo>
                      <a:pt x="154" y="374"/>
                    </a:lnTo>
                    <a:lnTo>
                      <a:pt x="0" y="547"/>
                    </a:lnTo>
                    <a:lnTo>
                      <a:pt x="264" y="374"/>
                    </a:lnTo>
                    <a:lnTo>
                      <a:pt x="522" y="259"/>
                    </a:lnTo>
                    <a:lnTo>
                      <a:pt x="657" y="215"/>
                    </a:lnTo>
                    <a:lnTo>
                      <a:pt x="750" y="209"/>
                    </a:lnTo>
                    <a:lnTo>
                      <a:pt x="739" y="374"/>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Freeform 13"/>
              <p:cNvSpPr>
                <a:spLocks/>
              </p:cNvSpPr>
              <p:nvPr/>
            </p:nvSpPr>
            <p:spPr bwMode="auto">
              <a:xfrm>
                <a:off x="3702" y="1754"/>
                <a:ext cx="353" cy="157"/>
              </a:xfrm>
              <a:custGeom>
                <a:avLst/>
                <a:gdLst>
                  <a:gd name="T0" fmla="*/ 0 w 707"/>
                  <a:gd name="T1" fmla="*/ 77 h 314"/>
                  <a:gd name="T2" fmla="*/ 90 w 707"/>
                  <a:gd name="T3" fmla="*/ 48 h 314"/>
                  <a:gd name="T4" fmla="*/ 176 w 707"/>
                  <a:gd name="T5" fmla="*/ 0 h 314"/>
                  <a:gd name="T6" fmla="*/ 172 w 707"/>
                  <a:gd name="T7" fmla="*/ 40 h 314"/>
                  <a:gd name="T8" fmla="*/ 117 w 707"/>
                  <a:gd name="T9" fmla="*/ 63 h 314"/>
                  <a:gd name="T10" fmla="*/ 24 w 707"/>
                  <a:gd name="T11" fmla="*/ 79 h 314"/>
                  <a:gd name="T12" fmla="*/ 0 w 707"/>
                  <a:gd name="T13" fmla="*/ 77 h 314"/>
                  <a:gd name="T14" fmla="*/ 0 w 707"/>
                  <a:gd name="T15" fmla="*/ 77 h 314"/>
                  <a:gd name="T16" fmla="*/ 0 60000 65536"/>
                  <a:gd name="T17" fmla="*/ 0 60000 65536"/>
                  <a:gd name="T18" fmla="*/ 0 60000 65536"/>
                  <a:gd name="T19" fmla="*/ 0 60000 65536"/>
                  <a:gd name="T20" fmla="*/ 0 60000 65536"/>
                  <a:gd name="T21" fmla="*/ 0 60000 65536"/>
                  <a:gd name="T22" fmla="*/ 0 60000 65536"/>
                  <a:gd name="T23" fmla="*/ 0 60000 65536"/>
                  <a:gd name="T24" fmla="*/ 0 w 707"/>
                  <a:gd name="T25" fmla="*/ 0 h 314"/>
                  <a:gd name="T26" fmla="*/ 707 w 707"/>
                  <a:gd name="T27" fmla="*/ 314 h 3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7" h="314">
                    <a:moveTo>
                      <a:pt x="0" y="308"/>
                    </a:moveTo>
                    <a:lnTo>
                      <a:pt x="363" y="190"/>
                    </a:lnTo>
                    <a:lnTo>
                      <a:pt x="707" y="0"/>
                    </a:lnTo>
                    <a:lnTo>
                      <a:pt x="690" y="160"/>
                    </a:lnTo>
                    <a:lnTo>
                      <a:pt x="468" y="253"/>
                    </a:lnTo>
                    <a:lnTo>
                      <a:pt x="99" y="314"/>
                    </a:lnTo>
                    <a:lnTo>
                      <a:pt x="0" y="308"/>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Freeform 14"/>
              <p:cNvSpPr>
                <a:spLocks/>
              </p:cNvSpPr>
              <p:nvPr/>
            </p:nvSpPr>
            <p:spPr bwMode="auto">
              <a:xfrm>
                <a:off x="3570" y="1578"/>
                <a:ext cx="67" cy="290"/>
              </a:xfrm>
              <a:custGeom>
                <a:avLst/>
                <a:gdLst>
                  <a:gd name="T0" fmla="*/ 9 w 135"/>
                  <a:gd name="T1" fmla="*/ 0 h 579"/>
                  <a:gd name="T2" fmla="*/ 0 w 135"/>
                  <a:gd name="T3" fmla="*/ 68 h 579"/>
                  <a:gd name="T4" fmla="*/ 3 w 135"/>
                  <a:gd name="T5" fmla="*/ 131 h 579"/>
                  <a:gd name="T6" fmla="*/ 24 w 135"/>
                  <a:gd name="T7" fmla="*/ 145 h 579"/>
                  <a:gd name="T8" fmla="*/ 21 w 135"/>
                  <a:gd name="T9" fmla="*/ 111 h 579"/>
                  <a:gd name="T10" fmla="*/ 29 w 135"/>
                  <a:gd name="T11" fmla="*/ 44 h 579"/>
                  <a:gd name="T12" fmla="*/ 33 w 135"/>
                  <a:gd name="T13" fmla="*/ 10 h 579"/>
                  <a:gd name="T14" fmla="*/ 9 w 135"/>
                  <a:gd name="T15" fmla="*/ 0 h 579"/>
                  <a:gd name="T16" fmla="*/ 9 w 135"/>
                  <a:gd name="T17" fmla="*/ 0 h 5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5"/>
                  <a:gd name="T28" fmla="*/ 0 h 579"/>
                  <a:gd name="T29" fmla="*/ 135 w 135"/>
                  <a:gd name="T30" fmla="*/ 579 h 5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5" h="579">
                    <a:moveTo>
                      <a:pt x="38" y="0"/>
                    </a:moveTo>
                    <a:lnTo>
                      <a:pt x="0" y="271"/>
                    </a:lnTo>
                    <a:lnTo>
                      <a:pt x="13" y="524"/>
                    </a:lnTo>
                    <a:lnTo>
                      <a:pt x="99" y="579"/>
                    </a:lnTo>
                    <a:lnTo>
                      <a:pt x="87" y="443"/>
                    </a:lnTo>
                    <a:lnTo>
                      <a:pt x="118" y="173"/>
                    </a:lnTo>
                    <a:lnTo>
                      <a:pt x="135" y="38"/>
                    </a:lnTo>
                    <a:lnTo>
                      <a:pt x="38"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0" name="Freeform 15"/>
              <p:cNvSpPr>
                <a:spLocks/>
              </p:cNvSpPr>
              <p:nvPr/>
            </p:nvSpPr>
            <p:spPr bwMode="auto">
              <a:xfrm>
                <a:off x="3591" y="1886"/>
                <a:ext cx="71" cy="68"/>
              </a:xfrm>
              <a:custGeom>
                <a:avLst/>
                <a:gdLst>
                  <a:gd name="T0" fmla="*/ 36 w 140"/>
                  <a:gd name="T1" fmla="*/ 0 h 134"/>
                  <a:gd name="T2" fmla="*/ 11 w 140"/>
                  <a:gd name="T3" fmla="*/ 0 h 134"/>
                  <a:gd name="T4" fmla="*/ 0 w 140"/>
                  <a:gd name="T5" fmla="*/ 18 h 134"/>
                  <a:gd name="T6" fmla="*/ 5 w 140"/>
                  <a:gd name="T7" fmla="*/ 35 h 134"/>
                  <a:gd name="T8" fmla="*/ 23 w 140"/>
                  <a:gd name="T9" fmla="*/ 35 h 134"/>
                  <a:gd name="T10" fmla="*/ 33 w 140"/>
                  <a:gd name="T11" fmla="*/ 18 h 134"/>
                  <a:gd name="T12" fmla="*/ 36 w 140"/>
                  <a:gd name="T13" fmla="*/ 0 h 134"/>
                  <a:gd name="T14" fmla="*/ 36 w 140"/>
                  <a:gd name="T15" fmla="*/ 0 h 134"/>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134"/>
                  <a:gd name="T26" fmla="*/ 140 w 140"/>
                  <a:gd name="T27" fmla="*/ 134 h 13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134">
                    <a:moveTo>
                      <a:pt x="140" y="0"/>
                    </a:moveTo>
                    <a:lnTo>
                      <a:pt x="43" y="0"/>
                    </a:lnTo>
                    <a:lnTo>
                      <a:pt x="0" y="68"/>
                    </a:lnTo>
                    <a:lnTo>
                      <a:pt x="19" y="134"/>
                    </a:lnTo>
                    <a:lnTo>
                      <a:pt x="91" y="134"/>
                    </a:lnTo>
                    <a:lnTo>
                      <a:pt x="129" y="68"/>
                    </a:lnTo>
                    <a:lnTo>
                      <a:pt x="140"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Freeform 16"/>
              <p:cNvSpPr>
                <a:spLocks/>
              </p:cNvSpPr>
              <p:nvPr/>
            </p:nvSpPr>
            <p:spPr bwMode="auto">
              <a:xfrm>
                <a:off x="3803" y="2062"/>
                <a:ext cx="145" cy="123"/>
              </a:xfrm>
              <a:custGeom>
                <a:avLst/>
                <a:gdLst>
                  <a:gd name="T0" fmla="*/ 73 w 289"/>
                  <a:gd name="T1" fmla="*/ 36 h 245"/>
                  <a:gd name="T2" fmla="*/ 55 w 289"/>
                  <a:gd name="T3" fmla="*/ 62 h 245"/>
                  <a:gd name="T4" fmla="*/ 0 w 289"/>
                  <a:gd name="T5" fmla="*/ 25 h 245"/>
                  <a:gd name="T6" fmla="*/ 0 w 289"/>
                  <a:gd name="T7" fmla="*/ 0 h 245"/>
                  <a:gd name="T8" fmla="*/ 20 w 289"/>
                  <a:gd name="T9" fmla="*/ 8 h 245"/>
                  <a:gd name="T10" fmla="*/ 73 w 289"/>
                  <a:gd name="T11" fmla="*/ 36 h 245"/>
                  <a:gd name="T12" fmla="*/ 73 w 289"/>
                  <a:gd name="T13" fmla="*/ 36 h 245"/>
                  <a:gd name="T14" fmla="*/ 0 60000 65536"/>
                  <a:gd name="T15" fmla="*/ 0 60000 65536"/>
                  <a:gd name="T16" fmla="*/ 0 60000 65536"/>
                  <a:gd name="T17" fmla="*/ 0 60000 65536"/>
                  <a:gd name="T18" fmla="*/ 0 60000 65536"/>
                  <a:gd name="T19" fmla="*/ 0 60000 65536"/>
                  <a:gd name="T20" fmla="*/ 0 60000 65536"/>
                  <a:gd name="T21" fmla="*/ 0 w 289"/>
                  <a:gd name="T22" fmla="*/ 0 h 245"/>
                  <a:gd name="T23" fmla="*/ 289 w 289"/>
                  <a:gd name="T24" fmla="*/ 245 h 2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9" h="245">
                    <a:moveTo>
                      <a:pt x="289" y="141"/>
                    </a:moveTo>
                    <a:lnTo>
                      <a:pt x="220" y="245"/>
                    </a:lnTo>
                    <a:lnTo>
                      <a:pt x="0" y="99"/>
                    </a:lnTo>
                    <a:lnTo>
                      <a:pt x="0" y="0"/>
                    </a:lnTo>
                    <a:lnTo>
                      <a:pt x="79" y="31"/>
                    </a:lnTo>
                    <a:lnTo>
                      <a:pt x="289" y="141"/>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2" name="Freeform 17"/>
              <p:cNvSpPr>
                <a:spLocks/>
              </p:cNvSpPr>
              <p:nvPr/>
            </p:nvSpPr>
            <p:spPr bwMode="auto">
              <a:xfrm>
                <a:off x="3843" y="1474"/>
                <a:ext cx="172" cy="181"/>
              </a:xfrm>
              <a:custGeom>
                <a:avLst/>
                <a:gdLst>
                  <a:gd name="T0" fmla="*/ 67 w 344"/>
                  <a:gd name="T1" fmla="*/ 0 h 363"/>
                  <a:gd name="T2" fmla="*/ 0 w 344"/>
                  <a:gd name="T3" fmla="*/ 76 h 363"/>
                  <a:gd name="T4" fmla="*/ 30 w 344"/>
                  <a:gd name="T5" fmla="*/ 90 h 363"/>
                  <a:gd name="T6" fmla="*/ 54 w 344"/>
                  <a:gd name="T7" fmla="*/ 61 h 363"/>
                  <a:gd name="T8" fmla="*/ 86 w 344"/>
                  <a:gd name="T9" fmla="*/ 21 h 363"/>
                  <a:gd name="T10" fmla="*/ 67 w 344"/>
                  <a:gd name="T11" fmla="*/ 0 h 363"/>
                  <a:gd name="T12" fmla="*/ 67 w 344"/>
                  <a:gd name="T13" fmla="*/ 0 h 363"/>
                  <a:gd name="T14" fmla="*/ 0 60000 65536"/>
                  <a:gd name="T15" fmla="*/ 0 60000 65536"/>
                  <a:gd name="T16" fmla="*/ 0 60000 65536"/>
                  <a:gd name="T17" fmla="*/ 0 60000 65536"/>
                  <a:gd name="T18" fmla="*/ 0 60000 65536"/>
                  <a:gd name="T19" fmla="*/ 0 60000 65536"/>
                  <a:gd name="T20" fmla="*/ 0 60000 65536"/>
                  <a:gd name="T21" fmla="*/ 0 w 344"/>
                  <a:gd name="T22" fmla="*/ 0 h 363"/>
                  <a:gd name="T23" fmla="*/ 344 w 34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4" h="363">
                    <a:moveTo>
                      <a:pt x="265" y="0"/>
                    </a:moveTo>
                    <a:lnTo>
                      <a:pt x="0" y="307"/>
                    </a:lnTo>
                    <a:lnTo>
                      <a:pt x="118" y="363"/>
                    </a:lnTo>
                    <a:lnTo>
                      <a:pt x="215" y="247"/>
                    </a:lnTo>
                    <a:lnTo>
                      <a:pt x="344" y="85"/>
                    </a:lnTo>
                    <a:lnTo>
                      <a:pt x="265"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3" name="Freeform 18"/>
              <p:cNvSpPr>
                <a:spLocks/>
              </p:cNvSpPr>
              <p:nvPr/>
            </p:nvSpPr>
            <p:spPr bwMode="auto">
              <a:xfrm>
                <a:off x="3247" y="1702"/>
                <a:ext cx="151" cy="139"/>
              </a:xfrm>
              <a:custGeom>
                <a:avLst/>
                <a:gdLst>
                  <a:gd name="T0" fmla="*/ 0 w 300"/>
                  <a:gd name="T1" fmla="*/ 31 h 277"/>
                  <a:gd name="T2" fmla="*/ 48 w 300"/>
                  <a:gd name="T3" fmla="*/ 70 h 277"/>
                  <a:gd name="T4" fmla="*/ 71 w 300"/>
                  <a:gd name="T5" fmla="*/ 62 h 277"/>
                  <a:gd name="T6" fmla="*/ 76 w 300"/>
                  <a:gd name="T7" fmla="*/ 42 h 277"/>
                  <a:gd name="T8" fmla="*/ 26 w 300"/>
                  <a:gd name="T9" fmla="*/ 0 h 277"/>
                  <a:gd name="T10" fmla="*/ 0 w 300"/>
                  <a:gd name="T11" fmla="*/ 31 h 277"/>
                  <a:gd name="T12" fmla="*/ 0 w 300"/>
                  <a:gd name="T13" fmla="*/ 31 h 277"/>
                  <a:gd name="T14" fmla="*/ 0 60000 65536"/>
                  <a:gd name="T15" fmla="*/ 0 60000 65536"/>
                  <a:gd name="T16" fmla="*/ 0 60000 65536"/>
                  <a:gd name="T17" fmla="*/ 0 60000 65536"/>
                  <a:gd name="T18" fmla="*/ 0 60000 65536"/>
                  <a:gd name="T19" fmla="*/ 0 60000 65536"/>
                  <a:gd name="T20" fmla="*/ 0 60000 65536"/>
                  <a:gd name="T21" fmla="*/ 0 w 300"/>
                  <a:gd name="T22" fmla="*/ 0 h 277"/>
                  <a:gd name="T23" fmla="*/ 300 w 300"/>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0" h="277">
                    <a:moveTo>
                      <a:pt x="0" y="123"/>
                    </a:moveTo>
                    <a:lnTo>
                      <a:pt x="190" y="277"/>
                    </a:lnTo>
                    <a:lnTo>
                      <a:pt x="281" y="245"/>
                    </a:lnTo>
                    <a:lnTo>
                      <a:pt x="300" y="165"/>
                    </a:lnTo>
                    <a:lnTo>
                      <a:pt x="104" y="0"/>
                    </a:lnTo>
                    <a:lnTo>
                      <a:pt x="0" y="123"/>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4" name="Freeform 19"/>
              <p:cNvSpPr>
                <a:spLocks/>
              </p:cNvSpPr>
              <p:nvPr/>
            </p:nvSpPr>
            <p:spPr bwMode="auto">
              <a:xfrm>
                <a:off x="3201" y="2249"/>
                <a:ext cx="166" cy="161"/>
              </a:xfrm>
              <a:custGeom>
                <a:avLst/>
                <a:gdLst>
                  <a:gd name="T0" fmla="*/ 58 w 332"/>
                  <a:gd name="T1" fmla="*/ 0 h 321"/>
                  <a:gd name="T2" fmla="*/ 0 w 332"/>
                  <a:gd name="T3" fmla="*/ 62 h 321"/>
                  <a:gd name="T4" fmla="*/ 17 w 332"/>
                  <a:gd name="T5" fmla="*/ 81 h 321"/>
                  <a:gd name="T6" fmla="*/ 83 w 332"/>
                  <a:gd name="T7" fmla="*/ 10 h 321"/>
                  <a:gd name="T8" fmla="*/ 58 w 332"/>
                  <a:gd name="T9" fmla="*/ 0 h 321"/>
                  <a:gd name="T10" fmla="*/ 58 w 332"/>
                  <a:gd name="T11" fmla="*/ 0 h 321"/>
                  <a:gd name="T12" fmla="*/ 0 60000 65536"/>
                  <a:gd name="T13" fmla="*/ 0 60000 65536"/>
                  <a:gd name="T14" fmla="*/ 0 60000 65536"/>
                  <a:gd name="T15" fmla="*/ 0 60000 65536"/>
                  <a:gd name="T16" fmla="*/ 0 60000 65536"/>
                  <a:gd name="T17" fmla="*/ 0 60000 65536"/>
                  <a:gd name="T18" fmla="*/ 0 w 332"/>
                  <a:gd name="T19" fmla="*/ 0 h 321"/>
                  <a:gd name="T20" fmla="*/ 332 w 332"/>
                  <a:gd name="T21" fmla="*/ 321 h 321"/>
                </a:gdLst>
                <a:ahLst/>
                <a:cxnLst>
                  <a:cxn ang="T12">
                    <a:pos x="T0" y="T1"/>
                  </a:cxn>
                  <a:cxn ang="T13">
                    <a:pos x="T2" y="T3"/>
                  </a:cxn>
                  <a:cxn ang="T14">
                    <a:pos x="T4" y="T5"/>
                  </a:cxn>
                  <a:cxn ang="T15">
                    <a:pos x="T6" y="T7"/>
                  </a:cxn>
                  <a:cxn ang="T16">
                    <a:pos x="T8" y="T9"/>
                  </a:cxn>
                  <a:cxn ang="T17">
                    <a:pos x="T10" y="T11"/>
                  </a:cxn>
                </a:cxnLst>
                <a:rect l="T18" t="T19" r="T20" b="T21"/>
                <a:pathLst>
                  <a:path w="332" h="321">
                    <a:moveTo>
                      <a:pt x="233" y="0"/>
                    </a:moveTo>
                    <a:lnTo>
                      <a:pt x="0" y="247"/>
                    </a:lnTo>
                    <a:lnTo>
                      <a:pt x="68" y="321"/>
                    </a:lnTo>
                    <a:lnTo>
                      <a:pt x="332" y="38"/>
                    </a:lnTo>
                    <a:lnTo>
                      <a:pt x="233" y="0"/>
                    </a:lnTo>
                    <a:close/>
                  </a:path>
                </a:pathLst>
              </a:custGeom>
              <a:solidFill>
                <a:srgbClr val="FF99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5" name="Freeform 20"/>
              <p:cNvSpPr>
                <a:spLocks/>
              </p:cNvSpPr>
              <p:nvPr/>
            </p:nvSpPr>
            <p:spPr bwMode="auto">
              <a:xfrm>
                <a:off x="3014" y="2380"/>
                <a:ext cx="113" cy="114"/>
              </a:xfrm>
              <a:custGeom>
                <a:avLst/>
                <a:gdLst>
                  <a:gd name="T0" fmla="*/ 0 w 226"/>
                  <a:gd name="T1" fmla="*/ 2 h 226"/>
                  <a:gd name="T2" fmla="*/ 7 w 226"/>
                  <a:gd name="T3" fmla="*/ 16 h 226"/>
                  <a:gd name="T4" fmla="*/ 14 w 226"/>
                  <a:gd name="T5" fmla="*/ 26 h 226"/>
                  <a:gd name="T6" fmla="*/ 23 w 226"/>
                  <a:gd name="T7" fmla="*/ 36 h 226"/>
                  <a:gd name="T8" fmla="*/ 33 w 226"/>
                  <a:gd name="T9" fmla="*/ 43 h 226"/>
                  <a:gd name="T10" fmla="*/ 43 w 226"/>
                  <a:gd name="T11" fmla="*/ 52 h 226"/>
                  <a:gd name="T12" fmla="*/ 57 w 226"/>
                  <a:gd name="T13" fmla="*/ 58 h 226"/>
                  <a:gd name="T14" fmla="*/ 53 w 226"/>
                  <a:gd name="T15" fmla="*/ 51 h 226"/>
                  <a:gd name="T16" fmla="*/ 34 w 226"/>
                  <a:gd name="T17" fmla="*/ 31 h 226"/>
                  <a:gd name="T18" fmla="*/ 22 w 226"/>
                  <a:gd name="T19" fmla="*/ 17 h 226"/>
                  <a:gd name="T20" fmla="*/ 14 w 226"/>
                  <a:gd name="T21" fmla="*/ 6 h 226"/>
                  <a:gd name="T22" fmla="*/ 12 w 226"/>
                  <a:gd name="T23" fmla="*/ 0 h 226"/>
                  <a:gd name="T24" fmla="*/ 0 w 226"/>
                  <a:gd name="T25" fmla="*/ 2 h 226"/>
                  <a:gd name="T26" fmla="*/ 0 w 226"/>
                  <a:gd name="T27" fmla="*/ 2 h 22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26"/>
                  <a:gd name="T44" fmla="*/ 226 w 226"/>
                  <a:gd name="T45" fmla="*/ 226 h 22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26">
                    <a:moveTo>
                      <a:pt x="0" y="8"/>
                    </a:moveTo>
                    <a:lnTo>
                      <a:pt x="27" y="61"/>
                    </a:lnTo>
                    <a:lnTo>
                      <a:pt x="53" y="103"/>
                    </a:lnTo>
                    <a:lnTo>
                      <a:pt x="91" y="141"/>
                    </a:lnTo>
                    <a:lnTo>
                      <a:pt x="131" y="169"/>
                    </a:lnTo>
                    <a:lnTo>
                      <a:pt x="169" y="207"/>
                    </a:lnTo>
                    <a:lnTo>
                      <a:pt x="226" y="226"/>
                    </a:lnTo>
                    <a:lnTo>
                      <a:pt x="211" y="200"/>
                    </a:lnTo>
                    <a:lnTo>
                      <a:pt x="135" y="122"/>
                    </a:lnTo>
                    <a:lnTo>
                      <a:pt x="88" y="65"/>
                    </a:lnTo>
                    <a:lnTo>
                      <a:pt x="57" y="23"/>
                    </a:lnTo>
                    <a:lnTo>
                      <a:pt x="46" y="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6" name="Freeform 21"/>
              <p:cNvSpPr>
                <a:spLocks/>
              </p:cNvSpPr>
              <p:nvPr/>
            </p:nvSpPr>
            <p:spPr bwMode="auto">
              <a:xfrm>
                <a:off x="3257" y="2286"/>
                <a:ext cx="92" cy="104"/>
              </a:xfrm>
              <a:custGeom>
                <a:avLst/>
                <a:gdLst>
                  <a:gd name="T0" fmla="*/ 41 w 184"/>
                  <a:gd name="T1" fmla="*/ 0 h 207"/>
                  <a:gd name="T2" fmla="*/ 0 w 184"/>
                  <a:gd name="T3" fmla="*/ 45 h 207"/>
                  <a:gd name="T4" fmla="*/ 8 w 184"/>
                  <a:gd name="T5" fmla="*/ 52 h 207"/>
                  <a:gd name="T6" fmla="*/ 30 w 184"/>
                  <a:gd name="T7" fmla="*/ 25 h 207"/>
                  <a:gd name="T8" fmla="*/ 46 w 184"/>
                  <a:gd name="T9" fmla="*/ 6 h 207"/>
                  <a:gd name="T10" fmla="*/ 41 w 184"/>
                  <a:gd name="T11" fmla="*/ 0 h 207"/>
                  <a:gd name="T12" fmla="*/ 41 w 184"/>
                  <a:gd name="T13" fmla="*/ 0 h 207"/>
                  <a:gd name="T14" fmla="*/ 0 60000 65536"/>
                  <a:gd name="T15" fmla="*/ 0 60000 65536"/>
                  <a:gd name="T16" fmla="*/ 0 60000 65536"/>
                  <a:gd name="T17" fmla="*/ 0 60000 65536"/>
                  <a:gd name="T18" fmla="*/ 0 60000 65536"/>
                  <a:gd name="T19" fmla="*/ 0 60000 65536"/>
                  <a:gd name="T20" fmla="*/ 0 60000 65536"/>
                  <a:gd name="T21" fmla="*/ 0 w 184"/>
                  <a:gd name="T22" fmla="*/ 0 h 207"/>
                  <a:gd name="T23" fmla="*/ 184 w 184"/>
                  <a:gd name="T24" fmla="*/ 207 h 2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4" h="207">
                    <a:moveTo>
                      <a:pt x="161" y="0"/>
                    </a:moveTo>
                    <a:lnTo>
                      <a:pt x="0" y="177"/>
                    </a:lnTo>
                    <a:lnTo>
                      <a:pt x="30" y="207"/>
                    </a:lnTo>
                    <a:lnTo>
                      <a:pt x="119" y="99"/>
                    </a:lnTo>
                    <a:lnTo>
                      <a:pt x="184" y="23"/>
                    </a:lnTo>
                    <a:lnTo>
                      <a:pt x="1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7" name="Freeform 22"/>
              <p:cNvSpPr>
                <a:spLocks/>
              </p:cNvSpPr>
              <p:nvPr/>
            </p:nvSpPr>
            <p:spPr bwMode="auto">
              <a:xfrm>
                <a:off x="3301" y="2317"/>
                <a:ext cx="97" cy="105"/>
              </a:xfrm>
              <a:custGeom>
                <a:avLst/>
                <a:gdLst>
                  <a:gd name="T0" fmla="*/ 42 w 196"/>
                  <a:gd name="T1" fmla="*/ 0 h 211"/>
                  <a:gd name="T2" fmla="*/ 16 w 196"/>
                  <a:gd name="T3" fmla="*/ 29 h 211"/>
                  <a:gd name="T4" fmla="*/ 0 w 196"/>
                  <a:gd name="T5" fmla="*/ 48 h 211"/>
                  <a:gd name="T6" fmla="*/ 6 w 196"/>
                  <a:gd name="T7" fmla="*/ 52 h 211"/>
                  <a:gd name="T8" fmla="*/ 20 w 196"/>
                  <a:gd name="T9" fmla="*/ 43 h 211"/>
                  <a:gd name="T10" fmla="*/ 39 w 196"/>
                  <a:gd name="T11" fmla="*/ 16 h 211"/>
                  <a:gd name="T12" fmla="*/ 48 w 196"/>
                  <a:gd name="T13" fmla="*/ 2 h 211"/>
                  <a:gd name="T14" fmla="*/ 42 w 196"/>
                  <a:gd name="T15" fmla="*/ 0 h 211"/>
                  <a:gd name="T16" fmla="*/ 42 w 196"/>
                  <a:gd name="T17" fmla="*/ 0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
                  <a:gd name="T28" fmla="*/ 0 h 211"/>
                  <a:gd name="T29" fmla="*/ 196 w 196"/>
                  <a:gd name="T30" fmla="*/ 211 h 2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 h="211">
                    <a:moveTo>
                      <a:pt x="169" y="0"/>
                    </a:moveTo>
                    <a:lnTo>
                      <a:pt x="67" y="116"/>
                    </a:lnTo>
                    <a:lnTo>
                      <a:pt x="0" y="195"/>
                    </a:lnTo>
                    <a:lnTo>
                      <a:pt x="25" y="211"/>
                    </a:lnTo>
                    <a:lnTo>
                      <a:pt x="82" y="173"/>
                    </a:lnTo>
                    <a:lnTo>
                      <a:pt x="158" y="66"/>
                    </a:lnTo>
                    <a:lnTo>
                      <a:pt x="196" y="11"/>
                    </a:lnTo>
                    <a:lnTo>
                      <a:pt x="1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8" name="Freeform 23"/>
              <p:cNvSpPr>
                <a:spLocks/>
              </p:cNvSpPr>
              <p:nvPr/>
            </p:nvSpPr>
            <p:spPr bwMode="auto">
              <a:xfrm>
                <a:off x="3387" y="2321"/>
                <a:ext cx="60" cy="88"/>
              </a:xfrm>
              <a:custGeom>
                <a:avLst/>
                <a:gdLst>
                  <a:gd name="T0" fmla="*/ 29 w 120"/>
                  <a:gd name="T1" fmla="*/ 0 h 177"/>
                  <a:gd name="T2" fmla="*/ 0 w 120"/>
                  <a:gd name="T3" fmla="*/ 37 h 177"/>
                  <a:gd name="T4" fmla="*/ 6 w 120"/>
                  <a:gd name="T5" fmla="*/ 44 h 177"/>
                  <a:gd name="T6" fmla="*/ 15 w 120"/>
                  <a:gd name="T7" fmla="*/ 39 h 177"/>
                  <a:gd name="T8" fmla="*/ 30 w 120"/>
                  <a:gd name="T9" fmla="*/ 11 h 177"/>
                  <a:gd name="T10" fmla="*/ 29 w 120"/>
                  <a:gd name="T11" fmla="*/ 0 h 177"/>
                  <a:gd name="T12" fmla="*/ 29 w 120"/>
                  <a:gd name="T13" fmla="*/ 0 h 177"/>
                  <a:gd name="T14" fmla="*/ 0 60000 65536"/>
                  <a:gd name="T15" fmla="*/ 0 60000 65536"/>
                  <a:gd name="T16" fmla="*/ 0 60000 65536"/>
                  <a:gd name="T17" fmla="*/ 0 60000 65536"/>
                  <a:gd name="T18" fmla="*/ 0 60000 65536"/>
                  <a:gd name="T19" fmla="*/ 0 60000 65536"/>
                  <a:gd name="T20" fmla="*/ 0 60000 65536"/>
                  <a:gd name="T21" fmla="*/ 0 w 120"/>
                  <a:gd name="T22" fmla="*/ 0 h 177"/>
                  <a:gd name="T23" fmla="*/ 120 w 120"/>
                  <a:gd name="T24" fmla="*/ 177 h 1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177">
                    <a:moveTo>
                      <a:pt x="114" y="0"/>
                    </a:moveTo>
                    <a:lnTo>
                      <a:pt x="0" y="150"/>
                    </a:lnTo>
                    <a:lnTo>
                      <a:pt x="23" y="177"/>
                    </a:lnTo>
                    <a:lnTo>
                      <a:pt x="61" y="158"/>
                    </a:lnTo>
                    <a:lnTo>
                      <a:pt x="120" y="44"/>
                    </a:lnTo>
                    <a:lnTo>
                      <a:pt x="1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9" name="Freeform 24"/>
              <p:cNvSpPr>
                <a:spLocks/>
              </p:cNvSpPr>
              <p:nvPr/>
            </p:nvSpPr>
            <p:spPr bwMode="auto">
              <a:xfrm>
                <a:off x="3456" y="2341"/>
                <a:ext cx="40" cy="55"/>
              </a:xfrm>
              <a:custGeom>
                <a:avLst/>
                <a:gdLst>
                  <a:gd name="T0" fmla="*/ 16 w 80"/>
                  <a:gd name="T1" fmla="*/ 0 h 110"/>
                  <a:gd name="T2" fmla="*/ 0 w 80"/>
                  <a:gd name="T3" fmla="*/ 19 h 110"/>
                  <a:gd name="T4" fmla="*/ 4 w 80"/>
                  <a:gd name="T5" fmla="*/ 28 h 110"/>
                  <a:gd name="T6" fmla="*/ 13 w 80"/>
                  <a:gd name="T7" fmla="*/ 26 h 110"/>
                  <a:gd name="T8" fmla="*/ 20 w 80"/>
                  <a:gd name="T9" fmla="*/ 6 h 110"/>
                  <a:gd name="T10" fmla="*/ 16 w 80"/>
                  <a:gd name="T11" fmla="*/ 0 h 110"/>
                  <a:gd name="T12" fmla="*/ 16 w 80"/>
                  <a:gd name="T13" fmla="*/ 0 h 110"/>
                  <a:gd name="T14" fmla="*/ 0 60000 65536"/>
                  <a:gd name="T15" fmla="*/ 0 60000 65536"/>
                  <a:gd name="T16" fmla="*/ 0 60000 65536"/>
                  <a:gd name="T17" fmla="*/ 0 60000 65536"/>
                  <a:gd name="T18" fmla="*/ 0 60000 65536"/>
                  <a:gd name="T19" fmla="*/ 0 60000 65536"/>
                  <a:gd name="T20" fmla="*/ 0 60000 65536"/>
                  <a:gd name="T21" fmla="*/ 0 w 80"/>
                  <a:gd name="T22" fmla="*/ 0 h 110"/>
                  <a:gd name="T23" fmla="*/ 80 w 80"/>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110">
                    <a:moveTo>
                      <a:pt x="64" y="0"/>
                    </a:moveTo>
                    <a:lnTo>
                      <a:pt x="0" y="76"/>
                    </a:lnTo>
                    <a:lnTo>
                      <a:pt x="15" y="110"/>
                    </a:lnTo>
                    <a:lnTo>
                      <a:pt x="53" y="103"/>
                    </a:lnTo>
                    <a:lnTo>
                      <a:pt x="80" y="23"/>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0" name="Freeform 25"/>
              <p:cNvSpPr>
                <a:spLocks/>
              </p:cNvSpPr>
              <p:nvPr/>
            </p:nvSpPr>
            <p:spPr bwMode="auto">
              <a:xfrm>
                <a:off x="3513" y="2328"/>
                <a:ext cx="18" cy="26"/>
              </a:xfrm>
              <a:custGeom>
                <a:avLst/>
                <a:gdLst>
                  <a:gd name="T0" fmla="*/ 0 w 34"/>
                  <a:gd name="T1" fmla="*/ 6 h 52"/>
                  <a:gd name="T2" fmla="*/ 2 w 34"/>
                  <a:gd name="T3" fmla="*/ 13 h 52"/>
                  <a:gd name="T4" fmla="*/ 10 w 34"/>
                  <a:gd name="T5" fmla="*/ 7 h 52"/>
                  <a:gd name="T6" fmla="*/ 6 w 34"/>
                  <a:gd name="T7" fmla="*/ 0 h 52"/>
                  <a:gd name="T8" fmla="*/ 0 w 34"/>
                  <a:gd name="T9" fmla="*/ 6 h 52"/>
                  <a:gd name="T10" fmla="*/ 0 w 34"/>
                  <a:gd name="T11" fmla="*/ 6 h 52"/>
                  <a:gd name="T12" fmla="*/ 0 60000 65536"/>
                  <a:gd name="T13" fmla="*/ 0 60000 65536"/>
                  <a:gd name="T14" fmla="*/ 0 60000 65536"/>
                  <a:gd name="T15" fmla="*/ 0 60000 65536"/>
                  <a:gd name="T16" fmla="*/ 0 60000 65536"/>
                  <a:gd name="T17" fmla="*/ 0 60000 65536"/>
                  <a:gd name="T18" fmla="*/ 0 w 34"/>
                  <a:gd name="T19" fmla="*/ 0 h 52"/>
                  <a:gd name="T20" fmla="*/ 34 w 34"/>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34" h="52">
                    <a:moveTo>
                      <a:pt x="0" y="21"/>
                    </a:moveTo>
                    <a:lnTo>
                      <a:pt x="8" y="52"/>
                    </a:lnTo>
                    <a:lnTo>
                      <a:pt x="34" y="25"/>
                    </a:lnTo>
                    <a:lnTo>
                      <a:pt x="23" y="0"/>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1" name="Freeform 26"/>
              <p:cNvSpPr>
                <a:spLocks/>
              </p:cNvSpPr>
              <p:nvPr/>
            </p:nvSpPr>
            <p:spPr bwMode="auto">
              <a:xfrm>
                <a:off x="3550" y="2341"/>
                <a:ext cx="23" cy="26"/>
              </a:xfrm>
              <a:custGeom>
                <a:avLst/>
                <a:gdLst>
                  <a:gd name="T0" fmla="*/ 7 w 48"/>
                  <a:gd name="T1" fmla="*/ 0 h 53"/>
                  <a:gd name="T2" fmla="*/ 0 w 48"/>
                  <a:gd name="T3" fmla="*/ 6 h 53"/>
                  <a:gd name="T4" fmla="*/ 3 w 48"/>
                  <a:gd name="T5" fmla="*/ 13 h 53"/>
                  <a:gd name="T6" fmla="*/ 11 w 48"/>
                  <a:gd name="T7" fmla="*/ 7 h 53"/>
                  <a:gd name="T8" fmla="*/ 7 w 48"/>
                  <a:gd name="T9" fmla="*/ 0 h 53"/>
                  <a:gd name="T10" fmla="*/ 7 w 48"/>
                  <a:gd name="T11" fmla="*/ 0 h 53"/>
                  <a:gd name="T12" fmla="*/ 0 60000 65536"/>
                  <a:gd name="T13" fmla="*/ 0 60000 65536"/>
                  <a:gd name="T14" fmla="*/ 0 60000 65536"/>
                  <a:gd name="T15" fmla="*/ 0 60000 65536"/>
                  <a:gd name="T16" fmla="*/ 0 60000 65536"/>
                  <a:gd name="T17" fmla="*/ 0 60000 65536"/>
                  <a:gd name="T18" fmla="*/ 0 w 48"/>
                  <a:gd name="T19" fmla="*/ 0 h 53"/>
                  <a:gd name="T20" fmla="*/ 48 w 48"/>
                  <a:gd name="T21" fmla="*/ 53 h 53"/>
                </a:gdLst>
                <a:ahLst/>
                <a:cxnLst>
                  <a:cxn ang="T12">
                    <a:pos x="T0" y="T1"/>
                  </a:cxn>
                  <a:cxn ang="T13">
                    <a:pos x="T2" y="T3"/>
                  </a:cxn>
                  <a:cxn ang="T14">
                    <a:pos x="T4" y="T5"/>
                  </a:cxn>
                  <a:cxn ang="T15">
                    <a:pos x="T6" y="T7"/>
                  </a:cxn>
                  <a:cxn ang="T16">
                    <a:pos x="T8" y="T9"/>
                  </a:cxn>
                  <a:cxn ang="T17">
                    <a:pos x="T10" y="T11"/>
                  </a:cxn>
                </a:cxnLst>
                <a:rect l="T18" t="T19" r="T20" b="T21"/>
                <a:pathLst>
                  <a:path w="48" h="53">
                    <a:moveTo>
                      <a:pt x="31" y="0"/>
                    </a:moveTo>
                    <a:lnTo>
                      <a:pt x="0" y="27"/>
                    </a:lnTo>
                    <a:lnTo>
                      <a:pt x="12" y="53"/>
                    </a:lnTo>
                    <a:lnTo>
                      <a:pt x="48" y="3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2" name="Freeform 27"/>
              <p:cNvSpPr>
                <a:spLocks/>
              </p:cNvSpPr>
              <p:nvPr/>
            </p:nvSpPr>
            <p:spPr bwMode="auto">
              <a:xfrm>
                <a:off x="3625" y="2317"/>
                <a:ext cx="24" cy="24"/>
              </a:xfrm>
              <a:custGeom>
                <a:avLst/>
                <a:gdLst>
                  <a:gd name="T0" fmla="*/ 0 w 50"/>
                  <a:gd name="T1" fmla="*/ 3 h 47"/>
                  <a:gd name="T2" fmla="*/ 5 w 50"/>
                  <a:gd name="T3" fmla="*/ 12 h 47"/>
                  <a:gd name="T4" fmla="*/ 12 w 50"/>
                  <a:gd name="T5" fmla="*/ 7 h 47"/>
                  <a:gd name="T6" fmla="*/ 9 w 50"/>
                  <a:gd name="T7" fmla="*/ 0 h 47"/>
                  <a:gd name="T8" fmla="*/ 0 w 50"/>
                  <a:gd name="T9" fmla="*/ 3 h 47"/>
                  <a:gd name="T10" fmla="*/ 0 w 50"/>
                  <a:gd name="T11" fmla="*/ 3 h 47"/>
                  <a:gd name="T12" fmla="*/ 0 60000 65536"/>
                  <a:gd name="T13" fmla="*/ 0 60000 65536"/>
                  <a:gd name="T14" fmla="*/ 0 60000 65536"/>
                  <a:gd name="T15" fmla="*/ 0 60000 65536"/>
                  <a:gd name="T16" fmla="*/ 0 60000 65536"/>
                  <a:gd name="T17" fmla="*/ 0 60000 65536"/>
                  <a:gd name="T18" fmla="*/ 0 w 50"/>
                  <a:gd name="T19" fmla="*/ 0 h 47"/>
                  <a:gd name="T20" fmla="*/ 50 w 50"/>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50" h="47">
                    <a:moveTo>
                      <a:pt x="0" y="11"/>
                    </a:moveTo>
                    <a:lnTo>
                      <a:pt x="23" y="47"/>
                    </a:lnTo>
                    <a:lnTo>
                      <a:pt x="50" y="26"/>
                    </a:lnTo>
                    <a:lnTo>
                      <a:pt x="38"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3" name="Freeform 28"/>
              <p:cNvSpPr>
                <a:spLocks/>
              </p:cNvSpPr>
              <p:nvPr/>
            </p:nvSpPr>
            <p:spPr bwMode="auto">
              <a:xfrm>
                <a:off x="3187" y="2235"/>
                <a:ext cx="185" cy="185"/>
              </a:xfrm>
              <a:custGeom>
                <a:avLst/>
                <a:gdLst>
                  <a:gd name="T0" fmla="*/ 93 w 369"/>
                  <a:gd name="T1" fmla="*/ 14 h 371"/>
                  <a:gd name="T2" fmla="*/ 74 w 369"/>
                  <a:gd name="T3" fmla="*/ 3 h 371"/>
                  <a:gd name="T4" fmla="*/ 63 w 369"/>
                  <a:gd name="T5" fmla="*/ 0 h 371"/>
                  <a:gd name="T6" fmla="*/ 54 w 369"/>
                  <a:gd name="T7" fmla="*/ 7 h 371"/>
                  <a:gd name="T8" fmla="*/ 33 w 369"/>
                  <a:gd name="T9" fmla="*/ 31 h 371"/>
                  <a:gd name="T10" fmla="*/ 9 w 369"/>
                  <a:gd name="T11" fmla="*/ 54 h 371"/>
                  <a:gd name="T12" fmla="*/ 0 w 369"/>
                  <a:gd name="T13" fmla="*/ 67 h 371"/>
                  <a:gd name="T14" fmla="*/ 0 w 369"/>
                  <a:gd name="T15" fmla="*/ 80 h 371"/>
                  <a:gd name="T16" fmla="*/ 13 w 369"/>
                  <a:gd name="T17" fmla="*/ 87 h 371"/>
                  <a:gd name="T18" fmla="*/ 31 w 369"/>
                  <a:gd name="T19" fmla="*/ 92 h 371"/>
                  <a:gd name="T20" fmla="*/ 33 w 369"/>
                  <a:gd name="T21" fmla="*/ 85 h 371"/>
                  <a:gd name="T22" fmla="*/ 25 w 369"/>
                  <a:gd name="T23" fmla="*/ 77 h 371"/>
                  <a:gd name="T24" fmla="*/ 16 w 369"/>
                  <a:gd name="T25" fmla="*/ 70 h 371"/>
                  <a:gd name="T26" fmla="*/ 37 w 369"/>
                  <a:gd name="T27" fmla="*/ 47 h 371"/>
                  <a:gd name="T28" fmla="*/ 61 w 369"/>
                  <a:gd name="T29" fmla="*/ 21 h 371"/>
                  <a:gd name="T30" fmla="*/ 74 w 369"/>
                  <a:gd name="T31" fmla="*/ 16 h 371"/>
                  <a:gd name="T32" fmla="*/ 84 w 369"/>
                  <a:gd name="T33" fmla="*/ 21 h 371"/>
                  <a:gd name="T34" fmla="*/ 93 w 369"/>
                  <a:gd name="T35" fmla="*/ 21 h 371"/>
                  <a:gd name="T36" fmla="*/ 93 w 369"/>
                  <a:gd name="T37" fmla="*/ 14 h 371"/>
                  <a:gd name="T38" fmla="*/ 93 w 369"/>
                  <a:gd name="T39" fmla="*/ 14 h 37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9"/>
                  <a:gd name="T61" fmla="*/ 0 h 371"/>
                  <a:gd name="T62" fmla="*/ 369 w 369"/>
                  <a:gd name="T63" fmla="*/ 371 h 37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9" h="371">
                    <a:moveTo>
                      <a:pt x="369" y="57"/>
                    </a:moveTo>
                    <a:lnTo>
                      <a:pt x="293" y="12"/>
                    </a:lnTo>
                    <a:lnTo>
                      <a:pt x="251" y="0"/>
                    </a:lnTo>
                    <a:lnTo>
                      <a:pt x="215" y="31"/>
                    </a:lnTo>
                    <a:lnTo>
                      <a:pt x="131" y="126"/>
                    </a:lnTo>
                    <a:lnTo>
                      <a:pt x="36" y="219"/>
                    </a:lnTo>
                    <a:lnTo>
                      <a:pt x="0" y="268"/>
                    </a:lnTo>
                    <a:lnTo>
                      <a:pt x="0" y="321"/>
                    </a:lnTo>
                    <a:lnTo>
                      <a:pt x="51" y="348"/>
                    </a:lnTo>
                    <a:lnTo>
                      <a:pt x="123" y="371"/>
                    </a:lnTo>
                    <a:lnTo>
                      <a:pt x="131" y="340"/>
                    </a:lnTo>
                    <a:lnTo>
                      <a:pt x="97" y="310"/>
                    </a:lnTo>
                    <a:lnTo>
                      <a:pt x="63" y="283"/>
                    </a:lnTo>
                    <a:lnTo>
                      <a:pt x="146" y="190"/>
                    </a:lnTo>
                    <a:lnTo>
                      <a:pt x="241" y="84"/>
                    </a:lnTo>
                    <a:lnTo>
                      <a:pt x="293" y="65"/>
                    </a:lnTo>
                    <a:lnTo>
                      <a:pt x="334" y="84"/>
                    </a:lnTo>
                    <a:lnTo>
                      <a:pt x="369" y="84"/>
                    </a:lnTo>
                    <a:lnTo>
                      <a:pt x="369"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4" name="Freeform 29"/>
              <p:cNvSpPr>
                <a:spLocks/>
              </p:cNvSpPr>
              <p:nvPr/>
            </p:nvSpPr>
            <p:spPr bwMode="auto">
              <a:xfrm>
                <a:off x="2566" y="1672"/>
                <a:ext cx="54" cy="137"/>
              </a:xfrm>
              <a:custGeom>
                <a:avLst/>
                <a:gdLst>
                  <a:gd name="T0" fmla="*/ 13 w 108"/>
                  <a:gd name="T1" fmla="*/ 3 h 274"/>
                  <a:gd name="T2" fmla="*/ 7 w 108"/>
                  <a:gd name="T3" fmla="*/ 19 h 274"/>
                  <a:gd name="T4" fmla="*/ 2 w 108"/>
                  <a:gd name="T5" fmla="*/ 35 h 274"/>
                  <a:gd name="T6" fmla="*/ 0 w 108"/>
                  <a:gd name="T7" fmla="*/ 55 h 274"/>
                  <a:gd name="T8" fmla="*/ 6 w 108"/>
                  <a:gd name="T9" fmla="*/ 69 h 274"/>
                  <a:gd name="T10" fmla="*/ 14 w 108"/>
                  <a:gd name="T11" fmla="*/ 48 h 274"/>
                  <a:gd name="T12" fmla="*/ 23 w 108"/>
                  <a:gd name="T13" fmla="*/ 23 h 274"/>
                  <a:gd name="T14" fmla="*/ 27 w 108"/>
                  <a:gd name="T15" fmla="*/ 7 h 274"/>
                  <a:gd name="T16" fmla="*/ 22 w 108"/>
                  <a:gd name="T17" fmla="*/ 0 h 274"/>
                  <a:gd name="T18" fmla="*/ 13 w 108"/>
                  <a:gd name="T19" fmla="*/ 3 h 274"/>
                  <a:gd name="T20" fmla="*/ 13 w 108"/>
                  <a:gd name="T21" fmla="*/ 3 h 2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8"/>
                  <a:gd name="T34" fmla="*/ 0 h 274"/>
                  <a:gd name="T35" fmla="*/ 108 w 108"/>
                  <a:gd name="T36" fmla="*/ 274 h 2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8" h="274">
                    <a:moveTo>
                      <a:pt x="51" y="13"/>
                    </a:moveTo>
                    <a:lnTo>
                      <a:pt x="26" y="74"/>
                    </a:lnTo>
                    <a:lnTo>
                      <a:pt x="7" y="140"/>
                    </a:lnTo>
                    <a:lnTo>
                      <a:pt x="0" y="218"/>
                    </a:lnTo>
                    <a:lnTo>
                      <a:pt x="21" y="274"/>
                    </a:lnTo>
                    <a:lnTo>
                      <a:pt x="57" y="192"/>
                    </a:lnTo>
                    <a:lnTo>
                      <a:pt x="91" y="91"/>
                    </a:lnTo>
                    <a:lnTo>
                      <a:pt x="108" y="26"/>
                    </a:lnTo>
                    <a:lnTo>
                      <a:pt x="85" y="0"/>
                    </a:lnTo>
                    <a:lnTo>
                      <a:pt x="5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5" name="Freeform 30"/>
              <p:cNvSpPr>
                <a:spLocks/>
              </p:cNvSpPr>
              <p:nvPr/>
            </p:nvSpPr>
            <p:spPr bwMode="auto">
              <a:xfrm>
                <a:off x="2683" y="1584"/>
                <a:ext cx="164" cy="379"/>
              </a:xfrm>
              <a:custGeom>
                <a:avLst/>
                <a:gdLst>
                  <a:gd name="T0" fmla="*/ 72 w 328"/>
                  <a:gd name="T1" fmla="*/ 0 h 758"/>
                  <a:gd name="T2" fmla="*/ 56 w 328"/>
                  <a:gd name="T3" fmla="*/ 15 h 758"/>
                  <a:gd name="T4" fmla="*/ 43 w 328"/>
                  <a:gd name="T5" fmla="*/ 36 h 758"/>
                  <a:gd name="T6" fmla="*/ 27 w 328"/>
                  <a:gd name="T7" fmla="*/ 66 h 758"/>
                  <a:gd name="T8" fmla="*/ 16 w 328"/>
                  <a:gd name="T9" fmla="*/ 99 h 758"/>
                  <a:gd name="T10" fmla="*/ 5 w 328"/>
                  <a:gd name="T11" fmla="*/ 134 h 758"/>
                  <a:gd name="T12" fmla="*/ 0 w 328"/>
                  <a:gd name="T13" fmla="*/ 190 h 758"/>
                  <a:gd name="T14" fmla="*/ 13 w 328"/>
                  <a:gd name="T15" fmla="*/ 157 h 758"/>
                  <a:gd name="T16" fmla="*/ 27 w 328"/>
                  <a:gd name="T17" fmla="*/ 108 h 758"/>
                  <a:gd name="T18" fmla="*/ 41 w 328"/>
                  <a:gd name="T19" fmla="*/ 74 h 758"/>
                  <a:gd name="T20" fmla="*/ 55 w 328"/>
                  <a:gd name="T21" fmla="*/ 45 h 758"/>
                  <a:gd name="T22" fmla="*/ 71 w 328"/>
                  <a:gd name="T23" fmla="*/ 26 h 758"/>
                  <a:gd name="T24" fmla="*/ 82 w 328"/>
                  <a:gd name="T25" fmla="*/ 3 h 758"/>
                  <a:gd name="T26" fmla="*/ 72 w 328"/>
                  <a:gd name="T27" fmla="*/ 0 h 758"/>
                  <a:gd name="T28" fmla="*/ 72 w 328"/>
                  <a:gd name="T29" fmla="*/ 0 h 7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8"/>
                  <a:gd name="T46" fmla="*/ 0 h 758"/>
                  <a:gd name="T47" fmla="*/ 328 w 328"/>
                  <a:gd name="T48" fmla="*/ 758 h 7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8" h="758">
                    <a:moveTo>
                      <a:pt x="287" y="0"/>
                    </a:moveTo>
                    <a:lnTo>
                      <a:pt x="224" y="61"/>
                    </a:lnTo>
                    <a:lnTo>
                      <a:pt x="173" y="143"/>
                    </a:lnTo>
                    <a:lnTo>
                      <a:pt x="108" y="264"/>
                    </a:lnTo>
                    <a:lnTo>
                      <a:pt x="64" y="395"/>
                    </a:lnTo>
                    <a:lnTo>
                      <a:pt x="21" y="534"/>
                    </a:lnTo>
                    <a:lnTo>
                      <a:pt x="0" y="758"/>
                    </a:lnTo>
                    <a:lnTo>
                      <a:pt x="51" y="625"/>
                    </a:lnTo>
                    <a:lnTo>
                      <a:pt x="108" y="433"/>
                    </a:lnTo>
                    <a:lnTo>
                      <a:pt x="165" y="295"/>
                    </a:lnTo>
                    <a:lnTo>
                      <a:pt x="220" y="177"/>
                    </a:lnTo>
                    <a:lnTo>
                      <a:pt x="281" y="105"/>
                    </a:lnTo>
                    <a:lnTo>
                      <a:pt x="328" y="10"/>
                    </a:lnTo>
                    <a:lnTo>
                      <a:pt x="2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6" name="Freeform 31"/>
              <p:cNvSpPr>
                <a:spLocks/>
              </p:cNvSpPr>
              <p:nvPr/>
            </p:nvSpPr>
            <p:spPr bwMode="auto">
              <a:xfrm>
                <a:off x="2795" y="1491"/>
                <a:ext cx="302" cy="526"/>
              </a:xfrm>
              <a:custGeom>
                <a:avLst/>
                <a:gdLst>
                  <a:gd name="T0" fmla="*/ 139 w 604"/>
                  <a:gd name="T1" fmla="*/ 4 h 1053"/>
                  <a:gd name="T2" fmla="*/ 130 w 604"/>
                  <a:gd name="T3" fmla="*/ 10 h 1053"/>
                  <a:gd name="T4" fmla="*/ 111 w 604"/>
                  <a:gd name="T5" fmla="*/ 29 h 1053"/>
                  <a:gd name="T6" fmla="*/ 86 w 604"/>
                  <a:gd name="T7" fmla="*/ 56 h 1053"/>
                  <a:gd name="T8" fmla="*/ 65 w 604"/>
                  <a:gd name="T9" fmla="*/ 85 h 1053"/>
                  <a:gd name="T10" fmla="*/ 48 w 604"/>
                  <a:gd name="T11" fmla="*/ 112 h 1053"/>
                  <a:gd name="T12" fmla="*/ 30 w 604"/>
                  <a:gd name="T13" fmla="*/ 148 h 1053"/>
                  <a:gd name="T14" fmla="*/ 14 w 604"/>
                  <a:gd name="T15" fmla="*/ 196 h 1053"/>
                  <a:gd name="T16" fmla="*/ 3 w 604"/>
                  <a:gd name="T17" fmla="*/ 240 h 1053"/>
                  <a:gd name="T18" fmla="*/ 0 w 604"/>
                  <a:gd name="T19" fmla="*/ 263 h 1053"/>
                  <a:gd name="T20" fmla="*/ 11 w 604"/>
                  <a:gd name="T21" fmla="*/ 241 h 1053"/>
                  <a:gd name="T22" fmla="*/ 23 w 604"/>
                  <a:gd name="T23" fmla="*/ 207 h 1053"/>
                  <a:gd name="T24" fmla="*/ 40 w 604"/>
                  <a:gd name="T25" fmla="*/ 165 h 1053"/>
                  <a:gd name="T26" fmla="*/ 56 w 604"/>
                  <a:gd name="T27" fmla="*/ 125 h 1053"/>
                  <a:gd name="T28" fmla="*/ 75 w 604"/>
                  <a:gd name="T29" fmla="*/ 94 h 1053"/>
                  <a:gd name="T30" fmla="*/ 98 w 604"/>
                  <a:gd name="T31" fmla="*/ 65 h 1053"/>
                  <a:gd name="T32" fmla="*/ 123 w 604"/>
                  <a:gd name="T33" fmla="*/ 36 h 1053"/>
                  <a:gd name="T34" fmla="*/ 151 w 604"/>
                  <a:gd name="T35" fmla="*/ 9 h 1053"/>
                  <a:gd name="T36" fmla="*/ 146 w 604"/>
                  <a:gd name="T37" fmla="*/ 0 h 1053"/>
                  <a:gd name="T38" fmla="*/ 139 w 604"/>
                  <a:gd name="T39" fmla="*/ 4 h 1053"/>
                  <a:gd name="T40" fmla="*/ 139 w 604"/>
                  <a:gd name="T41" fmla="*/ 4 h 10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04"/>
                  <a:gd name="T64" fmla="*/ 0 h 1053"/>
                  <a:gd name="T65" fmla="*/ 604 w 604"/>
                  <a:gd name="T66" fmla="*/ 1053 h 10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04" h="1053">
                    <a:moveTo>
                      <a:pt x="555" y="17"/>
                    </a:moveTo>
                    <a:lnTo>
                      <a:pt x="517" y="43"/>
                    </a:lnTo>
                    <a:lnTo>
                      <a:pt x="443" y="116"/>
                    </a:lnTo>
                    <a:lnTo>
                      <a:pt x="344" y="224"/>
                    </a:lnTo>
                    <a:lnTo>
                      <a:pt x="257" y="342"/>
                    </a:lnTo>
                    <a:lnTo>
                      <a:pt x="192" y="450"/>
                    </a:lnTo>
                    <a:lnTo>
                      <a:pt x="118" y="593"/>
                    </a:lnTo>
                    <a:lnTo>
                      <a:pt x="57" y="785"/>
                    </a:lnTo>
                    <a:lnTo>
                      <a:pt x="13" y="963"/>
                    </a:lnTo>
                    <a:lnTo>
                      <a:pt x="0" y="1053"/>
                    </a:lnTo>
                    <a:lnTo>
                      <a:pt x="44" y="967"/>
                    </a:lnTo>
                    <a:lnTo>
                      <a:pt x="91" y="829"/>
                    </a:lnTo>
                    <a:lnTo>
                      <a:pt x="158" y="663"/>
                    </a:lnTo>
                    <a:lnTo>
                      <a:pt x="222" y="503"/>
                    </a:lnTo>
                    <a:lnTo>
                      <a:pt x="300" y="376"/>
                    </a:lnTo>
                    <a:lnTo>
                      <a:pt x="392" y="260"/>
                    </a:lnTo>
                    <a:lnTo>
                      <a:pt x="490" y="146"/>
                    </a:lnTo>
                    <a:lnTo>
                      <a:pt x="604" y="38"/>
                    </a:lnTo>
                    <a:lnTo>
                      <a:pt x="582" y="0"/>
                    </a:lnTo>
                    <a:lnTo>
                      <a:pt x="555"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7" name="Freeform 32"/>
              <p:cNvSpPr>
                <a:spLocks/>
              </p:cNvSpPr>
              <p:nvPr/>
            </p:nvSpPr>
            <p:spPr bwMode="auto">
              <a:xfrm>
                <a:off x="3201" y="1408"/>
                <a:ext cx="30" cy="39"/>
              </a:xfrm>
              <a:custGeom>
                <a:avLst/>
                <a:gdLst>
                  <a:gd name="T0" fmla="*/ 14 w 60"/>
                  <a:gd name="T1" fmla="*/ 0 h 78"/>
                  <a:gd name="T2" fmla="*/ 0 w 60"/>
                  <a:gd name="T3" fmla="*/ 10 h 78"/>
                  <a:gd name="T4" fmla="*/ 2 w 60"/>
                  <a:gd name="T5" fmla="*/ 20 h 78"/>
                  <a:gd name="T6" fmla="*/ 15 w 60"/>
                  <a:gd name="T7" fmla="*/ 11 h 78"/>
                  <a:gd name="T8" fmla="*/ 14 w 60"/>
                  <a:gd name="T9" fmla="*/ 0 h 78"/>
                  <a:gd name="T10" fmla="*/ 14 w 60"/>
                  <a:gd name="T11" fmla="*/ 0 h 78"/>
                  <a:gd name="T12" fmla="*/ 0 60000 65536"/>
                  <a:gd name="T13" fmla="*/ 0 60000 65536"/>
                  <a:gd name="T14" fmla="*/ 0 60000 65536"/>
                  <a:gd name="T15" fmla="*/ 0 60000 65536"/>
                  <a:gd name="T16" fmla="*/ 0 60000 65536"/>
                  <a:gd name="T17" fmla="*/ 0 60000 65536"/>
                  <a:gd name="T18" fmla="*/ 0 w 60"/>
                  <a:gd name="T19" fmla="*/ 0 h 78"/>
                  <a:gd name="T20" fmla="*/ 60 w 60"/>
                  <a:gd name="T21" fmla="*/ 78 h 78"/>
                </a:gdLst>
                <a:ahLst/>
                <a:cxnLst>
                  <a:cxn ang="T12">
                    <a:pos x="T0" y="T1"/>
                  </a:cxn>
                  <a:cxn ang="T13">
                    <a:pos x="T2" y="T3"/>
                  </a:cxn>
                  <a:cxn ang="T14">
                    <a:pos x="T4" y="T5"/>
                  </a:cxn>
                  <a:cxn ang="T15">
                    <a:pos x="T6" y="T7"/>
                  </a:cxn>
                  <a:cxn ang="T16">
                    <a:pos x="T8" y="T9"/>
                  </a:cxn>
                  <a:cxn ang="T17">
                    <a:pos x="T10" y="T11"/>
                  </a:cxn>
                </a:cxnLst>
                <a:rect l="T18" t="T19" r="T20" b="T21"/>
                <a:pathLst>
                  <a:path w="60" h="78">
                    <a:moveTo>
                      <a:pt x="55" y="0"/>
                    </a:moveTo>
                    <a:lnTo>
                      <a:pt x="0" y="40"/>
                    </a:lnTo>
                    <a:lnTo>
                      <a:pt x="7" y="78"/>
                    </a:lnTo>
                    <a:lnTo>
                      <a:pt x="60" y="44"/>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8" name="Freeform 33"/>
              <p:cNvSpPr>
                <a:spLocks/>
              </p:cNvSpPr>
              <p:nvPr/>
            </p:nvSpPr>
            <p:spPr bwMode="auto">
              <a:xfrm>
                <a:off x="3287" y="1341"/>
                <a:ext cx="41" cy="33"/>
              </a:xfrm>
              <a:custGeom>
                <a:avLst/>
                <a:gdLst>
                  <a:gd name="T0" fmla="*/ 18 w 81"/>
                  <a:gd name="T1" fmla="*/ 0 h 67"/>
                  <a:gd name="T2" fmla="*/ 0 w 81"/>
                  <a:gd name="T3" fmla="*/ 11 h 67"/>
                  <a:gd name="T4" fmla="*/ 4 w 81"/>
                  <a:gd name="T5" fmla="*/ 16 h 67"/>
                  <a:gd name="T6" fmla="*/ 21 w 81"/>
                  <a:gd name="T7" fmla="*/ 7 h 67"/>
                  <a:gd name="T8" fmla="*/ 18 w 81"/>
                  <a:gd name="T9" fmla="*/ 0 h 67"/>
                  <a:gd name="T10" fmla="*/ 18 w 81"/>
                  <a:gd name="T11" fmla="*/ 0 h 67"/>
                  <a:gd name="T12" fmla="*/ 0 60000 65536"/>
                  <a:gd name="T13" fmla="*/ 0 60000 65536"/>
                  <a:gd name="T14" fmla="*/ 0 60000 65536"/>
                  <a:gd name="T15" fmla="*/ 0 60000 65536"/>
                  <a:gd name="T16" fmla="*/ 0 60000 65536"/>
                  <a:gd name="T17" fmla="*/ 0 60000 65536"/>
                  <a:gd name="T18" fmla="*/ 0 w 81"/>
                  <a:gd name="T19" fmla="*/ 0 h 67"/>
                  <a:gd name="T20" fmla="*/ 81 w 81"/>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81" h="67">
                    <a:moveTo>
                      <a:pt x="70" y="0"/>
                    </a:moveTo>
                    <a:lnTo>
                      <a:pt x="0" y="44"/>
                    </a:lnTo>
                    <a:lnTo>
                      <a:pt x="13" y="67"/>
                    </a:lnTo>
                    <a:lnTo>
                      <a:pt x="81" y="31"/>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9" name="Freeform 34"/>
              <p:cNvSpPr>
                <a:spLocks/>
              </p:cNvSpPr>
              <p:nvPr/>
            </p:nvSpPr>
            <p:spPr bwMode="auto">
              <a:xfrm>
                <a:off x="3380" y="1386"/>
                <a:ext cx="22" cy="37"/>
              </a:xfrm>
              <a:custGeom>
                <a:avLst/>
                <a:gdLst>
                  <a:gd name="T0" fmla="*/ 8 w 44"/>
                  <a:gd name="T1" fmla="*/ 0 h 74"/>
                  <a:gd name="T2" fmla="*/ 0 w 44"/>
                  <a:gd name="T3" fmla="*/ 3 h 74"/>
                  <a:gd name="T4" fmla="*/ 0 w 44"/>
                  <a:gd name="T5" fmla="*/ 14 h 74"/>
                  <a:gd name="T6" fmla="*/ 9 w 44"/>
                  <a:gd name="T7" fmla="*/ 19 h 74"/>
                  <a:gd name="T8" fmla="*/ 11 w 44"/>
                  <a:gd name="T9" fmla="*/ 7 h 74"/>
                  <a:gd name="T10" fmla="*/ 8 w 44"/>
                  <a:gd name="T11" fmla="*/ 0 h 74"/>
                  <a:gd name="T12" fmla="*/ 8 w 44"/>
                  <a:gd name="T13" fmla="*/ 0 h 74"/>
                  <a:gd name="T14" fmla="*/ 0 60000 65536"/>
                  <a:gd name="T15" fmla="*/ 0 60000 65536"/>
                  <a:gd name="T16" fmla="*/ 0 60000 65536"/>
                  <a:gd name="T17" fmla="*/ 0 60000 65536"/>
                  <a:gd name="T18" fmla="*/ 0 60000 65536"/>
                  <a:gd name="T19" fmla="*/ 0 60000 65536"/>
                  <a:gd name="T20" fmla="*/ 0 60000 65536"/>
                  <a:gd name="T21" fmla="*/ 0 w 44"/>
                  <a:gd name="T22" fmla="*/ 0 h 74"/>
                  <a:gd name="T23" fmla="*/ 44 w 44"/>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74">
                    <a:moveTo>
                      <a:pt x="30" y="0"/>
                    </a:moveTo>
                    <a:lnTo>
                      <a:pt x="0" y="13"/>
                    </a:lnTo>
                    <a:lnTo>
                      <a:pt x="0" y="57"/>
                    </a:lnTo>
                    <a:lnTo>
                      <a:pt x="34" y="74"/>
                    </a:lnTo>
                    <a:lnTo>
                      <a:pt x="44" y="26"/>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0" name="Freeform 35"/>
              <p:cNvSpPr>
                <a:spLocks/>
              </p:cNvSpPr>
              <p:nvPr/>
            </p:nvSpPr>
            <p:spPr bwMode="auto">
              <a:xfrm>
                <a:off x="3426" y="1330"/>
                <a:ext cx="34" cy="68"/>
              </a:xfrm>
              <a:custGeom>
                <a:avLst/>
                <a:gdLst>
                  <a:gd name="T0" fmla="*/ 0 w 68"/>
                  <a:gd name="T1" fmla="*/ 5 h 134"/>
                  <a:gd name="T2" fmla="*/ 9 w 68"/>
                  <a:gd name="T3" fmla="*/ 27 h 134"/>
                  <a:gd name="T4" fmla="*/ 17 w 68"/>
                  <a:gd name="T5" fmla="*/ 35 h 134"/>
                  <a:gd name="T6" fmla="*/ 14 w 68"/>
                  <a:gd name="T7" fmla="*/ 15 h 134"/>
                  <a:gd name="T8" fmla="*/ 11 w 68"/>
                  <a:gd name="T9" fmla="*/ 0 h 134"/>
                  <a:gd name="T10" fmla="*/ 0 w 68"/>
                  <a:gd name="T11" fmla="*/ 5 h 134"/>
                  <a:gd name="T12" fmla="*/ 0 w 68"/>
                  <a:gd name="T13" fmla="*/ 5 h 134"/>
                  <a:gd name="T14" fmla="*/ 0 60000 65536"/>
                  <a:gd name="T15" fmla="*/ 0 60000 65536"/>
                  <a:gd name="T16" fmla="*/ 0 60000 65536"/>
                  <a:gd name="T17" fmla="*/ 0 60000 65536"/>
                  <a:gd name="T18" fmla="*/ 0 60000 65536"/>
                  <a:gd name="T19" fmla="*/ 0 60000 65536"/>
                  <a:gd name="T20" fmla="*/ 0 60000 65536"/>
                  <a:gd name="T21" fmla="*/ 0 w 68"/>
                  <a:gd name="T22" fmla="*/ 0 h 134"/>
                  <a:gd name="T23" fmla="*/ 68 w 68"/>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8" h="134">
                    <a:moveTo>
                      <a:pt x="0" y="17"/>
                    </a:moveTo>
                    <a:lnTo>
                      <a:pt x="34" y="104"/>
                    </a:lnTo>
                    <a:lnTo>
                      <a:pt x="68" y="134"/>
                    </a:lnTo>
                    <a:lnTo>
                      <a:pt x="57" y="60"/>
                    </a:lnTo>
                    <a:lnTo>
                      <a:pt x="44"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1" name="Freeform 36"/>
              <p:cNvSpPr>
                <a:spLocks/>
              </p:cNvSpPr>
              <p:nvPr/>
            </p:nvSpPr>
            <p:spPr bwMode="auto">
              <a:xfrm>
                <a:off x="3417" y="1291"/>
                <a:ext cx="31" cy="24"/>
              </a:xfrm>
              <a:custGeom>
                <a:avLst/>
                <a:gdLst>
                  <a:gd name="T0" fmla="*/ 6 w 61"/>
                  <a:gd name="T1" fmla="*/ 0 h 47"/>
                  <a:gd name="T2" fmla="*/ 0 w 61"/>
                  <a:gd name="T3" fmla="*/ 8 h 47"/>
                  <a:gd name="T4" fmla="*/ 8 w 61"/>
                  <a:gd name="T5" fmla="*/ 12 h 47"/>
                  <a:gd name="T6" fmla="*/ 16 w 61"/>
                  <a:gd name="T7" fmla="*/ 8 h 47"/>
                  <a:gd name="T8" fmla="*/ 13 w 61"/>
                  <a:gd name="T9" fmla="*/ 0 h 47"/>
                  <a:gd name="T10" fmla="*/ 6 w 61"/>
                  <a:gd name="T11" fmla="*/ 0 h 47"/>
                  <a:gd name="T12" fmla="*/ 6 w 61"/>
                  <a:gd name="T13" fmla="*/ 0 h 47"/>
                  <a:gd name="T14" fmla="*/ 0 60000 65536"/>
                  <a:gd name="T15" fmla="*/ 0 60000 65536"/>
                  <a:gd name="T16" fmla="*/ 0 60000 65536"/>
                  <a:gd name="T17" fmla="*/ 0 60000 65536"/>
                  <a:gd name="T18" fmla="*/ 0 60000 65536"/>
                  <a:gd name="T19" fmla="*/ 0 60000 65536"/>
                  <a:gd name="T20" fmla="*/ 0 60000 65536"/>
                  <a:gd name="T21" fmla="*/ 0 w 61"/>
                  <a:gd name="T22" fmla="*/ 0 h 47"/>
                  <a:gd name="T23" fmla="*/ 61 w 61"/>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7">
                    <a:moveTo>
                      <a:pt x="21" y="0"/>
                    </a:moveTo>
                    <a:lnTo>
                      <a:pt x="0" y="30"/>
                    </a:lnTo>
                    <a:lnTo>
                      <a:pt x="30" y="47"/>
                    </a:lnTo>
                    <a:lnTo>
                      <a:pt x="61" y="30"/>
                    </a:lnTo>
                    <a:lnTo>
                      <a:pt x="51" y="0"/>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2" name="Freeform 37"/>
              <p:cNvSpPr>
                <a:spLocks/>
              </p:cNvSpPr>
              <p:nvPr/>
            </p:nvSpPr>
            <p:spPr bwMode="auto">
              <a:xfrm>
                <a:off x="3463" y="1261"/>
                <a:ext cx="28" cy="19"/>
              </a:xfrm>
              <a:custGeom>
                <a:avLst/>
                <a:gdLst>
                  <a:gd name="T0" fmla="*/ 7 w 55"/>
                  <a:gd name="T1" fmla="*/ 0 h 38"/>
                  <a:gd name="T2" fmla="*/ 0 w 55"/>
                  <a:gd name="T3" fmla="*/ 5 h 38"/>
                  <a:gd name="T4" fmla="*/ 6 w 55"/>
                  <a:gd name="T5" fmla="*/ 10 h 38"/>
                  <a:gd name="T6" fmla="*/ 12 w 55"/>
                  <a:gd name="T7" fmla="*/ 8 h 38"/>
                  <a:gd name="T8" fmla="*/ 14 w 55"/>
                  <a:gd name="T9" fmla="*/ 3 h 38"/>
                  <a:gd name="T10" fmla="*/ 7 w 55"/>
                  <a:gd name="T11" fmla="*/ 0 h 38"/>
                  <a:gd name="T12" fmla="*/ 7 w 55"/>
                  <a:gd name="T13" fmla="*/ 0 h 38"/>
                  <a:gd name="T14" fmla="*/ 0 60000 65536"/>
                  <a:gd name="T15" fmla="*/ 0 60000 65536"/>
                  <a:gd name="T16" fmla="*/ 0 60000 65536"/>
                  <a:gd name="T17" fmla="*/ 0 60000 65536"/>
                  <a:gd name="T18" fmla="*/ 0 60000 65536"/>
                  <a:gd name="T19" fmla="*/ 0 60000 65536"/>
                  <a:gd name="T20" fmla="*/ 0 60000 65536"/>
                  <a:gd name="T21" fmla="*/ 0 w 55"/>
                  <a:gd name="T22" fmla="*/ 0 h 38"/>
                  <a:gd name="T23" fmla="*/ 55 w 5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 h="38">
                    <a:moveTo>
                      <a:pt x="25" y="0"/>
                    </a:moveTo>
                    <a:lnTo>
                      <a:pt x="0" y="21"/>
                    </a:lnTo>
                    <a:lnTo>
                      <a:pt x="21" y="38"/>
                    </a:lnTo>
                    <a:lnTo>
                      <a:pt x="48" y="30"/>
                    </a:lnTo>
                    <a:lnTo>
                      <a:pt x="55" y="13"/>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3" name="Freeform 38"/>
              <p:cNvSpPr>
                <a:spLocks/>
              </p:cNvSpPr>
              <p:nvPr/>
            </p:nvSpPr>
            <p:spPr bwMode="auto">
              <a:xfrm>
                <a:off x="3493" y="1305"/>
                <a:ext cx="31" cy="69"/>
              </a:xfrm>
              <a:custGeom>
                <a:avLst/>
                <a:gdLst>
                  <a:gd name="T0" fmla="*/ 5 w 61"/>
                  <a:gd name="T1" fmla="*/ 2 h 139"/>
                  <a:gd name="T2" fmla="*/ 0 w 61"/>
                  <a:gd name="T3" fmla="*/ 9 h 139"/>
                  <a:gd name="T4" fmla="*/ 3 w 61"/>
                  <a:gd name="T5" fmla="*/ 24 h 139"/>
                  <a:gd name="T6" fmla="*/ 8 w 61"/>
                  <a:gd name="T7" fmla="*/ 34 h 139"/>
                  <a:gd name="T8" fmla="*/ 14 w 61"/>
                  <a:gd name="T9" fmla="*/ 23 h 139"/>
                  <a:gd name="T10" fmla="*/ 16 w 61"/>
                  <a:gd name="T11" fmla="*/ 8 h 139"/>
                  <a:gd name="T12" fmla="*/ 12 w 61"/>
                  <a:gd name="T13" fmla="*/ 0 h 139"/>
                  <a:gd name="T14" fmla="*/ 5 w 61"/>
                  <a:gd name="T15" fmla="*/ 2 h 139"/>
                  <a:gd name="T16" fmla="*/ 5 w 61"/>
                  <a:gd name="T17" fmla="*/ 2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1"/>
                  <a:gd name="T28" fmla="*/ 0 h 139"/>
                  <a:gd name="T29" fmla="*/ 61 w 61"/>
                  <a:gd name="T30" fmla="*/ 139 h 13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1" h="139">
                    <a:moveTo>
                      <a:pt x="17" y="8"/>
                    </a:moveTo>
                    <a:lnTo>
                      <a:pt x="0" y="38"/>
                    </a:lnTo>
                    <a:lnTo>
                      <a:pt x="11" y="99"/>
                    </a:lnTo>
                    <a:lnTo>
                      <a:pt x="30" y="139"/>
                    </a:lnTo>
                    <a:lnTo>
                      <a:pt x="55" y="95"/>
                    </a:lnTo>
                    <a:lnTo>
                      <a:pt x="61" y="34"/>
                    </a:lnTo>
                    <a:lnTo>
                      <a:pt x="48" y="0"/>
                    </a:lnTo>
                    <a:lnTo>
                      <a:pt x="1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4" name="Freeform 39"/>
              <p:cNvSpPr>
                <a:spLocks/>
              </p:cNvSpPr>
              <p:nvPr/>
            </p:nvSpPr>
            <p:spPr bwMode="auto">
              <a:xfrm>
                <a:off x="3551" y="1276"/>
                <a:ext cx="24" cy="100"/>
              </a:xfrm>
              <a:custGeom>
                <a:avLst/>
                <a:gdLst>
                  <a:gd name="T0" fmla="*/ 0 w 47"/>
                  <a:gd name="T1" fmla="*/ 5 h 200"/>
                  <a:gd name="T2" fmla="*/ 3 w 47"/>
                  <a:gd name="T3" fmla="*/ 34 h 200"/>
                  <a:gd name="T4" fmla="*/ 9 w 47"/>
                  <a:gd name="T5" fmla="*/ 50 h 200"/>
                  <a:gd name="T6" fmla="*/ 12 w 47"/>
                  <a:gd name="T7" fmla="*/ 42 h 200"/>
                  <a:gd name="T8" fmla="*/ 12 w 47"/>
                  <a:gd name="T9" fmla="*/ 5 h 200"/>
                  <a:gd name="T10" fmla="*/ 8 w 47"/>
                  <a:gd name="T11" fmla="*/ 0 h 200"/>
                  <a:gd name="T12" fmla="*/ 0 w 47"/>
                  <a:gd name="T13" fmla="*/ 5 h 200"/>
                  <a:gd name="T14" fmla="*/ 0 w 47"/>
                  <a:gd name="T15" fmla="*/ 5 h 200"/>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200"/>
                  <a:gd name="T26" fmla="*/ 47 w 47"/>
                  <a:gd name="T27" fmla="*/ 200 h 2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200">
                    <a:moveTo>
                      <a:pt x="0" y="17"/>
                    </a:moveTo>
                    <a:lnTo>
                      <a:pt x="9" y="135"/>
                    </a:lnTo>
                    <a:lnTo>
                      <a:pt x="36" y="200"/>
                    </a:lnTo>
                    <a:lnTo>
                      <a:pt x="47" y="166"/>
                    </a:lnTo>
                    <a:lnTo>
                      <a:pt x="47" y="17"/>
                    </a:lnTo>
                    <a:lnTo>
                      <a:pt x="30"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5" name="Freeform 40"/>
              <p:cNvSpPr>
                <a:spLocks/>
              </p:cNvSpPr>
              <p:nvPr/>
            </p:nvSpPr>
            <p:spPr bwMode="auto">
              <a:xfrm>
                <a:off x="2900" y="1460"/>
                <a:ext cx="401" cy="554"/>
              </a:xfrm>
              <a:custGeom>
                <a:avLst/>
                <a:gdLst>
                  <a:gd name="T0" fmla="*/ 190 w 802"/>
                  <a:gd name="T1" fmla="*/ 1 h 1106"/>
                  <a:gd name="T2" fmla="*/ 172 w 802"/>
                  <a:gd name="T3" fmla="*/ 10 h 1106"/>
                  <a:gd name="T4" fmla="*/ 149 w 802"/>
                  <a:gd name="T5" fmla="*/ 27 h 1106"/>
                  <a:gd name="T6" fmla="*/ 126 w 802"/>
                  <a:gd name="T7" fmla="*/ 47 h 1106"/>
                  <a:gd name="T8" fmla="*/ 103 w 802"/>
                  <a:gd name="T9" fmla="*/ 71 h 1106"/>
                  <a:gd name="T10" fmla="*/ 86 w 802"/>
                  <a:gd name="T11" fmla="*/ 90 h 1106"/>
                  <a:gd name="T12" fmla="*/ 65 w 802"/>
                  <a:gd name="T13" fmla="*/ 117 h 1106"/>
                  <a:gd name="T14" fmla="*/ 48 w 802"/>
                  <a:gd name="T15" fmla="*/ 144 h 1106"/>
                  <a:gd name="T16" fmla="*/ 31 w 802"/>
                  <a:gd name="T17" fmla="*/ 172 h 1106"/>
                  <a:gd name="T18" fmla="*/ 17 w 802"/>
                  <a:gd name="T19" fmla="*/ 201 h 1106"/>
                  <a:gd name="T20" fmla="*/ 7 w 802"/>
                  <a:gd name="T21" fmla="*/ 231 h 1106"/>
                  <a:gd name="T22" fmla="*/ 3 w 802"/>
                  <a:gd name="T23" fmla="*/ 251 h 1106"/>
                  <a:gd name="T24" fmla="*/ 0 w 802"/>
                  <a:gd name="T25" fmla="*/ 278 h 1106"/>
                  <a:gd name="T26" fmla="*/ 11 w 802"/>
                  <a:gd name="T27" fmla="*/ 246 h 1106"/>
                  <a:gd name="T28" fmla="*/ 22 w 802"/>
                  <a:gd name="T29" fmla="*/ 219 h 1106"/>
                  <a:gd name="T30" fmla="*/ 36 w 802"/>
                  <a:gd name="T31" fmla="*/ 186 h 1106"/>
                  <a:gd name="T32" fmla="*/ 50 w 802"/>
                  <a:gd name="T33" fmla="*/ 163 h 1106"/>
                  <a:gd name="T34" fmla="*/ 71 w 802"/>
                  <a:gd name="T35" fmla="*/ 135 h 1106"/>
                  <a:gd name="T36" fmla="*/ 93 w 802"/>
                  <a:gd name="T37" fmla="*/ 104 h 1106"/>
                  <a:gd name="T38" fmla="*/ 111 w 802"/>
                  <a:gd name="T39" fmla="*/ 83 h 1106"/>
                  <a:gd name="T40" fmla="*/ 137 w 802"/>
                  <a:gd name="T41" fmla="*/ 55 h 1106"/>
                  <a:gd name="T42" fmla="*/ 161 w 802"/>
                  <a:gd name="T43" fmla="*/ 34 h 1106"/>
                  <a:gd name="T44" fmla="*/ 181 w 802"/>
                  <a:gd name="T45" fmla="*/ 19 h 1106"/>
                  <a:gd name="T46" fmla="*/ 201 w 802"/>
                  <a:gd name="T47" fmla="*/ 6 h 1106"/>
                  <a:gd name="T48" fmla="*/ 200 w 802"/>
                  <a:gd name="T49" fmla="*/ 0 h 1106"/>
                  <a:gd name="T50" fmla="*/ 190 w 802"/>
                  <a:gd name="T51" fmla="*/ 1 h 1106"/>
                  <a:gd name="T52" fmla="*/ 190 w 802"/>
                  <a:gd name="T53" fmla="*/ 1 h 110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02"/>
                  <a:gd name="T82" fmla="*/ 0 h 1106"/>
                  <a:gd name="T83" fmla="*/ 802 w 802"/>
                  <a:gd name="T84" fmla="*/ 1106 h 110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02" h="1106">
                    <a:moveTo>
                      <a:pt x="758" y="4"/>
                    </a:moveTo>
                    <a:lnTo>
                      <a:pt x="688" y="38"/>
                    </a:lnTo>
                    <a:lnTo>
                      <a:pt x="593" y="108"/>
                    </a:lnTo>
                    <a:lnTo>
                      <a:pt x="502" y="186"/>
                    </a:lnTo>
                    <a:lnTo>
                      <a:pt x="412" y="281"/>
                    </a:lnTo>
                    <a:lnTo>
                      <a:pt x="344" y="357"/>
                    </a:lnTo>
                    <a:lnTo>
                      <a:pt x="260" y="468"/>
                    </a:lnTo>
                    <a:lnTo>
                      <a:pt x="190" y="572"/>
                    </a:lnTo>
                    <a:lnTo>
                      <a:pt x="122" y="684"/>
                    </a:lnTo>
                    <a:lnTo>
                      <a:pt x="68" y="802"/>
                    </a:lnTo>
                    <a:lnTo>
                      <a:pt x="27" y="920"/>
                    </a:lnTo>
                    <a:lnTo>
                      <a:pt x="10" y="1002"/>
                    </a:lnTo>
                    <a:lnTo>
                      <a:pt x="0" y="1106"/>
                    </a:lnTo>
                    <a:lnTo>
                      <a:pt x="44" y="981"/>
                    </a:lnTo>
                    <a:lnTo>
                      <a:pt x="87" y="872"/>
                    </a:lnTo>
                    <a:lnTo>
                      <a:pt x="144" y="743"/>
                    </a:lnTo>
                    <a:lnTo>
                      <a:pt x="200" y="650"/>
                    </a:lnTo>
                    <a:lnTo>
                      <a:pt x="281" y="538"/>
                    </a:lnTo>
                    <a:lnTo>
                      <a:pt x="369" y="416"/>
                    </a:lnTo>
                    <a:lnTo>
                      <a:pt x="443" y="329"/>
                    </a:lnTo>
                    <a:lnTo>
                      <a:pt x="546" y="220"/>
                    </a:lnTo>
                    <a:lnTo>
                      <a:pt x="641" y="135"/>
                    </a:lnTo>
                    <a:lnTo>
                      <a:pt x="724" y="74"/>
                    </a:lnTo>
                    <a:lnTo>
                      <a:pt x="802" y="21"/>
                    </a:lnTo>
                    <a:lnTo>
                      <a:pt x="798" y="0"/>
                    </a:lnTo>
                    <a:lnTo>
                      <a:pt x="75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6" name="Freeform 41"/>
              <p:cNvSpPr>
                <a:spLocks/>
              </p:cNvSpPr>
              <p:nvPr/>
            </p:nvSpPr>
            <p:spPr bwMode="auto">
              <a:xfrm>
                <a:off x="3127" y="2037"/>
                <a:ext cx="30" cy="29"/>
              </a:xfrm>
              <a:custGeom>
                <a:avLst/>
                <a:gdLst>
                  <a:gd name="T0" fmla="*/ 5 w 61"/>
                  <a:gd name="T1" fmla="*/ 0 h 57"/>
                  <a:gd name="T2" fmla="*/ 0 w 61"/>
                  <a:gd name="T3" fmla="*/ 11 h 57"/>
                  <a:gd name="T4" fmla="*/ 9 w 61"/>
                  <a:gd name="T5" fmla="*/ 15 h 57"/>
                  <a:gd name="T6" fmla="*/ 15 w 61"/>
                  <a:gd name="T7" fmla="*/ 5 h 57"/>
                  <a:gd name="T8" fmla="*/ 5 w 61"/>
                  <a:gd name="T9" fmla="*/ 0 h 57"/>
                  <a:gd name="T10" fmla="*/ 5 w 61"/>
                  <a:gd name="T11" fmla="*/ 0 h 57"/>
                  <a:gd name="T12" fmla="*/ 0 60000 65536"/>
                  <a:gd name="T13" fmla="*/ 0 60000 65536"/>
                  <a:gd name="T14" fmla="*/ 0 60000 65536"/>
                  <a:gd name="T15" fmla="*/ 0 60000 65536"/>
                  <a:gd name="T16" fmla="*/ 0 60000 65536"/>
                  <a:gd name="T17" fmla="*/ 0 60000 65536"/>
                  <a:gd name="T18" fmla="*/ 0 w 61"/>
                  <a:gd name="T19" fmla="*/ 0 h 57"/>
                  <a:gd name="T20" fmla="*/ 61 w 61"/>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61" h="57">
                    <a:moveTo>
                      <a:pt x="23" y="0"/>
                    </a:moveTo>
                    <a:lnTo>
                      <a:pt x="0" y="43"/>
                    </a:lnTo>
                    <a:lnTo>
                      <a:pt x="36" y="57"/>
                    </a:lnTo>
                    <a:lnTo>
                      <a:pt x="61" y="17"/>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7" name="Freeform 42"/>
              <p:cNvSpPr>
                <a:spLocks/>
              </p:cNvSpPr>
              <p:nvPr/>
            </p:nvSpPr>
            <p:spPr bwMode="auto">
              <a:xfrm>
                <a:off x="3142" y="1975"/>
                <a:ext cx="37" cy="30"/>
              </a:xfrm>
              <a:custGeom>
                <a:avLst/>
                <a:gdLst>
                  <a:gd name="T0" fmla="*/ 0 w 74"/>
                  <a:gd name="T1" fmla="*/ 8 h 61"/>
                  <a:gd name="T2" fmla="*/ 9 w 74"/>
                  <a:gd name="T3" fmla="*/ 13 h 61"/>
                  <a:gd name="T4" fmla="*/ 19 w 74"/>
                  <a:gd name="T5" fmla="*/ 15 h 61"/>
                  <a:gd name="T6" fmla="*/ 15 w 74"/>
                  <a:gd name="T7" fmla="*/ 4 h 61"/>
                  <a:gd name="T8" fmla="*/ 7 w 74"/>
                  <a:gd name="T9" fmla="*/ 0 h 61"/>
                  <a:gd name="T10" fmla="*/ 0 w 74"/>
                  <a:gd name="T11" fmla="*/ 8 h 61"/>
                  <a:gd name="T12" fmla="*/ 0 w 74"/>
                  <a:gd name="T13" fmla="*/ 8 h 61"/>
                  <a:gd name="T14" fmla="*/ 0 60000 65536"/>
                  <a:gd name="T15" fmla="*/ 0 60000 65536"/>
                  <a:gd name="T16" fmla="*/ 0 60000 65536"/>
                  <a:gd name="T17" fmla="*/ 0 60000 65536"/>
                  <a:gd name="T18" fmla="*/ 0 60000 65536"/>
                  <a:gd name="T19" fmla="*/ 0 60000 65536"/>
                  <a:gd name="T20" fmla="*/ 0 60000 65536"/>
                  <a:gd name="T21" fmla="*/ 0 w 74"/>
                  <a:gd name="T22" fmla="*/ 0 h 61"/>
                  <a:gd name="T23" fmla="*/ 74 w 74"/>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 h="61">
                    <a:moveTo>
                      <a:pt x="0" y="35"/>
                    </a:moveTo>
                    <a:lnTo>
                      <a:pt x="36" y="55"/>
                    </a:lnTo>
                    <a:lnTo>
                      <a:pt x="74" y="61"/>
                    </a:lnTo>
                    <a:lnTo>
                      <a:pt x="61" y="17"/>
                    </a:lnTo>
                    <a:lnTo>
                      <a:pt x="26" y="0"/>
                    </a:lnTo>
                    <a:lnTo>
                      <a:pt x="0"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8" name="Freeform 43"/>
              <p:cNvSpPr>
                <a:spLocks/>
              </p:cNvSpPr>
              <p:nvPr/>
            </p:nvSpPr>
            <p:spPr bwMode="auto">
              <a:xfrm>
                <a:off x="3157" y="1902"/>
                <a:ext cx="91" cy="64"/>
              </a:xfrm>
              <a:custGeom>
                <a:avLst/>
                <a:gdLst>
                  <a:gd name="T0" fmla="*/ 0 w 183"/>
                  <a:gd name="T1" fmla="*/ 13 h 127"/>
                  <a:gd name="T2" fmla="*/ 22 w 183"/>
                  <a:gd name="T3" fmla="*/ 26 h 127"/>
                  <a:gd name="T4" fmla="*/ 45 w 183"/>
                  <a:gd name="T5" fmla="*/ 32 h 127"/>
                  <a:gd name="T6" fmla="*/ 42 w 183"/>
                  <a:gd name="T7" fmla="*/ 25 h 127"/>
                  <a:gd name="T8" fmla="*/ 6 w 183"/>
                  <a:gd name="T9" fmla="*/ 0 h 127"/>
                  <a:gd name="T10" fmla="*/ 0 w 183"/>
                  <a:gd name="T11" fmla="*/ 13 h 127"/>
                  <a:gd name="T12" fmla="*/ 0 w 183"/>
                  <a:gd name="T13" fmla="*/ 13 h 127"/>
                  <a:gd name="T14" fmla="*/ 0 60000 65536"/>
                  <a:gd name="T15" fmla="*/ 0 60000 65536"/>
                  <a:gd name="T16" fmla="*/ 0 60000 65536"/>
                  <a:gd name="T17" fmla="*/ 0 60000 65536"/>
                  <a:gd name="T18" fmla="*/ 0 60000 65536"/>
                  <a:gd name="T19" fmla="*/ 0 60000 65536"/>
                  <a:gd name="T20" fmla="*/ 0 60000 65536"/>
                  <a:gd name="T21" fmla="*/ 0 w 183"/>
                  <a:gd name="T22" fmla="*/ 0 h 127"/>
                  <a:gd name="T23" fmla="*/ 183 w 183"/>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 h="127">
                    <a:moveTo>
                      <a:pt x="0" y="49"/>
                    </a:moveTo>
                    <a:lnTo>
                      <a:pt x="88" y="104"/>
                    </a:lnTo>
                    <a:lnTo>
                      <a:pt x="183" y="127"/>
                    </a:lnTo>
                    <a:lnTo>
                      <a:pt x="169" y="97"/>
                    </a:lnTo>
                    <a:lnTo>
                      <a:pt x="27" y="0"/>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0" name="Freeform 45"/>
              <p:cNvSpPr>
                <a:spLocks/>
              </p:cNvSpPr>
              <p:nvPr/>
            </p:nvSpPr>
            <p:spPr bwMode="auto">
              <a:xfrm>
                <a:off x="3218" y="1777"/>
                <a:ext cx="125" cy="105"/>
              </a:xfrm>
              <a:custGeom>
                <a:avLst/>
                <a:gdLst>
                  <a:gd name="T0" fmla="*/ 2 w 251"/>
                  <a:gd name="T1" fmla="*/ 9 h 209"/>
                  <a:gd name="T2" fmla="*/ 23 w 251"/>
                  <a:gd name="T3" fmla="*/ 28 h 209"/>
                  <a:gd name="T4" fmla="*/ 41 w 251"/>
                  <a:gd name="T5" fmla="*/ 42 h 209"/>
                  <a:gd name="T6" fmla="*/ 62 w 251"/>
                  <a:gd name="T7" fmla="*/ 53 h 209"/>
                  <a:gd name="T8" fmla="*/ 59 w 251"/>
                  <a:gd name="T9" fmla="*/ 43 h 209"/>
                  <a:gd name="T10" fmla="*/ 29 w 251"/>
                  <a:gd name="T11" fmla="*/ 19 h 209"/>
                  <a:gd name="T12" fmla="*/ 10 w 251"/>
                  <a:gd name="T13" fmla="*/ 0 h 209"/>
                  <a:gd name="T14" fmla="*/ 0 w 251"/>
                  <a:gd name="T15" fmla="*/ 0 h 209"/>
                  <a:gd name="T16" fmla="*/ 2 w 251"/>
                  <a:gd name="T17" fmla="*/ 9 h 209"/>
                  <a:gd name="T18" fmla="*/ 2 w 251"/>
                  <a:gd name="T19" fmla="*/ 9 h 2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1"/>
                  <a:gd name="T31" fmla="*/ 0 h 209"/>
                  <a:gd name="T32" fmla="*/ 251 w 251"/>
                  <a:gd name="T33" fmla="*/ 209 h 20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1" h="209">
                    <a:moveTo>
                      <a:pt x="9" y="34"/>
                    </a:moveTo>
                    <a:lnTo>
                      <a:pt x="95" y="112"/>
                    </a:lnTo>
                    <a:lnTo>
                      <a:pt x="165" y="165"/>
                    </a:lnTo>
                    <a:lnTo>
                      <a:pt x="251" y="209"/>
                    </a:lnTo>
                    <a:lnTo>
                      <a:pt x="239" y="169"/>
                    </a:lnTo>
                    <a:lnTo>
                      <a:pt x="118" y="74"/>
                    </a:lnTo>
                    <a:lnTo>
                      <a:pt x="43" y="0"/>
                    </a:lnTo>
                    <a:lnTo>
                      <a:pt x="0" y="0"/>
                    </a:lnTo>
                    <a:lnTo>
                      <a:pt x="9"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1" name="Freeform 46"/>
              <p:cNvSpPr>
                <a:spLocks/>
              </p:cNvSpPr>
              <p:nvPr/>
            </p:nvSpPr>
            <p:spPr bwMode="auto">
              <a:xfrm>
                <a:off x="3244" y="1694"/>
                <a:ext cx="160" cy="152"/>
              </a:xfrm>
              <a:custGeom>
                <a:avLst/>
                <a:gdLst>
                  <a:gd name="T0" fmla="*/ 0 w 321"/>
                  <a:gd name="T1" fmla="*/ 35 h 304"/>
                  <a:gd name="T2" fmla="*/ 26 w 321"/>
                  <a:gd name="T3" fmla="*/ 53 h 304"/>
                  <a:gd name="T4" fmla="*/ 28 w 321"/>
                  <a:gd name="T5" fmla="*/ 45 h 304"/>
                  <a:gd name="T6" fmla="*/ 20 w 321"/>
                  <a:gd name="T7" fmla="*/ 37 h 304"/>
                  <a:gd name="T8" fmla="*/ 17 w 321"/>
                  <a:gd name="T9" fmla="*/ 27 h 304"/>
                  <a:gd name="T10" fmla="*/ 21 w 321"/>
                  <a:gd name="T11" fmla="*/ 18 h 304"/>
                  <a:gd name="T12" fmla="*/ 26 w 321"/>
                  <a:gd name="T13" fmla="*/ 11 h 304"/>
                  <a:gd name="T14" fmla="*/ 47 w 321"/>
                  <a:gd name="T15" fmla="*/ 30 h 304"/>
                  <a:gd name="T16" fmla="*/ 67 w 321"/>
                  <a:gd name="T17" fmla="*/ 49 h 304"/>
                  <a:gd name="T18" fmla="*/ 64 w 321"/>
                  <a:gd name="T19" fmla="*/ 59 h 304"/>
                  <a:gd name="T20" fmla="*/ 55 w 321"/>
                  <a:gd name="T21" fmla="*/ 63 h 304"/>
                  <a:gd name="T22" fmla="*/ 41 w 321"/>
                  <a:gd name="T23" fmla="*/ 62 h 304"/>
                  <a:gd name="T24" fmla="*/ 48 w 321"/>
                  <a:gd name="T25" fmla="*/ 70 h 304"/>
                  <a:gd name="T26" fmla="*/ 59 w 321"/>
                  <a:gd name="T27" fmla="*/ 76 h 304"/>
                  <a:gd name="T28" fmla="*/ 67 w 321"/>
                  <a:gd name="T29" fmla="*/ 73 h 304"/>
                  <a:gd name="T30" fmla="*/ 76 w 321"/>
                  <a:gd name="T31" fmla="*/ 65 h 304"/>
                  <a:gd name="T32" fmla="*/ 80 w 321"/>
                  <a:gd name="T33" fmla="*/ 56 h 304"/>
                  <a:gd name="T34" fmla="*/ 76 w 321"/>
                  <a:gd name="T35" fmla="*/ 42 h 304"/>
                  <a:gd name="T36" fmla="*/ 65 w 321"/>
                  <a:gd name="T37" fmla="*/ 30 h 304"/>
                  <a:gd name="T38" fmla="*/ 43 w 321"/>
                  <a:gd name="T39" fmla="*/ 10 h 304"/>
                  <a:gd name="T40" fmla="*/ 37 w 321"/>
                  <a:gd name="T41" fmla="*/ 0 h 304"/>
                  <a:gd name="T42" fmla="*/ 25 w 321"/>
                  <a:gd name="T43" fmla="*/ 0 h 304"/>
                  <a:gd name="T44" fmla="*/ 14 w 321"/>
                  <a:gd name="T45" fmla="*/ 6 h 304"/>
                  <a:gd name="T46" fmla="*/ 6 w 321"/>
                  <a:gd name="T47" fmla="*/ 15 h 304"/>
                  <a:gd name="T48" fmla="*/ 2 w 321"/>
                  <a:gd name="T49" fmla="*/ 26 h 304"/>
                  <a:gd name="T50" fmla="*/ 0 w 321"/>
                  <a:gd name="T51" fmla="*/ 35 h 304"/>
                  <a:gd name="T52" fmla="*/ 0 w 321"/>
                  <a:gd name="T53" fmla="*/ 35 h 30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21"/>
                  <a:gd name="T82" fmla="*/ 0 h 304"/>
                  <a:gd name="T83" fmla="*/ 321 w 321"/>
                  <a:gd name="T84" fmla="*/ 304 h 30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21" h="304">
                    <a:moveTo>
                      <a:pt x="0" y="138"/>
                    </a:moveTo>
                    <a:lnTo>
                      <a:pt x="105" y="212"/>
                    </a:lnTo>
                    <a:lnTo>
                      <a:pt x="114" y="178"/>
                    </a:lnTo>
                    <a:lnTo>
                      <a:pt x="80" y="148"/>
                    </a:lnTo>
                    <a:lnTo>
                      <a:pt x="70" y="108"/>
                    </a:lnTo>
                    <a:lnTo>
                      <a:pt x="84" y="70"/>
                    </a:lnTo>
                    <a:lnTo>
                      <a:pt x="105" y="43"/>
                    </a:lnTo>
                    <a:lnTo>
                      <a:pt x="188" y="121"/>
                    </a:lnTo>
                    <a:lnTo>
                      <a:pt x="270" y="195"/>
                    </a:lnTo>
                    <a:lnTo>
                      <a:pt x="257" y="235"/>
                    </a:lnTo>
                    <a:lnTo>
                      <a:pt x="222" y="252"/>
                    </a:lnTo>
                    <a:lnTo>
                      <a:pt x="165" y="247"/>
                    </a:lnTo>
                    <a:lnTo>
                      <a:pt x="192" y="277"/>
                    </a:lnTo>
                    <a:lnTo>
                      <a:pt x="236" y="304"/>
                    </a:lnTo>
                    <a:lnTo>
                      <a:pt x="270" y="290"/>
                    </a:lnTo>
                    <a:lnTo>
                      <a:pt x="304" y="260"/>
                    </a:lnTo>
                    <a:lnTo>
                      <a:pt x="321" y="222"/>
                    </a:lnTo>
                    <a:lnTo>
                      <a:pt x="304" y="169"/>
                    </a:lnTo>
                    <a:lnTo>
                      <a:pt x="260" y="121"/>
                    </a:lnTo>
                    <a:lnTo>
                      <a:pt x="175" y="39"/>
                    </a:lnTo>
                    <a:lnTo>
                      <a:pt x="148" y="0"/>
                    </a:lnTo>
                    <a:lnTo>
                      <a:pt x="101" y="0"/>
                    </a:lnTo>
                    <a:lnTo>
                      <a:pt x="57" y="22"/>
                    </a:lnTo>
                    <a:lnTo>
                      <a:pt x="27" y="60"/>
                    </a:lnTo>
                    <a:lnTo>
                      <a:pt x="10" y="104"/>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2" name="Freeform 47"/>
              <p:cNvSpPr>
                <a:spLocks/>
              </p:cNvSpPr>
              <p:nvPr/>
            </p:nvSpPr>
            <p:spPr bwMode="auto">
              <a:xfrm>
                <a:off x="3580" y="1870"/>
                <a:ext cx="86" cy="113"/>
              </a:xfrm>
              <a:custGeom>
                <a:avLst/>
                <a:gdLst>
                  <a:gd name="T0" fmla="*/ 43 w 173"/>
                  <a:gd name="T1" fmla="*/ 6 h 226"/>
                  <a:gd name="T2" fmla="*/ 30 w 173"/>
                  <a:gd name="T3" fmla="*/ 0 h 226"/>
                  <a:gd name="T4" fmla="*/ 18 w 173"/>
                  <a:gd name="T5" fmla="*/ 5 h 226"/>
                  <a:gd name="T6" fmla="*/ 7 w 173"/>
                  <a:gd name="T7" fmla="*/ 11 h 226"/>
                  <a:gd name="T8" fmla="*/ 0 w 173"/>
                  <a:gd name="T9" fmla="*/ 23 h 226"/>
                  <a:gd name="T10" fmla="*/ 1 w 173"/>
                  <a:gd name="T11" fmla="*/ 37 h 226"/>
                  <a:gd name="T12" fmla="*/ 5 w 173"/>
                  <a:gd name="T13" fmla="*/ 42 h 226"/>
                  <a:gd name="T14" fmla="*/ 20 w 173"/>
                  <a:gd name="T15" fmla="*/ 45 h 226"/>
                  <a:gd name="T16" fmla="*/ 15 w 173"/>
                  <a:gd name="T17" fmla="*/ 56 h 226"/>
                  <a:gd name="T18" fmla="*/ 23 w 173"/>
                  <a:gd name="T19" fmla="*/ 57 h 226"/>
                  <a:gd name="T20" fmla="*/ 34 w 173"/>
                  <a:gd name="T21" fmla="*/ 46 h 226"/>
                  <a:gd name="T22" fmla="*/ 42 w 173"/>
                  <a:gd name="T23" fmla="*/ 37 h 226"/>
                  <a:gd name="T24" fmla="*/ 41 w 173"/>
                  <a:gd name="T25" fmla="*/ 27 h 226"/>
                  <a:gd name="T26" fmla="*/ 33 w 173"/>
                  <a:gd name="T27" fmla="*/ 23 h 226"/>
                  <a:gd name="T28" fmla="*/ 27 w 173"/>
                  <a:gd name="T29" fmla="*/ 34 h 226"/>
                  <a:gd name="T30" fmla="*/ 16 w 173"/>
                  <a:gd name="T31" fmla="*/ 35 h 226"/>
                  <a:gd name="T32" fmla="*/ 11 w 173"/>
                  <a:gd name="T33" fmla="*/ 27 h 226"/>
                  <a:gd name="T34" fmla="*/ 19 w 173"/>
                  <a:gd name="T35" fmla="*/ 18 h 226"/>
                  <a:gd name="T36" fmla="*/ 29 w 173"/>
                  <a:gd name="T37" fmla="*/ 14 h 226"/>
                  <a:gd name="T38" fmla="*/ 42 w 173"/>
                  <a:gd name="T39" fmla="*/ 14 h 226"/>
                  <a:gd name="T40" fmla="*/ 43 w 173"/>
                  <a:gd name="T41" fmla="*/ 6 h 226"/>
                  <a:gd name="T42" fmla="*/ 43 w 173"/>
                  <a:gd name="T43" fmla="*/ 6 h 2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3"/>
                  <a:gd name="T67" fmla="*/ 0 h 226"/>
                  <a:gd name="T68" fmla="*/ 173 w 173"/>
                  <a:gd name="T69" fmla="*/ 226 h 2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3" h="226">
                    <a:moveTo>
                      <a:pt x="173" y="23"/>
                    </a:moveTo>
                    <a:lnTo>
                      <a:pt x="122" y="0"/>
                    </a:lnTo>
                    <a:lnTo>
                      <a:pt x="74" y="17"/>
                    </a:lnTo>
                    <a:lnTo>
                      <a:pt x="30" y="44"/>
                    </a:lnTo>
                    <a:lnTo>
                      <a:pt x="0" y="91"/>
                    </a:lnTo>
                    <a:lnTo>
                      <a:pt x="4" y="145"/>
                    </a:lnTo>
                    <a:lnTo>
                      <a:pt x="21" y="166"/>
                    </a:lnTo>
                    <a:lnTo>
                      <a:pt x="82" y="179"/>
                    </a:lnTo>
                    <a:lnTo>
                      <a:pt x="61" y="223"/>
                    </a:lnTo>
                    <a:lnTo>
                      <a:pt x="95" y="226"/>
                    </a:lnTo>
                    <a:lnTo>
                      <a:pt x="139" y="183"/>
                    </a:lnTo>
                    <a:lnTo>
                      <a:pt x="169" y="148"/>
                    </a:lnTo>
                    <a:lnTo>
                      <a:pt x="165" y="105"/>
                    </a:lnTo>
                    <a:lnTo>
                      <a:pt x="135" y="91"/>
                    </a:lnTo>
                    <a:lnTo>
                      <a:pt x="108" y="135"/>
                    </a:lnTo>
                    <a:lnTo>
                      <a:pt x="65" y="139"/>
                    </a:lnTo>
                    <a:lnTo>
                      <a:pt x="44" y="105"/>
                    </a:lnTo>
                    <a:lnTo>
                      <a:pt x="78" y="71"/>
                    </a:lnTo>
                    <a:lnTo>
                      <a:pt x="116" y="57"/>
                    </a:lnTo>
                    <a:lnTo>
                      <a:pt x="169" y="53"/>
                    </a:lnTo>
                    <a:lnTo>
                      <a:pt x="17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3" name="Freeform 48"/>
              <p:cNvSpPr>
                <a:spLocks/>
              </p:cNvSpPr>
              <p:nvPr/>
            </p:nvSpPr>
            <p:spPr bwMode="auto">
              <a:xfrm>
                <a:off x="3565" y="1569"/>
                <a:ext cx="84" cy="286"/>
              </a:xfrm>
              <a:custGeom>
                <a:avLst/>
                <a:gdLst>
                  <a:gd name="T0" fmla="*/ 4 w 169"/>
                  <a:gd name="T1" fmla="*/ 142 h 572"/>
                  <a:gd name="T2" fmla="*/ 0 w 169"/>
                  <a:gd name="T3" fmla="*/ 87 h 572"/>
                  <a:gd name="T4" fmla="*/ 0 w 169"/>
                  <a:gd name="T5" fmla="*/ 52 h 572"/>
                  <a:gd name="T6" fmla="*/ 6 w 169"/>
                  <a:gd name="T7" fmla="*/ 19 h 572"/>
                  <a:gd name="T8" fmla="*/ 9 w 169"/>
                  <a:gd name="T9" fmla="*/ 3 h 572"/>
                  <a:gd name="T10" fmla="*/ 19 w 169"/>
                  <a:gd name="T11" fmla="*/ 0 h 572"/>
                  <a:gd name="T12" fmla="*/ 32 w 169"/>
                  <a:gd name="T13" fmla="*/ 0 h 572"/>
                  <a:gd name="T14" fmla="*/ 42 w 169"/>
                  <a:gd name="T15" fmla="*/ 9 h 572"/>
                  <a:gd name="T16" fmla="*/ 42 w 169"/>
                  <a:gd name="T17" fmla="*/ 23 h 572"/>
                  <a:gd name="T18" fmla="*/ 34 w 169"/>
                  <a:gd name="T19" fmla="*/ 52 h 572"/>
                  <a:gd name="T20" fmla="*/ 31 w 169"/>
                  <a:gd name="T21" fmla="*/ 106 h 572"/>
                  <a:gd name="T22" fmla="*/ 27 w 169"/>
                  <a:gd name="T23" fmla="*/ 143 h 572"/>
                  <a:gd name="T24" fmla="*/ 21 w 169"/>
                  <a:gd name="T25" fmla="*/ 130 h 572"/>
                  <a:gd name="T26" fmla="*/ 22 w 169"/>
                  <a:gd name="T27" fmla="*/ 90 h 572"/>
                  <a:gd name="T28" fmla="*/ 26 w 169"/>
                  <a:gd name="T29" fmla="*/ 53 h 572"/>
                  <a:gd name="T30" fmla="*/ 32 w 169"/>
                  <a:gd name="T31" fmla="*/ 30 h 572"/>
                  <a:gd name="T32" fmla="*/ 30 w 169"/>
                  <a:gd name="T33" fmla="*/ 16 h 572"/>
                  <a:gd name="T34" fmla="*/ 21 w 169"/>
                  <a:gd name="T35" fmla="*/ 13 h 572"/>
                  <a:gd name="T36" fmla="*/ 18 w 169"/>
                  <a:gd name="T37" fmla="*/ 26 h 572"/>
                  <a:gd name="T38" fmla="*/ 14 w 169"/>
                  <a:gd name="T39" fmla="*/ 58 h 572"/>
                  <a:gd name="T40" fmla="*/ 9 w 169"/>
                  <a:gd name="T41" fmla="*/ 102 h 572"/>
                  <a:gd name="T42" fmla="*/ 4 w 169"/>
                  <a:gd name="T43" fmla="*/ 142 h 572"/>
                  <a:gd name="T44" fmla="*/ 4 w 169"/>
                  <a:gd name="T45" fmla="*/ 142 h 5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9"/>
                  <a:gd name="T70" fmla="*/ 0 h 572"/>
                  <a:gd name="T71" fmla="*/ 169 w 169"/>
                  <a:gd name="T72" fmla="*/ 572 h 5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9" h="572">
                    <a:moveTo>
                      <a:pt x="17" y="568"/>
                    </a:moveTo>
                    <a:lnTo>
                      <a:pt x="0" y="347"/>
                    </a:lnTo>
                    <a:lnTo>
                      <a:pt x="0" y="207"/>
                    </a:lnTo>
                    <a:lnTo>
                      <a:pt x="26" y="74"/>
                    </a:lnTo>
                    <a:lnTo>
                      <a:pt x="38" y="13"/>
                    </a:lnTo>
                    <a:lnTo>
                      <a:pt x="77" y="0"/>
                    </a:lnTo>
                    <a:lnTo>
                      <a:pt x="129" y="0"/>
                    </a:lnTo>
                    <a:lnTo>
                      <a:pt x="169" y="34"/>
                    </a:lnTo>
                    <a:lnTo>
                      <a:pt x="169" y="91"/>
                    </a:lnTo>
                    <a:lnTo>
                      <a:pt x="138" y="207"/>
                    </a:lnTo>
                    <a:lnTo>
                      <a:pt x="125" y="425"/>
                    </a:lnTo>
                    <a:lnTo>
                      <a:pt x="108" y="572"/>
                    </a:lnTo>
                    <a:lnTo>
                      <a:pt x="87" y="520"/>
                    </a:lnTo>
                    <a:lnTo>
                      <a:pt x="91" y="359"/>
                    </a:lnTo>
                    <a:lnTo>
                      <a:pt x="104" y="213"/>
                    </a:lnTo>
                    <a:lnTo>
                      <a:pt x="129" y="121"/>
                    </a:lnTo>
                    <a:lnTo>
                      <a:pt x="121" y="64"/>
                    </a:lnTo>
                    <a:lnTo>
                      <a:pt x="87" y="51"/>
                    </a:lnTo>
                    <a:lnTo>
                      <a:pt x="74" y="104"/>
                    </a:lnTo>
                    <a:lnTo>
                      <a:pt x="57" y="230"/>
                    </a:lnTo>
                    <a:lnTo>
                      <a:pt x="38" y="408"/>
                    </a:lnTo>
                    <a:lnTo>
                      <a:pt x="17" y="5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4" name="Freeform 49"/>
              <p:cNvSpPr>
                <a:spLocks/>
              </p:cNvSpPr>
              <p:nvPr/>
            </p:nvSpPr>
            <p:spPr bwMode="auto">
              <a:xfrm>
                <a:off x="3946" y="1975"/>
                <a:ext cx="35" cy="25"/>
              </a:xfrm>
              <a:custGeom>
                <a:avLst/>
                <a:gdLst>
                  <a:gd name="T0" fmla="*/ 0 w 70"/>
                  <a:gd name="T1" fmla="*/ 1 h 52"/>
                  <a:gd name="T2" fmla="*/ 11 w 70"/>
                  <a:gd name="T3" fmla="*/ 0 h 52"/>
                  <a:gd name="T4" fmla="*/ 18 w 70"/>
                  <a:gd name="T5" fmla="*/ 7 h 52"/>
                  <a:gd name="T6" fmla="*/ 13 w 70"/>
                  <a:gd name="T7" fmla="*/ 12 h 52"/>
                  <a:gd name="T8" fmla="*/ 3 w 70"/>
                  <a:gd name="T9" fmla="*/ 8 h 52"/>
                  <a:gd name="T10" fmla="*/ 0 w 70"/>
                  <a:gd name="T11" fmla="*/ 1 h 52"/>
                  <a:gd name="T12" fmla="*/ 0 w 70"/>
                  <a:gd name="T13" fmla="*/ 1 h 52"/>
                  <a:gd name="T14" fmla="*/ 0 60000 65536"/>
                  <a:gd name="T15" fmla="*/ 0 60000 65536"/>
                  <a:gd name="T16" fmla="*/ 0 60000 65536"/>
                  <a:gd name="T17" fmla="*/ 0 60000 65536"/>
                  <a:gd name="T18" fmla="*/ 0 60000 65536"/>
                  <a:gd name="T19" fmla="*/ 0 60000 65536"/>
                  <a:gd name="T20" fmla="*/ 0 60000 65536"/>
                  <a:gd name="T21" fmla="*/ 0 w 70"/>
                  <a:gd name="T22" fmla="*/ 0 h 52"/>
                  <a:gd name="T23" fmla="*/ 70 w 70"/>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52">
                    <a:moveTo>
                      <a:pt x="0" y="4"/>
                    </a:moveTo>
                    <a:lnTo>
                      <a:pt x="43" y="0"/>
                    </a:lnTo>
                    <a:lnTo>
                      <a:pt x="70" y="31"/>
                    </a:lnTo>
                    <a:lnTo>
                      <a:pt x="51" y="52"/>
                    </a:lnTo>
                    <a:lnTo>
                      <a:pt x="13" y="3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5" name="Freeform 50"/>
              <p:cNvSpPr>
                <a:spLocks/>
              </p:cNvSpPr>
              <p:nvPr/>
            </p:nvSpPr>
            <p:spPr bwMode="auto">
              <a:xfrm>
                <a:off x="3894" y="2017"/>
                <a:ext cx="78" cy="37"/>
              </a:xfrm>
              <a:custGeom>
                <a:avLst/>
                <a:gdLst>
                  <a:gd name="T0" fmla="*/ 0 w 156"/>
                  <a:gd name="T1" fmla="*/ 3 h 74"/>
                  <a:gd name="T2" fmla="*/ 13 w 156"/>
                  <a:gd name="T3" fmla="*/ 13 h 74"/>
                  <a:gd name="T4" fmla="*/ 31 w 156"/>
                  <a:gd name="T5" fmla="*/ 19 h 74"/>
                  <a:gd name="T6" fmla="*/ 39 w 156"/>
                  <a:gd name="T7" fmla="*/ 15 h 74"/>
                  <a:gd name="T8" fmla="*/ 37 w 156"/>
                  <a:gd name="T9" fmla="*/ 8 h 74"/>
                  <a:gd name="T10" fmla="*/ 22 w 156"/>
                  <a:gd name="T11" fmla="*/ 6 h 74"/>
                  <a:gd name="T12" fmla="*/ 8 w 156"/>
                  <a:gd name="T13" fmla="*/ 0 h 74"/>
                  <a:gd name="T14" fmla="*/ 0 w 156"/>
                  <a:gd name="T15" fmla="*/ 3 h 74"/>
                  <a:gd name="T16" fmla="*/ 0 w 156"/>
                  <a:gd name="T17" fmla="*/ 3 h 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6"/>
                  <a:gd name="T28" fmla="*/ 0 h 74"/>
                  <a:gd name="T29" fmla="*/ 156 w 156"/>
                  <a:gd name="T30" fmla="*/ 74 h 7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6" h="74">
                    <a:moveTo>
                      <a:pt x="0" y="9"/>
                    </a:moveTo>
                    <a:lnTo>
                      <a:pt x="50" y="53"/>
                    </a:lnTo>
                    <a:lnTo>
                      <a:pt x="122" y="74"/>
                    </a:lnTo>
                    <a:lnTo>
                      <a:pt x="156" y="61"/>
                    </a:lnTo>
                    <a:lnTo>
                      <a:pt x="145" y="32"/>
                    </a:lnTo>
                    <a:lnTo>
                      <a:pt x="88" y="23"/>
                    </a:lnTo>
                    <a:lnTo>
                      <a:pt x="31" y="0"/>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6" name="Freeform 51"/>
              <p:cNvSpPr>
                <a:spLocks/>
              </p:cNvSpPr>
              <p:nvPr/>
            </p:nvSpPr>
            <p:spPr bwMode="auto">
              <a:xfrm>
                <a:off x="3868" y="2044"/>
                <a:ext cx="95" cy="61"/>
              </a:xfrm>
              <a:custGeom>
                <a:avLst/>
                <a:gdLst>
                  <a:gd name="T0" fmla="*/ 0 w 190"/>
                  <a:gd name="T1" fmla="*/ 0 h 122"/>
                  <a:gd name="T2" fmla="*/ 6 w 190"/>
                  <a:gd name="T3" fmla="*/ 11 h 122"/>
                  <a:gd name="T4" fmla="*/ 27 w 190"/>
                  <a:gd name="T5" fmla="*/ 23 h 122"/>
                  <a:gd name="T6" fmla="*/ 42 w 190"/>
                  <a:gd name="T7" fmla="*/ 31 h 122"/>
                  <a:gd name="T8" fmla="*/ 48 w 190"/>
                  <a:gd name="T9" fmla="*/ 27 h 122"/>
                  <a:gd name="T10" fmla="*/ 47 w 190"/>
                  <a:gd name="T11" fmla="*/ 20 h 122"/>
                  <a:gd name="T12" fmla="*/ 28 w 190"/>
                  <a:gd name="T13" fmla="*/ 10 h 122"/>
                  <a:gd name="T14" fmla="*/ 9 w 190"/>
                  <a:gd name="T15" fmla="*/ 1 h 122"/>
                  <a:gd name="T16" fmla="*/ 0 w 190"/>
                  <a:gd name="T17" fmla="*/ 0 h 122"/>
                  <a:gd name="T18" fmla="*/ 0 w 190"/>
                  <a:gd name="T19" fmla="*/ 0 h 1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0"/>
                  <a:gd name="T31" fmla="*/ 0 h 122"/>
                  <a:gd name="T32" fmla="*/ 190 w 190"/>
                  <a:gd name="T33" fmla="*/ 122 h 1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0" h="122">
                    <a:moveTo>
                      <a:pt x="0" y="0"/>
                    </a:moveTo>
                    <a:lnTo>
                      <a:pt x="21" y="44"/>
                    </a:lnTo>
                    <a:lnTo>
                      <a:pt x="108" y="91"/>
                    </a:lnTo>
                    <a:lnTo>
                      <a:pt x="165" y="122"/>
                    </a:lnTo>
                    <a:lnTo>
                      <a:pt x="190" y="108"/>
                    </a:lnTo>
                    <a:lnTo>
                      <a:pt x="186" y="78"/>
                    </a:lnTo>
                    <a:lnTo>
                      <a:pt x="112" y="38"/>
                    </a:lnTo>
                    <a:lnTo>
                      <a:pt x="34"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7" name="Freeform 52"/>
              <p:cNvSpPr>
                <a:spLocks/>
              </p:cNvSpPr>
              <p:nvPr/>
            </p:nvSpPr>
            <p:spPr bwMode="auto">
              <a:xfrm>
                <a:off x="3799" y="2070"/>
                <a:ext cx="160" cy="119"/>
              </a:xfrm>
              <a:custGeom>
                <a:avLst/>
                <a:gdLst>
                  <a:gd name="T0" fmla="*/ 17 w 321"/>
                  <a:gd name="T1" fmla="*/ 1 h 240"/>
                  <a:gd name="T2" fmla="*/ 64 w 321"/>
                  <a:gd name="T3" fmla="*/ 33 h 240"/>
                  <a:gd name="T4" fmla="*/ 58 w 321"/>
                  <a:gd name="T5" fmla="*/ 46 h 240"/>
                  <a:gd name="T6" fmla="*/ 30 w 321"/>
                  <a:gd name="T7" fmla="*/ 30 h 240"/>
                  <a:gd name="T8" fmla="*/ 12 w 321"/>
                  <a:gd name="T9" fmla="*/ 19 h 240"/>
                  <a:gd name="T10" fmla="*/ 8 w 321"/>
                  <a:gd name="T11" fmla="*/ 10 h 240"/>
                  <a:gd name="T12" fmla="*/ 5 w 321"/>
                  <a:gd name="T13" fmla="*/ 3 h 240"/>
                  <a:gd name="T14" fmla="*/ 0 w 321"/>
                  <a:gd name="T15" fmla="*/ 11 h 240"/>
                  <a:gd name="T16" fmla="*/ 0 w 321"/>
                  <a:gd name="T17" fmla="*/ 23 h 240"/>
                  <a:gd name="T18" fmla="*/ 12 w 321"/>
                  <a:gd name="T19" fmla="*/ 33 h 240"/>
                  <a:gd name="T20" fmla="*/ 35 w 321"/>
                  <a:gd name="T21" fmla="*/ 49 h 240"/>
                  <a:gd name="T22" fmla="*/ 55 w 321"/>
                  <a:gd name="T23" fmla="*/ 59 h 240"/>
                  <a:gd name="T24" fmla="*/ 67 w 321"/>
                  <a:gd name="T25" fmla="*/ 56 h 240"/>
                  <a:gd name="T26" fmla="*/ 77 w 321"/>
                  <a:gd name="T27" fmla="*/ 44 h 240"/>
                  <a:gd name="T28" fmla="*/ 80 w 321"/>
                  <a:gd name="T29" fmla="*/ 31 h 240"/>
                  <a:gd name="T30" fmla="*/ 71 w 321"/>
                  <a:gd name="T31" fmla="*/ 23 h 240"/>
                  <a:gd name="T32" fmla="*/ 43 w 321"/>
                  <a:gd name="T33" fmla="*/ 10 h 240"/>
                  <a:gd name="T34" fmla="*/ 27 w 321"/>
                  <a:gd name="T35" fmla="*/ 0 h 240"/>
                  <a:gd name="T36" fmla="*/ 17 w 321"/>
                  <a:gd name="T37" fmla="*/ 1 h 240"/>
                  <a:gd name="T38" fmla="*/ 17 w 321"/>
                  <a:gd name="T39" fmla="*/ 1 h 24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1"/>
                  <a:gd name="T61" fmla="*/ 0 h 240"/>
                  <a:gd name="T62" fmla="*/ 321 w 321"/>
                  <a:gd name="T63" fmla="*/ 240 h 24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1" h="240">
                    <a:moveTo>
                      <a:pt x="70" y="6"/>
                    </a:moveTo>
                    <a:lnTo>
                      <a:pt x="257" y="135"/>
                    </a:lnTo>
                    <a:lnTo>
                      <a:pt x="234" y="187"/>
                    </a:lnTo>
                    <a:lnTo>
                      <a:pt x="122" y="122"/>
                    </a:lnTo>
                    <a:lnTo>
                      <a:pt x="48" y="78"/>
                    </a:lnTo>
                    <a:lnTo>
                      <a:pt x="34" y="40"/>
                    </a:lnTo>
                    <a:lnTo>
                      <a:pt x="23" y="14"/>
                    </a:lnTo>
                    <a:lnTo>
                      <a:pt x="0" y="44"/>
                    </a:lnTo>
                    <a:lnTo>
                      <a:pt x="0" y="92"/>
                    </a:lnTo>
                    <a:lnTo>
                      <a:pt x="48" y="135"/>
                    </a:lnTo>
                    <a:lnTo>
                      <a:pt x="143" y="200"/>
                    </a:lnTo>
                    <a:lnTo>
                      <a:pt x="221" y="240"/>
                    </a:lnTo>
                    <a:lnTo>
                      <a:pt x="268" y="227"/>
                    </a:lnTo>
                    <a:lnTo>
                      <a:pt x="308" y="179"/>
                    </a:lnTo>
                    <a:lnTo>
                      <a:pt x="321" y="126"/>
                    </a:lnTo>
                    <a:lnTo>
                      <a:pt x="287" y="92"/>
                    </a:lnTo>
                    <a:lnTo>
                      <a:pt x="173" y="40"/>
                    </a:lnTo>
                    <a:lnTo>
                      <a:pt x="108" y="0"/>
                    </a:lnTo>
                    <a:lnTo>
                      <a:pt x="7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8" name="Freeform 53"/>
              <p:cNvSpPr>
                <a:spLocks/>
              </p:cNvSpPr>
              <p:nvPr/>
            </p:nvSpPr>
            <p:spPr bwMode="auto">
              <a:xfrm>
                <a:off x="3775" y="1488"/>
                <a:ext cx="39" cy="57"/>
              </a:xfrm>
              <a:custGeom>
                <a:avLst/>
                <a:gdLst>
                  <a:gd name="T0" fmla="*/ 12 w 78"/>
                  <a:gd name="T1" fmla="*/ 0 h 114"/>
                  <a:gd name="T2" fmla="*/ 0 w 78"/>
                  <a:gd name="T3" fmla="*/ 22 h 114"/>
                  <a:gd name="T4" fmla="*/ 8 w 78"/>
                  <a:gd name="T5" fmla="*/ 29 h 114"/>
                  <a:gd name="T6" fmla="*/ 20 w 78"/>
                  <a:gd name="T7" fmla="*/ 10 h 114"/>
                  <a:gd name="T8" fmla="*/ 12 w 78"/>
                  <a:gd name="T9" fmla="*/ 0 h 114"/>
                  <a:gd name="T10" fmla="*/ 12 w 78"/>
                  <a:gd name="T11" fmla="*/ 0 h 114"/>
                  <a:gd name="T12" fmla="*/ 0 60000 65536"/>
                  <a:gd name="T13" fmla="*/ 0 60000 65536"/>
                  <a:gd name="T14" fmla="*/ 0 60000 65536"/>
                  <a:gd name="T15" fmla="*/ 0 60000 65536"/>
                  <a:gd name="T16" fmla="*/ 0 60000 65536"/>
                  <a:gd name="T17" fmla="*/ 0 60000 65536"/>
                  <a:gd name="T18" fmla="*/ 0 w 78"/>
                  <a:gd name="T19" fmla="*/ 0 h 114"/>
                  <a:gd name="T20" fmla="*/ 78 w 78"/>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78" h="114">
                    <a:moveTo>
                      <a:pt x="47" y="0"/>
                    </a:moveTo>
                    <a:lnTo>
                      <a:pt x="0" y="88"/>
                    </a:lnTo>
                    <a:lnTo>
                      <a:pt x="30" y="114"/>
                    </a:lnTo>
                    <a:lnTo>
                      <a:pt x="78" y="40"/>
                    </a:lnTo>
                    <a:lnTo>
                      <a:pt x="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9" name="Freeform 54"/>
              <p:cNvSpPr>
                <a:spLocks/>
              </p:cNvSpPr>
              <p:nvPr/>
            </p:nvSpPr>
            <p:spPr bwMode="auto">
              <a:xfrm>
                <a:off x="3814" y="1482"/>
                <a:ext cx="100" cy="95"/>
              </a:xfrm>
              <a:custGeom>
                <a:avLst/>
                <a:gdLst>
                  <a:gd name="T0" fmla="*/ 43 w 199"/>
                  <a:gd name="T1" fmla="*/ 0 h 190"/>
                  <a:gd name="T2" fmla="*/ 31 w 199"/>
                  <a:gd name="T3" fmla="*/ 11 h 190"/>
                  <a:gd name="T4" fmla="*/ 21 w 199"/>
                  <a:gd name="T5" fmla="*/ 22 h 190"/>
                  <a:gd name="T6" fmla="*/ 0 w 199"/>
                  <a:gd name="T7" fmla="*/ 48 h 190"/>
                  <a:gd name="T8" fmla="*/ 16 w 199"/>
                  <a:gd name="T9" fmla="*/ 40 h 190"/>
                  <a:gd name="T10" fmla="*/ 48 w 199"/>
                  <a:gd name="T11" fmla="*/ 9 h 190"/>
                  <a:gd name="T12" fmla="*/ 50 w 199"/>
                  <a:gd name="T13" fmla="*/ 1 h 190"/>
                  <a:gd name="T14" fmla="*/ 43 w 199"/>
                  <a:gd name="T15" fmla="*/ 0 h 190"/>
                  <a:gd name="T16" fmla="*/ 43 w 199"/>
                  <a:gd name="T17" fmla="*/ 0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9"/>
                  <a:gd name="T28" fmla="*/ 0 h 190"/>
                  <a:gd name="T29" fmla="*/ 199 w 199"/>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9" h="190">
                    <a:moveTo>
                      <a:pt x="169" y="0"/>
                    </a:moveTo>
                    <a:lnTo>
                      <a:pt x="121" y="41"/>
                    </a:lnTo>
                    <a:lnTo>
                      <a:pt x="81" y="85"/>
                    </a:lnTo>
                    <a:lnTo>
                      <a:pt x="0" y="190"/>
                    </a:lnTo>
                    <a:lnTo>
                      <a:pt x="64" y="159"/>
                    </a:lnTo>
                    <a:lnTo>
                      <a:pt x="190" y="34"/>
                    </a:lnTo>
                    <a:lnTo>
                      <a:pt x="199" y="3"/>
                    </a:lnTo>
                    <a:lnTo>
                      <a:pt x="1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0" name="Freeform 55"/>
              <p:cNvSpPr>
                <a:spLocks/>
              </p:cNvSpPr>
              <p:nvPr/>
            </p:nvSpPr>
            <p:spPr bwMode="auto">
              <a:xfrm>
                <a:off x="3836" y="1486"/>
                <a:ext cx="127" cy="147"/>
              </a:xfrm>
              <a:custGeom>
                <a:avLst/>
                <a:gdLst>
                  <a:gd name="T0" fmla="*/ 55 w 255"/>
                  <a:gd name="T1" fmla="*/ 4 h 295"/>
                  <a:gd name="T2" fmla="*/ 30 w 255"/>
                  <a:gd name="T3" fmla="*/ 36 h 295"/>
                  <a:gd name="T4" fmla="*/ 0 w 255"/>
                  <a:gd name="T5" fmla="*/ 67 h 295"/>
                  <a:gd name="T6" fmla="*/ 3 w 255"/>
                  <a:gd name="T7" fmla="*/ 73 h 295"/>
                  <a:gd name="T8" fmla="*/ 11 w 255"/>
                  <a:gd name="T9" fmla="*/ 67 h 295"/>
                  <a:gd name="T10" fmla="*/ 26 w 255"/>
                  <a:gd name="T11" fmla="*/ 52 h 295"/>
                  <a:gd name="T12" fmla="*/ 51 w 255"/>
                  <a:gd name="T13" fmla="*/ 27 h 295"/>
                  <a:gd name="T14" fmla="*/ 63 w 255"/>
                  <a:gd name="T15" fmla="*/ 11 h 295"/>
                  <a:gd name="T16" fmla="*/ 63 w 255"/>
                  <a:gd name="T17" fmla="*/ 0 h 295"/>
                  <a:gd name="T18" fmla="*/ 55 w 255"/>
                  <a:gd name="T19" fmla="*/ 4 h 295"/>
                  <a:gd name="T20" fmla="*/ 55 w 255"/>
                  <a:gd name="T21" fmla="*/ 4 h 2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5"/>
                  <a:gd name="T34" fmla="*/ 0 h 295"/>
                  <a:gd name="T35" fmla="*/ 255 w 255"/>
                  <a:gd name="T36" fmla="*/ 295 h 29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5" h="295">
                    <a:moveTo>
                      <a:pt x="221" y="17"/>
                    </a:moveTo>
                    <a:lnTo>
                      <a:pt x="122" y="145"/>
                    </a:lnTo>
                    <a:lnTo>
                      <a:pt x="0" y="270"/>
                    </a:lnTo>
                    <a:lnTo>
                      <a:pt x="14" y="295"/>
                    </a:lnTo>
                    <a:lnTo>
                      <a:pt x="44" y="270"/>
                    </a:lnTo>
                    <a:lnTo>
                      <a:pt x="105" y="209"/>
                    </a:lnTo>
                    <a:lnTo>
                      <a:pt x="207" y="109"/>
                    </a:lnTo>
                    <a:lnTo>
                      <a:pt x="255" y="44"/>
                    </a:lnTo>
                    <a:lnTo>
                      <a:pt x="255" y="0"/>
                    </a:lnTo>
                    <a:lnTo>
                      <a:pt x="22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3" name="Freeform 58"/>
              <p:cNvSpPr>
                <a:spLocks/>
              </p:cNvSpPr>
              <p:nvPr/>
            </p:nvSpPr>
            <p:spPr bwMode="auto">
              <a:xfrm>
                <a:off x="4232" y="1538"/>
                <a:ext cx="27" cy="29"/>
              </a:xfrm>
              <a:custGeom>
                <a:avLst/>
                <a:gdLst>
                  <a:gd name="T0" fmla="*/ 0 w 53"/>
                  <a:gd name="T1" fmla="*/ 5 h 57"/>
                  <a:gd name="T2" fmla="*/ 8 w 53"/>
                  <a:gd name="T3" fmla="*/ 0 h 57"/>
                  <a:gd name="T4" fmla="*/ 14 w 53"/>
                  <a:gd name="T5" fmla="*/ 5 h 57"/>
                  <a:gd name="T6" fmla="*/ 9 w 53"/>
                  <a:gd name="T7" fmla="*/ 15 h 57"/>
                  <a:gd name="T8" fmla="*/ 0 w 53"/>
                  <a:gd name="T9" fmla="*/ 5 h 57"/>
                  <a:gd name="T10" fmla="*/ 0 w 53"/>
                  <a:gd name="T11" fmla="*/ 5 h 57"/>
                  <a:gd name="T12" fmla="*/ 0 60000 65536"/>
                  <a:gd name="T13" fmla="*/ 0 60000 65536"/>
                  <a:gd name="T14" fmla="*/ 0 60000 65536"/>
                  <a:gd name="T15" fmla="*/ 0 60000 65536"/>
                  <a:gd name="T16" fmla="*/ 0 60000 65536"/>
                  <a:gd name="T17" fmla="*/ 0 60000 65536"/>
                  <a:gd name="T18" fmla="*/ 0 w 53"/>
                  <a:gd name="T19" fmla="*/ 0 h 57"/>
                  <a:gd name="T20" fmla="*/ 53 w 53"/>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53" h="57">
                    <a:moveTo>
                      <a:pt x="0" y="17"/>
                    </a:moveTo>
                    <a:lnTo>
                      <a:pt x="30" y="0"/>
                    </a:lnTo>
                    <a:lnTo>
                      <a:pt x="53" y="17"/>
                    </a:lnTo>
                    <a:lnTo>
                      <a:pt x="34" y="5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4" name="Freeform 59"/>
              <p:cNvSpPr>
                <a:spLocks/>
              </p:cNvSpPr>
              <p:nvPr/>
            </p:nvSpPr>
            <p:spPr bwMode="auto">
              <a:xfrm>
                <a:off x="4245" y="1591"/>
                <a:ext cx="37" cy="25"/>
              </a:xfrm>
              <a:custGeom>
                <a:avLst/>
                <a:gdLst>
                  <a:gd name="T0" fmla="*/ 0 w 75"/>
                  <a:gd name="T1" fmla="*/ 4 h 52"/>
                  <a:gd name="T2" fmla="*/ 12 w 75"/>
                  <a:gd name="T3" fmla="*/ 0 h 52"/>
                  <a:gd name="T4" fmla="*/ 18 w 75"/>
                  <a:gd name="T5" fmla="*/ 3 h 52"/>
                  <a:gd name="T6" fmla="*/ 9 w 75"/>
                  <a:gd name="T7" fmla="*/ 12 h 52"/>
                  <a:gd name="T8" fmla="*/ 1 w 75"/>
                  <a:gd name="T9" fmla="*/ 11 h 52"/>
                  <a:gd name="T10" fmla="*/ 0 w 75"/>
                  <a:gd name="T11" fmla="*/ 4 h 52"/>
                  <a:gd name="T12" fmla="*/ 0 w 75"/>
                  <a:gd name="T13" fmla="*/ 4 h 52"/>
                  <a:gd name="T14" fmla="*/ 0 60000 65536"/>
                  <a:gd name="T15" fmla="*/ 0 60000 65536"/>
                  <a:gd name="T16" fmla="*/ 0 60000 65536"/>
                  <a:gd name="T17" fmla="*/ 0 60000 65536"/>
                  <a:gd name="T18" fmla="*/ 0 60000 65536"/>
                  <a:gd name="T19" fmla="*/ 0 60000 65536"/>
                  <a:gd name="T20" fmla="*/ 0 60000 65536"/>
                  <a:gd name="T21" fmla="*/ 0 w 75"/>
                  <a:gd name="T22" fmla="*/ 0 h 52"/>
                  <a:gd name="T23" fmla="*/ 75 w 75"/>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52">
                    <a:moveTo>
                      <a:pt x="0" y="17"/>
                    </a:moveTo>
                    <a:lnTo>
                      <a:pt x="48" y="0"/>
                    </a:lnTo>
                    <a:lnTo>
                      <a:pt x="75" y="14"/>
                    </a:lnTo>
                    <a:lnTo>
                      <a:pt x="38" y="52"/>
                    </a:lnTo>
                    <a:lnTo>
                      <a:pt x="4" y="48"/>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5" name="Freeform 60"/>
              <p:cNvSpPr>
                <a:spLocks/>
              </p:cNvSpPr>
              <p:nvPr/>
            </p:nvSpPr>
            <p:spPr bwMode="auto">
              <a:xfrm>
                <a:off x="4245" y="1638"/>
                <a:ext cx="63" cy="33"/>
              </a:xfrm>
              <a:custGeom>
                <a:avLst/>
                <a:gdLst>
                  <a:gd name="T0" fmla="*/ 0 w 126"/>
                  <a:gd name="T1" fmla="*/ 8 h 65"/>
                  <a:gd name="T2" fmla="*/ 16 w 126"/>
                  <a:gd name="T3" fmla="*/ 0 h 65"/>
                  <a:gd name="T4" fmla="*/ 32 w 126"/>
                  <a:gd name="T5" fmla="*/ 0 h 65"/>
                  <a:gd name="T6" fmla="*/ 31 w 126"/>
                  <a:gd name="T7" fmla="*/ 8 h 65"/>
                  <a:gd name="T8" fmla="*/ 16 w 126"/>
                  <a:gd name="T9" fmla="*/ 15 h 65"/>
                  <a:gd name="T10" fmla="*/ 2 w 126"/>
                  <a:gd name="T11" fmla="*/ 17 h 65"/>
                  <a:gd name="T12" fmla="*/ 0 w 126"/>
                  <a:gd name="T13" fmla="*/ 8 h 65"/>
                  <a:gd name="T14" fmla="*/ 0 w 126"/>
                  <a:gd name="T15" fmla="*/ 8 h 65"/>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65"/>
                  <a:gd name="T26" fmla="*/ 126 w 12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65">
                    <a:moveTo>
                      <a:pt x="0" y="31"/>
                    </a:moveTo>
                    <a:lnTo>
                      <a:pt x="61" y="0"/>
                    </a:lnTo>
                    <a:lnTo>
                      <a:pt x="126" y="0"/>
                    </a:lnTo>
                    <a:lnTo>
                      <a:pt x="122" y="31"/>
                    </a:lnTo>
                    <a:lnTo>
                      <a:pt x="61" y="57"/>
                    </a:lnTo>
                    <a:lnTo>
                      <a:pt x="8" y="6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6" name="Freeform 61"/>
              <p:cNvSpPr>
                <a:spLocks/>
              </p:cNvSpPr>
              <p:nvPr/>
            </p:nvSpPr>
            <p:spPr bwMode="auto">
              <a:xfrm>
                <a:off x="4243" y="1679"/>
                <a:ext cx="80" cy="46"/>
              </a:xfrm>
              <a:custGeom>
                <a:avLst/>
                <a:gdLst>
                  <a:gd name="T0" fmla="*/ 0 w 159"/>
                  <a:gd name="T1" fmla="*/ 16 h 91"/>
                  <a:gd name="T2" fmla="*/ 20 w 159"/>
                  <a:gd name="T3" fmla="*/ 8 h 91"/>
                  <a:gd name="T4" fmla="*/ 37 w 159"/>
                  <a:gd name="T5" fmla="*/ 0 h 91"/>
                  <a:gd name="T6" fmla="*/ 40 w 159"/>
                  <a:gd name="T7" fmla="*/ 7 h 91"/>
                  <a:gd name="T8" fmla="*/ 32 w 159"/>
                  <a:gd name="T9" fmla="*/ 17 h 91"/>
                  <a:gd name="T10" fmla="*/ 14 w 159"/>
                  <a:gd name="T11" fmla="*/ 21 h 91"/>
                  <a:gd name="T12" fmla="*/ 6 w 159"/>
                  <a:gd name="T13" fmla="*/ 23 h 91"/>
                  <a:gd name="T14" fmla="*/ 0 w 159"/>
                  <a:gd name="T15" fmla="*/ 16 h 91"/>
                  <a:gd name="T16" fmla="*/ 0 w 159"/>
                  <a:gd name="T17" fmla="*/ 16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91"/>
                  <a:gd name="T29" fmla="*/ 159 w 159"/>
                  <a:gd name="T30" fmla="*/ 91 h 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91">
                    <a:moveTo>
                      <a:pt x="0" y="61"/>
                    </a:moveTo>
                    <a:lnTo>
                      <a:pt x="78" y="31"/>
                    </a:lnTo>
                    <a:lnTo>
                      <a:pt x="146" y="0"/>
                    </a:lnTo>
                    <a:lnTo>
                      <a:pt x="159" y="27"/>
                    </a:lnTo>
                    <a:lnTo>
                      <a:pt x="125" y="67"/>
                    </a:lnTo>
                    <a:lnTo>
                      <a:pt x="55" y="84"/>
                    </a:lnTo>
                    <a:lnTo>
                      <a:pt x="21" y="91"/>
                    </a:lnTo>
                    <a:lnTo>
                      <a:pt x="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8" name="Freeform 63"/>
              <p:cNvSpPr>
                <a:spLocks/>
              </p:cNvSpPr>
              <p:nvPr/>
            </p:nvSpPr>
            <p:spPr bwMode="auto">
              <a:xfrm>
                <a:off x="4301" y="1521"/>
                <a:ext cx="24" cy="24"/>
              </a:xfrm>
              <a:custGeom>
                <a:avLst/>
                <a:gdLst>
                  <a:gd name="T0" fmla="*/ 0 w 47"/>
                  <a:gd name="T1" fmla="*/ 6 h 47"/>
                  <a:gd name="T2" fmla="*/ 8 w 47"/>
                  <a:gd name="T3" fmla="*/ 0 h 47"/>
                  <a:gd name="T4" fmla="*/ 12 w 47"/>
                  <a:gd name="T5" fmla="*/ 9 h 47"/>
                  <a:gd name="T6" fmla="*/ 6 w 47"/>
                  <a:gd name="T7" fmla="*/ 12 h 47"/>
                  <a:gd name="T8" fmla="*/ 0 w 47"/>
                  <a:gd name="T9" fmla="*/ 6 h 47"/>
                  <a:gd name="T10" fmla="*/ 0 w 47"/>
                  <a:gd name="T11" fmla="*/ 6 h 47"/>
                  <a:gd name="T12" fmla="*/ 0 60000 65536"/>
                  <a:gd name="T13" fmla="*/ 0 60000 65536"/>
                  <a:gd name="T14" fmla="*/ 0 60000 65536"/>
                  <a:gd name="T15" fmla="*/ 0 60000 65536"/>
                  <a:gd name="T16" fmla="*/ 0 60000 65536"/>
                  <a:gd name="T17" fmla="*/ 0 60000 65536"/>
                  <a:gd name="T18" fmla="*/ 0 w 47"/>
                  <a:gd name="T19" fmla="*/ 0 h 47"/>
                  <a:gd name="T20" fmla="*/ 47 w 47"/>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47" h="47">
                    <a:moveTo>
                      <a:pt x="0" y="21"/>
                    </a:moveTo>
                    <a:lnTo>
                      <a:pt x="30" y="0"/>
                    </a:lnTo>
                    <a:lnTo>
                      <a:pt x="47" y="34"/>
                    </a:lnTo>
                    <a:lnTo>
                      <a:pt x="22" y="47"/>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29" name="Freeform 64"/>
              <p:cNvSpPr>
                <a:spLocks/>
              </p:cNvSpPr>
              <p:nvPr/>
            </p:nvSpPr>
            <p:spPr bwMode="auto">
              <a:xfrm>
                <a:off x="4323" y="1577"/>
                <a:ext cx="24" cy="22"/>
              </a:xfrm>
              <a:custGeom>
                <a:avLst/>
                <a:gdLst>
                  <a:gd name="T0" fmla="*/ 0 w 48"/>
                  <a:gd name="T1" fmla="*/ 0 h 43"/>
                  <a:gd name="T2" fmla="*/ 10 w 48"/>
                  <a:gd name="T3" fmla="*/ 0 h 43"/>
                  <a:gd name="T4" fmla="*/ 12 w 48"/>
                  <a:gd name="T5" fmla="*/ 11 h 43"/>
                  <a:gd name="T6" fmla="*/ 4 w 48"/>
                  <a:gd name="T7" fmla="*/ 10 h 43"/>
                  <a:gd name="T8" fmla="*/ 0 w 48"/>
                  <a:gd name="T9" fmla="*/ 0 h 43"/>
                  <a:gd name="T10" fmla="*/ 0 w 48"/>
                  <a:gd name="T11" fmla="*/ 0 h 43"/>
                  <a:gd name="T12" fmla="*/ 0 60000 65536"/>
                  <a:gd name="T13" fmla="*/ 0 60000 65536"/>
                  <a:gd name="T14" fmla="*/ 0 60000 65536"/>
                  <a:gd name="T15" fmla="*/ 0 60000 65536"/>
                  <a:gd name="T16" fmla="*/ 0 60000 65536"/>
                  <a:gd name="T17" fmla="*/ 0 60000 65536"/>
                  <a:gd name="T18" fmla="*/ 0 w 48"/>
                  <a:gd name="T19" fmla="*/ 0 h 43"/>
                  <a:gd name="T20" fmla="*/ 48 w 48"/>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48" h="43">
                    <a:moveTo>
                      <a:pt x="0" y="0"/>
                    </a:moveTo>
                    <a:lnTo>
                      <a:pt x="38" y="0"/>
                    </a:lnTo>
                    <a:lnTo>
                      <a:pt x="48" y="43"/>
                    </a:lnTo>
                    <a:lnTo>
                      <a:pt x="14" y="4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0" name="Freeform 65"/>
              <p:cNvSpPr>
                <a:spLocks/>
              </p:cNvSpPr>
              <p:nvPr/>
            </p:nvSpPr>
            <p:spPr bwMode="auto">
              <a:xfrm>
                <a:off x="4342" y="1633"/>
                <a:ext cx="29" cy="24"/>
              </a:xfrm>
              <a:custGeom>
                <a:avLst/>
                <a:gdLst>
                  <a:gd name="T0" fmla="*/ 2 w 57"/>
                  <a:gd name="T1" fmla="*/ 0 h 47"/>
                  <a:gd name="T2" fmla="*/ 11 w 57"/>
                  <a:gd name="T3" fmla="*/ 0 h 47"/>
                  <a:gd name="T4" fmla="*/ 15 w 57"/>
                  <a:gd name="T5" fmla="*/ 8 h 47"/>
                  <a:gd name="T6" fmla="*/ 8 w 57"/>
                  <a:gd name="T7" fmla="*/ 12 h 47"/>
                  <a:gd name="T8" fmla="*/ 0 w 57"/>
                  <a:gd name="T9" fmla="*/ 9 h 47"/>
                  <a:gd name="T10" fmla="*/ 2 w 57"/>
                  <a:gd name="T11" fmla="*/ 0 h 47"/>
                  <a:gd name="T12" fmla="*/ 2 w 57"/>
                  <a:gd name="T13" fmla="*/ 0 h 47"/>
                  <a:gd name="T14" fmla="*/ 0 60000 65536"/>
                  <a:gd name="T15" fmla="*/ 0 60000 65536"/>
                  <a:gd name="T16" fmla="*/ 0 60000 65536"/>
                  <a:gd name="T17" fmla="*/ 0 60000 65536"/>
                  <a:gd name="T18" fmla="*/ 0 60000 65536"/>
                  <a:gd name="T19" fmla="*/ 0 60000 65536"/>
                  <a:gd name="T20" fmla="*/ 0 60000 65536"/>
                  <a:gd name="T21" fmla="*/ 0 w 57"/>
                  <a:gd name="T22" fmla="*/ 0 h 47"/>
                  <a:gd name="T23" fmla="*/ 57 w 57"/>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47">
                    <a:moveTo>
                      <a:pt x="6" y="0"/>
                    </a:moveTo>
                    <a:lnTo>
                      <a:pt x="44" y="0"/>
                    </a:lnTo>
                    <a:lnTo>
                      <a:pt x="57" y="30"/>
                    </a:lnTo>
                    <a:lnTo>
                      <a:pt x="31" y="47"/>
                    </a:lnTo>
                    <a:lnTo>
                      <a:pt x="0" y="3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1" name="Freeform 66"/>
              <p:cNvSpPr>
                <a:spLocks/>
              </p:cNvSpPr>
              <p:nvPr/>
            </p:nvSpPr>
            <p:spPr bwMode="auto">
              <a:xfrm>
                <a:off x="4269" y="1669"/>
                <a:ext cx="117" cy="237"/>
              </a:xfrm>
              <a:custGeom>
                <a:avLst/>
                <a:gdLst>
                  <a:gd name="T0" fmla="*/ 54 w 234"/>
                  <a:gd name="T1" fmla="*/ 0 h 475"/>
                  <a:gd name="T2" fmla="*/ 59 w 234"/>
                  <a:gd name="T3" fmla="*/ 32 h 475"/>
                  <a:gd name="T4" fmla="*/ 56 w 234"/>
                  <a:gd name="T5" fmla="*/ 57 h 475"/>
                  <a:gd name="T6" fmla="*/ 50 w 234"/>
                  <a:gd name="T7" fmla="*/ 84 h 475"/>
                  <a:gd name="T8" fmla="*/ 44 w 234"/>
                  <a:gd name="T9" fmla="*/ 107 h 475"/>
                  <a:gd name="T10" fmla="*/ 33 w 234"/>
                  <a:gd name="T11" fmla="*/ 115 h 475"/>
                  <a:gd name="T12" fmla="*/ 22 w 234"/>
                  <a:gd name="T13" fmla="*/ 118 h 475"/>
                  <a:gd name="T14" fmla="*/ 8 w 234"/>
                  <a:gd name="T15" fmla="*/ 117 h 475"/>
                  <a:gd name="T16" fmla="*/ 0 w 234"/>
                  <a:gd name="T17" fmla="*/ 108 h 475"/>
                  <a:gd name="T18" fmla="*/ 8 w 234"/>
                  <a:gd name="T19" fmla="*/ 102 h 475"/>
                  <a:gd name="T20" fmla="*/ 20 w 234"/>
                  <a:gd name="T21" fmla="*/ 105 h 475"/>
                  <a:gd name="T22" fmla="*/ 31 w 234"/>
                  <a:gd name="T23" fmla="*/ 96 h 475"/>
                  <a:gd name="T24" fmla="*/ 40 w 234"/>
                  <a:gd name="T25" fmla="*/ 78 h 475"/>
                  <a:gd name="T26" fmla="*/ 49 w 234"/>
                  <a:gd name="T27" fmla="*/ 49 h 475"/>
                  <a:gd name="T28" fmla="*/ 51 w 234"/>
                  <a:gd name="T29" fmla="*/ 27 h 475"/>
                  <a:gd name="T30" fmla="*/ 50 w 234"/>
                  <a:gd name="T31" fmla="*/ 7 h 475"/>
                  <a:gd name="T32" fmla="*/ 54 w 234"/>
                  <a:gd name="T33" fmla="*/ 0 h 475"/>
                  <a:gd name="T34" fmla="*/ 54 w 234"/>
                  <a:gd name="T35" fmla="*/ 0 h 4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34"/>
                  <a:gd name="T55" fmla="*/ 0 h 475"/>
                  <a:gd name="T56" fmla="*/ 234 w 234"/>
                  <a:gd name="T57" fmla="*/ 475 h 4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34" h="475">
                    <a:moveTo>
                      <a:pt x="213" y="0"/>
                    </a:moveTo>
                    <a:lnTo>
                      <a:pt x="234" y="129"/>
                    </a:lnTo>
                    <a:lnTo>
                      <a:pt x="224" y="230"/>
                    </a:lnTo>
                    <a:lnTo>
                      <a:pt x="200" y="339"/>
                    </a:lnTo>
                    <a:lnTo>
                      <a:pt x="173" y="430"/>
                    </a:lnTo>
                    <a:lnTo>
                      <a:pt x="129" y="460"/>
                    </a:lnTo>
                    <a:lnTo>
                      <a:pt x="86" y="475"/>
                    </a:lnTo>
                    <a:lnTo>
                      <a:pt x="30" y="468"/>
                    </a:lnTo>
                    <a:lnTo>
                      <a:pt x="0" y="434"/>
                    </a:lnTo>
                    <a:lnTo>
                      <a:pt x="30" y="409"/>
                    </a:lnTo>
                    <a:lnTo>
                      <a:pt x="78" y="420"/>
                    </a:lnTo>
                    <a:lnTo>
                      <a:pt x="122" y="386"/>
                    </a:lnTo>
                    <a:lnTo>
                      <a:pt x="160" y="312"/>
                    </a:lnTo>
                    <a:lnTo>
                      <a:pt x="196" y="196"/>
                    </a:lnTo>
                    <a:lnTo>
                      <a:pt x="203" y="109"/>
                    </a:lnTo>
                    <a:lnTo>
                      <a:pt x="200" y="31"/>
                    </a:lnTo>
                    <a:lnTo>
                      <a:pt x="2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2" name="Freeform 67"/>
              <p:cNvSpPr>
                <a:spLocks/>
              </p:cNvSpPr>
              <p:nvPr/>
            </p:nvSpPr>
            <p:spPr bwMode="auto">
              <a:xfrm>
                <a:off x="3773" y="1107"/>
                <a:ext cx="34" cy="80"/>
              </a:xfrm>
              <a:custGeom>
                <a:avLst/>
                <a:gdLst>
                  <a:gd name="T0" fmla="*/ 17 w 68"/>
                  <a:gd name="T1" fmla="*/ 0 h 160"/>
                  <a:gd name="T2" fmla="*/ 9 w 68"/>
                  <a:gd name="T3" fmla="*/ 8 h 160"/>
                  <a:gd name="T4" fmla="*/ 1 w 68"/>
                  <a:gd name="T5" fmla="*/ 23 h 160"/>
                  <a:gd name="T6" fmla="*/ 0 w 68"/>
                  <a:gd name="T7" fmla="*/ 40 h 160"/>
                  <a:gd name="T8" fmla="*/ 5 w 68"/>
                  <a:gd name="T9" fmla="*/ 38 h 160"/>
                  <a:gd name="T10" fmla="*/ 9 w 68"/>
                  <a:gd name="T11" fmla="*/ 23 h 160"/>
                  <a:gd name="T12" fmla="*/ 16 w 68"/>
                  <a:gd name="T13" fmla="*/ 10 h 160"/>
                  <a:gd name="T14" fmla="*/ 17 w 68"/>
                  <a:gd name="T15" fmla="*/ 0 h 160"/>
                  <a:gd name="T16" fmla="*/ 17 w 68"/>
                  <a:gd name="T17" fmla="*/ 0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
                  <a:gd name="T28" fmla="*/ 0 h 160"/>
                  <a:gd name="T29" fmla="*/ 68 w 68"/>
                  <a:gd name="T30" fmla="*/ 160 h 1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 h="160">
                    <a:moveTo>
                      <a:pt x="68" y="0"/>
                    </a:moveTo>
                    <a:lnTo>
                      <a:pt x="34" y="30"/>
                    </a:lnTo>
                    <a:lnTo>
                      <a:pt x="4" y="91"/>
                    </a:lnTo>
                    <a:lnTo>
                      <a:pt x="0" y="160"/>
                    </a:lnTo>
                    <a:lnTo>
                      <a:pt x="17" y="152"/>
                    </a:lnTo>
                    <a:lnTo>
                      <a:pt x="34" y="91"/>
                    </a:lnTo>
                    <a:lnTo>
                      <a:pt x="64" y="38"/>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3" name="Freeform 68"/>
              <p:cNvSpPr>
                <a:spLocks/>
              </p:cNvSpPr>
              <p:nvPr/>
            </p:nvSpPr>
            <p:spPr bwMode="auto">
              <a:xfrm>
                <a:off x="3797" y="1080"/>
                <a:ext cx="142" cy="200"/>
              </a:xfrm>
              <a:custGeom>
                <a:avLst/>
                <a:gdLst>
                  <a:gd name="T0" fmla="*/ 61 w 285"/>
                  <a:gd name="T1" fmla="*/ 0 h 399"/>
                  <a:gd name="T2" fmla="*/ 42 w 285"/>
                  <a:gd name="T3" fmla="*/ 8 h 399"/>
                  <a:gd name="T4" fmla="*/ 30 w 285"/>
                  <a:gd name="T5" fmla="*/ 16 h 399"/>
                  <a:gd name="T6" fmla="*/ 18 w 285"/>
                  <a:gd name="T7" fmla="*/ 30 h 399"/>
                  <a:gd name="T8" fmla="*/ 4 w 285"/>
                  <a:gd name="T9" fmla="*/ 54 h 399"/>
                  <a:gd name="T10" fmla="*/ 0 w 285"/>
                  <a:gd name="T11" fmla="*/ 70 h 399"/>
                  <a:gd name="T12" fmla="*/ 6 w 285"/>
                  <a:gd name="T13" fmla="*/ 100 h 399"/>
                  <a:gd name="T14" fmla="*/ 8 w 285"/>
                  <a:gd name="T15" fmla="*/ 70 h 399"/>
                  <a:gd name="T16" fmla="*/ 17 w 285"/>
                  <a:gd name="T17" fmla="*/ 49 h 399"/>
                  <a:gd name="T18" fmla="*/ 31 w 285"/>
                  <a:gd name="T19" fmla="*/ 32 h 399"/>
                  <a:gd name="T20" fmla="*/ 43 w 285"/>
                  <a:gd name="T21" fmla="*/ 21 h 399"/>
                  <a:gd name="T22" fmla="*/ 53 w 285"/>
                  <a:gd name="T23" fmla="*/ 14 h 399"/>
                  <a:gd name="T24" fmla="*/ 69 w 285"/>
                  <a:gd name="T25" fmla="*/ 11 h 399"/>
                  <a:gd name="T26" fmla="*/ 71 w 285"/>
                  <a:gd name="T27" fmla="*/ 3 h 399"/>
                  <a:gd name="T28" fmla="*/ 61 w 285"/>
                  <a:gd name="T29" fmla="*/ 0 h 399"/>
                  <a:gd name="T30" fmla="*/ 61 w 285"/>
                  <a:gd name="T31" fmla="*/ 0 h 3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5"/>
                  <a:gd name="T49" fmla="*/ 0 h 399"/>
                  <a:gd name="T50" fmla="*/ 285 w 285"/>
                  <a:gd name="T51" fmla="*/ 399 h 3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5" h="399">
                    <a:moveTo>
                      <a:pt x="244" y="0"/>
                    </a:moveTo>
                    <a:lnTo>
                      <a:pt x="169" y="30"/>
                    </a:lnTo>
                    <a:lnTo>
                      <a:pt x="122" y="64"/>
                    </a:lnTo>
                    <a:lnTo>
                      <a:pt x="74" y="117"/>
                    </a:lnTo>
                    <a:lnTo>
                      <a:pt x="17" y="213"/>
                    </a:lnTo>
                    <a:lnTo>
                      <a:pt x="0" y="277"/>
                    </a:lnTo>
                    <a:lnTo>
                      <a:pt x="27" y="399"/>
                    </a:lnTo>
                    <a:lnTo>
                      <a:pt x="35" y="277"/>
                    </a:lnTo>
                    <a:lnTo>
                      <a:pt x="69" y="195"/>
                    </a:lnTo>
                    <a:lnTo>
                      <a:pt x="126" y="127"/>
                    </a:lnTo>
                    <a:lnTo>
                      <a:pt x="173" y="83"/>
                    </a:lnTo>
                    <a:lnTo>
                      <a:pt x="213" y="53"/>
                    </a:lnTo>
                    <a:lnTo>
                      <a:pt x="278" y="43"/>
                    </a:lnTo>
                    <a:lnTo>
                      <a:pt x="285" y="9"/>
                    </a:lnTo>
                    <a:lnTo>
                      <a:pt x="2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4" name="Freeform 69"/>
              <p:cNvSpPr>
                <a:spLocks/>
              </p:cNvSpPr>
              <p:nvPr/>
            </p:nvSpPr>
            <p:spPr bwMode="auto">
              <a:xfrm>
                <a:off x="3990" y="1230"/>
                <a:ext cx="264" cy="133"/>
              </a:xfrm>
              <a:custGeom>
                <a:avLst/>
                <a:gdLst>
                  <a:gd name="T0" fmla="*/ 0 w 529"/>
                  <a:gd name="T1" fmla="*/ 16 h 264"/>
                  <a:gd name="T2" fmla="*/ 21 w 529"/>
                  <a:gd name="T3" fmla="*/ 4 h 264"/>
                  <a:gd name="T4" fmla="*/ 38 w 529"/>
                  <a:gd name="T5" fmla="*/ 0 h 264"/>
                  <a:gd name="T6" fmla="*/ 53 w 529"/>
                  <a:gd name="T7" fmla="*/ 0 h 264"/>
                  <a:gd name="T8" fmla="*/ 70 w 529"/>
                  <a:gd name="T9" fmla="*/ 4 h 264"/>
                  <a:gd name="T10" fmla="*/ 89 w 529"/>
                  <a:gd name="T11" fmla="*/ 12 h 264"/>
                  <a:gd name="T12" fmla="*/ 112 w 529"/>
                  <a:gd name="T13" fmla="*/ 25 h 264"/>
                  <a:gd name="T14" fmla="*/ 124 w 529"/>
                  <a:gd name="T15" fmla="*/ 36 h 264"/>
                  <a:gd name="T16" fmla="*/ 131 w 529"/>
                  <a:gd name="T17" fmla="*/ 46 h 264"/>
                  <a:gd name="T18" fmla="*/ 132 w 529"/>
                  <a:gd name="T19" fmla="*/ 58 h 264"/>
                  <a:gd name="T20" fmla="*/ 127 w 529"/>
                  <a:gd name="T21" fmla="*/ 67 h 264"/>
                  <a:gd name="T22" fmla="*/ 116 w 529"/>
                  <a:gd name="T23" fmla="*/ 66 h 264"/>
                  <a:gd name="T24" fmla="*/ 107 w 529"/>
                  <a:gd name="T25" fmla="*/ 60 h 264"/>
                  <a:gd name="T26" fmla="*/ 118 w 529"/>
                  <a:gd name="T27" fmla="*/ 56 h 264"/>
                  <a:gd name="T28" fmla="*/ 113 w 529"/>
                  <a:gd name="T29" fmla="*/ 43 h 264"/>
                  <a:gd name="T30" fmla="*/ 93 w 529"/>
                  <a:gd name="T31" fmla="*/ 27 h 264"/>
                  <a:gd name="T32" fmla="*/ 72 w 529"/>
                  <a:gd name="T33" fmla="*/ 19 h 264"/>
                  <a:gd name="T34" fmla="*/ 47 w 529"/>
                  <a:gd name="T35" fmla="*/ 13 h 264"/>
                  <a:gd name="T36" fmla="*/ 31 w 529"/>
                  <a:gd name="T37" fmla="*/ 11 h 264"/>
                  <a:gd name="T38" fmla="*/ 15 w 529"/>
                  <a:gd name="T39" fmla="*/ 16 h 264"/>
                  <a:gd name="T40" fmla="*/ 0 w 529"/>
                  <a:gd name="T41" fmla="*/ 16 h 264"/>
                  <a:gd name="T42" fmla="*/ 0 w 529"/>
                  <a:gd name="T43" fmla="*/ 16 h 2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29"/>
                  <a:gd name="T67" fmla="*/ 0 h 264"/>
                  <a:gd name="T68" fmla="*/ 529 w 529"/>
                  <a:gd name="T69" fmla="*/ 264 h 2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29" h="264">
                    <a:moveTo>
                      <a:pt x="0" y="61"/>
                    </a:moveTo>
                    <a:lnTo>
                      <a:pt x="86" y="13"/>
                    </a:lnTo>
                    <a:lnTo>
                      <a:pt x="152" y="0"/>
                    </a:lnTo>
                    <a:lnTo>
                      <a:pt x="213" y="0"/>
                    </a:lnTo>
                    <a:lnTo>
                      <a:pt x="280" y="15"/>
                    </a:lnTo>
                    <a:lnTo>
                      <a:pt x="359" y="47"/>
                    </a:lnTo>
                    <a:lnTo>
                      <a:pt x="451" y="99"/>
                    </a:lnTo>
                    <a:lnTo>
                      <a:pt x="498" y="143"/>
                    </a:lnTo>
                    <a:lnTo>
                      <a:pt x="525" y="182"/>
                    </a:lnTo>
                    <a:lnTo>
                      <a:pt x="529" y="230"/>
                    </a:lnTo>
                    <a:lnTo>
                      <a:pt x="508" y="264"/>
                    </a:lnTo>
                    <a:lnTo>
                      <a:pt x="464" y="260"/>
                    </a:lnTo>
                    <a:lnTo>
                      <a:pt x="428" y="238"/>
                    </a:lnTo>
                    <a:lnTo>
                      <a:pt x="472" y="220"/>
                    </a:lnTo>
                    <a:lnTo>
                      <a:pt x="454" y="169"/>
                    </a:lnTo>
                    <a:lnTo>
                      <a:pt x="373" y="108"/>
                    </a:lnTo>
                    <a:lnTo>
                      <a:pt x="291" y="74"/>
                    </a:lnTo>
                    <a:lnTo>
                      <a:pt x="190" y="51"/>
                    </a:lnTo>
                    <a:lnTo>
                      <a:pt x="126" y="44"/>
                    </a:lnTo>
                    <a:lnTo>
                      <a:pt x="61" y="61"/>
                    </a:lnTo>
                    <a:lnTo>
                      <a:pt x="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6" name="Freeform 71"/>
              <p:cNvSpPr>
                <a:spLocks/>
              </p:cNvSpPr>
              <p:nvPr/>
            </p:nvSpPr>
            <p:spPr bwMode="auto">
              <a:xfrm>
                <a:off x="3367" y="1167"/>
                <a:ext cx="340" cy="143"/>
              </a:xfrm>
              <a:custGeom>
                <a:avLst/>
                <a:gdLst>
                  <a:gd name="T0" fmla="*/ 164 w 681"/>
                  <a:gd name="T1" fmla="*/ 0 h 287"/>
                  <a:gd name="T2" fmla="*/ 148 w 681"/>
                  <a:gd name="T3" fmla="*/ 0 h 287"/>
                  <a:gd name="T4" fmla="*/ 135 w 681"/>
                  <a:gd name="T5" fmla="*/ 2 h 287"/>
                  <a:gd name="T6" fmla="*/ 101 w 681"/>
                  <a:gd name="T7" fmla="*/ 14 h 287"/>
                  <a:gd name="T8" fmla="*/ 57 w 681"/>
                  <a:gd name="T9" fmla="*/ 31 h 287"/>
                  <a:gd name="T10" fmla="*/ 10 w 681"/>
                  <a:gd name="T11" fmla="*/ 59 h 287"/>
                  <a:gd name="T12" fmla="*/ 0 w 681"/>
                  <a:gd name="T13" fmla="*/ 71 h 287"/>
                  <a:gd name="T14" fmla="*/ 26 w 681"/>
                  <a:gd name="T15" fmla="*/ 57 h 287"/>
                  <a:gd name="T16" fmla="*/ 63 w 681"/>
                  <a:gd name="T17" fmla="*/ 40 h 287"/>
                  <a:gd name="T18" fmla="*/ 102 w 681"/>
                  <a:gd name="T19" fmla="*/ 25 h 287"/>
                  <a:gd name="T20" fmla="*/ 127 w 681"/>
                  <a:gd name="T21" fmla="*/ 16 h 287"/>
                  <a:gd name="T22" fmla="*/ 150 w 681"/>
                  <a:gd name="T23" fmla="*/ 12 h 287"/>
                  <a:gd name="T24" fmla="*/ 167 w 681"/>
                  <a:gd name="T25" fmla="*/ 10 h 287"/>
                  <a:gd name="T26" fmla="*/ 170 w 681"/>
                  <a:gd name="T27" fmla="*/ 3 h 287"/>
                  <a:gd name="T28" fmla="*/ 164 w 681"/>
                  <a:gd name="T29" fmla="*/ 0 h 287"/>
                  <a:gd name="T30" fmla="*/ 164 w 681"/>
                  <a:gd name="T31" fmla="*/ 0 h 28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81"/>
                  <a:gd name="T49" fmla="*/ 0 h 287"/>
                  <a:gd name="T50" fmla="*/ 681 w 681"/>
                  <a:gd name="T51" fmla="*/ 287 h 28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81" h="287">
                    <a:moveTo>
                      <a:pt x="656" y="1"/>
                    </a:moveTo>
                    <a:lnTo>
                      <a:pt x="593" y="0"/>
                    </a:lnTo>
                    <a:lnTo>
                      <a:pt x="542" y="9"/>
                    </a:lnTo>
                    <a:lnTo>
                      <a:pt x="405" y="57"/>
                    </a:lnTo>
                    <a:lnTo>
                      <a:pt x="230" y="127"/>
                    </a:lnTo>
                    <a:lnTo>
                      <a:pt x="40" y="239"/>
                    </a:lnTo>
                    <a:lnTo>
                      <a:pt x="0" y="287"/>
                    </a:lnTo>
                    <a:lnTo>
                      <a:pt x="105" y="231"/>
                    </a:lnTo>
                    <a:lnTo>
                      <a:pt x="253" y="161"/>
                    </a:lnTo>
                    <a:lnTo>
                      <a:pt x="409" y="100"/>
                    </a:lnTo>
                    <a:lnTo>
                      <a:pt x="511" y="66"/>
                    </a:lnTo>
                    <a:lnTo>
                      <a:pt x="603" y="49"/>
                    </a:lnTo>
                    <a:lnTo>
                      <a:pt x="669" y="43"/>
                    </a:lnTo>
                    <a:lnTo>
                      <a:pt x="681" y="13"/>
                    </a:lnTo>
                    <a:lnTo>
                      <a:pt x="65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7" name="Freeform 72"/>
              <p:cNvSpPr>
                <a:spLocks/>
              </p:cNvSpPr>
              <p:nvPr/>
            </p:nvSpPr>
            <p:spPr bwMode="auto">
              <a:xfrm>
                <a:off x="3491" y="1211"/>
                <a:ext cx="236" cy="115"/>
              </a:xfrm>
              <a:custGeom>
                <a:avLst/>
                <a:gdLst>
                  <a:gd name="T0" fmla="*/ 0 w 474"/>
                  <a:gd name="T1" fmla="*/ 38 h 230"/>
                  <a:gd name="T2" fmla="*/ 27 w 474"/>
                  <a:gd name="T3" fmla="*/ 23 h 230"/>
                  <a:gd name="T4" fmla="*/ 65 w 474"/>
                  <a:gd name="T5" fmla="*/ 9 h 230"/>
                  <a:gd name="T6" fmla="*/ 93 w 474"/>
                  <a:gd name="T7" fmla="*/ 2 h 230"/>
                  <a:gd name="T8" fmla="*/ 111 w 474"/>
                  <a:gd name="T9" fmla="*/ 0 h 230"/>
                  <a:gd name="T10" fmla="*/ 118 w 474"/>
                  <a:gd name="T11" fmla="*/ 7 h 230"/>
                  <a:gd name="T12" fmla="*/ 111 w 474"/>
                  <a:gd name="T13" fmla="*/ 11 h 230"/>
                  <a:gd name="T14" fmla="*/ 95 w 474"/>
                  <a:gd name="T15" fmla="*/ 15 h 230"/>
                  <a:gd name="T16" fmla="*/ 95 w 474"/>
                  <a:gd name="T17" fmla="*/ 30 h 230"/>
                  <a:gd name="T18" fmla="*/ 96 w 474"/>
                  <a:gd name="T19" fmla="*/ 46 h 230"/>
                  <a:gd name="T20" fmla="*/ 87 w 474"/>
                  <a:gd name="T21" fmla="*/ 58 h 230"/>
                  <a:gd name="T22" fmla="*/ 85 w 474"/>
                  <a:gd name="T23" fmla="*/ 44 h 230"/>
                  <a:gd name="T24" fmla="*/ 78 w 474"/>
                  <a:gd name="T25" fmla="*/ 34 h 230"/>
                  <a:gd name="T26" fmla="*/ 59 w 474"/>
                  <a:gd name="T27" fmla="*/ 34 h 230"/>
                  <a:gd name="T28" fmla="*/ 52 w 474"/>
                  <a:gd name="T29" fmla="*/ 24 h 230"/>
                  <a:gd name="T30" fmla="*/ 32 w 474"/>
                  <a:gd name="T31" fmla="*/ 31 h 230"/>
                  <a:gd name="T32" fmla="*/ 11 w 474"/>
                  <a:gd name="T33" fmla="*/ 38 h 230"/>
                  <a:gd name="T34" fmla="*/ 0 w 474"/>
                  <a:gd name="T35" fmla="*/ 38 h 230"/>
                  <a:gd name="T36" fmla="*/ 0 w 474"/>
                  <a:gd name="T37" fmla="*/ 38 h 2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4"/>
                  <a:gd name="T58" fmla="*/ 0 h 230"/>
                  <a:gd name="T59" fmla="*/ 474 w 474"/>
                  <a:gd name="T60" fmla="*/ 230 h 2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4" h="230">
                    <a:moveTo>
                      <a:pt x="0" y="152"/>
                    </a:moveTo>
                    <a:lnTo>
                      <a:pt x="109" y="91"/>
                    </a:lnTo>
                    <a:lnTo>
                      <a:pt x="264" y="34"/>
                    </a:lnTo>
                    <a:lnTo>
                      <a:pt x="373" y="6"/>
                    </a:lnTo>
                    <a:lnTo>
                      <a:pt x="447" y="0"/>
                    </a:lnTo>
                    <a:lnTo>
                      <a:pt x="474" y="27"/>
                    </a:lnTo>
                    <a:lnTo>
                      <a:pt x="447" y="44"/>
                    </a:lnTo>
                    <a:lnTo>
                      <a:pt x="382" y="57"/>
                    </a:lnTo>
                    <a:lnTo>
                      <a:pt x="382" y="118"/>
                    </a:lnTo>
                    <a:lnTo>
                      <a:pt x="386" y="183"/>
                    </a:lnTo>
                    <a:lnTo>
                      <a:pt x="352" y="230"/>
                    </a:lnTo>
                    <a:lnTo>
                      <a:pt x="344" y="175"/>
                    </a:lnTo>
                    <a:lnTo>
                      <a:pt x="314" y="135"/>
                    </a:lnTo>
                    <a:lnTo>
                      <a:pt x="240" y="135"/>
                    </a:lnTo>
                    <a:lnTo>
                      <a:pt x="209" y="95"/>
                    </a:lnTo>
                    <a:lnTo>
                      <a:pt x="131" y="125"/>
                    </a:lnTo>
                    <a:lnTo>
                      <a:pt x="44" y="152"/>
                    </a:lnTo>
                    <a:lnTo>
                      <a:pt x="0" y="1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8" name="Freeform 73"/>
              <p:cNvSpPr>
                <a:spLocks/>
              </p:cNvSpPr>
              <p:nvPr/>
            </p:nvSpPr>
            <p:spPr bwMode="auto">
              <a:xfrm>
                <a:off x="3692" y="1295"/>
                <a:ext cx="211" cy="42"/>
              </a:xfrm>
              <a:custGeom>
                <a:avLst/>
                <a:gdLst>
                  <a:gd name="T0" fmla="*/ 3 w 422"/>
                  <a:gd name="T1" fmla="*/ 0 h 84"/>
                  <a:gd name="T2" fmla="*/ 37 w 422"/>
                  <a:gd name="T3" fmla="*/ 2 h 84"/>
                  <a:gd name="T4" fmla="*/ 68 w 422"/>
                  <a:gd name="T5" fmla="*/ 5 h 84"/>
                  <a:gd name="T6" fmla="*/ 89 w 422"/>
                  <a:gd name="T7" fmla="*/ 11 h 84"/>
                  <a:gd name="T8" fmla="*/ 101 w 422"/>
                  <a:gd name="T9" fmla="*/ 13 h 84"/>
                  <a:gd name="T10" fmla="*/ 106 w 422"/>
                  <a:gd name="T11" fmla="*/ 21 h 84"/>
                  <a:gd name="T12" fmla="*/ 76 w 422"/>
                  <a:gd name="T13" fmla="*/ 17 h 84"/>
                  <a:gd name="T14" fmla="*/ 37 w 422"/>
                  <a:gd name="T15" fmla="*/ 12 h 84"/>
                  <a:gd name="T16" fmla="*/ 0 w 422"/>
                  <a:gd name="T17" fmla="*/ 12 h 84"/>
                  <a:gd name="T18" fmla="*/ 0 w 422"/>
                  <a:gd name="T19" fmla="*/ 6 h 84"/>
                  <a:gd name="T20" fmla="*/ 3 w 422"/>
                  <a:gd name="T21" fmla="*/ 0 h 84"/>
                  <a:gd name="T22" fmla="*/ 3 w 422"/>
                  <a:gd name="T23" fmla="*/ 0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2"/>
                  <a:gd name="T37" fmla="*/ 0 h 84"/>
                  <a:gd name="T38" fmla="*/ 422 w 422"/>
                  <a:gd name="T39" fmla="*/ 84 h 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2" h="84">
                    <a:moveTo>
                      <a:pt x="10" y="0"/>
                    </a:moveTo>
                    <a:lnTo>
                      <a:pt x="148" y="6"/>
                    </a:lnTo>
                    <a:lnTo>
                      <a:pt x="270" y="19"/>
                    </a:lnTo>
                    <a:lnTo>
                      <a:pt x="356" y="44"/>
                    </a:lnTo>
                    <a:lnTo>
                      <a:pt x="403" y="53"/>
                    </a:lnTo>
                    <a:lnTo>
                      <a:pt x="422" y="84"/>
                    </a:lnTo>
                    <a:lnTo>
                      <a:pt x="304" y="67"/>
                    </a:lnTo>
                    <a:lnTo>
                      <a:pt x="148" y="48"/>
                    </a:lnTo>
                    <a:lnTo>
                      <a:pt x="0" y="48"/>
                    </a:lnTo>
                    <a:lnTo>
                      <a:pt x="0" y="23"/>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39" name="Freeform 74"/>
              <p:cNvSpPr>
                <a:spLocks/>
              </p:cNvSpPr>
              <p:nvPr/>
            </p:nvSpPr>
            <p:spPr bwMode="auto">
              <a:xfrm>
                <a:off x="4130" y="1139"/>
                <a:ext cx="273" cy="349"/>
              </a:xfrm>
              <a:custGeom>
                <a:avLst/>
                <a:gdLst>
                  <a:gd name="T0" fmla="*/ 54 w 546"/>
                  <a:gd name="T1" fmla="*/ 46 h 698"/>
                  <a:gd name="T2" fmla="*/ 69 w 546"/>
                  <a:gd name="T3" fmla="*/ 55 h 698"/>
                  <a:gd name="T4" fmla="*/ 81 w 546"/>
                  <a:gd name="T5" fmla="*/ 71 h 698"/>
                  <a:gd name="T6" fmla="*/ 91 w 546"/>
                  <a:gd name="T7" fmla="*/ 86 h 698"/>
                  <a:gd name="T8" fmla="*/ 93 w 546"/>
                  <a:gd name="T9" fmla="*/ 100 h 698"/>
                  <a:gd name="T10" fmla="*/ 88 w 546"/>
                  <a:gd name="T11" fmla="*/ 116 h 698"/>
                  <a:gd name="T12" fmla="*/ 76 w 546"/>
                  <a:gd name="T13" fmla="*/ 131 h 698"/>
                  <a:gd name="T14" fmla="*/ 59 w 546"/>
                  <a:gd name="T15" fmla="*/ 143 h 698"/>
                  <a:gd name="T16" fmla="*/ 33 w 546"/>
                  <a:gd name="T17" fmla="*/ 150 h 698"/>
                  <a:gd name="T18" fmla="*/ 14 w 546"/>
                  <a:gd name="T19" fmla="*/ 154 h 698"/>
                  <a:gd name="T20" fmla="*/ 4 w 546"/>
                  <a:gd name="T21" fmla="*/ 150 h 698"/>
                  <a:gd name="T22" fmla="*/ 0 w 546"/>
                  <a:gd name="T23" fmla="*/ 159 h 698"/>
                  <a:gd name="T24" fmla="*/ 12 w 546"/>
                  <a:gd name="T25" fmla="*/ 171 h 698"/>
                  <a:gd name="T26" fmla="*/ 32 w 546"/>
                  <a:gd name="T27" fmla="*/ 175 h 698"/>
                  <a:gd name="T28" fmla="*/ 55 w 546"/>
                  <a:gd name="T29" fmla="*/ 174 h 698"/>
                  <a:gd name="T30" fmla="*/ 77 w 546"/>
                  <a:gd name="T31" fmla="*/ 169 h 698"/>
                  <a:gd name="T32" fmla="*/ 98 w 546"/>
                  <a:gd name="T33" fmla="*/ 158 h 698"/>
                  <a:gd name="T34" fmla="*/ 116 w 546"/>
                  <a:gd name="T35" fmla="*/ 144 h 698"/>
                  <a:gd name="T36" fmla="*/ 130 w 546"/>
                  <a:gd name="T37" fmla="*/ 127 h 698"/>
                  <a:gd name="T38" fmla="*/ 137 w 546"/>
                  <a:gd name="T39" fmla="*/ 108 h 698"/>
                  <a:gd name="T40" fmla="*/ 137 w 546"/>
                  <a:gd name="T41" fmla="*/ 89 h 698"/>
                  <a:gd name="T42" fmla="*/ 129 w 546"/>
                  <a:gd name="T43" fmla="*/ 62 h 698"/>
                  <a:gd name="T44" fmla="*/ 112 w 546"/>
                  <a:gd name="T45" fmla="*/ 40 h 698"/>
                  <a:gd name="T46" fmla="*/ 95 w 546"/>
                  <a:gd name="T47" fmla="*/ 22 h 698"/>
                  <a:gd name="T48" fmla="*/ 73 w 546"/>
                  <a:gd name="T49" fmla="*/ 8 h 698"/>
                  <a:gd name="T50" fmla="*/ 59 w 546"/>
                  <a:gd name="T51" fmla="*/ 0 h 698"/>
                  <a:gd name="T52" fmla="*/ 54 w 546"/>
                  <a:gd name="T53" fmla="*/ 12 h 698"/>
                  <a:gd name="T54" fmla="*/ 71 w 546"/>
                  <a:gd name="T55" fmla="*/ 22 h 698"/>
                  <a:gd name="T56" fmla="*/ 90 w 546"/>
                  <a:gd name="T57" fmla="*/ 35 h 698"/>
                  <a:gd name="T58" fmla="*/ 104 w 546"/>
                  <a:gd name="T59" fmla="*/ 53 h 698"/>
                  <a:gd name="T60" fmla="*/ 116 w 546"/>
                  <a:gd name="T61" fmla="*/ 73 h 698"/>
                  <a:gd name="T62" fmla="*/ 120 w 546"/>
                  <a:gd name="T63" fmla="*/ 85 h 698"/>
                  <a:gd name="T64" fmla="*/ 121 w 546"/>
                  <a:gd name="T65" fmla="*/ 102 h 698"/>
                  <a:gd name="T66" fmla="*/ 115 w 546"/>
                  <a:gd name="T67" fmla="*/ 120 h 698"/>
                  <a:gd name="T68" fmla="*/ 105 w 546"/>
                  <a:gd name="T69" fmla="*/ 134 h 698"/>
                  <a:gd name="T70" fmla="*/ 92 w 546"/>
                  <a:gd name="T71" fmla="*/ 145 h 698"/>
                  <a:gd name="T72" fmla="*/ 73 w 546"/>
                  <a:gd name="T73" fmla="*/ 154 h 698"/>
                  <a:gd name="T74" fmla="*/ 53 w 546"/>
                  <a:gd name="T75" fmla="*/ 162 h 698"/>
                  <a:gd name="T76" fmla="*/ 37 w 546"/>
                  <a:gd name="T77" fmla="*/ 161 h 698"/>
                  <a:gd name="T78" fmla="*/ 56 w 546"/>
                  <a:gd name="T79" fmla="*/ 155 h 698"/>
                  <a:gd name="T80" fmla="*/ 74 w 546"/>
                  <a:gd name="T81" fmla="*/ 147 h 698"/>
                  <a:gd name="T82" fmla="*/ 93 w 546"/>
                  <a:gd name="T83" fmla="*/ 133 h 698"/>
                  <a:gd name="T84" fmla="*/ 102 w 546"/>
                  <a:gd name="T85" fmla="*/ 114 h 698"/>
                  <a:gd name="T86" fmla="*/ 105 w 546"/>
                  <a:gd name="T87" fmla="*/ 95 h 698"/>
                  <a:gd name="T88" fmla="*/ 101 w 546"/>
                  <a:gd name="T89" fmla="*/ 80 h 698"/>
                  <a:gd name="T90" fmla="*/ 90 w 546"/>
                  <a:gd name="T91" fmla="*/ 61 h 698"/>
                  <a:gd name="T92" fmla="*/ 72 w 546"/>
                  <a:gd name="T93" fmla="*/ 44 h 698"/>
                  <a:gd name="T94" fmla="*/ 62 w 546"/>
                  <a:gd name="T95" fmla="*/ 38 h 698"/>
                  <a:gd name="T96" fmla="*/ 54 w 546"/>
                  <a:gd name="T97" fmla="*/ 40 h 698"/>
                  <a:gd name="T98" fmla="*/ 54 w 546"/>
                  <a:gd name="T99" fmla="*/ 46 h 698"/>
                  <a:gd name="T100" fmla="*/ 54 w 546"/>
                  <a:gd name="T101" fmla="*/ 46 h 6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46"/>
                  <a:gd name="T154" fmla="*/ 0 h 698"/>
                  <a:gd name="T155" fmla="*/ 546 w 546"/>
                  <a:gd name="T156" fmla="*/ 698 h 6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46" h="698">
                    <a:moveTo>
                      <a:pt x="217" y="183"/>
                    </a:moveTo>
                    <a:lnTo>
                      <a:pt x="274" y="221"/>
                    </a:lnTo>
                    <a:lnTo>
                      <a:pt x="322" y="282"/>
                    </a:lnTo>
                    <a:lnTo>
                      <a:pt x="365" y="343"/>
                    </a:lnTo>
                    <a:lnTo>
                      <a:pt x="373" y="400"/>
                    </a:lnTo>
                    <a:lnTo>
                      <a:pt x="352" y="464"/>
                    </a:lnTo>
                    <a:lnTo>
                      <a:pt x="305" y="521"/>
                    </a:lnTo>
                    <a:lnTo>
                      <a:pt x="234" y="569"/>
                    </a:lnTo>
                    <a:lnTo>
                      <a:pt x="130" y="599"/>
                    </a:lnTo>
                    <a:lnTo>
                      <a:pt x="57" y="613"/>
                    </a:lnTo>
                    <a:lnTo>
                      <a:pt x="14" y="599"/>
                    </a:lnTo>
                    <a:lnTo>
                      <a:pt x="0" y="633"/>
                    </a:lnTo>
                    <a:lnTo>
                      <a:pt x="48" y="681"/>
                    </a:lnTo>
                    <a:lnTo>
                      <a:pt x="126" y="698"/>
                    </a:lnTo>
                    <a:lnTo>
                      <a:pt x="221" y="694"/>
                    </a:lnTo>
                    <a:lnTo>
                      <a:pt x="308" y="673"/>
                    </a:lnTo>
                    <a:lnTo>
                      <a:pt x="390" y="630"/>
                    </a:lnTo>
                    <a:lnTo>
                      <a:pt x="464" y="576"/>
                    </a:lnTo>
                    <a:lnTo>
                      <a:pt x="519" y="508"/>
                    </a:lnTo>
                    <a:lnTo>
                      <a:pt x="546" y="430"/>
                    </a:lnTo>
                    <a:lnTo>
                      <a:pt x="546" y="356"/>
                    </a:lnTo>
                    <a:lnTo>
                      <a:pt x="516" y="249"/>
                    </a:lnTo>
                    <a:lnTo>
                      <a:pt x="447" y="160"/>
                    </a:lnTo>
                    <a:lnTo>
                      <a:pt x="381" y="88"/>
                    </a:lnTo>
                    <a:lnTo>
                      <a:pt x="291" y="31"/>
                    </a:lnTo>
                    <a:lnTo>
                      <a:pt x="234" y="0"/>
                    </a:lnTo>
                    <a:lnTo>
                      <a:pt x="217" y="48"/>
                    </a:lnTo>
                    <a:lnTo>
                      <a:pt x="282" y="88"/>
                    </a:lnTo>
                    <a:lnTo>
                      <a:pt x="360" y="139"/>
                    </a:lnTo>
                    <a:lnTo>
                      <a:pt x="417" y="213"/>
                    </a:lnTo>
                    <a:lnTo>
                      <a:pt x="464" y="291"/>
                    </a:lnTo>
                    <a:lnTo>
                      <a:pt x="481" y="339"/>
                    </a:lnTo>
                    <a:lnTo>
                      <a:pt x="485" y="409"/>
                    </a:lnTo>
                    <a:lnTo>
                      <a:pt x="460" y="481"/>
                    </a:lnTo>
                    <a:lnTo>
                      <a:pt x="421" y="535"/>
                    </a:lnTo>
                    <a:lnTo>
                      <a:pt x="369" y="578"/>
                    </a:lnTo>
                    <a:lnTo>
                      <a:pt x="291" y="616"/>
                    </a:lnTo>
                    <a:lnTo>
                      <a:pt x="213" y="647"/>
                    </a:lnTo>
                    <a:lnTo>
                      <a:pt x="147" y="643"/>
                    </a:lnTo>
                    <a:lnTo>
                      <a:pt x="223" y="618"/>
                    </a:lnTo>
                    <a:lnTo>
                      <a:pt x="295" y="586"/>
                    </a:lnTo>
                    <a:lnTo>
                      <a:pt x="373" y="529"/>
                    </a:lnTo>
                    <a:lnTo>
                      <a:pt x="407" y="457"/>
                    </a:lnTo>
                    <a:lnTo>
                      <a:pt x="421" y="379"/>
                    </a:lnTo>
                    <a:lnTo>
                      <a:pt x="403" y="318"/>
                    </a:lnTo>
                    <a:lnTo>
                      <a:pt x="360" y="244"/>
                    </a:lnTo>
                    <a:lnTo>
                      <a:pt x="287" y="173"/>
                    </a:lnTo>
                    <a:lnTo>
                      <a:pt x="248" y="149"/>
                    </a:lnTo>
                    <a:lnTo>
                      <a:pt x="217" y="160"/>
                    </a:lnTo>
                    <a:lnTo>
                      <a:pt x="217" y="1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0" name="Freeform 75"/>
              <p:cNvSpPr>
                <a:spLocks/>
              </p:cNvSpPr>
              <p:nvPr/>
            </p:nvSpPr>
            <p:spPr bwMode="auto">
              <a:xfrm>
                <a:off x="3907" y="1148"/>
                <a:ext cx="301" cy="221"/>
              </a:xfrm>
              <a:custGeom>
                <a:avLst/>
                <a:gdLst>
                  <a:gd name="T0" fmla="*/ 37 w 602"/>
                  <a:gd name="T1" fmla="*/ 103 h 442"/>
                  <a:gd name="T2" fmla="*/ 26 w 602"/>
                  <a:gd name="T3" fmla="*/ 89 h 442"/>
                  <a:gd name="T4" fmla="*/ 18 w 602"/>
                  <a:gd name="T5" fmla="*/ 75 h 442"/>
                  <a:gd name="T6" fmla="*/ 11 w 602"/>
                  <a:gd name="T7" fmla="*/ 62 h 442"/>
                  <a:gd name="T8" fmla="*/ 12 w 602"/>
                  <a:gd name="T9" fmla="*/ 48 h 442"/>
                  <a:gd name="T10" fmla="*/ 21 w 602"/>
                  <a:gd name="T11" fmla="*/ 33 h 442"/>
                  <a:gd name="T12" fmla="*/ 33 w 602"/>
                  <a:gd name="T13" fmla="*/ 24 h 442"/>
                  <a:gd name="T14" fmla="*/ 50 w 602"/>
                  <a:gd name="T15" fmla="*/ 16 h 442"/>
                  <a:gd name="T16" fmla="*/ 71 w 602"/>
                  <a:gd name="T17" fmla="*/ 14 h 442"/>
                  <a:gd name="T18" fmla="*/ 95 w 602"/>
                  <a:gd name="T19" fmla="*/ 14 h 442"/>
                  <a:gd name="T20" fmla="*/ 114 w 602"/>
                  <a:gd name="T21" fmla="*/ 18 h 442"/>
                  <a:gd name="T22" fmla="*/ 131 w 602"/>
                  <a:gd name="T23" fmla="*/ 21 h 442"/>
                  <a:gd name="T24" fmla="*/ 144 w 602"/>
                  <a:gd name="T25" fmla="*/ 26 h 442"/>
                  <a:gd name="T26" fmla="*/ 151 w 602"/>
                  <a:gd name="T27" fmla="*/ 27 h 442"/>
                  <a:gd name="T28" fmla="*/ 150 w 602"/>
                  <a:gd name="T29" fmla="*/ 19 h 442"/>
                  <a:gd name="T30" fmla="*/ 136 w 602"/>
                  <a:gd name="T31" fmla="*/ 9 h 442"/>
                  <a:gd name="T32" fmla="*/ 114 w 602"/>
                  <a:gd name="T33" fmla="*/ 4 h 442"/>
                  <a:gd name="T34" fmla="*/ 88 w 602"/>
                  <a:gd name="T35" fmla="*/ 0 h 442"/>
                  <a:gd name="T36" fmla="*/ 65 w 602"/>
                  <a:gd name="T37" fmla="*/ 1 h 442"/>
                  <a:gd name="T38" fmla="*/ 43 w 602"/>
                  <a:gd name="T39" fmla="*/ 6 h 442"/>
                  <a:gd name="T40" fmla="*/ 24 w 602"/>
                  <a:gd name="T41" fmla="*/ 15 h 442"/>
                  <a:gd name="T42" fmla="*/ 10 w 602"/>
                  <a:gd name="T43" fmla="*/ 27 h 442"/>
                  <a:gd name="T44" fmla="*/ 1 w 602"/>
                  <a:gd name="T45" fmla="*/ 42 h 442"/>
                  <a:gd name="T46" fmla="*/ 0 w 602"/>
                  <a:gd name="T47" fmla="*/ 60 h 442"/>
                  <a:gd name="T48" fmla="*/ 7 w 602"/>
                  <a:gd name="T49" fmla="*/ 80 h 442"/>
                  <a:gd name="T50" fmla="*/ 19 w 602"/>
                  <a:gd name="T51" fmla="*/ 97 h 442"/>
                  <a:gd name="T52" fmla="*/ 38 w 602"/>
                  <a:gd name="T53" fmla="*/ 111 h 442"/>
                  <a:gd name="T54" fmla="*/ 37 w 602"/>
                  <a:gd name="T55" fmla="*/ 103 h 442"/>
                  <a:gd name="T56" fmla="*/ 37 w 602"/>
                  <a:gd name="T57" fmla="*/ 103 h 44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02"/>
                  <a:gd name="T88" fmla="*/ 0 h 442"/>
                  <a:gd name="T89" fmla="*/ 602 w 602"/>
                  <a:gd name="T90" fmla="*/ 442 h 44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02" h="442">
                    <a:moveTo>
                      <a:pt x="148" y="412"/>
                    </a:moveTo>
                    <a:lnTo>
                      <a:pt x="104" y="355"/>
                    </a:lnTo>
                    <a:lnTo>
                      <a:pt x="70" y="300"/>
                    </a:lnTo>
                    <a:lnTo>
                      <a:pt x="44" y="247"/>
                    </a:lnTo>
                    <a:lnTo>
                      <a:pt x="47" y="190"/>
                    </a:lnTo>
                    <a:lnTo>
                      <a:pt x="85" y="131"/>
                    </a:lnTo>
                    <a:lnTo>
                      <a:pt x="129" y="95"/>
                    </a:lnTo>
                    <a:lnTo>
                      <a:pt x="199" y="64"/>
                    </a:lnTo>
                    <a:lnTo>
                      <a:pt x="281" y="57"/>
                    </a:lnTo>
                    <a:lnTo>
                      <a:pt x="378" y="57"/>
                    </a:lnTo>
                    <a:lnTo>
                      <a:pt x="456" y="70"/>
                    </a:lnTo>
                    <a:lnTo>
                      <a:pt x="521" y="81"/>
                    </a:lnTo>
                    <a:lnTo>
                      <a:pt x="576" y="104"/>
                    </a:lnTo>
                    <a:lnTo>
                      <a:pt x="602" y="108"/>
                    </a:lnTo>
                    <a:lnTo>
                      <a:pt x="599" y="74"/>
                    </a:lnTo>
                    <a:lnTo>
                      <a:pt x="542" y="34"/>
                    </a:lnTo>
                    <a:lnTo>
                      <a:pt x="456" y="13"/>
                    </a:lnTo>
                    <a:lnTo>
                      <a:pt x="351" y="0"/>
                    </a:lnTo>
                    <a:lnTo>
                      <a:pt x="260" y="3"/>
                    </a:lnTo>
                    <a:lnTo>
                      <a:pt x="173" y="22"/>
                    </a:lnTo>
                    <a:lnTo>
                      <a:pt x="95" y="60"/>
                    </a:lnTo>
                    <a:lnTo>
                      <a:pt x="40" y="108"/>
                    </a:lnTo>
                    <a:lnTo>
                      <a:pt x="4" y="165"/>
                    </a:lnTo>
                    <a:lnTo>
                      <a:pt x="0" y="241"/>
                    </a:lnTo>
                    <a:lnTo>
                      <a:pt x="26" y="317"/>
                    </a:lnTo>
                    <a:lnTo>
                      <a:pt x="74" y="385"/>
                    </a:lnTo>
                    <a:lnTo>
                      <a:pt x="152" y="442"/>
                    </a:lnTo>
                    <a:lnTo>
                      <a:pt x="148" y="4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1" name="Freeform 76"/>
              <p:cNvSpPr>
                <a:spLocks/>
              </p:cNvSpPr>
              <p:nvPr/>
            </p:nvSpPr>
            <p:spPr bwMode="auto">
              <a:xfrm>
                <a:off x="3848" y="1100"/>
                <a:ext cx="358" cy="267"/>
              </a:xfrm>
              <a:custGeom>
                <a:avLst/>
                <a:gdLst>
                  <a:gd name="T0" fmla="*/ 179 w 717"/>
                  <a:gd name="T1" fmla="*/ 20 h 534"/>
                  <a:gd name="T2" fmla="*/ 167 w 717"/>
                  <a:gd name="T3" fmla="*/ 10 h 534"/>
                  <a:gd name="T4" fmla="*/ 145 w 717"/>
                  <a:gd name="T5" fmla="*/ 4 h 534"/>
                  <a:gd name="T6" fmla="*/ 115 w 717"/>
                  <a:gd name="T7" fmla="*/ 0 h 534"/>
                  <a:gd name="T8" fmla="*/ 92 w 717"/>
                  <a:gd name="T9" fmla="*/ 0 h 534"/>
                  <a:gd name="T10" fmla="*/ 65 w 717"/>
                  <a:gd name="T11" fmla="*/ 3 h 534"/>
                  <a:gd name="T12" fmla="*/ 47 w 717"/>
                  <a:gd name="T13" fmla="*/ 13 h 534"/>
                  <a:gd name="T14" fmla="*/ 32 w 717"/>
                  <a:gd name="T15" fmla="*/ 23 h 534"/>
                  <a:gd name="T16" fmla="*/ 21 w 717"/>
                  <a:gd name="T17" fmla="*/ 30 h 534"/>
                  <a:gd name="T18" fmla="*/ 10 w 717"/>
                  <a:gd name="T19" fmla="*/ 44 h 534"/>
                  <a:gd name="T20" fmla="*/ 1 w 717"/>
                  <a:gd name="T21" fmla="*/ 62 h 534"/>
                  <a:gd name="T22" fmla="*/ 0 w 717"/>
                  <a:gd name="T23" fmla="*/ 81 h 534"/>
                  <a:gd name="T24" fmla="*/ 8 w 717"/>
                  <a:gd name="T25" fmla="*/ 99 h 534"/>
                  <a:gd name="T26" fmla="*/ 17 w 717"/>
                  <a:gd name="T27" fmla="*/ 113 h 534"/>
                  <a:gd name="T28" fmla="*/ 29 w 717"/>
                  <a:gd name="T29" fmla="*/ 126 h 534"/>
                  <a:gd name="T30" fmla="*/ 48 w 717"/>
                  <a:gd name="T31" fmla="*/ 134 h 534"/>
                  <a:gd name="T32" fmla="*/ 42 w 717"/>
                  <a:gd name="T33" fmla="*/ 126 h 534"/>
                  <a:gd name="T34" fmla="*/ 24 w 717"/>
                  <a:gd name="T35" fmla="*/ 106 h 534"/>
                  <a:gd name="T36" fmla="*/ 15 w 717"/>
                  <a:gd name="T37" fmla="*/ 86 h 534"/>
                  <a:gd name="T38" fmla="*/ 14 w 717"/>
                  <a:gd name="T39" fmla="*/ 70 h 534"/>
                  <a:gd name="T40" fmla="*/ 18 w 717"/>
                  <a:gd name="T41" fmla="*/ 57 h 534"/>
                  <a:gd name="T42" fmla="*/ 31 w 717"/>
                  <a:gd name="T43" fmla="*/ 40 h 534"/>
                  <a:gd name="T44" fmla="*/ 45 w 717"/>
                  <a:gd name="T45" fmla="*/ 28 h 534"/>
                  <a:gd name="T46" fmla="*/ 66 w 717"/>
                  <a:gd name="T47" fmla="*/ 17 h 534"/>
                  <a:gd name="T48" fmla="*/ 92 w 717"/>
                  <a:gd name="T49" fmla="*/ 12 h 534"/>
                  <a:gd name="T50" fmla="*/ 113 w 717"/>
                  <a:gd name="T51" fmla="*/ 12 h 534"/>
                  <a:gd name="T52" fmla="*/ 136 w 717"/>
                  <a:gd name="T53" fmla="*/ 15 h 534"/>
                  <a:gd name="T54" fmla="*/ 150 w 717"/>
                  <a:gd name="T55" fmla="*/ 19 h 534"/>
                  <a:gd name="T56" fmla="*/ 165 w 717"/>
                  <a:gd name="T57" fmla="*/ 24 h 534"/>
                  <a:gd name="T58" fmla="*/ 176 w 717"/>
                  <a:gd name="T59" fmla="*/ 28 h 534"/>
                  <a:gd name="T60" fmla="*/ 179 w 717"/>
                  <a:gd name="T61" fmla="*/ 20 h 534"/>
                  <a:gd name="T62" fmla="*/ 179 w 717"/>
                  <a:gd name="T63" fmla="*/ 20 h 5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17"/>
                  <a:gd name="T97" fmla="*/ 0 h 534"/>
                  <a:gd name="T98" fmla="*/ 717 w 717"/>
                  <a:gd name="T99" fmla="*/ 534 h 5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17" h="534">
                    <a:moveTo>
                      <a:pt x="717" y="81"/>
                    </a:moveTo>
                    <a:lnTo>
                      <a:pt x="669" y="39"/>
                    </a:lnTo>
                    <a:lnTo>
                      <a:pt x="582" y="17"/>
                    </a:lnTo>
                    <a:lnTo>
                      <a:pt x="460" y="0"/>
                    </a:lnTo>
                    <a:lnTo>
                      <a:pt x="369" y="0"/>
                    </a:lnTo>
                    <a:lnTo>
                      <a:pt x="262" y="13"/>
                    </a:lnTo>
                    <a:lnTo>
                      <a:pt x="188" y="51"/>
                    </a:lnTo>
                    <a:lnTo>
                      <a:pt x="131" y="91"/>
                    </a:lnTo>
                    <a:lnTo>
                      <a:pt x="87" y="121"/>
                    </a:lnTo>
                    <a:lnTo>
                      <a:pt x="40" y="176"/>
                    </a:lnTo>
                    <a:lnTo>
                      <a:pt x="6" y="247"/>
                    </a:lnTo>
                    <a:lnTo>
                      <a:pt x="0" y="323"/>
                    </a:lnTo>
                    <a:lnTo>
                      <a:pt x="32" y="395"/>
                    </a:lnTo>
                    <a:lnTo>
                      <a:pt x="70" y="450"/>
                    </a:lnTo>
                    <a:lnTo>
                      <a:pt x="118" y="503"/>
                    </a:lnTo>
                    <a:lnTo>
                      <a:pt x="192" y="534"/>
                    </a:lnTo>
                    <a:lnTo>
                      <a:pt x="169" y="503"/>
                    </a:lnTo>
                    <a:lnTo>
                      <a:pt x="97" y="425"/>
                    </a:lnTo>
                    <a:lnTo>
                      <a:pt x="61" y="345"/>
                    </a:lnTo>
                    <a:lnTo>
                      <a:pt x="57" y="281"/>
                    </a:lnTo>
                    <a:lnTo>
                      <a:pt x="74" y="226"/>
                    </a:lnTo>
                    <a:lnTo>
                      <a:pt x="127" y="159"/>
                    </a:lnTo>
                    <a:lnTo>
                      <a:pt x="182" y="112"/>
                    </a:lnTo>
                    <a:lnTo>
                      <a:pt x="266" y="68"/>
                    </a:lnTo>
                    <a:lnTo>
                      <a:pt x="369" y="47"/>
                    </a:lnTo>
                    <a:lnTo>
                      <a:pt x="452" y="47"/>
                    </a:lnTo>
                    <a:lnTo>
                      <a:pt x="544" y="60"/>
                    </a:lnTo>
                    <a:lnTo>
                      <a:pt x="602" y="74"/>
                    </a:lnTo>
                    <a:lnTo>
                      <a:pt x="663" y="95"/>
                    </a:lnTo>
                    <a:lnTo>
                      <a:pt x="707" y="112"/>
                    </a:lnTo>
                    <a:lnTo>
                      <a:pt x="717"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2" name="Freeform 77"/>
              <p:cNvSpPr>
                <a:spLocks/>
              </p:cNvSpPr>
              <p:nvPr/>
            </p:nvSpPr>
            <p:spPr bwMode="auto">
              <a:xfrm>
                <a:off x="3255" y="2337"/>
                <a:ext cx="548" cy="140"/>
              </a:xfrm>
              <a:custGeom>
                <a:avLst/>
                <a:gdLst>
                  <a:gd name="T0" fmla="*/ 0 w 1097"/>
                  <a:gd name="T1" fmla="*/ 50 h 281"/>
                  <a:gd name="T2" fmla="*/ 1 w 1097"/>
                  <a:gd name="T3" fmla="*/ 58 h 281"/>
                  <a:gd name="T4" fmla="*/ 19 w 1097"/>
                  <a:gd name="T5" fmla="*/ 65 h 281"/>
                  <a:gd name="T6" fmla="*/ 45 w 1097"/>
                  <a:gd name="T7" fmla="*/ 68 h 281"/>
                  <a:gd name="T8" fmla="*/ 67 w 1097"/>
                  <a:gd name="T9" fmla="*/ 70 h 281"/>
                  <a:gd name="T10" fmla="*/ 97 w 1097"/>
                  <a:gd name="T11" fmla="*/ 67 h 281"/>
                  <a:gd name="T12" fmla="*/ 136 w 1097"/>
                  <a:gd name="T13" fmla="*/ 62 h 281"/>
                  <a:gd name="T14" fmla="*/ 175 w 1097"/>
                  <a:gd name="T15" fmla="*/ 53 h 281"/>
                  <a:gd name="T16" fmla="*/ 216 w 1097"/>
                  <a:gd name="T17" fmla="*/ 34 h 281"/>
                  <a:gd name="T18" fmla="*/ 247 w 1097"/>
                  <a:gd name="T19" fmla="*/ 19 h 281"/>
                  <a:gd name="T20" fmla="*/ 274 w 1097"/>
                  <a:gd name="T21" fmla="*/ 3 h 281"/>
                  <a:gd name="T22" fmla="*/ 266 w 1097"/>
                  <a:gd name="T23" fmla="*/ 0 h 281"/>
                  <a:gd name="T24" fmla="*/ 237 w 1097"/>
                  <a:gd name="T25" fmla="*/ 12 h 281"/>
                  <a:gd name="T26" fmla="*/ 200 w 1097"/>
                  <a:gd name="T27" fmla="*/ 29 h 281"/>
                  <a:gd name="T28" fmla="*/ 155 w 1097"/>
                  <a:gd name="T29" fmla="*/ 43 h 281"/>
                  <a:gd name="T30" fmla="*/ 113 w 1097"/>
                  <a:gd name="T31" fmla="*/ 53 h 281"/>
                  <a:gd name="T32" fmla="*/ 75 w 1097"/>
                  <a:gd name="T33" fmla="*/ 56 h 281"/>
                  <a:gd name="T34" fmla="*/ 50 w 1097"/>
                  <a:gd name="T35" fmla="*/ 56 h 281"/>
                  <a:gd name="T36" fmla="*/ 29 w 1097"/>
                  <a:gd name="T37" fmla="*/ 55 h 281"/>
                  <a:gd name="T38" fmla="*/ 12 w 1097"/>
                  <a:gd name="T39" fmla="*/ 50 h 281"/>
                  <a:gd name="T40" fmla="*/ 0 w 1097"/>
                  <a:gd name="T41" fmla="*/ 50 h 281"/>
                  <a:gd name="T42" fmla="*/ 0 w 1097"/>
                  <a:gd name="T43" fmla="*/ 50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97"/>
                  <a:gd name="T67" fmla="*/ 0 h 281"/>
                  <a:gd name="T68" fmla="*/ 1097 w 1097"/>
                  <a:gd name="T69" fmla="*/ 281 h 2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97" h="281">
                    <a:moveTo>
                      <a:pt x="0" y="203"/>
                    </a:moveTo>
                    <a:lnTo>
                      <a:pt x="4" y="233"/>
                    </a:lnTo>
                    <a:lnTo>
                      <a:pt x="78" y="260"/>
                    </a:lnTo>
                    <a:lnTo>
                      <a:pt x="182" y="273"/>
                    </a:lnTo>
                    <a:lnTo>
                      <a:pt x="268" y="281"/>
                    </a:lnTo>
                    <a:lnTo>
                      <a:pt x="390" y="269"/>
                    </a:lnTo>
                    <a:lnTo>
                      <a:pt x="545" y="250"/>
                    </a:lnTo>
                    <a:lnTo>
                      <a:pt x="701" y="212"/>
                    </a:lnTo>
                    <a:lnTo>
                      <a:pt x="867" y="138"/>
                    </a:lnTo>
                    <a:lnTo>
                      <a:pt x="988" y="77"/>
                    </a:lnTo>
                    <a:lnTo>
                      <a:pt x="1097" y="13"/>
                    </a:lnTo>
                    <a:lnTo>
                      <a:pt x="1066" y="0"/>
                    </a:lnTo>
                    <a:lnTo>
                      <a:pt x="948" y="51"/>
                    </a:lnTo>
                    <a:lnTo>
                      <a:pt x="802" y="117"/>
                    </a:lnTo>
                    <a:lnTo>
                      <a:pt x="620" y="172"/>
                    </a:lnTo>
                    <a:lnTo>
                      <a:pt x="454" y="212"/>
                    </a:lnTo>
                    <a:lnTo>
                      <a:pt x="302" y="226"/>
                    </a:lnTo>
                    <a:lnTo>
                      <a:pt x="203" y="226"/>
                    </a:lnTo>
                    <a:lnTo>
                      <a:pt x="116" y="220"/>
                    </a:lnTo>
                    <a:lnTo>
                      <a:pt x="51" y="203"/>
                    </a:lnTo>
                    <a:lnTo>
                      <a:pt x="0" y="2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3" name="Freeform 78"/>
              <p:cNvSpPr>
                <a:spLocks/>
              </p:cNvSpPr>
              <p:nvPr/>
            </p:nvSpPr>
            <p:spPr bwMode="auto">
              <a:xfrm>
                <a:off x="3207" y="1927"/>
                <a:ext cx="976" cy="616"/>
              </a:xfrm>
              <a:custGeom>
                <a:avLst/>
                <a:gdLst>
                  <a:gd name="T0" fmla="*/ 1 w 1950"/>
                  <a:gd name="T1" fmla="*/ 287 h 1232"/>
                  <a:gd name="T2" fmla="*/ 24 w 1950"/>
                  <a:gd name="T3" fmla="*/ 292 h 1232"/>
                  <a:gd name="T4" fmla="*/ 58 w 1950"/>
                  <a:gd name="T5" fmla="*/ 293 h 1232"/>
                  <a:gd name="T6" fmla="*/ 105 w 1950"/>
                  <a:gd name="T7" fmla="*/ 290 h 1232"/>
                  <a:gd name="T8" fmla="*/ 155 w 1950"/>
                  <a:gd name="T9" fmla="*/ 281 h 1232"/>
                  <a:gd name="T10" fmla="*/ 198 w 1950"/>
                  <a:gd name="T11" fmla="*/ 270 h 1232"/>
                  <a:gd name="T12" fmla="*/ 243 w 1950"/>
                  <a:gd name="T13" fmla="*/ 253 h 1232"/>
                  <a:gd name="T14" fmla="*/ 291 w 1950"/>
                  <a:gd name="T15" fmla="*/ 229 h 1232"/>
                  <a:gd name="T16" fmla="*/ 322 w 1950"/>
                  <a:gd name="T17" fmla="*/ 210 h 1232"/>
                  <a:gd name="T18" fmla="*/ 347 w 1950"/>
                  <a:gd name="T19" fmla="*/ 191 h 1232"/>
                  <a:gd name="T20" fmla="*/ 381 w 1950"/>
                  <a:gd name="T21" fmla="*/ 162 h 1232"/>
                  <a:gd name="T22" fmla="*/ 410 w 1950"/>
                  <a:gd name="T23" fmla="*/ 129 h 1232"/>
                  <a:gd name="T24" fmla="*/ 438 w 1950"/>
                  <a:gd name="T25" fmla="*/ 89 h 1232"/>
                  <a:gd name="T26" fmla="*/ 464 w 1950"/>
                  <a:gd name="T27" fmla="*/ 44 h 1232"/>
                  <a:gd name="T28" fmla="*/ 489 w 1950"/>
                  <a:gd name="T29" fmla="*/ 0 h 1232"/>
                  <a:gd name="T30" fmla="*/ 489 w 1950"/>
                  <a:gd name="T31" fmla="*/ 18 h 1232"/>
                  <a:gd name="T32" fmla="*/ 467 w 1950"/>
                  <a:gd name="T33" fmla="*/ 67 h 1232"/>
                  <a:gd name="T34" fmla="*/ 449 w 1950"/>
                  <a:gd name="T35" fmla="*/ 100 h 1232"/>
                  <a:gd name="T36" fmla="*/ 427 w 1950"/>
                  <a:gd name="T37" fmla="*/ 129 h 1232"/>
                  <a:gd name="T38" fmla="*/ 405 w 1950"/>
                  <a:gd name="T39" fmla="*/ 155 h 1232"/>
                  <a:gd name="T40" fmla="*/ 366 w 1950"/>
                  <a:gd name="T41" fmla="*/ 193 h 1232"/>
                  <a:gd name="T42" fmla="*/ 326 w 1950"/>
                  <a:gd name="T43" fmla="*/ 223 h 1232"/>
                  <a:gd name="T44" fmla="*/ 285 w 1950"/>
                  <a:gd name="T45" fmla="*/ 246 h 1232"/>
                  <a:gd name="T46" fmla="*/ 242 w 1950"/>
                  <a:gd name="T47" fmla="*/ 269 h 1232"/>
                  <a:gd name="T48" fmla="*/ 196 w 1950"/>
                  <a:gd name="T49" fmla="*/ 287 h 1232"/>
                  <a:gd name="T50" fmla="*/ 141 w 1950"/>
                  <a:gd name="T51" fmla="*/ 298 h 1232"/>
                  <a:gd name="T52" fmla="*/ 90 w 1950"/>
                  <a:gd name="T53" fmla="*/ 305 h 1232"/>
                  <a:gd name="T54" fmla="*/ 53 w 1950"/>
                  <a:gd name="T55" fmla="*/ 308 h 1232"/>
                  <a:gd name="T56" fmla="*/ 16 w 1950"/>
                  <a:gd name="T57" fmla="*/ 305 h 1232"/>
                  <a:gd name="T58" fmla="*/ 0 w 1950"/>
                  <a:gd name="T59" fmla="*/ 298 h 1232"/>
                  <a:gd name="T60" fmla="*/ 1 w 1950"/>
                  <a:gd name="T61" fmla="*/ 287 h 1232"/>
                  <a:gd name="T62" fmla="*/ 1 w 1950"/>
                  <a:gd name="T63" fmla="*/ 287 h 12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50"/>
                  <a:gd name="T97" fmla="*/ 0 h 1232"/>
                  <a:gd name="T98" fmla="*/ 1950 w 1950"/>
                  <a:gd name="T99" fmla="*/ 1232 h 12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50" h="1232">
                    <a:moveTo>
                      <a:pt x="4" y="1145"/>
                    </a:moveTo>
                    <a:lnTo>
                      <a:pt x="95" y="1167"/>
                    </a:lnTo>
                    <a:lnTo>
                      <a:pt x="230" y="1171"/>
                    </a:lnTo>
                    <a:lnTo>
                      <a:pt x="420" y="1158"/>
                    </a:lnTo>
                    <a:lnTo>
                      <a:pt x="620" y="1124"/>
                    </a:lnTo>
                    <a:lnTo>
                      <a:pt x="792" y="1080"/>
                    </a:lnTo>
                    <a:lnTo>
                      <a:pt x="969" y="1011"/>
                    </a:lnTo>
                    <a:lnTo>
                      <a:pt x="1163" y="916"/>
                    </a:lnTo>
                    <a:lnTo>
                      <a:pt x="1285" y="840"/>
                    </a:lnTo>
                    <a:lnTo>
                      <a:pt x="1387" y="762"/>
                    </a:lnTo>
                    <a:lnTo>
                      <a:pt x="1520" y="647"/>
                    </a:lnTo>
                    <a:lnTo>
                      <a:pt x="1638" y="515"/>
                    </a:lnTo>
                    <a:lnTo>
                      <a:pt x="1750" y="356"/>
                    </a:lnTo>
                    <a:lnTo>
                      <a:pt x="1855" y="177"/>
                    </a:lnTo>
                    <a:lnTo>
                      <a:pt x="1950" y="0"/>
                    </a:lnTo>
                    <a:lnTo>
                      <a:pt x="1950" y="69"/>
                    </a:lnTo>
                    <a:lnTo>
                      <a:pt x="1866" y="268"/>
                    </a:lnTo>
                    <a:lnTo>
                      <a:pt x="1794" y="399"/>
                    </a:lnTo>
                    <a:lnTo>
                      <a:pt x="1707" y="515"/>
                    </a:lnTo>
                    <a:lnTo>
                      <a:pt x="1619" y="620"/>
                    </a:lnTo>
                    <a:lnTo>
                      <a:pt x="1460" y="772"/>
                    </a:lnTo>
                    <a:lnTo>
                      <a:pt x="1300" y="890"/>
                    </a:lnTo>
                    <a:lnTo>
                      <a:pt x="1138" y="985"/>
                    </a:lnTo>
                    <a:lnTo>
                      <a:pt x="965" y="1076"/>
                    </a:lnTo>
                    <a:lnTo>
                      <a:pt x="783" y="1145"/>
                    </a:lnTo>
                    <a:lnTo>
                      <a:pt x="562" y="1192"/>
                    </a:lnTo>
                    <a:lnTo>
                      <a:pt x="359" y="1219"/>
                    </a:lnTo>
                    <a:lnTo>
                      <a:pt x="211" y="1232"/>
                    </a:lnTo>
                    <a:lnTo>
                      <a:pt x="64" y="1219"/>
                    </a:lnTo>
                    <a:lnTo>
                      <a:pt x="0" y="1192"/>
                    </a:lnTo>
                    <a:lnTo>
                      <a:pt x="4" y="1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4" name="Freeform 79"/>
              <p:cNvSpPr>
                <a:spLocks/>
              </p:cNvSpPr>
              <p:nvPr/>
            </p:nvSpPr>
            <p:spPr bwMode="auto">
              <a:xfrm>
                <a:off x="2946" y="1361"/>
                <a:ext cx="822" cy="675"/>
              </a:xfrm>
              <a:custGeom>
                <a:avLst/>
                <a:gdLst>
                  <a:gd name="T0" fmla="*/ 398 w 1644"/>
                  <a:gd name="T1" fmla="*/ 1 h 1352"/>
                  <a:gd name="T2" fmla="*/ 371 w 1644"/>
                  <a:gd name="T3" fmla="*/ 0 h 1352"/>
                  <a:gd name="T4" fmla="*/ 339 w 1644"/>
                  <a:gd name="T5" fmla="*/ 6 h 1352"/>
                  <a:gd name="T6" fmla="*/ 296 w 1644"/>
                  <a:gd name="T7" fmla="*/ 20 h 1352"/>
                  <a:gd name="T8" fmla="*/ 255 w 1644"/>
                  <a:gd name="T9" fmla="*/ 38 h 1352"/>
                  <a:gd name="T10" fmla="*/ 218 w 1644"/>
                  <a:gd name="T11" fmla="*/ 57 h 1352"/>
                  <a:gd name="T12" fmla="*/ 176 w 1644"/>
                  <a:gd name="T13" fmla="*/ 86 h 1352"/>
                  <a:gd name="T14" fmla="*/ 138 w 1644"/>
                  <a:gd name="T15" fmla="*/ 117 h 1352"/>
                  <a:gd name="T16" fmla="*/ 104 w 1644"/>
                  <a:gd name="T17" fmla="*/ 149 h 1352"/>
                  <a:gd name="T18" fmla="*/ 73 w 1644"/>
                  <a:gd name="T19" fmla="*/ 186 h 1352"/>
                  <a:gd name="T20" fmla="*/ 50 w 1644"/>
                  <a:gd name="T21" fmla="*/ 218 h 1352"/>
                  <a:gd name="T22" fmla="*/ 29 w 1644"/>
                  <a:gd name="T23" fmla="*/ 256 h 1352"/>
                  <a:gd name="T24" fmla="*/ 13 w 1644"/>
                  <a:gd name="T25" fmla="*/ 299 h 1352"/>
                  <a:gd name="T26" fmla="*/ 0 w 1644"/>
                  <a:gd name="T27" fmla="*/ 337 h 1352"/>
                  <a:gd name="T28" fmla="*/ 26 w 1644"/>
                  <a:gd name="T29" fmla="*/ 294 h 1352"/>
                  <a:gd name="T30" fmla="*/ 44 w 1644"/>
                  <a:gd name="T31" fmla="*/ 257 h 1352"/>
                  <a:gd name="T32" fmla="*/ 68 w 1644"/>
                  <a:gd name="T33" fmla="*/ 216 h 1352"/>
                  <a:gd name="T34" fmla="*/ 96 w 1644"/>
                  <a:gd name="T35" fmla="*/ 181 h 1352"/>
                  <a:gd name="T36" fmla="*/ 123 w 1644"/>
                  <a:gd name="T37" fmla="*/ 151 h 1352"/>
                  <a:gd name="T38" fmla="*/ 158 w 1644"/>
                  <a:gd name="T39" fmla="*/ 119 h 1352"/>
                  <a:gd name="T40" fmla="*/ 192 w 1644"/>
                  <a:gd name="T41" fmla="*/ 94 h 1352"/>
                  <a:gd name="T42" fmla="*/ 229 w 1644"/>
                  <a:gd name="T43" fmla="*/ 66 h 1352"/>
                  <a:gd name="T44" fmla="*/ 266 w 1644"/>
                  <a:gd name="T45" fmla="*/ 46 h 1352"/>
                  <a:gd name="T46" fmla="*/ 304 w 1644"/>
                  <a:gd name="T47" fmla="*/ 31 h 1352"/>
                  <a:gd name="T48" fmla="*/ 345 w 1644"/>
                  <a:gd name="T49" fmla="*/ 17 h 1352"/>
                  <a:gd name="T50" fmla="*/ 379 w 1644"/>
                  <a:gd name="T51" fmla="*/ 9 h 1352"/>
                  <a:gd name="T52" fmla="*/ 411 w 1644"/>
                  <a:gd name="T53" fmla="*/ 6 h 1352"/>
                  <a:gd name="T54" fmla="*/ 398 w 1644"/>
                  <a:gd name="T55" fmla="*/ 1 h 1352"/>
                  <a:gd name="T56" fmla="*/ 398 w 1644"/>
                  <a:gd name="T57" fmla="*/ 1 h 13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644"/>
                  <a:gd name="T88" fmla="*/ 0 h 1352"/>
                  <a:gd name="T89" fmla="*/ 1644 w 1644"/>
                  <a:gd name="T90" fmla="*/ 1352 h 13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644" h="1352">
                    <a:moveTo>
                      <a:pt x="1589" y="6"/>
                    </a:moveTo>
                    <a:lnTo>
                      <a:pt x="1481" y="0"/>
                    </a:lnTo>
                    <a:lnTo>
                      <a:pt x="1355" y="27"/>
                    </a:lnTo>
                    <a:lnTo>
                      <a:pt x="1182" y="82"/>
                    </a:lnTo>
                    <a:lnTo>
                      <a:pt x="1019" y="152"/>
                    </a:lnTo>
                    <a:lnTo>
                      <a:pt x="871" y="228"/>
                    </a:lnTo>
                    <a:lnTo>
                      <a:pt x="703" y="344"/>
                    </a:lnTo>
                    <a:lnTo>
                      <a:pt x="549" y="468"/>
                    </a:lnTo>
                    <a:lnTo>
                      <a:pt x="415" y="599"/>
                    </a:lnTo>
                    <a:lnTo>
                      <a:pt x="289" y="747"/>
                    </a:lnTo>
                    <a:lnTo>
                      <a:pt x="200" y="875"/>
                    </a:lnTo>
                    <a:lnTo>
                      <a:pt x="114" y="1025"/>
                    </a:lnTo>
                    <a:lnTo>
                      <a:pt x="50" y="1200"/>
                    </a:lnTo>
                    <a:lnTo>
                      <a:pt x="0" y="1352"/>
                    </a:lnTo>
                    <a:lnTo>
                      <a:pt x="105" y="1177"/>
                    </a:lnTo>
                    <a:lnTo>
                      <a:pt x="175" y="1031"/>
                    </a:lnTo>
                    <a:lnTo>
                      <a:pt x="272" y="867"/>
                    </a:lnTo>
                    <a:lnTo>
                      <a:pt x="382" y="725"/>
                    </a:lnTo>
                    <a:lnTo>
                      <a:pt x="491" y="605"/>
                    </a:lnTo>
                    <a:lnTo>
                      <a:pt x="631" y="479"/>
                    </a:lnTo>
                    <a:lnTo>
                      <a:pt x="768" y="377"/>
                    </a:lnTo>
                    <a:lnTo>
                      <a:pt x="914" y="266"/>
                    </a:lnTo>
                    <a:lnTo>
                      <a:pt x="1063" y="185"/>
                    </a:lnTo>
                    <a:lnTo>
                      <a:pt x="1215" y="126"/>
                    </a:lnTo>
                    <a:lnTo>
                      <a:pt x="1378" y="71"/>
                    </a:lnTo>
                    <a:lnTo>
                      <a:pt x="1513" y="38"/>
                    </a:lnTo>
                    <a:lnTo>
                      <a:pt x="1644" y="27"/>
                    </a:lnTo>
                    <a:lnTo>
                      <a:pt x="158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5" name="Freeform 80"/>
              <p:cNvSpPr>
                <a:spLocks/>
              </p:cNvSpPr>
              <p:nvPr/>
            </p:nvSpPr>
            <p:spPr bwMode="auto">
              <a:xfrm>
                <a:off x="3828" y="1456"/>
                <a:ext cx="376" cy="861"/>
              </a:xfrm>
              <a:custGeom>
                <a:avLst/>
                <a:gdLst>
                  <a:gd name="T0" fmla="*/ 93 w 753"/>
                  <a:gd name="T1" fmla="*/ 0 h 1723"/>
                  <a:gd name="T2" fmla="*/ 111 w 753"/>
                  <a:gd name="T3" fmla="*/ 11 h 1723"/>
                  <a:gd name="T4" fmla="*/ 133 w 753"/>
                  <a:gd name="T5" fmla="*/ 26 h 1723"/>
                  <a:gd name="T6" fmla="*/ 149 w 753"/>
                  <a:gd name="T7" fmla="*/ 48 h 1723"/>
                  <a:gd name="T8" fmla="*/ 160 w 753"/>
                  <a:gd name="T9" fmla="*/ 69 h 1723"/>
                  <a:gd name="T10" fmla="*/ 168 w 753"/>
                  <a:gd name="T11" fmla="*/ 102 h 1723"/>
                  <a:gd name="T12" fmla="*/ 170 w 753"/>
                  <a:gd name="T13" fmla="*/ 129 h 1723"/>
                  <a:gd name="T14" fmla="*/ 165 w 753"/>
                  <a:gd name="T15" fmla="*/ 166 h 1723"/>
                  <a:gd name="T16" fmla="*/ 155 w 753"/>
                  <a:gd name="T17" fmla="*/ 207 h 1723"/>
                  <a:gd name="T18" fmla="*/ 141 w 753"/>
                  <a:gd name="T19" fmla="*/ 248 h 1723"/>
                  <a:gd name="T20" fmla="*/ 122 w 753"/>
                  <a:gd name="T21" fmla="*/ 286 h 1723"/>
                  <a:gd name="T22" fmla="*/ 100 w 753"/>
                  <a:gd name="T23" fmla="*/ 321 h 1723"/>
                  <a:gd name="T24" fmla="*/ 74 w 753"/>
                  <a:gd name="T25" fmla="*/ 361 h 1723"/>
                  <a:gd name="T26" fmla="*/ 45 w 753"/>
                  <a:gd name="T27" fmla="*/ 395 h 1723"/>
                  <a:gd name="T28" fmla="*/ 0 w 753"/>
                  <a:gd name="T29" fmla="*/ 430 h 1723"/>
                  <a:gd name="T30" fmla="*/ 19 w 753"/>
                  <a:gd name="T31" fmla="*/ 424 h 1723"/>
                  <a:gd name="T32" fmla="*/ 41 w 753"/>
                  <a:gd name="T33" fmla="*/ 408 h 1723"/>
                  <a:gd name="T34" fmla="*/ 69 w 753"/>
                  <a:gd name="T35" fmla="*/ 381 h 1723"/>
                  <a:gd name="T36" fmla="*/ 103 w 753"/>
                  <a:gd name="T37" fmla="*/ 340 h 1723"/>
                  <a:gd name="T38" fmla="*/ 138 w 753"/>
                  <a:gd name="T39" fmla="*/ 286 h 1723"/>
                  <a:gd name="T40" fmla="*/ 155 w 753"/>
                  <a:gd name="T41" fmla="*/ 251 h 1723"/>
                  <a:gd name="T42" fmla="*/ 168 w 753"/>
                  <a:gd name="T43" fmla="*/ 210 h 1723"/>
                  <a:gd name="T44" fmla="*/ 179 w 753"/>
                  <a:gd name="T45" fmla="*/ 169 h 1723"/>
                  <a:gd name="T46" fmla="*/ 185 w 753"/>
                  <a:gd name="T47" fmla="*/ 132 h 1723"/>
                  <a:gd name="T48" fmla="*/ 188 w 753"/>
                  <a:gd name="T49" fmla="*/ 113 h 1723"/>
                  <a:gd name="T50" fmla="*/ 187 w 753"/>
                  <a:gd name="T51" fmla="*/ 98 h 1723"/>
                  <a:gd name="T52" fmla="*/ 182 w 753"/>
                  <a:gd name="T53" fmla="*/ 73 h 1723"/>
                  <a:gd name="T54" fmla="*/ 171 w 753"/>
                  <a:gd name="T55" fmla="*/ 48 h 1723"/>
                  <a:gd name="T56" fmla="*/ 151 w 753"/>
                  <a:gd name="T57" fmla="*/ 22 h 1723"/>
                  <a:gd name="T58" fmla="*/ 130 w 753"/>
                  <a:gd name="T59" fmla="*/ 8 h 1723"/>
                  <a:gd name="T60" fmla="*/ 108 w 753"/>
                  <a:gd name="T61" fmla="*/ 0 h 1723"/>
                  <a:gd name="T62" fmla="*/ 93 w 753"/>
                  <a:gd name="T63" fmla="*/ 0 h 1723"/>
                  <a:gd name="T64" fmla="*/ 93 w 753"/>
                  <a:gd name="T65" fmla="*/ 0 h 17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3"/>
                  <a:gd name="T100" fmla="*/ 0 h 1723"/>
                  <a:gd name="T101" fmla="*/ 753 w 753"/>
                  <a:gd name="T102" fmla="*/ 1723 h 17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3" h="1723">
                    <a:moveTo>
                      <a:pt x="374" y="0"/>
                    </a:moveTo>
                    <a:lnTo>
                      <a:pt x="447" y="44"/>
                    </a:lnTo>
                    <a:lnTo>
                      <a:pt x="532" y="105"/>
                    </a:lnTo>
                    <a:lnTo>
                      <a:pt x="599" y="192"/>
                    </a:lnTo>
                    <a:lnTo>
                      <a:pt x="642" y="278"/>
                    </a:lnTo>
                    <a:lnTo>
                      <a:pt x="675" y="409"/>
                    </a:lnTo>
                    <a:lnTo>
                      <a:pt x="681" y="519"/>
                    </a:lnTo>
                    <a:lnTo>
                      <a:pt x="663" y="666"/>
                    </a:lnTo>
                    <a:lnTo>
                      <a:pt x="620" y="829"/>
                    </a:lnTo>
                    <a:lnTo>
                      <a:pt x="566" y="993"/>
                    </a:lnTo>
                    <a:lnTo>
                      <a:pt x="490" y="1145"/>
                    </a:lnTo>
                    <a:lnTo>
                      <a:pt x="403" y="1287"/>
                    </a:lnTo>
                    <a:lnTo>
                      <a:pt x="298" y="1445"/>
                    </a:lnTo>
                    <a:lnTo>
                      <a:pt x="181" y="1582"/>
                    </a:lnTo>
                    <a:lnTo>
                      <a:pt x="0" y="1723"/>
                    </a:lnTo>
                    <a:lnTo>
                      <a:pt x="76" y="1696"/>
                    </a:lnTo>
                    <a:lnTo>
                      <a:pt x="164" y="1635"/>
                    </a:lnTo>
                    <a:lnTo>
                      <a:pt x="278" y="1527"/>
                    </a:lnTo>
                    <a:lnTo>
                      <a:pt x="414" y="1363"/>
                    </a:lnTo>
                    <a:lnTo>
                      <a:pt x="555" y="1145"/>
                    </a:lnTo>
                    <a:lnTo>
                      <a:pt x="620" y="1004"/>
                    </a:lnTo>
                    <a:lnTo>
                      <a:pt x="675" y="841"/>
                    </a:lnTo>
                    <a:lnTo>
                      <a:pt x="717" y="677"/>
                    </a:lnTo>
                    <a:lnTo>
                      <a:pt x="743" y="529"/>
                    </a:lnTo>
                    <a:lnTo>
                      <a:pt x="753" y="455"/>
                    </a:lnTo>
                    <a:lnTo>
                      <a:pt x="749" y="394"/>
                    </a:lnTo>
                    <a:lnTo>
                      <a:pt x="728" y="293"/>
                    </a:lnTo>
                    <a:lnTo>
                      <a:pt x="686" y="192"/>
                    </a:lnTo>
                    <a:lnTo>
                      <a:pt x="604" y="88"/>
                    </a:lnTo>
                    <a:lnTo>
                      <a:pt x="523" y="33"/>
                    </a:lnTo>
                    <a:lnTo>
                      <a:pt x="435" y="0"/>
                    </a:lnTo>
                    <a:lnTo>
                      <a:pt x="37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46" name="Freeform 81"/>
              <p:cNvSpPr>
                <a:spLocks/>
              </p:cNvSpPr>
              <p:nvPr/>
            </p:nvSpPr>
            <p:spPr bwMode="auto">
              <a:xfrm>
                <a:off x="3022" y="2115"/>
                <a:ext cx="216" cy="349"/>
              </a:xfrm>
              <a:custGeom>
                <a:avLst/>
                <a:gdLst>
                  <a:gd name="T0" fmla="*/ 10 w 432"/>
                  <a:gd name="T1" fmla="*/ 6 h 697"/>
                  <a:gd name="T2" fmla="*/ 20 w 432"/>
                  <a:gd name="T3" fmla="*/ 44 h 697"/>
                  <a:gd name="T4" fmla="*/ 32 w 432"/>
                  <a:gd name="T5" fmla="*/ 82 h 697"/>
                  <a:gd name="T6" fmla="*/ 44 w 432"/>
                  <a:gd name="T7" fmla="*/ 113 h 697"/>
                  <a:gd name="T8" fmla="*/ 63 w 432"/>
                  <a:gd name="T9" fmla="*/ 135 h 697"/>
                  <a:gd name="T10" fmla="*/ 84 w 432"/>
                  <a:gd name="T11" fmla="*/ 154 h 697"/>
                  <a:gd name="T12" fmla="*/ 108 w 432"/>
                  <a:gd name="T13" fmla="*/ 175 h 697"/>
                  <a:gd name="T14" fmla="*/ 85 w 432"/>
                  <a:gd name="T15" fmla="*/ 168 h 697"/>
                  <a:gd name="T16" fmla="*/ 56 w 432"/>
                  <a:gd name="T17" fmla="*/ 149 h 697"/>
                  <a:gd name="T18" fmla="*/ 35 w 432"/>
                  <a:gd name="T19" fmla="*/ 122 h 697"/>
                  <a:gd name="T20" fmla="*/ 22 w 432"/>
                  <a:gd name="T21" fmla="*/ 98 h 697"/>
                  <a:gd name="T22" fmla="*/ 11 w 432"/>
                  <a:gd name="T23" fmla="*/ 66 h 697"/>
                  <a:gd name="T24" fmla="*/ 3 w 432"/>
                  <a:gd name="T25" fmla="*/ 29 h 697"/>
                  <a:gd name="T26" fmla="*/ 0 w 432"/>
                  <a:gd name="T27" fmla="*/ 0 h 697"/>
                  <a:gd name="T28" fmla="*/ 10 w 432"/>
                  <a:gd name="T29" fmla="*/ 6 h 697"/>
                  <a:gd name="T30" fmla="*/ 10 w 432"/>
                  <a:gd name="T31" fmla="*/ 6 h 6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2"/>
                  <a:gd name="T49" fmla="*/ 0 h 697"/>
                  <a:gd name="T50" fmla="*/ 432 w 432"/>
                  <a:gd name="T51" fmla="*/ 697 h 69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2" h="697">
                    <a:moveTo>
                      <a:pt x="40" y="21"/>
                    </a:moveTo>
                    <a:lnTo>
                      <a:pt x="78" y="174"/>
                    </a:lnTo>
                    <a:lnTo>
                      <a:pt x="126" y="327"/>
                    </a:lnTo>
                    <a:lnTo>
                      <a:pt x="175" y="452"/>
                    </a:lnTo>
                    <a:lnTo>
                      <a:pt x="251" y="539"/>
                    </a:lnTo>
                    <a:lnTo>
                      <a:pt x="333" y="615"/>
                    </a:lnTo>
                    <a:lnTo>
                      <a:pt x="432" y="697"/>
                    </a:lnTo>
                    <a:lnTo>
                      <a:pt x="339" y="671"/>
                    </a:lnTo>
                    <a:lnTo>
                      <a:pt x="225" y="595"/>
                    </a:lnTo>
                    <a:lnTo>
                      <a:pt x="137" y="488"/>
                    </a:lnTo>
                    <a:lnTo>
                      <a:pt x="88" y="391"/>
                    </a:lnTo>
                    <a:lnTo>
                      <a:pt x="44" y="262"/>
                    </a:lnTo>
                    <a:lnTo>
                      <a:pt x="12" y="114"/>
                    </a:lnTo>
                    <a:lnTo>
                      <a:pt x="0" y="0"/>
                    </a:lnTo>
                    <a:lnTo>
                      <a:pt x="4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7659" name="Text Box 83"/>
            <p:cNvSpPr txBox="1">
              <a:spLocks noChangeArrowheads="1"/>
            </p:cNvSpPr>
            <p:nvPr/>
          </p:nvSpPr>
          <p:spPr bwMode="auto">
            <a:xfrm>
              <a:off x="1709" y="2485"/>
              <a:ext cx="1605" cy="481"/>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47625" tIns="25400" rIns="47625" bIns="25400">
              <a:spAutoFit/>
            </a:bodyPr>
            <a:lstStyle>
              <a:lvl1pPr>
                <a:defRPr sz="1200">
                  <a:solidFill>
                    <a:schemeClr val="tx1"/>
                  </a:solidFill>
                  <a:latin typeface="JTI" pitchFamily="34" charset="0"/>
                </a:defRPr>
              </a:lvl1pPr>
              <a:lvl2pPr marL="742950" indent="-285750">
                <a:defRPr sz="1200">
                  <a:solidFill>
                    <a:schemeClr val="tx1"/>
                  </a:solidFill>
                  <a:latin typeface="JTI" pitchFamily="34" charset="0"/>
                </a:defRPr>
              </a:lvl2pPr>
              <a:lvl3pPr marL="1143000" indent="-228600">
                <a:defRPr sz="1200">
                  <a:solidFill>
                    <a:schemeClr val="tx1"/>
                  </a:solidFill>
                  <a:latin typeface="JTI" pitchFamily="34" charset="0"/>
                </a:defRPr>
              </a:lvl3pPr>
              <a:lvl4pPr marL="1600200" indent="-228600">
                <a:defRPr sz="1200">
                  <a:solidFill>
                    <a:schemeClr val="tx1"/>
                  </a:solidFill>
                  <a:latin typeface="JTI" pitchFamily="34" charset="0"/>
                </a:defRPr>
              </a:lvl4pPr>
              <a:lvl5pPr marL="2057400" indent="-228600">
                <a:defRPr sz="1200">
                  <a:solidFill>
                    <a:schemeClr val="tx1"/>
                  </a:solidFill>
                  <a:latin typeface="JTI" pitchFamily="34" charset="0"/>
                </a:defRPr>
              </a:lvl5pPr>
              <a:lvl6pPr marL="2514600" indent="-228600" algn="ctr" eaLnBrk="0" fontAlgn="base" hangingPunct="0">
                <a:spcBef>
                  <a:spcPct val="50000"/>
                </a:spcBef>
                <a:spcAft>
                  <a:spcPct val="0"/>
                </a:spcAft>
                <a:defRPr sz="1200">
                  <a:solidFill>
                    <a:schemeClr val="tx1"/>
                  </a:solidFill>
                  <a:latin typeface="JTI" pitchFamily="34" charset="0"/>
                </a:defRPr>
              </a:lvl6pPr>
              <a:lvl7pPr marL="2971800" indent="-228600" algn="ctr" eaLnBrk="0" fontAlgn="base" hangingPunct="0">
                <a:spcBef>
                  <a:spcPct val="50000"/>
                </a:spcBef>
                <a:spcAft>
                  <a:spcPct val="0"/>
                </a:spcAft>
                <a:defRPr sz="1200">
                  <a:solidFill>
                    <a:schemeClr val="tx1"/>
                  </a:solidFill>
                  <a:latin typeface="JTI" pitchFamily="34" charset="0"/>
                </a:defRPr>
              </a:lvl7pPr>
              <a:lvl8pPr marL="3429000" indent="-228600" algn="ctr" eaLnBrk="0" fontAlgn="base" hangingPunct="0">
                <a:spcBef>
                  <a:spcPct val="50000"/>
                </a:spcBef>
                <a:spcAft>
                  <a:spcPct val="0"/>
                </a:spcAft>
                <a:defRPr sz="1200">
                  <a:solidFill>
                    <a:schemeClr val="tx1"/>
                  </a:solidFill>
                  <a:latin typeface="JTI" pitchFamily="34" charset="0"/>
                </a:defRPr>
              </a:lvl8pPr>
              <a:lvl9pPr marL="3886200" indent="-228600" algn="ctr" eaLnBrk="0" fontAlgn="base" hangingPunct="0">
                <a:spcBef>
                  <a:spcPct val="50000"/>
                </a:spcBef>
                <a:spcAft>
                  <a:spcPct val="0"/>
                </a:spcAft>
                <a:defRPr sz="1200">
                  <a:solidFill>
                    <a:schemeClr val="tx1"/>
                  </a:solidFill>
                  <a:latin typeface="JTI" pitchFamily="34" charset="0"/>
                </a:defRPr>
              </a:lvl9pPr>
            </a:lstStyle>
            <a:p>
              <a:pPr>
                <a:lnSpc>
                  <a:spcPct val="50000"/>
                </a:lnSpc>
              </a:pPr>
              <a:r>
                <a:rPr lang="en-US" sz="1400" dirty="0"/>
                <a:t>Deadline Monitoring of</a:t>
              </a:r>
            </a:p>
            <a:p>
              <a:pPr>
                <a:lnSpc>
                  <a:spcPct val="50000"/>
                </a:lnSpc>
              </a:pPr>
              <a:r>
                <a:rPr lang="en-US" sz="1400" dirty="0"/>
                <a:t>Batches</a:t>
              </a:r>
            </a:p>
            <a:p>
              <a:pPr>
                <a:lnSpc>
                  <a:spcPct val="50000"/>
                </a:lnSpc>
              </a:pPr>
              <a:endParaRPr lang="tr-TR" sz="1400" b="1" dirty="0"/>
            </a:p>
            <a:p>
              <a:pPr>
                <a:lnSpc>
                  <a:spcPct val="50000"/>
                </a:lnSpc>
              </a:pPr>
              <a:r>
                <a:rPr lang="en-US" sz="1400" b="1" dirty="0"/>
                <a:t>QA07</a:t>
              </a:r>
            </a:p>
            <a:p>
              <a:pPr>
                <a:lnSpc>
                  <a:spcPct val="50000"/>
                </a:lnSpc>
                <a:spcBef>
                  <a:spcPts val="1200"/>
                </a:spcBef>
                <a:spcAft>
                  <a:spcPts val="600"/>
                </a:spcAft>
              </a:pPr>
              <a:r>
                <a:rPr lang="en-US" sz="1400" b="1" dirty="0"/>
                <a:t>(Nightly Background Job)</a:t>
              </a:r>
            </a:p>
          </p:txBody>
        </p:sp>
        <p:graphicFrame>
          <p:nvGraphicFramePr>
            <p:cNvPr id="27670" name="Object 85"/>
            <p:cNvGraphicFramePr>
              <a:graphicFrameLocks/>
            </p:cNvGraphicFramePr>
            <p:nvPr/>
          </p:nvGraphicFramePr>
          <p:xfrm>
            <a:off x="2198" y="1264"/>
            <a:ext cx="395" cy="412"/>
          </p:xfrm>
          <a:graphic>
            <a:graphicData uri="http://schemas.openxmlformats.org/presentationml/2006/ole">
              <mc:AlternateContent xmlns:mc="http://schemas.openxmlformats.org/markup-compatibility/2006">
                <mc:Choice xmlns:v="urn:schemas-microsoft-com:vml" Requires="v">
                  <p:oleObj name="Clip" r:id="rId2" imgW="627063" imgH="654050" progId="MS_ClipArt_Gallery.2">
                    <p:embed/>
                  </p:oleObj>
                </mc:Choice>
                <mc:Fallback>
                  <p:oleObj name="Clip" r:id="rId2" imgW="627063" imgH="654050" progId="MS_ClipArt_Gallery.2">
                    <p:embed/>
                    <p:pic>
                      <p:nvPicPr>
                        <p:cNvPr id="27670" name="Object 8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8" y="1264"/>
                          <a:ext cx="395"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61" name="Line 87"/>
            <p:cNvSpPr>
              <a:spLocks noChangeShapeType="1"/>
            </p:cNvSpPr>
            <p:nvPr/>
          </p:nvSpPr>
          <p:spPr bwMode="auto">
            <a:xfrm>
              <a:off x="1178" y="1419"/>
              <a:ext cx="618" cy="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47625" tIns="25400" rIns="47625" bIns="25400">
              <a:spAutoFit/>
            </a:bodyPr>
            <a:lstStyle/>
            <a:p>
              <a:endParaRPr lang="en-US"/>
            </a:p>
          </p:txBody>
        </p:sp>
        <p:sp>
          <p:nvSpPr>
            <p:cNvPr id="27662" name="Line 88"/>
            <p:cNvSpPr>
              <a:spLocks noChangeShapeType="1"/>
            </p:cNvSpPr>
            <p:nvPr/>
          </p:nvSpPr>
          <p:spPr bwMode="auto">
            <a:xfrm flipV="1">
              <a:off x="1193" y="2454"/>
              <a:ext cx="568" cy="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47625" tIns="25400" rIns="47625" bIns="25400">
              <a:spAutoFit/>
            </a:bodyPr>
            <a:lstStyle/>
            <a:p>
              <a:endParaRPr lang="en-US"/>
            </a:p>
          </p:txBody>
        </p:sp>
        <p:sp>
          <p:nvSpPr>
            <p:cNvPr id="27663" name="Line 89"/>
            <p:cNvSpPr>
              <a:spLocks noChangeShapeType="1"/>
            </p:cNvSpPr>
            <p:nvPr/>
          </p:nvSpPr>
          <p:spPr bwMode="auto">
            <a:xfrm>
              <a:off x="3418" y="2455"/>
              <a:ext cx="58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47625" tIns="25400" rIns="47625" bIns="25400">
              <a:spAutoFit/>
            </a:bodyPr>
            <a:lstStyle/>
            <a:p>
              <a:endParaRPr lang="en-US"/>
            </a:p>
          </p:txBody>
        </p:sp>
        <p:sp>
          <p:nvSpPr>
            <p:cNvPr id="27664" name="Line 90"/>
            <p:cNvSpPr>
              <a:spLocks noChangeShapeType="1"/>
            </p:cNvSpPr>
            <p:nvPr/>
          </p:nvSpPr>
          <p:spPr bwMode="auto">
            <a:xfrm flipV="1">
              <a:off x="3135" y="1429"/>
              <a:ext cx="576" cy="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47625" tIns="25400" rIns="47625" bIns="25400">
              <a:spAutoFit/>
            </a:bodyPr>
            <a:lstStyle/>
            <a:p>
              <a:endParaRPr lang="en-US"/>
            </a:p>
          </p:txBody>
        </p:sp>
        <p:sp>
          <p:nvSpPr>
            <p:cNvPr id="27665" name="AutoShape 91"/>
            <p:cNvSpPr>
              <a:spLocks noChangeArrowheads="1"/>
            </p:cNvSpPr>
            <p:nvPr/>
          </p:nvSpPr>
          <p:spPr bwMode="auto">
            <a:xfrm>
              <a:off x="3899" y="1322"/>
              <a:ext cx="2056" cy="336"/>
            </a:xfrm>
            <a:prstGeom prst="roundRect">
              <a:avLst>
                <a:gd name="adj" fmla="val 16667"/>
              </a:avLst>
            </a:prstGeom>
            <a:solidFill>
              <a:srgbClr val="FFFFC3"/>
            </a:solidFill>
            <a:ln>
              <a:noFill/>
            </a:ln>
            <a:effectLst>
              <a:outerShdw dist="107763" dir="2700000" algn="ctr" rotWithShape="0">
                <a:srgbClr val="008000"/>
              </a:outerShdw>
            </a:effectLst>
            <a:extLst>
              <a:ext uri="{91240B29-F687-4F45-9708-019B960494DF}">
                <a14:hiddenLine xmlns:a14="http://schemas.microsoft.com/office/drawing/2010/main" w="12700">
                  <a:solidFill>
                    <a:srgbClr val="000000"/>
                  </a:solidFill>
                  <a:round/>
                  <a:headEnd/>
                  <a:tailEnd/>
                </a14:hiddenLine>
              </a:ext>
            </a:extLst>
          </p:spPr>
          <p:txBody>
            <a:bodyPr lIns="47625" tIns="25400" rIns="47625" bIns="25400" anchor="ctr">
              <a:spAutoFit/>
            </a:bodyPr>
            <a:lstStyle/>
            <a:p>
              <a:r>
                <a:rPr lang="en-US" sz="1400" b="1" dirty="0">
                  <a:solidFill>
                    <a:schemeClr val="tx2"/>
                  </a:solidFill>
                </a:rPr>
                <a:t>    </a:t>
              </a:r>
              <a:r>
                <a:rPr lang="en-US" sz="1400" b="1" dirty="0">
                  <a:solidFill>
                    <a:schemeClr val="accent3">
                      <a:lumMod val="75000"/>
                    </a:schemeClr>
                  </a:solidFill>
                </a:rPr>
                <a:t>Inspection Lot is  Not Created</a:t>
              </a:r>
            </a:p>
            <a:p>
              <a:r>
                <a:rPr lang="en-US" sz="1400" b="1" dirty="0">
                  <a:solidFill>
                    <a:schemeClr val="accent3">
                      <a:lumMod val="75000"/>
                    </a:schemeClr>
                  </a:solidFill>
                </a:rPr>
                <a:t>Batch is Restricted</a:t>
              </a:r>
            </a:p>
          </p:txBody>
        </p:sp>
        <p:sp>
          <p:nvSpPr>
            <p:cNvPr id="27667" name="AutoShape 93"/>
            <p:cNvSpPr>
              <a:spLocks noChangeArrowheads="1"/>
            </p:cNvSpPr>
            <p:nvPr/>
          </p:nvSpPr>
          <p:spPr bwMode="auto">
            <a:xfrm>
              <a:off x="3837" y="2659"/>
              <a:ext cx="2066" cy="336"/>
            </a:xfrm>
            <a:prstGeom prst="roundRect">
              <a:avLst>
                <a:gd name="adj" fmla="val 16667"/>
              </a:avLst>
            </a:prstGeom>
            <a:solidFill>
              <a:srgbClr val="FFFFC3"/>
            </a:solidFill>
            <a:ln>
              <a:noFill/>
            </a:ln>
            <a:effectLst>
              <a:outerShdw dist="107763" dir="2700000" algn="ctr" rotWithShape="0">
                <a:srgbClr val="008000"/>
              </a:outerShdw>
            </a:effectLst>
            <a:extLst>
              <a:ext uri="{91240B29-F687-4F45-9708-019B960494DF}">
                <a14:hiddenLine xmlns:a14="http://schemas.microsoft.com/office/drawing/2010/main" w="12700">
                  <a:solidFill>
                    <a:srgbClr val="000000"/>
                  </a:solidFill>
                  <a:round/>
                  <a:headEnd/>
                  <a:tailEnd/>
                </a14:hiddenLine>
              </a:ext>
            </a:extLst>
          </p:spPr>
          <p:txBody>
            <a:bodyPr lIns="47625" tIns="25400" rIns="47625" bIns="25400" anchor="ctr">
              <a:spAutoFit/>
            </a:bodyPr>
            <a:lstStyle/>
            <a:p>
              <a:r>
                <a:rPr lang="en-US" sz="1400" b="1" dirty="0"/>
                <a:t>     </a:t>
              </a:r>
              <a:r>
                <a:rPr lang="en-US" sz="1400" b="1" dirty="0">
                  <a:solidFill>
                    <a:schemeClr val="accent3">
                      <a:lumMod val="75000"/>
                    </a:schemeClr>
                  </a:solidFill>
                </a:rPr>
                <a:t>Inspection Lot is Created</a:t>
              </a:r>
            </a:p>
            <a:p>
              <a:r>
                <a:rPr lang="en-US" sz="1400" b="1" dirty="0">
                  <a:solidFill>
                    <a:schemeClr val="accent3">
                      <a:lumMod val="75000"/>
                    </a:schemeClr>
                  </a:solidFill>
                </a:rPr>
                <a:t>Batch is in Quality Inspection</a:t>
              </a:r>
            </a:p>
          </p:txBody>
        </p:sp>
        <p:pic>
          <p:nvPicPr>
            <p:cNvPr id="27669" name="Picture 95" descr="j03118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 y="2346"/>
              <a:ext cx="749" cy="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44" name="Picture 24" descr="http://www.foodrecap.net/wp-content/uploads/2011/01/expiry-dat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8403" y="1795213"/>
            <a:ext cx="1778487" cy="1527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318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Recurring  Inspection</a:t>
            </a:r>
          </a:p>
        </p:txBody>
      </p:sp>
      <p:grpSp>
        <p:nvGrpSpPr>
          <p:cNvPr id="28676" name="Group 6"/>
          <p:cNvGrpSpPr>
            <a:grpSpLocks/>
          </p:cNvGrpSpPr>
          <p:nvPr/>
        </p:nvGrpSpPr>
        <p:grpSpPr bwMode="auto">
          <a:xfrm>
            <a:off x="1574800" y="1894611"/>
            <a:ext cx="8432800" cy="4487863"/>
            <a:chOff x="272" y="1368"/>
            <a:chExt cx="5312" cy="2827"/>
          </a:xfrm>
        </p:grpSpPr>
        <p:sp>
          <p:nvSpPr>
            <p:cNvPr id="28678" name="AutoShape 7"/>
            <p:cNvSpPr>
              <a:spLocks noChangeArrowheads="1"/>
            </p:cNvSpPr>
            <p:nvPr/>
          </p:nvSpPr>
          <p:spPr bwMode="auto">
            <a:xfrm>
              <a:off x="1128" y="1548"/>
              <a:ext cx="1977" cy="336"/>
            </a:xfrm>
            <a:prstGeom prst="roundRect">
              <a:avLst>
                <a:gd name="adj" fmla="val 16667"/>
              </a:avLst>
            </a:prstGeom>
            <a:solidFill>
              <a:srgbClr val="FFFFC3"/>
            </a:solidFill>
            <a:ln>
              <a:noFill/>
            </a:ln>
            <a:effectLst>
              <a:outerShdw dist="107763" dir="2700000" algn="ctr" rotWithShape="0">
                <a:srgbClr val="008000"/>
              </a:outerShdw>
            </a:effectLst>
            <a:extLst>
              <a:ext uri="{91240B29-F687-4F45-9708-019B960494DF}">
                <a14:hiddenLine xmlns:a14="http://schemas.microsoft.com/office/drawing/2010/main" w="12700">
                  <a:solidFill>
                    <a:srgbClr val="000000"/>
                  </a:solidFill>
                  <a:round/>
                  <a:headEnd/>
                  <a:tailEnd/>
                </a14:hiddenLine>
              </a:ext>
            </a:extLst>
          </p:spPr>
          <p:txBody>
            <a:bodyPr lIns="47625" tIns="25400" rIns="47625" bIns="25400" anchor="ctr">
              <a:spAutoFit/>
            </a:bodyPr>
            <a:lstStyle/>
            <a:p>
              <a:r>
                <a:rPr lang="en-US" sz="1400" b="1" dirty="0"/>
                <a:t>     </a:t>
              </a:r>
              <a:r>
                <a:rPr lang="en-US" sz="1400" b="1" dirty="0">
                  <a:solidFill>
                    <a:schemeClr val="accent3">
                      <a:lumMod val="75000"/>
                    </a:schemeClr>
                  </a:solidFill>
                </a:rPr>
                <a:t>Inspection Lot is Created</a:t>
              </a:r>
            </a:p>
            <a:p>
              <a:r>
                <a:rPr lang="en-US" sz="1400" b="1" dirty="0">
                  <a:solidFill>
                    <a:schemeClr val="accent3">
                      <a:lumMod val="75000"/>
                    </a:schemeClr>
                  </a:solidFill>
                </a:rPr>
                <a:t>Batch is in Quality Inspection</a:t>
              </a:r>
            </a:p>
          </p:txBody>
        </p:sp>
        <p:sp>
          <p:nvSpPr>
            <p:cNvPr id="28680" name="Line 9"/>
            <p:cNvSpPr>
              <a:spLocks noChangeShapeType="1"/>
            </p:cNvSpPr>
            <p:nvPr/>
          </p:nvSpPr>
          <p:spPr bwMode="auto">
            <a:xfrm flipV="1">
              <a:off x="3270" y="1761"/>
              <a:ext cx="568" cy="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47625" tIns="25400" rIns="47625" bIns="25400">
              <a:spAutoFit/>
            </a:bodyPr>
            <a:lstStyle/>
            <a:p>
              <a:endParaRPr lang="en-US"/>
            </a:p>
          </p:txBody>
        </p:sp>
        <p:sp>
          <p:nvSpPr>
            <p:cNvPr id="28681" name="Rectangle 10"/>
            <p:cNvSpPr>
              <a:spLocks noChangeArrowheads="1"/>
            </p:cNvSpPr>
            <p:nvPr/>
          </p:nvSpPr>
          <p:spPr bwMode="auto">
            <a:xfrm>
              <a:off x="4151" y="1368"/>
              <a:ext cx="1294" cy="94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US" b="1" dirty="0">
                  <a:solidFill>
                    <a:schemeClr val="accent3">
                      <a:lumMod val="75000"/>
                    </a:schemeClr>
                  </a:solidFill>
                </a:rPr>
                <a:t>Results Recording </a:t>
              </a:r>
              <a:r>
                <a:rPr lang="en-US" b="1" dirty="0" err="1">
                  <a:solidFill>
                    <a:schemeClr val="accent3">
                      <a:lumMod val="75000"/>
                    </a:schemeClr>
                  </a:solidFill>
                </a:rPr>
                <a:t>Worklist</a:t>
              </a:r>
              <a:r>
                <a:rPr lang="en-US" b="1" dirty="0">
                  <a:solidFill>
                    <a:schemeClr val="accent3">
                      <a:lumMod val="75000"/>
                    </a:schemeClr>
                  </a:solidFill>
                </a:rPr>
                <a:t> Shelf Life (QE51N)</a:t>
              </a:r>
            </a:p>
            <a:p>
              <a:pPr>
                <a:spcBef>
                  <a:spcPct val="0"/>
                </a:spcBef>
              </a:pPr>
              <a:r>
                <a:rPr lang="en-US" sz="1000" b="1" dirty="0">
                  <a:solidFill>
                    <a:schemeClr val="accent3">
                      <a:lumMod val="75000"/>
                    </a:schemeClr>
                  </a:solidFill>
                </a:rPr>
                <a:t>Inspection Lot Origin 09 – Recurring Inspection</a:t>
              </a:r>
            </a:p>
          </p:txBody>
        </p:sp>
        <p:sp>
          <p:nvSpPr>
            <p:cNvPr id="28682" name="Rectangle 11"/>
            <p:cNvSpPr>
              <a:spLocks noChangeArrowheads="1"/>
            </p:cNvSpPr>
            <p:nvPr/>
          </p:nvSpPr>
          <p:spPr bwMode="auto">
            <a:xfrm>
              <a:off x="4182" y="2568"/>
              <a:ext cx="957" cy="1627"/>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de-DE" b="1" dirty="0">
                  <a:solidFill>
                    <a:schemeClr val="accent3">
                      <a:lumMod val="75000"/>
                    </a:schemeClr>
                  </a:solidFill>
                </a:rPr>
                <a:t>Worklist</a:t>
              </a:r>
            </a:p>
            <a:p>
              <a:pPr>
                <a:spcBef>
                  <a:spcPct val="0"/>
                </a:spcBef>
                <a:buFontTx/>
                <a:buAutoNum type="arabicPeriod"/>
              </a:pPr>
              <a:r>
                <a:rPr lang="de-DE" b="1" dirty="0">
                  <a:solidFill>
                    <a:schemeClr val="accent3">
                      <a:lumMod val="75000"/>
                    </a:schemeClr>
                  </a:solidFill>
                </a:rPr>
                <a:t>Results Recording </a:t>
              </a:r>
            </a:p>
            <a:p>
              <a:pPr>
                <a:spcBef>
                  <a:spcPct val="0"/>
                </a:spcBef>
              </a:pPr>
              <a:r>
                <a:rPr lang="de-DE" b="1" dirty="0">
                  <a:solidFill>
                    <a:schemeClr val="accent3">
                      <a:lumMod val="75000"/>
                    </a:schemeClr>
                  </a:solidFill>
                </a:rPr>
                <a:t>(QE51N)</a:t>
              </a:r>
            </a:p>
            <a:p>
              <a:pPr>
                <a:spcBef>
                  <a:spcPct val="0"/>
                </a:spcBef>
              </a:pPr>
              <a:endParaRPr lang="de-DE" b="1" dirty="0">
                <a:solidFill>
                  <a:schemeClr val="accent3">
                    <a:lumMod val="75000"/>
                  </a:schemeClr>
                </a:solidFill>
              </a:endParaRPr>
            </a:p>
            <a:p>
              <a:pPr>
                <a:spcBef>
                  <a:spcPct val="0"/>
                </a:spcBef>
              </a:pPr>
              <a:r>
                <a:rPr lang="de-DE" b="1" dirty="0">
                  <a:solidFill>
                    <a:schemeClr val="accent3">
                      <a:lumMod val="75000"/>
                    </a:schemeClr>
                  </a:solidFill>
                </a:rPr>
                <a:t>Worklist</a:t>
              </a:r>
            </a:p>
            <a:p>
              <a:pPr>
                <a:spcBef>
                  <a:spcPct val="0"/>
                </a:spcBef>
              </a:pPr>
              <a:r>
                <a:rPr lang="de-DE" b="1" dirty="0">
                  <a:solidFill>
                    <a:schemeClr val="accent3">
                      <a:lumMod val="75000"/>
                    </a:schemeClr>
                  </a:solidFill>
                </a:rPr>
                <a:t>2. Usage Decision</a:t>
              </a:r>
            </a:p>
            <a:p>
              <a:pPr>
                <a:spcBef>
                  <a:spcPct val="0"/>
                </a:spcBef>
              </a:pPr>
              <a:r>
                <a:rPr lang="de-DE" b="1" dirty="0">
                  <a:solidFill>
                    <a:schemeClr val="accent3">
                      <a:lumMod val="75000"/>
                    </a:schemeClr>
                  </a:solidFill>
                </a:rPr>
                <a:t>(QA11)</a:t>
              </a:r>
              <a:endParaRPr lang="en-US" b="1" dirty="0">
                <a:solidFill>
                  <a:schemeClr val="accent3">
                    <a:lumMod val="75000"/>
                  </a:schemeClr>
                </a:solidFill>
              </a:endParaRPr>
            </a:p>
          </p:txBody>
        </p:sp>
        <p:sp>
          <p:nvSpPr>
            <p:cNvPr id="28684" name="Line 15"/>
            <p:cNvSpPr>
              <a:spLocks noChangeShapeType="1"/>
            </p:cNvSpPr>
            <p:nvPr/>
          </p:nvSpPr>
          <p:spPr bwMode="auto">
            <a:xfrm rot="5400000" flipH="1">
              <a:off x="3908" y="3011"/>
              <a:ext cx="8" cy="241"/>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85" name="Line 16"/>
            <p:cNvSpPr>
              <a:spLocks noChangeShapeType="1"/>
            </p:cNvSpPr>
            <p:nvPr/>
          </p:nvSpPr>
          <p:spPr bwMode="auto">
            <a:xfrm rot="5400000" flipH="1">
              <a:off x="3908" y="3491"/>
              <a:ext cx="8" cy="241"/>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86" name="Rectangle 17"/>
            <p:cNvSpPr>
              <a:spLocks noChangeArrowheads="1"/>
            </p:cNvSpPr>
            <p:nvPr/>
          </p:nvSpPr>
          <p:spPr bwMode="auto">
            <a:xfrm>
              <a:off x="1971" y="3070"/>
              <a:ext cx="1725" cy="231"/>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b="1" dirty="0">
                  <a:solidFill>
                    <a:schemeClr val="accent3">
                      <a:lumMod val="75000"/>
                    </a:schemeClr>
                  </a:solidFill>
                </a:rPr>
                <a:t>Record Usage Decision</a:t>
              </a:r>
            </a:p>
          </p:txBody>
        </p:sp>
        <p:sp>
          <p:nvSpPr>
            <p:cNvPr id="28687" name="Rectangle 18"/>
            <p:cNvSpPr>
              <a:spLocks noChangeArrowheads="1"/>
            </p:cNvSpPr>
            <p:nvPr/>
          </p:nvSpPr>
          <p:spPr bwMode="auto">
            <a:xfrm>
              <a:off x="1945" y="3519"/>
              <a:ext cx="1751" cy="231"/>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a:spcBef>
                  <a:spcPct val="0"/>
                </a:spcBef>
              </a:pPr>
              <a:r>
                <a:rPr lang="en-GB" b="1" dirty="0">
                  <a:solidFill>
                    <a:schemeClr val="accent3">
                      <a:lumMod val="75000"/>
                    </a:schemeClr>
                  </a:solidFill>
                </a:rPr>
                <a:t>Release/Block Material </a:t>
              </a:r>
            </a:p>
          </p:txBody>
        </p:sp>
        <p:sp>
          <p:nvSpPr>
            <p:cNvPr id="28688" name="AutoShape 19"/>
            <p:cNvSpPr>
              <a:spLocks noChangeArrowheads="1"/>
            </p:cNvSpPr>
            <p:nvPr/>
          </p:nvSpPr>
          <p:spPr bwMode="auto">
            <a:xfrm>
              <a:off x="272" y="3026"/>
              <a:ext cx="1233" cy="718"/>
            </a:xfrm>
            <a:prstGeom prst="roundRect">
              <a:avLst>
                <a:gd name="adj" fmla="val 12468"/>
              </a:avLst>
            </a:prstGeom>
            <a:solidFill>
              <a:schemeClr val="bg1"/>
            </a:solidFill>
            <a:ln w="12700">
              <a:solidFill>
                <a:srgbClr val="FF3300"/>
              </a:solidFill>
              <a:round/>
              <a:headEnd/>
              <a:tailEnd/>
            </a:ln>
            <a:effectLst>
              <a:outerShdw dist="71842" dir="2700000" algn="ctr" rotWithShape="0">
                <a:srgbClr val="FF3300"/>
              </a:outerShdw>
            </a:effectLst>
          </p:spPr>
          <p:txBody>
            <a:bodyPr wrap="none" lIns="61912" tIns="30162" rIns="61912" bIns="30162" anchor="ctr"/>
            <a:lstStyle/>
            <a:p>
              <a:pPr defTabSz="1106488">
                <a:spcBef>
                  <a:spcPct val="0"/>
                </a:spcBef>
              </a:pPr>
              <a:r>
                <a:rPr lang="en-GB" sz="1400" b="1" dirty="0">
                  <a:solidFill>
                    <a:schemeClr val="accent3">
                      <a:lumMod val="75000"/>
                    </a:schemeClr>
                  </a:solidFill>
                </a:rPr>
                <a:t>Quality Inspection </a:t>
              </a:r>
            </a:p>
            <a:p>
              <a:pPr defTabSz="1106488">
                <a:spcBef>
                  <a:spcPct val="0"/>
                </a:spcBef>
              </a:pPr>
              <a:r>
                <a:rPr lang="en-GB" sz="1400" b="1" dirty="0">
                  <a:solidFill>
                    <a:schemeClr val="accent3">
                      <a:lumMod val="75000"/>
                    </a:schemeClr>
                  </a:solidFill>
                </a:rPr>
                <a:t>is Performed.</a:t>
              </a:r>
            </a:p>
            <a:p>
              <a:pPr defTabSz="1106488">
                <a:spcBef>
                  <a:spcPct val="0"/>
                </a:spcBef>
              </a:pPr>
              <a:r>
                <a:rPr lang="en-GB" sz="1400" b="1" dirty="0">
                  <a:solidFill>
                    <a:schemeClr val="accent3">
                      <a:lumMod val="75000"/>
                    </a:schemeClr>
                  </a:solidFill>
                </a:rPr>
                <a:t>Next Inspection Date</a:t>
              </a:r>
            </a:p>
            <a:p>
              <a:pPr defTabSz="1106488">
                <a:spcBef>
                  <a:spcPct val="0"/>
                </a:spcBef>
              </a:pPr>
              <a:r>
                <a:rPr lang="en-GB" sz="1400" b="1" dirty="0">
                  <a:solidFill>
                    <a:schemeClr val="accent3">
                      <a:lumMod val="75000"/>
                    </a:schemeClr>
                  </a:solidFill>
                </a:rPr>
                <a:t>Is Changed.</a:t>
              </a:r>
            </a:p>
            <a:p>
              <a:pPr defTabSz="1106488">
                <a:spcBef>
                  <a:spcPct val="0"/>
                </a:spcBef>
              </a:pPr>
              <a:endParaRPr lang="en-GB" sz="1400" b="1" dirty="0">
                <a:solidFill>
                  <a:schemeClr val="accent3">
                    <a:lumMod val="75000"/>
                  </a:schemeClr>
                </a:solidFill>
              </a:endParaRPr>
            </a:p>
          </p:txBody>
        </p:sp>
        <p:sp>
          <p:nvSpPr>
            <p:cNvPr id="28689" name="Line 20"/>
            <p:cNvSpPr>
              <a:spLocks noChangeShapeType="1"/>
            </p:cNvSpPr>
            <p:nvPr/>
          </p:nvSpPr>
          <p:spPr bwMode="auto">
            <a:xfrm flipH="1">
              <a:off x="1575" y="3382"/>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90" name="Line 21"/>
            <p:cNvSpPr>
              <a:spLocks noChangeShapeType="1"/>
            </p:cNvSpPr>
            <p:nvPr/>
          </p:nvSpPr>
          <p:spPr bwMode="auto">
            <a:xfrm>
              <a:off x="5584" y="1429"/>
              <a:ext cx="0" cy="16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47625" tIns="25400" rIns="47625" bIns="25400">
              <a:spAutoFit/>
            </a:bodyPr>
            <a:lstStyle/>
            <a:p>
              <a:endParaRPr lang="en-US"/>
            </a:p>
          </p:txBody>
        </p:sp>
        <p:sp>
          <p:nvSpPr>
            <p:cNvPr id="28691" name="Line 22"/>
            <p:cNvSpPr>
              <a:spLocks noChangeShapeType="1"/>
            </p:cNvSpPr>
            <p:nvPr/>
          </p:nvSpPr>
          <p:spPr bwMode="auto">
            <a:xfrm flipH="1">
              <a:off x="5307" y="3038"/>
              <a:ext cx="277"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pic>
        <p:nvPicPr>
          <p:cNvPr id="17" name="Picture 16">
            <a:extLst>
              <a:ext uri="{FF2B5EF4-FFF2-40B4-BE49-F238E27FC236}">
                <a16:creationId xmlns:a16="http://schemas.microsoft.com/office/drawing/2014/main" id="{80331E60-D881-4477-8DEA-AE4D08E42037}"/>
              </a:ext>
            </a:extLst>
          </p:cNvPr>
          <p:cNvPicPr>
            <a:picLocks noChangeAspect="1"/>
          </p:cNvPicPr>
          <p:nvPr/>
        </p:nvPicPr>
        <p:blipFill>
          <a:blip r:embed="rId2"/>
          <a:stretch>
            <a:fillRect/>
          </a:stretch>
        </p:blipFill>
        <p:spPr>
          <a:xfrm>
            <a:off x="9567863" y="5091042"/>
            <a:ext cx="1078248" cy="984247"/>
          </a:xfrm>
          <a:prstGeom prst="rect">
            <a:avLst/>
          </a:prstGeom>
        </p:spPr>
      </p:pic>
    </p:spTree>
    <p:extLst>
      <p:ext uri="{BB962C8B-B14F-4D97-AF65-F5344CB8AC3E}">
        <p14:creationId xmlns:p14="http://schemas.microsoft.com/office/powerpoint/2010/main" val="3986879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p:txBody>
          <a:bodyPr/>
          <a:lstStyle/>
          <a:p>
            <a:r>
              <a:rPr lang="en-GB" dirty="0"/>
              <a:t>Course Structure</a:t>
            </a:r>
          </a:p>
        </p:txBody>
      </p:sp>
      <p:sp>
        <p:nvSpPr>
          <p:cNvPr id="2" name="Footer Placeholder 1"/>
          <p:cNvSpPr>
            <a:spLocks noGrp="1"/>
          </p:cNvSpPr>
          <p:nvPr>
            <p:ph type="ftr" sz="quarter" idx="10"/>
          </p:nvPr>
        </p:nvSpPr>
        <p:spPr/>
        <p:txBody>
          <a:bodyPr/>
          <a:lstStyle/>
          <a:p>
            <a:r>
              <a:rPr lang="en-GB"/>
              <a:t>Presentation title in footer</a:t>
            </a:r>
            <a:endParaRPr lang="en-GB" dirty="0"/>
          </a:p>
        </p:txBody>
      </p:sp>
      <p:sp>
        <p:nvSpPr>
          <p:cNvPr id="3" name="Slide Number Placeholder 2"/>
          <p:cNvSpPr>
            <a:spLocks noGrp="1"/>
          </p:cNvSpPr>
          <p:nvPr>
            <p:ph type="sldNum" sz="quarter" idx="11"/>
          </p:nvPr>
        </p:nvSpPr>
        <p:spPr/>
        <p:txBody>
          <a:bodyPr/>
          <a:lstStyle/>
          <a:p>
            <a:fld id="{F4C94289-3309-4C35-850A-56FD49B3E346}" type="slidenum">
              <a:rPr lang="en-GB" smtClean="0"/>
              <a:pPr/>
              <a:t>28</a:t>
            </a:fld>
            <a:endParaRPr lang="en-GB" dirty="0"/>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165600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Overview</a:t>
            </a: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29968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Inbound Materials</a:t>
            </a:r>
            <a:endParaRPr lang="en-US" dirty="0"/>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294336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Internal Movements</a:t>
            </a:r>
            <a:endParaRPr lang="en-US" dirty="0"/>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587040"/>
            <a:ext cx="369403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Quality Management	</a:t>
            </a:r>
            <a:endParaRPr lang="en-US" dirty="0"/>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230720"/>
            <a:ext cx="3694030" cy="482400"/>
          </a:xfrm>
          <a:prstGeom prst="roundRect">
            <a:avLst/>
          </a:prstGeom>
          <a:solidFill>
            <a:schemeClr val="accent4">
              <a:lumMod val="60000"/>
              <a:lumOff val="40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dirty="0"/>
              <a:t>Inventory Controlling Reports</a:t>
            </a:r>
            <a:endParaRPr lang="en-US" dirty="0"/>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540880"/>
            <a:ext cx="1339200" cy="902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flipV="1">
            <a:off x="1854000" y="3184560"/>
            <a:ext cx="1339200" cy="258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38484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02852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1897200"/>
            <a:ext cx="1339200" cy="154620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D284217-7569-4204-8000-68288C2DB70A}"/>
              </a:ext>
            </a:extLst>
          </p:cNvPr>
          <p:cNvGrpSpPr/>
          <p:nvPr/>
        </p:nvGrpSpPr>
        <p:grpSpPr>
          <a:xfrm>
            <a:off x="403200" y="2718000"/>
            <a:ext cx="1450800" cy="1450800"/>
            <a:chOff x="220501" y="2765364"/>
            <a:chExt cx="1450800" cy="1450800"/>
          </a:xfrm>
        </p:grpSpPr>
        <p:grpSp>
          <p:nvGrpSpPr>
            <p:cNvPr id="24" name="Group 23"/>
            <p:cNvGrpSpPr/>
            <p:nvPr/>
          </p:nvGrpSpPr>
          <p:grpSpPr>
            <a:xfrm>
              <a:off x="220501" y="2765364"/>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4">
                  <a:lumMod val="60000"/>
                  <a:lumOff val="40000"/>
                </a:schemeClr>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0" name="Picture 29">
              <a:extLst>
                <a:ext uri="{FF2B5EF4-FFF2-40B4-BE49-F238E27FC236}">
                  <a16:creationId xmlns:a16="http://schemas.microsoft.com/office/drawing/2014/main" id="{DDB34049-899C-43C7-9CC1-7678AB7CE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0058" y="3160899"/>
              <a:ext cx="687600" cy="687600"/>
            </a:xfrm>
            <a:prstGeom prst="rect">
              <a:avLst/>
            </a:prstGeom>
          </p:spPr>
        </p:pic>
      </p:grpSp>
    </p:spTree>
    <p:extLst>
      <p:ext uri="{BB962C8B-B14F-4D97-AF65-F5344CB8AC3E}">
        <p14:creationId xmlns:p14="http://schemas.microsoft.com/office/powerpoint/2010/main" val="441147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4BFA-261F-4CF7-BBA9-2725B5AF52E2}"/>
              </a:ext>
            </a:extLst>
          </p:cNvPr>
          <p:cNvSpPr>
            <a:spLocks noGrp="1"/>
          </p:cNvSpPr>
          <p:nvPr>
            <p:ph type="title"/>
          </p:nvPr>
        </p:nvSpPr>
        <p:spPr/>
        <p:txBody>
          <a:bodyPr/>
          <a:lstStyle/>
          <a:p>
            <a:r>
              <a:rPr lang="en-US" dirty="0"/>
              <a:t>Available Fiori apps and Mapping with S4H</a:t>
            </a:r>
          </a:p>
        </p:txBody>
      </p:sp>
      <p:sp>
        <p:nvSpPr>
          <p:cNvPr id="4" name="Footer Placeholder 3">
            <a:extLst>
              <a:ext uri="{FF2B5EF4-FFF2-40B4-BE49-F238E27FC236}">
                <a16:creationId xmlns:a16="http://schemas.microsoft.com/office/drawing/2014/main" id="{ED75FD34-2F5B-4E33-8A36-13669232780F}"/>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9C9A078D-D9E8-4A44-B7E5-A6AB9853C3DF}"/>
              </a:ext>
            </a:extLst>
          </p:cNvPr>
          <p:cNvSpPr>
            <a:spLocks noGrp="1"/>
          </p:cNvSpPr>
          <p:nvPr>
            <p:ph type="sldNum" sz="quarter" idx="12"/>
          </p:nvPr>
        </p:nvSpPr>
        <p:spPr/>
        <p:txBody>
          <a:bodyPr/>
          <a:lstStyle/>
          <a:p>
            <a:fld id="{F4C94289-3309-4C35-850A-56FD49B3E346}" type="slidenum">
              <a:rPr lang="en-GB" smtClean="0"/>
              <a:t>29</a:t>
            </a:fld>
            <a:endParaRPr lang="en-GB" dirty="0"/>
          </a:p>
        </p:txBody>
      </p:sp>
      <p:graphicFrame>
        <p:nvGraphicFramePr>
          <p:cNvPr id="10" name="Diagram 9">
            <a:extLst>
              <a:ext uri="{FF2B5EF4-FFF2-40B4-BE49-F238E27FC236}">
                <a16:creationId xmlns:a16="http://schemas.microsoft.com/office/drawing/2014/main" id="{84385ADA-0A75-4630-868C-1BFB79B453EC}"/>
              </a:ext>
            </a:extLst>
          </p:cNvPr>
          <p:cNvGraphicFramePr/>
          <p:nvPr/>
        </p:nvGraphicFramePr>
        <p:xfrm>
          <a:off x="640935" y="1777525"/>
          <a:ext cx="10784792" cy="45199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3991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5216-4236-4356-BD9B-48472A9E30A6}"/>
              </a:ext>
            </a:extLst>
          </p:cNvPr>
          <p:cNvSpPr>
            <a:spLocks noGrp="1"/>
          </p:cNvSpPr>
          <p:nvPr>
            <p:ph type="title"/>
          </p:nvPr>
        </p:nvSpPr>
        <p:spPr/>
        <p:txBody>
          <a:bodyPr/>
          <a:lstStyle/>
          <a:p>
            <a:r>
              <a:rPr lang="en-US" dirty="0"/>
              <a:t>SAP Fiori – Overview</a:t>
            </a:r>
          </a:p>
        </p:txBody>
      </p:sp>
      <p:sp>
        <p:nvSpPr>
          <p:cNvPr id="3" name="Content Placeholder 2">
            <a:extLst>
              <a:ext uri="{FF2B5EF4-FFF2-40B4-BE49-F238E27FC236}">
                <a16:creationId xmlns:a16="http://schemas.microsoft.com/office/drawing/2014/main" id="{6C282CDA-B379-44CA-ACC3-730CBD53E540}"/>
              </a:ext>
            </a:extLst>
          </p:cNvPr>
          <p:cNvSpPr>
            <a:spLocks noGrp="1"/>
          </p:cNvSpPr>
          <p:nvPr>
            <p:ph idx="1"/>
          </p:nvPr>
        </p:nvSpPr>
        <p:spPr>
          <a:xfrm>
            <a:off x="515938" y="1695450"/>
            <a:ext cx="5149923" cy="4587081"/>
          </a:xfrm>
        </p:spPr>
        <p:txBody>
          <a:bodyPr/>
          <a:lstStyle/>
          <a:p>
            <a:r>
              <a:rPr lang="en-US" sz="1600" dirty="0"/>
              <a:t>SAP Fiori launchpad is a shell that hosts SAP Fiori apps, and provides the apps with services such as navigation, personalization, embedded support, and application configuration.</a:t>
            </a:r>
          </a:p>
          <a:p>
            <a:r>
              <a:rPr lang="en-US" sz="1600" dirty="0"/>
              <a:t>SAP Fiori launchpad is the single entry point to SAP Fiori apps; is role-based, displaying tiles according to the user’s role</a:t>
            </a:r>
          </a:p>
          <a:p>
            <a:r>
              <a:rPr lang="en-US" sz="1600" dirty="0"/>
              <a:t>The primary place where a user will look for applications is the </a:t>
            </a:r>
            <a:r>
              <a:rPr lang="en-US" sz="1600" dirty="0">
                <a:solidFill>
                  <a:schemeClr val="accent4">
                    <a:lumMod val="60000"/>
                    <a:lumOff val="40000"/>
                  </a:schemeClr>
                </a:solidFill>
              </a:rPr>
              <a:t>home page</a:t>
            </a:r>
            <a:r>
              <a:rPr lang="en-US" sz="1600" dirty="0"/>
              <a:t>. This is the heart of the launchpad and the starting place for the user after logging in. It is the main entry point to SAP Fiori apps</a:t>
            </a:r>
          </a:p>
          <a:p>
            <a:r>
              <a:rPr lang="en-US" sz="1600" dirty="0"/>
              <a:t>The launchpad home page displays tiles and links that allow the user to launch apps, and may also show additional information. The page can be personalized and apps can be added, removed, or bundled in groups</a:t>
            </a:r>
          </a:p>
        </p:txBody>
      </p:sp>
      <p:sp>
        <p:nvSpPr>
          <p:cNvPr id="4" name="Footer Placeholder 3">
            <a:extLst>
              <a:ext uri="{FF2B5EF4-FFF2-40B4-BE49-F238E27FC236}">
                <a16:creationId xmlns:a16="http://schemas.microsoft.com/office/drawing/2014/main" id="{4D19EBC6-86F6-4B32-AFC4-5C9941537C56}"/>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BFE9C398-E6B5-4F7D-BB89-84BAA5966CAD}"/>
              </a:ext>
            </a:extLst>
          </p:cNvPr>
          <p:cNvSpPr>
            <a:spLocks noGrp="1"/>
          </p:cNvSpPr>
          <p:nvPr>
            <p:ph type="sldNum" sz="quarter" idx="12"/>
          </p:nvPr>
        </p:nvSpPr>
        <p:spPr/>
        <p:txBody>
          <a:bodyPr/>
          <a:lstStyle/>
          <a:p>
            <a:fld id="{F4C94289-3309-4C35-850A-56FD49B3E346}" type="slidenum">
              <a:rPr lang="en-GB" smtClean="0"/>
              <a:t>30</a:t>
            </a:fld>
            <a:endParaRPr lang="en-GB" dirty="0"/>
          </a:p>
        </p:txBody>
      </p:sp>
      <p:pic>
        <p:nvPicPr>
          <p:cNvPr id="6" name="Picture 5" descr="A screenshot of a social media post&#10;&#10;Description generated with very high confidence">
            <a:extLst>
              <a:ext uri="{FF2B5EF4-FFF2-40B4-BE49-F238E27FC236}">
                <a16:creationId xmlns:a16="http://schemas.microsoft.com/office/drawing/2014/main" id="{F7FF1D45-41C5-4B8C-8FBA-36DC5DEEB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507" y="1695450"/>
            <a:ext cx="5796554" cy="4312203"/>
          </a:xfrm>
          <a:prstGeom prst="rect">
            <a:avLst/>
          </a:prstGeom>
        </p:spPr>
      </p:pic>
    </p:spTree>
    <p:extLst>
      <p:ext uri="{BB962C8B-B14F-4D97-AF65-F5344CB8AC3E}">
        <p14:creationId xmlns:p14="http://schemas.microsoft.com/office/powerpoint/2010/main" val="3325111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8A9D-C851-4619-9087-5EE36BF5EC05}"/>
              </a:ext>
            </a:extLst>
          </p:cNvPr>
          <p:cNvSpPr>
            <a:spLocks noGrp="1"/>
          </p:cNvSpPr>
          <p:nvPr>
            <p:ph type="title"/>
          </p:nvPr>
        </p:nvSpPr>
        <p:spPr/>
        <p:txBody>
          <a:bodyPr/>
          <a:lstStyle/>
          <a:p>
            <a:r>
              <a:rPr lang="en-US" dirty="0"/>
              <a:t>SAP Fiori – Viewport</a:t>
            </a:r>
          </a:p>
        </p:txBody>
      </p:sp>
      <p:sp>
        <p:nvSpPr>
          <p:cNvPr id="3" name="Content Placeholder 2">
            <a:extLst>
              <a:ext uri="{FF2B5EF4-FFF2-40B4-BE49-F238E27FC236}">
                <a16:creationId xmlns:a16="http://schemas.microsoft.com/office/drawing/2014/main" id="{BFDB0CC5-AC10-419E-89D6-3422D84281B7}"/>
              </a:ext>
            </a:extLst>
          </p:cNvPr>
          <p:cNvSpPr>
            <a:spLocks noGrp="1"/>
          </p:cNvSpPr>
          <p:nvPr>
            <p:ph idx="1"/>
          </p:nvPr>
        </p:nvSpPr>
        <p:spPr>
          <a:xfrm>
            <a:off x="515938" y="1695450"/>
            <a:ext cx="3714230" cy="4587081"/>
          </a:xfrm>
        </p:spPr>
        <p:txBody>
          <a:bodyPr/>
          <a:lstStyle/>
          <a:p>
            <a:r>
              <a:rPr lang="en-US" sz="1400" dirty="0"/>
              <a:t>SAP Fiori consists of 3 main views: </a:t>
            </a:r>
            <a:r>
              <a:rPr lang="en-US" sz="1400" dirty="0">
                <a:solidFill>
                  <a:schemeClr val="accent4">
                    <a:lumMod val="60000"/>
                    <a:lumOff val="40000"/>
                  </a:schemeClr>
                </a:solidFill>
              </a:rPr>
              <a:t>HOME Page</a:t>
            </a:r>
            <a:r>
              <a:rPr lang="en-US" sz="1400" dirty="0"/>
              <a:t>, </a:t>
            </a:r>
            <a:r>
              <a:rPr lang="en-US" sz="1400" dirty="0">
                <a:solidFill>
                  <a:schemeClr val="accent4">
                    <a:lumMod val="60000"/>
                    <a:lumOff val="40000"/>
                  </a:schemeClr>
                </a:solidFill>
              </a:rPr>
              <a:t>ME Area </a:t>
            </a:r>
            <a:r>
              <a:rPr lang="en-US" sz="1400" dirty="0"/>
              <a:t>and </a:t>
            </a:r>
            <a:r>
              <a:rPr lang="en-US" sz="1400" dirty="0">
                <a:solidFill>
                  <a:schemeClr val="accent4">
                    <a:lumMod val="60000"/>
                    <a:lumOff val="40000"/>
                  </a:schemeClr>
                </a:solidFill>
              </a:rPr>
              <a:t>Notifications</a:t>
            </a:r>
          </a:p>
          <a:p>
            <a:r>
              <a:rPr lang="en-US" sz="1400" dirty="0"/>
              <a:t>The viewport represents a partial view of a larger surface, and is the entry point for the users’ daily business</a:t>
            </a:r>
          </a:p>
          <a:p>
            <a:r>
              <a:rPr lang="en-US" sz="1400" dirty="0"/>
              <a:t>This surface is used to offer additional space for user-specific and system-driven data</a:t>
            </a:r>
          </a:p>
          <a:p>
            <a:r>
              <a:rPr lang="en-US" sz="1400" dirty="0"/>
              <a:t>It allows users to focus on their daily work and still keep track of what’s going on in other areas</a:t>
            </a:r>
          </a:p>
          <a:p>
            <a:r>
              <a:rPr lang="en-US" sz="1400" dirty="0"/>
              <a:t>The viewport provides possibilities to integrate different areas through the Me Area and notifications</a:t>
            </a:r>
          </a:p>
          <a:p>
            <a:endParaRPr lang="en-US" sz="1400" dirty="0"/>
          </a:p>
          <a:p>
            <a:endParaRPr lang="en-US" sz="1400" dirty="0"/>
          </a:p>
        </p:txBody>
      </p:sp>
      <p:sp>
        <p:nvSpPr>
          <p:cNvPr id="4" name="Footer Placeholder 3">
            <a:extLst>
              <a:ext uri="{FF2B5EF4-FFF2-40B4-BE49-F238E27FC236}">
                <a16:creationId xmlns:a16="http://schemas.microsoft.com/office/drawing/2014/main" id="{E6F2449B-1D25-48B9-A6A1-F74F6A9CD129}"/>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2F2CAFD9-3DFE-495F-A71C-95A83AA6F404}"/>
              </a:ext>
            </a:extLst>
          </p:cNvPr>
          <p:cNvSpPr>
            <a:spLocks noGrp="1"/>
          </p:cNvSpPr>
          <p:nvPr>
            <p:ph type="sldNum" sz="quarter" idx="12"/>
          </p:nvPr>
        </p:nvSpPr>
        <p:spPr/>
        <p:txBody>
          <a:bodyPr/>
          <a:lstStyle/>
          <a:p>
            <a:fld id="{F4C94289-3309-4C35-850A-56FD49B3E346}" type="slidenum">
              <a:rPr lang="en-GB" smtClean="0"/>
              <a:t>31</a:t>
            </a:fld>
            <a:endParaRPr lang="en-GB" dirty="0"/>
          </a:p>
        </p:txBody>
      </p:sp>
      <p:pic>
        <p:nvPicPr>
          <p:cNvPr id="10" name="Picture 9" descr="A screenshot of a computer&#10;&#10;Description generated with very high confidence">
            <a:extLst>
              <a:ext uri="{FF2B5EF4-FFF2-40B4-BE49-F238E27FC236}">
                <a16:creationId xmlns:a16="http://schemas.microsoft.com/office/drawing/2014/main" id="{EC49246B-2AF5-474C-B062-7B9CE9100722}"/>
              </a:ext>
            </a:extLst>
          </p:cNvPr>
          <p:cNvPicPr>
            <a:picLocks noChangeAspect="1"/>
          </p:cNvPicPr>
          <p:nvPr/>
        </p:nvPicPr>
        <p:blipFill rotWithShape="1">
          <a:blip r:embed="rId2">
            <a:extLst>
              <a:ext uri="{28A0092B-C50C-407E-A947-70E740481C1C}">
                <a14:useLocalDpi xmlns:a14="http://schemas.microsoft.com/office/drawing/2010/main" val="0"/>
              </a:ext>
            </a:extLst>
          </a:blip>
          <a:srcRect l="9272" r="3455"/>
          <a:stretch/>
        </p:blipFill>
        <p:spPr>
          <a:xfrm>
            <a:off x="4298533" y="1419908"/>
            <a:ext cx="7821859" cy="3267417"/>
          </a:xfrm>
          <a:prstGeom prst="rect">
            <a:avLst/>
          </a:prstGeom>
        </p:spPr>
      </p:pic>
      <p:sp>
        <p:nvSpPr>
          <p:cNvPr id="11" name="TextBox 10">
            <a:extLst>
              <a:ext uri="{FF2B5EF4-FFF2-40B4-BE49-F238E27FC236}">
                <a16:creationId xmlns:a16="http://schemas.microsoft.com/office/drawing/2014/main" id="{1DE8FCCB-CB1B-475C-AAC4-05DE38DD24AC}"/>
              </a:ext>
            </a:extLst>
          </p:cNvPr>
          <p:cNvSpPr txBox="1"/>
          <p:nvPr/>
        </p:nvSpPr>
        <p:spPr>
          <a:xfrm>
            <a:off x="4435268" y="3238857"/>
            <a:ext cx="1589518" cy="1183854"/>
          </a:xfrm>
          <a:prstGeom prst="rect">
            <a:avLst/>
          </a:prstGeom>
        </p:spPr>
        <p:style>
          <a:lnRef idx="1">
            <a:schemeClr val="accent2"/>
          </a:lnRef>
          <a:fillRef idx="2">
            <a:schemeClr val="accent2"/>
          </a:fillRef>
          <a:effectRef idx="1">
            <a:schemeClr val="accent2"/>
          </a:effectRef>
          <a:fontRef idx="minor">
            <a:schemeClr val="dk1"/>
          </a:fontRef>
        </p:style>
        <p:txBody>
          <a:bodyPr wrap="square" rtlCol="0">
            <a:noAutofit/>
          </a:bodyPr>
          <a:lstStyle/>
          <a:p>
            <a:r>
              <a:rPr lang="en-US" sz="1200" b="1" dirty="0"/>
              <a:t>Me Area</a:t>
            </a:r>
          </a:p>
          <a:p>
            <a:r>
              <a:rPr lang="en-US" sz="1200" dirty="0"/>
              <a:t>Accessed by clicking on the profile image; includes settings and user preferences</a:t>
            </a:r>
          </a:p>
        </p:txBody>
      </p:sp>
      <p:sp>
        <p:nvSpPr>
          <p:cNvPr id="12" name="TextBox 11">
            <a:extLst>
              <a:ext uri="{FF2B5EF4-FFF2-40B4-BE49-F238E27FC236}">
                <a16:creationId xmlns:a16="http://schemas.microsoft.com/office/drawing/2014/main" id="{F43B578B-9178-47DF-B6B9-71A5A5117DCB}"/>
              </a:ext>
            </a:extLst>
          </p:cNvPr>
          <p:cNvSpPr txBox="1"/>
          <p:nvPr/>
        </p:nvSpPr>
        <p:spPr>
          <a:xfrm>
            <a:off x="6393577" y="3591714"/>
            <a:ext cx="2963119" cy="83099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normAutofit/>
          </a:bodyPr>
          <a:lstStyle/>
          <a:p>
            <a:r>
              <a:rPr lang="en-US" sz="1200" b="1" dirty="0"/>
              <a:t>Home Page</a:t>
            </a:r>
          </a:p>
          <a:p>
            <a:r>
              <a:rPr lang="en-US" sz="1200" dirty="0"/>
              <a:t>The starting place where a user looks for applications</a:t>
            </a:r>
          </a:p>
        </p:txBody>
      </p:sp>
      <p:sp>
        <p:nvSpPr>
          <p:cNvPr id="13" name="TextBox 12">
            <a:extLst>
              <a:ext uri="{FF2B5EF4-FFF2-40B4-BE49-F238E27FC236}">
                <a16:creationId xmlns:a16="http://schemas.microsoft.com/office/drawing/2014/main" id="{0FEB4875-67DF-4EBE-8B1F-E897CF5FB998}"/>
              </a:ext>
            </a:extLst>
          </p:cNvPr>
          <p:cNvSpPr txBox="1"/>
          <p:nvPr/>
        </p:nvSpPr>
        <p:spPr>
          <a:xfrm>
            <a:off x="10000479" y="3617167"/>
            <a:ext cx="1791803" cy="80554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normAutofit lnSpcReduction="10000"/>
          </a:bodyPr>
          <a:lstStyle/>
          <a:p>
            <a:r>
              <a:rPr lang="en-US" sz="1200" b="1" dirty="0"/>
              <a:t>Notifications</a:t>
            </a:r>
          </a:p>
          <a:p>
            <a:r>
              <a:rPr lang="en-US" sz="1200" i="1" dirty="0">
                <a:solidFill>
                  <a:schemeClr val="accent4">
                    <a:lumMod val="50000"/>
                  </a:schemeClr>
                </a:solidFill>
                <a:cs typeface="Arial" charset="0"/>
              </a:rPr>
              <a:t>It’s an optional function and not activated for JTI</a:t>
            </a:r>
          </a:p>
        </p:txBody>
      </p:sp>
    </p:spTree>
    <p:extLst>
      <p:ext uri="{BB962C8B-B14F-4D97-AF65-F5344CB8AC3E}">
        <p14:creationId xmlns:p14="http://schemas.microsoft.com/office/powerpoint/2010/main" val="2552292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4F80-37F7-47D6-8E72-445C1DB29CFE}"/>
              </a:ext>
            </a:extLst>
          </p:cNvPr>
          <p:cNvSpPr>
            <a:spLocks noGrp="1"/>
          </p:cNvSpPr>
          <p:nvPr>
            <p:ph type="title"/>
          </p:nvPr>
        </p:nvSpPr>
        <p:spPr/>
        <p:txBody>
          <a:bodyPr/>
          <a:lstStyle/>
          <a:p>
            <a:r>
              <a:rPr lang="en-US" dirty="0"/>
              <a:t>How to Access</a:t>
            </a:r>
          </a:p>
        </p:txBody>
      </p:sp>
      <p:sp>
        <p:nvSpPr>
          <p:cNvPr id="3" name="Content Placeholder 2">
            <a:extLst>
              <a:ext uri="{FF2B5EF4-FFF2-40B4-BE49-F238E27FC236}">
                <a16:creationId xmlns:a16="http://schemas.microsoft.com/office/drawing/2014/main" id="{C0D0EA57-AC24-4E12-BB54-02EF127718A8}"/>
              </a:ext>
            </a:extLst>
          </p:cNvPr>
          <p:cNvSpPr>
            <a:spLocks noGrp="1"/>
          </p:cNvSpPr>
          <p:nvPr>
            <p:ph idx="1"/>
          </p:nvPr>
        </p:nvSpPr>
        <p:spPr>
          <a:xfrm>
            <a:off x="515937" y="1695450"/>
            <a:ext cx="7141095" cy="4587081"/>
          </a:xfrm>
        </p:spPr>
        <p:txBody>
          <a:bodyPr/>
          <a:lstStyle/>
          <a:p>
            <a:pPr marL="285750" indent="-285750">
              <a:spcBef>
                <a:spcPts val="600"/>
              </a:spcBef>
              <a:buFont typeface="Arial" panose="020B0604020202020204" pitchFamily="34" charset="0"/>
              <a:buChar char="•"/>
            </a:pPr>
            <a:r>
              <a:rPr lang="en-US" sz="1600" dirty="0"/>
              <a:t>Open SAP and type </a:t>
            </a:r>
            <a:r>
              <a:rPr lang="en-US" sz="1600" b="1" dirty="0">
                <a:solidFill>
                  <a:schemeClr val="accent4">
                    <a:lumMod val="60000"/>
                    <a:lumOff val="40000"/>
                  </a:schemeClr>
                </a:solidFill>
              </a:rPr>
              <a:t>/N/UI2/FLP </a:t>
            </a:r>
            <a:r>
              <a:rPr lang="en-US" sz="1600" dirty="0"/>
              <a:t>into the command bar and press enter</a:t>
            </a:r>
          </a:p>
          <a:p>
            <a:pPr marL="285750" indent="-285750">
              <a:spcBef>
                <a:spcPts val="600"/>
              </a:spcBef>
              <a:buFont typeface="Arial" panose="020B0604020202020204" pitchFamily="34" charset="0"/>
              <a:buChar char="•"/>
            </a:pPr>
            <a:r>
              <a:rPr lang="en-US" sz="1600" dirty="0"/>
              <a:t>Fiori launchpad will be opened in Internet Explorer</a:t>
            </a:r>
          </a:p>
          <a:p>
            <a:pPr marL="285750" indent="-285750">
              <a:spcBef>
                <a:spcPts val="600"/>
              </a:spcBef>
              <a:buFont typeface="Arial" panose="020B0604020202020204" pitchFamily="34" charset="0"/>
              <a:buChar char="•"/>
            </a:pPr>
            <a:r>
              <a:rPr lang="en-US" sz="1600" dirty="0"/>
              <a:t>It is possible to create a short-cut on the desktop</a:t>
            </a:r>
            <a:br>
              <a:rPr lang="en-US" sz="1600" dirty="0"/>
            </a:br>
            <a:r>
              <a:rPr lang="en-US" sz="1600" i="1" dirty="0"/>
              <a:t>(hold the icon shown in the picture, drag to the desktop and drop)</a:t>
            </a:r>
          </a:p>
        </p:txBody>
      </p:sp>
      <p:sp>
        <p:nvSpPr>
          <p:cNvPr id="4" name="Footer Placeholder 3">
            <a:extLst>
              <a:ext uri="{FF2B5EF4-FFF2-40B4-BE49-F238E27FC236}">
                <a16:creationId xmlns:a16="http://schemas.microsoft.com/office/drawing/2014/main" id="{90AF2F58-53DF-48B6-9E70-7F2663FF720D}"/>
              </a:ext>
            </a:extLst>
          </p:cNvPr>
          <p:cNvSpPr>
            <a:spLocks noGrp="1"/>
          </p:cNvSpPr>
          <p:nvPr>
            <p:ph type="ftr" sz="quarter" idx="11"/>
          </p:nvPr>
        </p:nvSpPr>
        <p:spPr/>
        <p:txBody>
          <a:bodyPr/>
          <a:lstStyle/>
          <a:p>
            <a:r>
              <a:rPr lang="en-GB"/>
              <a:t>Presentation title in footer</a:t>
            </a:r>
            <a:endParaRPr lang="en-GB" dirty="0"/>
          </a:p>
        </p:txBody>
      </p:sp>
      <p:sp>
        <p:nvSpPr>
          <p:cNvPr id="5" name="Slide Number Placeholder 4">
            <a:extLst>
              <a:ext uri="{FF2B5EF4-FFF2-40B4-BE49-F238E27FC236}">
                <a16:creationId xmlns:a16="http://schemas.microsoft.com/office/drawing/2014/main" id="{A08F2FDF-C021-4AC0-95F5-DFEE8D20BC24}"/>
              </a:ext>
            </a:extLst>
          </p:cNvPr>
          <p:cNvSpPr>
            <a:spLocks noGrp="1"/>
          </p:cNvSpPr>
          <p:nvPr>
            <p:ph type="sldNum" sz="quarter" idx="12"/>
          </p:nvPr>
        </p:nvSpPr>
        <p:spPr/>
        <p:txBody>
          <a:bodyPr/>
          <a:lstStyle/>
          <a:p>
            <a:fld id="{F4C94289-3309-4C35-850A-56FD49B3E346}" type="slidenum">
              <a:rPr lang="en-GB" smtClean="0"/>
              <a:t>32</a:t>
            </a:fld>
            <a:endParaRPr lang="en-GB" dirty="0"/>
          </a:p>
        </p:txBody>
      </p:sp>
      <p:pic>
        <p:nvPicPr>
          <p:cNvPr id="6" name="Picture 5">
            <a:extLst>
              <a:ext uri="{FF2B5EF4-FFF2-40B4-BE49-F238E27FC236}">
                <a16:creationId xmlns:a16="http://schemas.microsoft.com/office/drawing/2014/main" id="{0CADDA56-A1B1-43B9-93F6-92B2C9A453FA}"/>
              </a:ext>
            </a:extLst>
          </p:cNvPr>
          <p:cNvPicPr>
            <a:picLocks noChangeAspect="1"/>
          </p:cNvPicPr>
          <p:nvPr/>
        </p:nvPicPr>
        <p:blipFill>
          <a:blip r:embed="rId2"/>
          <a:stretch>
            <a:fillRect/>
          </a:stretch>
        </p:blipFill>
        <p:spPr>
          <a:xfrm>
            <a:off x="7857248" y="1433317"/>
            <a:ext cx="3421552" cy="1873906"/>
          </a:xfrm>
          <a:prstGeom prst="rect">
            <a:avLst/>
          </a:prstGeom>
          <a:ln>
            <a:noFill/>
          </a:ln>
          <a:effectLst>
            <a:outerShdw blurRad="190500" algn="tl" rotWithShape="0">
              <a:srgbClr val="000000">
                <a:alpha val="70000"/>
              </a:srgbClr>
            </a:outerShdw>
          </a:effectLst>
        </p:spPr>
      </p:pic>
      <p:sp>
        <p:nvSpPr>
          <p:cNvPr id="8" name="Content Placeholder 2">
            <a:extLst>
              <a:ext uri="{FF2B5EF4-FFF2-40B4-BE49-F238E27FC236}">
                <a16:creationId xmlns:a16="http://schemas.microsoft.com/office/drawing/2014/main" id="{D9F193ED-C88E-40AC-8912-546C77F913DE}"/>
              </a:ext>
            </a:extLst>
          </p:cNvPr>
          <p:cNvSpPr txBox="1">
            <a:spLocks/>
          </p:cNvSpPr>
          <p:nvPr/>
        </p:nvSpPr>
        <p:spPr>
          <a:xfrm>
            <a:off x="6974995" y="3818737"/>
            <a:ext cx="4502435" cy="196727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400050" indent="-1952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600"/>
              </a:spcBef>
              <a:buFont typeface="Arial" panose="020B0604020202020204" pitchFamily="34" charset="0"/>
              <a:buChar char="•"/>
            </a:pPr>
            <a:r>
              <a:rPr lang="en-US" sz="1600" dirty="0"/>
              <a:t>All new Fiori Apps are accessible under Inventory Controlling Group in Fiori Launchpad</a:t>
            </a:r>
          </a:p>
          <a:p>
            <a:pPr marL="285750" indent="-285750">
              <a:spcBef>
                <a:spcPts val="600"/>
              </a:spcBef>
              <a:buFont typeface="Arial" panose="020B0604020202020204" pitchFamily="34" charset="0"/>
              <a:buChar char="•"/>
            </a:pPr>
            <a:r>
              <a:rPr lang="en-US" sz="1600" dirty="0"/>
              <a:t>Any apps can be launched by clicking on the respective tile</a:t>
            </a:r>
          </a:p>
          <a:p>
            <a:pPr marL="285750" indent="-285750">
              <a:buFont typeface="Arial" panose="020B0604020202020204" pitchFamily="34" charset="0"/>
              <a:buChar char="•"/>
            </a:pPr>
            <a:endParaRPr lang="en-US" sz="1600" dirty="0"/>
          </a:p>
        </p:txBody>
      </p:sp>
      <p:grpSp>
        <p:nvGrpSpPr>
          <p:cNvPr id="9" name="Group 8">
            <a:extLst>
              <a:ext uri="{FF2B5EF4-FFF2-40B4-BE49-F238E27FC236}">
                <a16:creationId xmlns:a16="http://schemas.microsoft.com/office/drawing/2014/main" id="{D2150329-DC1F-4B03-8A4C-57B9EE984B2A}"/>
              </a:ext>
            </a:extLst>
          </p:cNvPr>
          <p:cNvGrpSpPr/>
          <p:nvPr/>
        </p:nvGrpSpPr>
        <p:grpSpPr>
          <a:xfrm>
            <a:off x="461065" y="3528693"/>
            <a:ext cx="6313714" cy="2257314"/>
            <a:chOff x="561173" y="3307223"/>
            <a:chExt cx="6313714" cy="2257314"/>
          </a:xfrm>
        </p:grpSpPr>
        <p:pic>
          <p:nvPicPr>
            <p:cNvPr id="10" name="Picture 9">
              <a:extLst>
                <a:ext uri="{FF2B5EF4-FFF2-40B4-BE49-F238E27FC236}">
                  <a16:creationId xmlns:a16="http://schemas.microsoft.com/office/drawing/2014/main" id="{90E794D0-D58E-4C86-B8EF-CE6113341BCB}"/>
                </a:ext>
              </a:extLst>
            </p:cNvPr>
            <p:cNvPicPr>
              <a:picLocks noChangeAspect="1"/>
            </p:cNvPicPr>
            <p:nvPr/>
          </p:nvPicPr>
          <p:blipFill rotWithShape="1">
            <a:blip r:embed="rId3"/>
            <a:srcRect b="69695"/>
            <a:stretch/>
          </p:blipFill>
          <p:spPr>
            <a:xfrm>
              <a:off x="561174" y="3307223"/>
              <a:ext cx="6313713" cy="767627"/>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86B2DE65-89C2-4680-8E8B-5F82FE5A07B1}"/>
                </a:ext>
              </a:extLst>
            </p:cNvPr>
            <p:cNvPicPr>
              <a:picLocks noChangeAspect="1"/>
            </p:cNvPicPr>
            <p:nvPr/>
          </p:nvPicPr>
          <p:blipFill>
            <a:blip r:embed="rId4"/>
            <a:stretch>
              <a:fillRect/>
            </a:stretch>
          </p:blipFill>
          <p:spPr>
            <a:xfrm>
              <a:off x="561173" y="4040206"/>
              <a:ext cx="6313713" cy="1524331"/>
            </a:xfrm>
            <a:prstGeom prst="rect">
              <a:avLst/>
            </a:prstGeom>
            <a:ln>
              <a:noFill/>
            </a:ln>
            <a:effectLst>
              <a:outerShdw blurRad="190500" algn="tl" rotWithShape="0">
                <a:srgbClr val="000000">
                  <a:alpha val="70000"/>
                </a:srgbClr>
              </a:outerShdw>
            </a:effectLst>
          </p:spPr>
        </p:pic>
      </p:grpSp>
    </p:spTree>
    <p:extLst>
      <p:ext uri="{BB962C8B-B14F-4D97-AF65-F5344CB8AC3E}">
        <p14:creationId xmlns:p14="http://schemas.microsoft.com/office/powerpoint/2010/main" val="1592008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909903"/>
      </p:ext>
    </p:extLst>
  </p:cSld>
  <p:clrMapOvr>
    <a:masterClrMapping/>
  </p:clrMapOvr>
</p:sld>
</file>

<file path=ppt/theme/theme1.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IM">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C77B7-89BE-45D2-B43A-94AB4C5F40F4}">
  <ds:schemaRefs>
    <ds:schemaRef ds:uri="http://schemas.microsoft.com/office/2006/metadata/properties"/>
    <ds:schemaRef ds:uri="http://purl.org/dc/terms/"/>
    <ds:schemaRef ds:uri="cb52ee0d-5346-4ae8-a9f9-d746adffeb6b"/>
    <ds:schemaRef ds:uri="http://schemas.microsoft.com/office/2006/documentManagement/types"/>
    <ds:schemaRef ds:uri="http://schemas.openxmlformats.org/package/2006/metadata/core-properties"/>
    <ds:schemaRef ds:uri="ba249638-b5c4-4b59-8094-70d8491c2e9c"/>
    <ds:schemaRef ds:uri="http://schemas.microsoft.com/office/infopath/2007/PartnerControls"/>
    <ds:schemaRef ds:uri="http://purl.org/dc/elements/1.1/"/>
    <ds:schemaRef ds:uri="91871c47-af2e-43ea-ad3f-7bb4c536bc45"/>
    <ds:schemaRef ds:uri="http://www.w3.org/XML/1998/namespace"/>
    <ds:schemaRef ds:uri="http://purl.org/dc/dcmitype/"/>
  </ds:schemaRefs>
</ds:datastoreItem>
</file>

<file path=customXml/itemProps2.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3.xml><?xml version="1.0" encoding="utf-8"?>
<ds:datastoreItem xmlns:ds="http://schemas.openxmlformats.org/officeDocument/2006/customXml" ds:itemID="{ECF41A26-6E3A-4BC7-BE11-D69634552E38}"/>
</file>

<file path=docProps/app.xml><?xml version="1.0" encoding="utf-8"?>
<Properties xmlns="http://schemas.openxmlformats.org/officeDocument/2006/extended-properties" xmlns:vt="http://schemas.openxmlformats.org/officeDocument/2006/docPropsVTypes">
  <Template>S4F Template</Template>
  <TotalTime>9591</TotalTime>
  <Words>3376</Words>
  <Application>Microsoft Office PowerPoint</Application>
  <PresentationFormat>Widescreen</PresentationFormat>
  <Paragraphs>408</Paragraphs>
  <Slides>33</Slides>
  <Notes>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0" baseType="lpstr">
      <vt:lpstr>JTI</vt:lpstr>
      <vt:lpstr>Arial</vt:lpstr>
      <vt:lpstr>Calibri</vt:lpstr>
      <vt:lpstr>Georgia</vt:lpstr>
      <vt:lpstr>JTI</vt:lpstr>
      <vt:lpstr>S4F-ERP IM</vt:lpstr>
      <vt:lpstr>Clip</vt:lpstr>
      <vt:lpstr>INVENTORY MANAGEMENT</vt:lpstr>
      <vt:lpstr>Course Structure</vt:lpstr>
      <vt:lpstr>overview</vt:lpstr>
      <vt:lpstr>What is goods movement?</vt:lpstr>
      <vt:lpstr>Movement types</vt:lpstr>
      <vt:lpstr>Classification of Movement Types</vt:lpstr>
      <vt:lpstr>Organizational Level in S/4HANA - Finance​</vt:lpstr>
      <vt:lpstr>Organizational Level in S/4HANA - Logistics</vt:lpstr>
      <vt:lpstr>Course Structure</vt:lpstr>
      <vt:lpstr>Inbound Materials Process Flow</vt:lpstr>
      <vt:lpstr>Receive Batch Managed Goods &amp; NTM</vt:lpstr>
      <vt:lpstr>Receive Non-Batch Managed Goods &amp; NTM</vt:lpstr>
      <vt:lpstr>Receive FG from Shop Floor</vt:lpstr>
      <vt:lpstr>Receive FG Returns</vt:lpstr>
      <vt:lpstr>Buy Back FG</vt:lpstr>
      <vt:lpstr>Course Structure</vt:lpstr>
      <vt:lpstr>Internal Movements Process Flow</vt:lpstr>
      <vt:lpstr>Outbound Others</vt:lpstr>
      <vt:lpstr>Material Disposal</vt:lpstr>
      <vt:lpstr>Non-hazardous Materials</vt:lpstr>
      <vt:lpstr>Stock Transfer between SLocs</vt:lpstr>
      <vt:lpstr>Sub-Contracting</vt:lpstr>
      <vt:lpstr>Course Structure</vt:lpstr>
      <vt:lpstr>    Quality Inspection – Batch Managed Materials</vt:lpstr>
      <vt:lpstr>Shelf Life Expiration &amp; Recurring Inspection</vt:lpstr>
      <vt:lpstr>Shelf Life Inspection </vt:lpstr>
      <vt:lpstr>Recurring  Inspection</vt:lpstr>
      <vt:lpstr>Course Structure</vt:lpstr>
      <vt:lpstr>Available Fiori apps and Mapping with S4H</vt:lpstr>
      <vt:lpstr>SAP Fiori – Overview</vt:lpstr>
      <vt:lpstr>SAP Fiori – Viewport</vt:lpstr>
      <vt:lpstr>How to Access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Peker, Demet</cp:lastModifiedBy>
  <cp:revision>169</cp:revision>
  <dcterms:created xsi:type="dcterms:W3CDTF">2019-04-11T09:35:08Z</dcterms:created>
  <dcterms:modified xsi:type="dcterms:W3CDTF">2024-05-07T10:18:10Z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MSIP_Label_b020b37f-db72-473e-ae54-fb16df408069_Enabled">
    <vt:lpwstr>true</vt:lpwstr>
  </property>
  <property fmtid="{D5CDD505-2E9C-101B-9397-08002B2CF9AE}" pid="4" name="MSIP_Label_b020b37f-db72-473e-ae54-fb16df408069_SetDate">
    <vt:lpwstr>2021-01-12T15:49:01Z</vt:lpwstr>
  </property>
  <property fmtid="{D5CDD505-2E9C-101B-9397-08002B2CF9AE}" pid="5" name="MSIP_Label_b020b37f-db72-473e-ae54-fb16df408069_Method">
    <vt:lpwstr>Standard</vt:lpwstr>
  </property>
  <property fmtid="{D5CDD505-2E9C-101B-9397-08002B2CF9AE}" pid="6" name="MSIP_Label_b020b37f-db72-473e-ae54-fb16df408069_Name">
    <vt:lpwstr>General</vt:lpwstr>
  </property>
  <property fmtid="{D5CDD505-2E9C-101B-9397-08002B2CF9AE}" pid="7" name="MSIP_Label_b020b37f-db72-473e-ae54-fb16df408069_SiteId">
    <vt:lpwstr>705d07a3-2eea-4f3b-ab59-65ca29abeb26</vt:lpwstr>
  </property>
  <property fmtid="{D5CDD505-2E9C-101B-9397-08002B2CF9AE}" pid="8" name="MSIP_Label_b020b37f-db72-473e-ae54-fb16df408069_ActionId">
    <vt:lpwstr>a2ec3195-ae2c-493c-9f5b-d450801b1df7</vt:lpwstr>
  </property>
  <property fmtid="{D5CDD505-2E9C-101B-9397-08002B2CF9AE}" pid="9" name="MSIP_Label_b020b37f-db72-473e-ae54-fb16df408069_ContentBits">
    <vt:lpwstr>0</vt:lpwstr>
  </property>
  <property fmtid="{D5CDD505-2E9C-101B-9397-08002B2CF9AE}" pid="10" name="MediaServiceImageTags">
    <vt:lpwstr/>
  </property>
</Properties>
</file>