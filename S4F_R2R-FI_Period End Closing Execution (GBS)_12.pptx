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4" r:id="rId4"/>
    <p:sldMasterId id="2147483926" r:id="rId5"/>
    <p:sldMasterId id="2147483931" r:id="rId6"/>
  </p:sldMasterIdLst>
  <p:notesMasterIdLst>
    <p:notesMasterId r:id="rId16"/>
  </p:notesMasterIdLst>
  <p:sldIdLst>
    <p:sldId id="3256" r:id="rId7"/>
    <p:sldId id="3258" r:id="rId8"/>
    <p:sldId id="2134961471" r:id="rId9"/>
    <p:sldId id="2134961537" r:id="rId10"/>
    <p:sldId id="3260" r:id="rId11"/>
    <p:sldId id="3261" r:id="rId12"/>
    <p:sldId id="3257" r:id="rId13"/>
    <p:sldId id="3259" r:id="rId14"/>
    <p:sldId id="213496157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Wei" initials="WW" lastIdx="20" clrIdx="0">
    <p:extLst>
      <p:ext uri="{19B8F6BF-5375-455C-9EA6-DF929625EA0E}">
        <p15:presenceInfo xmlns:p15="http://schemas.microsoft.com/office/powerpoint/2012/main" userId="S-1-5-21-1645522239-1214440339-682003330-696358" providerId="AD"/>
      </p:ext>
    </p:extLst>
  </p:cmAuthor>
  <p:cmAuthor id="2" name="Riggien, Samantha" initials="RS" lastIdx="3" clrIdx="1">
    <p:extLst>
      <p:ext uri="{19B8F6BF-5375-455C-9EA6-DF929625EA0E}">
        <p15:presenceInfo xmlns:p15="http://schemas.microsoft.com/office/powerpoint/2012/main" userId="S-1-5-21-1645522239-1214440339-682003330-754366" providerId="AD"/>
      </p:ext>
    </p:extLst>
  </p:cmAuthor>
  <p:cmAuthor id="3" name="Wang, Wei" initials="WW [2]" lastIdx="304" clrIdx="2">
    <p:extLst>
      <p:ext uri="{19B8F6BF-5375-455C-9EA6-DF929625EA0E}">
        <p15:presenceInfo xmlns:p15="http://schemas.microsoft.com/office/powerpoint/2012/main" userId="S::CSTWANGW@CORP.JTI.COM::627587dd-935f-4f2b-a6c6-edd4e0dcbff5" providerId="AD"/>
      </p:ext>
    </p:extLst>
  </p:cmAuthor>
  <p:cmAuthor id="4" name="Aardse, Leone" initials="AL" lastIdx="24" clrIdx="3">
    <p:extLst>
      <p:ext uri="{19B8F6BF-5375-455C-9EA6-DF929625EA0E}">
        <p15:presenceInfo xmlns:p15="http://schemas.microsoft.com/office/powerpoint/2012/main" userId="S::GVAAARDSL@CORP.JTI.COM::739cd3d2-ccb6-46e7-9410-591a9a971dee" providerId="AD"/>
      </p:ext>
    </p:extLst>
  </p:cmAuthor>
  <p:cmAuthor id="5" name="Vostrenkova, Anna" initials="VA" lastIdx="5" clrIdx="4">
    <p:extLst>
      <p:ext uri="{19B8F6BF-5375-455C-9EA6-DF929625EA0E}">
        <p15:presenceInfo xmlns:p15="http://schemas.microsoft.com/office/powerpoint/2012/main" userId="S::SPBVOSTRA@CORP.JTI.COM::714b791a-f154-4e8e-a89b-2941418e6a84" providerId="AD"/>
      </p:ext>
    </p:extLst>
  </p:cmAuthor>
  <p:cmAuthor id="6" name="Kandrotiene, Ilmante" initials="KI" lastIdx="55" clrIdx="5">
    <p:extLst>
      <p:ext uri="{19B8F6BF-5375-455C-9EA6-DF929625EA0E}">
        <p15:presenceInfo xmlns:p15="http://schemas.microsoft.com/office/powerpoint/2012/main" userId="S::GVAKANDRI@CORP.JTI.COM::9c9540c0-163c-4c36-9d78-d3fff8b35cb9" providerId="AD"/>
      </p:ext>
    </p:extLst>
  </p:cmAuthor>
  <p:cmAuthor id="7" name="Hill, Daniel" initials="HD" lastIdx="72" clrIdx="6">
    <p:extLst>
      <p:ext uri="{19B8F6BF-5375-455C-9EA6-DF929625EA0E}">
        <p15:presenceInfo xmlns:p15="http://schemas.microsoft.com/office/powerpoint/2012/main" userId="S::MANHILLD@CORP.JTI.COM::e75359db-c6a9-4245-8308-303af67184cd" providerId="AD"/>
      </p:ext>
    </p:extLst>
  </p:cmAuthor>
  <p:cmAuthor id="8" name="Sandler, Marina" initials="SM" lastIdx="7" clrIdx="7">
    <p:extLst>
      <p:ext uri="{19B8F6BF-5375-455C-9EA6-DF929625EA0E}">
        <p15:presenceInfo xmlns:p15="http://schemas.microsoft.com/office/powerpoint/2012/main" userId="S::GVASANDLMB@CORP.JTI.COM::b711e7c6-a7ab-441a-b8e7-d5e5b2cdc6ec" providerId="AD"/>
      </p:ext>
    </p:extLst>
  </p:cmAuthor>
  <p:cmAuthor id="9" name="Parshina, Olga" initials="PO" lastIdx="8" clrIdx="8">
    <p:extLst>
      <p:ext uri="{19B8F6BF-5375-455C-9EA6-DF929625EA0E}">
        <p15:presenceInfo xmlns:p15="http://schemas.microsoft.com/office/powerpoint/2012/main" userId="S::SPBPARSHOD@CORP.JTI.COM::873a8ef6-ff3d-4f50-8df2-5293041e8e5f" providerId="AD"/>
      </p:ext>
    </p:extLst>
  </p:cmAuthor>
  <p:cmAuthor id="10" name="Marchais, Helene" initials="MH" lastIdx="2" clrIdx="9">
    <p:extLst>
      <p:ext uri="{19B8F6BF-5375-455C-9EA6-DF929625EA0E}">
        <p15:presenceInfo xmlns:p15="http://schemas.microsoft.com/office/powerpoint/2012/main" userId="S::GVAMARCHH@CORP.JTI.COM::17418108-8412-4e41-8311-0d6f205b872e" providerId="AD"/>
      </p:ext>
    </p:extLst>
  </p:cmAuthor>
  <p:cmAuthor id="11" name="McVey, Suzanne" initials="MS" lastIdx="2" clrIdx="10">
    <p:extLst>
      <p:ext uri="{19B8F6BF-5375-455C-9EA6-DF929625EA0E}">
        <p15:presenceInfo xmlns:p15="http://schemas.microsoft.com/office/powerpoint/2012/main" userId="S::gvamcveys@corp.jti.com::d4086ca4-ef1f-4ada-91cc-91d6702702bb" providerId="AD"/>
      </p:ext>
    </p:extLst>
  </p:cmAuthor>
  <p:cmAuthor id="12" name="Tierney, Jacqueline" initials="TJ" lastIdx="2" clrIdx="11">
    <p:extLst>
      <p:ext uri="{19B8F6BF-5375-455C-9EA6-DF929625EA0E}">
        <p15:presenceInfo xmlns:p15="http://schemas.microsoft.com/office/powerpoint/2012/main" userId="S::mantiernj@corp.jti.com::c724e8cc-4489-4c36-9411-a0d84306cb81" providerId="AD"/>
      </p:ext>
    </p:extLst>
  </p:cmAuthor>
  <p:cmAuthor id="13" name="Ng, Leo" initials="NL" lastIdx="20" clrIdx="12">
    <p:extLst>
      <p:ext uri="{19B8F6BF-5375-455C-9EA6-DF929625EA0E}">
        <p15:presenceInfo xmlns:p15="http://schemas.microsoft.com/office/powerpoint/2012/main" userId="S::KUANGL@CORP.JTI.COM::ab3a9736-2aae-4d22-bdfd-26ab630f437e" providerId="AD"/>
      </p:ext>
    </p:extLst>
  </p:cmAuthor>
  <p:cmAuthor id="14" name="O'Neill, Shauna" initials="OS" lastIdx="9" clrIdx="13">
    <p:extLst>
      <p:ext uri="{19B8F6BF-5375-455C-9EA6-DF929625EA0E}">
        <p15:presenceInfo xmlns:p15="http://schemas.microsoft.com/office/powerpoint/2012/main" userId="S::cstoneils2@corp.jti.com::1d0a8ccc-c260-429c-86e4-d406a5ac1d3d" providerId="AD"/>
      </p:ext>
    </p:extLst>
  </p:cmAuthor>
  <p:cmAuthor id="15" name="McDonald, Pippa" initials="MP" lastIdx="6" clrIdx="14">
    <p:extLst>
      <p:ext uri="{19B8F6BF-5375-455C-9EA6-DF929625EA0E}">
        <p15:presenceInfo xmlns:p15="http://schemas.microsoft.com/office/powerpoint/2012/main" userId="S::manmcdonp@corp.jti.com::2ed36ef8-ebae-4e24-821e-a2650104ad6d" providerId="AD"/>
      </p:ext>
    </p:extLst>
  </p:cmAuthor>
  <p:cmAuthor id="16" name="Lim, Yen Ping (Fynn)" initials="L(" lastIdx="8" clrIdx="15">
    <p:extLst>
      <p:ext uri="{19B8F6BF-5375-455C-9EA6-DF929625EA0E}">
        <p15:presenceInfo xmlns:p15="http://schemas.microsoft.com/office/powerpoint/2012/main" userId="S::kualimyp@corp.jti.com::525a2945-a468-48a4-8798-4320c60077ff" providerId="AD"/>
      </p:ext>
    </p:extLst>
  </p:cmAuthor>
  <p:cmAuthor id="17" name="Chong, Crystal" initials="CC" lastIdx="4" clrIdx="16">
    <p:extLst>
      <p:ext uri="{19B8F6BF-5375-455C-9EA6-DF929625EA0E}">
        <p15:presenceInfo xmlns:p15="http://schemas.microsoft.com/office/powerpoint/2012/main" userId="S::kuachongc@corp.jti.com::d3b25bd2-e090-4a14-88fa-ea464c19b5b9" providerId="AD"/>
      </p:ext>
    </p:extLst>
  </p:cmAuthor>
  <p:cmAuthor id="18" name="Polyakova, Alexandra" initials="PA" lastIdx="13" clrIdx="17">
    <p:extLst>
      <p:ext uri="{19B8F6BF-5375-455C-9EA6-DF929625EA0E}">
        <p15:presenceInfo xmlns:p15="http://schemas.microsoft.com/office/powerpoint/2012/main" userId="S::spbpolyaa@corp.jti.com::8426ce0f-1f14-446c-9762-b32f13d7d8d4" providerId="AD"/>
      </p:ext>
    </p:extLst>
  </p:cmAuthor>
  <p:cmAuthor id="19" name="Jarvis, Aaron" initials="JA" lastIdx="17" clrIdx="18">
    <p:extLst>
      <p:ext uri="{19B8F6BF-5375-455C-9EA6-DF929625EA0E}">
        <p15:presenceInfo xmlns:p15="http://schemas.microsoft.com/office/powerpoint/2012/main" userId="S::MANJARVIA@CORP.JTI.COM::26a134ec-3939-4533-807c-1ff3cfe41ae7" providerId="AD"/>
      </p:ext>
    </p:extLst>
  </p:cmAuthor>
  <p:cmAuthor id="20" name="Jarvis, Chris" initials="JC" lastIdx="4" clrIdx="19">
    <p:extLst>
      <p:ext uri="{19B8F6BF-5375-455C-9EA6-DF929625EA0E}">
        <p15:presenceInfo xmlns:p15="http://schemas.microsoft.com/office/powerpoint/2012/main" userId="S::manjarvic1@corp.jti.com::4151bf10-c6f8-44fb-9722-90b2018781db" providerId="AD"/>
      </p:ext>
    </p:extLst>
  </p:cmAuthor>
  <p:cmAuthor id="21" name="Kovzhik, Lina" initials="KL" lastIdx="10" clrIdx="20">
    <p:extLst>
      <p:ext uri="{19B8F6BF-5375-455C-9EA6-DF929625EA0E}">
        <p15:presenceInfo xmlns:p15="http://schemas.microsoft.com/office/powerpoint/2012/main" userId="S::spbkovzhl@corp.jti.com::666477bb-32b9-4dd3-90a8-a3c49814c101" providerId="AD"/>
      </p:ext>
    </p:extLst>
  </p:cmAuthor>
  <p:cmAuthor id="22" name="Harvey-Ascroft, Mike" initials="HM" lastIdx="1" clrIdx="21">
    <p:extLst>
      <p:ext uri="{19B8F6BF-5375-455C-9EA6-DF929625EA0E}">
        <p15:presenceInfo xmlns:p15="http://schemas.microsoft.com/office/powerpoint/2012/main" userId="S::manharvem@corp.jti.com::4d8eba1c-0aef-42c6-8f5f-fb79cd2a516a" providerId="AD"/>
      </p:ext>
    </p:extLst>
  </p:cmAuthor>
  <p:cmAuthor id="23" name="Vrzhesnevskaya, Eugenia" initials="VE" lastIdx="6" clrIdx="22">
    <p:extLst>
      <p:ext uri="{19B8F6BF-5375-455C-9EA6-DF929625EA0E}">
        <p15:presenceInfo xmlns:p15="http://schemas.microsoft.com/office/powerpoint/2012/main" userId="S::spbvrzhee@corp.jti.com::76edc36c-0c8b-48b9-8f3a-b38671d2a9a2" providerId="AD"/>
      </p:ext>
    </p:extLst>
  </p:cmAuthor>
  <p:cmAuthor id="24" name="Tolstaya, Aleksandra" initials="TA" lastIdx="8" clrIdx="23">
    <p:extLst>
      <p:ext uri="{19B8F6BF-5375-455C-9EA6-DF929625EA0E}">
        <p15:presenceInfo xmlns:p15="http://schemas.microsoft.com/office/powerpoint/2012/main" userId="S::spbtolsta@corp.jti.com::b1d6c31e-3cf3-468b-8ba5-69804c559cd4" providerId="AD"/>
      </p:ext>
    </p:extLst>
  </p:cmAuthor>
  <p:cmAuthor id="25" name="Matthews, Tamsin" initials="MT" lastIdx="5" clrIdx="24">
    <p:extLst>
      <p:ext uri="{19B8F6BF-5375-455C-9EA6-DF929625EA0E}">
        <p15:presenceInfo xmlns:p15="http://schemas.microsoft.com/office/powerpoint/2012/main" userId="S::manmattht@corp.jti.com::9da61704-b5a9-4579-add8-ec9a9822e6e4" providerId="AD"/>
      </p:ext>
    </p:extLst>
  </p:cmAuthor>
  <p:cmAuthor id="26" name="Koay, Li Min" initials="KM" lastIdx="2" clrIdx="25">
    <p:extLst>
      <p:ext uri="{19B8F6BF-5375-455C-9EA6-DF929625EA0E}">
        <p15:presenceInfo xmlns:p15="http://schemas.microsoft.com/office/powerpoint/2012/main" userId="S::kuakoaylm@corp.jti.com::703457b3-a307-46c3-8549-6b5de8d482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AAA00"/>
    <a:srgbClr val="C3EBE9"/>
    <a:srgbClr val="33C781"/>
    <a:srgbClr val="7DD9A2"/>
    <a:srgbClr val="74D9D5"/>
    <a:srgbClr val="E6E6E6"/>
    <a:srgbClr val="0D3919"/>
    <a:srgbClr val="005855"/>
    <a:srgbClr val="005955"/>
    <a:srgbClr val="606F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BD6A8C-DA2F-4B19-874C-296B9E054BED}" v="1" dt="2024-04-25T17:39:56.6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792"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slide" Target="slides/slide9.xml"/><Relationship Id="rId23"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Wei" userId="627587dd-935f-4f2b-a6c6-edd4e0dcbff5" providerId="ADAL" clId="{5112F50D-F1C4-40CF-B9C9-5ADF95FBBF33}"/>
    <pc:docChg chg="delSld delMainMaster">
      <pc:chgData name="Wang, Wei" userId="627587dd-935f-4f2b-a6c6-edd4e0dcbff5" providerId="ADAL" clId="{5112F50D-F1C4-40CF-B9C9-5ADF95FBBF33}" dt="2020-05-21T16:04:41.712" v="169" actId="2696"/>
      <pc:docMkLst>
        <pc:docMk/>
      </pc:docMkLst>
      <pc:sldChg chg="del">
        <pc:chgData name="Wang, Wei" userId="627587dd-935f-4f2b-a6c6-edd4e0dcbff5" providerId="ADAL" clId="{5112F50D-F1C4-40CF-B9C9-5ADF95FBBF33}" dt="2020-05-21T16:04:39.271" v="27" actId="2696"/>
        <pc:sldMkLst>
          <pc:docMk/>
          <pc:sldMk cId="3466899689" sldId="264"/>
        </pc:sldMkLst>
      </pc:sldChg>
      <pc:sldChg chg="del">
        <pc:chgData name="Wang, Wei" userId="627587dd-935f-4f2b-a6c6-edd4e0dcbff5" providerId="ADAL" clId="{5112F50D-F1C4-40CF-B9C9-5ADF95FBBF33}" dt="2020-05-21T16:04:38.781" v="13" actId="2696"/>
        <pc:sldMkLst>
          <pc:docMk/>
          <pc:sldMk cId="3804357427" sldId="2298"/>
        </pc:sldMkLst>
      </pc:sldChg>
      <pc:sldChg chg="del">
        <pc:chgData name="Wang, Wei" userId="627587dd-935f-4f2b-a6c6-edd4e0dcbff5" providerId="ADAL" clId="{5112F50D-F1C4-40CF-B9C9-5ADF95FBBF33}" dt="2020-05-21T16:04:38.752" v="12" actId="2696"/>
        <pc:sldMkLst>
          <pc:docMk/>
          <pc:sldMk cId="885530237" sldId="2309"/>
        </pc:sldMkLst>
      </pc:sldChg>
      <pc:sldChg chg="del">
        <pc:chgData name="Wang, Wei" userId="627587dd-935f-4f2b-a6c6-edd4e0dcbff5" providerId="ADAL" clId="{5112F50D-F1C4-40CF-B9C9-5ADF95FBBF33}" dt="2020-05-21T16:04:41.415" v="128" actId="2696"/>
        <pc:sldMkLst>
          <pc:docMk/>
          <pc:sldMk cId="3774687517" sldId="2313"/>
        </pc:sldMkLst>
      </pc:sldChg>
      <pc:sldChg chg="del">
        <pc:chgData name="Wang, Wei" userId="627587dd-935f-4f2b-a6c6-edd4e0dcbff5" providerId="ADAL" clId="{5112F50D-F1C4-40CF-B9C9-5ADF95FBBF33}" dt="2020-05-21T16:04:41.434" v="129" actId="2696"/>
        <pc:sldMkLst>
          <pc:docMk/>
          <pc:sldMk cId="4032403608" sldId="2314"/>
        </pc:sldMkLst>
      </pc:sldChg>
      <pc:sldChg chg="del">
        <pc:chgData name="Wang, Wei" userId="627587dd-935f-4f2b-a6c6-edd4e0dcbff5" providerId="ADAL" clId="{5112F50D-F1C4-40CF-B9C9-5ADF95FBBF33}" dt="2020-05-21T16:04:41.460" v="130" actId="2696"/>
        <pc:sldMkLst>
          <pc:docMk/>
          <pc:sldMk cId="3720918296" sldId="2315"/>
        </pc:sldMkLst>
      </pc:sldChg>
      <pc:sldChg chg="del">
        <pc:chgData name="Wang, Wei" userId="627587dd-935f-4f2b-a6c6-edd4e0dcbff5" providerId="ADAL" clId="{5112F50D-F1C4-40CF-B9C9-5ADF95FBBF33}" dt="2020-05-21T16:04:41.493" v="131" actId="2696"/>
        <pc:sldMkLst>
          <pc:docMk/>
          <pc:sldMk cId="1848472487" sldId="2316"/>
        </pc:sldMkLst>
      </pc:sldChg>
      <pc:sldChg chg="del">
        <pc:chgData name="Wang, Wei" userId="627587dd-935f-4f2b-a6c6-edd4e0dcbff5" providerId="ADAL" clId="{5112F50D-F1C4-40CF-B9C9-5ADF95FBBF33}" dt="2020-05-21T16:04:41.511" v="132" actId="2696"/>
        <pc:sldMkLst>
          <pc:docMk/>
          <pc:sldMk cId="225359671" sldId="2317"/>
        </pc:sldMkLst>
      </pc:sldChg>
      <pc:sldChg chg="del">
        <pc:chgData name="Wang, Wei" userId="627587dd-935f-4f2b-a6c6-edd4e0dcbff5" providerId="ADAL" clId="{5112F50D-F1C4-40CF-B9C9-5ADF95FBBF33}" dt="2020-05-21T16:04:41.526" v="133" actId="2696"/>
        <pc:sldMkLst>
          <pc:docMk/>
          <pc:sldMk cId="822791018" sldId="2318"/>
        </pc:sldMkLst>
      </pc:sldChg>
      <pc:sldChg chg="del">
        <pc:chgData name="Wang, Wei" userId="627587dd-935f-4f2b-a6c6-edd4e0dcbff5" providerId="ADAL" clId="{5112F50D-F1C4-40CF-B9C9-5ADF95FBBF33}" dt="2020-05-21T16:04:41.338" v="125" actId="2696"/>
        <pc:sldMkLst>
          <pc:docMk/>
          <pc:sldMk cId="22907484" sldId="2522"/>
        </pc:sldMkLst>
      </pc:sldChg>
      <pc:sldChg chg="del">
        <pc:chgData name="Wang, Wei" userId="627587dd-935f-4f2b-a6c6-edd4e0dcbff5" providerId="ADAL" clId="{5112F50D-F1C4-40CF-B9C9-5ADF95FBBF33}" dt="2020-05-21T16:04:39.355" v="29" actId="2696"/>
        <pc:sldMkLst>
          <pc:docMk/>
          <pc:sldMk cId="3228592079" sldId="2529"/>
        </pc:sldMkLst>
      </pc:sldChg>
      <pc:sldChg chg="del">
        <pc:chgData name="Wang, Wei" userId="627587dd-935f-4f2b-a6c6-edd4e0dcbff5" providerId="ADAL" clId="{5112F50D-F1C4-40CF-B9C9-5ADF95FBBF33}" dt="2020-05-21T16:04:39.557" v="36" actId="2696"/>
        <pc:sldMkLst>
          <pc:docMk/>
          <pc:sldMk cId="2993275869" sldId="2530"/>
        </pc:sldMkLst>
      </pc:sldChg>
      <pc:sldChg chg="del">
        <pc:chgData name="Wang, Wei" userId="627587dd-935f-4f2b-a6c6-edd4e0dcbff5" providerId="ADAL" clId="{5112F50D-F1C4-40CF-B9C9-5ADF95FBBF33}" dt="2020-05-21T16:04:39.418" v="31" actId="2696"/>
        <pc:sldMkLst>
          <pc:docMk/>
          <pc:sldMk cId="3687469778" sldId="2537"/>
        </pc:sldMkLst>
      </pc:sldChg>
      <pc:sldChg chg="del">
        <pc:chgData name="Wang, Wei" userId="627587dd-935f-4f2b-a6c6-edd4e0dcbff5" providerId="ADAL" clId="{5112F50D-F1C4-40CF-B9C9-5ADF95FBBF33}" dt="2020-05-21T16:04:39.777" v="43" actId="2696"/>
        <pc:sldMkLst>
          <pc:docMk/>
          <pc:sldMk cId="1679945427" sldId="2538"/>
        </pc:sldMkLst>
      </pc:sldChg>
      <pc:sldChg chg="del">
        <pc:chgData name="Wang, Wei" userId="627587dd-935f-4f2b-a6c6-edd4e0dcbff5" providerId="ADAL" clId="{5112F50D-F1C4-40CF-B9C9-5ADF95FBBF33}" dt="2020-05-21T16:04:40.744" v="98" actId="2696"/>
        <pc:sldMkLst>
          <pc:docMk/>
          <pc:sldMk cId="1713380516" sldId="2558"/>
        </pc:sldMkLst>
      </pc:sldChg>
      <pc:sldChg chg="del">
        <pc:chgData name="Wang, Wei" userId="627587dd-935f-4f2b-a6c6-edd4e0dcbff5" providerId="ADAL" clId="{5112F50D-F1C4-40CF-B9C9-5ADF95FBBF33}" dt="2020-05-21T16:04:40.122" v="77" actId="2696"/>
        <pc:sldMkLst>
          <pc:docMk/>
          <pc:sldMk cId="2955668432" sldId="2559"/>
        </pc:sldMkLst>
      </pc:sldChg>
      <pc:sldChg chg="del">
        <pc:chgData name="Wang, Wei" userId="627587dd-935f-4f2b-a6c6-edd4e0dcbff5" providerId="ADAL" clId="{5112F50D-F1C4-40CF-B9C9-5ADF95FBBF33}" dt="2020-05-21T16:04:40.544" v="91" actId="2696"/>
        <pc:sldMkLst>
          <pc:docMk/>
          <pc:sldMk cId="523632826" sldId="2560"/>
        </pc:sldMkLst>
      </pc:sldChg>
      <pc:sldChg chg="del">
        <pc:chgData name="Wang, Wei" userId="627587dd-935f-4f2b-a6c6-edd4e0dcbff5" providerId="ADAL" clId="{5112F50D-F1C4-40CF-B9C9-5ADF95FBBF33}" dt="2020-05-21T16:04:40.333" v="84" actId="2696"/>
        <pc:sldMkLst>
          <pc:docMk/>
          <pc:sldMk cId="167443583" sldId="2561"/>
        </pc:sldMkLst>
      </pc:sldChg>
      <pc:sldChg chg="del">
        <pc:chgData name="Wang, Wei" userId="627587dd-935f-4f2b-a6c6-edd4e0dcbff5" providerId="ADAL" clId="{5112F50D-F1C4-40CF-B9C9-5ADF95FBBF33}" dt="2020-05-21T16:04:40.578" v="92" actId="2696"/>
        <pc:sldMkLst>
          <pc:docMk/>
          <pc:sldMk cId="881083979" sldId="2564"/>
        </pc:sldMkLst>
      </pc:sldChg>
      <pc:sldChg chg="del">
        <pc:chgData name="Wang, Wei" userId="627587dd-935f-4f2b-a6c6-edd4e0dcbff5" providerId="ADAL" clId="{5112F50D-F1C4-40CF-B9C9-5ADF95FBBF33}" dt="2020-05-21T16:04:39.847" v="45" actId="2696"/>
        <pc:sldMkLst>
          <pc:docMk/>
          <pc:sldMk cId="3797758620" sldId="2574"/>
        </pc:sldMkLst>
      </pc:sldChg>
      <pc:sldChg chg="del">
        <pc:chgData name="Wang, Wei" userId="627587dd-935f-4f2b-a6c6-edd4e0dcbff5" providerId="ADAL" clId="{5112F50D-F1C4-40CF-B9C9-5ADF95FBBF33}" dt="2020-05-21T16:04:41.329" v="123" actId="2696"/>
        <pc:sldMkLst>
          <pc:docMk/>
          <pc:sldMk cId="391170887" sldId="2638"/>
        </pc:sldMkLst>
      </pc:sldChg>
      <pc:sldChg chg="del">
        <pc:chgData name="Wang, Wei" userId="627587dd-935f-4f2b-a6c6-edd4e0dcbff5" providerId="ADAL" clId="{5112F50D-F1C4-40CF-B9C9-5ADF95FBBF33}" dt="2020-05-21T16:04:38.829" v="15" actId="2696"/>
        <pc:sldMkLst>
          <pc:docMk/>
          <pc:sldMk cId="1416977938" sldId="3032"/>
        </pc:sldMkLst>
      </pc:sldChg>
      <pc:sldChg chg="del">
        <pc:chgData name="Wang, Wei" userId="627587dd-935f-4f2b-a6c6-edd4e0dcbff5" providerId="ADAL" clId="{5112F50D-F1C4-40CF-B9C9-5ADF95FBBF33}" dt="2020-05-21T16:04:38.805" v="14" actId="2696"/>
        <pc:sldMkLst>
          <pc:docMk/>
          <pc:sldMk cId="4269338773" sldId="3034"/>
        </pc:sldMkLst>
      </pc:sldChg>
      <pc:sldChg chg="del">
        <pc:chgData name="Wang, Wei" userId="627587dd-935f-4f2b-a6c6-edd4e0dcbff5" providerId="ADAL" clId="{5112F50D-F1C4-40CF-B9C9-5ADF95FBBF33}" dt="2020-05-21T16:04:38.535" v="7" actId="2696"/>
        <pc:sldMkLst>
          <pc:docMk/>
          <pc:sldMk cId="885568083" sldId="3044"/>
        </pc:sldMkLst>
      </pc:sldChg>
      <pc:sldChg chg="del">
        <pc:chgData name="Wang, Wei" userId="627587dd-935f-4f2b-a6c6-edd4e0dcbff5" providerId="ADAL" clId="{5112F50D-F1C4-40CF-B9C9-5ADF95FBBF33}" dt="2020-05-21T16:04:41.626" v="164" actId="2696"/>
        <pc:sldMkLst>
          <pc:docMk/>
          <pc:sldMk cId="2221406117" sldId="3051"/>
        </pc:sldMkLst>
      </pc:sldChg>
      <pc:sldChg chg="del">
        <pc:chgData name="Wang, Wei" userId="627587dd-935f-4f2b-a6c6-edd4e0dcbff5" providerId="ADAL" clId="{5112F50D-F1C4-40CF-B9C9-5ADF95FBBF33}" dt="2020-05-21T16:04:41.649" v="165" actId="2696"/>
        <pc:sldMkLst>
          <pc:docMk/>
          <pc:sldMk cId="3256214767" sldId="3052"/>
        </pc:sldMkLst>
      </pc:sldChg>
      <pc:sldChg chg="del">
        <pc:chgData name="Wang, Wei" userId="627587dd-935f-4f2b-a6c6-edd4e0dcbff5" providerId="ADAL" clId="{5112F50D-F1C4-40CF-B9C9-5ADF95FBBF33}" dt="2020-05-21T16:04:41.665" v="166" actId="2696"/>
        <pc:sldMkLst>
          <pc:docMk/>
          <pc:sldMk cId="2788603205" sldId="3053"/>
        </pc:sldMkLst>
      </pc:sldChg>
      <pc:sldChg chg="del">
        <pc:chgData name="Wang, Wei" userId="627587dd-935f-4f2b-a6c6-edd4e0dcbff5" providerId="ADAL" clId="{5112F50D-F1C4-40CF-B9C9-5ADF95FBBF33}" dt="2020-05-21T16:04:41.682" v="167" actId="2696"/>
        <pc:sldMkLst>
          <pc:docMk/>
          <pc:sldMk cId="487834608" sldId="3054"/>
        </pc:sldMkLst>
      </pc:sldChg>
      <pc:sldChg chg="del">
        <pc:chgData name="Wang, Wei" userId="627587dd-935f-4f2b-a6c6-edd4e0dcbff5" providerId="ADAL" clId="{5112F50D-F1C4-40CF-B9C9-5ADF95FBBF33}" dt="2020-05-21T16:04:39.501" v="34" actId="2696"/>
        <pc:sldMkLst>
          <pc:docMk/>
          <pc:sldMk cId="2156271036" sldId="3180"/>
        </pc:sldMkLst>
      </pc:sldChg>
      <pc:sldChg chg="del">
        <pc:chgData name="Wang, Wei" userId="627587dd-935f-4f2b-a6c6-edd4e0dcbff5" providerId="ADAL" clId="{5112F50D-F1C4-40CF-B9C9-5ADF95FBBF33}" dt="2020-05-21T16:04:38.458" v="6" actId="2696"/>
        <pc:sldMkLst>
          <pc:docMk/>
          <pc:sldMk cId="1347930657" sldId="3190"/>
        </pc:sldMkLst>
      </pc:sldChg>
      <pc:sldChg chg="del">
        <pc:chgData name="Wang, Wei" userId="627587dd-935f-4f2b-a6c6-edd4e0dcbff5" providerId="ADAL" clId="{5112F50D-F1C4-40CF-B9C9-5ADF95FBBF33}" dt="2020-05-21T16:04:38.616" v="8" actId="2696"/>
        <pc:sldMkLst>
          <pc:docMk/>
          <pc:sldMk cId="1761783579" sldId="3192"/>
        </pc:sldMkLst>
      </pc:sldChg>
      <pc:sldChg chg="del">
        <pc:chgData name="Wang, Wei" userId="627587dd-935f-4f2b-a6c6-edd4e0dcbff5" providerId="ADAL" clId="{5112F50D-F1C4-40CF-B9C9-5ADF95FBBF33}" dt="2020-05-21T16:04:38.639" v="9" actId="2696"/>
        <pc:sldMkLst>
          <pc:docMk/>
          <pc:sldMk cId="3842869934" sldId="3193"/>
        </pc:sldMkLst>
      </pc:sldChg>
      <pc:sldChg chg="del">
        <pc:chgData name="Wang, Wei" userId="627587dd-935f-4f2b-a6c6-edd4e0dcbff5" providerId="ADAL" clId="{5112F50D-F1C4-40CF-B9C9-5ADF95FBBF33}" dt="2020-05-21T16:04:38.229" v="0" actId="2696"/>
        <pc:sldMkLst>
          <pc:docMk/>
          <pc:sldMk cId="244349391" sldId="3262"/>
        </pc:sldMkLst>
      </pc:sldChg>
      <pc:sldChg chg="del">
        <pc:chgData name="Wang, Wei" userId="627587dd-935f-4f2b-a6c6-edd4e0dcbff5" providerId="ADAL" clId="{5112F50D-F1C4-40CF-B9C9-5ADF95FBBF33}" dt="2020-05-21T16:04:38.258" v="1" actId="2696"/>
        <pc:sldMkLst>
          <pc:docMk/>
          <pc:sldMk cId="1346862001" sldId="3263"/>
        </pc:sldMkLst>
      </pc:sldChg>
      <pc:sldChg chg="del">
        <pc:chgData name="Wang, Wei" userId="627587dd-935f-4f2b-a6c6-edd4e0dcbff5" providerId="ADAL" clId="{5112F50D-F1C4-40CF-B9C9-5ADF95FBBF33}" dt="2020-05-21T16:04:38.283" v="2" actId="2696"/>
        <pc:sldMkLst>
          <pc:docMk/>
          <pc:sldMk cId="1391415964" sldId="3264"/>
        </pc:sldMkLst>
      </pc:sldChg>
      <pc:sldChg chg="del">
        <pc:chgData name="Wang, Wei" userId="627587dd-935f-4f2b-a6c6-edd4e0dcbff5" providerId="ADAL" clId="{5112F50D-F1C4-40CF-B9C9-5ADF95FBBF33}" dt="2020-05-21T16:04:38.314" v="3" actId="2696"/>
        <pc:sldMkLst>
          <pc:docMk/>
          <pc:sldMk cId="2212679919" sldId="3265"/>
        </pc:sldMkLst>
      </pc:sldChg>
      <pc:sldChg chg="del">
        <pc:chgData name="Wang, Wei" userId="627587dd-935f-4f2b-a6c6-edd4e0dcbff5" providerId="ADAL" clId="{5112F50D-F1C4-40CF-B9C9-5ADF95FBBF33}" dt="2020-05-21T16:04:38.397" v="5" actId="2696"/>
        <pc:sldMkLst>
          <pc:docMk/>
          <pc:sldMk cId="126287035" sldId="3267"/>
        </pc:sldMkLst>
      </pc:sldChg>
      <pc:sldChg chg="del">
        <pc:chgData name="Wang, Wei" userId="627587dd-935f-4f2b-a6c6-edd4e0dcbff5" providerId="ADAL" clId="{5112F50D-F1C4-40CF-B9C9-5ADF95FBBF33}" dt="2020-05-21T16:04:38.671" v="10" actId="2696"/>
        <pc:sldMkLst>
          <pc:docMk/>
          <pc:sldMk cId="1679015854" sldId="3268"/>
        </pc:sldMkLst>
      </pc:sldChg>
      <pc:sldChg chg="del">
        <pc:chgData name="Wang, Wei" userId="627587dd-935f-4f2b-a6c6-edd4e0dcbff5" providerId="ADAL" clId="{5112F50D-F1C4-40CF-B9C9-5ADF95FBBF33}" dt="2020-05-21T16:04:38.705" v="11" actId="2696"/>
        <pc:sldMkLst>
          <pc:docMk/>
          <pc:sldMk cId="996068935" sldId="3269"/>
        </pc:sldMkLst>
      </pc:sldChg>
      <pc:sldChg chg="del">
        <pc:chgData name="Wang, Wei" userId="627587dd-935f-4f2b-a6c6-edd4e0dcbff5" providerId="ADAL" clId="{5112F50D-F1C4-40CF-B9C9-5ADF95FBBF33}" dt="2020-05-21T16:04:38.858" v="16" actId="2696"/>
        <pc:sldMkLst>
          <pc:docMk/>
          <pc:sldMk cId="742174932" sldId="3275"/>
        </pc:sldMkLst>
      </pc:sldChg>
      <pc:sldChg chg="del">
        <pc:chgData name="Wang, Wei" userId="627587dd-935f-4f2b-a6c6-edd4e0dcbff5" providerId="ADAL" clId="{5112F50D-F1C4-40CF-B9C9-5ADF95FBBF33}" dt="2020-05-21T16:04:38.885" v="17" actId="2696"/>
        <pc:sldMkLst>
          <pc:docMk/>
          <pc:sldMk cId="503339778" sldId="3276"/>
        </pc:sldMkLst>
      </pc:sldChg>
      <pc:sldChg chg="del">
        <pc:chgData name="Wang, Wei" userId="627587dd-935f-4f2b-a6c6-edd4e0dcbff5" providerId="ADAL" clId="{5112F50D-F1C4-40CF-B9C9-5ADF95FBBF33}" dt="2020-05-21T16:04:38.918" v="18" actId="2696"/>
        <pc:sldMkLst>
          <pc:docMk/>
          <pc:sldMk cId="3108903484" sldId="3277"/>
        </pc:sldMkLst>
      </pc:sldChg>
      <pc:sldChg chg="del">
        <pc:chgData name="Wang, Wei" userId="627587dd-935f-4f2b-a6c6-edd4e0dcbff5" providerId="ADAL" clId="{5112F50D-F1C4-40CF-B9C9-5ADF95FBBF33}" dt="2020-05-21T16:04:39.001" v="20" actId="2696"/>
        <pc:sldMkLst>
          <pc:docMk/>
          <pc:sldMk cId="1068174136" sldId="3279"/>
        </pc:sldMkLst>
      </pc:sldChg>
      <pc:sldChg chg="del">
        <pc:chgData name="Wang, Wei" userId="627587dd-935f-4f2b-a6c6-edd4e0dcbff5" providerId="ADAL" clId="{5112F50D-F1C4-40CF-B9C9-5ADF95FBBF33}" dt="2020-05-21T16:04:39.031" v="21" actId="2696"/>
        <pc:sldMkLst>
          <pc:docMk/>
          <pc:sldMk cId="1016294463" sldId="3280"/>
        </pc:sldMkLst>
      </pc:sldChg>
      <pc:sldChg chg="del">
        <pc:chgData name="Wang, Wei" userId="627587dd-935f-4f2b-a6c6-edd4e0dcbff5" providerId="ADAL" clId="{5112F50D-F1C4-40CF-B9C9-5ADF95FBBF33}" dt="2020-05-21T16:04:39.063" v="22" actId="2696"/>
        <pc:sldMkLst>
          <pc:docMk/>
          <pc:sldMk cId="2375318970" sldId="3281"/>
        </pc:sldMkLst>
      </pc:sldChg>
      <pc:sldChg chg="del">
        <pc:chgData name="Wang, Wei" userId="627587dd-935f-4f2b-a6c6-edd4e0dcbff5" providerId="ADAL" clId="{5112F50D-F1C4-40CF-B9C9-5ADF95FBBF33}" dt="2020-05-21T16:04:39.092" v="23" actId="2696"/>
        <pc:sldMkLst>
          <pc:docMk/>
          <pc:sldMk cId="3139898537" sldId="3282"/>
        </pc:sldMkLst>
      </pc:sldChg>
      <pc:sldChg chg="del">
        <pc:chgData name="Wang, Wei" userId="627587dd-935f-4f2b-a6c6-edd4e0dcbff5" providerId="ADAL" clId="{5112F50D-F1C4-40CF-B9C9-5ADF95FBBF33}" dt="2020-05-21T16:04:39.131" v="24" actId="2696"/>
        <pc:sldMkLst>
          <pc:docMk/>
          <pc:sldMk cId="3981214641" sldId="3284"/>
        </pc:sldMkLst>
      </pc:sldChg>
      <pc:sldChg chg="del">
        <pc:chgData name="Wang, Wei" userId="627587dd-935f-4f2b-a6c6-edd4e0dcbff5" providerId="ADAL" clId="{5112F50D-F1C4-40CF-B9C9-5ADF95FBBF33}" dt="2020-05-21T16:04:39.245" v="26" actId="2696"/>
        <pc:sldMkLst>
          <pc:docMk/>
          <pc:sldMk cId="3197551137" sldId="3287"/>
        </pc:sldMkLst>
      </pc:sldChg>
      <pc:sldChg chg="del">
        <pc:chgData name="Wang, Wei" userId="627587dd-935f-4f2b-a6c6-edd4e0dcbff5" providerId="ADAL" clId="{5112F50D-F1C4-40CF-B9C9-5ADF95FBBF33}" dt="2020-05-21T16:04:39.592" v="37" actId="2696"/>
        <pc:sldMkLst>
          <pc:docMk/>
          <pc:sldMk cId="3798856135" sldId="3288"/>
        </pc:sldMkLst>
      </pc:sldChg>
      <pc:sldChg chg="del">
        <pc:chgData name="Wang, Wei" userId="627587dd-935f-4f2b-a6c6-edd4e0dcbff5" providerId="ADAL" clId="{5112F50D-F1C4-40CF-B9C9-5ADF95FBBF33}" dt="2020-05-21T16:04:39.621" v="38" actId="2696"/>
        <pc:sldMkLst>
          <pc:docMk/>
          <pc:sldMk cId="19228181" sldId="3289"/>
        </pc:sldMkLst>
      </pc:sldChg>
      <pc:sldChg chg="del">
        <pc:chgData name="Wang, Wei" userId="627587dd-935f-4f2b-a6c6-edd4e0dcbff5" providerId="ADAL" clId="{5112F50D-F1C4-40CF-B9C9-5ADF95FBBF33}" dt="2020-05-21T16:04:39.386" v="30" actId="2696"/>
        <pc:sldMkLst>
          <pc:docMk/>
          <pc:sldMk cId="2303224268" sldId="3290"/>
        </pc:sldMkLst>
      </pc:sldChg>
      <pc:sldChg chg="del">
        <pc:chgData name="Wang, Wei" userId="627587dd-935f-4f2b-a6c6-edd4e0dcbff5" providerId="ADAL" clId="{5112F50D-F1C4-40CF-B9C9-5ADF95FBBF33}" dt="2020-05-21T16:04:39.665" v="39" actId="2696"/>
        <pc:sldMkLst>
          <pc:docMk/>
          <pc:sldMk cId="864121547" sldId="3291"/>
        </pc:sldMkLst>
      </pc:sldChg>
      <pc:sldChg chg="del">
        <pc:chgData name="Wang, Wei" userId="627587dd-935f-4f2b-a6c6-edd4e0dcbff5" providerId="ADAL" clId="{5112F50D-F1C4-40CF-B9C9-5ADF95FBBF33}" dt="2020-05-21T16:04:39.954" v="71" actId="2696"/>
        <pc:sldMkLst>
          <pc:docMk/>
          <pc:sldMk cId="2795661269" sldId="3292"/>
        </pc:sldMkLst>
      </pc:sldChg>
      <pc:sldChg chg="del">
        <pc:chgData name="Wang, Wei" userId="627587dd-935f-4f2b-a6c6-edd4e0dcbff5" providerId="ADAL" clId="{5112F50D-F1C4-40CF-B9C9-5ADF95FBBF33}" dt="2020-05-21T16:04:39.925" v="70" actId="2696"/>
        <pc:sldMkLst>
          <pc:docMk/>
          <pc:sldMk cId="1553453907" sldId="3293"/>
        </pc:sldMkLst>
      </pc:sldChg>
      <pc:sldChg chg="del">
        <pc:chgData name="Wang, Wei" userId="627587dd-935f-4f2b-a6c6-edd4e0dcbff5" providerId="ADAL" clId="{5112F50D-F1C4-40CF-B9C9-5ADF95FBBF33}" dt="2020-05-21T16:04:40.227" v="80" actId="2696"/>
        <pc:sldMkLst>
          <pc:docMk/>
          <pc:sldMk cId="929812060" sldId="3294"/>
        </pc:sldMkLst>
      </pc:sldChg>
      <pc:sldChg chg="del">
        <pc:chgData name="Wang, Wei" userId="627587dd-935f-4f2b-a6c6-edd4e0dcbff5" providerId="ADAL" clId="{5112F50D-F1C4-40CF-B9C9-5ADF95FBBF33}" dt="2020-05-21T16:04:39.983" v="72" actId="2696"/>
        <pc:sldMkLst>
          <pc:docMk/>
          <pc:sldMk cId="1479512413" sldId="3295"/>
        </pc:sldMkLst>
      </pc:sldChg>
      <pc:sldChg chg="del">
        <pc:chgData name="Wang, Wei" userId="627587dd-935f-4f2b-a6c6-edd4e0dcbff5" providerId="ADAL" clId="{5112F50D-F1C4-40CF-B9C9-5ADF95FBBF33}" dt="2020-05-21T16:04:40.014" v="73" actId="2696"/>
        <pc:sldMkLst>
          <pc:docMk/>
          <pc:sldMk cId="3954248733" sldId="3296"/>
        </pc:sldMkLst>
      </pc:sldChg>
      <pc:sldChg chg="del">
        <pc:chgData name="Wang, Wei" userId="627587dd-935f-4f2b-a6c6-edd4e0dcbff5" providerId="ADAL" clId="{5112F50D-F1C4-40CF-B9C9-5ADF95FBBF33}" dt="2020-05-21T16:04:40.041" v="74" actId="2696"/>
        <pc:sldMkLst>
          <pc:docMk/>
          <pc:sldMk cId="3156802134" sldId="3297"/>
        </pc:sldMkLst>
      </pc:sldChg>
      <pc:sldChg chg="del">
        <pc:chgData name="Wang, Wei" userId="627587dd-935f-4f2b-a6c6-edd4e0dcbff5" providerId="ADAL" clId="{5112F50D-F1C4-40CF-B9C9-5ADF95FBBF33}" dt="2020-05-21T16:04:40.069" v="75" actId="2696"/>
        <pc:sldMkLst>
          <pc:docMk/>
          <pc:sldMk cId="2403325956" sldId="3298"/>
        </pc:sldMkLst>
      </pc:sldChg>
      <pc:sldChg chg="del">
        <pc:chgData name="Wang, Wei" userId="627587dd-935f-4f2b-a6c6-edd4e0dcbff5" providerId="ADAL" clId="{5112F50D-F1C4-40CF-B9C9-5ADF95FBBF33}" dt="2020-05-21T16:04:40.094" v="76" actId="2696"/>
        <pc:sldMkLst>
          <pc:docMk/>
          <pc:sldMk cId="4278664167" sldId="3299"/>
        </pc:sldMkLst>
      </pc:sldChg>
      <pc:sldChg chg="del">
        <pc:chgData name="Wang, Wei" userId="627587dd-935f-4f2b-a6c6-edd4e0dcbff5" providerId="ADAL" clId="{5112F50D-F1C4-40CF-B9C9-5ADF95FBBF33}" dt="2020-05-21T16:04:40.412" v="86" actId="2696"/>
        <pc:sldMkLst>
          <pc:docMk/>
          <pc:sldMk cId="2813254392" sldId="3300"/>
        </pc:sldMkLst>
      </pc:sldChg>
      <pc:sldChg chg="del">
        <pc:chgData name="Wang, Wei" userId="627587dd-935f-4f2b-a6c6-edd4e0dcbff5" providerId="ADAL" clId="{5112F50D-F1C4-40CF-B9C9-5ADF95FBBF33}" dt="2020-05-21T16:04:40.437" v="87" actId="2696"/>
        <pc:sldMkLst>
          <pc:docMk/>
          <pc:sldMk cId="2168276619" sldId="3301"/>
        </pc:sldMkLst>
      </pc:sldChg>
      <pc:sldChg chg="del">
        <pc:chgData name="Wang, Wei" userId="627587dd-935f-4f2b-a6c6-edd4e0dcbff5" providerId="ADAL" clId="{5112F50D-F1C4-40CF-B9C9-5ADF95FBBF33}" dt="2020-05-21T16:04:40.477" v="88" actId="2696"/>
        <pc:sldMkLst>
          <pc:docMk/>
          <pc:sldMk cId="606603448" sldId="3302"/>
        </pc:sldMkLst>
      </pc:sldChg>
      <pc:sldChg chg="del">
        <pc:chgData name="Wang, Wei" userId="627587dd-935f-4f2b-a6c6-edd4e0dcbff5" providerId="ADAL" clId="{5112F50D-F1C4-40CF-B9C9-5ADF95FBBF33}" dt="2020-05-21T16:04:40.499" v="89" actId="2696"/>
        <pc:sldMkLst>
          <pc:docMk/>
          <pc:sldMk cId="83612990" sldId="3305"/>
        </pc:sldMkLst>
      </pc:sldChg>
      <pc:sldChg chg="del">
        <pc:chgData name="Wang, Wei" userId="627587dd-935f-4f2b-a6c6-edd4e0dcbff5" providerId="ADAL" clId="{5112F50D-F1C4-40CF-B9C9-5ADF95FBBF33}" dt="2020-05-21T16:04:40.521" v="90" actId="2696"/>
        <pc:sldMkLst>
          <pc:docMk/>
          <pc:sldMk cId="1312951834" sldId="3306"/>
        </pc:sldMkLst>
      </pc:sldChg>
      <pc:sldChg chg="del">
        <pc:chgData name="Wang, Wei" userId="627587dd-935f-4f2b-a6c6-edd4e0dcbff5" providerId="ADAL" clId="{5112F50D-F1C4-40CF-B9C9-5ADF95FBBF33}" dt="2020-05-21T16:04:40.255" v="81" actId="2696"/>
        <pc:sldMkLst>
          <pc:docMk/>
          <pc:sldMk cId="1996300682" sldId="3307"/>
        </pc:sldMkLst>
      </pc:sldChg>
      <pc:sldChg chg="del">
        <pc:chgData name="Wang, Wei" userId="627587dd-935f-4f2b-a6c6-edd4e0dcbff5" providerId="ADAL" clId="{5112F50D-F1C4-40CF-B9C9-5ADF95FBBF33}" dt="2020-05-21T16:04:40.282" v="82" actId="2696"/>
        <pc:sldMkLst>
          <pc:docMk/>
          <pc:sldMk cId="2269029745" sldId="3309"/>
        </pc:sldMkLst>
      </pc:sldChg>
      <pc:sldChg chg="del">
        <pc:chgData name="Wang, Wei" userId="627587dd-935f-4f2b-a6c6-edd4e0dcbff5" providerId="ADAL" clId="{5112F50D-F1C4-40CF-B9C9-5ADF95FBBF33}" dt="2020-05-21T16:04:40.312" v="83" actId="2696"/>
        <pc:sldMkLst>
          <pc:docMk/>
          <pc:sldMk cId="667677968" sldId="3310"/>
        </pc:sldMkLst>
      </pc:sldChg>
      <pc:sldChg chg="del">
        <pc:chgData name="Wang, Wei" userId="627587dd-935f-4f2b-a6c6-edd4e0dcbff5" providerId="ADAL" clId="{5112F50D-F1C4-40CF-B9C9-5ADF95FBBF33}" dt="2020-05-21T16:04:40.194" v="79" actId="2696"/>
        <pc:sldMkLst>
          <pc:docMk/>
          <pc:sldMk cId="1892545769" sldId="3311"/>
        </pc:sldMkLst>
      </pc:sldChg>
      <pc:sldChg chg="del">
        <pc:chgData name="Wang, Wei" userId="627587dd-935f-4f2b-a6c6-edd4e0dcbff5" providerId="ADAL" clId="{5112F50D-F1C4-40CF-B9C9-5ADF95FBBF33}" dt="2020-05-21T16:04:40.372" v="85" actId="2696"/>
        <pc:sldMkLst>
          <pc:docMk/>
          <pc:sldMk cId="2194838920" sldId="3312"/>
        </pc:sldMkLst>
      </pc:sldChg>
      <pc:sldChg chg="del">
        <pc:chgData name="Wang, Wei" userId="627587dd-935f-4f2b-a6c6-edd4e0dcbff5" providerId="ADAL" clId="{5112F50D-F1C4-40CF-B9C9-5ADF95FBBF33}" dt="2020-05-21T16:04:40.646" v="94" actId="2696"/>
        <pc:sldMkLst>
          <pc:docMk/>
          <pc:sldMk cId="215748073" sldId="3313"/>
        </pc:sldMkLst>
      </pc:sldChg>
      <pc:sldChg chg="del">
        <pc:chgData name="Wang, Wei" userId="627587dd-935f-4f2b-a6c6-edd4e0dcbff5" providerId="ADAL" clId="{5112F50D-F1C4-40CF-B9C9-5ADF95FBBF33}" dt="2020-05-21T16:04:40.679" v="95" actId="2696"/>
        <pc:sldMkLst>
          <pc:docMk/>
          <pc:sldMk cId="4262673835" sldId="3314"/>
        </pc:sldMkLst>
      </pc:sldChg>
      <pc:sldChg chg="del">
        <pc:chgData name="Wang, Wei" userId="627587dd-935f-4f2b-a6c6-edd4e0dcbff5" providerId="ADAL" clId="{5112F50D-F1C4-40CF-B9C9-5ADF95FBBF33}" dt="2020-05-21T16:04:40.702" v="96" actId="2696"/>
        <pc:sldMkLst>
          <pc:docMk/>
          <pc:sldMk cId="3335184793" sldId="3315"/>
        </pc:sldMkLst>
      </pc:sldChg>
      <pc:sldChg chg="del">
        <pc:chgData name="Wang, Wei" userId="627587dd-935f-4f2b-a6c6-edd4e0dcbff5" providerId="ADAL" clId="{5112F50D-F1C4-40CF-B9C9-5ADF95FBBF33}" dt="2020-05-21T16:04:40.768" v="99" actId="2696"/>
        <pc:sldMkLst>
          <pc:docMk/>
          <pc:sldMk cId="2416137483" sldId="3316"/>
        </pc:sldMkLst>
      </pc:sldChg>
      <pc:sldChg chg="del">
        <pc:chgData name="Wang, Wei" userId="627587dd-935f-4f2b-a6c6-edd4e0dcbff5" providerId="ADAL" clId="{5112F50D-F1C4-40CF-B9C9-5ADF95FBBF33}" dt="2020-05-21T16:04:41.004" v="108" actId="2696"/>
        <pc:sldMkLst>
          <pc:docMk/>
          <pc:sldMk cId="526447841" sldId="3317"/>
        </pc:sldMkLst>
      </pc:sldChg>
      <pc:sldChg chg="del">
        <pc:chgData name="Wang, Wei" userId="627587dd-935f-4f2b-a6c6-edd4e0dcbff5" providerId="ADAL" clId="{5112F50D-F1C4-40CF-B9C9-5ADF95FBBF33}" dt="2020-05-21T16:04:40.723" v="97" actId="2696"/>
        <pc:sldMkLst>
          <pc:docMk/>
          <pc:sldMk cId="2947608363" sldId="3318"/>
        </pc:sldMkLst>
      </pc:sldChg>
      <pc:sldChg chg="del">
        <pc:chgData name="Wang, Wei" userId="627587dd-935f-4f2b-a6c6-edd4e0dcbff5" providerId="ADAL" clId="{5112F50D-F1C4-40CF-B9C9-5ADF95FBBF33}" dt="2020-05-21T16:04:40.812" v="100" actId="2696"/>
        <pc:sldMkLst>
          <pc:docMk/>
          <pc:sldMk cId="2127992302" sldId="3319"/>
        </pc:sldMkLst>
      </pc:sldChg>
      <pc:sldChg chg="del">
        <pc:chgData name="Wang, Wei" userId="627587dd-935f-4f2b-a6c6-edd4e0dcbff5" providerId="ADAL" clId="{5112F50D-F1C4-40CF-B9C9-5ADF95FBBF33}" dt="2020-05-21T16:04:40.840" v="101" actId="2696"/>
        <pc:sldMkLst>
          <pc:docMk/>
          <pc:sldMk cId="2777060430" sldId="3320"/>
        </pc:sldMkLst>
      </pc:sldChg>
      <pc:sldChg chg="del">
        <pc:chgData name="Wang, Wei" userId="627587dd-935f-4f2b-a6c6-edd4e0dcbff5" providerId="ADAL" clId="{5112F50D-F1C4-40CF-B9C9-5ADF95FBBF33}" dt="2020-05-21T16:04:40.868" v="103" actId="2696"/>
        <pc:sldMkLst>
          <pc:docMk/>
          <pc:sldMk cId="1945554767" sldId="3321"/>
        </pc:sldMkLst>
      </pc:sldChg>
      <pc:sldChg chg="del">
        <pc:chgData name="Wang, Wei" userId="627587dd-935f-4f2b-a6c6-edd4e0dcbff5" providerId="ADAL" clId="{5112F50D-F1C4-40CF-B9C9-5ADF95FBBF33}" dt="2020-05-21T16:04:40.886" v="104" actId="2696"/>
        <pc:sldMkLst>
          <pc:docMk/>
          <pc:sldMk cId="2127991632" sldId="3322"/>
        </pc:sldMkLst>
      </pc:sldChg>
      <pc:sldChg chg="del">
        <pc:chgData name="Wang, Wei" userId="627587dd-935f-4f2b-a6c6-edd4e0dcbff5" providerId="ADAL" clId="{5112F50D-F1C4-40CF-B9C9-5ADF95FBBF33}" dt="2020-05-21T16:04:40.921" v="105" actId="2696"/>
        <pc:sldMkLst>
          <pc:docMk/>
          <pc:sldMk cId="4281611941" sldId="3323"/>
        </pc:sldMkLst>
      </pc:sldChg>
      <pc:sldChg chg="del">
        <pc:chgData name="Wang, Wei" userId="627587dd-935f-4f2b-a6c6-edd4e0dcbff5" providerId="ADAL" clId="{5112F50D-F1C4-40CF-B9C9-5ADF95FBBF33}" dt="2020-05-21T16:04:40.965" v="107" actId="2696"/>
        <pc:sldMkLst>
          <pc:docMk/>
          <pc:sldMk cId="3390179843" sldId="3326"/>
        </pc:sldMkLst>
      </pc:sldChg>
      <pc:sldChg chg="del">
        <pc:chgData name="Wang, Wei" userId="627587dd-935f-4f2b-a6c6-edd4e0dcbff5" providerId="ADAL" clId="{5112F50D-F1C4-40CF-B9C9-5ADF95FBBF33}" dt="2020-05-21T16:04:40.945" v="106" actId="2696"/>
        <pc:sldMkLst>
          <pc:docMk/>
          <pc:sldMk cId="3124520466" sldId="3327"/>
        </pc:sldMkLst>
      </pc:sldChg>
      <pc:sldChg chg="del">
        <pc:chgData name="Wang, Wei" userId="627587dd-935f-4f2b-a6c6-edd4e0dcbff5" providerId="ADAL" clId="{5112F50D-F1C4-40CF-B9C9-5ADF95FBBF33}" dt="2020-05-21T16:04:41.050" v="110" actId="2696"/>
        <pc:sldMkLst>
          <pc:docMk/>
          <pc:sldMk cId="3477645088" sldId="3328"/>
        </pc:sldMkLst>
      </pc:sldChg>
      <pc:sldChg chg="del">
        <pc:chgData name="Wang, Wei" userId="627587dd-935f-4f2b-a6c6-edd4e0dcbff5" providerId="ADAL" clId="{5112F50D-F1C4-40CF-B9C9-5ADF95FBBF33}" dt="2020-05-21T16:04:41.071" v="111" actId="2696"/>
        <pc:sldMkLst>
          <pc:docMk/>
          <pc:sldMk cId="1662053451" sldId="3329"/>
        </pc:sldMkLst>
      </pc:sldChg>
      <pc:sldChg chg="del">
        <pc:chgData name="Wang, Wei" userId="627587dd-935f-4f2b-a6c6-edd4e0dcbff5" providerId="ADAL" clId="{5112F50D-F1C4-40CF-B9C9-5ADF95FBBF33}" dt="2020-05-21T16:04:41.136" v="114" actId="2696"/>
        <pc:sldMkLst>
          <pc:docMk/>
          <pc:sldMk cId="346396587" sldId="3330"/>
        </pc:sldMkLst>
      </pc:sldChg>
      <pc:sldChg chg="del">
        <pc:chgData name="Wang, Wei" userId="627587dd-935f-4f2b-a6c6-edd4e0dcbff5" providerId="ADAL" clId="{5112F50D-F1C4-40CF-B9C9-5ADF95FBBF33}" dt="2020-05-21T16:04:41.181" v="116" actId="2696"/>
        <pc:sldMkLst>
          <pc:docMk/>
          <pc:sldMk cId="1291678737" sldId="3331"/>
        </pc:sldMkLst>
      </pc:sldChg>
      <pc:sldChg chg="del">
        <pc:chgData name="Wang, Wei" userId="627587dd-935f-4f2b-a6c6-edd4e0dcbff5" providerId="ADAL" clId="{5112F50D-F1C4-40CF-B9C9-5ADF95FBBF33}" dt="2020-05-21T16:04:41.229" v="118" actId="2696"/>
        <pc:sldMkLst>
          <pc:docMk/>
          <pc:sldMk cId="3148421959" sldId="3332"/>
        </pc:sldMkLst>
      </pc:sldChg>
      <pc:sldChg chg="del">
        <pc:chgData name="Wang, Wei" userId="627587dd-935f-4f2b-a6c6-edd4e0dcbff5" providerId="ADAL" clId="{5112F50D-F1C4-40CF-B9C9-5ADF95FBBF33}" dt="2020-05-21T16:04:41.028" v="109" actId="2696"/>
        <pc:sldMkLst>
          <pc:docMk/>
          <pc:sldMk cId="3111119971" sldId="3334"/>
        </pc:sldMkLst>
      </pc:sldChg>
      <pc:sldChg chg="del">
        <pc:chgData name="Wang, Wei" userId="627587dd-935f-4f2b-a6c6-edd4e0dcbff5" providerId="ADAL" clId="{5112F50D-F1C4-40CF-B9C9-5ADF95FBBF33}" dt="2020-05-21T16:04:41.095" v="112" actId="2696"/>
        <pc:sldMkLst>
          <pc:docMk/>
          <pc:sldMk cId="380740504" sldId="3335"/>
        </pc:sldMkLst>
      </pc:sldChg>
      <pc:sldChg chg="del">
        <pc:chgData name="Wang, Wei" userId="627587dd-935f-4f2b-a6c6-edd4e0dcbff5" providerId="ADAL" clId="{5112F50D-F1C4-40CF-B9C9-5ADF95FBBF33}" dt="2020-05-21T16:04:41.277" v="120" actId="2696"/>
        <pc:sldMkLst>
          <pc:docMk/>
          <pc:sldMk cId="4214234733" sldId="3337"/>
        </pc:sldMkLst>
      </pc:sldChg>
      <pc:sldChg chg="del">
        <pc:chgData name="Wang, Wei" userId="627587dd-935f-4f2b-a6c6-edd4e0dcbff5" providerId="ADAL" clId="{5112F50D-F1C4-40CF-B9C9-5ADF95FBBF33}" dt="2020-05-21T16:04:41.320" v="122" actId="2696"/>
        <pc:sldMkLst>
          <pc:docMk/>
          <pc:sldMk cId="3949925884" sldId="3338"/>
        </pc:sldMkLst>
      </pc:sldChg>
      <pc:sldChg chg="del">
        <pc:chgData name="Wang, Wei" userId="627587dd-935f-4f2b-a6c6-edd4e0dcbff5" providerId="ADAL" clId="{5112F50D-F1C4-40CF-B9C9-5ADF95FBBF33}" dt="2020-05-21T16:04:41.299" v="121" actId="2696"/>
        <pc:sldMkLst>
          <pc:docMk/>
          <pc:sldMk cId="4188551729" sldId="3339"/>
        </pc:sldMkLst>
      </pc:sldChg>
      <pc:sldChg chg="del">
        <pc:chgData name="Wang, Wei" userId="627587dd-935f-4f2b-a6c6-edd4e0dcbff5" providerId="ADAL" clId="{5112F50D-F1C4-40CF-B9C9-5ADF95FBBF33}" dt="2020-05-21T16:04:41.117" v="113" actId="2696"/>
        <pc:sldMkLst>
          <pc:docMk/>
          <pc:sldMk cId="3603535866" sldId="3340"/>
        </pc:sldMkLst>
      </pc:sldChg>
      <pc:sldChg chg="del">
        <pc:chgData name="Wang, Wei" userId="627587dd-935f-4f2b-a6c6-edd4e0dcbff5" providerId="ADAL" clId="{5112F50D-F1C4-40CF-B9C9-5ADF95FBBF33}" dt="2020-05-21T16:04:41.162" v="115" actId="2696"/>
        <pc:sldMkLst>
          <pc:docMk/>
          <pc:sldMk cId="3144107531" sldId="3341"/>
        </pc:sldMkLst>
      </pc:sldChg>
      <pc:sldChg chg="del">
        <pc:chgData name="Wang, Wei" userId="627587dd-935f-4f2b-a6c6-edd4e0dcbff5" providerId="ADAL" clId="{5112F50D-F1C4-40CF-B9C9-5ADF95FBBF33}" dt="2020-05-21T16:04:41.203" v="117" actId="2696"/>
        <pc:sldMkLst>
          <pc:docMk/>
          <pc:sldMk cId="2740622052" sldId="3342"/>
        </pc:sldMkLst>
      </pc:sldChg>
      <pc:sldChg chg="del">
        <pc:chgData name="Wang, Wei" userId="627587dd-935f-4f2b-a6c6-edd4e0dcbff5" providerId="ADAL" clId="{5112F50D-F1C4-40CF-B9C9-5ADF95FBBF33}" dt="2020-05-21T16:04:38.349" v="4" actId="2696"/>
        <pc:sldMkLst>
          <pc:docMk/>
          <pc:sldMk cId="2383908075" sldId="3356"/>
        </pc:sldMkLst>
      </pc:sldChg>
      <pc:sldChg chg="del">
        <pc:chgData name="Wang, Wei" userId="627587dd-935f-4f2b-a6c6-edd4e0dcbff5" providerId="ADAL" clId="{5112F50D-F1C4-40CF-B9C9-5ADF95FBBF33}" dt="2020-05-21T16:04:38.968" v="19" actId="2696"/>
        <pc:sldMkLst>
          <pc:docMk/>
          <pc:sldMk cId="1258555308" sldId="3357"/>
        </pc:sldMkLst>
      </pc:sldChg>
      <pc:sldChg chg="del">
        <pc:chgData name="Wang, Wei" userId="627587dd-935f-4f2b-a6c6-edd4e0dcbff5" providerId="ADAL" clId="{5112F50D-F1C4-40CF-B9C9-5ADF95FBBF33}" dt="2020-05-21T16:04:39.196" v="25" actId="2696"/>
        <pc:sldMkLst>
          <pc:docMk/>
          <pc:sldMk cId="981708690" sldId="3358"/>
        </pc:sldMkLst>
      </pc:sldChg>
      <pc:sldChg chg="del">
        <pc:chgData name="Wang, Wei" userId="627587dd-935f-4f2b-a6c6-edd4e0dcbff5" providerId="ADAL" clId="{5112F50D-F1C4-40CF-B9C9-5ADF95FBBF33}" dt="2020-05-21T16:04:39.803" v="44" actId="2696"/>
        <pc:sldMkLst>
          <pc:docMk/>
          <pc:sldMk cId="644571749" sldId="3359"/>
        </pc:sldMkLst>
      </pc:sldChg>
      <pc:sldChg chg="del">
        <pc:chgData name="Wang, Wei" userId="627587dd-935f-4f2b-a6c6-edd4e0dcbff5" providerId="ADAL" clId="{5112F50D-F1C4-40CF-B9C9-5ADF95FBBF33}" dt="2020-05-21T16:04:41.355" v="126" actId="2696"/>
        <pc:sldMkLst>
          <pc:docMk/>
          <pc:sldMk cId="1224844810" sldId="3379"/>
        </pc:sldMkLst>
      </pc:sldChg>
      <pc:sldChg chg="del">
        <pc:chgData name="Wang, Wei" userId="627587dd-935f-4f2b-a6c6-edd4e0dcbff5" providerId="ADAL" clId="{5112F50D-F1C4-40CF-B9C9-5ADF95FBBF33}" dt="2020-05-21T16:04:41.553" v="135" actId="2696"/>
        <pc:sldMkLst>
          <pc:docMk/>
          <pc:sldMk cId="1670647803" sldId="3380"/>
        </pc:sldMkLst>
      </pc:sldChg>
      <pc:sldChg chg="del">
        <pc:chgData name="Wang, Wei" userId="627587dd-935f-4f2b-a6c6-edd4e0dcbff5" providerId="ADAL" clId="{5112F50D-F1C4-40CF-B9C9-5ADF95FBBF33}" dt="2020-05-21T16:04:41.381" v="127" actId="2696"/>
        <pc:sldMkLst>
          <pc:docMk/>
          <pc:sldMk cId="1014139772" sldId="3381"/>
        </pc:sldMkLst>
      </pc:sldChg>
      <pc:sldChg chg="del">
        <pc:chgData name="Wang, Wei" userId="627587dd-935f-4f2b-a6c6-edd4e0dcbff5" providerId="ADAL" clId="{5112F50D-F1C4-40CF-B9C9-5ADF95FBBF33}" dt="2020-05-21T16:04:41.695" v="168" actId="2696"/>
        <pc:sldMkLst>
          <pc:docMk/>
          <pc:sldMk cId="3166199077" sldId="3382"/>
        </pc:sldMkLst>
      </pc:sldChg>
      <pc:sldChg chg="del">
        <pc:chgData name="Wang, Wei" userId="627587dd-935f-4f2b-a6c6-edd4e0dcbff5" providerId="ADAL" clId="{5112F50D-F1C4-40CF-B9C9-5ADF95FBBF33}" dt="2020-05-21T16:04:41.712" v="169" actId="2696"/>
        <pc:sldMkLst>
          <pc:docMk/>
          <pc:sldMk cId="1004978973" sldId="3383"/>
        </pc:sldMkLst>
      </pc:sldChg>
      <pc:sldChg chg="del">
        <pc:chgData name="Wang, Wei" userId="627587dd-935f-4f2b-a6c6-edd4e0dcbff5" providerId="ADAL" clId="{5112F50D-F1C4-40CF-B9C9-5ADF95FBBF33}" dt="2020-05-21T16:04:41.249" v="119" actId="2696"/>
        <pc:sldMkLst>
          <pc:docMk/>
          <pc:sldMk cId="2567629624" sldId="3394"/>
        </pc:sldMkLst>
      </pc:sldChg>
      <pc:sldChg chg="del">
        <pc:chgData name="Wang, Wei" userId="627587dd-935f-4f2b-a6c6-edd4e0dcbff5" providerId="ADAL" clId="{5112F50D-F1C4-40CF-B9C9-5ADF95FBBF33}" dt="2020-05-21T16:04:39.531" v="35" actId="2696"/>
        <pc:sldMkLst>
          <pc:docMk/>
          <pc:sldMk cId="947442939" sldId="3395"/>
        </pc:sldMkLst>
      </pc:sldChg>
      <pc:sldChg chg="del">
        <pc:chgData name="Wang, Wei" userId="627587dd-935f-4f2b-a6c6-edd4e0dcbff5" providerId="ADAL" clId="{5112F50D-F1C4-40CF-B9C9-5ADF95FBBF33}" dt="2020-05-21T16:04:39.318" v="28" actId="2696"/>
        <pc:sldMkLst>
          <pc:docMk/>
          <pc:sldMk cId="3504699625" sldId="3396"/>
        </pc:sldMkLst>
      </pc:sldChg>
      <pc:sldChg chg="del">
        <pc:chgData name="Wang, Wei" userId="627587dd-935f-4f2b-a6c6-edd4e0dcbff5" providerId="ADAL" clId="{5112F50D-F1C4-40CF-B9C9-5ADF95FBBF33}" dt="2020-05-21T16:04:39.448" v="32" actId="2696"/>
        <pc:sldMkLst>
          <pc:docMk/>
          <pc:sldMk cId="328478141" sldId="3397"/>
        </pc:sldMkLst>
      </pc:sldChg>
      <pc:sldChg chg="del">
        <pc:chgData name="Wang, Wei" userId="627587dd-935f-4f2b-a6c6-edd4e0dcbff5" providerId="ADAL" clId="{5112F50D-F1C4-40CF-B9C9-5ADF95FBBF33}" dt="2020-05-21T16:04:39.690" v="40" actId="2696"/>
        <pc:sldMkLst>
          <pc:docMk/>
          <pc:sldMk cId="1157161006" sldId="3398"/>
        </pc:sldMkLst>
      </pc:sldChg>
      <pc:sldChg chg="del">
        <pc:chgData name="Wang, Wei" userId="627587dd-935f-4f2b-a6c6-edd4e0dcbff5" providerId="ADAL" clId="{5112F50D-F1C4-40CF-B9C9-5ADF95FBBF33}" dt="2020-05-21T16:04:39.480" v="33" actId="2696"/>
        <pc:sldMkLst>
          <pc:docMk/>
          <pc:sldMk cId="2824584400" sldId="3399"/>
        </pc:sldMkLst>
      </pc:sldChg>
      <pc:sldChg chg="del">
        <pc:chgData name="Wang, Wei" userId="627587dd-935f-4f2b-a6c6-edd4e0dcbff5" providerId="ADAL" clId="{5112F50D-F1C4-40CF-B9C9-5ADF95FBBF33}" dt="2020-05-21T16:04:39.717" v="41" actId="2696"/>
        <pc:sldMkLst>
          <pc:docMk/>
          <pc:sldMk cId="3420566958" sldId="3400"/>
        </pc:sldMkLst>
      </pc:sldChg>
      <pc:sldChg chg="del">
        <pc:chgData name="Wang, Wei" userId="627587dd-935f-4f2b-a6c6-edd4e0dcbff5" providerId="ADAL" clId="{5112F50D-F1C4-40CF-B9C9-5ADF95FBBF33}" dt="2020-05-21T16:04:39.744" v="42" actId="2696"/>
        <pc:sldMkLst>
          <pc:docMk/>
          <pc:sldMk cId="4176833171" sldId="3401"/>
        </pc:sldMkLst>
      </pc:sldChg>
      <pc:sldChg chg="del">
        <pc:chgData name="Wang, Wei" userId="627587dd-935f-4f2b-a6c6-edd4e0dcbff5" providerId="ADAL" clId="{5112F50D-F1C4-40CF-B9C9-5ADF95FBBF33}" dt="2020-05-21T16:04:40.148" v="78" actId="2696"/>
        <pc:sldMkLst>
          <pc:docMk/>
          <pc:sldMk cId="2707993506" sldId="3402"/>
        </pc:sldMkLst>
      </pc:sldChg>
      <pc:sldChg chg="del">
        <pc:chgData name="Wang, Wei" userId="627587dd-935f-4f2b-a6c6-edd4e0dcbff5" providerId="ADAL" clId="{5112F50D-F1C4-40CF-B9C9-5ADF95FBBF33}" dt="2020-05-21T16:04:40.601" v="93" actId="2696"/>
        <pc:sldMkLst>
          <pc:docMk/>
          <pc:sldMk cId="3615517084" sldId="3403"/>
        </pc:sldMkLst>
      </pc:sldChg>
      <pc:sldMasterChg chg="del delSldLayout">
        <pc:chgData name="Wang, Wei" userId="627587dd-935f-4f2b-a6c6-edd4e0dcbff5" providerId="ADAL" clId="{5112F50D-F1C4-40CF-B9C9-5ADF95FBBF33}" dt="2020-05-21T16:04:39.888" v="69" actId="2696"/>
        <pc:sldMasterMkLst>
          <pc:docMk/>
          <pc:sldMasterMk cId="1583574900" sldId="2147483648"/>
        </pc:sldMasterMkLst>
        <pc:sldLayoutChg chg="del">
          <pc:chgData name="Wang, Wei" userId="627587dd-935f-4f2b-a6c6-edd4e0dcbff5" providerId="ADAL" clId="{5112F50D-F1C4-40CF-B9C9-5ADF95FBBF33}" dt="2020-05-21T16:04:39.856" v="51" actId="2696"/>
          <pc:sldLayoutMkLst>
            <pc:docMk/>
            <pc:sldMasterMk cId="1583574900" sldId="2147483648"/>
            <pc:sldLayoutMk cId="1650472377" sldId="2147483650"/>
          </pc:sldLayoutMkLst>
        </pc:sldLayoutChg>
        <pc:sldLayoutChg chg="del">
          <pc:chgData name="Wang, Wei" userId="627587dd-935f-4f2b-a6c6-edd4e0dcbff5" providerId="ADAL" clId="{5112F50D-F1C4-40CF-B9C9-5ADF95FBBF33}" dt="2020-05-21T16:04:39.861" v="53" actId="2696"/>
          <pc:sldLayoutMkLst>
            <pc:docMk/>
            <pc:sldMasterMk cId="1583574900" sldId="2147483648"/>
            <pc:sldLayoutMk cId="1636589590" sldId="2147483654"/>
          </pc:sldLayoutMkLst>
        </pc:sldLayoutChg>
        <pc:sldLayoutChg chg="del">
          <pc:chgData name="Wang, Wei" userId="627587dd-935f-4f2b-a6c6-edd4e0dcbff5" providerId="ADAL" clId="{5112F50D-F1C4-40CF-B9C9-5ADF95FBBF33}" dt="2020-05-21T16:04:39.873" v="61" actId="2696"/>
          <pc:sldLayoutMkLst>
            <pc:docMk/>
            <pc:sldMasterMk cId="1583574900" sldId="2147483648"/>
            <pc:sldLayoutMk cId="2202305574" sldId="2147483655"/>
          </pc:sldLayoutMkLst>
        </pc:sldLayoutChg>
        <pc:sldLayoutChg chg="del">
          <pc:chgData name="Wang, Wei" userId="627587dd-935f-4f2b-a6c6-edd4e0dcbff5" providerId="ADAL" clId="{5112F50D-F1C4-40CF-B9C9-5ADF95FBBF33}" dt="2020-05-21T16:04:39.860" v="52" actId="2696"/>
          <pc:sldLayoutMkLst>
            <pc:docMk/>
            <pc:sldMasterMk cId="1583574900" sldId="2147483648"/>
            <pc:sldLayoutMk cId="1882155853" sldId="2147483657"/>
          </pc:sldLayoutMkLst>
        </pc:sldLayoutChg>
        <pc:sldLayoutChg chg="del">
          <pc:chgData name="Wang, Wei" userId="627587dd-935f-4f2b-a6c6-edd4e0dcbff5" providerId="ADAL" clId="{5112F50D-F1C4-40CF-B9C9-5ADF95FBBF33}" dt="2020-05-21T16:04:39.865" v="55" actId="2696"/>
          <pc:sldLayoutMkLst>
            <pc:docMk/>
            <pc:sldMasterMk cId="1583574900" sldId="2147483648"/>
            <pc:sldLayoutMk cId="1265934994" sldId="2147483664"/>
          </pc:sldLayoutMkLst>
        </pc:sldLayoutChg>
        <pc:sldLayoutChg chg="del">
          <pc:chgData name="Wang, Wei" userId="627587dd-935f-4f2b-a6c6-edd4e0dcbff5" providerId="ADAL" clId="{5112F50D-F1C4-40CF-B9C9-5ADF95FBBF33}" dt="2020-05-21T16:04:39.853" v="49" actId="2696"/>
          <pc:sldLayoutMkLst>
            <pc:docMk/>
            <pc:sldMasterMk cId="1583574900" sldId="2147483648"/>
            <pc:sldLayoutMk cId="3792690241" sldId="2147483668"/>
          </pc:sldLayoutMkLst>
        </pc:sldLayoutChg>
        <pc:sldLayoutChg chg="del">
          <pc:chgData name="Wang, Wei" userId="627587dd-935f-4f2b-a6c6-edd4e0dcbff5" providerId="ADAL" clId="{5112F50D-F1C4-40CF-B9C9-5ADF95FBBF33}" dt="2020-05-21T16:04:39.863" v="54" actId="2696"/>
          <pc:sldLayoutMkLst>
            <pc:docMk/>
            <pc:sldMasterMk cId="1583574900" sldId="2147483648"/>
            <pc:sldLayoutMk cId="1239496803" sldId="2147483679"/>
          </pc:sldLayoutMkLst>
        </pc:sldLayoutChg>
        <pc:sldLayoutChg chg="del">
          <pc:chgData name="Wang, Wei" userId="627587dd-935f-4f2b-a6c6-edd4e0dcbff5" providerId="ADAL" clId="{5112F50D-F1C4-40CF-B9C9-5ADF95FBBF33}" dt="2020-05-21T16:04:39.882" v="65" actId="2696"/>
          <pc:sldLayoutMkLst>
            <pc:docMk/>
            <pc:sldMasterMk cId="1583574900" sldId="2147483648"/>
            <pc:sldLayoutMk cId="1669711868" sldId="2147483684"/>
          </pc:sldLayoutMkLst>
        </pc:sldLayoutChg>
        <pc:sldLayoutChg chg="del">
          <pc:chgData name="Wang, Wei" userId="627587dd-935f-4f2b-a6c6-edd4e0dcbff5" providerId="ADAL" clId="{5112F50D-F1C4-40CF-B9C9-5ADF95FBBF33}" dt="2020-05-21T16:04:39.879" v="63" actId="2696"/>
          <pc:sldLayoutMkLst>
            <pc:docMk/>
            <pc:sldMasterMk cId="1583574900" sldId="2147483648"/>
            <pc:sldLayoutMk cId="0" sldId="2147483685"/>
          </pc:sldLayoutMkLst>
        </pc:sldLayoutChg>
        <pc:sldLayoutChg chg="del">
          <pc:chgData name="Wang, Wei" userId="627587dd-935f-4f2b-a6c6-edd4e0dcbff5" providerId="ADAL" clId="{5112F50D-F1C4-40CF-B9C9-5ADF95FBBF33}" dt="2020-05-21T16:04:39.866" v="56" actId="2696"/>
          <pc:sldLayoutMkLst>
            <pc:docMk/>
            <pc:sldMasterMk cId="1583574900" sldId="2147483648"/>
            <pc:sldLayoutMk cId="673999311" sldId="2147483688"/>
          </pc:sldLayoutMkLst>
        </pc:sldLayoutChg>
        <pc:sldLayoutChg chg="del">
          <pc:chgData name="Wang, Wei" userId="627587dd-935f-4f2b-a6c6-edd4e0dcbff5" providerId="ADAL" clId="{5112F50D-F1C4-40CF-B9C9-5ADF95FBBF33}" dt="2020-05-21T16:04:39.881" v="64" actId="2696"/>
          <pc:sldLayoutMkLst>
            <pc:docMk/>
            <pc:sldMasterMk cId="1583574900" sldId="2147483648"/>
            <pc:sldLayoutMk cId="0" sldId="2147483691"/>
          </pc:sldLayoutMkLst>
        </pc:sldLayoutChg>
        <pc:sldLayoutChg chg="del">
          <pc:chgData name="Wang, Wei" userId="627587dd-935f-4f2b-a6c6-edd4e0dcbff5" providerId="ADAL" clId="{5112F50D-F1C4-40CF-B9C9-5ADF95FBBF33}" dt="2020-05-21T16:04:39.852" v="48" actId="2696"/>
          <pc:sldLayoutMkLst>
            <pc:docMk/>
            <pc:sldMasterMk cId="1583574900" sldId="2147483648"/>
            <pc:sldLayoutMk cId="0" sldId="2147483692"/>
          </pc:sldLayoutMkLst>
        </pc:sldLayoutChg>
        <pc:sldLayoutChg chg="del">
          <pc:chgData name="Wang, Wei" userId="627587dd-935f-4f2b-a6c6-edd4e0dcbff5" providerId="ADAL" clId="{5112F50D-F1C4-40CF-B9C9-5ADF95FBBF33}" dt="2020-05-21T16:04:39.877" v="62" actId="2696"/>
          <pc:sldLayoutMkLst>
            <pc:docMk/>
            <pc:sldMasterMk cId="1583574900" sldId="2147483648"/>
            <pc:sldLayoutMk cId="1283683246" sldId="2147483693"/>
          </pc:sldLayoutMkLst>
        </pc:sldLayoutChg>
        <pc:sldLayoutChg chg="del">
          <pc:chgData name="Wang, Wei" userId="627587dd-935f-4f2b-a6c6-edd4e0dcbff5" providerId="ADAL" clId="{5112F50D-F1C4-40CF-B9C9-5ADF95FBBF33}" dt="2020-05-21T16:04:39.855" v="50" actId="2696"/>
          <pc:sldLayoutMkLst>
            <pc:docMk/>
            <pc:sldMasterMk cId="1583574900" sldId="2147483648"/>
            <pc:sldLayoutMk cId="0" sldId="2147483695"/>
          </pc:sldLayoutMkLst>
        </pc:sldLayoutChg>
        <pc:sldLayoutChg chg="del">
          <pc:chgData name="Wang, Wei" userId="627587dd-935f-4f2b-a6c6-edd4e0dcbff5" providerId="ADAL" clId="{5112F50D-F1C4-40CF-B9C9-5ADF95FBBF33}" dt="2020-05-21T16:04:39.849" v="46" actId="2696"/>
          <pc:sldLayoutMkLst>
            <pc:docMk/>
            <pc:sldMasterMk cId="1583574900" sldId="2147483648"/>
            <pc:sldLayoutMk cId="0" sldId="2147483696"/>
          </pc:sldLayoutMkLst>
        </pc:sldLayoutChg>
        <pc:sldLayoutChg chg="del">
          <pc:chgData name="Wang, Wei" userId="627587dd-935f-4f2b-a6c6-edd4e0dcbff5" providerId="ADAL" clId="{5112F50D-F1C4-40CF-B9C9-5ADF95FBBF33}" dt="2020-05-21T16:04:39.870" v="59" actId="2696"/>
          <pc:sldLayoutMkLst>
            <pc:docMk/>
            <pc:sldMasterMk cId="1583574900" sldId="2147483648"/>
            <pc:sldLayoutMk cId="0" sldId="2147483698"/>
          </pc:sldLayoutMkLst>
        </pc:sldLayoutChg>
        <pc:sldLayoutChg chg="del">
          <pc:chgData name="Wang, Wei" userId="627587dd-935f-4f2b-a6c6-edd4e0dcbff5" providerId="ADAL" clId="{5112F50D-F1C4-40CF-B9C9-5ADF95FBBF33}" dt="2020-05-21T16:04:39.872" v="60" actId="2696"/>
          <pc:sldLayoutMkLst>
            <pc:docMk/>
            <pc:sldMasterMk cId="1583574900" sldId="2147483648"/>
            <pc:sldLayoutMk cId="0" sldId="2147483699"/>
          </pc:sldLayoutMkLst>
        </pc:sldLayoutChg>
        <pc:sldLayoutChg chg="del">
          <pc:chgData name="Wang, Wei" userId="627587dd-935f-4f2b-a6c6-edd4e0dcbff5" providerId="ADAL" clId="{5112F50D-F1C4-40CF-B9C9-5ADF95FBBF33}" dt="2020-05-21T16:04:39.867" v="57" actId="2696"/>
          <pc:sldLayoutMkLst>
            <pc:docMk/>
            <pc:sldMasterMk cId="1583574900" sldId="2147483648"/>
            <pc:sldLayoutMk cId="0" sldId="2147483700"/>
          </pc:sldLayoutMkLst>
        </pc:sldLayoutChg>
        <pc:sldLayoutChg chg="del">
          <pc:chgData name="Wang, Wei" userId="627587dd-935f-4f2b-a6c6-edd4e0dcbff5" providerId="ADAL" clId="{5112F50D-F1C4-40CF-B9C9-5ADF95FBBF33}" dt="2020-05-21T16:04:39.869" v="58" actId="2696"/>
          <pc:sldLayoutMkLst>
            <pc:docMk/>
            <pc:sldMasterMk cId="1583574900" sldId="2147483648"/>
            <pc:sldLayoutMk cId="0" sldId="2147483701"/>
          </pc:sldLayoutMkLst>
        </pc:sldLayoutChg>
        <pc:sldLayoutChg chg="del">
          <pc:chgData name="Wang, Wei" userId="627587dd-935f-4f2b-a6c6-edd4e0dcbff5" providerId="ADAL" clId="{5112F50D-F1C4-40CF-B9C9-5ADF95FBBF33}" dt="2020-05-21T16:04:39.883" v="66" actId="2696"/>
          <pc:sldLayoutMkLst>
            <pc:docMk/>
            <pc:sldMasterMk cId="1583574900" sldId="2147483648"/>
            <pc:sldLayoutMk cId="0" sldId="2147483717"/>
          </pc:sldLayoutMkLst>
        </pc:sldLayoutChg>
        <pc:sldLayoutChg chg="del">
          <pc:chgData name="Wang, Wei" userId="627587dd-935f-4f2b-a6c6-edd4e0dcbff5" providerId="ADAL" clId="{5112F50D-F1C4-40CF-B9C9-5ADF95FBBF33}" dt="2020-05-21T16:04:39.885" v="67" actId="2696"/>
          <pc:sldLayoutMkLst>
            <pc:docMk/>
            <pc:sldMasterMk cId="1583574900" sldId="2147483648"/>
            <pc:sldLayoutMk cId="1228748614" sldId="2147483817"/>
          </pc:sldLayoutMkLst>
        </pc:sldLayoutChg>
        <pc:sldLayoutChg chg="del">
          <pc:chgData name="Wang, Wei" userId="627587dd-935f-4f2b-a6c6-edd4e0dcbff5" providerId="ADAL" clId="{5112F50D-F1C4-40CF-B9C9-5ADF95FBBF33}" dt="2020-05-21T16:04:39.851" v="47" actId="2696"/>
          <pc:sldLayoutMkLst>
            <pc:docMk/>
            <pc:sldMasterMk cId="1583574900" sldId="2147483648"/>
            <pc:sldLayoutMk cId="4061941092" sldId="2147483818"/>
          </pc:sldLayoutMkLst>
        </pc:sldLayoutChg>
        <pc:sldLayoutChg chg="del">
          <pc:chgData name="Wang, Wei" userId="627587dd-935f-4f2b-a6c6-edd4e0dcbff5" providerId="ADAL" clId="{5112F50D-F1C4-40CF-B9C9-5ADF95FBBF33}" dt="2020-05-21T16:04:39.886" v="68" actId="2696"/>
          <pc:sldLayoutMkLst>
            <pc:docMk/>
            <pc:sldMasterMk cId="1583574900" sldId="2147483648"/>
            <pc:sldLayoutMk cId="280407589" sldId="2147483819"/>
          </pc:sldLayoutMkLst>
        </pc:sldLayoutChg>
      </pc:sldMasterChg>
      <pc:sldMasterChg chg="del delSldLayout">
        <pc:chgData name="Wang, Wei" userId="627587dd-935f-4f2b-a6c6-edd4e0dcbff5" providerId="ADAL" clId="{5112F50D-F1C4-40CF-B9C9-5ADF95FBBF33}" dt="2020-05-21T16:04:41.600" v="163" actId="2696"/>
        <pc:sldMasterMkLst>
          <pc:docMk/>
          <pc:sldMasterMk cId="3877396151" sldId="2147483849"/>
        </pc:sldMasterMkLst>
        <pc:sldLayoutChg chg="del">
          <pc:chgData name="Wang, Wei" userId="627587dd-935f-4f2b-a6c6-edd4e0dcbff5" providerId="ADAL" clId="{5112F50D-F1C4-40CF-B9C9-5ADF95FBBF33}" dt="2020-05-21T16:04:41.555" v="136" actId="2696"/>
          <pc:sldLayoutMkLst>
            <pc:docMk/>
            <pc:sldMasterMk cId="3877396151" sldId="2147483849"/>
            <pc:sldLayoutMk cId="2809059773" sldId="2147483850"/>
          </pc:sldLayoutMkLst>
        </pc:sldLayoutChg>
        <pc:sldLayoutChg chg="del">
          <pc:chgData name="Wang, Wei" userId="627587dd-935f-4f2b-a6c6-edd4e0dcbff5" providerId="ADAL" clId="{5112F50D-F1C4-40CF-B9C9-5ADF95FBBF33}" dt="2020-05-21T16:04:41.558" v="137" actId="2696"/>
          <pc:sldLayoutMkLst>
            <pc:docMk/>
            <pc:sldMasterMk cId="3877396151" sldId="2147483849"/>
            <pc:sldLayoutMk cId="4210182259" sldId="2147483851"/>
          </pc:sldLayoutMkLst>
        </pc:sldLayoutChg>
        <pc:sldLayoutChg chg="del">
          <pc:chgData name="Wang, Wei" userId="627587dd-935f-4f2b-a6c6-edd4e0dcbff5" providerId="ADAL" clId="{5112F50D-F1C4-40CF-B9C9-5ADF95FBBF33}" dt="2020-05-21T16:04:41.561" v="138" actId="2696"/>
          <pc:sldLayoutMkLst>
            <pc:docMk/>
            <pc:sldMasterMk cId="3877396151" sldId="2147483849"/>
            <pc:sldLayoutMk cId="3881125674" sldId="2147483852"/>
          </pc:sldLayoutMkLst>
        </pc:sldLayoutChg>
        <pc:sldLayoutChg chg="del">
          <pc:chgData name="Wang, Wei" userId="627587dd-935f-4f2b-a6c6-edd4e0dcbff5" providerId="ADAL" clId="{5112F50D-F1C4-40CF-B9C9-5ADF95FBBF33}" dt="2020-05-21T16:04:41.563" v="139" actId="2696"/>
          <pc:sldLayoutMkLst>
            <pc:docMk/>
            <pc:sldMasterMk cId="3877396151" sldId="2147483849"/>
            <pc:sldLayoutMk cId="214291803" sldId="2147483853"/>
          </pc:sldLayoutMkLst>
        </pc:sldLayoutChg>
        <pc:sldLayoutChg chg="del">
          <pc:chgData name="Wang, Wei" userId="627587dd-935f-4f2b-a6c6-edd4e0dcbff5" providerId="ADAL" clId="{5112F50D-F1C4-40CF-B9C9-5ADF95FBBF33}" dt="2020-05-21T16:04:41.564" v="140" actId="2696"/>
          <pc:sldLayoutMkLst>
            <pc:docMk/>
            <pc:sldMasterMk cId="3877396151" sldId="2147483849"/>
            <pc:sldLayoutMk cId="1474066911" sldId="2147483854"/>
          </pc:sldLayoutMkLst>
        </pc:sldLayoutChg>
        <pc:sldLayoutChg chg="del">
          <pc:chgData name="Wang, Wei" userId="627587dd-935f-4f2b-a6c6-edd4e0dcbff5" providerId="ADAL" clId="{5112F50D-F1C4-40CF-B9C9-5ADF95FBBF33}" dt="2020-05-21T16:04:41.566" v="141" actId="2696"/>
          <pc:sldLayoutMkLst>
            <pc:docMk/>
            <pc:sldMasterMk cId="3877396151" sldId="2147483849"/>
            <pc:sldLayoutMk cId="1847845935" sldId="2147483855"/>
          </pc:sldLayoutMkLst>
        </pc:sldLayoutChg>
        <pc:sldLayoutChg chg="del">
          <pc:chgData name="Wang, Wei" userId="627587dd-935f-4f2b-a6c6-edd4e0dcbff5" providerId="ADAL" clId="{5112F50D-F1C4-40CF-B9C9-5ADF95FBBF33}" dt="2020-05-21T16:04:41.567" v="142" actId="2696"/>
          <pc:sldLayoutMkLst>
            <pc:docMk/>
            <pc:sldMasterMk cId="3877396151" sldId="2147483849"/>
            <pc:sldLayoutMk cId="4057498967" sldId="2147483856"/>
          </pc:sldLayoutMkLst>
        </pc:sldLayoutChg>
        <pc:sldLayoutChg chg="del">
          <pc:chgData name="Wang, Wei" userId="627587dd-935f-4f2b-a6c6-edd4e0dcbff5" providerId="ADAL" clId="{5112F50D-F1C4-40CF-B9C9-5ADF95FBBF33}" dt="2020-05-21T16:04:41.568" v="143" actId="2696"/>
          <pc:sldLayoutMkLst>
            <pc:docMk/>
            <pc:sldMasterMk cId="3877396151" sldId="2147483849"/>
            <pc:sldLayoutMk cId="439931139" sldId="2147483857"/>
          </pc:sldLayoutMkLst>
        </pc:sldLayoutChg>
        <pc:sldLayoutChg chg="del">
          <pc:chgData name="Wang, Wei" userId="627587dd-935f-4f2b-a6c6-edd4e0dcbff5" providerId="ADAL" clId="{5112F50D-F1C4-40CF-B9C9-5ADF95FBBF33}" dt="2020-05-21T16:04:41.569" v="144" actId="2696"/>
          <pc:sldLayoutMkLst>
            <pc:docMk/>
            <pc:sldMasterMk cId="3877396151" sldId="2147483849"/>
            <pc:sldLayoutMk cId="740488066" sldId="2147483858"/>
          </pc:sldLayoutMkLst>
        </pc:sldLayoutChg>
        <pc:sldLayoutChg chg="del">
          <pc:chgData name="Wang, Wei" userId="627587dd-935f-4f2b-a6c6-edd4e0dcbff5" providerId="ADAL" clId="{5112F50D-F1C4-40CF-B9C9-5ADF95FBBF33}" dt="2020-05-21T16:04:41.570" v="145" actId="2696"/>
          <pc:sldLayoutMkLst>
            <pc:docMk/>
            <pc:sldMasterMk cId="3877396151" sldId="2147483849"/>
            <pc:sldLayoutMk cId="1760919890" sldId="2147483859"/>
          </pc:sldLayoutMkLst>
        </pc:sldLayoutChg>
        <pc:sldLayoutChg chg="del">
          <pc:chgData name="Wang, Wei" userId="627587dd-935f-4f2b-a6c6-edd4e0dcbff5" providerId="ADAL" clId="{5112F50D-F1C4-40CF-B9C9-5ADF95FBBF33}" dt="2020-05-21T16:04:41.572" v="146" actId="2696"/>
          <pc:sldLayoutMkLst>
            <pc:docMk/>
            <pc:sldMasterMk cId="3877396151" sldId="2147483849"/>
            <pc:sldLayoutMk cId="2694469045" sldId="2147483860"/>
          </pc:sldLayoutMkLst>
        </pc:sldLayoutChg>
        <pc:sldLayoutChg chg="del">
          <pc:chgData name="Wang, Wei" userId="627587dd-935f-4f2b-a6c6-edd4e0dcbff5" providerId="ADAL" clId="{5112F50D-F1C4-40CF-B9C9-5ADF95FBBF33}" dt="2020-05-21T16:04:41.576" v="147" actId="2696"/>
          <pc:sldLayoutMkLst>
            <pc:docMk/>
            <pc:sldMasterMk cId="3877396151" sldId="2147483849"/>
            <pc:sldLayoutMk cId="2180933198" sldId="2147483861"/>
          </pc:sldLayoutMkLst>
        </pc:sldLayoutChg>
        <pc:sldLayoutChg chg="del">
          <pc:chgData name="Wang, Wei" userId="627587dd-935f-4f2b-a6c6-edd4e0dcbff5" providerId="ADAL" clId="{5112F50D-F1C4-40CF-B9C9-5ADF95FBBF33}" dt="2020-05-21T16:04:41.577" v="148" actId="2696"/>
          <pc:sldLayoutMkLst>
            <pc:docMk/>
            <pc:sldMasterMk cId="3877396151" sldId="2147483849"/>
            <pc:sldLayoutMk cId="3841452663" sldId="2147483862"/>
          </pc:sldLayoutMkLst>
        </pc:sldLayoutChg>
        <pc:sldLayoutChg chg="del">
          <pc:chgData name="Wang, Wei" userId="627587dd-935f-4f2b-a6c6-edd4e0dcbff5" providerId="ADAL" clId="{5112F50D-F1C4-40CF-B9C9-5ADF95FBBF33}" dt="2020-05-21T16:04:41.579" v="149" actId="2696"/>
          <pc:sldLayoutMkLst>
            <pc:docMk/>
            <pc:sldMasterMk cId="3877396151" sldId="2147483849"/>
            <pc:sldLayoutMk cId="1875997094" sldId="2147483863"/>
          </pc:sldLayoutMkLst>
        </pc:sldLayoutChg>
        <pc:sldLayoutChg chg="del">
          <pc:chgData name="Wang, Wei" userId="627587dd-935f-4f2b-a6c6-edd4e0dcbff5" providerId="ADAL" clId="{5112F50D-F1C4-40CF-B9C9-5ADF95FBBF33}" dt="2020-05-21T16:04:41.580" v="150" actId="2696"/>
          <pc:sldLayoutMkLst>
            <pc:docMk/>
            <pc:sldMasterMk cId="3877396151" sldId="2147483849"/>
            <pc:sldLayoutMk cId="2610778980" sldId="2147483864"/>
          </pc:sldLayoutMkLst>
        </pc:sldLayoutChg>
        <pc:sldLayoutChg chg="del">
          <pc:chgData name="Wang, Wei" userId="627587dd-935f-4f2b-a6c6-edd4e0dcbff5" providerId="ADAL" clId="{5112F50D-F1C4-40CF-B9C9-5ADF95FBBF33}" dt="2020-05-21T16:04:41.581" v="151" actId="2696"/>
          <pc:sldLayoutMkLst>
            <pc:docMk/>
            <pc:sldMasterMk cId="3877396151" sldId="2147483849"/>
            <pc:sldLayoutMk cId="2535699597" sldId="2147483865"/>
          </pc:sldLayoutMkLst>
        </pc:sldLayoutChg>
        <pc:sldLayoutChg chg="del">
          <pc:chgData name="Wang, Wei" userId="627587dd-935f-4f2b-a6c6-edd4e0dcbff5" providerId="ADAL" clId="{5112F50D-F1C4-40CF-B9C9-5ADF95FBBF33}" dt="2020-05-21T16:04:41.582" v="152" actId="2696"/>
          <pc:sldLayoutMkLst>
            <pc:docMk/>
            <pc:sldMasterMk cId="3877396151" sldId="2147483849"/>
            <pc:sldLayoutMk cId="3601425507" sldId="2147483866"/>
          </pc:sldLayoutMkLst>
        </pc:sldLayoutChg>
        <pc:sldLayoutChg chg="del">
          <pc:chgData name="Wang, Wei" userId="627587dd-935f-4f2b-a6c6-edd4e0dcbff5" providerId="ADAL" clId="{5112F50D-F1C4-40CF-B9C9-5ADF95FBBF33}" dt="2020-05-21T16:04:41.584" v="153" actId="2696"/>
          <pc:sldLayoutMkLst>
            <pc:docMk/>
            <pc:sldMasterMk cId="3877396151" sldId="2147483849"/>
            <pc:sldLayoutMk cId="2609394409" sldId="2147483867"/>
          </pc:sldLayoutMkLst>
        </pc:sldLayoutChg>
        <pc:sldLayoutChg chg="del">
          <pc:chgData name="Wang, Wei" userId="627587dd-935f-4f2b-a6c6-edd4e0dcbff5" providerId="ADAL" clId="{5112F50D-F1C4-40CF-B9C9-5ADF95FBBF33}" dt="2020-05-21T16:04:41.585" v="154" actId="2696"/>
          <pc:sldLayoutMkLst>
            <pc:docMk/>
            <pc:sldMasterMk cId="3877396151" sldId="2147483849"/>
            <pc:sldLayoutMk cId="3610381843" sldId="2147483868"/>
          </pc:sldLayoutMkLst>
        </pc:sldLayoutChg>
        <pc:sldLayoutChg chg="del">
          <pc:chgData name="Wang, Wei" userId="627587dd-935f-4f2b-a6c6-edd4e0dcbff5" providerId="ADAL" clId="{5112F50D-F1C4-40CF-B9C9-5ADF95FBBF33}" dt="2020-05-21T16:04:41.586" v="155" actId="2696"/>
          <pc:sldLayoutMkLst>
            <pc:docMk/>
            <pc:sldMasterMk cId="3877396151" sldId="2147483849"/>
            <pc:sldLayoutMk cId="286573086" sldId="2147483869"/>
          </pc:sldLayoutMkLst>
        </pc:sldLayoutChg>
        <pc:sldLayoutChg chg="del">
          <pc:chgData name="Wang, Wei" userId="627587dd-935f-4f2b-a6c6-edd4e0dcbff5" providerId="ADAL" clId="{5112F50D-F1C4-40CF-B9C9-5ADF95FBBF33}" dt="2020-05-21T16:04:41.588" v="156" actId="2696"/>
          <pc:sldLayoutMkLst>
            <pc:docMk/>
            <pc:sldMasterMk cId="3877396151" sldId="2147483849"/>
            <pc:sldLayoutMk cId="1939716253" sldId="2147483870"/>
          </pc:sldLayoutMkLst>
        </pc:sldLayoutChg>
        <pc:sldLayoutChg chg="del">
          <pc:chgData name="Wang, Wei" userId="627587dd-935f-4f2b-a6c6-edd4e0dcbff5" providerId="ADAL" clId="{5112F50D-F1C4-40CF-B9C9-5ADF95FBBF33}" dt="2020-05-21T16:04:41.591" v="157" actId="2696"/>
          <pc:sldLayoutMkLst>
            <pc:docMk/>
            <pc:sldMasterMk cId="3877396151" sldId="2147483849"/>
            <pc:sldLayoutMk cId="3360775297" sldId="2147483871"/>
          </pc:sldLayoutMkLst>
        </pc:sldLayoutChg>
        <pc:sldLayoutChg chg="del">
          <pc:chgData name="Wang, Wei" userId="627587dd-935f-4f2b-a6c6-edd4e0dcbff5" providerId="ADAL" clId="{5112F50D-F1C4-40CF-B9C9-5ADF95FBBF33}" dt="2020-05-21T16:04:41.593" v="158" actId="2696"/>
          <pc:sldLayoutMkLst>
            <pc:docMk/>
            <pc:sldMasterMk cId="3877396151" sldId="2147483849"/>
            <pc:sldLayoutMk cId="1765900942" sldId="2147483872"/>
          </pc:sldLayoutMkLst>
        </pc:sldLayoutChg>
        <pc:sldLayoutChg chg="del">
          <pc:chgData name="Wang, Wei" userId="627587dd-935f-4f2b-a6c6-edd4e0dcbff5" providerId="ADAL" clId="{5112F50D-F1C4-40CF-B9C9-5ADF95FBBF33}" dt="2020-05-21T16:04:41.595" v="159" actId="2696"/>
          <pc:sldLayoutMkLst>
            <pc:docMk/>
            <pc:sldMasterMk cId="3877396151" sldId="2147483849"/>
            <pc:sldLayoutMk cId="1953932773" sldId="2147483873"/>
          </pc:sldLayoutMkLst>
        </pc:sldLayoutChg>
        <pc:sldLayoutChg chg="del">
          <pc:chgData name="Wang, Wei" userId="627587dd-935f-4f2b-a6c6-edd4e0dcbff5" providerId="ADAL" clId="{5112F50D-F1C4-40CF-B9C9-5ADF95FBBF33}" dt="2020-05-21T16:04:41.596" v="160" actId="2696"/>
          <pc:sldLayoutMkLst>
            <pc:docMk/>
            <pc:sldMasterMk cId="3877396151" sldId="2147483849"/>
            <pc:sldLayoutMk cId="2795723551" sldId="2147483874"/>
          </pc:sldLayoutMkLst>
        </pc:sldLayoutChg>
        <pc:sldLayoutChg chg="del">
          <pc:chgData name="Wang, Wei" userId="627587dd-935f-4f2b-a6c6-edd4e0dcbff5" providerId="ADAL" clId="{5112F50D-F1C4-40CF-B9C9-5ADF95FBBF33}" dt="2020-05-21T16:04:41.597" v="161" actId="2696"/>
          <pc:sldLayoutMkLst>
            <pc:docMk/>
            <pc:sldMasterMk cId="3877396151" sldId="2147483849"/>
            <pc:sldLayoutMk cId="3625183382" sldId="2147483875"/>
          </pc:sldLayoutMkLst>
        </pc:sldLayoutChg>
        <pc:sldLayoutChg chg="del">
          <pc:chgData name="Wang, Wei" userId="627587dd-935f-4f2b-a6c6-edd4e0dcbff5" providerId="ADAL" clId="{5112F50D-F1C4-40CF-B9C9-5ADF95FBBF33}" dt="2020-05-21T16:04:41.598" v="162" actId="2696"/>
          <pc:sldLayoutMkLst>
            <pc:docMk/>
            <pc:sldMasterMk cId="3877396151" sldId="2147483849"/>
            <pc:sldLayoutMk cId="3754326233" sldId="2147483876"/>
          </pc:sldLayoutMkLst>
        </pc:sldLayoutChg>
        <pc:sldLayoutChg chg="del">
          <pc:chgData name="Wang, Wei" userId="627587dd-935f-4f2b-a6c6-edd4e0dcbff5" providerId="ADAL" clId="{5112F50D-F1C4-40CF-B9C9-5ADF95FBBF33}" dt="2020-05-21T16:04:41.528" v="134" actId="2696"/>
          <pc:sldLayoutMkLst>
            <pc:docMk/>
            <pc:sldMasterMk cId="3877396151" sldId="2147483849"/>
            <pc:sldLayoutMk cId="1039443579" sldId="2147483993"/>
          </pc:sldLayoutMkLst>
        </pc:sldLayoutChg>
      </pc:sldMasterChg>
      <pc:sldMasterChg chg="delSldLayout">
        <pc:chgData name="Wang, Wei" userId="627587dd-935f-4f2b-a6c6-edd4e0dcbff5" providerId="ADAL" clId="{5112F50D-F1C4-40CF-B9C9-5ADF95FBBF33}" dt="2020-05-21T16:04:41.331" v="124" actId="2696"/>
        <pc:sldMasterMkLst>
          <pc:docMk/>
          <pc:sldMasterMk cId="2216067138" sldId="2147483931"/>
        </pc:sldMasterMkLst>
        <pc:sldLayoutChg chg="del">
          <pc:chgData name="Wang, Wei" userId="627587dd-935f-4f2b-a6c6-edd4e0dcbff5" providerId="ADAL" clId="{5112F50D-F1C4-40CF-B9C9-5ADF95FBBF33}" dt="2020-05-21T16:04:40.844" v="102" actId="2696"/>
          <pc:sldLayoutMkLst>
            <pc:docMk/>
            <pc:sldMasterMk cId="2216067138" sldId="2147483931"/>
            <pc:sldLayoutMk cId="3162750045" sldId="2147483996"/>
          </pc:sldLayoutMkLst>
        </pc:sldLayoutChg>
        <pc:sldLayoutChg chg="del">
          <pc:chgData name="Wang, Wei" userId="627587dd-935f-4f2b-a6c6-edd4e0dcbff5" providerId="ADAL" clId="{5112F50D-F1C4-40CF-B9C9-5ADF95FBBF33}" dt="2020-05-21T16:04:41.331" v="124" actId="2696"/>
          <pc:sldLayoutMkLst>
            <pc:docMk/>
            <pc:sldMasterMk cId="2216067138" sldId="2147483931"/>
            <pc:sldLayoutMk cId="852366077" sldId="2147483997"/>
          </pc:sldLayoutMkLst>
        </pc:sldLayoutChg>
      </pc:sldMasterChg>
    </pc:docChg>
  </pc:docChgLst>
  <pc:docChgLst>
    <pc:chgData name="Zakrevskaya, Julia" userId="S::cstzakrej@corp.jti.com::79016554-fc06-4349-8d4d-7fef3d29d8b9" providerId="AD" clId="Web-{2B614A04-D7AF-DDD9-FB3C-1060FE3FF2C2}"/>
    <pc:docChg chg="mod">
      <pc:chgData name="Zakrevskaya, Julia" userId="S::cstzakrej@corp.jti.com::79016554-fc06-4349-8d4d-7fef3d29d8b9" providerId="AD" clId="Web-{2B614A04-D7AF-DDD9-FB3C-1060FE3FF2C2}" dt="2022-04-29T12:44:58.154" v="0" actId="33475"/>
      <pc:docMkLst>
        <pc:docMk/>
      </pc:docMkLst>
    </pc:docChg>
  </pc:docChgLst>
  <pc:docChgLst>
    <pc:chgData name="Wang, Wei" userId="627587dd-935f-4f2b-a6c6-edd4e0dcbff5" providerId="ADAL" clId="{B5BD6A8C-DA2F-4B19-874C-296B9E054BED}"/>
    <pc:docChg chg="delSld">
      <pc:chgData name="Wang, Wei" userId="627587dd-935f-4f2b-a6c6-edd4e0dcbff5" providerId="ADAL" clId="{B5BD6A8C-DA2F-4B19-874C-296B9E054BED}" dt="2024-04-25T17:39:31.768" v="0" actId="47"/>
      <pc:docMkLst>
        <pc:docMk/>
      </pc:docMkLst>
      <pc:sldChg chg="del">
        <pc:chgData name="Wang, Wei" userId="627587dd-935f-4f2b-a6c6-edd4e0dcbff5" providerId="ADAL" clId="{B5BD6A8C-DA2F-4B19-874C-296B9E054BED}" dt="2024-04-25T17:39:31.768" v="0" actId="47"/>
        <pc:sldMkLst>
          <pc:docMk/>
          <pc:sldMk cId="924062676" sldId="3257"/>
        </pc:sldMkLst>
      </pc:sldChg>
      <pc:sldChg chg="del">
        <pc:chgData name="Wang, Wei" userId="627587dd-935f-4f2b-a6c6-edd4e0dcbff5" providerId="ADAL" clId="{B5BD6A8C-DA2F-4B19-874C-296B9E054BED}" dt="2024-04-25T17:39:31.768" v="0" actId="47"/>
        <pc:sldMkLst>
          <pc:docMk/>
          <pc:sldMk cId="1768402278" sldId="3258"/>
        </pc:sldMkLst>
      </pc:sldChg>
      <pc:sldChg chg="del">
        <pc:chgData name="Wang, Wei" userId="627587dd-935f-4f2b-a6c6-edd4e0dcbff5" providerId="ADAL" clId="{B5BD6A8C-DA2F-4B19-874C-296B9E054BED}" dt="2024-04-25T17:39:31.768" v="0" actId="47"/>
        <pc:sldMkLst>
          <pc:docMk/>
          <pc:sldMk cId="716511567" sldId="3259"/>
        </pc:sldMkLst>
      </pc:sldChg>
      <pc:sldChg chg="del">
        <pc:chgData name="Wang, Wei" userId="627587dd-935f-4f2b-a6c6-edd4e0dcbff5" providerId="ADAL" clId="{B5BD6A8C-DA2F-4B19-874C-296B9E054BED}" dt="2024-04-25T17:39:31.768" v="0" actId="47"/>
        <pc:sldMkLst>
          <pc:docMk/>
          <pc:sldMk cId="3234899859" sldId="3260"/>
        </pc:sldMkLst>
      </pc:sldChg>
      <pc:sldChg chg="del">
        <pc:chgData name="Wang, Wei" userId="627587dd-935f-4f2b-a6c6-edd4e0dcbff5" providerId="ADAL" clId="{B5BD6A8C-DA2F-4B19-874C-296B9E054BED}" dt="2024-04-25T17:39:31.768" v="0" actId="47"/>
        <pc:sldMkLst>
          <pc:docMk/>
          <pc:sldMk cId="3066737904" sldId="3261"/>
        </pc:sldMkLst>
      </pc:sldChg>
      <pc:sldMasterChg chg="delSldLayout">
        <pc:chgData name="Wang, Wei" userId="627587dd-935f-4f2b-a6c6-edd4e0dcbff5" providerId="ADAL" clId="{B5BD6A8C-DA2F-4B19-874C-296B9E054BED}" dt="2024-04-25T17:39:31.768" v="0" actId="47"/>
        <pc:sldMasterMkLst>
          <pc:docMk/>
          <pc:sldMasterMk cId="2027459739" sldId="2147483926"/>
        </pc:sldMasterMkLst>
        <pc:sldLayoutChg chg="del">
          <pc:chgData name="Wang, Wei" userId="627587dd-935f-4f2b-a6c6-edd4e0dcbff5" providerId="ADAL" clId="{B5BD6A8C-DA2F-4B19-874C-296B9E054BED}" dt="2024-04-25T17:39:31.768" v="0" actId="47"/>
          <pc:sldLayoutMkLst>
            <pc:docMk/>
            <pc:sldMasterMk cId="2027459739" sldId="2147483926"/>
            <pc:sldLayoutMk cId="1571272697" sldId="2147483992"/>
          </pc:sldLayoutMkLst>
        </pc:sldLayoutChg>
      </pc:sldMasterChg>
    </pc:docChg>
  </pc:docChgLst>
  <pc:docChgLst>
    <pc:chgData name="Wang, Wei" userId="627587dd-935f-4f2b-a6c6-edd4e0dcbff5" providerId="ADAL" clId="{CA4E89E4-842A-4FC6-8E2B-51B2DA5662AB}"/>
    <pc:docChg chg="delSld">
      <pc:chgData name="Wang, Wei" userId="627587dd-935f-4f2b-a6c6-edd4e0dcbff5" providerId="ADAL" clId="{CA4E89E4-842A-4FC6-8E2B-51B2DA5662AB}" dt="2020-05-21T16:01:54.478" v="14" actId="2696"/>
      <pc:docMkLst>
        <pc:docMk/>
      </pc:docMkLst>
      <pc:sldChg chg="del">
        <pc:chgData name="Wang, Wei" userId="627587dd-935f-4f2b-a6c6-edd4e0dcbff5" providerId="ADAL" clId="{CA4E89E4-842A-4FC6-8E2B-51B2DA5662AB}" dt="2020-05-21T16:01:54.160" v="3" actId="2696"/>
        <pc:sldMkLst>
          <pc:docMk/>
          <pc:sldMk cId="3610868713" sldId="2342"/>
        </pc:sldMkLst>
      </pc:sldChg>
      <pc:sldChg chg="del">
        <pc:chgData name="Wang, Wei" userId="627587dd-935f-4f2b-a6c6-edd4e0dcbff5" providerId="ADAL" clId="{CA4E89E4-842A-4FC6-8E2B-51B2DA5662AB}" dt="2020-05-21T16:01:54.194" v="4" actId="2696"/>
        <pc:sldMkLst>
          <pc:docMk/>
          <pc:sldMk cId="656517287" sldId="2987"/>
        </pc:sldMkLst>
      </pc:sldChg>
      <pc:sldChg chg="del">
        <pc:chgData name="Wang, Wei" userId="627587dd-935f-4f2b-a6c6-edd4e0dcbff5" providerId="ADAL" clId="{CA4E89E4-842A-4FC6-8E2B-51B2DA5662AB}" dt="2020-05-21T16:01:54.221" v="5" actId="2696"/>
        <pc:sldMkLst>
          <pc:docMk/>
          <pc:sldMk cId="2823534408" sldId="2988"/>
        </pc:sldMkLst>
      </pc:sldChg>
      <pc:sldChg chg="del">
        <pc:chgData name="Wang, Wei" userId="627587dd-935f-4f2b-a6c6-edd4e0dcbff5" providerId="ADAL" clId="{CA4E89E4-842A-4FC6-8E2B-51B2DA5662AB}" dt="2020-05-21T16:01:54.089" v="1" actId="2696"/>
        <pc:sldMkLst>
          <pc:docMk/>
          <pc:sldMk cId="3650905765" sldId="3245"/>
        </pc:sldMkLst>
      </pc:sldChg>
      <pc:sldChg chg="del">
        <pc:chgData name="Wang, Wei" userId="627587dd-935f-4f2b-a6c6-edd4e0dcbff5" providerId="ADAL" clId="{CA4E89E4-842A-4FC6-8E2B-51B2DA5662AB}" dt="2020-05-21T16:01:54.124" v="2" actId="2696"/>
        <pc:sldMkLst>
          <pc:docMk/>
          <pc:sldMk cId="3318895836" sldId="3246"/>
        </pc:sldMkLst>
      </pc:sldChg>
      <pc:sldChg chg="del">
        <pc:chgData name="Wang, Wei" userId="627587dd-935f-4f2b-a6c6-edd4e0dcbff5" providerId="ADAL" clId="{CA4E89E4-842A-4FC6-8E2B-51B2DA5662AB}" dt="2020-05-21T16:01:54.425" v="12" actId="2696"/>
        <pc:sldMkLst>
          <pc:docMk/>
          <pc:sldMk cId="410940375" sldId="3247"/>
        </pc:sldMkLst>
      </pc:sldChg>
      <pc:sldChg chg="del">
        <pc:chgData name="Wang, Wei" userId="627587dd-935f-4f2b-a6c6-edd4e0dcbff5" providerId="ADAL" clId="{CA4E89E4-842A-4FC6-8E2B-51B2DA5662AB}" dt="2020-05-21T16:01:54.334" v="9" actId="2696"/>
        <pc:sldMkLst>
          <pc:docMk/>
          <pc:sldMk cId="991313656" sldId="3248"/>
        </pc:sldMkLst>
      </pc:sldChg>
      <pc:sldChg chg="del">
        <pc:chgData name="Wang, Wei" userId="627587dd-935f-4f2b-a6c6-edd4e0dcbff5" providerId="ADAL" clId="{CA4E89E4-842A-4FC6-8E2B-51B2DA5662AB}" dt="2020-05-21T16:01:54.278" v="7" actId="2696"/>
        <pc:sldMkLst>
          <pc:docMk/>
          <pc:sldMk cId="4163159633" sldId="3249"/>
        </pc:sldMkLst>
      </pc:sldChg>
      <pc:sldChg chg="del">
        <pc:chgData name="Wang, Wei" userId="627587dd-935f-4f2b-a6c6-edd4e0dcbff5" providerId="ADAL" clId="{CA4E89E4-842A-4FC6-8E2B-51B2DA5662AB}" dt="2020-05-21T16:01:54.302" v="8" actId="2696"/>
        <pc:sldMkLst>
          <pc:docMk/>
          <pc:sldMk cId="1078204521" sldId="3250"/>
        </pc:sldMkLst>
      </pc:sldChg>
      <pc:sldChg chg="del">
        <pc:chgData name="Wang, Wei" userId="627587dd-935f-4f2b-a6c6-edd4e0dcbff5" providerId="ADAL" clId="{CA4E89E4-842A-4FC6-8E2B-51B2DA5662AB}" dt="2020-05-21T16:01:54.360" v="10" actId="2696"/>
        <pc:sldMkLst>
          <pc:docMk/>
          <pc:sldMk cId="1715815920" sldId="3251"/>
        </pc:sldMkLst>
      </pc:sldChg>
      <pc:sldChg chg="del">
        <pc:chgData name="Wang, Wei" userId="627587dd-935f-4f2b-a6c6-edd4e0dcbff5" providerId="ADAL" clId="{CA4E89E4-842A-4FC6-8E2B-51B2DA5662AB}" dt="2020-05-21T16:01:54.455" v="13" actId="2696"/>
        <pc:sldMkLst>
          <pc:docMk/>
          <pc:sldMk cId="1954399707" sldId="3252"/>
        </pc:sldMkLst>
      </pc:sldChg>
      <pc:sldChg chg="del">
        <pc:chgData name="Wang, Wei" userId="627587dd-935f-4f2b-a6c6-edd4e0dcbff5" providerId="ADAL" clId="{CA4E89E4-842A-4FC6-8E2B-51B2DA5662AB}" dt="2020-05-21T16:01:54.252" v="6" actId="2696"/>
        <pc:sldMkLst>
          <pc:docMk/>
          <pc:sldMk cId="1692271070" sldId="3253"/>
        </pc:sldMkLst>
      </pc:sldChg>
      <pc:sldChg chg="del">
        <pc:chgData name="Wang, Wei" userId="627587dd-935f-4f2b-a6c6-edd4e0dcbff5" providerId="ADAL" clId="{CA4E89E4-842A-4FC6-8E2B-51B2DA5662AB}" dt="2020-05-21T16:01:54.478" v="14" actId="2696"/>
        <pc:sldMkLst>
          <pc:docMk/>
          <pc:sldMk cId="3626943776" sldId="3254"/>
        </pc:sldMkLst>
      </pc:sldChg>
      <pc:sldChg chg="del">
        <pc:chgData name="Wang, Wei" userId="627587dd-935f-4f2b-a6c6-edd4e0dcbff5" providerId="ADAL" clId="{CA4E89E4-842A-4FC6-8E2B-51B2DA5662AB}" dt="2020-05-21T16:01:54.392" v="11" actId="2696"/>
        <pc:sldMkLst>
          <pc:docMk/>
          <pc:sldMk cId="2984461346" sldId="3255"/>
        </pc:sldMkLst>
      </pc:sldChg>
      <pc:sldChg chg="del">
        <pc:chgData name="Wang, Wei" userId="627587dd-935f-4f2b-a6c6-edd4e0dcbff5" providerId="ADAL" clId="{CA4E89E4-842A-4FC6-8E2B-51B2DA5662AB}" dt="2020-05-21T16:01:54.051" v="0" actId="2696"/>
        <pc:sldMkLst>
          <pc:docMk/>
          <pc:sldMk cId="3347548171" sldId="3355"/>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DEB296-C495-40D3-B94C-75AAF5510F7A}" type="doc">
      <dgm:prSet loTypeId="urn:microsoft.com/office/officeart/2005/8/layout/hList1" loCatId="list" qsTypeId="urn:microsoft.com/office/officeart/2005/8/quickstyle/simple1" qsCatId="simple" csTypeId="urn:microsoft.com/office/officeart/2005/8/colors/accent4_4" csCatId="accent4" phldr="1"/>
      <dgm:spPr/>
      <dgm:t>
        <a:bodyPr/>
        <a:lstStyle/>
        <a:p>
          <a:endParaRPr lang="ru-RU"/>
        </a:p>
      </dgm:t>
    </dgm:pt>
    <dgm:pt modelId="{C4F8EE94-BFBD-4BE0-BF75-7753AF0F9B56}">
      <dgm:prSet phldrT="[Text]" custT="1"/>
      <dgm:spPr>
        <a:xfrm>
          <a:off x="0" y="4325"/>
          <a:ext cx="1551677" cy="620670"/>
        </a:xfrm>
        <a:prstGeom prst="rect">
          <a:avLst/>
        </a:prstGeom>
        <a:solidFill>
          <a:schemeClr val="accent1">
            <a:lumMod val="50000"/>
          </a:schemeClr>
        </a:solidFill>
      </dgm:spPr>
      <dgm:t>
        <a:bodyPr/>
        <a:lstStyle/>
        <a:p>
          <a:pPr>
            <a:buNone/>
          </a:pPr>
          <a:r>
            <a:rPr lang="en-US" sz="1800">
              <a:latin typeface="Arial"/>
              <a:ea typeface="+mn-ea"/>
              <a:cs typeface="+mn-cs"/>
            </a:rPr>
            <a:t>Cost Center A</a:t>
          </a:r>
          <a:endParaRPr lang="ru-RU" sz="1800">
            <a:latin typeface="Arial"/>
            <a:ea typeface="+mn-ea"/>
            <a:cs typeface="+mn-cs"/>
          </a:endParaRPr>
        </a:p>
      </dgm:t>
    </dgm:pt>
    <dgm:pt modelId="{B0CCFAA2-3696-4690-86B1-71A36C198814}" type="parTrans" cxnId="{7F2A0122-1714-4C41-A240-C415D3BBA5AB}">
      <dgm:prSet/>
      <dgm:spPr/>
      <dgm:t>
        <a:bodyPr/>
        <a:lstStyle/>
        <a:p>
          <a:endParaRPr lang="ru-RU"/>
        </a:p>
      </dgm:t>
    </dgm:pt>
    <dgm:pt modelId="{87BAA8DD-37BD-466E-AD39-C4859B14B3B1}" type="sibTrans" cxnId="{7F2A0122-1714-4C41-A240-C415D3BBA5AB}">
      <dgm:prSet/>
      <dgm:spPr/>
      <dgm:t>
        <a:bodyPr/>
        <a:lstStyle/>
        <a:p>
          <a:endParaRPr lang="ru-RU"/>
        </a:p>
      </dgm:t>
    </dgm:pt>
    <dgm:pt modelId="{32E51156-1F71-43A7-B0B0-6082A4381210}">
      <dgm:prSet/>
      <dgm:spPr>
        <a:xfrm>
          <a:off x="0" y="624996"/>
          <a:ext cx="1551677" cy="1405440"/>
        </a:xfrm>
        <a:prstGeom prst="rect">
          <a:avLst/>
        </a:prstGeom>
      </dgm:spPr>
      <dgm:t>
        <a:bodyPr/>
        <a:lstStyle/>
        <a:p>
          <a:pPr>
            <a:buChar char="•"/>
          </a:pPr>
          <a:endParaRPr lang="ru-RU">
            <a:solidFill>
              <a:srgbClr val="39454B">
                <a:hueOff val="0"/>
                <a:satOff val="0"/>
                <a:lumOff val="0"/>
                <a:alphaOff val="0"/>
              </a:srgbClr>
            </a:solidFill>
            <a:latin typeface="Arial"/>
            <a:ea typeface="+mn-ea"/>
            <a:cs typeface="+mn-cs"/>
          </a:endParaRPr>
        </a:p>
      </dgm:t>
    </dgm:pt>
    <dgm:pt modelId="{19C332F3-6BFF-4EDE-B973-2312036727B1}" type="parTrans" cxnId="{118DACC7-EE0D-4CBA-9D52-A8FF204AFE95}">
      <dgm:prSet/>
      <dgm:spPr/>
      <dgm:t>
        <a:bodyPr/>
        <a:lstStyle/>
        <a:p>
          <a:endParaRPr lang="ru-RU"/>
        </a:p>
      </dgm:t>
    </dgm:pt>
    <dgm:pt modelId="{A53381A5-4F50-4F36-873B-CA6F02DC64F9}" type="sibTrans" cxnId="{118DACC7-EE0D-4CBA-9D52-A8FF204AFE95}">
      <dgm:prSet/>
      <dgm:spPr/>
      <dgm:t>
        <a:bodyPr/>
        <a:lstStyle/>
        <a:p>
          <a:endParaRPr lang="ru-RU"/>
        </a:p>
      </dgm:t>
    </dgm:pt>
    <dgm:pt modelId="{3EA27C3F-50DA-4B7A-A838-FE4878C29359}" type="pres">
      <dgm:prSet presAssocID="{6BDEB296-C495-40D3-B94C-75AAF5510F7A}" presName="Name0" presStyleCnt="0">
        <dgm:presLayoutVars>
          <dgm:dir/>
          <dgm:animLvl val="lvl"/>
          <dgm:resizeHandles val="exact"/>
        </dgm:presLayoutVars>
      </dgm:prSet>
      <dgm:spPr/>
    </dgm:pt>
    <dgm:pt modelId="{FF9BC19F-7F20-43E4-9CCC-324FA0E76F83}" type="pres">
      <dgm:prSet presAssocID="{C4F8EE94-BFBD-4BE0-BF75-7753AF0F9B56}" presName="composite" presStyleCnt="0"/>
      <dgm:spPr/>
    </dgm:pt>
    <dgm:pt modelId="{1ADE8F52-70CF-486A-88DD-4465AA2C791D}" type="pres">
      <dgm:prSet presAssocID="{C4F8EE94-BFBD-4BE0-BF75-7753AF0F9B56}" presName="parTx" presStyleLbl="alignNode1" presStyleIdx="0" presStyleCnt="1">
        <dgm:presLayoutVars>
          <dgm:chMax val="0"/>
          <dgm:chPref val="0"/>
          <dgm:bulletEnabled val="1"/>
        </dgm:presLayoutVars>
      </dgm:prSet>
      <dgm:spPr/>
    </dgm:pt>
    <dgm:pt modelId="{9FFE5A68-2A4C-4D84-B16E-A2764A39CC84}" type="pres">
      <dgm:prSet presAssocID="{C4F8EE94-BFBD-4BE0-BF75-7753AF0F9B56}" presName="desTx" presStyleLbl="alignAccFollowNode1" presStyleIdx="0" presStyleCnt="1">
        <dgm:presLayoutVars>
          <dgm:bulletEnabled val="1"/>
        </dgm:presLayoutVars>
      </dgm:prSet>
      <dgm:spPr/>
    </dgm:pt>
  </dgm:ptLst>
  <dgm:cxnLst>
    <dgm:cxn modelId="{A3C11C1D-FAF5-4D08-A798-AD8D0D3DE01D}" type="presOf" srcId="{C4F8EE94-BFBD-4BE0-BF75-7753AF0F9B56}" destId="{1ADE8F52-70CF-486A-88DD-4465AA2C791D}" srcOrd="0" destOrd="0" presId="urn:microsoft.com/office/officeart/2005/8/layout/hList1"/>
    <dgm:cxn modelId="{7F2A0122-1714-4C41-A240-C415D3BBA5AB}" srcId="{6BDEB296-C495-40D3-B94C-75AAF5510F7A}" destId="{C4F8EE94-BFBD-4BE0-BF75-7753AF0F9B56}" srcOrd="0" destOrd="0" parTransId="{B0CCFAA2-3696-4690-86B1-71A36C198814}" sibTransId="{87BAA8DD-37BD-466E-AD39-C4859B14B3B1}"/>
    <dgm:cxn modelId="{464AC63E-B423-497C-92A5-6D5F6CC260EB}" type="presOf" srcId="{6BDEB296-C495-40D3-B94C-75AAF5510F7A}" destId="{3EA27C3F-50DA-4B7A-A838-FE4878C29359}" srcOrd="0" destOrd="0" presId="urn:microsoft.com/office/officeart/2005/8/layout/hList1"/>
    <dgm:cxn modelId="{118DACC7-EE0D-4CBA-9D52-A8FF204AFE95}" srcId="{C4F8EE94-BFBD-4BE0-BF75-7753AF0F9B56}" destId="{32E51156-1F71-43A7-B0B0-6082A4381210}" srcOrd="0" destOrd="0" parTransId="{19C332F3-6BFF-4EDE-B973-2312036727B1}" sibTransId="{A53381A5-4F50-4F36-873B-CA6F02DC64F9}"/>
    <dgm:cxn modelId="{81E995D4-28D7-4819-ACD0-AE10855977AE}" type="presOf" srcId="{32E51156-1F71-43A7-B0B0-6082A4381210}" destId="{9FFE5A68-2A4C-4D84-B16E-A2764A39CC84}" srcOrd="0" destOrd="0" presId="urn:microsoft.com/office/officeart/2005/8/layout/hList1"/>
    <dgm:cxn modelId="{63221D83-3ACB-4FFC-8CCF-30AE8610E110}" type="presParOf" srcId="{3EA27C3F-50DA-4B7A-A838-FE4878C29359}" destId="{FF9BC19F-7F20-43E4-9CCC-324FA0E76F83}" srcOrd="0" destOrd="0" presId="urn:microsoft.com/office/officeart/2005/8/layout/hList1"/>
    <dgm:cxn modelId="{4084D3EB-B77A-4077-9277-C92B9B053EE1}" type="presParOf" srcId="{FF9BC19F-7F20-43E4-9CCC-324FA0E76F83}" destId="{1ADE8F52-70CF-486A-88DD-4465AA2C791D}" srcOrd="0" destOrd="0" presId="urn:microsoft.com/office/officeart/2005/8/layout/hList1"/>
    <dgm:cxn modelId="{57F8A1F0-E923-4C4F-BB24-7CB510045CCF}" type="presParOf" srcId="{FF9BC19F-7F20-43E4-9CCC-324FA0E76F83}" destId="{9FFE5A68-2A4C-4D84-B16E-A2764A39CC8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BDEB296-C495-40D3-B94C-75AAF5510F7A}" type="doc">
      <dgm:prSet loTypeId="urn:microsoft.com/office/officeart/2005/8/layout/hList1" loCatId="list" qsTypeId="urn:microsoft.com/office/officeart/2005/8/quickstyle/simple1" qsCatId="simple" csTypeId="urn:microsoft.com/office/officeart/2005/8/colors/accent4_4" csCatId="accent4" phldr="1"/>
      <dgm:spPr/>
      <dgm:t>
        <a:bodyPr/>
        <a:lstStyle/>
        <a:p>
          <a:endParaRPr lang="ru-RU"/>
        </a:p>
      </dgm:t>
    </dgm:pt>
    <dgm:pt modelId="{C4F8EE94-BFBD-4BE0-BF75-7753AF0F9B56}">
      <dgm:prSet phldrT="[Text]" custT="1"/>
      <dgm:spPr>
        <a:xfrm>
          <a:off x="0" y="4325"/>
          <a:ext cx="1551677" cy="620670"/>
        </a:xfrm>
        <a:prstGeom prst="rect">
          <a:avLst/>
        </a:prstGeom>
        <a:solidFill>
          <a:schemeClr val="accent1">
            <a:lumMod val="50000"/>
          </a:schemeClr>
        </a:solidFill>
      </dgm:spPr>
      <dgm:t>
        <a:bodyPr/>
        <a:lstStyle/>
        <a:p>
          <a:pPr>
            <a:buNone/>
          </a:pPr>
          <a:r>
            <a:rPr lang="en-US" sz="1800">
              <a:latin typeface="Arial"/>
              <a:ea typeface="+mn-ea"/>
              <a:cs typeface="+mn-cs"/>
            </a:rPr>
            <a:t>Cost Center B</a:t>
          </a:r>
          <a:endParaRPr lang="ru-RU" sz="1800">
            <a:latin typeface="Arial"/>
            <a:ea typeface="+mn-ea"/>
            <a:cs typeface="+mn-cs"/>
          </a:endParaRPr>
        </a:p>
      </dgm:t>
    </dgm:pt>
    <dgm:pt modelId="{B0CCFAA2-3696-4690-86B1-71A36C198814}" type="parTrans" cxnId="{7F2A0122-1714-4C41-A240-C415D3BBA5AB}">
      <dgm:prSet/>
      <dgm:spPr/>
      <dgm:t>
        <a:bodyPr/>
        <a:lstStyle/>
        <a:p>
          <a:endParaRPr lang="ru-RU"/>
        </a:p>
      </dgm:t>
    </dgm:pt>
    <dgm:pt modelId="{87BAA8DD-37BD-466E-AD39-C4859B14B3B1}" type="sibTrans" cxnId="{7F2A0122-1714-4C41-A240-C415D3BBA5AB}">
      <dgm:prSet/>
      <dgm:spPr/>
      <dgm:t>
        <a:bodyPr/>
        <a:lstStyle/>
        <a:p>
          <a:endParaRPr lang="ru-RU"/>
        </a:p>
      </dgm:t>
    </dgm:pt>
    <dgm:pt modelId="{3EA27C3F-50DA-4B7A-A838-FE4878C29359}" type="pres">
      <dgm:prSet presAssocID="{6BDEB296-C495-40D3-B94C-75AAF5510F7A}" presName="Name0" presStyleCnt="0">
        <dgm:presLayoutVars>
          <dgm:dir/>
          <dgm:animLvl val="lvl"/>
          <dgm:resizeHandles val="exact"/>
        </dgm:presLayoutVars>
      </dgm:prSet>
      <dgm:spPr/>
    </dgm:pt>
    <dgm:pt modelId="{FF9BC19F-7F20-43E4-9CCC-324FA0E76F83}" type="pres">
      <dgm:prSet presAssocID="{C4F8EE94-BFBD-4BE0-BF75-7753AF0F9B56}" presName="composite" presStyleCnt="0"/>
      <dgm:spPr/>
    </dgm:pt>
    <dgm:pt modelId="{1ADE8F52-70CF-486A-88DD-4465AA2C791D}" type="pres">
      <dgm:prSet presAssocID="{C4F8EE94-BFBD-4BE0-BF75-7753AF0F9B56}" presName="parTx" presStyleLbl="alignNode1" presStyleIdx="0" presStyleCnt="1">
        <dgm:presLayoutVars>
          <dgm:chMax val="0"/>
          <dgm:chPref val="0"/>
          <dgm:bulletEnabled val="1"/>
        </dgm:presLayoutVars>
      </dgm:prSet>
      <dgm:spPr/>
    </dgm:pt>
    <dgm:pt modelId="{9FFE5A68-2A4C-4D84-B16E-A2764A39CC84}" type="pres">
      <dgm:prSet presAssocID="{C4F8EE94-BFBD-4BE0-BF75-7753AF0F9B56}" presName="desTx" presStyleLbl="alignAccFollowNode1" presStyleIdx="0" presStyleCnt="1">
        <dgm:presLayoutVars>
          <dgm:bulletEnabled val="1"/>
        </dgm:presLayoutVars>
      </dgm:prSet>
      <dgm:spPr>
        <a:xfrm>
          <a:off x="0" y="624996"/>
          <a:ext cx="1551677" cy="1405440"/>
        </a:xfrm>
        <a:prstGeom prst="rect">
          <a:avLst/>
        </a:prstGeom>
      </dgm:spPr>
    </dgm:pt>
  </dgm:ptLst>
  <dgm:cxnLst>
    <dgm:cxn modelId="{7F2A0122-1714-4C41-A240-C415D3BBA5AB}" srcId="{6BDEB296-C495-40D3-B94C-75AAF5510F7A}" destId="{C4F8EE94-BFBD-4BE0-BF75-7753AF0F9B56}" srcOrd="0" destOrd="0" parTransId="{B0CCFAA2-3696-4690-86B1-71A36C198814}" sibTransId="{87BAA8DD-37BD-466E-AD39-C4859B14B3B1}"/>
    <dgm:cxn modelId="{CA1B413C-30D5-4C77-BD14-C5183E47C094}" type="presOf" srcId="{6BDEB296-C495-40D3-B94C-75AAF5510F7A}" destId="{3EA27C3F-50DA-4B7A-A838-FE4878C29359}" srcOrd="0" destOrd="0" presId="urn:microsoft.com/office/officeart/2005/8/layout/hList1"/>
    <dgm:cxn modelId="{7E0EAF59-2A78-4B26-B5B1-2AA48A937304}" type="presOf" srcId="{C4F8EE94-BFBD-4BE0-BF75-7753AF0F9B56}" destId="{1ADE8F52-70CF-486A-88DD-4465AA2C791D}" srcOrd="0" destOrd="0" presId="urn:microsoft.com/office/officeart/2005/8/layout/hList1"/>
    <dgm:cxn modelId="{A69388B4-7440-4799-80B5-4E37D3350745}" type="presParOf" srcId="{3EA27C3F-50DA-4B7A-A838-FE4878C29359}" destId="{FF9BC19F-7F20-43E4-9CCC-324FA0E76F83}" srcOrd="0" destOrd="0" presId="urn:microsoft.com/office/officeart/2005/8/layout/hList1"/>
    <dgm:cxn modelId="{C9D09AFC-3A0F-4E6F-9C8A-BB1975A6ACA7}" type="presParOf" srcId="{FF9BC19F-7F20-43E4-9CCC-324FA0E76F83}" destId="{1ADE8F52-70CF-486A-88DD-4465AA2C791D}" srcOrd="0" destOrd="0" presId="urn:microsoft.com/office/officeart/2005/8/layout/hList1"/>
    <dgm:cxn modelId="{63D966C9-37BB-4F9E-A249-0851FAF13E1C}" type="presParOf" srcId="{FF9BC19F-7F20-43E4-9CCC-324FA0E76F83}" destId="{9FFE5A68-2A4C-4D84-B16E-A2764A39CC84}" srcOrd="1" destOrd="0" presId="urn:microsoft.com/office/officeart/2005/8/layout/h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BDEB296-C495-40D3-B94C-75AAF5510F7A}" type="doc">
      <dgm:prSet loTypeId="urn:microsoft.com/office/officeart/2005/8/layout/hList1" loCatId="list" qsTypeId="urn:microsoft.com/office/officeart/2005/8/quickstyle/simple1" qsCatId="simple" csTypeId="urn:microsoft.com/office/officeart/2005/8/colors/accent0_3" csCatId="mainScheme" phldr="1"/>
      <dgm:spPr/>
      <dgm:t>
        <a:bodyPr/>
        <a:lstStyle/>
        <a:p>
          <a:endParaRPr lang="ru-RU"/>
        </a:p>
      </dgm:t>
    </dgm:pt>
    <dgm:pt modelId="{C4F8EE94-BFBD-4BE0-BF75-7753AF0F9B56}">
      <dgm:prSet phldrT="[Text]" custT="1"/>
      <dgm:spPr>
        <a:xfrm>
          <a:off x="0" y="4325"/>
          <a:ext cx="1551677" cy="620670"/>
        </a:xfrm>
        <a:prstGeom prst="rect">
          <a:avLst/>
        </a:prstGeom>
        <a:solidFill>
          <a:schemeClr val="accent1">
            <a:lumMod val="50000"/>
          </a:schemeClr>
        </a:solidFill>
      </dgm:spPr>
      <dgm:t>
        <a:bodyPr/>
        <a:lstStyle/>
        <a:p>
          <a:pPr>
            <a:buNone/>
          </a:pPr>
          <a:r>
            <a:rPr lang="en-US" sz="1800">
              <a:latin typeface="Arial"/>
              <a:ea typeface="+mn-ea"/>
              <a:cs typeface="+mn-cs"/>
            </a:rPr>
            <a:t>Cost Center A</a:t>
          </a:r>
          <a:endParaRPr lang="ru-RU" sz="1800">
            <a:latin typeface="Arial"/>
            <a:ea typeface="+mn-ea"/>
            <a:cs typeface="+mn-cs"/>
          </a:endParaRPr>
        </a:p>
      </dgm:t>
    </dgm:pt>
    <dgm:pt modelId="{B0CCFAA2-3696-4690-86B1-71A36C198814}" type="parTrans" cxnId="{7F2A0122-1714-4C41-A240-C415D3BBA5AB}">
      <dgm:prSet/>
      <dgm:spPr/>
      <dgm:t>
        <a:bodyPr/>
        <a:lstStyle/>
        <a:p>
          <a:endParaRPr lang="ru-RU"/>
        </a:p>
      </dgm:t>
    </dgm:pt>
    <dgm:pt modelId="{87BAA8DD-37BD-466E-AD39-C4859B14B3B1}" type="sibTrans" cxnId="{7F2A0122-1714-4C41-A240-C415D3BBA5AB}">
      <dgm:prSet/>
      <dgm:spPr/>
      <dgm:t>
        <a:bodyPr/>
        <a:lstStyle/>
        <a:p>
          <a:endParaRPr lang="ru-RU"/>
        </a:p>
      </dgm:t>
    </dgm:pt>
    <dgm:pt modelId="{32E51156-1F71-43A7-B0B0-6082A4381210}">
      <dgm:prSet/>
      <dgm:spPr>
        <a:xfrm>
          <a:off x="0" y="624996"/>
          <a:ext cx="1551677" cy="1405440"/>
        </a:xfrm>
        <a:prstGeom prst="rect">
          <a:avLst/>
        </a:prstGeom>
      </dgm:spPr>
      <dgm:t>
        <a:bodyPr/>
        <a:lstStyle/>
        <a:p>
          <a:pPr>
            <a:buChar char="•"/>
          </a:pPr>
          <a:endParaRPr lang="ru-RU">
            <a:solidFill>
              <a:srgbClr val="39454B">
                <a:hueOff val="0"/>
                <a:satOff val="0"/>
                <a:lumOff val="0"/>
                <a:alphaOff val="0"/>
              </a:srgbClr>
            </a:solidFill>
            <a:latin typeface="Arial"/>
            <a:ea typeface="+mn-ea"/>
            <a:cs typeface="+mn-cs"/>
          </a:endParaRPr>
        </a:p>
      </dgm:t>
    </dgm:pt>
    <dgm:pt modelId="{19C332F3-6BFF-4EDE-B973-2312036727B1}" type="parTrans" cxnId="{118DACC7-EE0D-4CBA-9D52-A8FF204AFE95}">
      <dgm:prSet/>
      <dgm:spPr/>
      <dgm:t>
        <a:bodyPr/>
        <a:lstStyle/>
        <a:p>
          <a:endParaRPr lang="ru-RU"/>
        </a:p>
      </dgm:t>
    </dgm:pt>
    <dgm:pt modelId="{A53381A5-4F50-4F36-873B-CA6F02DC64F9}" type="sibTrans" cxnId="{118DACC7-EE0D-4CBA-9D52-A8FF204AFE95}">
      <dgm:prSet/>
      <dgm:spPr/>
      <dgm:t>
        <a:bodyPr/>
        <a:lstStyle/>
        <a:p>
          <a:endParaRPr lang="ru-RU"/>
        </a:p>
      </dgm:t>
    </dgm:pt>
    <dgm:pt modelId="{3EA27C3F-50DA-4B7A-A838-FE4878C29359}" type="pres">
      <dgm:prSet presAssocID="{6BDEB296-C495-40D3-B94C-75AAF5510F7A}" presName="Name0" presStyleCnt="0">
        <dgm:presLayoutVars>
          <dgm:dir/>
          <dgm:animLvl val="lvl"/>
          <dgm:resizeHandles val="exact"/>
        </dgm:presLayoutVars>
      </dgm:prSet>
      <dgm:spPr/>
    </dgm:pt>
    <dgm:pt modelId="{FF9BC19F-7F20-43E4-9CCC-324FA0E76F83}" type="pres">
      <dgm:prSet presAssocID="{C4F8EE94-BFBD-4BE0-BF75-7753AF0F9B56}" presName="composite" presStyleCnt="0"/>
      <dgm:spPr/>
    </dgm:pt>
    <dgm:pt modelId="{1ADE8F52-70CF-486A-88DD-4465AA2C791D}" type="pres">
      <dgm:prSet presAssocID="{C4F8EE94-BFBD-4BE0-BF75-7753AF0F9B56}" presName="parTx" presStyleLbl="alignNode1" presStyleIdx="0" presStyleCnt="1">
        <dgm:presLayoutVars>
          <dgm:chMax val="0"/>
          <dgm:chPref val="0"/>
          <dgm:bulletEnabled val="1"/>
        </dgm:presLayoutVars>
      </dgm:prSet>
      <dgm:spPr/>
    </dgm:pt>
    <dgm:pt modelId="{9FFE5A68-2A4C-4D84-B16E-A2764A39CC84}" type="pres">
      <dgm:prSet presAssocID="{C4F8EE94-BFBD-4BE0-BF75-7753AF0F9B56}" presName="desTx" presStyleLbl="alignAccFollowNode1" presStyleIdx="0" presStyleCnt="1">
        <dgm:presLayoutVars>
          <dgm:bulletEnabled val="1"/>
        </dgm:presLayoutVars>
      </dgm:prSet>
      <dgm:spPr/>
    </dgm:pt>
  </dgm:ptLst>
  <dgm:cxnLst>
    <dgm:cxn modelId="{7F2A0122-1714-4C41-A240-C415D3BBA5AB}" srcId="{6BDEB296-C495-40D3-B94C-75AAF5510F7A}" destId="{C4F8EE94-BFBD-4BE0-BF75-7753AF0F9B56}" srcOrd="0" destOrd="0" parTransId="{B0CCFAA2-3696-4690-86B1-71A36C198814}" sibTransId="{87BAA8DD-37BD-466E-AD39-C4859B14B3B1}"/>
    <dgm:cxn modelId="{4BDC9480-F8AB-4B80-8E16-CF13B9DEEAEB}" type="presOf" srcId="{C4F8EE94-BFBD-4BE0-BF75-7753AF0F9B56}" destId="{1ADE8F52-70CF-486A-88DD-4465AA2C791D}" srcOrd="0" destOrd="0" presId="urn:microsoft.com/office/officeart/2005/8/layout/hList1"/>
    <dgm:cxn modelId="{E14E56A5-3622-4367-A376-FCD603C6C870}" type="presOf" srcId="{6BDEB296-C495-40D3-B94C-75AAF5510F7A}" destId="{3EA27C3F-50DA-4B7A-A838-FE4878C29359}" srcOrd="0" destOrd="0" presId="urn:microsoft.com/office/officeart/2005/8/layout/hList1"/>
    <dgm:cxn modelId="{118DACC7-EE0D-4CBA-9D52-A8FF204AFE95}" srcId="{C4F8EE94-BFBD-4BE0-BF75-7753AF0F9B56}" destId="{32E51156-1F71-43A7-B0B0-6082A4381210}" srcOrd="0" destOrd="0" parTransId="{19C332F3-6BFF-4EDE-B973-2312036727B1}" sibTransId="{A53381A5-4F50-4F36-873B-CA6F02DC64F9}"/>
    <dgm:cxn modelId="{37C913FB-5A05-4CA4-9BC7-1D61C70DD96D}" type="presOf" srcId="{32E51156-1F71-43A7-B0B0-6082A4381210}" destId="{9FFE5A68-2A4C-4D84-B16E-A2764A39CC84}" srcOrd="0" destOrd="0" presId="urn:microsoft.com/office/officeart/2005/8/layout/hList1"/>
    <dgm:cxn modelId="{86F325F3-3964-4318-B7B2-80C42848F6E2}" type="presParOf" srcId="{3EA27C3F-50DA-4B7A-A838-FE4878C29359}" destId="{FF9BC19F-7F20-43E4-9CCC-324FA0E76F83}" srcOrd="0" destOrd="0" presId="urn:microsoft.com/office/officeart/2005/8/layout/hList1"/>
    <dgm:cxn modelId="{6E429268-C4F2-415C-8135-0A56EC874929}" type="presParOf" srcId="{FF9BC19F-7F20-43E4-9CCC-324FA0E76F83}" destId="{1ADE8F52-70CF-486A-88DD-4465AA2C791D}" srcOrd="0" destOrd="0" presId="urn:microsoft.com/office/officeart/2005/8/layout/hList1"/>
    <dgm:cxn modelId="{D7D7F955-1168-4473-917B-FE5C516A1074}" type="presParOf" srcId="{FF9BC19F-7F20-43E4-9CCC-324FA0E76F83}" destId="{9FFE5A68-2A4C-4D84-B16E-A2764A39CC84}" srcOrd="1" destOrd="0" presId="urn:microsoft.com/office/officeart/2005/8/layout/hList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BDEB296-C495-40D3-B94C-75AAF5510F7A}" type="doc">
      <dgm:prSet loTypeId="urn:microsoft.com/office/officeart/2005/8/layout/hList1" loCatId="list" qsTypeId="urn:microsoft.com/office/officeart/2005/8/quickstyle/simple1" qsCatId="simple" csTypeId="urn:microsoft.com/office/officeart/2005/8/colors/accent0_3" csCatId="mainScheme" phldr="1"/>
      <dgm:spPr/>
      <dgm:t>
        <a:bodyPr/>
        <a:lstStyle/>
        <a:p>
          <a:endParaRPr lang="ru-RU"/>
        </a:p>
      </dgm:t>
    </dgm:pt>
    <dgm:pt modelId="{C4F8EE94-BFBD-4BE0-BF75-7753AF0F9B56}">
      <dgm:prSet phldrT="[Text]" custT="1"/>
      <dgm:spPr>
        <a:xfrm>
          <a:off x="0" y="4325"/>
          <a:ext cx="1551677" cy="620670"/>
        </a:xfrm>
        <a:prstGeom prst="rect">
          <a:avLst/>
        </a:prstGeom>
        <a:solidFill>
          <a:schemeClr val="accent1">
            <a:lumMod val="50000"/>
          </a:schemeClr>
        </a:solidFill>
      </dgm:spPr>
      <dgm:t>
        <a:bodyPr/>
        <a:lstStyle/>
        <a:p>
          <a:pPr>
            <a:buNone/>
          </a:pPr>
          <a:r>
            <a:rPr lang="en-US" sz="1800">
              <a:latin typeface="Arial"/>
              <a:ea typeface="+mn-ea"/>
              <a:cs typeface="+mn-cs"/>
            </a:rPr>
            <a:t>Cost Center B</a:t>
          </a:r>
          <a:endParaRPr lang="ru-RU" sz="1800">
            <a:latin typeface="Arial"/>
            <a:ea typeface="+mn-ea"/>
            <a:cs typeface="+mn-cs"/>
          </a:endParaRPr>
        </a:p>
      </dgm:t>
    </dgm:pt>
    <dgm:pt modelId="{B0CCFAA2-3696-4690-86B1-71A36C198814}" type="parTrans" cxnId="{7F2A0122-1714-4C41-A240-C415D3BBA5AB}">
      <dgm:prSet/>
      <dgm:spPr/>
      <dgm:t>
        <a:bodyPr/>
        <a:lstStyle/>
        <a:p>
          <a:endParaRPr lang="ru-RU"/>
        </a:p>
      </dgm:t>
    </dgm:pt>
    <dgm:pt modelId="{87BAA8DD-37BD-466E-AD39-C4859B14B3B1}" type="sibTrans" cxnId="{7F2A0122-1714-4C41-A240-C415D3BBA5AB}">
      <dgm:prSet/>
      <dgm:spPr/>
      <dgm:t>
        <a:bodyPr/>
        <a:lstStyle/>
        <a:p>
          <a:endParaRPr lang="ru-RU"/>
        </a:p>
      </dgm:t>
    </dgm:pt>
    <dgm:pt modelId="{3EA27C3F-50DA-4B7A-A838-FE4878C29359}" type="pres">
      <dgm:prSet presAssocID="{6BDEB296-C495-40D3-B94C-75AAF5510F7A}" presName="Name0" presStyleCnt="0">
        <dgm:presLayoutVars>
          <dgm:dir/>
          <dgm:animLvl val="lvl"/>
          <dgm:resizeHandles val="exact"/>
        </dgm:presLayoutVars>
      </dgm:prSet>
      <dgm:spPr/>
    </dgm:pt>
    <dgm:pt modelId="{FF9BC19F-7F20-43E4-9CCC-324FA0E76F83}" type="pres">
      <dgm:prSet presAssocID="{C4F8EE94-BFBD-4BE0-BF75-7753AF0F9B56}" presName="composite" presStyleCnt="0"/>
      <dgm:spPr/>
    </dgm:pt>
    <dgm:pt modelId="{1ADE8F52-70CF-486A-88DD-4465AA2C791D}" type="pres">
      <dgm:prSet presAssocID="{C4F8EE94-BFBD-4BE0-BF75-7753AF0F9B56}" presName="parTx" presStyleLbl="alignNode1" presStyleIdx="0" presStyleCnt="1">
        <dgm:presLayoutVars>
          <dgm:chMax val="0"/>
          <dgm:chPref val="0"/>
          <dgm:bulletEnabled val="1"/>
        </dgm:presLayoutVars>
      </dgm:prSet>
      <dgm:spPr/>
    </dgm:pt>
    <dgm:pt modelId="{9FFE5A68-2A4C-4D84-B16E-A2764A39CC84}" type="pres">
      <dgm:prSet presAssocID="{C4F8EE94-BFBD-4BE0-BF75-7753AF0F9B56}" presName="desTx" presStyleLbl="alignAccFollowNode1" presStyleIdx="0" presStyleCnt="1">
        <dgm:presLayoutVars>
          <dgm:bulletEnabled val="1"/>
        </dgm:presLayoutVars>
      </dgm:prSet>
      <dgm:spPr>
        <a:xfrm>
          <a:off x="0" y="624996"/>
          <a:ext cx="1551677" cy="1405440"/>
        </a:xfrm>
        <a:prstGeom prst="rect">
          <a:avLst/>
        </a:prstGeom>
      </dgm:spPr>
    </dgm:pt>
  </dgm:ptLst>
  <dgm:cxnLst>
    <dgm:cxn modelId="{7F2A0122-1714-4C41-A240-C415D3BBA5AB}" srcId="{6BDEB296-C495-40D3-B94C-75AAF5510F7A}" destId="{C4F8EE94-BFBD-4BE0-BF75-7753AF0F9B56}" srcOrd="0" destOrd="0" parTransId="{B0CCFAA2-3696-4690-86B1-71A36C198814}" sibTransId="{87BAA8DD-37BD-466E-AD39-C4859B14B3B1}"/>
    <dgm:cxn modelId="{1C55EE4D-FAEB-4A45-ADB3-67B59CF64C9C}" type="presOf" srcId="{C4F8EE94-BFBD-4BE0-BF75-7753AF0F9B56}" destId="{1ADE8F52-70CF-486A-88DD-4465AA2C791D}" srcOrd="0" destOrd="0" presId="urn:microsoft.com/office/officeart/2005/8/layout/hList1"/>
    <dgm:cxn modelId="{65415F89-4CBC-4E5F-8B6B-182E018C2840}" type="presOf" srcId="{6BDEB296-C495-40D3-B94C-75AAF5510F7A}" destId="{3EA27C3F-50DA-4B7A-A838-FE4878C29359}" srcOrd="0" destOrd="0" presId="urn:microsoft.com/office/officeart/2005/8/layout/hList1"/>
    <dgm:cxn modelId="{FF345C9E-AED2-4484-ADE4-5C4A5D4A563F}" type="presParOf" srcId="{3EA27C3F-50DA-4B7A-A838-FE4878C29359}" destId="{FF9BC19F-7F20-43E4-9CCC-324FA0E76F83}" srcOrd="0" destOrd="0" presId="urn:microsoft.com/office/officeart/2005/8/layout/hList1"/>
    <dgm:cxn modelId="{FF13AE06-DDAB-439A-BA4D-9F5C5B00C054}" type="presParOf" srcId="{FF9BC19F-7F20-43E4-9CCC-324FA0E76F83}" destId="{1ADE8F52-70CF-486A-88DD-4465AA2C791D}" srcOrd="0" destOrd="0" presId="urn:microsoft.com/office/officeart/2005/8/layout/hList1"/>
    <dgm:cxn modelId="{1793D7B8-93BB-44BB-851A-D487D053F0A1}" type="presParOf" srcId="{FF9BC19F-7F20-43E4-9CCC-324FA0E76F83}" destId="{9FFE5A68-2A4C-4D84-B16E-A2764A39CC84}" srcOrd="1" destOrd="0" presId="urn:microsoft.com/office/officeart/2005/8/layout/hList1"/>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DE8F52-70CF-486A-88DD-4465AA2C791D}">
      <dsp:nvSpPr>
        <dsp:cNvPr id="0" name=""/>
        <dsp:cNvSpPr/>
      </dsp:nvSpPr>
      <dsp:spPr>
        <a:xfrm>
          <a:off x="0" y="4325"/>
          <a:ext cx="1551677" cy="620670"/>
        </a:xfrm>
        <a:prstGeom prst="rect">
          <a:avLst/>
        </a:prstGeom>
        <a:solidFill>
          <a:schemeClr val="accent1">
            <a:lumMod val="50000"/>
          </a:schemeClr>
        </a:solidFill>
        <a:ln w="12700" cap="flat" cmpd="sng" algn="ctr">
          <a:solidFill>
            <a:schemeClr val="accent4">
              <a:shade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a:latin typeface="Arial"/>
              <a:ea typeface="+mn-ea"/>
              <a:cs typeface="+mn-cs"/>
            </a:rPr>
            <a:t>Cost Center A</a:t>
          </a:r>
          <a:endParaRPr lang="ru-RU" sz="1800" kern="1200">
            <a:latin typeface="Arial"/>
            <a:ea typeface="+mn-ea"/>
            <a:cs typeface="+mn-cs"/>
          </a:endParaRPr>
        </a:p>
      </dsp:txBody>
      <dsp:txXfrm>
        <a:off x="0" y="4325"/>
        <a:ext cx="1551677" cy="620670"/>
      </dsp:txXfrm>
    </dsp:sp>
    <dsp:sp modelId="{9FFE5A68-2A4C-4D84-B16E-A2764A39CC84}">
      <dsp:nvSpPr>
        <dsp:cNvPr id="0" name=""/>
        <dsp:cNvSpPr/>
      </dsp:nvSpPr>
      <dsp:spPr>
        <a:xfrm>
          <a:off x="0" y="624996"/>
          <a:ext cx="1551677" cy="1405440"/>
        </a:xfrm>
        <a:prstGeom prst="rect">
          <a:avLst/>
        </a:prstGeom>
        <a:solidFill>
          <a:schemeClr val="accent4">
            <a:alpha val="90000"/>
            <a:tint val="55000"/>
            <a:hueOff val="0"/>
            <a:satOff val="0"/>
            <a:lumOff val="0"/>
            <a:alphaOff val="0"/>
          </a:schemeClr>
        </a:solidFill>
        <a:ln w="12700" cap="flat" cmpd="sng" algn="ctr">
          <a:solidFill>
            <a:schemeClr val="accent4">
              <a:alpha val="90000"/>
              <a:tint val="55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70688" rIns="227584" bIns="256032" numCol="1" spcCol="1270" anchor="t" anchorCtr="0">
          <a:noAutofit/>
        </a:bodyPr>
        <a:lstStyle/>
        <a:p>
          <a:pPr marL="285750" lvl="1" indent="-285750" algn="l" defTabSz="1422400">
            <a:lnSpc>
              <a:spcPct val="90000"/>
            </a:lnSpc>
            <a:spcBef>
              <a:spcPct val="0"/>
            </a:spcBef>
            <a:spcAft>
              <a:spcPct val="15000"/>
            </a:spcAft>
            <a:buChar char="•"/>
          </a:pPr>
          <a:endParaRPr lang="ru-RU" sz="3200" kern="1200">
            <a:solidFill>
              <a:srgbClr val="39454B">
                <a:hueOff val="0"/>
                <a:satOff val="0"/>
                <a:lumOff val="0"/>
                <a:alphaOff val="0"/>
              </a:srgbClr>
            </a:solidFill>
            <a:latin typeface="Arial"/>
            <a:ea typeface="+mn-ea"/>
            <a:cs typeface="+mn-cs"/>
          </a:endParaRPr>
        </a:p>
      </dsp:txBody>
      <dsp:txXfrm>
        <a:off x="0" y="624996"/>
        <a:ext cx="1551677" cy="14054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DE8F52-70CF-486A-88DD-4465AA2C791D}">
      <dsp:nvSpPr>
        <dsp:cNvPr id="0" name=""/>
        <dsp:cNvSpPr/>
      </dsp:nvSpPr>
      <dsp:spPr>
        <a:xfrm>
          <a:off x="0" y="4325"/>
          <a:ext cx="1551677" cy="620670"/>
        </a:xfrm>
        <a:prstGeom prst="rect">
          <a:avLst/>
        </a:prstGeom>
        <a:solidFill>
          <a:schemeClr val="accent1">
            <a:lumMod val="50000"/>
          </a:schemeClr>
        </a:solidFill>
        <a:ln w="12700" cap="flat" cmpd="sng" algn="ctr">
          <a:solidFill>
            <a:schemeClr val="accent4">
              <a:shade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a:latin typeface="Arial"/>
              <a:ea typeface="+mn-ea"/>
              <a:cs typeface="+mn-cs"/>
            </a:rPr>
            <a:t>Cost Center B</a:t>
          </a:r>
          <a:endParaRPr lang="ru-RU" sz="1800" kern="1200">
            <a:latin typeface="Arial"/>
            <a:ea typeface="+mn-ea"/>
            <a:cs typeface="+mn-cs"/>
          </a:endParaRPr>
        </a:p>
      </dsp:txBody>
      <dsp:txXfrm>
        <a:off x="0" y="4325"/>
        <a:ext cx="1551677" cy="620670"/>
      </dsp:txXfrm>
    </dsp:sp>
    <dsp:sp modelId="{9FFE5A68-2A4C-4D84-B16E-A2764A39CC84}">
      <dsp:nvSpPr>
        <dsp:cNvPr id="0" name=""/>
        <dsp:cNvSpPr/>
      </dsp:nvSpPr>
      <dsp:spPr>
        <a:xfrm>
          <a:off x="0" y="624996"/>
          <a:ext cx="1551677" cy="1405440"/>
        </a:xfrm>
        <a:prstGeom prst="rect">
          <a:avLst/>
        </a:prstGeom>
        <a:solidFill>
          <a:schemeClr val="accent4">
            <a:alpha val="90000"/>
            <a:tint val="55000"/>
            <a:hueOff val="0"/>
            <a:satOff val="0"/>
            <a:lumOff val="0"/>
            <a:alphaOff val="0"/>
          </a:schemeClr>
        </a:solidFill>
        <a:ln w="12700" cap="flat" cmpd="sng" algn="ctr">
          <a:solidFill>
            <a:schemeClr val="accent4">
              <a:alpha val="90000"/>
              <a:tint val="55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DE8F52-70CF-486A-88DD-4465AA2C791D}">
      <dsp:nvSpPr>
        <dsp:cNvPr id="0" name=""/>
        <dsp:cNvSpPr/>
      </dsp:nvSpPr>
      <dsp:spPr>
        <a:xfrm>
          <a:off x="0" y="4325"/>
          <a:ext cx="1551677" cy="620670"/>
        </a:xfrm>
        <a:prstGeom prst="rect">
          <a:avLst/>
        </a:prstGeom>
        <a:solidFill>
          <a:schemeClr val="accent1">
            <a:lumMod val="5000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a:latin typeface="Arial"/>
              <a:ea typeface="+mn-ea"/>
              <a:cs typeface="+mn-cs"/>
            </a:rPr>
            <a:t>Cost Center A</a:t>
          </a:r>
          <a:endParaRPr lang="ru-RU" sz="1800" kern="1200">
            <a:latin typeface="Arial"/>
            <a:ea typeface="+mn-ea"/>
            <a:cs typeface="+mn-cs"/>
          </a:endParaRPr>
        </a:p>
      </dsp:txBody>
      <dsp:txXfrm>
        <a:off x="0" y="4325"/>
        <a:ext cx="1551677" cy="620670"/>
      </dsp:txXfrm>
    </dsp:sp>
    <dsp:sp modelId="{9FFE5A68-2A4C-4D84-B16E-A2764A39CC84}">
      <dsp:nvSpPr>
        <dsp:cNvPr id="0" name=""/>
        <dsp:cNvSpPr/>
      </dsp:nvSpPr>
      <dsp:spPr>
        <a:xfrm>
          <a:off x="0" y="624996"/>
          <a:ext cx="1551677" cy="1405440"/>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70688" rIns="227584" bIns="256032" numCol="1" spcCol="1270" anchor="t" anchorCtr="0">
          <a:noAutofit/>
        </a:bodyPr>
        <a:lstStyle/>
        <a:p>
          <a:pPr marL="285750" lvl="1" indent="-285750" algn="l" defTabSz="1422400">
            <a:lnSpc>
              <a:spcPct val="90000"/>
            </a:lnSpc>
            <a:spcBef>
              <a:spcPct val="0"/>
            </a:spcBef>
            <a:spcAft>
              <a:spcPct val="15000"/>
            </a:spcAft>
            <a:buChar char="•"/>
          </a:pPr>
          <a:endParaRPr lang="ru-RU" sz="3200" kern="1200">
            <a:solidFill>
              <a:srgbClr val="39454B">
                <a:hueOff val="0"/>
                <a:satOff val="0"/>
                <a:lumOff val="0"/>
                <a:alphaOff val="0"/>
              </a:srgbClr>
            </a:solidFill>
            <a:latin typeface="Arial"/>
            <a:ea typeface="+mn-ea"/>
            <a:cs typeface="+mn-cs"/>
          </a:endParaRPr>
        </a:p>
      </dsp:txBody>
      <dsp:txXfrm>
        <a:off x="0" y="624996"/>
        <a:ext cx="1551677" cy="14054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DE8F52-70CF-486A-88DD-4465AA2C791D}">
      <dsp:nvSpPr>
        <dsp:cNvPr id="0" name=""/>
        <dsp:cNvSpPr/>
      </dsp:nvSpPr>
      <dsp:spPr>
        <a:xfrm>
          <a:off x="0" y="4325"/>
          <a:ext cx="1551677" cy="620670"/>
        </a:xfrm>
        <a:prstGeom prst="rect">
          <a:avLst/>
        </a:prstGeom>
        <a:solidFill>
          <a:schemeClr val="accent1">
            <a:lumMod val="5000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a:latin typeface="Arial"/>
              <a:ea typeface="+mn-ea"/>
              <a:cs typeface="+mn-cs"/>
            </a:rPr>
            <a:t>Cost Center B</a:t>
          </a:r>
          <a:endParaRPr lang="ru-RU" sz="1800" kern="1200">
            <a:latin typeface="Arial"/>
            <a:ea typeface="+mn-ea"/>
            <a:cs typeface="+mn-cs"/>
          </a:endParaRPr>
        </a:p>
      </dsp:txBody>
      <dsp:txXfrm>
        <a:off x="0" y="4325"/>
        <a:ext cx="1551677" cy="620670"/>
      </dsp:txXfrm>
    </dsp:sp>
    <dsp:sp modelId="{9FFE5A68-2A4C-4D84-B16E-A2764A39CC84}">
      <dsp:nvSpPr>
        <dsp:cNvPr id="0" name=""/>
        <dsp:cNvSpPr/>
      </dsp:nvSpPr>
      <dsp:spPr>
        <a:xfrm>
          <a:off x="0" y="624996"/>
          <a:ext cx="1551677" cy="1405440"/>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2E298-1248-4401-9F3E-79067294A229}" type="datetimeFigureOut">
              <a:rPr lang="en-GB" smtClean="0"/>
              <a:t>25/04/2024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944EB3-E743-414B-A21A-64E051E5FA09}" type="slidenum">
              <a:rPr lang="en-GB" smtClean="0"/>
              <a:t>‹#›</a:t>
            </a:fld>
            <a:endParaRPr lang="en-GB"/>
          </a:p>
        </p:txBody>
      </p:sp>
    </p:spTree>
    <p:extLst>
      <p:ext uri="{BB962C8B-B14F-4D97-AF65-F5344CB8AC3E}">
        <p14:creationId xmlns:p14="http://schemas.microsoft.com/office/powerpoint/2010/main" val="1844677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74235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2" name="Group 21">
            <a:extLst>
              <a:ext uri="{FF2B5EF4-FFF2-40B4-BE49-F238E27FC236}">
                <a16:creationId xmlns:a16="http://schemas.microsoft.com/office/drawing/2014/main" id="{119BDA20-998B-457A-B579-10860DCD0A1C}"/>
              </a:ext>
            </a:extLst>
          </p:cNvPr>
          <p:cNvGrpSpPr/>
          <p:nvPr userDrawn="1"/>
        </p:nvGrpSpPr>
        <p:grpSpPr>
          <a:xfrm>
            <a:off x="534277" y="380597"/>
            <a:ext cx="902611" cy="902611"/>
            <a:chOff x="515937" y="326276"/>
            <a:chExt cx="902611" cy="902611"/>
          </a:xfrm>
        </p:grpSpPr>
        <p:grpSp>
          <p:nvGrpSpPr>
            <p:cNvPr id="23" name="Group 22">
              <a:extLst>
                <a:ext uri="{FF2B5EF4-FFF2-40B4-BE49-F238E27FC236}">
                  <a16:creationId xmlns:a16="http://schemas.microsoft.com/office/drawing/2014/main" id="{461574AA-36DC-4AA1-8288-BB699FC616CA}"/>
                </a:ext>
              </a:extLst>
            </p:cNvPr>
            <p:cNvGrpSpPr/>
            <p:nvPr/>
          </p:nvGrpSpPr>
          <p:grpSpPr>
            <a:xfrm>
              <a:off x="515937" y="326276"/>
              <a:ext cx="902611" cy="902611"/>
              <a:chOff x="4492144" y="190843"/>
              <a:chExt cx="855656" cy="855656"/>
            </a:xfrm>
          </p:grpSpPr>
          <p:sp>
            <p:nvSpPr>
              <p:cNvPr id="25" name="Oval 24">
                <a:extLst>
                  <a:ext uri="{FF2B5EF4-FFF2-40B4-BE49-F238E27FC236}">
                    <a16:creationId xmlns:a16="http://schemas.microsoft.com/office/drawing/2014/main" id="{1F46EE58-4E15-4047-BA0A-08D806BDD0C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Oval 25">
                <a:extLst>
                  <a:ext uri="{FF2B5EF4-FFF2-40B4-BE49-F238E27FC236}">
                    <a16:creationId xmlns:a16="http://schemas.microsoft.com/office/drawing/2014/main" id="{D491A383-0A05-4DB6-8C35-81A9AE683911}"/>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4" name="Picture 23">
              <a:extLst>
                <a:ext uri="{FF2B5EF4-FFF2-40B4-BE49-F238E27FC236}">
                  <a16:creationId xmlns:a16="http://schemas.microsoft.com/office/drawing/2014/main" id="{9B915A6A-1CF1-4842-9A60-D4810548BD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79366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a:extLst>
              <a:ext uri="{FF2B5EF4-FFF2-40B4-BE49-F238E27FC236}">
                <a16:creationId xmlns:a16="http://schemas.microsoft.com/office/drawing/2014/main" id="{D1121BA3-DFDA-4363-BC31-122FB93EABAF}"/>
              </a:ext>
            </a:extLst>
          </p:cNvPr>
          <p:cNvGrpSpPr/>
          <p:nvPr userDrawn="1"/>
        </p:nvGrpSpPr>
        <p:grpSpPr>
          <a:xfrm>
            <a:off x="480180" y="350564"/>
            <a:ext cx="902611" cy="902611"/>
            <a:chOff x="515937" y="326276"/>
            <a:chExt cx="902611" cy="902611"/>
          </a:xfrm>
        </p:grpSpPr>
        <p:grpSp>
          <p:nvGrpSpPr>
            <p:cNvPr id="22" name="Group 21">
              <a:extLst>
                <a:ext uri="{FF2B5EF4-FFF2-40B4-BE49-F238E27FC236}">
                  <a16:creationId xmlns:a16="http://schemas.microsoft.com/office/drawing/2014/main" id="{52474FB6-94CF-4B97-ACDD-CA64BE8D759B}"/>
                </a:ext>
              </a:extLst>
            </p:cNvPr>
            <p:cNvGrpSpPr/>
            <p:nvPr/>
          </p:nvGrpSpPr>
          <p:grpSpPr>
            <a:xfrm>
              <a:off x="515937" y="326276"/>
              <a:ext cx="902611" cy="902611"/>
              <a:chOff x="4492144" y="190843"/>
              <a:chExt cx="855656" cy="855656"/>
            </a:xfrm>
          </p:grpSpPr>
          <p:sp>
            <p:nvSpPr>
              <p:cNvPr id="29" name="Oval 28">
                <a:extLst>
                  <a:ext uri="{FF2B5EF4-FFF2-40B4-BE49-F238E27FC236}">
                    <a16:creationId xmlns:a16="http://schemas.microsoft.com/office/drawing/2014/main" id="{B9F5856B-5698-43AD-BCFC-2C10B8A97B78}"/>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Oval 29">
                <a:extLst>
                  <a:ext uri="{FF2B5EF4-FFF2-40B4-BE49-F238E27FC236}">
                    <a16:creationId xmlns:a16="http://schemas.microsoft.com/office/drawing/2014/main" id="{21963F15-A1C0-4470-B411-E0046E12E4B7}"/>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8" name="Picture 27">
              <a:extLst>
                <a:ext uri="{FF2B5EF4-FFF2-40B4-BE49-F238E27FC236}">
                  <a16:creationId xmlns:a16="http://schemas.microsoft.com/office/drawing/2014/main" id="{71FC43D5-4C18-40D6-9BB7-C5A28C744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4010346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266652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a:extLst>
              <a:ext uri="{FF2B5EF4-FFF2-40B4-BE49-F238E27FC236}">
                <a16:creationId xmlns:a16="http://schemas.microsoft.com/office/drawing/2014/main" id="{E3E30CAE-C48E-4C10-823D-7B7B055C1621}"/>
              </a:ext>
            </a:extLst>
          </p:cNvPr>
          <p:cNvGrpSpPr/>
          <p:nvPr userDrawn="1"/>
        </p:nvGrpSpPr>
        <p:grpSpPr>
          <a:xfrm>
            <a:off x="445437" y="339706"/>
            <a:ext cx="902611" cy="902611"/>
            <a:chOff x="515937" y="326276"/>
            <a:chExt cx="902611" cy="902611"/>
          </a:xfrm>
        </p:grpSpPr>
        <p:grpSp>
          <p:nvGrpSpPr>
            <p:cNvPr id="19" name="Group 18">
              <a:extLst>
                <a:ext uri="{FF2B5EF4-FFF2-40B4-BE49-F238E27FC236}">
                  <a16:creationId xmlns:a16="http://schemas.microsoft.com/office/drawing/2014/main" id="{448B2734-2F5C-4117-AEB7-A94237D67448}"/>
                </a:ext>
              </a:extLst>
            </p:cNvPr>
            <p:cNvGrpSpPr/>
            <p:nvPr/>
          </p:nvGrpSpPr>
          <p:grpSpPr>
            <a:xfrm>
              <a:off x="515937" y="326276"/>
              <a:ext cx="902611" cy="902611"/>
              <a:chOff x="4492144" y="190843"/>
              <a:chExt cx="855656" cy="855656"/>
            </a:xfrm>
          </p:grpSpPr>
          <p:sp>
            <p:nvSpPr>
              <p:cNvPr id="26" name="Oval 25">
                <a:extLst>
                  <a:ext uri="{FF2B5EF4-FFF2-40B4-BE49-F238E27FC236}">
                    <a16:creationId xmlns:a16="http://schemas.microsoft.com/office/drawing/2014/main" id="{54C76669-00B0-4607-8644-F90CB369E0B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DCEA192E-2BDC-4203-AC54-8AD16575143B}"/>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5" name="Picture 24">
              <a:extLst>
                <a:ext uri="{FF2B5EF4-FFF2-40B4-BE49-F238E27FC236}">
                  <a16:creationId xmlns:a16="http://schemas.microsoft.com/office/drawing/2014/main" id="{F905EC3A-FD2E-44C9-BC8C-D41A7528EB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660642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252962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992479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181678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51020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521" y="19143"/>
            <a:ext cx="10837863" cy="1325563"/>
          </a:xfrm>
        </p:spPr>
        <p:txBody>
          <a:bodyPr>
            <a:normAutofit/>
          </a:bodyPr>
          <a:lstStyle>
            <a:lvl1pPr>
              <a:defRPr sz="3000">
                <a:latin typeface="Arial" charset="0"/>
                <a:ea typeface="Arial" charset="0"/>
                <a:cs typeface="Arial" charset="0"/>
              </a:defRPr>
            </a:lvl1pPr>
          </a:lstStyle>
          <a:p>
            <a:r>
              <a:rPr lang="en-US"/>
              <a:t>Click to edit Master title style</a:t>
            </a:r>
          </a:p>
        </p:txBody>
      </p:sp>
      <p:sp>
        <p:nvSpPr>
          <p:cNvPr id="5" name="Slide Number Placeholder 4"/>
          <p:cNvSpPr>
            <a:spLocks noGrp="1"/>
          </p:cNvSpPr>
          <p:nvPr>
            <p:ph type="sldNum" sz="quarter" idx="12"/>
          </p:nvPr>
        </p:nvSpPr>
        <p:spPr>
          <a:xfrm>
            <a:off x="9139383" y="6465095"/>
            <a:ext cx="2743200" cy="365125"/>
          </a:xfrm>
        </p:spPr>
        <p:txBody>
          <a:bodyPr/>
          <a:lstStyle>
            <a:lvl1pPr>
              <a:defRPr sz="800"/>
            </a:lvl1pPr>
          </a:lstStyle>
          <a:p>
            <a:fld id="{1A6A2304-23DC-2B46-BD14-F082077842FF}" type="slidenum">
              <a:rPr lang="en-US" smtClean="0"/>
              <a:pPr/>
              <a:t>‹#›</a:t>
            </a:fld>
            <a:endParaRPr lang="en-US"/>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3"/>
            <a:ext cx="10837863" cy="496548"/>
          </a:xfrm>
        </p:spPr>
        <p:txBody>
          <a:bodyPr/>
          <a:lstStyle>
            <a:lvl3pPr marL="399930" indent="-195204">
              <a:defRPr/>
            </a:lvl3pPr>
          </a:lstStyle>
          <a:p>
            <a:pPr lvl="0"/>
            <a:r>
              <a:rPr lang="en-US"/>
              <a:t>Edit Master text styles</a:t>
            </a:r>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grpSp>
        <p:nvGrpSpPr>
          <p:cNvPr id="9" name="Group 8"/>
          <p:cNvGrpSpPr/>
          <p:nvPr userDrawn="1"/>
        </p:nvGrpSpPr>
        <p:grpSpPr>
          <a:xfrm>
            <a:off x="10086109" y="394278"/>
            <a:ext cx="2105891" cy="569193"/>
            <a:chOff x="10086109" y="5763491"/>
            <a:chExt cx="2105891" cy="569193"/>
          </a:xfrm>
        </p:grpSpPr>
        <p:sp>
          <p:nvSpPr>
            <p:cNvPr id="10" name="Rectangle 9"/>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11" name="Group 10"/>
            <p:cNvGrpSpPr/>
            <p:nvPr/>
          </p:nvGrpSpPr>
          <p:grpSpPr>
            <a:xfrm>
              <a:off x="10538695" y="5812704"/>
              <a:ext cx="1343888" cy="519980"/>
              <a:chOff x="515938" y="466803"/>
              <a:chExt cx="2499478" cy="967103"/>
            </a:xfrm>
          </p:grpSpPr>
          <p:grpSp>
            <p:nvGrpSpPr>
              <p:cNvPr id="12" name="Group 11"/>
              <p:cNvGrpSpPr/>
              <p:nvPr/>
            </p:nvGrpSpPr>
            <p:grpSpPr>
              <a:xfrm>
                <a:off x="515938" y="466803"/>
                <a:ext cx="281354" cy="780960"/>
                <a:chOff x="4342156" y="2541184"/>
                <a:chExt cx="219003" cy="683186"/>
              </a:xfrm>
            </p:grpSpPr>
            <p:sp>
              <p:nvSpPr>
                <p:cNvPr id="14" name="Rectangle 13"/>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5" name="Rounded Rectangle 14"/>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3" name="TextBox 12"/>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Tree>
    <p:extLst>
      <p:ext uri="{BB962C8B-B14F-4D97-AF65-F5344CB8AC3E}">
        <p14:creationId xmlns:p14="http://schemas.microsoft.com/office/powerpoint/2010/main" val="4285613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a:xfrm>
            <a:off x="7077073" y="6297521"/>
            <a:ext cx="4201727"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27865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9189006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989141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7651452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8307073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5" Type="http://schemas.openxmlformats.org/officeDocument/2006/relationships/theme" Target="../theme/theme3.xml"/><Relationship Id="rId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059941870"/>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991" r:id="rId3"/>
    <p:sldLayoutId id="2147483848"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027459739"/>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94" r:id="rId5"/>
    <p:sldLayoutId id="2147483995" r:id="rId6"/>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216067138"/>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diagramLayout" Target="../diagrams/layout3.xml"/><Relationship Id="rId18" Type="http://schemas.openxmlformats.org/officeDocument/2006/relationships/diagramLayout" Target="../diagrams/layout4.xml"/><Relationship Id="rId3" Type="http://schemas.openxmlformats.org/officeDocument/2006/relationships/diagramLayout" Target="../diagrams/layout1.xml"/><Relationship Id="rId21" Type="http://schemas.microsoft.com/office/2007/relationships/diagramDrawing" Target="../diagrams/drawing4.xml"/><Relationship Id="rId7" Type="http://schemas.openxmlformats.org/officeDocument/2006/relationships/diagramData" Target="../diagrams/data2.xml"/><Relationship Id="rId12" Type="http://schemas.openxmlformats.org/officeDocument/2006/relationships/diagramData" Target="../diagrams/data3.xml"/><Relationship Id="rId17" Type="http://schemas.openxmlformats.org/officeDocument/2006/relationships/diagramData" Target="../diagrams/data4.xml"/><Relationship Id="rId2" Type="http://schemas.openxmlformats.org/officeDocument/2006/relationships/diagramData" Target="../diagrams/data1.xml"/><Relationship Id="rId16" Type="http://schemas.microsoft.com/office/2007/relationships/diagramDrawing" Target="../diagrams/drawing3.xml"/><Relationship Id="rId20" Type="http://schemas.openxmlformats.org/officeDocument/2006/relationships/diagramColors" Target="../diagrams/colors4.xml"/><Relationship Id="rId1" Type="http://schemas.openxmlformats.org/officeDocument/2006/relationships/slideLayout" Target="../slideLayouts/slideLayout8.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diagramColors" Target="../diagrams/colors3.xml"/><Relationship Id="rId10" Type="http://schemas.openxmlformats.org/officeDocument/2006/relationships/diagramColors" Target="../diagrams/colors2.xml"/><Relationship Id="rId19" Type="http://schemas.openxmlformats.org/officeDocument/2006/relationships/diagramQuickStyle" Target="../diagrams/quickStyle4.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image" Target="../media/image13.png"/><Relationship Id="rId1" Type="http://schemas.openxmlformats.org/officeDocument/2006/relationships/slideLayout" Target="../slideLayouts/slideLayout8.xml"/><Relationship Id="rId6" Type="http://schemas.microsoft.com/office/2007/relationships/hdphoto" Target="../media/hdphoto2.wdp"/><Relationship Id="rId5" Type="http://schemas.openxmlformats.org/officeDocument/2006/relationships/image" Target="../media/image15.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8.xml"/><Relationship Id="rId5" Type="http://schemas.microsoft.com/office/2007/relationships/hdphoto" Target="../media/hdphoto3.wdp"/><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microsoft.com/office/2007/relationships/hdphoto" Target="../media/hdphoto4.wdp"/><Relationship Id="rId7" Type="http://schemas.microsoft.com/office/2007/relationships/hdphoto" Target="../media/hdphoto5.wdp"/><Relationship Id="rId2" Type="http://schemas.openxmlformats.org/officeDocument/2006/relationships/image" Target="../media/image20.png"/><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microsoft.com/office/2007/relationships/hdphoto" Target="../media/hdphoto6.wdp"/><Relationship Id="rId7" Type="http://schemas.microsoft.com/office/2007/relationships/hdphoto" Target="../media/hdphoto8.wdp"/><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26.png"/><Relationship Id="rId5" Type="http://schemas.microsoft.com/office/2007/relationships/hdphoto" Target="../media/hdphoto7.wdp"/><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25613"/>
            <a:ext cx="12192000" cy="4902408"/>
          </a:xfrm>
          <a:prstGeom prst="rect">
            <a:avLst/>
          </a:prstGeom>
        </p:spPr>
      </p:pic>
      <p:sp>
        <p:nvSpPr>
          <p:cNvPr id="38" name="Rectangle 37"/>
          <p:cNvSpPr/>
          <p:nvPr/>
        </p:nvSpPr>
        <p:spPr>
          <a:xfrm>
            <a:off x="0" y="1321093"/>
            <a:ext cx="12192000" cy="4902409"/>
          </a:xfrm>
          <a:prstGeom prst="rect">
            <a:avLst/>
          </a:prstGeom>
          <a:gradFill flip="none" rotWithShape="1">
            <a:gsLst>
              <a:gs pos="0">
                <a:schemeClr val="accent1">
                  <a:lumMod val="75000"/>
                </a:schemeClr>
              </a:gs>
              <a:gs pos="100000">
                <a:schemeClr val="accent1">
                  <a:lumMod val="20000"/>
                  <a:lumOff val="80000"/>
                  <a:alpha val="34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Arial" panose="020B0604020202020204"/>
            </a:endParaRPr>
          </a:p>
        </p:txBody>
      </p:sp>
      <p:sp>
        <p:nvSpPr>
          <p:cNvPr id="3" name="Slide Number Placeholder 2"/>
          <p:cNvSpPr>
            <a:spLocks noGrp="1"/>
          </p:cNvSpPr>
          <p:nvPr>
            <p:ph type="sldNum" sz="quarter" idx="12"/>
          </p:nvPr>
        </p:nvSpPr>
        <p:spPr>
          <a:xfrm>
            <a:off x="11278800" y="6282531"/>
            <a:ext cx="39726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solidFill>
                  <a:srgbClr val="000000"/>
                </a:solidFill>
              </a:rPr>
              <a:t>Period End Closing Key Process Areas and New Period End Checks</a:t>
            </a:r>
          </a:p>
        </p:txBody>
      </p:sp>
      <p:sp>
        <p:nvSpPr>
          <p:cNvPr id="40" name="Rounded Rectangle 39"/>
          <p:cNvSpPr/>
          <p:nvPr/>
        </p:nvSpPr>
        <p:spPr>
          <a:xfrm>
            <a:off x="229562" y="3177153"/>
            <a:ext cx="3525625"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000000"/>
                </a:solidFill>
                <a:latin typeface="Arial" charset="0"/>
                <a:cs typeface="Arial" charset="0"/>
              </a:rPr>
              <a:t>Cost Management Closing Activities</a:t>
            </a:r>
          </a:p>
        </p:txBody>
      </p:sp>
      <p:sp>
        <p:nvSpPr>
          <p:cNvPr id="33" name="Rounded Rectangle 39">
            <a:extLst>
              <a:ext uri="{FF2B5EF4-FFF2-40B4-BE49-F238E27FC236}">
                <a16:creationId xmlns:a16="http://schemas.microsoft.com/office/drawing/2014/main" id="{72B7565A-673C-4ABF-AB86-333F67803ECD}"/>
              </a:ext>
            </a:extLst>
          </p:cNvPr>
          <p:cNvSpPr/>
          <p:nvPr/>
        </p:nvSpPr>
        <p:spPr>
          <a:xfrm>
            <a:off x="5183896" y="4423558"/>
            <a:ext cx="3252919"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GB" sz="1400" b="1">
                <a:solidFill>
                  <a:srgbClr val="FFFFFF"/>
                </a:solidFill>
                <a:cs typeface="Arial"/>
              </a:rPr>
              <a:t>Internal Order Settlement (Leaf entities only)</a:t>
            </a:r>
          </a:p>
        </p:txBody>
      </p:sp>
      <p:cxnSp>
        <p:nvCxnSpPr>
          <p:cNvPr id="53" name="Elbow Connector 4">
            <a:extLst>
              <a:ext uri="{FF2B5EF4-FFF2-40B4-BE49-F238E27FC236}">
                <a16:creationId xmlns:a16="http://schemas.microsoft.com/office/drawing/2014/main" id="{213A4D26-F0F8-4F27-B89A-429D9EA6A4EC}"/>
              </a:ext>
            </a:extLst>
          </p:cNvPr>
          <p:cNvCxnSpPr>
            <a:cxnSpLocks/>
          </p:cNvCxnSpPr>
          <p:nvPr/>
        </p:nvCxnSpPr>
        <p:spPr>
          <a:xfrm flipV="1">
            <a:off x="3906014" y="2426677"/>
            <a:ext cx="1127055" cy="957288"/>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17" name="Elbow Connector 7">
            <a:extLst>
              <a:ext uri="{FF2B5EF4-FFF2-40B4-BE49-F238E27FC236}">
                <a16:creationId xmlns:a16="http://schemas.microsoft.com/office/drawing/2014/main" id="{06B3D66A-D303-4524-8C8E-FC2882AAAE9A}"/>
              </a:ext>
            </a:extLst>
          </p:cNvPr>
          <p:cNvCxnSpPr>
            <a:cxnSpLocks/>
          </p:cNvCxnSpPr>
          <p:nvPr/>
        </p:nvCxnSpPr>
        <p:spPr>
          <a:xfrm rot="16200000" flipH="1">
            <a:off x="4113629" y="3755965"/>
            <a:ext cx="1275352" cy="563531"/>
          </a:xfrm>
          <a:prstGeom prst="bentConnector3">
            <a:avLst>
              <a:gd name="adj1" fmla="val 99637"/>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11" name="Rounded Rectangle 39">
            <a:extLst>
              <a:ext uri="{FF2B5EF4-FFF2-40B4-BE49-F238E27FC236}">
                <a16:creationId xmlns:a16="http://schemas.microsoft.com/office/drawing/2014/main" id="{924F80A1-1595-4D0A-99BB-4E4BC34E0927}"/>
              </a:ext>
            </a:extLst>
          </p:cNvPr>
          <p:cNvSpPr/>
          <p:nvPr/>
        </p:nvSpPr>
        <p:spPr>
          <a:xfrm>
            <a:off x="5183896" y="2166899"/>
            <a:ext cx="3252919"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a:solidFill>
                  <a:srgbClr val="FFFFFF"/>
                </a:solidFill>
                <a:cs typeface="Arial"/>
              </a:rPr>
              <a:t>Above Brand Contribution (ABC) </a:t>
            </a:r>
          </a:p>
          <a:p>
            <a:pPr algn="ctr"/>
            <a:r>
              <a:rPr lang="en-US" sz="1400" b="1">
                <a:solidFill>
                  <a:srgbClr val="FFFFFF"/>
                </a:solidFill>
                <a:cs typeface="Arial"/>
              </a:rPr>
              <a:t>WBS Settlement / Allocation</a:t>
            </a:r>
          </a:p>
        </p:txBody>
      </p:sp>
      <p:sp>
        <p:nvSpPr>
          <p:cNvPr id="12" name="Rounded Rectangle 39">
            <a:extLst>
              <a:ext uri="{FF2B5EF4-FFF2-40B4-BE49-F238E27FC236}">
                <a16:creationId xmlns:a16="http://schemas.microsoft.com/office/drawing/2014/main" id="{8A776FC3-4960-4AD9-9227-E8B126916165}"/>
              </a:ext>
            </a:extLst>
          </p:cNvPr>
          <p:cNvSpPr/>
          <p:nvPr/>
        </p:nvSpPr>
        <p:spPr>
          <a:xfrm>
            <a:off x="5183896" y="3295228"/>
            <a:ext cx="3252919"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GB" sz="1400" b="1">
                <a:solidFill>
                  <a:srgbClr val="000000"/>
                </a:solidFill>
                <a:latin typeface="Arial" charset="0"/>
                <a:cs typeface="Arial" charset="0"/>
              </a:rPr>
              <a:t>Cost Center Distribution and Assessment</a:t>
            </a:r>
            <a:endParaRPr lang="en-US" sz="1400" b="1">
              <a:solidFill>
                <a:srgbClr val="000000"/>
              </a:solidFill>
              <a:latin typeface="Arial" charset="0"/>
              <a:cs typeface="Arial" charset="0"/>
            </a:endParaRPr>
          </a:p>
        </p:txBody>
      </p:sp>
      <p:sp>
        <p:nvSpPr>
          <p:cNvPr id="13" name="Rounded Rectangle 39">
            <a:extLst>
              <a:ext uri="{FF2B5EF4-FFF2-40B4-BE49-F238E27FC236}">
                <a16:creationId xmlns:a16="http://schemas.microsoft.com/office/drawing/2014/main" id="{5A52AF00-EF3E-46AF-8786-EF618280372E}"/>
              </a:ext>
            </a:extLst>
          </p:cNvPr>
          <p:cNvSpPr/>
          <p:nvPr/>
        </p:nvSpPr>
        <p:spPr>
          <a:xfrm>
            <a:off x="9073614" y="1656450"/>
            <a:ext cx="2489390"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a:solidFill>
                  <a:srgbClr val="FFFFFF"/>
                </a:solidFill>
                <a:cs typeface="Arial"/>
              </a:rPr>
              <a:t>Branded WBS Settlement</a:t>
            </a:r>
          </a:p>
        </p:txBody>
      </p:sp>
      <p:cxnSp>
        <p:nvCxnSpPr>
          <p:cNvPr id="16" name="Straight Connector 15">
            <a:extLst>
              <a:ext uri="{FF2B5EF4-FFF2-40B4-BE49-F238E27FC236}">
                <a16:creationId xmlns:a16="http://schemas.microsoft.com/office/drawing/2014/main" id="{5283D96A-5731-472E-9487-7ADDE6457265}"/>
              </a:ext>
            </a:extLst>
          </p:cNvPr>
          <p:cNvCxnSpPr/>
          <p:nvPr/>
        </p:nvCxnSpPr>
        <p:spPr>
          <a:xfrm>
            <a:off x="4462895" y="3563897"/>
            <a:ext cx="570174" cy="0"/>
          </a:xfrm>
          <a:prstGeom prst="line">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20" name="Rounded Rectangle 39">
            <a:extLst>
              <a:ext uri="{FF2B5EF4-FFF2-40B4-BE49-F238E27FC236}">
                <a16:creationId xmlns:a16="http://schemas.microsoft.com/office/drawing/2014/main" id="{D684800A-41AE-4F99-9CEA-90641277B25A}"/>
              </a:ext>
            </a:extLst>
          </p:cNvPr>
          <p:cNvSpPr/>
          <p:nvPr/>
        </p:nvSpPr>
        <p:spPr>
          <a:xfrm>
            <a:off x="9088392" y="2401627"/>
            <a:ext cx="2489390"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a:solidFill>
                  <a:srgbClr val="FFFFFF"/>
                </a:solidFill>
                <a:cs typeface="Arial"/>
              </a:rPr>
              <a:t>Multi-brand WBS Settlement / Allocation</a:t>
            </a:r>
          </a:p>
        </p:txBody>
      </p:sp>
      <p:cxnSp>
        <p:nvCxnSpPr>
          <p:cNvPr id="21" name="Elbow Connector 4">
            <a:extLst>
              <a:ext uri="{FF2B5EF4-FFF2-40B4-BE49-F238E27FC236}">
                <a16:creationId xmlns:a16="http://schemas.microsoft.com/office/drawing/2014/main" id="{86A5B1BA-39B7-4009-9BB7-56D899D48295}"/>
              </a:ext>
            </a:extLst>
          </p:cNvPr>
          <p:cNvCxnSpPr>
            <a:cxnSpLocks/>
          </p:cNvCxnSpPr>
          <p:nvPr/>
        </p:nvCxnSpPr>
        <p:spPr>
          <a:xfrm rot="5400000" flipH="1" flipV="1">
            <a:off x="8535974" y="2051408"/>
            <a:ext cx="518382" cy="282038"/>
          </a:xfrm>
          <a:prstGeom prst="bentConnector3">
            <a:avLst>
              <a:gd name="adj1" fmla="val 98108"/>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28" name="Elbow Connector 7">
            <a:extLst>
              <a:ext uri="{FF2B5EF4-FFF2-40B4-BE49-F238E27FC236}">
                <a16:creationId xmlns:a16="http://schemas.microsoft.com/office/drawing/2014/main" id="{B2F017F9-FF9C-4E54-AC9A-7AA7E3BF78C5}"/>
              </a:ext>
            </a:extLst>
          </p:cNvPr>
          <p:cNvCxnSpPr>
            <a:cxnSpLocks/>
          </p:cNvCxnSpPr>
          <p:nvPr/>
        </p:nvCxnSpPr>
        <p:spPr>
          <a:xfrm rot="16200000" flipH="1">
            <a:off x="8543455" y="2302802"/>
            <a:ext cx="503695" cy="281768"/>
          </a:xfrm>
          <a:prstGeom prst="bentConnector3">
            <a:avLst>
              <a:gd name="adj1" fmla="val 10116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6A0742E-DFA2-4FAF-8EFC-0F6655E0D182}"/>
              </a:ext>
            </a:extLst>
          </p:cNvPr>
          <p:cNvCxnSpPr/>
          <p:nvPr/>
        </p:nvCxnSpPr>
        <p:spPr>
          <a:xfrm>
            <a:off x="8474174" y="2393807"/>
            <a:ext cx="205592"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5833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E0FBADE-154E-4255-AFC5-EDBD3B5D752C}"/>
              </a:ext>
            </a:extLst>
          </p:cNvPr>
          <p:cNvPicPr>
            <a:picLocks noChangeAspect="1"/>
          </p:cNvPicPr>
          <p:nvPr/>
        </p:nvPicPr>
        <p:blipFill>
          <a:blip r:embed="rId3"/>
          <a:stretch>
            <a:fillRect/>
          </a:stretch>
        </p:blipFill>
        <p:spPr>
          <a:xfrm>
            <a:off x="6129359" y="1421896"/>
            <a:ext cx="6015984" cy="2906387"/>
          </a:xfrm>
          <a:prstGeom prst="rect">
            <a:avLst/>
          </a:prstGeom>
          <a:effectLst>
            <a:outerShdw blurRad="50800" dist="38100" dir="2700000" algn="tl" rotWithShape="0">
              <a:prstClr val="black">
                <a:alpha val="40000"/>
              </a:prstClr>
            </a:outerShdw>
          </a:effectLst>
        </p:spPr>
      </p:pic>
      <p:sp>
        <p:nvSpPr>
          <p:cNvPr id="24" name="Slide Number Placeholder 2">
            <a:extLst>
              <a:ext uri="{FF2B5EF4-FFF2-40B4-BE49-F238E27FC236}">
                <a16:creationId xmlns:a16="http://schemas.microsoft.com/office/drawing/2014/main" id="{5F78778B-8AE7-403D-A352-D875AF28F10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2FDAB986-BF86-4644-9EF9-32D75C653C5E}"/>
              </a:ext>
            </a:extLst>
          </p:cNvPr>
          <p:cNvSpPr>
            <a:spLocks noGrp="1"/>
          </p:cNvSpPr>
          <p:nvPr>
            <p:ph type="title"/>
          </p:nvPr>
        </p:nvSpPr>
        <p:spPr>
          <a:xfrm>
            <a:off x="1576968" y="233127"/>
            <a:ext cx="10220126" cy="984247"/>
          </a:xfrm>
        </p:spPr>
        <p:txBody>
          <a:bodyPr/>
          <a:lstStyle/>
          <a:p>
            <a:r>
              <a:rPr lang="en-GB"/>
              <a:t>Cost Center Allocations</a:t>
            </a:r>
          </a:p>
        </p:txBody>
      </p:sp>
      <p:sp>
        <p:nvSpPr>
          <p:cNvPr id="8" name="Rectangle 7">
            <a:extLst>
              <a:ext uri="{FF2B5EF4-FFF2-40B4-BE49-F238E27FC236}">
                <a16:creationId xmlns:a16="http://schemas.microsoft.com/office/drawing/2014/main" id="{23CA56EC-827F-49BB-A015-79EA68FD2EFE}"/>
              </a:ext>
            </a:extLst>
          </p:cNvPr>
          <p:cNvSpPr/>
          <p:nvPr/>
        </p:nvSpPr>
        <p:spPr>
          <a:xfrm>
            <a:off x="6367352" y="2078954"/>
            <a:ext cx="5429742" cy="307777"/>
          </a:xfrm>
          <a:prstGeom prst="rect">
            <a:avLst/>
          </a:prstGeom>
        </p:spPr>
        <p:txBody>
          <a:bodyPr wrap="square">
            <a:spAutoFit/>
          </a:bodyPr>
          <a:lstStyle/>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 name="Freeform: Shape 24">
            <a:extLst>
              <a:ext uri="{FF2B5EF4-FFF2-40B4-BE49-F238E27FC236}">
                <a16:creationId xmlns:a16="http://schemas.microsoft.com/office/drawing/2014/main" id="{513203DA-10E1-4520-B0AF-701FDA830BC8}"/>
              </a:ext>
            </a:extLst>
          </p:cNvPr>
          <p:cNvSpPr/>
          <p:nvPr/>
        </p:nvSpPr>
        <p:spPr>
          <a:xfrm>
            <a:off x="558224" y="4815221"/>
            <a:ext cx="3107689" cy="619635"/>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spcBef>
                <a:spcPct val="0"/>
              </a:spcBef>
              <a:buClrTx/>
              <a:buSzTx/>
              <a:buFontTx/>
              <a:buNone/>
              <a:tabLst/>
              <a:defRPr/>
            </a:pPr>
            <a:r>
              <a:rPr kumimoji="0" lang="en-US" sz="16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T-Code</a:t>
            </a:r>
            <a:r>
              <a:rPr kumimoji="0" lang="en-US" sz="16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a:t>
            </a:r>
          </a:p>
          <a:p>
            <a:pPr lvl="0" algn="ctr" defTabSz="1644650">
              <a:spcBef>
                <a:spcPct val="0"/>
              </a:spcBef>
              <a:defRPr/>
            </a:pPr>
            <a:r>
              <a:rPr lang="en-US" sz="1200">
                <a:solidFill>
                  <a:srgbClr val="000000">
                    <a:hueOff val="0"/>
                    <a:satOff val="0"/>
                    <a:lumOff val="0"/>
                    <a:alphaOff val="0"/>
                  </a:srgbClr>
                </a:solidFill>
                <a:latin typeface="Arial" panose="020B0604020202020204"/>
              </a:rPr>
              <a:t>KSV5 – Distribution</a:t>
            </a:r>
          </a:p>
          <a:p>
            <a:pPr lvl="0" algn="ctr" defTabSz="1644650">
              <a:spcBef>
                <a:spcPct val="0"/>
              </a:spcBef>
              <a:defRPr/>
            </a:pPr>
            <a:r>
              <a:rPr kumimoji="0" lang="en-US" sz="12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KSU</a:t>
            </a:r>
            <a:r>
              <a:rPr lang="en-US" sz="1200">
                <a:solidFill>
                  <a:srgbClr val="000000">
                    <a:hueOff val="0"/>
                    <a:satOff val="0"/>
                    <a:lumOff val="0"/>
                    <a:alphaOff val="0"/>
                  </a:srgbClr>
                </a:solidFill>
                <a:latin typeface="Arial" panose="020B0604020202020204"/>
              </a:rPr>
              <a:t>5 – Assessment</a:t>
            </a:r>
          </a:p>
        </p:txBody>
      </p:sp>
      <p:sp>
        <p:nvSpPr>
          <p:cNvPr id="27" name="Freeform: Shape 26">
            <a:extLst>
              <a:ext uri="{FF2B5EF4-FFF2-40B4-BE49-F238E27FC236}">
                <a16:creationId xmlns:a16="http://schemas.microsoft.com/office/drawing/2014/main" id="{F70E22DA-9C3D-4EF6-9EEC-7D94927A4C2B}"/>
              </a:ext>
            </a:extLst>
          </p:cNvPr>
          <p:cNvSpPr/>
          <p:nvPr/>
        </p:nvSpPr>
        <p:spPr>
          <a:xfrm>
            <a:off x="558224" y="6202096"/>
            <a:ext cx="3107689" cy="623397"/>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1238439"/>
              <a:satOff val="-9074"/>
              <a:lumOff val="149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spcBef>
                <a:spcPct val="0"/>
              </a:spcBef>
              <a:buClrTx/>
              <a:buSzTx/>
              <a:buFontTx/>
              <a:buNone/>
              <a:tabLst/>
              <a:defRPr/>
            </a:pPr>
            <a:r>
              <a:rPr kumimoji="0" lang="en-US" sz="16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Timing: </a:t>
            </a:r>
            <a:endParaRPr kumimoji="0" lang="en-US" sz="16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a:p>
            <a:pPr marL="0" marR="0" lvl="0" indent="0" algn="ctr" defTabSz="1644650" rtl="0" eaLnBrk="1" fontAlgn="auto" latinLnBrk="0" hangingPunct="1">
              <a:spcBef>
                <a:spcPct val="0"/>
              </a:spcBef>
              <a:buClrTx/>
              <a:buSzTx/>
              <a:buFontTx/>
              <a:buNone/>
              <a:tabLst/>
              <a:defRPr/>
            </a:pPr>
            <a:r>
              <a:rPr lang="en-US" sz="1300">
                <a:solidFill>
                  <a:srgbClr val="000000">
                    <a:hueOff val="0"/>
                    <a:satOff val="0"/>
                    <a:lumOff val="0"/>
                    <a:alphaOff val="0"/>
                  </a:srgbClr>
                </a:solidFill>
                <a:latin typeface="Arial" panose="020B0604020202020204"/>
              </a:rPr>
              <a:t>WD1, with some exceptions</a:t>
            </a:r>
            <a:endParaRPr kumimoji="0" lang="en-US" sz="13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38" name="Freeform: Shape 37">
            <a:extLst>
              <a:ext uri="{FF2B5EF4-FFF2-40B4-BE49-F238E27FC236}">
                <a16:creationId xmlns:a16="http://schemas.microsoft.com/office/drawing/2014/main" id="{454F50E9-FEB5-4789-BF3B-3A639F5DC84C}"/>
              </a:ext>
            </a:extLst>
          </p:cNvPr>
          <p:cNvSpPr/>
          <p:nvPr/>
        </p:nvSpPr>
        <p:spPr>
          <a:xfrm>
            <a:off x="568102" y="5500489"/>
            <a:ext cx="3107689" cy="619635"/>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rPr>
              <a:t>FCC Task</a:t>
            </a:r>
            <a:r>
              <a:rPr kumimoji="0" lang="en-US" sz="1600" b="0"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rPr>
              <a:t>: </a:t>
            </a:r>
          </a:p>
          <a:p>
            <a:pPr marL="0" marR="0" lvl="0" indent="0" algn="ctr" defTabSz="1644650" rtl="0" eaLnBrk="1" fontAlgn="auto" latinLnBrk="0" hangingPunct="1">
              <a:lnSpc>
                <a:spcPct val="90000"/>
              </a:lnSpc>
              <a:spcBef>
                <a:spcPct val="0"/>
              </a:spcBef>
              <a:spcAft>
                <a:spcPct val="35000"/>
              </a:spcAft>
              <a:buClrTx/>
              <a:buSzTx/>
              <a:buFontTx/>
              <a:buNone/>
              <a:tabLst/>
              <a:defRPr/>
            </a:pPr>
            <a:r>
              <a:rPr kumimoji="0" lang="en-US" sz="1600" b="0"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rPr>
              <a:t>GBS/JTBC and Entity Level</a:t>
            </a:r>
          </a:p>
        </p:txBody>
      </p:sp>
      <p:sp>
        <p:nvSpPr>
          <p:cNvPr id="5" name="Rectangle 4">
            <a:extLst>
              <a:ext uri="{FF2B5EF4-FFF2-40B4-BE49-F238E27FC236}">
                <a16:creationId xmlns:a16="http://schemas.microsoft.com/office/drawing/2014/main" id="{45F95EF3-7599-40F1-BC7E-247951A21F76}"/>
              </a:ext>
            </a:extLst>
          </p:cNvPr>
          <p:cNvSpPr/>
          <p:nvPr/>
        </p:nvSpPr>
        <p:spPr>
          <a:xfrm>
            <a:off x="3802937" y="4734111"/>
            <a:ext cx="8170987" cy="938719"/>
          </a:xfrm>
          <a:prstGeom prst="rect">
            <a:avLst/>
          </a:prstGeom>
        </p:spPr>
        <p:txBody>
          <a:bodyPr wrap="square" anchor="t">
            <a:spAutoFit/>
          </a:bodyPr>
          <a:lstStyle/>
          <a:p>
            <a:pPr>
              <a:lnSpc>
                <a:spcPts val="1200"/>
              </a:lnSpc>
              <a:spcBef>
                <a:spcPts val="600"/>
              </a:spcBef>
              <a:defRPr/>
            </a:pPr>
            <a:r>
              <a:rPr kumimoji="0" lang="en-GB" sz="1150" b="0" i="1" u="none" strike="noStrike" kern="1200" cap="none" spc="0" normalizeH="0" baseline="0" noProof="0">
                <a:ln>
                  <a:noFill/>
                </a:ln>
                <a:solidFill>
                  <a:srgbClr val="000000"/>
                </a:solidFill>
                <a:effectLst/>
                <a:uLnTx/>
                <a:uFillTx/>
                <a:latin typeface="Georgia"/>
              </a:rPr>
              <a:t>The period end Cost Center Allocation tasks allocate costs from sender cost centers to receiver cost centers either by using the method of Distribution or Assessment. See details in </a:t>
            </a:r>
            <a:r>
              <a:rPr kumimoji="0" lang="en-GB" sz="1150" b="1" i="1" u="none" strike="noStrike" kern="1200" cap="none" spc="0" normalizeH="0" baseline="0" noProof="0">
                <a:ln>
                  <a:noFill/>
                </a:ln>
                <a:solidFill>
                  <a:srgbClr val="000000"/>
                </a:solidFill>
                <a:effectLst/>
                <a:uLnTx/>
                <a:uFillTx/>
                <a:latin typeface="Georgia"/>
              </a:rPr>
              <a:t>Controlling Cost </a:t>
            </a:r>
            <a:r>
              <a:rPr lang="en-GB" sz="1150" b="1" i="1">
                <a:solidFill>
                  <a:srgbClr val="000000"/>
                </a:solidFill>
                <a:latin typeface="Georgia"/>
              </a:rPr>
              <a:t>Center Allocations</a:t>
            </a:r>
            <a:r>
              <a:rPr kumimoji="0" lang="en-GB" sz="1150" b="1" i="1" u="none" strike="noStrike" kern="1200" cap="none" spc="0" normalizeH="0" baseline="0" noProof="0">
                <a:ln>
                  <a:noFill/>
                </a:ln>
                <a:solidFill>
                  <a:srgbClr val="000000"/>
                </a:solidFill>
                <a:effectLst/>
                <a:uLnTx/>
                <a:uFillTx/>
                <a:latin typeface="Georgia"/>
              </a:rPr>
              <a:t> course</a:t>
            </a:r>
            <a:r>
              <a:rPr kumimoji="0" lang="en-GB" sz="1150" b="0" i="1" u="none" strike="noStrike" kern="1200" cap="none" spc="0" normalizeH="0" baseline="0" noProof="0">
                <a:ln>
                  <a:noFill/>
                </a:ln>
                <a:solidFill>
                  <a:srgbClr val="000000"/>
                </a:solidFill>
                <a:effectLst/>
                <a:uLnTx/>
                <a:uFillTx/>
                <a:latin typeface="Georgia"/>
              </a:rPr>
              <a:t>.</a:t>
            </a:r>
          </a:p>
          <a:p>
            <a:pPr marL="0" marR="0" lvl="0" indent="0" algn="l" defTabSz="914400" rtl="0" eaLnBrk="1" fontAlgn="auto" latinLnBrk="0" hangingPunct="1">
              <a:lnSpc>
                <a:spcPts val="1200"/>
              </a:lnSpc>
              <a:spcBef>
                <a:spcPts val="600"/>
              </a:spcBef>
              <a:spcAft>
                <a:spcPts val="0"/>
              </a:spcAft>
              <a:buClrTx/>
              <a:buSzTx/>
              <a:buFontTx/>
              <a:buNone/>
              <a:tabLst/>
              <a:defRPr/>
            </a:pPr>
            <a:r>
              <a:rPr lang="en-GB" sz="1150" i="1">
                <a:solidFill>
                  <a:srgbClr val="000000"/>
                </a:solidFill>
                <a:latin typeface="Georgia"/>
              </a:rPr>
              <a:t>These functionalities have not changed from ECC to S/4 HANA, however you can now indicate in the Cost Center Allocation cycles the ledger in which you want the allocation to take place. </a:t>
            </a:r>
            <a:r>
              <a:rPr lang="en-GB" sz="1150" b="1" i="1">
                <a:solidFill>
                  <a:srgbClr val="000000"/>
                </a:solidFill>
                <a:latin typeface="Georgia"/>
              </a:rPr>
              <a:t>Separate FCC tasks are created for each ledger.</a:t>
            </a:r>
            <a:endParaRPr lang="en-GB" sz="1150" b="1" i="1" u="none" strike="noStrike" kern="1200" cap="none" spc="0" normalizeH="0" baseline="0" noProof="0">
              <a:ln>
                <a:noFill/>
              </a:ln>
              <a:solidFill>
                <a:srgbClr val="000000"/>
              </a:solidFill>
              <a:effectLst/>
              <a:uLnTx/>
              <a:uFillTx/>
              <a:latin typeface="Georgia"/>
            </a:endParaRPr>
          </a:p>
        </p:txBody>
      </p:sp>
      <p:sp>
        <p:nvSpPr>
          <p:cNvPr id="10" name="Rectangle 9">
            <a:extLst>
              <a:ext uri="{FF2B5EF4-FFF2-40B4-BE49-F238E27FC236}">
                <a16:creationId xmlns:a16="http://schemas.microsoft.com/office/drawing/2014/main" id="{141AA02A-B49B-45C1-8C1D-6AD74350EDB8}"/>
              </a:ext>
            </a:extLst>
          </p:cNvPr>
          <p:cNvSpPr/>
          <p:nvPr/>
        </p:nvSpPr>
        <p:spPr>
          <a:xfrm>
            <a:off x="3791637" y="6348369"/>
            <a:ext cx="7627062" cy="400110"/>
          </a:xfrm>
          <a:prstGeom prst="rect">
            <a:avLst/>
          </a:prstGeom>
        </p:spPr>
        <p:txBody>
          <a:bodyPr wrap="square">
            <a:spAutoFit/>
          </a:bodyPr>
          <a:lstStyle/>
          <a:p>
            <a:pPr lvl="0">
              <a:lnSpc>
                <a:spcPts val="1200"/>
              </a:lnSpc>
              <a:spcBef>
                <a:spcPts val="600"/>
              </a:spcBef>
              <a:defRPr/>
            </a:pPr>
            <a:r>
              <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Most of the Cost Center Distribution and Assessment cycles will be run on WD1 so that the cost center positions are finalized for further closing tasks to continue. There are some exceptions at certain entity level. </a:t>
            </a:r>
            <a:endParaRPr kumimoji="0" lang="en-GB" sz="1150" b="0" i="1" u="none" strike="noStrike" kern="1200" cap="none" spc="0" normalizeH="0" baseline="0" noProof="0">
              <a:ln>
                <a:noFill/>
              </a:ln>
              <a:solidFill>
                <a:srgbClr val="000000"/>
              </a:solidFill>
              <a:effectLst/>
              <a:highlight>
                <a:srgbClr val="FFFF00"/>
              </a:highlight>
              <a:uLnTx/>
              <a:uFillTx/>
              <a:latin typeface="Georgia" panose="02040502050405020303" pitchFamily="18" charset="0"/>
              <a:ea typeface="+mn-ea"/>
              <a:cs typeface="+mn-cs"/>
            </a:endParaRPr>
          </a:p>
        </p:txBody>
      </p:sp>
      <p:sp>
        <p:nvSpPr>
          <p:cNvPr id="40" name="Rectangle 39">
            <a:extLst>
              <a:ext uri="{FF2B5EF4-FFF2-40B4-BE49-F238E27FC236}">
                <a16:creationId xmlns:a16="http://schemas.microsoft.com/office/drawing/2014/main" id="{689CBDBA-83EE-41DF-8DA7-B8B49163AD50}"/>
              </a:ext>
            </a:extLst>
          </p:cNvPr>
          <p:cNvSpPr/>
          <p:nvPr/>
        </p:nvSpPr>
        <p:spPr>
          <a:xfrm>
            <a:off x="3791636" y="5711832"/>
            <a:ext cx="8005457" cy="553998"/>
          </a:xfrm>
          <a:prstGeom prst="rect">
            <a:avLst/>
          </a:prstGeom>
        </p:spPr>
        <p:txBody>
          <a:bodyPr wrap="square">
            <a:spAutoFit/>
          </a:bodyPr>
          <a:lstStyle/>
          <a:p>
            <a:pPr lvl="0">
              <a:lnSpc>
                <a:spcPts val="1200"/>
              </a:lnSpc>
              <a:spcBef>
                <a:spcPts val="600"/>
              </a:spcBef>
              <a:defRPr/>
            </a:pPr>
            <a:r>
              <a:rPr lang="en-GB" sz="1150" i="1">
                <a:solidFill>
                  <a:srgbClr val="000000"/>
                </a:solidFill>
                <a:latin typeface="Georgia" panose="02040502050405020303" pitchFamily="18" charset="0"/>
              </a:rPr>
              <a:t>The schedule of execution of Cost Center Allocation cycles is controlled via the maintenance of cycle run groups in each cycle which are then linked to a respective task in FCC.  Some cycles need be executed at specific times or in specific sequences (e.g. Intercompany related cycles). These are set up as entity level tasks in FCC.</a:t>
            </a:r>
            <a:endPar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41" name="Rectangle: Rounded Corners 40">
            <a:extLst>
              <a:ext uri="{FF2B5EF4-FFF2-40B4-BE49-F238E27FC236}">
                <a16:creationId xmlns:a16="http://schemas.microsoft.com/office/drawing/2014/main" id="{0BAE89FA-D485-41D3-B31A-1D7EC9BAC655}"/>
              </a:ext>
            </a:extLst>
          </p:cNvPr>
          <p:cNvSpPr/>
          <p:nvPr/>
        </p:nvSpPr>
        <p:spPr>
          <a:xfrm>
            <a:off x="6391512" y="2550707"/>
            <a:ext cx="2005150" cy="1777575"/>
          </a:xfrm>
          <a:prstGeom prst="roundRect">
            <a:avLst>
              <a:gd name="adj" fmla="val 5266"/>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grpSp>
        <p:nvGrpSpPr>
          <p:cNvPr id="26" name="Group 25">
            <a:extLst>
              <a:ext uri="{FF2B5EF4-FFF2-40B4-BE49-F238E27FC236}">
                <a16:creationId xmlns:a16="http://schemas.microsoft.com/office/drawing/2014/main" id="{4C5E2CC5-2C66-4542-8223-46C3080CF74E}"/>
              </a:ext>
            </a:extLst>
          </p:cNvPr>
          <p:cNvGrpSpPr/>
          <p:nvPr/>
        </p:nvGrpSpPr>
        <p:grpSpPr>
          <a:xfrm>
            <a:off x="459716" y="1453783"/>
            <a:ext cx="5409875" cy="3223251"/>
            <a:chOff x="607926" y="3508514"/>
            <a:chExt cx="5409875" cy="1872367"/>
          </a:xfrm>
        </p:grpSpPr>
        <p:sp>
          <p:nvSpPr>
            <p:cNvPr id="28" name="Rectangle: Rounded Corners 27">
              <a:extLst>
                <a:ext uri="{FF2B5EF4-FFF2-40B4-BE49-F238E27FC236}">
                  <a16:creationId xmlns:a16="http://schemas.microsoft.com/office/drawing/2014/main" id="{632755FA-8251-4818-B7EC-7A033CCBD198}"/>
                </a:ext>
              </a:extLst>
            </p:cNvPr>
            <p:cNvSpPr/>
            <p:nvPr/>
          </p:nvSpPr>
          <p:spPr>
            <a:xfrm>
              <a:off x="607926" y="3508514"/>
              <a:ext cx="5409875" cy="1872367"/>
            </a:xfrm>
            <a:prstGeom prst="roundRect">
              <a:avLst>
                <a:gd name="adj" fmla="val 4667"/>
              </a:avLst>
            </a:prstGeom>
            <a:solidFill>
              <a:schemeClr val="accent6">
                <a:lumMod val="20000"/>
                <a:lumOff val="80000"/>
              </a:schemeClr>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9" name="TextBox 28">
              <a:extLst>
                <a:ext uri="{FF2B5EF4-FFF2-40B4-BE49-F238E27FC236}">
                  <a16:creationId xmlns:a16="http://schemas.microsoft.com/office/drawing/2014/main" id="{5A971985-60E8-4735-9D02-63B2F413B723}"/>
                </a:ext>
              </a:extLst>
            </p:cNvPr>
            <p:cNvSpPr txBox="1"/>
            <p:nvPr/>
          </p:nvSpPr>
          <p:spPr>
            <a:xfrm>
              <a:off x="1336930" y="3581269"/>
              <a:ext cx="4538749" cy="288235"/>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sng" strike="noStrike" kern="1200" cap="none" spc="0" normalizeH="0" baseline="0" noProof="0">
                  <a:ln>
                    <a:noFill/>
                  </a:ln>
                  <a:solidFill>
                    <a:srgbClr val="000000"/>
                  </a:solidFill>
                  <a:effectLst/>
                  <a:uLnTx/>
                  <a:uFillTx/>
                  <a:latin typeface="Aharoni" panose="02010803020104030203" pitchFamily="2" charset="-79"/>
                  <a:ea typeface="+mn-ea"/>
                  <a:cs typeface="Aharoni" panose="02010803020104030203" pitchFamily="2" charset="-79"/>
                </a:rPr>
                <a:t>Basic Process of Cost Center Allocations</a:t>
              </a:r>
            </a:p>
          </p:txBody>
        </p:sp>
      </p:grpSp>
      <p:sp>
        <p:nvSpPr>
          <p:cNvPr id="34" name="Freeform: Shape 33">
            <a:extLst>
              <a:ext uri="{FF2B5EF4-FFF2-40B4-BE49-F238E27FC236}">
                <a16:creationId xmlns:a16="http://schemas.microsoft.com/office/drawing/2014/main" id="{6D35B591-ACF2-4365-86BF-DF8238236438}"/>
              </a:ext>
            </a:extLst>
          </p:cNvPr>
          <p:cNvSpPr/>
          <p:nvPr/>
        </p:nvSpPr>
        <p:spPr>
          <a:xfrm>
            <a:off x="744370" y="2321112"/>
            <a:ext cx="1495573" cy="759060"/>
          </a:xfrm>
          <a:custGeom>
            <a:avLst/>
            <a:gdLst>
              <a:gd name="connsiteX0" fmla="*/ 0 w 3076611"/>
              <a:gd name="connsiteY0" fmla="*/ 184597 h 1845966"/>
              <a:gd name="connsiteX1" fmla="*/ 184597 w 3076611"/>
              <a:gd name="connsiteY1" fmla="*/ 0 h 1845966"/>
              <a:gd name="connsiteX2" fmla="*/ 2892014 w 3076611"/>
              <a:gd name="connsiteY2" fmla="*/ 0 h 1845966"/>
              <a:gd name="connsiteX3" fmla="*/ 3076611 w 3076611"/>
              <a:gd name="connsiteY3" fmla="*/ 184597 h 1845966"/>
              <a:gd name="connsiteX4" fmla="*/ 3076611 w 3076611"/>
              <a:gd name="connsiteY4" fmla="*/ 1661369 h 1845966"/>
              <a:gd name="connsiteX5" fmla="*/ 2892014 w 3076611"/>
              <a:gd name="connsiteY5" fmla="*/ 1845966 h 1845966"/>
              <a:gd name="connsiteX6" fmla="*/ 184597 w 3076611"/>
              <a:gd name="connsiteY6" fmla="*/ 1845966 h 1845966"/>
              <a:gd name="connsiteX7" fmla="*/ 0 w 3076611"/>
              <a:gd name="connsiteY7" fmla="*/ 1661369 h 1845966"/>
              <a:gd name="connsiteX8" fmla="*/ 0 w 3076611"/>
              <a:gd name="connsiteY8" fmla="*/ 184597 h 1845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6611" h="1845966">
                <a:moveTo>
                  <a:pt x="0" y="184597"/>
                </a:moveTo>
                <a:cubicBezTo>
                  <a:pt x="0" y="82647"/>
                  <a:pt x="82647" y="0"/>
                  <a:pt x="184597" y="0"/>
                </a:cubicBezTo>
                <a:lnTo>
                  <a:pt x="2892014" y="0"/>
                </a:lnTo>
                <a:cubicBezTo>
                  <a:pt x="2993964" y="0"/>
                  <a:pt x="3076611" y="82647"/>
                  <a:pt x="3076611" y="184597"/>
                </a:cubicBezTo>
                <a:lnTo>
                  <a:pt x="3076611" y="1661369"/>
                </a:lnTo>
                <a:cubicBezTo>
                  <a:pt x="3076611" y="1763319"/>
                  <a:pt x="2993964" y="1845966"/>
                  <a:pt x="2892014" y="1845966"/>
                </a:cubicBezTo>
                <a:lnTo>
                  <a:pt x="184597" y="1845966"/>
                </a:lnTo>
                <a:cubicBezTo>
                  <a:pt x="82647" y="1845966"/>
                  <a:pt x="0" y="1763319"/>
                  <a:pt x="0" y="1661369"/>
                </a:cubicBezTo>
                <a:lnTo>
                  <a:pt x="0" y="184597"/>
                </a:lnTo>
                <a:close/>
              </a:path>
            </a:pathLst>
          </a:custGeom>
          <a:noFill/>
          <a:ln w="28575">
            <a:solidFill>
              <a:schemeClr val="accent3">
                <a:lumMod val="50000"/>
              </a:schemeClr>
            </a:solidFill>
          </a:ln>
        </p:spPr>
        <p:style>
          <a:lnRef idx="0">
            <a:schemeClr val="lt1">
              <a:hueOff val="0"/>
              <a:satOff val="0"/>
              <a:lumOff val="0"/>
              <a:alphaOff val="0"/>
            </a:schemeClr>
          </a:lnRef>
          <a:fillRef idx="3">
            <a:schemeClr val="accent1">
              <a:shade val="50000"/>
              <a:hueOff val="0"/>
              <a:satOff val="0"/>
              <a:lumOff val="0"/>
              <a:alphaOff val="0"/>
            </a:schemeClr>
          </a:fillRef>
          <a:effectRef idx="3">
            <a:schemeClr val="accent1">
              <a:shade val="50000"/>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Costs recorded in Cost Centers</a:t>
            </a:r>
          </a:p>
        </p:txBody>
      </p:sp>
      <p:sp>
        <p:nvSpPr>
          <p:cNvPr id="35" name="TextBox 34">
            <a:extLst>
              <a:ext uri="{FF2B5EF4-FFF2-40B4-BE49-F238E27FC236}">
                <a16:creationId xmlns:a16="http://schemas.microsoft.com/office/drawing/2014/main" id="{16A7252A-394C-4476-A42F-3E53C7B88A3D}"/>
              </a:ext>
            </a:extLst>
          </p:cNvPr>
          <p:cNvSpPr txBox="1"/>
          <p:nvPr/>
        </p:nvSpPr>
        <p:spPr>
          <a:xfrm>
            <a:off x="659130" y="3192057"/>
            <a:ext cx="2798964" cy="1517983"/>
          </a:xfrm>
          <a:prstGeom prst="rect">
            <a:avLst/>
          </a:prstGeom>
          <a:noFill/>
        </p:spPr>
        <p:txBody>
          <a:bodyPr wrap="square" lIns="0" tIns="0" rIns="0" bIns="0" rtlCol="0">
            <a:noAutofit/>
          </a:bodyPr>
          <a:lstStyle/>
          <a:p>
            <a:pPr marL="108000" indent="-108000">
              <a:lnSpc>
                <a:spcPts val="1050"/>
              </a:lnSpc>
              <a:spcBef>
                <a:spcPts val="300"/>
              </a:spcBef>
              <a:buFont typeface="Arial" panose="020B0604020202020204" pitchFamily="34" charset="0"/>
              <a:buChar char="•"/>
              <a:defRPr/>
            </a:pPr>
            <a:r>
              <a:rPr lang="en-GB" sz="1050">
                <a:solidFill>
                  <a:srgbClr val="000000"/>
                </a:solidFill>
                <a:latin typeface="Calibri" panose="020F0502020204030204" pitchFamily="34" charset="0"/>
                <a:cs typeface="Calibri" panose="020F0502020204030204" pitchFamily="34" charset="0"/>
              </a:rPr>
              <a:t>These can be posted through Purchase Order Goods Receipts/Invoice Receipts, sundry invoices, miscellaneous charges (e.g. bank fee) and various expenses posted either via interfaces or direct FI journals, all to cost centers.</a:t>
            </a:r>
          </a:p>
          <a:p>
            <a:pPr marL="108000" marR="0" lvl="0" indent="-108000" algn="l" defTabSz="914400" rtl="0" eaLnBrk="1" fontAlgn="auto" latinLnBrk="0" hangingPunct="1">
              <a:lnSpc>
                <a:spcPts val="1050"/>
              </a:lnSpc>
              <a:spcBef>
                <a:spcPts val="300"/>
              </a:spcBef>
              <a:spcAft>
                <a:spcPts val="0"/>
              </a:spcAft>
              <a:buClrTx/>
              <a:buSzTx/>
              <a:buFont typeface="Arial" panose="020B0604020202020204" pitchFamily="34" charset="0"/>
              <a:buChar char="•"/>
              <a:tabLst/>
              <a:defRPr/>
            </a:pPr>
            <a:r>
              <a:rPr lang="en-GB" sz="1050">
                <a:solidFill>
                  <a:srgbClr val="000000"/>
                </a:solidFill>
                <a:latin typeface="Calibri" panose="020F0502020204030204" pitchFamily="34" charset="0"/>
                <a:cs typeface="Calibri" panose="020F0502020204030204" pitchFamily="34" charset="0"/>
              </a:rPr>
              <a:t>As different cost center allocation cycles can be run in sequence, some cost centers may have received costs from a previous cost center allocation.</a:t>
            </a:r>
            <a:endPar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6" name="Freeform: Shape 35">
            <a:extLst>
              <a:ext uri="{FF2B5EF4-FFF2-40B4-BE49-F238E27FC236}">
                <a16:creationId xmlns:a16="http://schemas.microsoft.com/office/drawing/2014/main" id="{4D5DBE57-AF7D-41CA-B3DD-8E8DDCEF6C77}"/>
              </a:ext>
            </a:extLst>
          </p:cNvPr>
          <p:cNvSpPr/>
          <p:nvPr/>
        </p:nvSpPr>
        <p:spPr>
          <a:xfrm>
            <a:off x="3870542" y="2047743"/>
            <a:ext cx="1495573" cy="373454"/>
          </a:xfrm>
          <a:custGeom>
            <a:avLst/>
            <a:gdLst>
              <a:gd name="connsiteX0" fmla="*/ 0 w 3076611"/>
              <a:gd name="connsiteY0" fmla="*/ 184597 h 1845966"/>
              <a:gd name="connsiteX1" fmla="*/ 184597 w 3076611"/>
              <a:gd name="connsiteY1" fmla="*/ 0 h 1845966"/>
              <a:gd name="connsiteX2" fmla="*/ 2892014 w 3076611"/>
              <a:gd name="connsiteY2" fmla="*/ 0 h 1845966"/>
              <a:gd name="connsiteX3" fmla="*/ 3076611 w 3076611"/>
              <a:gd name="connsiteY3" fmla="*/ 184597 h 1845966"/>
              <a:gd name="connsiteX4" fmla="*/ 3076611 w 3076611"/>
              <a:gd name="connsiteY4" fmla="*/ 1661369 h 1845966"/>
              <a:gd name="connsiteX5" fmla="*/ 2892014 w 3076611"/>
              <a:gd name="connsiteY5" fmla="*/ 1845966 h 1845966"/>
              <a:gd name="connsiteX6" fmla="*/ 184597 w 3076611"/>
              <a:gd name="connsiteY6" fmla="*/ 1845966 h 1845966"/>
              <a:gd name="connsiteX7" fmla="*/ 0 w 3076611"/>
              <a:gd name="connsiteY7" fmla="*/ 1661369 h 1845966"/>
              <a:gd name="connsiteX8" fmla="*/ 0 w 3076611"/>
              <a:gd name="connsiteY8" fmla="*/ 184597 h 1845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6611" h="1845966">
                <a:moveTo>
                  <a:pt x="0" y="184597"/>
                </a:moveTo>
                <a:cubicBezTo>
                  <a:pt x="0" y="82647"/>
                  <a:pt x="82647" y="0"/>
                  <a:pt x="184597" y="0"/>
                </a:cubicBezTo>
                <a:lnTo>
                  <a:pt x="2892014" y="0"/>
                </a:lnTo>
                <a:cubicBezTo>
                  <a:pt x="2993964" y="0"/>
                  <a:pt x="3076611" y="82647"/>
                  <a:pt x="3076611" y="184597"/>
                </a:cubicBezTo>
                <a:lnTo>
                  <a:pt x="3076611" y="1661369"/>
                </a:lnTo>
                <a:cubicBezTo>
                  <a:pt x="3076611" y="1763319"/>
                  <a:pt x="2993964" y="1845966"/>
                  <a:pt x="2892014" y="1845966"/>
                </a:cubicBezTo>
                <a:lnTo>
                  <a:pt x="184597" y="1845966"/>
                </a:lnTo>
                <a:cubicBezTo>
                  <a:pt x="82647" y="1845966"/>
                  <a:pt x="0" y="1763319"/>
                  <a:pt x="0" y="1661369"/>
                </a:cubicBezTo>
                <a:lnTo>
                  <a:pt x="0" y="184597"/>
                </a:lnTo>
                <a:close/>
              </a:path>
            </a:pathLst>
          </a:custGeom>
          <a:noFill/>
          <a:ln w="28575">
            <a:solidFill>
              <a:schemeClr val="accent3">
                <a:lumMod val="50000"/>
              </a:schemeClr>
            </a:solidFill>
          </a:ln>
        </p:spPr>
        <p:style>
          <a:lnRef idx="0">
            <a:schemeClr val="lt1">
              <a:hueOff val="0"/>
              <a:satOff val="0"/>
              <a:lumOff val="0"/>
              <a:alphaOff val="0"/>
            </a:schemeClr>
          </a:lnRef>
          <a:fillRef idx="3">
            <a:schemeClr val="accent1">
              <a:shade val="50000"/>
              <a:hueOff val="0"/>
              <a:satOff val="0"/>
              <a:lumOff val="0"/>
              <a:alphaOff val="0"/>
            </a:schemeClr>
          </a:fillRef>
          <a:effectRef idx="3">
            <a:schemeClr val="accent1">
              <a:shade val="50000"/>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Distribution *</a:t>
            </a:r>
          </a:p>
        </p:txBody>
      </p:sp>
      <p:sp>
        <p:nvSpPr>
          <p:cNvPr id="39" name="Freeform: Shape 38">
            <a:extLst>
              <a:ext uri="{FF2B5EF4-FFF2-40B4-BE49-F238E27FC236}">
                <a16:creationId xmlns:a16="http://schemas.microsoft.com/office/drawing/2014/main" id="{E2BD2E31-6FEF-4065-9449-528034B1B27A}"/>
              </a:ext>
            </a:extLst>
          </p:cNvPr>
          <p:cNvSpPr/>
          <p:nvPr/>
        </p:nvSpPr>
        <p:spPr>
          <a:xfrm>
            <a:off x="3870542" y="3092171"/>
            <a:ext cx="1495573" cy="373454"/>
          </a:xfrm>
          <a:custGeom>
            <a:avLst/>
            <a:gdLst>
              <a:gd name="connsiteX0" fmla="*/ 0 w 3076611"/>
              <a:gd name="connsiteY0" fmla="*/ 184597 h 1845966"/>
              <a:gd name="connsiteX1" fmla="*/ 184597 w 3076611"/>
              <a:gd name="connsiteY1" fmla="*/ 0 h 1845966"/>
              <a:gd name="connsiteX2" fmla="*/ 2892014 w 3076611"/>
              <a:gd name="connsiteY2" fmla="*/ 0 h 1845966"/>
              <a:gd name="connsiteX3" fmla="*/ 3076611 w 3076611"/>
              <a:gd name="connsiteY3" fmla="*/ 184597 h 1845966"/>
              <a:gd name="connsiteX4" fmla="*/ 3076611 w 3076611"/>
              <a:gd name="connsiteY4" fmla="*/ 1661369 h 1845966"/>
              <a:gd name="connsiteX5" fmla="*/ 2892014 w 3076611"/>
              <a:gd name="connsiteY5" fmla="*/ 1845966 h 1845966"/>
              <a:gd name="connsiteX6" fmla="*/ 184597 w 3076611"/>
              <a:gd name="connsiteY6" fmla="*/ 1845966 h 1845966"/>
              <a:gd name="connsiteX7" fmla="*/ 0 w 3076611"/>
              <a:gd name="connsiteY7" fmla="*/ 1661369 h 1845966"/>
              <a:gd name="connsiteX8" fmla="*/ 0 w 3076611"/>
              <a:gd name="connsiteY8" fmla="*/ 184597 h 1845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6611" h="1845966">
                <a:moveTo>
                  <a:pt x="0" y="184597"/>
                </a:moveTo>
                <a:cubicBezTo>
                  <a:pt x="0" y="82647"/>
                  <a:pt x="82647" y="0"/>
                  <a:pt x="184597" y="0"/>
                </a:cubicBezTo>
                <a:lnTo>
                  <a:pt x="2892014" y="0"/>
                </a:lnTo>
                <a:cubicBezTo>
                  <a:pt x="2993964" y="0"/>
                  <a:pt x="3076611" y="82647"/>
                  <a:pt x="3076611" y="184597"/>
                </a:cubicBezTo>
                <a:lnTo>
                  <a:pt x="3076611" y="1661369"/>
                </a:lnTo>
                <a:cubicBezTo>
                  <a:pt x="3076611" y="1763319"/>
                  <a:pt x="2993964" y="1845966"/>
                  <a:pt x="2892014" y="1845966"/>
                </a:cubicBezTo>
                <a:lnTo>
                  <a:pt x="184597" y="1845966"/>
                </a:lnTo>
                <a:cubicBezTo>
                  <a:pt x="82647" y="1845966"/>
                  <a:pt x="0" y="1763319"/>
                  <a:pt x="0" y="1661369"/>
                </a:cubicBezTo>
                <a:lnTo>
                  <a:pt x="0" y="184597"/>
                </a:lnTo>
                <a:close/>
              </a:path>
            </a:pathLst>
          </a:custGeom>
          <a:noFill/>
          <a:ln w="28575">
            <a:solidFill>
              <a:schemeClr val="accent3">
                <a:lumMod val="50000"/>
              </a:schemeClr>
            </a:solidFill>
          </a:ln>
        </p:spPr>
        <p:style>
          <a:lnRef idx="0">
            <a:schemeClr val="lt1">
              <a:hueOff val="0"/>
              <a:satOff val="0"/>
              <a:lumOff val="0"/>
              <a:alphaOff val="0"/>
            </a:schemeClr>
          </a:lnRef>
          <a:fillRef idx="3">
            <a:schemeClr val="accent1">
              <a:shade val="50000"/>
              <a:hueOff val="0"/>
              <a:satOff val="0"/>
              <a:lumOff val="0"/>
              <a:alphaOff val="0"/>
            </a:schemeClr>
          </a:fillRef>
          <a:effectRef idx="3">
            <a:schemeClr val="accent1">
              <a:shade val="50000"/>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Assessment *</a:t>
            </a:r>
          </a:p>
        </p:txBody>
      </p:sp>
      <p:grpSp>
        <p:nvGrpSpPr>
          <p:cNvPr id="11" name="Group 10">
            <a:extLst>
              <a:ext uri="{FF2B5EF4-FFF2-40B4-BE49-F238E27FC236}">
                <a16:creationId xmlns:a16="http://schemas.microsoft.com/office/drawing/2014/main" id="{33F1A8C5-6D95-4800-8D0B-23AE7C2E8C08}"/>
              </a:ext>
            </a:extLst>
          </p:cNvPr>
          <p:cNvGrpSpPr/>
          <p:nvPr/>
        </p:nvGrpSpPr>
        <p:grpSpPr>
          <a:xfrm>
            <a:off x="2483189" y="2542453"/>
            <a:ext cx="1111569" cy="259684"/>
            <a:chOff x="2316933" y="2908218"/>
            <a:chExt cx="1111569" cy="259684"/>
          </a:xfrm>
        </p:grpSpPr>
        <p:grpSp>
          <p:nvGrpSpPr>
            <p:cNvPr id="9" name="Group 8">
              <a:extLst>
                <a:ext uri="{FF2B5EF4-FFF2-40B4-BE49-F238E27FC236}">
                  <a16:creationId xmlns:a16="http://schemas.microsoft.com/office/drawing/2014/main" id="{807928F5-3AF6-4136-AD87-98ECD53C62F2}"/>
                </a:ext>
              </a:extLst>
            </p:cNvPr>
            <p:cNvGrpSpPr/>
            <p:nvPr/>
          </p:nvGrpSpPr>
          <p:grpSpPr>
            <a:xfrm>
              <a:off x="2316933" y="2908218"/>
              <a:ext cx="738309" cy="251429"/>
              <a:chOff x="2992582" y="2277837"/>
              <a:chExt cx="368264" cy="191043"/>
            </a:xfrm>
          </p:grpSpPr>
          <p:sp>
            <p:nvSpPr>
              <p:cNvPr id="7" name="Arrow: Chevron 6">
                <a:extLst>
                  <a:ext uri="{FF2B5EF4-FFF2-40B4-BE49-F238E27FC236}">
                    <a16:creationId xmlns:a16="http://schemas.microsoft.com/office/drawing/2014/main" id="{2AD794A7-CE34-4F91-88D0-6067FEBAD549}"/>
                  </a:ext>
                </a:extLst>
              </p:cNvPr>
              <p:cNvSpPr/>
              <p:nvPr/>
            </p:nvSpPr>
            <p:spPr>
              <a:xfrm>
                <a:off x="2992582" y="2277837"/>
                <a:ext cx="186180" cy="191043"/>
              </a:xfrm>
              <a:prstGeom prst="chevron">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solidFill>
                    <a:schemeClr val="tx1"/>
                  </a:solidFill>
                </a:endParaRPr>
              </a:p>
            </p:txBody>
          </p:sp>
          <p:sp>
            <p:nvSpPr>
              <p:cNvPr id="45" name="Arrow: Chevron 44">
                <a:extLst>
                  <a:ext uri="{FF2B5EF4-FFF2-40B4-BE49-F238E27FC236}">
                    <a16:creationId xmlns:a16="http://schemas.microsoft.com/office/drawing/2014/main" id="{822A4AFE-3EBB-4B7A-8851-D1A117B6A886}"/>
                  </a:ext>
                </a:extLst>
              </p:cNvPr>
              <p:cNvSpPr/>
              <p:nvPr/>
            </p:nvSpPr>
            <p:spPr>
              <a:xfrm>
                <a:off x="3174666" y="2277837"/>
                <a:ext cx="186180" cy="191043"/>
              </a:xfrm>
              <a:prstGeom prst="chevron">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solidFill>
                    <a:schemeClr val="tx1"/>
                  </a:solidFill>
                </a:endParaRPr>
              </a:p>
            </p:txBody>
          </p:sp>
        </p:grpSp>
        <p:sp>
          <p:nvSpPr>
            <p:cNvPr id="48" name="Arrow: Chevron 47">
              <a:extLst>
                <a:ext uri="{FF2B5EF4-FFF2-40B4-BE49-F238E27FC236}">
                  <a16:creationId xmlns:a16="http://schemas.microsoft.com/office/drawing/2014/main" id="{13F922DD-7513-4195-A278-3F3C6E719EAE}"/>
                </a:ext>
              </a:extLst>
            </p:cNvPr>
            <p:cNvSpPr/>
            <p:nvPr/>
          </p:nvSpPr>
          <p:spPr>
            <a:xfrm>
              <a:off x="3055242" y="2916473"/>
              <a:ext cx="373260" cy="251429"/>
            </a:xfrm>
            <a:prstGeom prst="chevron">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solidFill>
                  <a:schemeClr val="tx1"/>
                </a:solidFill>
              </a:endParaRPr>
            </a:p>
          </p:txBody>
        </p:sp>
      </p:grpSp>
      <p:sp>
        <p:nvSpPr>
          <p:cNvPr id="50" name="TextBox 49">
            <a:extLst>
              <a:ext uri="{FF2B5EF4-FFF2-40B4-BE49-F238E27FC236}">
                <a16:creationId xmlns:a16="http://schemas.microsoft.com/office/drawing/2014/main" id="{57502CB5-A902-4B8C-AAD8-B37C4C672E0E}"/>
              </a:ext>
            </a:extLst>
          </p:cNvPr>
          <p:cNvSpPr txBox="1"/>
          <p:nvPr/>
        </p:nvSpPr>
        <p:spPr>
          <a:xfrm>
            <a:off x="659130" y="1953379"/>
            <a:ext cx="2798964" cy="432775"/>
          </a:xfrm>
          <a:prstGeom prst="rect">
            <a:avLst/>
          </a:prstGeom>
          <a:noFill/>
        </p:spPr>
        <p:txBody>
          <a:bodyPr wrap="square" lIns="0" tIns="0" rIns="0" bIns="0" rtlCol="0">
            <a:noAutofit/>
          </a:bodyPr>
          <a:lstStyle/>
          <a:p>
            <a:pPr marL="108000" marR="0" lvl="0" indent="-108000" algn="l" defTabSz="914400" rtl="0" eaLnBrk="1" fontAlgn="auto" latinLnBrk="0" hangingPunct="1">
              <a:lnSpc>
                <a:spcPts val="1050"/>
              </a:lnSpc>
              <a:spcBef>
                <a:spcPts val="300"/>
              </a:spcBef>
              <a:spcAft>
                <a:spcPts val="0"/>
              </a:spcAft>
              <a:buClrTx/>
              <a:buSzTx/>
              <a:buFont typeface="Arial" panose="020B0604020202020204" pitchFamily="34" charset="0"/>
              <a:buChar char="•"/>
              <a:tabLst/>
              <a:defRPr/>
            </a:pPr>
            <a:r>
              <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Costs are collected in Cost Centers during the month. </a:t>
            </a:r>
          </a:p>
        </p:txBody>
      </p:sp>
      <p:sp>
        <p:nvSpPr>
          <p:cNvPr id="51" name="TextBox 50">
            <a:extLst>
              <a:ext uri="{FF2B5EF4-FFF2-40B4-BE49-F238E27FC236}">
                <a16:creationId xmlns:a16="http://schemas.microsoft.com/office/drawing/2014/main" id="{A8978D8F-50C5-463A-97F5-B5008C128193}"/>
              </a:ext>
            </a:extLst>
          </p:cNvPr>
          <p:cNvSpPr txBox="1"/>
          <p:nvPr/>
        </p:nvSpPr>
        <p:spPr>
          <a:xfrm>
            <a:off x="3837914" y="2486013"/>
            <a:ext cx="1956057" cy="432775"/>
          </a:xfrm>
          <a:prstGeom prst="rect">
            <a:avLst/>
          </a:prstGeom>
          <a:noFill/>
        </p:spPr>
        <p:txBody>
          <a:bodyPr wrap="square" lIns="0" tIns="0" rIns="0" bIns="0" rtlCol="0">
            <a:noAutofit/>
          </a:bodyPr>
          <a:lstStyle/>
          <a:p>
            <a:pPr marL="108000" marR="0" lvl="0" indent="-108000" algn="l" defTabSz="914400" rtl="0" eaLnBrk="1" fontAlgn="auto" latinLnBrk="0" hangingPunct="1">
              <a:lnSpc>
                <a:spcPts val="1050"/>
              </a:lnSpc>
              <a:spcBef>
                <a:spcPts val="300"/>
              </a:spcBef>
              <a:spcAft>
                <a:spcPts val="0"/>
              </a:spcAft>
              <a:buClrTx/>
              <a:buSzTx/>
              <a:buFont typeface="Arial" panose="020B0604020202020204" pitchFamily="34" charset="0"/>
              <a:buChar char="•"/>
              <a:tabLst/>
              <a:defRPr/>
            </a:pPr>
            <a:r>
              <a:rPr lang="en-GB" sz="1050">
                <a:solidFill>
                  <a:srgbClr val="000000"/>
                </a:solidFill>
                <a:latin typeface="Calibri" panose="020F0502020204030204" pitchFamily="34" charset="0"/>
                <a:cs typeface="Calibri" panose="020F0502020204030204" pitchFamily="34" charset="0"/>
              </a:rPr>
              <a:t>Postings are made using the </a:t>
            </a:r>
            <a:r>
              <a:rPr lang="en-GB" sz="1050" b="1">
                <a:solidFill>
                  <a:srgbClr val="000000"/>
                </a:solidFill>
                <a:latin typeface="Calibri" panose="020F0502020204030204" pitchFamily="34" charset="0"/>
                <a:cs typeface="Calibri" panose="020F0502020204030204" pitchFamily="34" charset="0"/>
              </a:rPr>
              <a:t>original G/L accounts </a:t>
            </a:r>
            <a:r>
              <a:rPr lang="en-GB" sz="1050">
                <a:solidFill>
                  <a:srgbClr val="000000"/>
                </a:solidFill>
                <a:latin typeface="Calibri" panose="020F0502020204030204" pitchFamily="34" charset="0"/>
                <a:cs typeface="Calibri" panose="020F0502020204030204" pitchFamily="34" charset="0"/>
              </a:rPr>
              <a:t>where the sender costs are recorded</a:t>
            </a:r>
            <a:endPar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2" name="TextBox 51">
            <a:extLst>
              <a:ext uri="{FF2B5EF4-FFF2-40B4-BE49-F238E27FC236}">
                <a16:creationId xmlns:a16="http://schemas.microsoft.com/office/drawing/2014/main" id="{40773E41-D01D-4DDC-A751-EEC333A2DB9F}"/>
              </a:ext>
            </a:extLst>
          </p:cNvPr>
          <p:cNvSpPr txBox="1"/>
          <p:nvPr/>
        </p:nvSpPr>
        <p:spPr>
          <a:xfrm>
            <a:off x="3870542" y="3544265"/>
            <a:ext cx="1956057" cy="432775"/>
          </a:xfrm>
          <a:prstGeom prst="rect">
            <a:avLst/>
          </a:prstGeom>
          <a:noFill/>
        </p:spPr>
        <p:txBody>
          <a:bodyPr wrap="square" lIns="0" tIns="0" rIns="0" bIns="0" rtlCol="0">
            <a:noAutofit/>
          </a:bodyPr>
          <a:lstStyle/>
          <a:p>
            <a:pPr marL="108000" marR="0" lvl="0" indent="-108000" algn="l" defTabSz="914400" rtl="0" eaLnBrk="1" fontAlgn="auto" latinLnBrk="0" hangingPunct="1">
              <a:lnSpc>
                <a:spcPts val="1050"/>
              </a:lnSpc>
              <a:spcBef>
                <a:spcPts val="300"/>
              </a:spcBef>
              <a:spcAft>
                <a:spcPts val="0"/>
              </a:spcAft>
              <a:buClrTx/>
              <a:buSzTx/>
              <a:buFont typeface="Arial" panose="020B0604020202020204" pitchFamily="34" charset="0"/>
              <a:buChar char="•"/>
              <a:tabLst/>
              <a:defRPr/>
            </a:pPr>
            <a:r>
              <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Postings are made using </a:t>
            </a:r>
            <a:r>
              <a:rPr kumimoji="0" lang="en-GB" sz="105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secondary cost elements </a:t>
            </a:r>
            <a:r>
              <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which are not the original G/L accounts where the sender costs are recorded</a:t>
            </a:r>
          </a:p>
        </p:txBody>
      </p:sp>
      <p:sp>
        <p:nvSpPr>
          <p:cNvPr id="13" name="Rectangle 12">
            <a:extLst>
              <a:ext uri="{FF2B5EF4-FFF2-40B4-BE49-F238E27FC236}">
                <a16:creationId xmlns:a16="http://schemas.microsoft.com/office/drawing/2014/main" id="{DBE4A2A4-C5EB-48D7-9DE7-591ACDF13233}"/>
              </a:ext>
            </a:extLst>
          </p:cNvPr>
          <p:cNvSpPr/>
          <p:nvPr/>
        </p:nvSpPr>
        <p:spPr>
          <a:xfrm>
            <a:off x="3715791" y="1933357"/>
            <a:ext cx="2106706" cy="23635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A036C686-909F-4FB3-9745-FDF5851EE5DB}"/>
              </a:ext>
            </a:extLst>
          </p:cNvPr>
          <p:cNvSpPr txBox="1"/>
          <p:nvPr/>
        </p:nvSpPr>
        <p:spPr>
          <a:xfrm>
            <a:off x="3669885" y="4313503"/>
            <a:ext cx="2073584" cy="221706"/>
          </a:xfrm>
          <a:prstGeom prst="rect">
            <a:avLst/>
          </a:prstGeom>
          <a:noFill/>
        </p:spPr>
        <p:txBody>
          <a:bodyPr wrap="square" lIns="0" tIns="0" rIns="0" bIns="0" rtlCol="0">
            <a:noAutofit/>
          </a:bodyPr>
          <a:lstStyle/>
          <a:p>
            <a:pPr algn="l"/>
            <a:r>
              <a:rPr lang="en-US" sz="1200" b="1" i="1"/>
              <a:t>*</a:t>
            </a:r>
            <a:r>
              <a:rPr lang="en-US" sz="850" i="1"/>
              <a:t> </a:t>
            </a:r>
            <a:r>
              <a:rPr lang="en-US" sz="850" b="1" i="1"/>
              <a:t>Distribution and Assessment Cycles </a:t>
            </a:r>
            <a:r>
              <a:rPr lang="en-US" sz="850" i="1"/>
              <a:t>must be created before execution</a:t>
            </a:r>
          </a:p>
        </p:txBody>
      </p:sp>
    </p:spTree>
    <p:extLst>
      <p:ext uri="{BB962C8B-B14F-4D97-AF65-F5344CB8AC3E}">
        <p14:creationId xmlns:p14="http://schemas.microsoft.com/office/powerpoint/2010/main" val="1768402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0E164901-25EE-CD8A-CD73-01AB582FBD13}"/>
              </a:ext>
            </a:extLst>
          </p:cNvPr>
          <p:cNvSpPr txBox="1">
            <a:spLocks/>
          </p:cNvSpPr>
          <p:nvPr/>
        </p:nvSpPr>
        <p:spPr>
          <a:xfrm>
            <a:off x="11278800" y="6422646"/>
            <a:ext cx="397261" cy="365125"/>
          </a:xfrm>
          <a:prstGeom prst="rect">
            <a:avLst/>
          </a:prstGeom>
        </p:spPr>
        <p:txBody>
          <a:bodyPr vert="horz" lIns="0" tIns="0" rIns="0" bIns="0" rtlCol="0" anchor="b" anchorCtr="0">
            <a:noAutofit/>
          </a:bodyP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4C94289-3309-4C35-850A-56FD49B3E346}" type="slidenum">
              <a:rPr lang="en-GB" smtClean="0"/>
              <a:pPr/>
              <a:t>3</a:t>
            </a:fld>
            <a:endParaRPr lang="en-GB"/>
          </a:p>
        </p:txBody>
      </p:sp>
      <p:sp>
        <p:nvSpPr>
          <p:cNvPr id="7" name="TextBox 6">
            <a:extLst>
              <a:ext uri="{FF2B5EF4-FFF2-40B4-BE49-F238E27FC236}">
                <a16:creationId xmlns:a16="http://schemas.microsoft.com/office/drawing/2014/main" id="{1C235BFD-359D-440C-80C7-30FA6E1BBF31}"/>
              </a:ext>
            </a:extLst>
          </p:cNvPr>
          <p:cNvSpPr txBox="1"/>
          <p:nvPr/>
        </p:nvSpPr>
        <p:spPr>
          <a:xfrm>
            <a:off x="772063" y="1474443"/>
            <a:ext cx="10599442" cy="1546938"/>
          </a:xfrm>
          <a:prstGeom prst="rect">
            <a:avLst/>
          </a:prstGeom>
          <a:gradFill>
            <a:gsLst>
              <a:gs pos="0">
                <a:schemeClr val="accent1">
                  <a:lumMod val="75000"/>
                </a:schemeClr>
              </a:gs>
              <a:gs pos="100000">
                <a:schemeClr val="accent1">
                  <a:lumMod val="50000"/>
                </a:schemeClr>
              </a:gs>
            </a:gsLst>
            <a:lin ang="5400000" scaled="0"/>
          </a:gradFill>
          <a:ln/>
        </p:spPr>
        <p:style>
          <a:lnRef idx="1">
            <a:schemeClr val="accent3"/>
          </a:lnRef>
          <a:fillRef idx="2">
            <a:schemeClr val="accent3"/>
          </a:fillRef>
          <a:effectRef idx="1">
            <a:schemeClr val="accent3"/>
          </a:effectRef>
          <a:fontRef idx="minor">
            <a:schemeClr val="dk1"/>
          </a:fontRef>
        </p:style>
        <p:txBody>
          <a:bodyPr wrap="square" lIns="72000" tIns="108000" rIns="36000" bIns="0" rtlCol="0">
            <a:noAutofit/>
          </a:bodyPr>
          <a:lstStyle/>
          <a:p>
            <a:pPr marL="285750" lvl="0" indent="-285750">
              <a:buFont typeface="Wingdings" panose="05000000000000000000" pitchFamily="2" charset="2"/>
              <a:buChar char="ü"/>
              <a:defRPr/>
            </a:pPr>
            <a:r>
              <a:rPr kumimoji="0" lang="en-US" sz="1600" b="1" i="0" u="none" strike="noStrike" kern="0" cap="none" spc="0" normalizeH="0" baseline="0" noProof="0" dirty="0">
                <a:ln>
                  <a:noFill/>
                </a:ln>
                <a:solidFill>
                  <a:schemeClr val="bg1"/>
                </a:solidFill>
                <a:effectLst/>
                <a:uLnTx/>
                <a:uFillTx/>
                <a:latin typeface="Arial"/>
              </a:rPr>
              <a:t>Distribution (</a:t>
            </a:r>
            <a:r>
              <a:rPr lang="en-US" sz="1600" dirty="0">
                <a:solidFill>
                  <a:schemeClr val="bg1"/>
                </a:solidFill>
              </a:rPr>
              <a:t>KSV5)</a:t>
            </a:r>
            <a:r>
              <a:rPr kumimoji="0" lang="en-US" sz="1600" b="0" i="0" u="none" strike="noStrike" kern="0" cap="none" spc="0" normalizeH="0" baseline="0" noProof="0" dirty="0">
                <a:ln>
                  <a:noFill/>
                </a:ln>
                <a:solidFill>
                  <a:schemeClr val="bg1"/>
                </a:solidFill>
                <a:effectLst/>
                <a:uLnTx/>
                <a:uFillTx/>
                <a:latin typeface="Arial"/>
              </a:rPr>
              <a:t> – The same underlying account is used to perform the </a:t>
            </a:r>
            <a:r>
              <a:rPr lang="en-US" sz="1600" kern="0" dirty="0">
                <a:solidFill>
                  <a:schemeClr val="bg1"/>
                </a:solidFill>
              </a:rPr>
              <a:t>allocation. Receiving cost center owner is accountable for the costs</a:t>
            </a:r>
          </a:p>
          <a:p>
            <a:pPr marR="0" lvl="0" defTabSz="914400" eaLnBrk="1" fontAlgn="auto" latinLnBrk="0" hangingPunct="1">
              <a:lnSpc>
                <a:spcPct val="100000"/>
              </a:lnSpc>
              <a:spcBef>
                <a:spcPts val="0"/>
              </a:spcBef>
              <a:spcAft>
                <a:spcPts val="0"/>
              </a:spcAft>
              <a:buClrTx/>
              <a:buSzTx/>
              <a:tabLst/>
              <a:defRPr/>
            </a:pPr>
            <a:endParaRPr kumimoji="0" lang="en-US" sz="1600" b="0" i="0" u="none" strike="noStrike" kern="0" cap="none" spc="0" normalizeH="0" baseline="0" noProof="0" dirty="0">
              <a:ln>
                <a:noFill/>
              </a:ln>
              <a:solidFill>
                <a:schemeClr val="bg1"/>
              </a:solidFill>
              <a:effectLst/>
              <a:uLnTx/>
              <a:uFillTx/>
              <a:latin typeface="Arial"/>
            </a:endParaRPr>
          </a:p>
          <a:p>
            <a:pPr marL="285750" lvl="0" indent="-285750">
              <a:buFont typeface="Wingdings" panose="05000000000000000000" pitchFamily="2" charset="2"/>
              <a:buChar char="ü"/>
              <a:defRPr/>
            </a:pPr>
            <a:r>
              <a:rPr kumimoji="0" lang="en-US" sz="1600" b="1" i="0" u="none" strike="noStrike" kern="0" cap="none" spc="0" normalizeH="0" baseline="0" noProof="0" dirty="0">
                <a:ln>
                  <a:noFill/>
                </a:ln>
                <a:solidFill>
                  <a:schemeClr val="bg1"/>
                </a:solidFill>
                <a:effectLst/>
                <a:uLnTx/>
                <a:uFillTx/>
                <a:latin typeface="Arial"/>
              </a:rPr>
              <a:t>Assessment(</a:t>
            </a:r>
            <a:r>
              <a:rPr lang="en-US" sz="1600" dirty="0">
                <a:solidFill>
                  <a:schemeClr val="bg1"/>
                </a:solidFill>
              </a:rPr>
              <a:t>KSU5)</a:t>
            </a:r>
            <a:r>
              <a:rPr kumimoji="0" lang="en-US" sz="1600" b="0" i="0" u="none" strike="noStrike" kern="0" cap="none" spc="0" normalizeH="0" baseline="0" noProof="0" dirty="0">
                <a:ln>
                  <a:noFill/>
                </a:ln>
                <a:solidFill>
                  <a:schemeClr val="bg1"/>
                </a:solidFill>
                <a:effectLst/>
                <a:uLnTx/>
                <a:uFillTx/>
                <a:latin typeface="Arial"/>
              </a:rPr>
              <a:t> – A secondary cost account is used, therefore the costs are still</a:t>
            </a:r>
            <a:r>
              <a:rPr kumimoji="0" lang="en-US" sz="1600" b="0" i="0" u="none" strike="noStrike" kern="0" cap="none" spc="0" normalizeH="0" noProof="0" dirty="0">
                <a:ln>
                  <a:noFill/>
                </a:ln>
                <a:solidFill>
                  <a:schemeClr val="bg1"/>
                </a:solidFill>
                <a:effectLst/>
                <a:uLnTx/>
                <a:uFillTx/>
                <a:latin typeface="Arial"/>
              </a:rPr>
              <a:t> visible</a:t>
            </a:r>
            <a:r>
              <a:rPr kumimoji="0" lang="en-US" sz="1600" b="0" i="0" u="none" strike="noStrike" kern="0" cap="none" spc="0" normalizeH="0" baseline="0" noProof="0" dirty="0">
                <a:ln>
                  <a:noFill/>
                </a:ln>
                <a:solidFill>
                  <a:schemeClr val="bg1"/>
                </a:solidFill>
                <a:effectLst/>
                <a:uLnTx/>
                <a:uFillTx/>
                <a:latin typeface="Arial"/>
              </a:rPr>
              <a:t> on the original account and only the cost centers are </a:t>
            </a:r>
            <a:r>
              <a:rPr lang="en-US" sz="1600" kern="0" dirty="0">
                <a:solidFill>
                  <a:schemeClr val="bg1"/>
                </a:solidFill>
              </a:rPr>
              <a:t>impacted. Sending cost center owner is accountable for the </a:t>
            </a:r>
            <a:r>
              <a:rPr lang="en-US" kern="0" dirty="0">
                <a:solidFill>
                  <a:schemeClr val="bg1"/>
                </a:solidFill>
              </a:rPr>
              <a:t>costs</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en-US" b="0" i="0" u="none" strike="noStrike" kern="0" cap="none" spc="0" normalizeH="0" baseline="0" noProof="0" dirty="0">
              <a:ln>
                <a:noFill/>
              </a:ln>
              <a:solidFill>
                <a:schemeClr val="bg1"/>
              </a:solidFill>
              <a:effectLst/>
              <a:uLnTx/>
              <a:uFillTx/>
              <a:latin typeface="Arial"/>
              <a:ea typeface="+mn-ea"/>
              <a:cs typeface="+mn-cs"/>
            </a:endParaRPr>
          </a:p>
        </p:txBody>
      </p:sp>
      <p:sp>
        <p:nvSpPr>
          <p:cNvPr id="8" name="Round Diagonal Corner Rectangle 7">
            <a:extLst>
              <a:ext uri="{FF2B5EF4-FFF2-40B4-BE49-F238E27FC236}">
                <a16:creationId xmlns:a16="http://schemas.microsoft.com/office/drawing/2014/main" id="{9F801874-42A6-DAC9-8A0C-12B0081E0936}"/>
              </a:ext>
            </a:extLst>
          </p:cNvPr>
          <p:cNvSpPr/>
          <p:nvPr/>
        </p:nvSpPr>
        <p:spPr bwMode="auto">
          <a:xfrm>
            <a:off x="639277" y="3162692"/>
            <a:ext cx="5039211" cy="3213102"/>
          </a:xfrm>
          <a:prstGeom prst="round2DiagRect">
            <a:avLst/>
          </a:prstGeom>
          <a:solidFill>
            <a:schemeClr val="accent1">
              <a:lumMod val="20000"/>
              <a:lumOff val="80000"/>
            </a:schemeClr>
          </a:solidFill>
          <a:ln>
            <a:solidFill>
              <a:srgbClr val="39454B">
                <a:shade val="95000"/>
                <a:satMod val="105000"/>
              </a:srgbClr>
            </a:solidFill>
          </a:ln>
          <a:effectLst/>
        </p:spPr>
        <p:txBody>
          <a:bodyPr vert="horz" wrap="square" lIns="0" tIns="0" rIns="0" bIns="0" numCol="1" rtlCol="0" anchor="ctr" anchorCtr="1" compatLnSpc="1">
            <a:prstTxWarp prst="textNoShape">
              <a:avLst/>
            </a:prstTxWarp>
          </a:bodyP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r>
              <a:rPr kumimoji="0" lang="en-US" sz="2000" b="1" i="0" u="none" strike="noStrike" kern="0" cap="none" spc="0" normalizeH="0" baseline="0" noProof="0">
                <a:ln>
                  <a:noFill/>
                </a:ln>
                <a:solidFill>
                  <a:srgbClr val="122632"/>
                </a:solidFill>
                <a:effectLst/>
                <a:uLnTx/>
                <a:uFillTx/>
                <a:latin typeface="Arial" charset="0"/>
                <a:ea typeface="ＭＳ Ｐゴシック" charset="0"/>
              </a:rPr>
              <a:t>Distribution </a:t>
            </a: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p:txBody>
      </p:sp>
      <p:sp>
        <p:nvSpPr>
          <p:cNvPr id="9" name="Round Diagonal Corner Rectangle 8">
            <a:extLst>
              <a:ext uri="{FF2B5EF4-FFF2-40B4-BE49-F238E27FC236}">
                <a16:creationId xmlns:a16="http://schemas.microsoft.com/office/drawing/2014/main" id="{4295F435-E160-4BE9-023D-A1C99C7FAC70}"/>
              </a:ext>
            </a:extLst>
          </p:cNvPr>
          <p:cNvSpPr/>
          <p:nvPr/>
        </p:nvSpPr>
        <p:spPr bwMode="auto">
          <a:xfrm>
            <a:off x="6332294" y="3153122"/>
            <a:ext cx="5039211" cy="3213102"/>
          </a:xfrm>
          <a:prstGeom prst="round2DiagRect">
            <a:avLst/>
          </a:prstGeom>
          <a:solidFill>
            <a:schemeClr val="accent1">
              <a:lumMod val="20000"/>
              <a:lumOff val="80000"/>
            </a:schemeClr>
          </a:solidFill>
          <a:ln>
            <a:solidFill>
              <a:srgbClr val="39454B">
                <a:shade val="95000"/>
                <a:satMod val="105000"/>
              </a:srgbClr>
            </a:solidFill>
          </a:ln>
          <a:effectLst/>
        </p:spPr>
        <p:txBody>
          <a:bodyPr vert="horz" wrap="square" lIns="0" tIns="0" rIns="0" bIns="0" numCol="1" rtlCol="0" anchor="ctr" anchorCtr="1" compatLnSpc="1">
            <a:prstTxWarp prst="textNoShape">
              <a:avLst/>
            </a:prstTxWarp>
          </a:bodyPr>
          <a:lstStyle/>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r>
              <a:rPr kumimoji="0" lang="en-US" sz="2000" b="1" i="0" u="none" strike="noStrike" kern="0" cap="none" spc="0" normalizeH="0" baseline="0" noProof="0">
                <a:ln>
                  <a:noFill/>
                </a:ln>
                <a:solidFill>
                  <a:srgbClr val="122632"/>
                </a:solidFill>
                <a:effectLst/>
                <a:uLnTx/>
                <a:uFillTx/>
                <a:latin typeface="Arial" charset="0"/>
                <a:ea typeface="ＭＳ Ｐゴシック" charset="0"/>
              </a:rPr>
              <a:t>Assessment </a:t>
            </a: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a:p>
            <a:pPr marL="0" marR="0" lvl="0" indent="0" defTabSz="914400" eaLnBrk="1" fontAlgn="auto" latinLnBrk="0" hangingPunct="1">
              <a:lnSpc>
                <a:spcPct val="100000"/>
              </a:lnSpc>
              <a:spcBef>
                <a:spcPct val="20000"/>
              </a:spcBef>
              <a:spcAft>
                <a:spcPts val="0"/>
              </a:spcAft>
              <a:buClrTx/>
              <a:buSzTx/>
              <a:buFontTx/>
              <a:buNone/>
              <a:tabLst/>
              <a:defRPr/>
            </a:pPr>
            <a:endParaRPr kumimoji="0" lang="en-US" sz="1500" b="0" i="0" u="none" strike="noStrike" kern="0" cap="none" spc="0" normalizeH="0" baseline="0" noProof="0">
              <a:ln>
                <a:noFill/>
              </a:ln>
              <a:solidFill>
                <a:srgbClr val="122632"/>
              </a:solidFill>
              <a:effectLst/>
              <a:uLnTx/>
              <a:uFillTx/>
              <a:latin typeface="Arial" charset="0"/>
              <a:ea typeface="ＭＳ Ｐゴシック" charset="0"/>
            </a:endParaRPr>
          </a:p>
        </p:txBody>
      </p:sp>
      <p:graphicFrame>
        <p:nvGraphicFramePr>
          <p:cNvPr id="10" name="Diagram 9">
            <a:extLst>
              <a:ext uri="{FF2B5EF4-FFF2-40B4-BE49-F238E27FC236}">
                <a16:creationId xmlns:a16="http://schemas.microsoft.com/office/drawing/2014/main" id="{ABE9A097-67FA-655B-A4F7-0F75BBD65B69}"/>
              </a:ext>
            </a:extLst>
          </p:cNvPr>
          <p:cNvGraphicFramePr/>
          <p:nvPr/>
        </p:nvGraphicFramePr>
        <p:xfrm>
          <a:off x="996790" y="3892298"/>
          <a:ext cx="1551677" cy="20347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1" name="Diagram 10">
            <a:extLst>
              <a:ext uri="{FF2B5EF4-FFF2-40B4-BE49-F238E27FC236}">
                <a16:creationId xmlns:a16="http://schemas.microsoft.com/office/drawing/2014/main" id="{A702E78D-802A-CE54-0C9B-DBDA35951FF1}"/>
              </a:ext>
            </a:extLst>
          </p:cNvPr>
          <p:cNvGraphicFramePr/>
          <p:nvPr/>
        </p:nvGraphicFramePr>
        <p:xfrm>
          <a:off x="3773862" y="3892298"/>
          <a:ext cx="1551677" cy="203476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2" name="TextBox 11">
            <a:extLst>
              <a:ext uri="{FF2B5EF4-FFF2-40B4-BE49-F238E27FC236}">
                <a16:creationId xmlns:a16="http://schemas.microsoft.com/office/drawing/2014/main" id="{D9E7CCA5-E125-0F99-7EE0-E226CE8B95E1}"/>
              </a:ext>
            </a:extLst>
          </p:cNvPr>
          <p:cNvSpPr txBox="1"/>
          <p:nvPr/>
        </p:nvSpPr>
        <p:spPr>
          <a:xfrm>
            <a:off x="996790" y="4504661"/>
            <a:ext cx="1551677" cy="1422399"/>
          </a:xfrm>
          <a:prstGeom prst="rect">
            <a:avLst/>
          </a:prstGeom>
          <a:solidFill>
            <a:schemeClr val="accent1">
              <a:lumMod val="75000"/>
            </a:schemeClr>
          </a:solidFill>
        </p:spPr>
        <p:txBody>
          <a:bodyPr wrap="square" lIns="0" tIns="0" rIns="0" bIns="0" rtlCol="0">
            <a:norm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39454B"/>
                </a:solidFill>
                <a:effectLst/>
                <a:uLnTx/>
                <a:uFillTx/>
              </a:rPr>
              <a:t> </a:t>
            </a:r>
            <a:r>
              <a:rPr kumimoji="0" lang="en-US" sz="1400" b="1" i="0" u="none" strike="noStrike" kern="0" cap="none" spc="0" normalizeH="0" baseline="0" noProof="0">
                <a:ln>
                  <a:noFill/>
                </a:ln>
                <a:solidFill>
                  <a:srgbClr val="39454B"/>
                </a:solidFill>
                <a:effectLst/>
                <a:uLnTx/>
                <a:uFillTx/>
              </a:rPr>
              <a:t>Account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39454B"/>
                </a:solidFill>
                <a:effectLst/>
                <a:uLnTx/>
                <a:uFillTx/>
              </a:rPr>
              <a:t> </a:t>
            </a:r>
            <a:r>
              <a:rPr kumimoji="0" lang="en-US" sz="1400" b="0" i="0" u="none" strike="noStrike" kern="0" cap="none" spc="0" normalizeH="0" baseline="0" noProof="0">
                <a:ln>
                  <a:noFill/>
                </a:ln>
                <a:solidFill>
                  <a:srgbClr val="39454B"/>
                </a:solidFill>
                <a:effectLst/>
                <a:uLnTx/>
                <a:uFillTx/>
              </a:rPr>
              <a:t>511310   </a:t>
            </a:r>
            <a:r>
              <a:rPr kumimoji="0" lang="en-US" sz="1400" b="0" i="1" u="none" strike="noStrike" kern="0" cap="none" spc="0" normalizeH="0" baseline="0" noProof="0">
                <a:ln>
                  <a:noFill/>
                </a:ln>
                <a:solidFill>
                  <a:srgbClr val="39454B"/>
                </a:solidFill>
                <a:effectLst/>
                <a:uLnTx/>
                <a:uFillTx/>
              </a:rPr>
              <a:t>100 USD</a:t>
            </a:r>
            <a:r>
              <a:rPr kumimoji="0" lang="en-US" sz="1400" b="0" i="0" u="none" strike="noStrike" kern="0" cap="none" spc="0" normalizeH="0" baseline="0" noProof="0">
                <a:ln>
                  <a:noFill/>
                </a:ln>
                <a:solidFill>
                  <a:srgbClr val="39454B"/>
                </a:solidFill>
                <a:effectLst/>
                <a:uLnTx/>
                <a:uFillTx/>
              </a:rPr>
              <a:t>     </a:t>
            </a:r>
            <a:r>
              <a:rPr kumimoji="0" lang="en-US" sz="1800" b="0" i="0" u="none" strike="noStrike" kern="0" cap="none" spc="0" normalizeH="0" baseline="0" noProof="0">
                <a:ln>
                  <a:noFill/>
                </a:ln>
                <a:solidFill>
                  <a:srgbClr val="39454B"/>
                </a:solidFill>
                <a:effectLst/>
                <a:uLnTx/>
                <a:uFillTx/>
              </a:rPr>
              <a:t>     </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9454B"/>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39454B"/>
                </a:solidFill>
                <a:effectLst/>
                <a:uLnTx/>
                <a:uFillTx/>
              </a:rPr>
              <a:t> Account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39454B"/>
                </a:solidFill>
                <a:effectLst/>
                <a:uLnTx/>
                <a:uFillTx/>
              </a:rPr>
              <a:t> </a:t>
            </a:r>
            <a:r>
              <a:rPr kumimoji="0" lang="en-US" sz="1400" b="0" i="0" u="none" strike="noStrike" kern="0" cap="none" spc="0" normalizeH="0" baseline="0" noProof="0">
                <a:ln>
                  <a:noFill/>
                </a:ln>
                <a:solidFill>
                  <a:srgbClr val="39454B"/>
                </a:solidFill>
                <a:effectLst/>
                <a:uLnTx/>
                <a:uFillTx/>
              </a:rPr>
              <a:t>511310   </a:t>
            </a:r>
            <a:r>
              <a:rPr kumimoji="0" lang="en-US" sz="1400" b="0" i="1" u="none" strike="noStrike" kern="0" cap="none" spc="0" normalizeH="0" baseline="0" noProof="0">
                <a:ln>
                  <a:noFill/>
                </a:ln>
                <a:solidFill>
                  <a:srgbClr val="39454B"/>
                </a:solidFill>
                <a:effectLst/>
                <a:uLnTx/>
                <a:uFillTx/>
              </a:rPr>
              <a:t>-30 USD</a:t>
            </a:r>
            <a:endParaRPr kumimoji="0" lang="en-US" sz="1400" b="1" i="1" u="none" strike="noStrike" kern="0" cap="none" spc="0" normalizeH="0" baseline="0" noProof="0">
              <a:ln>
                <a:noFill/>
              </a:ln>
              <a:solidFill>
                <a:srgbClr val="39454B"/>
              </a:solidFill>
              <a:effectLst/>
              <a:uLnTx/>
              <a:uFillTx/>
            </a:endParaRPr>
          </a:p>
        </p:txBody>
      </p:sp>
      <p:sp>
        <p:nvSpPr>
          <p:cNvPr id="13" name="Arrow: Right 20">
            <a:extLst>
              <a:ext uri="{FF2B5EF4-FFF2-40B4-BE49-F238E27FC236}">
                <a16:creationId xmlns:a16="http://schemas.microsoft.com/office/drawing/2014/main" id="{901839AA-7C32-FAA9-878F-EC3B03F02A38}"/>
              </a:ext>
            </a:extLst>
          </p:cNvPr>
          <p:cNvSpPr/>
          <p:nvPr/>
        </p:nvSpPr>
        <p:spPr bwMode="auto">
          <a:xfrm>
            <a:off x="2634215" y="5014485"/>
            <a:ext cx="1053899" cy="927403"/>
          </a:xfrm>
          <a:prstGeom prst="rightArrow">
            <a:avLst>
              <a:gd name="adj1" fmla="val 47133"/>
              <a:gd name="adj2" fmla="val 50000"/>
            </a:avLst>
          </a:prstGeom>
          <a:solidFill>
            <a:schemeClr val="accent1">
              <a:lumMod val="40000"/>
              <a:lumOff val="60000"/>
            </a:schemeClr>
          </a:solidFill>
          <a:ln w="6350" cap="flat" cmpd="sng" algn="ctr">
            <a:solidFill>
              <a:srgbClr val="39454B"/>
            </a:solidFill>
            <a:prstDash val="solid"/>
            <a:miter lim="800000"/>
          </a:ln>
          <a:effectLst/>
        </p:spPr>
        <p:txBody>
          <a:bodyPr vert="horz" wrap="square" lIns="0" tIns="0" rIns="0" bIns="0" numCol="1" rtlCol="0" anchor="ctr" anchorCtr="1" compatLnSpc="1">
            <a:prstTxWarp prst="textNoShape">
              <a:avLst/>
            </a:prstTxWarp>
          </a:bodyPr>
          <a:lstStyle/>
          <a:p>
            <a:pPr marL="0" marR="0" lvl="0" indent="0" defTabSz="914400" eaLnBrk="1" fontAlgn="auto" latinLnBrk="0" hangingPunct="1">
              <a:lnSpc>
                <a:spcPct val="100000"/>
              </a:lnSpc>
              <a:spcBef>
                <a:spcPct val="20000"/>
              </a:spcBef>
              <a:spcAft>
                <a:spcPts val="0"/>
              </a:spcAft>
              <a:buClrTx/>
              <a:buSzTx/>
              <a:buFontTx/>
              <a:buNone/>
              <a:tabLst/>
              <a:defRPr/>
            </a:pPr>
            <a:r>
              <a:rPr kumimoji="0" lang="en-US" sz="1400" b="0" i="0" u="none" strike="noStrike" kern="0" cap="none" spc="0" normalizeH="0" baseline="0" noProof="0">
                <a:ln>
                  <a:noFill/>
                </a:ln>
                <a:solidFill>
                  <a:srgbClr val="122632"/>
                </a:solidFill>
                <a:effectLst/>
                <a:uLnTx/>
                <a:uFillTx/>
                <a:latin typeface="Arial"/>
                <a:ea typeface="ＭＳ Ｐゴシック" charset="0"/>
                <a:cs typeface="+mn-cs"/>
              </a:rPr>
              <a:t>Allocation</a:t>
            </a:r>
          </a:p>
        </p:txBody>
      </p:sp>
      <p:sp>
        <p:nvSpPr>
          <p:cNvPr id="14" name="TextBox 13">
            <a:extLst>
              <a:ext uri="{FF2B5EF4-FFF2-40B4-BE49-F238E27FC236}">
                <a16:creationId xmlns:a16="http://schemas.microsoft.com/office/drawing/2014/main" id="{F0CAF511-31FA-71F8-3268-6F98B1CCC9F7}"/>
              </a:ext>
            </a:extLst>
          </p:cNvPr>
          <p:cNvSpPr txBox="1"/>
          <p:nvPr/>
        </p:nvSpPr>
        <p:spPr>
          <a:xfrm>
            <a:off x="3767566" y="4519489"/>
            <a:ext cx="1551677" cy="1422399"/>
          </a:xfrm>
          <a:prstGeom prst="rect">
            <a:avLst/>
          </a:prstGeom>
          <a:solidFill>
            <a:schemeClr val="accent1">
              <a:lumMod val="75000"/>
            </a:schemeClr>
          </a:solidFill>
        </p:spPr>
        <p:txBody>
          <a:bodyPr wrap="square" lIns="0" tIns="0" rIns="0" bIns="0" rtlCol="0">
            <a:norm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9454B"/>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39454B"/>
                </a:solidFill>
                <a:effectLst/>
                <a:uLnTx/>
                <a:uFillTx/>
              </a:rPr>
              <a:t>     </a:t>
            </a:r>
            <a:r>
              <a:rPr kumimoji="0" lang="en-US" sz="1800" b="0" i="0" u="none" strike="noStrike" kern="0" cap="none" spc="0" normalizeH="0" baseline="0" noProof="0">
                <a:ln>
                  <a:noFill/>
                </a:ln>
                <a:solidFill>
                  <a:srgbClr val="39454B"/>
                </a:solidFill>
                <a:effectLst/>
                <a:uLnTx/>
                <a:uFillTx/>
              </a:rPr>
              <a:t>     </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9454B"/>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39454B"/>
                </a:solidFill>
                <a:effectLst/>
                <a:uLnTx/>
                <a:uFillTx/>
              </a:rPr>
              <a:t> Account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39454B"/>
                </a:solidFill>
                <a:effectLst/>
                <a:uLnTx/>
                <a:uFillTx/>
              </a:rPr>
              <a:t> </a:t>
            </a:r>
            <a:r>
              <a:rPr kumimoji="0" lang="en-US" sz="1400" b="0" i="0" u="none" strike="noStrike" kern="0" cap="none" spc="0" normalizeH="0" baseline="0" noProof="0">
                <a:ln>
                  <a:noFill/>
                </a:ln>
                <a:solidFill>
                  <a:srgbClr val="39454B"/>
                </a:solidFill>
                <a:effectLst/>
                <a:uLnTx/>
                <a:uFillTx/>
              </a:rPr>
              <a:t>511310   </a:t>
            </a:r>
            <a:r>
              <a:rPr kumimoji="0" lang="en-US" sz="1400" b="0" i="1" u="none" strike="noStrike" kern="0" cap="none" spc="0" normalizeH="0" baseline="0" noProof="0">
                <a:ln>
                  <a:noFill/>
                </a:ln>
                <a:solidFill>
                  <a:srgbClr val="39454B"/>
                </a:solidFill>
                <a:effectLst/>
                <a:uLnTx/>
                <a:uFillTx/>
              </a:rPr>
              <a:t> 30 USD</a:t>
            </a:r>
            <a:endParaRPr kumimoji="0" lang="en-US" sz="1400" b="1" i="1" u="none" strike="noStrike" kern="0" cap="none" spc="0" normalizeH="0" baseline="0" noProof="0">
              <a:ln>
                <a:noFill/>
              </a:ln>
              <a:solidFill>
                <a:srgbClr val="39454B"/>
              </a:solidFill>
              <a:effectLst/>
              <a:uLnTx/>
              <a:uFillTx/>
            </a:endParaRPr>
          </a:p>
        </p:txBody>
      </p:sp>
      <p:graphicFrame>
        <p:nvGraphicFramePr>
          <p:cNvPr id="15" name="Diagram 14">
            <a:extLst>
              <a:ext uri="{FF2B5EF4-FFF2-40B4-BE49-F238E27FC236}">
                <a16:creationId xmlns:a16="http://schemas.microsoft.com/office/drawing/2014/main" id="{B2D966C1-C774-9BA8-C5F5-71BAFCB60F36}"/>
              </a:ext>
            </a:extLst>
          </p:cNvPr>
          <p:cNvGraphicFramePr/>
          <p:nvPr/>
        </p:nvGraphicFramePr>
        <p:xfrm>
          <a:off x="6711790" y="3877470"/>
          <a:ext cx="1551677" cy="2034762"/>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16" name="Diagram 15">
            <a:extLst>
              <a:ext uri="{FF2B5EF4-FFF2-40B4-BE49-F238E27FC236}">
                <a16:creationId xmlns:a16="http://schemas.microsoft.com/office/drawing/2014/main" id="{90696D3E-B60E-EBCD-3D27-131ABEF72773}"/>
              </a:ext>
            </a:extLst>
          </p:cNvPr>
          <p:cNvGraphicFramePr/>
          <p:nvPr/>
        </p:nvGraphicFramePr>
        <p:xfrm>
          <a:off x="9488862" y="3877470"/>
          <a:ext cx="1551677" cy="2034762"/>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17" name="TextBox 16">
            <a:extLst>
              <a:ext uri="{FF2B5EF4-FFF2-40B4-BE49-F238E27FC236}">
                <a16:creationId xmlns:a16="http://schemas.microsoft.com/office/drawing/2014/main" id="{E431301E-8A53-76EA-D3B4-C28A89F06DAC}"/>
              </a:ext>
            </a:extLst>
          </p:cNvPr>
          <p:cNvSpPr txBox="1"/>
          <p:nvPr/>
        </p:nvSpPr>
        <p:spPr>
          <a:xfrm>
            <a:off x="6711790" y="4489833"/>
            <a:ext cx="1551677" cy="1422399"/>
          </a:xfrm>
          <a:prstGeom prst="rect">
            <a:avLst/>
          </a:prstGeom>
          <a:solidFill>
            <a:schemeClr val="accent1">
              <a:lumMod val="60000"/>
              <a:lumOff val="40000"/>
            </a:schemeClr>
          </a:solidFill>
        </p:spPr>
        <p:txBody>
          <a:bodyPr wrap="square" lIns="0" tIns="0" rIns="0" bIns="0" rtlCol="0">
            <a:norm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39454B"/>
                </a:solidFill>
                <a:effectLst/>
                <a:uLnTx/>
                <a:uFillTx/>
              </a:rPr>
              <a:t> </a:t>
            </a:r>
            <a:r>
              <a:rPr kumimoji="0" lang="en-US" sz="1400" b="1" i="0" u="none" strike="noStrike" kern="0" cap="none" spc="0" normalizeH="0" baseline="0" noProof="0">
                <a:ln>
                  <a:noFill/>
                </a:ln>
                <a:solidFill>
                  <a:srgbClr val="39454B"/>
                </a:solidFill>
                <a:effectLst/>
                <a:uLnTx/>
                <a:uFillTx/>
              </a:rPr>
              <a:t>Account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39454B"/>
                </a:solidFill>
                <a:effectLst/>
                <a:uLnTx/>
                <a:uFillTx/>
              </a:rPr>
              <a:t> </a:t>
            </a:r>
            <a:r>
              <a:rPr kumimoji="0" lang="en-US" sz="1400" b="0" i="0" u="none" strike="noStrike" kern="0" cap="none" spc="0" normalizeH="0" baseline="0" noProof="0">
                <a:ln>
                  <a:noFill/>
                </a:ln>
                <a:solidFill>
                  <a:srgbClr val="39454B"/>
                </a:solidFill>
                <a:effectLst/>
                <a:uLnTx/>
                <a:uFillTx/>
              </a:rPr>
              <a:t>511310   </a:t>
            </a:r>
            <a:r>
              <a:rPr kumimoji="0" lang="en-US" sz="1400" b="0" i="1" u="none" strike="noStrike" kern="0" cap="none" spc="0" normalizeH="0" baseline="0" noProof="0">
                <a:ln>
                  <a:noFill/>
                </a:ln>
                <a:solidFill>
                  <a:srgbClr val="39454B"/>
                </a:solidFill>
                <a:effectLst/>
                <a:uLnTx/>
                <a:uFillTx/>
              </a:rPr>
              <a:t>100 USD</a:t>
            </a:r>
            <a:r>
              <a:rPr kumimoji="0" lang="en-US" sz="1400" b="0" i="0" u="none" strike="noStrike" kern="0" cap="none" spc="0" normalizeH="0" baseline="0" noProof="0">
                <a:ln>
                  <a:noFill/>
                </a:ln>
                <a:solidFill>
                  <a:srgbClr val="39454B"/>
                </a:solidFill>
                <a:effectLst/>
                <a:uLnTx/>
                <a:uFillTx/>
              </a:rPr>
              <a:t>     </a:t>
            </a:r>
            <a:r>
              <a:rPr kumimoji="0" lang="en-US" sz="1800" b="0" i="0" u="none" strike="noStrike" kern="0" cap="none" spc="0" normalizeH="0" baseline="0" noProof="0">
                <a:ln>
                  <a:noFill/>
                </a:ln>
                <a:solidFill>
                  <a:srgbClr val="39454B"/>
                </a:solidFill>
                <a:effectLst/>
                <a:uLnTx/>
                <a:uFillTx/>
              </a:rPr>
              <a:t>     </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9454B"/>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39454B"/>
                </a:solidFill>
                <a:effectLst/>
                <a:uLnTx/>
                <a:uFillTx/>
              </a:rPr>
              <a:t> Account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39454B"/>
                </a:solidFill>
                <a:effectLst/>
                <a:uLnTx/>
                <a:uFillTx/>
              </a:rPr>
              <a:t> </a:t>
            </a:r>
            <a:r>
              <a:rPr kumimoji="0" lang="en-US" sz="1400" b="0" i="0" u="none" strike="noStrike" kern="0" cap="none" spc="0" normalizeH="0" baseline="0" noProof="0">
                <a:ln>
                  <a:noFill/>
                </a:ln>
                <a:solidFill>
                  <a:srgbClr val="39454B"/>
                </a:solidFill>
                <a:effectLst/>
                <a:uLnTx/>
                <a:uFillTx/>
              </a:rPr>
              <a:t>920000   </a:t>
            </a:r>
            <a:r>
              <a:rPr kumimoji="0" lang="en-US" sz="1400" b="0" i="1" u="none" strike="noStrike" kern="0" cap="none" spc="0" normalizeH="0" baseline="0" noProof="0">
                <a:ln>
                  <a:noFill/>
                </a:ln>
                <a:solidFill>
                  <a:srgbClr val="39454B"/>
                </a:solidFill>
                <a:effectLst/>
                <a:uLnTx/>
                <a:uFillTx/>
              </a:rPr>
              <a:t>-30 USD</a:t>
            </a:r>
            <a:endParaRPr kumimoji="0" lang="en-US" sz="1400" b="1" i="1" u="none" strike="noStrike" kern="0" cap="none" spc="0" normalizeH="0" baseline="0" noProof="0">
              <a:ln>
                <a:noFill/>
              </a:ln>
              <a:solidFill>
                <a:srgbClr val="39454B"/>
              </a:solidFill>
              <a:effectLst/>
              <a:uLnTx/>
              <a:uFillTx/>
            </a:endParaRPr>
          </a:p>
        </p:txBody>
      </p:sp>
      <p:sp>
        <p:nvSpPr>
          <p:cNvPr id="18" name="Arrow: Right 20">
            <a:extLst>
              <a:ext uri="{FF2B5EF4-FFF2-40B4-BE49-F238E27FC236}">
                <a16:creationId xmlns:a16="http://schemas.microsoft.com/office/drawing/2014/main" id="{6A08743C-7009-3BEB-5902-39328BC63E47}"/>
              </a:ext>
            </a:extLst>
          </p:cNvPr>
          <p:cNvSpPr/>
          <p:nvPr/>
        </p:nvSpPr>
        <p:spPr bwMode="auto">
          <a:xfrm>
            <a:off x="8349215" y="5014485"/>
            <a:ext cx="1053899" cy="912575"/>
          </a:xfrm>
          <a:prstGeom prst="rightArrow">
            <a:avLst>
              <a:gd name="adj1" fmla="val 47133"/>
              <a:gd name="adj2" fmla="val 50000"/>
            </a:avLst>
          </a:prstGeom>
          <a:solidFill>
            <a:schemeClr val="accent1">
              <a:lumMod val="40000"/>
              <a:lumOff val="60000"/>
            </a:schemeClr>
          </a:solidFill>
          <a:ln w="6350" cap="flat" cmpd="sng" algn="ctr">
            <a:solidFill>
              <a:srgbClr val="39454B"/>
            </a:solidFill>
            <a:prstDash val="solid"/>
            <a:miter lim="800000"/>
          </a:ln>
          <a:effectLst/>
        </p:spPr>
        <p:txBody>
          <a:bodyPr vert="horz" wrap="square" lIns="0" tIns="0" rIns="0" bIns="0" numCol="1" rtlCol="0" anchor="ctr" anchorCtr="1" compatLnSpc="1">
            <a:prstTxWarp prst="textNoShape">
              <a:avLst/>
            </a:prstTxWarp>
          </a:bodyPr>
          <a:lstStyle/>
          <a:p>
            <a:pPr>
              <a:spcBef>
                <a:spcPct val="20000"/>
              </a:spcBef>
            </a:pPr>
            <a:r>
              <a:rPr lang="en-US" sz="1400" kern="0">
                <a:solidFill>
                  <a:srgbClr val="122632"/>
                </a:solidFill>
                <a:latin typeface="Arial"/>
                <a:ea typeface="ＭＳ Ｐゴシック" charset="0"/>
              </a:rPr>
              <a:t>Allocation</a:t>
            </a:r>
          </a:p>
        </p:txBody>
      </p:sp>
      <p:sp>
        <p:nvSpPr>
          <p:cNvPr id="19" name="TextBox 18">
            <a:extLst>
              <a:ext uri="{FF2B5EF4-FFF2-40B4-BE49-F238E27FC236}">
                <a16:creationId xmlns:a16="http://schemas.microsoft.com/office/drawing/2014/main" id="{D3E25CB6-3C55-9F46-5832-9EED68079FF0}"/>
              </a:ext>
            </a:extLst>
          </p:cNvPr>
          <p:cNvSpPr txBox="1"/>
          <p:nvPr/>
        </p:nvSpPr>
        <p:spPr>
          <a:xfrm>
            <a:off x="9482566" y="4504661"/>
            <a:ext cx="1551677" cy="1422399"/>
          </a:xfrm>
          <a:prstGeom prst="rect">
            <a:avLst/>
          </a:prstGeom>
          <a:solidFill>
            <a:schemeClr val="accent1">
              <a:lumMod val="60000"/>
              <a:lumOff val="40000"/>
            </a:schemeClr>
          </a:solidFill>
        </p:spPr>
        <p:txBody>
          <a:bodyPr wrap="square" lIns="0" tIns="0" rIns="0" bIns="0" rtlCol="0">
            <a:norm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9454B"/>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39454B"/>
                </a:solidFill>
                <a:effectLst/>
                <a:uLnTx/>
                <a:uFillTx/>
              </a:rPr>
              <a:t>     </a:t>
            </a:r>
            <a:r>
              <a:rPr kumimoji="0" lang="en-US" sz="1800" b="0" i="0" u="none" strike="noStrike" kern="0" cap="none" spc="0" normalizeH="0" baseline="0" noProof="0">
                <a:ln>
                  <a:noFill/>
                </a:ln>
                <a:solidFill>
                  <a:srgbClr val="39454B"/>
                </a:solidFill>
                <a:effectLst/>
                <a:uLnTx/>
                <a:uFillTx/>
              </a:rPr>
              <a:t>     </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9454B"/>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39454B"/>
                </a:solidFill>
                <a:effectLst/>
                <a:uLnTx/>
                <a:uFillTx/>
              </a:rPr>
              <a:t> Account</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39454B"/>
                </a:solidFill>
                <a:effectLst/>
                <a:uLnTx/>
                <a:uFillTx/>
              </a:rPr>
              <a:t> </a:t>
            </a:r>
            <a:r>
              <a:rPr kumimoji="0" lang="en-US" sz="1400" b="0" i="0" u="none" strike="noStrike" kern="0" cap="none" spc="0" normalizeH="0" baseline="0" noProof="0">
                <a:ln>
                  <a:noFill/>
                </a:ln>
                <a:solidFill>
                  <a:srgbClr val="39454B"/>
                </a:solidFill>
                <a:effectLst/>
                <a:uLnTx/>
                <a:uFillTx/>
              </a:rPr>
              <a:t>920000   </a:t>
            </a:r>
            <a:r>
              <a:rPr kumimoji="0" lang="en-US" sz="1400" b="0" i="1" u="none" strike="noStrike" kern="0" cap="none" spc="0" normalizeH="0" baseline="0" noProof="0">
                <a:ln>
                  <a:noFill/>
                </a:ln>
                <a:solidFill>
                  <a:srgbClr val="39454B"/>
                </a:solidFill>
                <a:effectLst/>
                <a:uLnTx/>
                <a:uFillTx/>
              </a:rPr>
              <a:t> 30 USD</a:t>
            </a:r>
            <a:endParaRPr kumimoji="0" lang="en-US" sz="1400" b="1" i="1" u="none" strike="noStrike" kern="0" cap="none" spc="0" normalizeH="0" baseline="0" noProof="0">
              <a:ln>
                <a:noFill/>
              </a:ln>
              <a:solidFill>
                <a:srgbClr val="39454B"/>
              </a:solidFill>
              <a:effectLst/>
              <a:uLnTx/>
              <a:uFillTx/>
            </a:endParaRPr>
          </a:p>
        </p:txBody>
      </p:sp>
      <p:sp>
        <p:nvSpPr>
          <p:cNvPr id="22" name="Title 4">
            <a:extLst>
              <a:ext uri="{FF2B5EF4-FFF2-40B4-BE49-F238E27FC236}">
                <a16:creationId xmlns:a16="http://schemas.microsoft.com/office/drawing/2014/main" id="{B7A6EF14-7CF9-19D0-63AA-6B5C71D154B9}"/>
              </a:ext>
            </a:extLst>
          </p:cNvPr>
          <p:cNvSpPr>
            <a:spLocks noGrp="1"/>
          </p:cNvSpPr>
          <p:nvPr>
            <p:ph type="title"/>
          </p:nvPr>
        </p:nvSpPr>
        <p:spPr>
          <a:xfrm>
            <a:off x="1511300" y="211138"/>
            <a:ext cx="8902700" cy="982662"/>
          </a:xfrm>
        </p:spPr>
        <p:txBody>
          <a:bodyPr/>
          <a:lstStyle/>
          <a:p>
            <a:r>
              <a:rPr lang="en-GB" dirty="0"/>
              <a:t>Cost Center Distribution and Assessment Illustration</a:t>
            </a:r>
            <a:endParaRPr lang="en-US" dirty="0"/>
          </a:p>
        </p:txBody>
      </p:sp>
    </p:spTree>
    <p:extLst>
      <p:ext uri="{BB962C8B-B14F-4D97-AF65-F5344CB8AC3E}">
        <p14:creationId xmlns:p14="http://schemas.microsoft.com/office/powerpoint/2010/main" val="4006609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1000"/>
                                        <p:tgtEl>
                                          <p:spTgt spid="12"/>
                                        </p:tgtEl>
                                      </p:cBhvr>
                                    </p:animEffect>
                                    <p:anim calcmode="lin" valueType="num">
                                      <p:cBhvr>
                                        <p:cTn id="30" dur="1000" fill="hold"/>
                                        <p:tgtEl>
                                          <p:spTgt spid="12"/>
                                        </p:tgtEl>
                                        <p:attrNameLst>
                                          <p:attrName>ppt_x</p:attrName>
                                        </p:attrNameLst>
                                      </p:cBhvr>
                                      <p:tavLst>
                                        <p:tav tm="0">
                                          <p:val>
                                            <p:strVal val="#ppt_x"/>
                                          </p:val>
                                        </p:tav>
                                        <p:tav tm="100000">
                                          <p:val>
                                            <p:strVal val="#ppt_x"/>
                                          </p:val>
                                        </p:tav>
                                      </p:tavLst>
                                    </p:anim>
                                    <p:anim calcmode="lin" valueType="num">
                                      <p:cBhvr>
                                        <p:cTn id="31" dur="1000" fill="hold"/>
                                        <p:tgtEl>
                                          <p:spTgt spid="12"/>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1000"/>
                                        <p:tgtEl>
                                          <p:spTgt spid="13"/>
                                        </p:tgtEl>
                                      </p:cBhvr>
                                    </p:animEffect>
                                    <p:anim calcmode="lin" valueType="num">
                                      <p:cBhvr>
                                        <p:cTn id="35" dur="1000" fill="hold"/>
                                        <p:tgtEl>
                                          <p:spTgt spid="13"/>
                                        </p:tgtEl>
                                        <p:attrNameLst>
                                          <p:attrName>ppt_x</p:attrName>
                                        </p:attrNameLst>
                                      </p:cBhvr>
                                      <p:tavLst>
                                        <p:tav tm="0">
                                          <p:val>
                                            <p:strVal val="#ppt_x"/>
                                          </p:val>
                                        </p:tav>
                                        <p:tav tm="100000">
                                          <p:val>
                                            <p:strVal val="#ppt_x"/>
                                          </p:val>
                                        </p:tav>
                                      </p:tavLst>
                                    </p:anim>
                                    <p:anim calcmode="lin" valueType="num">
                                      <p:cBhvr>
                                        <p:cTn id="36" dur="1000" fill="hold"/>
                                        <p:tgtEl>
                                          <p:spTgt spid="13"/>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1000"/>
                                        <p:tgtEl>
                                          <p:spTgt spid="14"/>
                                        </p:tgtEl>
                                      </p:cBhvr>
                                    </p:animEffect>
                                    <p:anim calcmode="lin" valueType="num">
                                      <p:cBhvr>
                                        <p:cTn id="40" dur="1000" fill="hold"/>
                                        <p:tgtEl>
                                          <p:spTgt spid="14"/>
                                        </p:tgtEl>
                                        <p:attrNameLst>
                                          <p:attrName>ppt_x</p:attrName>
                                        </p:attrNameLst>
                                      </p:cBhvr>
                                      <p:tavLst>
                                        <p:tav tm="0">
                                          <p:val>
                                            <p:strVal val="#ppt_x"/>
                                          </p:val>
                                        </p:tav>
                                        <p:tav tm="100000">
                                          <p:val>
                                            <p:strVal val="#ppt_x"/>
                                          </p:val>
                                        </p:tav>
                                      </p:tavLst>
                                    </p:anim>
                                    <p:anim calcmode="lin" valueType="num">
                                      <p:cBhvr>
                                        <p:cTn id="4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1000"/>
                                        <p:tgtEl>
                                          <p:spTgt spid="9"/>
                                        </p:tgtEl>
                                      </p:cBhvr>
                                    </p:animEffect>
                                    <p:anim calcmode="lin" valueType="num">
                                      <p:cBhvr>
                                        <p:cTn id="47" dur="1000" fill="hold"/>
                                        <p:tgtEl>
                                          <p:spTgt spid="9"/>
                                        </p:tgtEl>
                                        <p:attrNameLst>
                                          <p:attrName>ppt_x</p:attrName>
                                        </p:attrNameLst>
                                      </p:cBhvr>
                                      <p:tavLst>
                                        <p:tav tm="0">
                                          <p:val>
                                            <p:strVal val="#ppt_x"/>
                                          </p:val>
                                        </p:tav>
                                        <p:tav tm="100000">
                                          <p:val>
                                            <p:strVal val="#ppt_x"/>
                                          </p:val>
                                        </p:tav>
                                      </p:tavLst>
                                    </p:anim>
                                    <p:anim calcmode="lin" valueType="num">
                                      <p:cBhvr>
                                        <p:cTn id="48" dur="1000" fill="hold"/>
                                        <p:tgtEl>
                                          <p:spTgt spid="9"/>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1000"/>
                                        <p:tgtEl>
                                          <p:spTgt spid="15"/>
                                        </p:tgtEl>
                                      </p:cBhvr>
                                    </p:animEffect>
                                    <p:anim calcmode="lin" valueType="num">
                                      <p:cBhvr>
                                        <p:cTn id="52" dur="1000" fill="hold"/>
                                        <p:tgtEl>
                                          <p:spTgt spid="15"/>
                                        </p:tgtEl>
                                        <p:attrNameLst>
                                          <p:attrName>ppt_x</p:attrName>
                                        </p:attrNameLst>
                                      </p:cBhvr>
                                      <p:tavLst>
                                        <p:tav tm="0">
                                          <p:val>
                                            <p:strVal val="#ppt_x"/>
                                          </p:val>
                                        </p:tav>
                                        <p:tav tm="100000">
                                          <p:val>
                                            <p:strVal val="#ppt_x"/>
                                          </p:val>
                                        </p:tav>
                                      </p:tavLst>
                                    </p:anim>
                                    <p:anim calcmode="lin" valueType="num">
                                      <p:cBhvr>
                                        <p:cTn id="53" dur="1000" fill="hold"/>
                                        <p:tgtEl>
                                          <p:spTgt spid="15"/>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1000"/>
                                        <p:tgtEl>
                                          <p:spTgt spid="16"/>
                                        </p:tgtEl>
                                      </p:cBhvr>
                                    </p:animEffect>
                                    <p:anim calcmode="lin" valueType="num">
                                      <p:cBhvr>
                                        <p:cTn id="57" dur="1000" fill="hold"/>
                                        <p:tgtEl>
                                          <p:spTgt spid="16"/>
                                        </p:tgtEl>
                                        <p:attrNameLst>
                                          <p:attrName>ppt_x</p:attrName>
                                        </p:attrNameLst>
                                      </p:cBhvr>
                                      <p:tavLst>
                                        <p:tav tm="0">
                                          <p:val>
                                            <p:strVal val="#ppt_x"/>
                                          </p:val>
                                        </p:tav>
                                        <p:tav tm="100000">
                                          <p:val>
                                            <p:strVal val="#ppt_x"/>
                                          </p:val>
                                        </p:tav>
                                      </p:tavLst>
                                    </p:anim>
                                    <p:anim calcmode="lin" valueType="num">
                                      <p:cBhvr>
                                        <p:cTn id="58" dur="1000" fill="hold"/>
                                        <p:tgtEl>
                                          <p:spTgt spid="16"/>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1000"/>
                                        <p:tgtEl>
                                          <p:spTgt spid="17"/>
                                        </p:tgtEl>
                                      </p:cBhvr>
                                    </p:animEffect>
                                    <p:anim calcmode="lin" valueType="num">
                                      <p:cBhvr>
                                        <p:cTn id="62" dur="1000" fill="hold"/>
                                        <p:tgtEl>
                                          <p:spTgt spid="17"/>
                                        </p:tgtEl>
                                        <p:attrNameLst>
                                          <p:attrName>ppt_x</p:attrName>
                                        </p:attrNameLst>
                                      </p:cBhvr>
                                      <p:tavLst>
                                        <p:tav tm="0">
                                          <p:val>
                                            <p:strVal val="#ppt_x"/>
                                          </p:val>
                                        </p:tav>
                                        <p:tav tm="100000">
                                          <p:val>
                                            <p:strVal val="#ppt_x"/>
                                          </p:val>
                                        </p:tav>
                                      </p:tavLst>
                                    </p:anim>
                                    <p:anim calcmode="lin" valueType="num">
                                      <p:cBhvr>
                                        <p:cTn id="63" dur="1000" fill="hold"/>
                                        <p:tgtEl>
                                          <p:spTgt spid="17"/>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1000"/>
                                        <p:tgtEl>
                                          <p:spTgt spid="18"/>
                                        </p:tgtEl>
                                      </p:cBhvr>
                                    </p:animEffect>
                                    <p:anim calcmode="lin" valueType="num">
                                      <p:cBhvr>
                                        <p:cTn id="67" dur="1000" fill="hold"/>
                                        <p:tgtEl>
                                          <p:spTgt spid="18"/>
                                        </p:tgtEl>
                                        <p:attrNameLst>
                                          <p:attrName>ppt_x</p:attrName>
                                        </p:attrNameLst>
                                      </p:cBhvr>
                                      <p:tavLst>
                                        <p:tav tm="0">
                                          <p:val>
                                            <p:strVal val="#ppt_x"/>
                                          </p:val>
                                        </p:tav>
                                        <p:tav tm="100000">
                                          <p:val>
                                            <p:strVal val="#ppt_x"/>
                                          </p:val>
                                        </p:tav>
                                      </p:tavLst>
                                    </p:anim>
                                    <p:anim calcmode="lin" valueType="num">
                                      <p:cBhvr>
                                        <p:cTn id="68" dur="1000" fill="hold"/>
                                        <p:tgtEl>
                                          <p:spTgt spid="18"/>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9"/>
                                        </p:tgtEl>
                                        <p:attrNameLst>
                                          <p:attrName>style.visibility</p:attrName>
                                        </p:attrNameLst>
                                      </p:cBhvr>
                                      <p:to>
                                        <p:strVal val="visible"/>
                                      </p:to>
                                    </p:set>
                                    <p:animEffect transition="in" filter="fade">
                                      <p:cBhvr>
                                        <p:cTn id="71" dur="1000"/>
                                        <p:tgtEl>
                                          <p:spTgt spid="19"/>
                                        </p:tgtEl>
                                      </p:cBhvr>
                                    </p:animEffect>
                                    <p:anim calcmode="lin" valueType="num">
                                      <p:cBhvr>
                                        <p:cTn id="72" dur="1000" fill="hold"/>
                                        <p:tgtEl>
                                          <p:spTgt spid="19"/>
                                        </p:tgtEl>
                                        <p:attrNameLst>
                                          <p:attrName>ppt_x</p:attrName>
                                        </p:attrNameLst>
                                      </p:cBhvr>
                                      <p:tavLst>
                                        <p:tav tm="0">
                                          <p:val>
                                            <p:strVal val="#ppt_x"/>
                                          </p:val>
                                        </p:tav>
                                        <p:tav tm="100000">
                                          <p:val>
                                            <p:strVal val="#ppt_x"/>
                                          </p:val>
                                        </p:tav>
                                      </p:tavLst>
                                    </p:anim>
                                    <p:anim calcmode="lin" valueType="num">
                                      <p:cBhvr>
                                        <p:cTn id="73"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Graphic spid="10" grpId="0">
        <p:bldAsOne/>
      </p:bldGraphic>
      <p:bldGraphic spid="11" grpId="0">
        <p:bldAsOne/>
      </p:bldGraphic>
      <p:bldP spid="12" grpId="0" animBg="1"/>
      <p:bldP spid="13" grpId="0" animBg="1"/>
      <p:bldP spid="14" grpId="0" animBg="1"/>
      <p:bldGraphic spid="15" grpId="0">
        <p:bldAsOne/>
      </p:bldGraphic>
      <p:bldGraphic spid="16" grpId="0">
        <p:bldAsOne/>
      </p:bldGraphic>
      <p:bldP spid="17" grpId="0" animBg="1"/>
      <p:bldP spid="18" grpId="0" animBg="1"/>
      <p:bldP spid="1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6CA016A-D05F-4117-9E36-E95E260D712C}"/>
              </a:ext>
            </a:extLst>
          </p:cNvPr>
          <p:cNvSpPr>
            <a:spLocks noGrp="1"/>
          </p:cNvSpPr>
          <p:nvPr>
            <p:ph type="sldNum" sz="quarter" idx="12"/>
          </p:nvPr>
        </p:nvSpPr>
        <p:spPr/>
        <p:txBody>
          <a:bodyPr/>
          <a:lstStyle/>
          <a:p>
            <a:fld id="{F4C94289-3309-4C35-850A-56FD49B3E346}" type="slidenum">
              <a:rPr lang="en-GB" smtClean="0"/>
              <a:t>4</a:t>
            </a:fld>
            <a:endParaRPr lang="en-GB"/>
          </a:p>
        </p:txBody>
      </p:sp>
      <p:sp>
        <p:nvSpPr>
          <p:cNvPr id="4" name="Title 3">
            <a:extLst>
              <a:ext uri="{FF2B5EF4-FFF2-40B4-BE49-F238E27FC236}">
                <a16:creationId xmlns:a16="http://schemas.microsoft.com/office/drawing/2014/main" id="{AB349BCE-1BAB-6C28-53B5-1FF28699A67C}"/>
              </a:ext>
            </a:extLst>
          </p:cNvPr>
          <p:cNvSpPr>
            <a:spLocks noGrp="1"/>
          </p:cNvSpPr>
          <p:nvPr>
            <p:ph type="title"/>
          </p:nvPr>
        </p:nvSpPr>
        <p:spPr/>
        <p:txBody>
          <a:bodyPr/>
          <a:lstStyle/>
          <a:p>
            <a:r>
              <a:rPr lang="en-GB"/>
              <a:t>Cost Center Allocations</a:t>
            </a:r>
            <a:br>
              <a:rPr lang="en-GB"/>
            </a:br>
            <a:r>
              <a:rPr lang="en-US" altLang="ja-JP">
                <a:ea typeface="ＭＳ Ｐゴシック"/>
              </a:rPr>
              <a:t>FCC variants update for cycles</a:t>
            </a:r>
            <a:endParaRPr lang="en-US"/>
          </a:p>
        </p:txBody>
      </p:sp>
      <p:pic>
        <p:nvPicPr>
          <p:cNvPr id="5" name="Picture 4">
            <a:extLst>
              <a:ext uri="{FF2B5EF4-FFF2-40B4-BE49-F238E27FC236}">
                <a16:creationId xmlns:a16="http://schemas.microsoft.com/office/drawing/2014/main" id="{E5CEAAF6-6EC0-92E7-0647-C9A6826B4FDC}"/>
              </a:ext>
            </a:extLst>
          </p:cNvPr>
          <p:cNvPicPr>
            <a:picLocks noChangeAspect="1"/>
          </p:cNvPicPr>
          <p:nvPr/>
        </p:nvPicPr>
        <p:blipFill rotWithShape="1">
          <a:blip r:embed="rId2"/>
          <a:srcRect t="690" r="52419" b="67283"/>
          <a:stretch/>
        </p:blipFill>
        <p:spPr>
          <a:xfrm>
            <a:off x="533909" y="1436827"/>
            <a:ext cx="5138579" cy="1835677"/>
          </a:xfrm>
          <a:prstGeom prst="rect">
            <a:avLst/>
          </a:prstGeom>
          <a:effectLst>
            <a:outerShdw blurRad="63500" sx="102000" sy="102000" algn="ctr" rotWithShape="0">
              <a:prstClr val="black">
                <a:alpha val="40000"/>
              </a:prstClr>
            </a:outerShdw>
          </a:effectLst>
        </p:spPr>
      </p:pic>
      <p:pic>
        <p:nvPicPr>
          <p:cNvPr id="7" name="Picture 6">
            <a:extLst>
              <a:ext uri="{FF2B5EF4-FFF2-40B4-BE49-F238E27FC236}">
                <a16:creationId xmlns:a16="http://schemas.microsoft.com/office/drawing/2014/main" id="{1C8976AF-8DB5-08D3-8F7E-91EF67E22F2F}"/>
              </a:ext>
            </a:extLst>
          </p:cNvPr>
          <p:cNvPicPr>
            <a:picLocks noChangeAspect="1"/>
          </p:cNvPicPr>
          <p:nvPr/>
        </p:nvPicPr>
        <p:blipFill>
          <a:blip r:embed="rId3"/>
          <a:stretch>
            <a:fillRect/>
          </a:stretch>
        </p:blipFill>
        <p:spPr>
          <a:xfrm>
            <a:off x="575051" y="2542042"/>
            <a:ext cx="5097436" cy="1647948"/>
          </a:xfrm>
          <a:prstGeom prst="rect">
            <a:avLst/>
          </a:prstGeom>
        </p:spPr>
      </p:pic>
      <p:pic>
        <p:nvPicPr>
          <p:cNvPr id="8" name="Picture 7">
            <a:extLst>
              <a:ext uri="{FF2B5EF4-FFF2-40B4-BE49-F238E27FC236}">
                <a16:creationId xmlns:a16="http://schemas.microsoft.com/office/drawing/2014/main" id="{828DC227-987D-7258-E4C2-97E546DE567E}"/>
              </a:ext>
            </a:extLst>
          </p:cNvPr>
          <p:cNvPicPr>
            <a:picLocks noChangeAspect="1"/>
          </p:cNvPicPr>
          <p:nvPr/>
        </p:nvPicPr>
        <p:blipFill>
          <a:blip r:embed="rId4"/>
          <a:stretch>
            <a:fillRect/>
          </a:stretch>
        </p:blipFill>
        <p:spPr>
          <a:xfrm>
            <a:off x="533908" y="3683722"/>
            <a:ext cx="5138579" cy="1947770"/>
          </a:xfrm>
          <a:prstGeom prst="rect">
            <a:avLst/>
          </a:prstGeom>
          <a:effectLst>
            <a:outerShdw blurRad="63500" sx="102000" sy="102000" algn="ctr" rotWithShape="0">
              <a:prstClr val="black">
                <a:alpha val="40000"/>
              </a:prstClr>
            </a:outerShdw>
          </a:effectLst>
        </p:spPr>
      </p:pic>
      <p:pic>
        <p:nvPicPr>
          <p:cNvPr id="10" name="Picture 9">
            <a:extLst>
              <a:ext uri="{FF2B5EF4-FFF2-40B4-BE49-F238E27FC236}">
                <a16:creationId xmlns:a16="http://schemas.microsoft.com/office/drawing/2014/main" id="{109A9E2D-6153-557A-89E6-9EE7897193E5}"/>
              </a:ext>
            </a:extLst>
          </p:cNvPr>
          <p:cNvPicPr>
            <a:picLocks noChangeAspect="1"/>
          </p:cNvPicPr>
          <p:nvPr/>
        </p:nvPicPr>
        <p:blipFill>
          <a:blip r:embed="rId5"/>
          <a:stretch>
            <a:fillRect/>
          </a:stretch>
        </p:blipFill>
        <p:spPr>
          <a:xfrm>
            <a:off x="575051" y="5173067"/>
            <a:ext cx="5097436" cy="1534808"/>
          </a:xfrm>
          <a:prstGeom prst="rect">
            <a:avLst/>
          </a:prstGeom>
          <a:effectLst>
            <a:outerShdw blurRad="63500" sx="102000" sy="102000" algn="ctr" rotWithShape="0">
              <a:prstClr val="black">
                <a:alpha val="40000"/>
              </a:prstClr>
            </a:outerShdw>
          </a:effectLst>
        </p:spPr>
      </p:pic>
      <p:pic>
        <p:nvPicPr>
          <p:cNvPr id="11" name="Picture 10">
            <a:extLst>
              <a:ext uri="{FF2B5EF4-FFF2-40B4-BE49-F238E27FC236}">
                <a16:creationId xmlns:a16="http://schemas.microsoft.com/office/drawing/2014/main" id="{8E2BFD3B-12DD-125B-4D04-D14B264A3187}"/>
              </a:ext>
            </a:extLst>
          </p:cNvPr>
          <p:cNvPicPr>
            <a:picLocks noChangeAspect="1"/>
          </p:cNvPicPr>
          <p:nvPr/>
        </p:nvPicPr>
        <p:blipFill rotWithShape="1">
          <a:blip r:embed="rId6"/>
          <a:srcRect t="-418" r="31508" b="18280"/>
          <a:stretch/>
        </p:blipFill>
        <p:spPr>
          <a:xfrm>
            <a:off x="6096000" y="1470563"/>
            <a:ext cx="5580211" cy="2356681"/>
          </a:xfrm>
          <a:prstGeom prst="rect">
            <a:avLst/>
          </a:prstGeom>
          <a:effectLst>
            <a:outerShdw blurRad="63500" sx="102000" sy="102000" algn="ctr" rotWithShape="0">
              <a:prstClr val="black">
                <a:alpha val="40000"/>
              </a:prstClr>
            </a:outerShdw>
          </a:effectLst>
        </p:spPr>
      </p:pic>
      <p:pic>
        <p:nvPicPr>
          <p:cNvPr id="12" name="Picture 11">
            <a:extLst>
              <a:ext uri="{FF2B5EF4-FFF2-40B4-BE49-F238E27FC236}">
                <a16:creationId xmlns:a16="http://schemas.microsoft.com/office/drawing/2014/main" id="{4D28677B-AA53-1A6B-E1CC-6B6534244073}"/>
              </a:ext>
            </a:extLst>
          </p:cNvPr>
          <p:cNvPicPr>
            <a:picLocks noChangeAspect="1"/>
          </p:cNvPicPr>
          <p:nvPr/>
        </p:nvPicPr>
        <p:blipFill>
          <a:blip r:embed="rId7"/>
          <a:stretch>
            <a:fillRect/>
          </a:stretch>
        </p:blipFill>
        <p:spPr>
          <a:xfrm>
            <a:off x="5962638" y="4023932"/>
            <a:ext cx="6159817" cy="2470277"/>
          </a:xfrm>
          <a:prstGeom prst="rect">
            <a:avLst/>
          </a:prstGeom>
          <a:effectLst>
            <a:outerShdw blurRad="63500" sx="102000" sy="102000" algn="ctr" rotWithShape="0">
              <a:prstClr val="black">
                <a:alpha val="40000"/>
              </a:prstClr>
            </a:outerShdw>
          </a:effectLst>
        </p:spPr>
      </p:pic>
      <p:sp>
        <p:nvSpPr>
          <p:cNvPr id="15" name="TextBox 14">
            <a:extLst>
              <a:ext uri="{FF2B5EF4-FFF2-40B4-BE49-F238E27FC236}">
                <a16:creationId xmlns:a16="http://schemas.microsoft.com/office/drawing/2014/main" id="{BC339F59-523E-27E8-0310-587A1862F55A}"/>
              </a:ext>
            </a:extLst>
          </p:cNvPr>
          <p:cNvSpPr txBox="1"/>
          <p:nvPr/>
        </p:nvSpPr>
        <p:spPr>
          <a:xfrm>
            <a:off x="533908" y="1420156"/>
            <a:ext cx="1997535" cy="289441"/>
          </a:xfrm>
          <a:prstGeom prst="roundRect">
            <a:avLst/>
          </a:prstGeom>
          <a:solidFill>
            <a:schemeClr val="bg1"/>
          </a:solidFill>
          <a:ln w="19050">
            <a:solidFill>
              <a:schemeClr val="accent3"/>
            </a:solidFill>
          </a:ln>
        </p:spPr>
        <p:txBody>
          <a:bodyPr wrap="square">
            <a:spAutoFit/>
          </a:bodyPr>
          <a:lstStyle/>
          <a:p>
            <a:r>
              <a:rPr lang="en-US" sz="1100" b="1"/>
              <a:t>1. Execute T-Code : KSU5 </a:t>
            </a:r>
          </a:p>
        </p:txBody>
      </p:sp>
      <p:sp>
        <p:nvSpPr>
          <p:cNvPr id="16" name="TextBox 15">
            <a:extLst>
              <a:ext uri="{FF2B5EF4-FFF2-40B4-BE49-F238E27FC236}">
                <a16:creationId xmlns:a16="http://schemas.microsoft.com/office/drawing/2014/main" id="{0AF3EC41-0096-480B-1B01-B73E47B0B54B}"/>
              </a:ext>
            </a:extLst>
          </p:cNvPr>
          <p:cNvSpPr txBox="1"/>
          <p:nvPr/>
        </p:nvSpPr>
        <p:spPr>
          <a:xfrm>
            <a:off x="575051" y="2413439"/>
            <a:ext cx="2736040" cy="289441"/>
          </a:xfrm>
          <a:prstGeom prst="roundRect">
            <a:avLst/>
          </a:prstGeom>
          <a:solidFill>
            <a:schemeClr val="bg1"/>
          </a:solidFill>
          <a:ln w="19050">
            <a:solidFill>
              <a:schemeClr val="accent3"/>
            </a:solidFill>
          </a:ln>
        </p:spPr>
        <p:txBody>
          <a:bodyPr wrap="square">
            <a:spAutoFit/>
          </a:bodyPr>
          <a:lstStyle/>
          <a:p>
            <a:r>
              <a:rPr lang="en-US" sz="1100" b="1"/>
              <a:t>2. Enter “Controlling Area”: 1000</a:t>
            </a:r>
          </a:p>
        </p:txBody>
      </p:sp>
      <p:sp>
        <p:nvSpPr>
          <p:cNvPr id="17" name="TextBox 16">
            <a:extLst>
              <a:ext uri="{FF2B5EF4-FFF2-40B4-BE49-F238E27FC236}">
                <a16:creationId xmlns:a16="http://schemas.microsoft.com/office/drawing/2014/main" id="{A0D9A36D-D41E-C884-7045-DD86FE828290}"/>
              </a:ext>
            </a:extLst>
          </p:cNvPr>
          <p:cNvSpPr txBox="1"/>
          <p:nvPr/>
        </p:nvSpPr>
        <p:spPr>
          <a:xfrm>
            <a:off x="533908" y="3388890"/>
            <a:ext cx="3431700" cy="289441"/>
          </a:xfrm>
          <a:prstGeom prst="roundRect">
            <a:avLst/>
          </a:prstGeom>
          <a:solidFill>
            <a:schemeClr val="bg1"/>
          </a:solidFill>
          <a:ln w="19050">
            <a:solidFill>
              <a:schemeClr val="accent3"/>
            </a:solidFill>
          </a:ln>
        </p:spPr>
        <p:txBody>
          <a:bodyPr wrap="square">
            <a:spAutoFit/>
          </a:bodyPr>
          <a:lstStyle/>
          <a:p>
            <a:r>
              <a:rPr lang="en-US" sz="1100" b="1" dirty="0"/>
              <a:t>3. Go to Menu bar: Select Extras-Variant-Get…</a:t>
            </a:r>
          </a:p>
        </p:txBody>
      </p:sp>
      <p:sp>
        <p:nvSpPr>
          <p:cNvPr id="18" name="TextBox 17">
            <a:extLst>
              <a:ext uri="{FF2B5EF4-FFF2-40B4-BE49-F238E27FC236}">
                <a16:creationId xmlns:a16="http://schemas.microsoft.com/office/drawing/2014/main" id="{4DA1C289-D32F-A786-1686-C9F2D35C0EF6}"/>
              </a:ext>
            </a:extLst>
          </p:cNvPr>
          <p:cNvSpPr txBox="1"/>
          <p:nvPr/>
        </p:nvSpPr>
        <p:spPr>
          <a:xfrm>
            <a:off x="588004" y="4896068"/>
            <a:ext cx="4224628" cy="289441"/>
          </a:xfrm>
          <a:prstGeom prst="roundRect">
            <a:avLst/>
          </a:prstGeom>
          <a:solidFill>
            <a:schemeClr val="bg1"/>
          </a:solidFill>
          <a:ln w="19050">
            <a:solidFill>
              <a:schemeClr val="accent3"/>
            </a:solidFill>
          </a:ln>
        </p:spPr>
        <p:txBody>
          <a:bodyPr wrap="square">
            <a:spAutoFit/>
          </a:bodyPr>
          <a:lstStyle/>
          <a:p>
            <a:r>
              <a:rPr lang="en-US" sz="1100" b="1" dirty="0"/>
              <a:t>4. Enter the “Variant” where you want to update the cycle.</a:t>
            </a:r>
          </a:p>
        </p:txBody>
      </p:sp>
      <p:sp>
        <p:nvSpPr>
          <p:cNvPr id="19" name="TextBox 18">
            <a:extLst>
              <a:ext uri="{FF2B5EF4-FFF2-40B4-BE49-F238E27FC236}">
                <a16:creationId xmlns:a16="http://schemas.microsoft.com/office/drawing/2014/main" id="{08146E18-55CC-3E02-F266-AB4C17BD08B2}"/>
              </a:ext>
            </a:extLst>
          </p:cNvPr>
          <p:cNvSpPr txBox="1"/>
          <p:nvPr/>
        </p:nvSpPr>
        <p:spPr>
          <a:xfrm>
            <a:off x="6096000" y="1420155"/>
            <a:ext cx="1997535" cy="289441"/>
          </a:xfrm>
          <a:prstGeom prst="roundRect">
            <a:avLst/>
          </a:prstGeom>
          <a:solidFill>
            <a:schemeClr val="bg1"/>
          </a:solidFill>
          <a:ln w="19050">
            <a:solidFill>
              <a:schemeClr val="accent3"/>
            </a:solidFill>
          </a:ln>
        </p:spPr>
        <p:txBody>
          <a:bodyPr wrap="square">
            <a:spAutoFit/>
          </a:bodyPr>
          <a:lstStyle/>
          <a:p>
            <a:r>
              <a:rPr lang="en-US" sz="1100" b="1" dirty="0"/>
              <a:t>5. Enter the “Cycle” name</a:t>
            </a:r>
          </a:p>
        </p:txBody>
      </p:sp>
      <p:sp>
        <p:nvSpPr>
          <p:cNvPr id="2" name="TextBox 1">
            <a:extLst>
              <a:ext uri="{FF2B5EF4-FFF2-40B4-BE49-F238E27FC236}">
                <a16:creationId xmlns:a16="http://schemas.microsoft.com/office/drawing/2014/main" id="{E102CF37-6368-6EA7-3ACA-6901A246C8AB}"/>
              </a:ext>
            </a:extLst>
          </p:cNvPr>
          <p:cNvSpPr txBox="1"/>
          <p:nvPr/>
        </p:nvSpPr>
        <p:spPr>
          <a:xfrm>
            <a:off x="5962638" y="3813775"/>
            <a:ext cx="3431700" cy="289441"/>
          </a:xfrm>
          <a:prstGeom prst="roundRect">
            <a:avLst/>
          </a:prstGeom>
          <a:solidFill>
            <a:schemeClr val="bg1"/>
          </a:solidFill>
          <a:ln w="19050">
            <a:solidFill>
              <a:schemeClr val="accent3"/>
            </a:solidFill>
          </a:ln>
        </p:spPr>
        <p:txBody>
          <a:bodyPr wrap="square">
            <a:spAutoFit/>
          </a:bodyPr>
          <a:lstStyle/>
          <a:p>
            <a:r>
              <a:rPr lang="en-US" sz="1100" b="1" dirty="0"/>
              <a:t>6. Go to Menu bar: Select Extras-Variant-Save…</a:t>
            </a:r>
          </a:p>
        </p:txBody>
      </p:sp>
    </p:spTree>
    <p:extLst>
      <p:ext uri="{BB962C8B-B14F-4D97-AF65-F5344CB8AC3E}">
        <p14:creationId xmlns:p14="http://schemas.microsoft.com/office/powerpoint/2010/main" val="3859621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5C0B258-CB50-448D-806A-F875F199A1A0}"/>
              </a:ext>
            </a:extLst>
          </p:cNvPr>
          <p:cNvPicPr>
            <a:picLocks noChangeAspect="1"/>
          </p:cNvPicPr>
          <p:nvPr/>
        </p:nvPicPr>
        <p:blipFill>
          <a:blip r:embed="rId2"/>
          <a:stretch>
            <a:fillRect/>
          </a:stretch>
        </p:blipFill>
        <p:spPr>
          <a:xfrm>
            <a:off x="6980021" y="1383216"/>
            <a:ext cx="2737557" cy="2871642"/>
          </a:xfrm>
          <a:prstGeom prst="rect">
            <a:avLst/>
          </a:prstGeom>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D59419AB-1B49-4FF8-8E1B-C4886562611F}"/>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4179780" y="1383675"/>
            <a:ext cx="2676958" cy="3714134"/>
          </a:xfrm>
          <a:prstGeom prst="rect">
            <a:avLst/>
          </a:prstGeom>
          <a:effectLst>
            <a:outerShdw blurRad="50800" dist="38100" dir="2700000" algn="tl" rotWithShape="0">
              <a:prstClr val="black">
                <a:alpha val="40000"/>
              </a:prstClr>
            </a:outerShdw>
          </a:effectLst>
        </p:spPr>
      </p:pic>
      <p:sp>
        <p:nvSpPr>
          <p:cNvPr id="3" name="Slide Number Placeholder 2">
            <a:extLst>
              <a:ext uri="{FF2B5EF4-FFF2-40B4-BE49-F238E27FC236}">
                <a16:creationId xmlns:a16="http://schemas.microsoft.com/office/drawing/2014/main" id="{F8886ABF-BB0E-479B-8AAB-04B072125AD3}"/>
              </a:ext>
            </a:extLst>
          </p:cNvPr>
          <p:cNvSpPr>
            <a:spLocks noGrp="1"/>
          </p:cNvSpPr>
          <p:nvPr>
            <p:ph type="sldNum" sz="quarter" idx="12"/>
          </p:nvPr>
        </p:nvSpPr>
        <p:spPr/>
        <p:txBody>
          <a:bodyPr/>
          <a:lstStyle/>
          <a:p>
            <a:fld id="{F4C94289-3309-4C35-850A-56FD49B3E346}" type="slidenum">
              <a:rPr lang="en-GB" smtClean="0"/>
              <a:t>5</a:t>
            </a:fld>
            <a:endParaRPr lang="en-GB"/>
          </a:p>
        </p:txBody>
      </p:sp>
      <p:sp>
        <p:nvSpPr>
          <p:cNvPr id="4" name="Title 3">
            <a:extLst>
              <a:ext uri="{FF2B5EF4-FFF2-40B4-BE49-F238E27FC236}">
                <a16:creationId xmlns:a16="http://schemas.microsoft.com/office/drawing/2014/main" id="{BE762B79-0CC3-4938-B1C3-EE0910024E80}"/>
              </a:ext>
            </a:extLst>
          </p:cNvPr>
          <p:cNvSpPr>
            <a:spLocks noGrp="1"/>
          </p:cNvSpPr>
          <p:nvPr>
            <p:ph type="title"/>
          </p:nvPr>
        </p:nvSpPr>
        <p:spPr>
          <a:xfrm>
            <a:off x="1511277" y="210344"/>
            <a:ext cx="9653112" cy="984247"/>
          </a:xfrm>
        </p:spPr>
        <p:txBody>
          <a:bodyPr/>
          <a:lstStyle/>
          <a:p>
            <a:r>
              <a:rPr lang="en-US"/>
              <a:t>Cost Center Allocation: Distribution</a:t>
            </a:r>
            <a:endParaRPr lang="en-US" sz="1600"/>
          </a:p>
        </p:txBody>
      </p:sp>
      <p:pic>
        <p:nvPicPr>
          <p:cNvPr id="6" name="Picture 5">
            <a:extLst>
              <a:ext uri="{FF2B5EF4-FFF2-40B4-BE49-F238E27FC236}">
                <a16:creationId xmlns:a16="http://schemas.microsoft.com/office/drawing/2014/main" id="{19B1088D-AAC5-4E7B-8FA9-823D59FB05EC}"/>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499058" y="1383216"/>
            <a:ext cx="3590804" cy="1502370"/>
          </a:xfrm>
          <a:prstGeom prst="rect">
            <a:avLst/>
          </a:prstGeom>
          <a:effectLst>
            <a:outerShdw blurRad="50800" dist="38100" dir="2700000" algn="tl" rotWithShape="0">
              <a:prstClr val="black">
                <a:alpha val="40000"/>
              </a:prstClr>
            </a:outerShdw>
          </a:effectLst>
        </p:spPr>
      </p:pic>
      <p:sp>
        <p:nvSpPr>
          <p:cNvPr id="14" name="Rectangle: Rounded Corners 13">
            <a:extLst>
              <a:ext uri="{FF2B5EF4-FFF2-40B4-BE49-F238E27FC236}">
                <a16:creationId xmlns:a16="http://schemas.microsoft.com/office/drawing/2014/main" id="{33044BA5-9871-45BC-A3CE-171919FDDDF2}"/>
              </a:ext>
            </a:extLst>
          </p:cNvPr>
          <p:cNvSpPr/>
          <p:nvPr/>
        </p:nvSpPr>
        <p:spPr>
          <a:xfrm>
            <a:off x="499058" y="1357080"/>
            <a:ext cx="2842658" cy="19715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KSV5: Cost Center Distribution Execution</a:t>
            </a:r>
            <a:endPar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5" name="Rectangle: Rounded Corners 14">
            <a:extLst>
              <a:ext uri="{FF2B5EF4-FFF2-40B4-BE49-F238E27FC236}">
                <a16:creationId xmlns:a16="http://schemas.microsoft.com/office/drawing/2014/main" id="{6B7093B8-CD06-401F-BABF-200184011643}"/>
              </a:ext>
            </a:extLst>
          </p:cNvPr>
          <p:cNvSpPr/>
          <p:nvPr/>
        </p:nvSpPr>
        <p:spPr>
          <a:xfrm>
            <a:off x="1536123" y="1740690"/>
            <a:ext cx="424751" cy="96424"/>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 name="Rectangle: Rounded Corners 15">
            <a:extLst>
              <a:ext uri="{FF2B5EF4-FFF2-40B4-BE49-F238E27FC236}">
                <a16:creationId xmlns:a16="http://schemas.microsoft.com/office/drawing/2014/main" id="{B8AC01D4-8CFE-4AED-A890-1F8B36C8B560}"/>
              </a:ext>
            </a:extLst>
          </p:cNvPr>
          <p:cNvSpPr/>
          <p:nvPr/>
        </p:nvSpPr>
        <p:spPr>
          <a:xfrm>
            <a:off x="3611527" y="2652096"/>
            <a:ext cx="424751" cy="96424"/>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 name="Arrow: Striped Right 18">
            <a:extLst>
              <a:ext uri="{FF2B5EF4-FFF2-40B4-BE49-F238E27FC236}">
                <a16:creationId xmlns:a16="http://schemas.microsoft.com/office/drawing/2014/main" id="{E2EF9AAF-AF0B-4147-929D-228FA0BB7FE2}"/>
              </a:ext>
            </a:extLst>
          </p:cNvPr>
          <p:cNvSpPr/>
          <p:nvPr/>
        </p:nvSpPr>
        <p:spPr>
          <a:xfrm>
            <a:off x="3890356" y="2201491"/>
            <a:ext cx="424751" cy="159323"/>
          </a:xfrm>
          <a:prstGeom prst="stripedRightArrow">
            <a:avLst>
              <a:gd name="adj1" fmla="val 50000"/>
              <a:gd name="adj2" fmla="val 50000"/>
            </a:avLst>
          </a:prstGeom>
          <a:solidFill>
            <a:schemeClr val="accent3"/>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Rectangle: Rounded Corners 23">
            <a:extLst>
              <a:ext uri="{FF2B5EF4-FFF2-40B4-BE49-F238E27FC236}">
                <a16:creationId xmlns:a16="http://schemas.microsoft.com/office/drawing/2014/main" id="{84951235-BE7D-4727-B296-B8C4DDA49336}"/>
              </a:ext>
            </a:extLst>
          </p:cNvPr>
          <p:cNvSpPr/>
          <p:nvPr/>
        </p:nvSpPr>
        <p:spPr>
          <a:xfrm>
            <a:off x="7002703" y="1357080"/>
            <a:ext cx="2232735" cy="19715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KSV3: Display Distribution Cycle</a:t>
            </a:r>
            <a:endPar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3" name="Rectangle: Rounded Corners 22">
            <a:extLst>
              <a:ext uri="{FF2B5EF4-FFF2-40B4-BE49-F238E27FC236}">
                <a16:creationId xmlns:a16="http://schemas.microsoft.com/office/drawing/2014/main" id="{4EF58C46-5F40-4DE3-949E-6A59FF6C8E04}"/>
              </a:ext>
            </a:extLst>
          </p:cNvPr>
          <p:cNvSpPr/>
          <p:nvPr/>
        </p:nvSpPr>
        <p:spPr>
          <a:xfrm>
            <a:off x="9072940" y="3505307"/>
            <a:ext cx="511635" cy="217490"/>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13" name="Straight Arrow Connector 12">
            <a:extLst>
              <a:ext uri="{FF2B5EF4-FFF2-40B4-BE49-F238E27FC236}">
                <a16:creationId xmlns:a16="http://schemas.microsoft.com/office/drawing/2014/main" id="{C72F2DA1-5DB4-41CF-85A6-3D530309AFA5}"/>
              </a:ext>
            </a:extLst>
          </p:cNvPr>
          <p:cNvCxnSpPr>
            <a:cxnSpLocks/>
          </p:cNvCxnSpPr>
          <p:nvPr/>
        </p:nvCxnSpPr>
        <p:spPr>
          <a:xfrm flipH="1">
            <a:off x="8196350" y="3616036"/>
            <a:ext cx="876590" cy="556953"/>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271CA0B9-E225-4D9C-A4AC-2FC7ACB07118}"/>
              </a:ext>
            </a:extLst>
          </p:cNvPr>
          <p:cNvPicPr>
            <a:picLocks noChangeAspect="1"/>
          </p:cNvPicPr>
          <p:nvPr/>
        </p:nvPicPr>
        <p:blipFill>
          <a:blip r:embed="rId7"/>
          <a:stretch>
            <a:fillRect/>
          </a:stretch>
        </p:blipFill>
        <p:spPr>
          <a:xfrm>
            <a:off x="7685932" y="4313908"/>
            <a:ext cx="3195428" cy="2471205"/>
          </a:xfrm>
          <a:prstGeom prst="rect">
            <a:avLst/>
          </a:prstGeom>
          <a:effectLst>
            <a:outerShdw blurRad="50800" dist="38100" dir="2700000" algn="tl" rotWithShape="0">
              <a:prstClr val="black">
                <a:alpha val="40000"/>
              </a:prstClr>
            </a:outerShdw>
          </a:effectLst>
        </p:spPr>
      </p:pic>
      <p:sp>
        <p:nvSpPr>
          <p:cNvPr id="26" name="Rectangle: Rounded Corners 25">
            <a:extLst>
              <a:ext uri="{FF2B5EF4-FFF2-40B4-BE49-F238E27FC236}">
                <a16:creationId xmlns:a16="http://schemas.microsoft.com/office/drawing/2014/main" id="{AFE08752-E85D-47F1-A0D5-BB43465547C5}"/>
              </a:ext>
            </a:extLst>
          </p:cNvPr>
          <p:cNvSpPr/>
          <p:nvPr/>
        </p:nvSpPr>
        <p:spPr>
          <a:xfrm>
            <a:off x="8865851" y="4313908"/>
            <a:ext cx="2015509" cy="18792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KSV5 output upon execution</a:t>
            </a:r>
            <a:endPar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5" name="Arrow: Striped Right 24">
            <a:extLst>
              <a:ext uri="{FF2B5EF4-FFF2-40B4-BE49-F238E27FC236}">
                <a16:creationId xmlns:a16="http://schemas.microsoft.com/office/drawing/2014/main" id="{769EB45F-FF61-49D1-AE92-15F3DE06C985}"/>
              </a:ext>
            </a:extLst>
          </p:cNvPr>
          <p:cNvSpPr/>
          <p:nvPr/>
        </p:nvSpPr>
        <p:spPr>
          <a:xfrm>
            <a:off x="6650578" y="4731156"/>
            <a:ext cx="1146760" cy="159323"/>
          </a:xfrm>
          <a:prstGeom prst="stripedRightArrow">
            <a:avLst>
              <a:gd name="adj1" fmla="val 50000"/>
              <a:gd name="adj2" fmla="val 50000"/>
            </a:avLst>
          </a:prstGeom>
          <a:solidFill>
            <a:schemeClr val="accent3"/>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3" name="Rectangle 32">
            <a:extLst>
              <a:ext uri="{FF2B5EF4-FFF2-40B4-BE49-F238E27FC236}">
                <a16:creationId xmlns:a16="http://schemas.microsoft.com/office/drawing/2014/main" id="{7B8B0EC4-B455-4437-A7D9-B4F9135EBFD2}"/>
              </a:ext>
            </a:extLst>
          </p:cNvPr>
          <p:cNvSpPr/>
          <p:nvPr/>
        </p:nvSpPr>
        <p:spPr>
          <a:xfrm>
            <a:off x="492884" y="3210901"/>
            <a:ext cx="3491051" cy="1938992"/>
          </a:xfrm>
          <a:prstGeom prst="rect">
            <a:avLst/>
          </a:prstGeom>
          <a:noFill/>
        </p:spPr>
        <p:txBody>
          <a:bodyPr wrap="square">
            <a:spAutoFit/>
          </a:bodyPr>
          <a:lstStyle/>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dirty="0">
                <a:latin typeface="Georgia" panose="02040502050405020303" pitchFamily="18" charset="0"/>
              </a:rPr>
              <a:t>If you need to run Cost Center Distribution cycles outside of FCC, </a:t>
            </a:r>
            <a:r>
              <a:rPr lang="en-GB" sz="1100" b="1" i="1" dirty="0">
                <a:latin typeface="Georgia" panose="02040502050405020303" pitchFamily="18" charset="0"/>
              </a:rPr>
              <a:t>make sure you use the corresponding variant </a:t>
            </a:r>
            <a:r>
              <a:rPr lang="en-GB" sz="1100" i="1" dirty="0">
                <a:latin typeface="Georgia" panose="02040502050405020303" pitchFamily="18" charset="0"/>
              </a:rPr>
              <a:t>as indicated in the corresponding FCC task.</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dirty="0">
                <a:latin typeface="Georgia" panose="02040502050405020303" pitchFamily="18" charset="0"/>
              </a:rPr>
              <a:t>The variants are updated by GBS/JTBC when there are such requests from entities. </a:t>
            </a:r>
          </a:p>
          <a:p>
            <a:pPr marL="171450" lvl="0" indent="-171450">
              <a:lnSpc>
                <a:spcPts val="1200"/>
              </a:lnSpc>
              <a:spcBef>
                <a:spcPts val="600"/>
              </a:spcBef>
              <a:buFont typeface="Arial" panose="020B0604020202020204" pitchFamily="34" charset="0"/>
              <a:buChar char="•"/>
              <a:defRPr/>
            </a:pPr>
            <a:r>
              <a:rPr lang="en-GB" sz="1100" i="1" dirty="0">
                <a:latin typeface="Georgia" panose="02040502050405020303" pitchFamily="18" charset="0"/>
              </a:rPr>
              <a:t>Cycles with the same allocation type (Distribution or Assessment), cumulative indicator (Cumulative indicator set or not set) and valuation view (indicating the posting to which ledger) settings are included in the same variant.</a:t>
            </a:r>
          </a:p>
        </p:txBody>
      </p:sp>
      <p:sp>
        <p:nvSpPr>
          <p:cNvPr id="34" name="Rectangle 33">
            <a:extLst>
              <a:ext uri="{FF2B5EF4-FFF2-40B4-BE49-F238E27FC236}">
                <a16:creationId xmlns:a16="http://schemas.microsoft.com/office/drawing/2014/main" id="{458DBBC5-66EC-45CF-9675-142A5CCF7438}"/>
              </a:ext>
            </a:extLst>
          </p:cNvPr>
          <p:cNvSpPr/>
          <p:nvPr/>
        </p:nvSpPr>
        <p:spPr>
          <a:xfrm>
            <a:off x="393132" y="2928017"/>
            <a:ext cx="3590804" cy="246221"/>
          </a:xfrm>
          <a:prstGeom prst="rect">
            <a:avLst/>
          </a:prstGeom>
          <a:noFill/>
        </p:spPr>
        <p:txBody>
          <a:bodyPr wrap="square">
            <a:spAutoFit/>
          </a:bodyPr>
          <a:lstStyle/>
          <a:p>
            <a:pPr lvl="0">
              <a:lnSpc>
                <a:spcPts val="1200"/>
              </a:lnSpc>
              <a:spcBef>
                <a:spcPts val="600"/>
              </a:spcBef>
              <a:defRPr/>
            </a:pPr>
            <a:r>
              <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Cost Center </a:t>
            </a:r>
            <a:r>
              <a:rPr lang="en-GB" sz="1200" b="1" i="1" u="sng">
                <a:solidFill>
                  <a:srgbClr val="000000"/>
                </a:solidFill>
                <a:latin typeface="Georgia" panose="02040502050405020303" pitchFamily="18" charset="0"/>
              </a:rPr>
              <a:t>Distribution (KSV5) </a:t>
            </a:r>
            <a:r>
              <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a:t>
            </a:r>
          </a:p>
        </p:txBody>
      </p:sp>
      <p:sp>
        <p:nvSpPr>
          <p:cNvPr id="35" name="Rectangle 34">
            <a:extLst>
              <a:ext uri="{FF2B5EF4-FFF2-40B4-BE49-F238E27FC236}">
                <a16:creationId xmlns:a16="http://schemas.microsoft.com/office/drawing/2014/main" id="{A162241E-1568-43EA-A650-3EDB0EC5CACF}"/>
              </a:ext>
            </a:extLst>
          </p:cNvPr>
          <p:cNvSpPr/>
          <p:nvPr/>
        </p:nvSpPr>
        <p:spPr>
          <a:xfrm>
            <a:off x="504246" y="5136725"/>
            <a:ext cx="6389544" cy="1477328"/>
          </a:xfrm>
          <a:prstGeom prst="rect">
            <a:avLst/>
          </a:prstGeom>
          <a:noFill/>
        </p:spPr>
        <p:txBody>
          <a:bodyPr wrap="square" anchor="t">
            <a:spAutoFit/>
          </a:bodyPr>
          <a:lstStyle/>
          <a:p>
            <a:pPr marL="171450" indent="-171450">
              <a:lnSpc>
                <a:spcPts val="1200"/>
              </a:lnSpc>
              <a:spcBef>
                <a:spcPts val="600"/>
              </a:spcBef>
              <a:buFont typeface="Arial" panose="020B0604020202020204" pitchFamily="34" charset="0"/>
              <a:buChar char="•"/>
              <a:defRPr/>
            </a:pPr>
            <a:r>
              <a:rPr lang="en-GB" sz="1100" i="1">
                <a:solidFill>
                  <a:srgbClr val="000000"/>
                </a:solidFill>
                <a:latin typeface="Georgia"/>
              </a:rPr>
              <a:t>In the master data of each cost center allocation cycle, the “</a:t>
            </a:r>
            <a:r>
              <a:rPr lang="en-GB" sz="1100" b="1" i="1">
                <a:solidFill>
                  <a:srgbClr val="000000"/>
                </a:solidFill>
                <a:latin typeface="Georgia"/>
              </a:rPr>
              <a:t>Valuation View</a:t>
            </a:r>
            <a:r>
              <a:rPr lang="en-GB" sz="1100" i="1">
                <a:solidFill>
                  <a:srgbClr val="000000"/>
                </a:solidFill>
                <a:latin typeface="Georgia"/>
              </a:rPr>
              <a:t>” indicates in which ledger the cycle is going to be run. For further details refer to Cost Center Allocation course.</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solidFill>
                  <a:srgbClr val="000000"/>
                </a:solidFill>
                <a:latin typeface="Georgia" panose="02040502050405020303" pitchFamily="18" charset="0"/>
              </a:rPr>
              <a:t>It is recommended that you Test Run the cycle first if you are doing it outside of FCC so that you can review the messages and make amendments if needed before update run. You may display the segments/sender/receiver details using the corresponding buttons. </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solidFill>
                  <a:srgbClr val="000000"/>
                </a:solidFill>
                <a:latin typeface="Georgia" panose="02040502050405020303" pitchFamily="18" charset="0"/>
              </a:rPr>
              <a:t>When you do an update run you will be provided with the posted document numbers for cycles with no errors in the output log (same as what you will find in an executed FCC task).</a:t>
            </a:r>
          </a:p>
        </p:txBody>
      </p:sp>
      <p:sp>
        <p:nvSpPr>
          <p:cNvPr id="20" name="Speech Bubble: Rectangle 19">
            <a:extLst>
              <a:ext uri="{FF2B5EF4-FFF2-40B4-BE49-F238E27FC236}">
                <a16:creationId xmlns:a16="http://schemas.microsoft.com/office/drawing/2014/main" id="{8083E0E9-2418-4509-B780-97F6E1AACF18}"/>
              </a:ext>
            </a:extLst>
          </p:cNvPr>
          <p:cNvSpPr/>
          <p:nvPr/>
        </p:nvSpPr>
        <p:spPr>
          <a:xfrm>
            <a:off x="5200264" y="2748521"/>
            <a:ext cx="1646754" cy="1351842"/>
          </a:xfrm>
          <a:prstGeom prst="wedgeRectCallout">
            <a:avLst>
              <a:gd name="adj1" fmla="val -92710"/>
              <a:gd name="adj2" fmla="val 93359"/>
            </a:avLst>
          </a:prstGeom>
          <a:ln/>
        </p:spPr>
        <p:style>
          <a:lnRef idx="0">
            <a:schemeClr val="accent1"/>
          </a:lnRef>
          <a:fillRef idx="3">
            <a:schemeClr val="accent1"/>
          </a:fillRef>
          <a:effectRef idx="3">
            <a:schemeClr val="accent1"/>
          </a:effectRef>
          <a:fontRef idx="minor">
            <a:schemeClr val="lt1"/>
          </a:fontRef>
        </p:style>
        <p:txBody>
          <a:bodyPr rtlCol="0" anchor="ctr"/>
          <a:lstStyle/>
          <a:p>
            <a:pPr lvl="0">
              <a:lnSpc>
                <a:spcPts val="1200"/>
              </a:lnSpc>
              <a:spcBef>
                <a:spcPts val="600"/>
              </a:spcBef>
              <a:defRPr/>
            </a:pPr>
            <a:endParaRPr lang="en-GB" sz="1100" i="1">
              <a:solidFill>
                <a:schemeClr val="tx1"/>
              </a:solidFill>
              <a:latin typeface="Georgia" panose="02040502050405020303" pitchFamily="18" charset="0"/>
            </a:endParaRPr>
          </a:p>
          <a:p>
            <a:pPr>
              <a:lnSpc>
                <a:spcPts val="1200"/>
              </a:lnSpc>
              <a:spcBef>
                <a:spcPts val="600"/>
              </a:spcBef>
              <a:defRPr/>
            </a:pPr>
            <a:r>
              <a:rPr lang="en-US" sz="1100" i="1">
                <a:solidFill>
                  <a:schemeClr val="tx1"/>
                </a:solidFill>
                <a:latin typeface="Georgia" panose="02040502050405020303" pitchFamily="18" charset="0"/>
              </a:rPr>
              <a:t>Cost Center Allocation variants do not use standard or custom variables. But you should check if the cycles included are still valid when used outside of FCC.</a:t>
            </a:r>
          </a:p>
          <a:p>
            <a:pPr>
              <a:lnSpc>
                <a:spcPts val="1200"/>
              </a:lnSpc>
              <a:spcBef>
                <a:spcPts val="600"/>
              </a:spcBef>
              <a:defRPr/>
            </a:pPr>
            <a:endParaRPr lang="en-US" sz="1100" i="1">
              <a:solidFill>
                <a:schemeClr val="tx1"/>
              </a:solidFill>
              <a:latin typeface="Georgia" panose="02040502050405020303" pitchFamily="18" charset="0"/>
            </a:endParaRPr>
          </a:p>
        </p:txBody>
      </p:sp>
    </p:spTree>
    <p:extLst>
      <p:ext uri="{BB962C8B-B14F-4D97-AF65-F5344CB8AC3E}">
        <p14:creationId xmlns:p14="http://schemas.microsoft.com/office/powerpoint/2010/main" val="3234899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735589-9C3A-4955-8361-54FB8F011690}"/>
              </a:ext>
            </a:extLst>
          </p:cNvPr>
          <p:cNvSpPr>
            <a:spLocks noGrp="1"/>
          </p:cNvSpPr>
          <p:nvPr>
            <p:ph type="sldNum" sz="quarter" idx="12"/>
          </p:nvPr>
        </p:nvSpPr>
        <p:spPr/>
        <p:txBody>
          <a:bodyPr/>
          <a:lstStyle/>
          <a:p>
            <a:fld id="{F4C94289-3309-4C35-850A-56FD49B3E346}" type="slidenum">
              <a:rPr lang="en-GB" smtClean="0"/>
              <a:t>6</a:t>
            </a:fld>
            <a:endParaRPr lang="en-GB"/>
          </a:p>
        </p:txBody>
      </p:sp>
      <p:sp>
        <p:nvSpPr>
          <p:cNvPr id="4" name="Title 3">
            <a:extLst>
              <a:ext uri="{FF2B5EF4-FFF2-40B4-BE49-F238E27FC236}">
                <a16:creationId xmlns:a16="http://schemas.microsoft.com/office/drawing/2014/main" id="{9B2C23C2-0DFA-479D-910B-8BE8109A228A}"/>
              </a:ext>
            </a:extLst>
          </p:cNvPr>
          <p:cNvSpPr>
            <a:spLocks noGrp="1"/>
          </p:cNvSpPr>
          <p:nvPr>
            <p:ph type="title"/>
          </p:nvPr>
        </p:nvSpPr>
        <p:spPr/>
        <p:txBody>
          <a:bodyPr/>
          <a:lstStyle/>
          <a:p>
            <a:r>
              <a:rPr lang="en-GB"/>
              <a:t>Cost Center Distribution: Posting Example</a:t>
            </a:r>
          </a:p>
        </p:txBody>
      </p:sp>
      <p:pic>
        <p:nvPicPr>
          <p:cNvPr id="5" name="Picture 4">
            <a:extLst>
              <a:ext uri="{FF2B5EF4-FFF2-40B4-BE49-F238E27FC236}">
                <a16:creationId xmlns:a16="http://schemas.microsoft.com/office/drawing/2014/main" id="{122D7A9C-DF20-41CA-80F2-5AADAB7C77D1}"/>
              </a:ext>
            </a:extLst>
          </p:cNvPr>
          <p:cNvPicPr>
            <a:picLocks noChangeAspect="1"/>
          </p:cNvPicPr>
          <p:nvPr/>
        </p:nvPicPr>
        <p:blipFill>
          <a:blip r:embed="rId2"/>
          <a:stretch>
            <a:fillRect/>
          </a:stretch>
        </p:blipFill>
        <p:spPr>
          <a:xfrm>
            <a:off x="324377" y="3364050"/>
            <a:ext cx="6559223" cy="2997983"/>
          </a:xfrm>
          <a:prstGeom prst="rect">
            <a:avLst/>
          </a:prstGeom>
          <a:effectLst>
            <a:outerShdw blurRad="50800" dist="38100" dir="10800000" algn="r" rotWithShape="0">
              <a:prstClr val="black">
                <a:alpha val="40000"/>
              </a:prstClr>
            </a:outerShdw>
          </a:effectLst>
        </p:spPr>
      </p:pic>
      <p:pic>
        <p:nvPicPr>
          <p:cNvPr id="7" name="Picture 6">
            <a:extLst>
              <a:ext uri="{FF2B5EF4-FFF2-40B4-BE49-F238E27FC236}">
                <a16:creationId xmlns:a16="http://schemas.microsoft.com/office/drawing/2014/main" id="{DB6632A0-D475-4A3C-AD21-A6F7D0DB5E05}"/>
              </a:ext>
            </a:extLst>
          </p:cNvPr>
          <p:cNvPicPr>
            <a:picLocks noChangeAspect="1"/>
          </p:cNvPicPr>
          <p:nvPr/>
        </p:nvPicPr>
        <p:blipFill>
          <a:blip r:embed="rId3"/>
          <a:stretch>
            <a:fillRect/>
          </a:stretch>
        </p:blipFill>
        <p:spPr>
          <a:xfrm>
            <a:off x="5586948" y="1481390"/>
            <a:ext cx="6569620" cy="2560257"/>
          </a:xfrm>
          <a:prstGeom prst="rect">
            <a:avLst/>
          </a:prstGeom>
          <a:effectLst>
            <a:outerShdw blurRad="50800" dist="38100" dir="10800000" algn="r" rotWithShape="0">
              <a:prstClr val="black">
                <a:alpha val="40000"/>
              </a:prstClr>
            </a:outerShdw>
          </a:effectLst>
        </p:spPr>
      </p:pic>
      <p:sp>
        <p:nvSpPr>
          <p:cNvPr id="8" name="Rectangle 7">
            <a:extLst>
              <a:ext uri="{FF2B5EF4-FFF2-40B4-BE49-F238E27FC236}">
                <a16:creationId xmlns:a16="http://schemas.microsoft.com/office/drawing/2014/main" id="{A27C5E0D-3642-4891-B3FE-6E5618E3164E}"/>
              </a:ext>
            </a:extLst>
          </p:cNvPr>
          <p:cNvSpPr/>
          <p:nvPr/>
        </p:nvSpPr>
        <p:spPr>
          <a:xfrm>
            <a:off x="4471416" y="4240687"/>
            <a:ext cx="1014984" cy="173736"/>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E201D461-8197-4C53-9963-9CD7E4B34B78}"/>
              </a:ext>
            </a:extLst>
          </p:cNvPr>
          <p:cNvSpPr/>
          <p:nvPr/>
        </p:nvSpPr>
        <p:spPr>
          <a:xfrm>
            <a:off x="324377" y="4560727"/>
            <a:ext cx="1385551" cy="201168"/>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9">
            <a:extLst>
              <a:ext uri="{FF2B5EF4-FFF2-40B4-BE49-F238E27FC236}">
                <a16:creationId xmlns:a16="http://schemas.microsoft.com/office/drawing/2014/main" id="{99EBF26E-FCDE-4EE2-B15B-18180C456AA0}"/>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2088270" y="4260959"/>
            <a:ext cx="2218554" cy="526170"/>
          </a:xfrm>
          <a:prstGeom prst="rect">
            <a:avLst/>
          </a:prstGeom>
          <a:effectLst>
            <a:outerShdw blurRad="50800" dist="38100" dir="5400000" algn="t" rotWithShape="0">
              <a:prstClr val="black">
                <a:alpha val="40000"/>
              </a:prstClr>
            </a:outerShdw>
          </a:effectLst>
        </p:spPr>
      </p:pic>
      <p:sp>
        <p:nvSpPr>
          <p:cNvPr id="11" name="Rectangle 10">
            <a:extLst>
              <a:ext uri="{FF2B5EF4-FFF2-40B4-BE49-F238E27FC236}">
                <a16:creationId xmlns:a16="http://schemas.microsoft.com/office/drawing/2014/main" id="{8B5F7199-B2F6-4963-B091-37ED40037924}"/>
              </a:ext>
            </a:extLst>
          </p:cNvPr>
          <p:cNvSpPr/>
          <p:nvPr/>
        </p:nvSpPr>
        <p:spPr>
          <a:xfrm>
            <a:off x="2267712" y="4487575"/>
            <a:ext cx="1385551" cy="173736"/>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8">
            <a:extLst>
              <a:ext uri="{FF2B5EF4-FFF2-40B4-BE49-F238E27FC236}">
                <a16:creationId xmlns:a16="http://schemas.microsoft.com/office/drawing/2014/main" id="{E6078FBF-0356-4E6D-A98F-5C2E21DE6930}"/>
              </a:ext>
            </a:extLst>
          </p:cNvPr>
          <p:cNvSpPr/>
          <p:nvPr/>
        </p:nvSpPr>
        <p:spPr bwMode="auto">
          <a:xfrm>
            <a:off x="2088270" y="3364050"/>
            <a:ext cx="1221059" cy="190500"/>
          </a:xfrm>
          <a:prstGeom prst="roundRect">
            <a:avLst/>
          </a:prstGeom>
          <a:ln w="41275">
            <a:solidFill>
              <a:schemeClr val="accent3"/>
            </a:solidFill>
          </a:ln>
        </p:spPr>
        <p:style>
          <a:lnRef idx="2">
            <a:schemeClr val="accent4"/>
          </a:lnRef>
          <a:fillRef idx="1">
            <a:schemeClr val="lt1"/>
          </a:fillRef>
          <a:effectRef idx="0">
            <a:schemeClr val="accent4"/>
          </a:effectRef>
          <a:fontRef idx="minor">
            <a:schemeClr val="dk1"/>
          </a:fontRef>
        </p:style>
        <p:txBody>
          <a:bodyPr vert="horz" wrap="square" lIns="0" tIns="0" rIns="0" bIns="0" numCol="1" rtlCol="0" anchor="ctr" anchorCtr="1" compatLnSpc="1">
            <a:prstTxWarp prst="textNoShape">
              <a:avLst/>
            </a:prstTxWarp>
          </a:bodyPr>
          <a:lstStyle/>
          <a:p>
            <a:pPr>
              <a:spcBef>
                <a:spcPct val="20000"/>
              </a:spcBef>
            </a:pPr>
            <a:r>
              <a:rPr lang="en-GB" sz="900" b="1">
                <a:solidFill>
                  <a:schemeClr val="accent3">
                    <a:lumMod val="50000"/>
                  </a:schemeClr>
                </a:solidFill>
                <a:latin typeface="Arial" charset="0"/>
                <a:ea typeface="ＭＳ Ｐゴシック" charset="0"/>
              </a:rPr>
              <a:t>FB03 / FB03L</a:t>
            </a:r>
          </a:p>
        </p:txBody>
      </p:sp>
      <p:sp>
        <p:nvSpPr>
          <p:cNvPr id="13" name="Rectangle 12">
            <a:extLst>
              <a:ext uri="{FF2B5EF4-FFF2-40B4-BE49-F238E27FC236}">
                <a16:creationId xmlns:a16="http://schemas.microsoft.com/office/drawing/2014/main" id="{70C08661-0339-43EA-B50F-5C582CF122E9}"/>
              </a:ext>
            </a:extLst>
          </p:cNvPr>
          <p:cNvSpPr/>
          <p:nvPr/>
        </p:nvSpPr>
        <p:spPr>
          <a:xfrm>
            <a:off x="1017152" y="6032911"/>
            <a:ext cx="1470016" cy="329122"/>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2B96645D-B036-473B-B051-531621FE3413}"/>
              </a:ext>
            </a:extLst>
          </p:cNvPr>
          <p:cNvSpPr/>
          <p:nvPr/>
        </p:nvSpPr>
        <p:spPr>
          <a:xfrm>
            <a:off x="5696711" y="3300985"/>
            <a:ext cx="1840161" cy="704086"/>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2" name="Connector: Elbow 21">
            <a:extLst>
              <a:ext uri="{FF2B5EF4-FFF2-40B4-BE49-F238E27FC236}">
                <a16:creationId xmlns:a16="http://schemas.microsoft.com/office/drawing/2014/main" id="{E54C7D72-C9BB-418B-9923-16FB0891AABE}"/>
              </a:ext>
            </a:extLst>
          </p:cNvPr>
          <p:cNvCxnSpPr>
            <a:cxnSpLocks/>
            <a:stCxn id="16" idx="1"/>
          </p:cNvCxnSpPr>
          <p:nvPr/>
        </p:nvCxnSpPr>
        <p:spPr>
          <a:xfrm rot="10800000" flipV="1">
            <a:off x="2088271" y="3653028"/>
            <a:ext cx="3608441" cy="119832"/>
          </a:xfrm>
          <a:prstGeom prst="bentConnector3">
            <a:avLst>
              <a:gd name="adj1" fmla="val 50000"/>
            </a:avLst>
          </a:prstGeom>
          <a:ln w="12700">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80117A2A-DD56-484E-B260-38F2E4626379}"/>
              </a:ext>
            </a:extLst>
          </p:cNvPr>
          <p:cNvSpPr txBox="1"/>
          <p:nvPr/>
        </p:nvSpPr>
        <p:spPr>
          <a:xfrm>
            <a:off x="324377" y="1482333"/>
            <a:ext cx="5162023" cy="1584118"/>
          </a:xfrm>
          <a:prstGeom prst="rect">
            <a:avLst/>
          </a:prstGeom>
          <a:solidFill>
            <a:schemeClr val="accent1">
              <a:lumMod val="20000"/>
              <a:lumOff val="80000"/>
            </a:schemeClr>
          </a:solidFill>
          <a:effectLst>
            <a:outerShdw blurRad="50800" dist="38100" dir="2700000" algn="tl" rotWithShape="0">
              <a:prstClr val="black">
                <a:alpha val="40000"/>
              </a:prstClr>
            </a:outerShdw>
          </a:effectLst>
        </p:spPr>
        <p:txBody>
          <a:bodyPr wrap="square" lIns="36000" tIns="36000" rIns="36000" bIns="36000" rtlCol="0">
            <a:noAutofit/>
          </a:bodyPr>
          <a:lstStyle/>
          <a:p>
            <a:pPr marL="108000" indent="-108000">
              <a:spcBef>
                <a:spcPts val="300"/>
              </a:spcBef>
              <a:buFont typeface="Arial" panose="020B0604020202020204" pitchFamily="34" charset="0"/>
              <a:buChar char="•"/>
            </a:pPr>
            <a:r>
              <a:rPr lang="en-GB" sz="1200"/>
              <a:t>Cost Center Allocations </a:t>
            </a:r>
            <a:r>
              <a:rPr lang="en-GB" sz="1200" b="1"/>
              <a:t>generate Accounting documents in FI </a:t>
            </a:r>
            <a:r>
              <a:rPr lang="en-GB" sz="1200"/>
              <a:t>in S/4HANA Universal Journal environment.</a:t>
            </a:r>
          </a:p>
          <a:p>
            <a:pPr marL="108000" indent="-108000">
              <a:spcBef>
                <a:spcPts val="300"/>
              </a:spcBef>
              <a:buFont typeface="Arial" panose="020B0604020202020204" pitchFamily="34" charset="0"/>
              <a:buChar char="•"/>
            </a:pPr>
            <a:r>
              <a:rPr lang="en-GB" sz="1200"/>
              <a:t>The postings </a:t>
            </a:r>
            <a:r>
              <a:rPr lang="en-GB" sz="1200" b="1"/>
              <a:t>can be made to all or selected ledgers </a:t>
            </a:r>
            <a:r>
              <a:rPr lang="en-GB" sz="1200"/>
              <a:t>based on the </a:t>
            </a:r>
            <a:r>
              <a:rPr lang="en-GB" sz="1200" b="1"/>
              <a:t>Valuation View </a:t>
            </a:r>
            <a:r>
              <a:rPr lang="en-GB" sz="1200"/>
              <a:t>defined in Cost Center Allocation cycles. </a:t>
            </a:r>
          </a:p>
          <a:p>
            <a:pPr marL="108000" indent="-108000">
              <a:spcBef>
                <a:spcPts val="300"/>
              </a:spcBef>
              <a:buFont typeface="Arial" panose="020B0604020202020204" pitchFamily="34" charset="0"/>
              <a:buChar char="•"/>
            </a:pPr>
            <a:r>
              <a:rPr lang="en-GB" sz="1200" b="1"/>
              <a:t>Each Accounting Document is posted to one ledger only </a:t>
            </a:r>
            <a:r>
              <a:rPr lang="en-GB" sz="1200"/>
              <a:t>(as shown in this example), and such documents </a:t>
            </a:r>
            <a:r>
              <a:rPr lang="en-GB" sz="1200" b="1"/>
              <a:t>do not have Data Entry View</a:t>
            </a:r>
            <a:r>
              <a:rPr lang="en-GB" sz="1200"/>
              <a:t>, i.e. you can’t switch between Entry View and Ledger View as other Accounting Documents originated from FI instead of CO.</a:t>
            </a:r>
          </a:p>
          <a:p>
            <a:pPr marL="252000" lvl="1" indent="-108000">
              <a:spcBef>
                <a:spcPts val="300"/>
              </a:spcBef>
              <a:spcAft>
                <a:spcPts val="300"/>
              </a:spcAft>
              <a:buFont typeface="Arial" panose="020B0604020202020204" pitchFamily="34" charset="0"/>
              <a:buChar char="•"/>
            </a:pPr>
            <a:endParaRPr lang="en-GB" sz="1200"/>
          </a:p>
        </p:txBody>
      </p:sp>
      <p:sp>
        <p:nvSpPr>
          <p:cNvPr id="25" name="Rounded Rectangle 8">
            <a:extLst>
              <a:ext uri="{FF2B5EF4-FFF2-40B4-BE49-F238E27FC236}">
                <a16:creationId xmlns:a16="http://schemas.microsoft.com/office/drawing/2014/main" id="{A0AC79C3-334B-47D1-95D9-D78E2626C94D}"/>
              </a:ext>
            </a:extLst>
          </p:cNvPr>
          <p:cNvSpPr/>
          <p:nvPr/>
        </p:nvSpPr>
        <p:spPr bwMode="auto">
          <a:xfrm>
            <a:off x="10866900" y="1484563"/>
            <a:ext cx="1221059" cy="190500"/>
          </a:xfrm>
          <a:prstGeom prst="roundRect">
            <a:avLst/>
          </a:prstGeom>
          <a:ln w="41275">
            <a:solidFill>
              <a:schemeClr val="accent3"/>
            </a:solidFill>
          </a:ln>
        </p:spPr>
        <p:style>
          <a:lnRef idx="2">
            <a:schemeClr val="accent4"/>
          </a:lnRef>
          <a:fillRef idx="1">
            <a:schemeClr val="lt1"/>
          </a:fillRef>
          <a:effectRef idx="0">
            <a:schemeClr val="accent4"/>
          </a:effectRef>
          <a:fontRef idx="minor">
            <a:schemeClr val="dk1"/>
          </a:fontRef>
        </p:style>
        <p:txBody>
          <a:bodyPr vert="horz" wrap="square" lIns="0" tIns="0" rIns="0" bIns="0" numCol="1" rtlCol="0" anchor="ctr" anchorCtr="1" compatLnSpc="1">
            <a:prstTxWarp prst="textNoShape">
              <a:avLst/>
            </a:prstTxWarp>
          </a:bodyPr>
          <a:lstStyle/>
          <a:p>
            <a:pPr>
              <a:spcBef>
                <a:spcPct val="20000"/>
              </a:spcBef>
            </a:pPr>
            <a:r>
              <a:rPr lang="en-GB" sz="900" b="1">
                <a:solidFill>
                  <a:schemeClr val="accent3">
                    <a:lumMod val="50000"/>
                  </a:schemeClr>
                </a:solidFill>
                <a:latin typeface="Arial" charset="0"/>
                <a:ea typeface="ＭＳ Ｐゴシック" charset="0"/>
              </a:rPr>
              <a:t>KSB5</a:t>
            </a:r>
          </a:p>
        </p:txBody>
      </p:sp>
      <p:sp>
        <p:nvSpPr>
          <p:cNvPr id="32" name="TextBox 31">
            <a:extLst>
              <a:ext uri="{FF2B5EF4-FFF2-40B4-BE49-F238E27FC236}">
                <a16:creationId xmlns:a16="http://schemas.microsoft.com/office/drawing/2014/main" id="{2DB7CF89-7699-4042-BC54-55F89721DD3D}"/>
              </a:ext>
            </a:extLst>
          </p:cNvPr>
          <p:cNvSpPr txBox="1"/>
          <p:nvPr/>
        </p:nvSpPr>
        <p:spPr>
          <a:xfrm>
            <a:off x="4762265" y="4435770"/>
            <a:ext cx="7325694" cy="1027375"/>
          </a:xfrm>
          <a:prstGeom prst="rect">
            <a:avLst/>
          </a:prstGeom>
          <a:solidFill>
            <a:schemeClr val="accent1">
              <a:lumMod val="20000"/>
              <a:lumOff val="80000"/>
            </a:schemeClr>
          </a:solidFill>
          <a:effectLst>
            <a:outerShdw blurRad="50800" dist="38100" dir="2700000" algn="tl" rotWithShape="0">
              <a:prstClr val="black">
                <a:alpha val="40000"/>
              </a:prstClr>
            </a:outerShdw>
          </a:effectLst>
        </p:spPr>
        <p:txBody>
          <a:bodyPr wrap="square" lIns="36000" tIns="36000" rIns="36000" bIns="36000" rtlCol="0">
            <a:noAutofit/>
          </a:bodyPr>
          <a:lstStyle/>
          <a:p>
            <a:pPr marL="108000" indent="-108000">
              <a:spcBef>
                <a:spcPts val="300"/>
              </a:spcBef>
              <a:buFont typeface="Arial" panose="020B0604020202020204" pitchFamily="34" charset="0"/>
              <a:buChar char="•"/>
            </a:pPr>
            <a:r>
              <a:rPr lang="en-GB" sz="1200"/>
              <a:t>Cost Center Allocation documents are posted with Document Type </a:t>
            </a:r>
            <a:r>
              <a:rPr lang="en-GB" sz="1200" b="1"/>
              <a:t>SZ using the same P&amp;L accounts as where the costs were originally recorded. </a:t>
            </a:r>
          </a:p>
          <a:p>
            <a:pPr marL="108000" indent="-108000">
              <a:spcBef>
                <a:spcPts val="300"/>
              </a:spcBef>
              <a:buFont typeface="Arial" panose="020B0604020202020204" pitchFamily="34" charset="0"/>
              <a:buChar char="•"/>
            </a:pPr>
            <a:r>
              <a:rPr lang="en-GB" sz="1200"/>
              <a:t>If the cost center allocation cycle </a:t>
            </a:r>
            <a:r>
              <a:rPr lang="en-GB" sz="1200" b="1"/>
              <a:t>transfers costs from one market to another</a:t>
            </a:r>
            <a:r>
              <a:rPr lang="en-GB" sz="1200"/>
              <a:t>, there will be an entry to the </a:t>
            </a:r>
            <a:r>
              <a:rPr lang="en-GB" sz="1200" b="1"/>
              <a:t>FCF zero-balancing </a:t>
            </a:r>
            <a:r>
              <a:rPr lang="en-GB" sz="1200"/>
              <a:t>account 960000. This is driven by the requirement to net the impact to the profit center which has been derived by the cost center to zero as per Document Splitting functionality.</a:t>
            </a:r>
          </a:p>
          <a:p>
            <a:pPr marL="108000" indent="-108000">
              <a:spcBef>
                <a:spcPts val="300"/>
              </a:spcBef>
              <a:buFont typeface="Arial" panose="020B0604020202020204" pitchFamily="34" charset="0"/>
              <a:buChar char="•"/>
            </a:pPr>
            <a:endParaRPr lang="en-GB" sz="1200" b="1"/>
          </a:p>
          <a:p>
            <a:pPr marL="252000" lvl="1" indent="-108000">
              <a:spcBef>
                <a:spcPts val="300"/>
              </a:spcBef>
              <a:spcAft>
                <a:spcPts val="300"/>
              </a:spcAft>
              <a:buFont typeface="Arial" panose="020B0604020202020204" pitchFamily="34" charset="0"/>
              <a:buChar char="•"/>
            </a:pPr>
            <a:endParaRPr lang="en-GB" sz="1200"/>
          </a:p>
        </p:txBody>
      </p:sp>
      <p:sp>
        <p:nvSpPr>
          <p:cNvPr id="33" name="TextBox 32">
            <a:extLst>
              <a:ext uri="{FF2B5EF4-FFF2-40B4-BE49-F238E27FC236}">
                <a16:creationId xmlns:a16="http://schemas.microsoft.com/office/drawing/2014/main" id="{224D38AB-C968-4FC8-B503-AA5909C1B153}"/>
              </a:ext>
            </a:extLst>
          </p:cNvPr>
          <p:cNvSpPr txBox="1"/>
          <p:nvPr/>
        </p:nvSpPr>
        <p:spPr>
          <a:xfrm>
            <a:off x="8450571" y="3066451"/>
            <a:ext cx="3637388" cy="886711"/>
          </a:xfrm>
          <a:prstGeom prst="rect">
            <a:avLst/>
          </a:prstGeom>
          <a:solidFill>
            <a:schemeClr val="accent1">
              <a:lumMod val="20000"/>
              <a:lumOff val="80000"/>
            </a:schemeClr>
          </a:solidFill>
          <a:effectLst>
            <a:outerShdw blurRad="50800" dist="38100" dir="2700000" algn="tl" rotWithShape="0">
              <a:prstClr val="black">
                <a:alpha val="40000"/>
              </a:prstClr>
            </a:outerShdw>
          </a:effectLst>
        </p:spPr>
        <p:txBody>
          <a:bodyPr wrap="square" lIns="36000" tIns="36000" rIns="36000" bIns="36000" rtlCol="0">
            <a:noAutofit/>
          </a:bodyPr>
          <a:lstStyle/>
          <a:p>
            <a:pPr marL="108000" indent="-108000">
              <a:spcBef>
                <a:spcPts val="300"/>
              </a:spcBef>
              <a:buFont typeface="Arial" panose="020B0604020202020204" pitchFamily="34" charset="0"/>
              <a:buChar char="•"/>
            </a:pPr>
            <a:r>
              <a:rPr lang="en-GB" sz="1200"/>
              <a:t>To navigate between the Accounting Document and Controlling Document, you can follow the menu More-&gt;Environment-&gt;Document Environment.</a:t>
            </a:r>
          </a:p>
          <a:p>
            <a:pPr>
              <a:spcBef>
                <a:spcPts val="300"/>
              </a:spcBef>
            </a:pPr>
            <a:endParaRPr lang="en-GB" sz="1200" b="1"/>
          </a:p>
          <a:p>
            <a:pPr marL="252000" lvl="1" indent="-108000">
              <a:spcBef>
                <a:spcPts val="300"/>
              </a:spcBef>
              <a:spcAft>
                <a:spcPts val="300"/>
              </a:spcAft>
              <a:buFont typeface="Arial" panose="020B0604020202020204" pitchFamily="34" charset="0"/>
              <a:buChar char="•"/>
            </a:pPr>
            <a:endParaRPr lang="en-GB" sz="1200"/>
          </a:p>
        </p:txBody>
      </p:sp>
      <p:sp>
        <p:nvSpPr>
          <p:cNvPr id="18" name="Rectangle 17">
            <a:extLst>
              <a:ext uri="{FF2B5EF4-FFF2-40B4-BE49-F238E27FC236}">
                <a16:creationId xmlns:a16="http://schemas.microsoft.com/office/drawing/2014/main" id="{727C438A-1A2D-4E23-BF67-C85243DC919C}"/>
              </a:ext>
            </a:extLst>
          </p:cNvPr>
          <p:cNvSpPr/>
          <p:nvPr/>
        </p:nvSpPr>
        <p:spPr>
          <a:xfrm>
            <a:off x="5696711" y="5499722"/>
            <a:ext cx="732965" cy="862311"/>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66737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8886ABF-BB0E-479B-8AAB-04B072125AD3}"/>
              </a:ext>
            </a:extLst>
          </p:cNvPr>
          <p:cNvSpPr>
            <a:spLocks noGrp="1"/>
          </p:cNvSpPr>
          <p:nvPr>
            <p:ph type="sldNum" sz="quarter" idx="12"/>
          </p:nvPr>
        </p:nvSpPr>
        <p:spPr/>
        <p:txBody>
          <a:bodyPr/>
          <a:lstStyle/>
          <a:p>
            <a:fld id="{F4C94289-3309-4C35-850A-56FD49B3E346}" type="slidenum">
              <a:rPr lang="en-GB" smtClean="0"/>
              <a:t>7</a:t>
            </a:fld>
            <a:endParaRPr lang="en-GB"/>
          </a:p>
        </p:txBody>
      </p:sp>
      <p:sp>
        <p:nvSpPr>
          <p:cNvPr id="4" name="Title 3">
            <a:extLst>
              <a:ext uri="{FF2B5EF4-FFF2-40B4-BE49-F238E27FC236}">
                <a16:creationId xmlns:a16="http://schemas.microsoft.com/office/drawing/2014/main" id="{BE762B79-0CC3-4938-B1C3-EE0910024E80}"/>
              </a:ext>
            </a:extLst>
          </p:cNvPr>
          <p:cNvSpPr>
            <a:spLocks noGrp="1"/>
          </p:cNvSpPr>
          <p:nvPr>
            <p:ph type="title"/>
          </p:nvPr>
        </p:nvSpPr>
        <p:spPr>
          <a:xfrm>
            <a:off x="1511277" y="210344"/>
            <a:ext cx="9653112" cy="984247"/>
          </a:xfrm>
        </p:spPr>
        <p:txBody>
          <a:bodyPr/>
          <a:lstStyle/>
          <a:p>
            <a:r>
              <a:rPr lang="en-US"/>
              <a:t>Cost Center Allocation: Assessment</a:t>
            </a:r>
            <a:endParaRPr lang="en-US" sz="1600"/>
          </a:p>
        </p:txBody>
      </p:sp>
      <p:sp>
        <p:nvSpPr>
          <p:cNvPr id="10" name="Rectangle 9">
            <a:extLst>
              <a:ext uri="{FF2B5EF4-FFF2-40B4-BE49-F238E27FC236}">
                <a16:creationId xmlns:a16="http://schemas.microsoft.com/office/drawing/2014/main" id="{E9F5EBBF-79F9-4290-902A-6C55FC2CFC44}"/>
              </a:ext>
            </a:extLst>
          </p:cNvPr>
          <p:cNvSpPr/>
          <p:nvPr/>
        </p:nvSpPr>
        <p:spPr>
          <a:xfrm>
            <a:off x="492885" y="3143526"/>
            <a:ext cx="3391298" cy="2092881"/>
          </a:xfrm>
          <a:prstGeom prst="rect">
            <a:avLst/>
          </a:prstGeom>
          <a:noFill/>
        </p:spPr>
        <p:txBody>
          <a:bodyPr wrap="square">
            <a:spAutoFit/>
          </a:bodyPr>
          <a:lstStyle/>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dirty="0">
                <a:latin typeface="Georgia" panose="02040502050405020303" pitchFamily="18" charset="0"/>
              </a:rPr>
              <a:t>If you need to run Cost Center Assessment cycles outside of FCC, </a:t>
            </a:r>
            <a:r>
              <a:rPr lang="en-GB" sz="1100" b="1" i="1" dirty="0">
                <a:latin typeface="Georgia" panose="02040502050405020303" pitchFamily="18" charset="0"/>
              </a:rPr>
              <a:t>make sure you use the corresponding variant </a:t>
            </a:r>
            <a:r>
              <a:rPr lang="en-GB" sz="1100" i="1" dirty="0">
                <a:latin typeface="Georgia" panose="02040502050405020303" pitchFamily="18" charset="0"/>
              </a:rPr>
              <a:t>as indicated in the corresponding FCC task.</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dirty="0">
                <a:latin typeface="Georgia" panose="02040502050405020303" pitchFamily="18" charset="0"/>
              </a:rPr>
              <a:t>The variants are updated by GBS/JTBC when there are such requests from entities. </a:t>
            </a:r>
          </a:p>
          <a:p>
            <a:pPr marL="171450" lvl="0" indent="-171450">
              <a:lnSpc>
                <a:spcPts val="1200"/>
              </a:lnSpc>
              <a:spcBef>
                <a:spcPts val="600"/>
              </a:spcBef>
              <a:buFont typeface="Arial" panose="020B0604020202020204" pitchFamily="34" charset="0"/>
              <a:buChar char="•"/>
              <a:defRPr/>
            </a:pPr>
            <a:r>
              <a:rPr lang="en-GB" sz="1100" i="1" dirty="0">
                <a:latin typeface="Georgia" panose="02040502050405020303" pitchFamily="18" charset="0"/>
              </a:rPr>
              <a:t>Cycles with the same allocation type (Distribution or Assessment), cumulative indicator (Cumulative indicator set or not set) and valuation view (indicating the posting to which ledger) settings are included in the same variant.</a:t>
            </a:r>
          </a:p>
        </p:txBody>
      </p:sp>
      <p:sp>
        <p:nvSpPr>
          <p:cNvPr id="30" name="Rectangle 29">
            <a:extLst>
              <a:ext uri="{FF2B5EF4-FFF2-40B4-BE49-F238E27FC236}">
                <a16:creationId xmlns:a16="http://schemas.microsoft.com/office/drawing/2014/main" id="{2C9947B9-4BE7-4049-87C7-50FEDC30E871}"/>
              </a:ext>
            </a:extLst>
          </p:cNvPr>
          <p:cNvSpPr/>
          <p:nvPr/>
        </p:nvSpPr>
        <p:spPr>
          <a:xfrm>
            <a:off x="393132" y="2928017"/>
            <a:ext cx="3590804" cy="246221"/>
          </a:xfrm>
          <a:prstGeom prst="rect">
            <a:avLst/>
          </a:prstGeom>
          <a:noFill/>
        </p:spPr>
        <p:txBody>
          <a:bodyPr wrap="square">
            <a:spAutoFit/>
          </a:bodyPr>
          <a:lstStyle/>
          <a:p>
            <a:pPr lvl="0">
              <a:lnSpc>
                <a:spcPts val="1200"/>
              </a:lnSpc>
              <a:spcBef>
                <a:spcPts val="600"/>
              </a:spcBef>
              <a:defRPr/>
            </a:pPr>
            <a:r>
              <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Cost Center </a:t>
            </a:r>
            <a:r>
              <a:rPr lang="en-GB" sz="1200" b="1" i="1" u="sng">
                <a:solidFill>
                  <a:srgbClr val="000000"/>
                </a:solidFill>
                <a:latin typeface="Georgia" panose="02040502050405020303" pitchFamily="18" charset="0"/>
              </a:rPr>
              <a:t>Assessment (KSU5) </a:t>
            </a:r>
            <a:r>
              <a:rPr kumimoji="0" lang="en-GB" sz="12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a:t>
            </a:r>
          </a:p>
        </p:txBody>
      </p:sp>
      <p:pic>
        <p:nvPicPr>
          <p:cNvPr id="2" name="Picture 1">
            <a:extLst>
              <a:ext uri="{FF2B5EF4-FFF2-40B4-BE49-F238E27FC236}">
                <a16:creationId xmlns:a16="http://schemas.microsoft.com/office/drawing/2014/main" id="{0FE7750A-D1FB-49B0-A358-C1DC77357C5E}"/>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4207939" y="1383216"/>
            <a:ext cx="2527059" cy="3262392"/>
          </a:xfrm>
          <a:prstGeom prst="rect">
            <a:avLst/>
          </a:prstGeom>
          <a:effectLst>
            <a:outerShdw blurRad="50800" dist="38100" dir="2700000" algn="tl" rotWithShape="0">
              <a:prstClr val="black">
                <a:alpha val="40000"/>
              </a:prstClr>
            </a:outerShdw>
          </a:effectLst>
        </p:spPr>
      </p:pic>
      <p:pic>
        <p:nvPicPr>
          <p:cNvPr id="5" name="Picture 4">
            <a:extLst>
              <a:ext uri="{FF2B5EF4-FFF2-40B4-BE49-F238E27FC236}">
                <a16:creationId xmlns:a16="http://schemas.microsoft.com/office/drawing/2014/main" id="{C0E5BE53-5FB8-4E38-857B-A95A449AF3E3}"/>
              </a:ext>
            </a:extLst>
          </p:cNvPr>
          <p:cNvPicPr>
            <a:picLocks noChangeAspect="1"/>
          </p:cNvPicPr>
          <p:nvPr/>
        </p:nvPicPr>
        <p:blipFill>
          <a:blip r:embed="rId4"/>
          <a:stretch>
            <a:fillRect/>
          </a:stretch>
        </p:blipFill>
        <p:spPr>
          <a:xfrm>
            <a:off x="7052581" y="1383216"/>
            <a:ext cx="3178545" cy="2867659"/>
          </a:xfrm>
          <a:prstGeom prst="rect">
            <a:avLst/>
          </a:prstGeom>
          <a:effectLst>
            <a:outerShdw blurRad="50800" dist="38100" dir="2700000" algn="tl" rotWithShape="0">
              <a:prstClr val="black">
                <a:alpha val="40000"/>
              </a:prstClr>
            </a:outerShdw>
          </a:effectLst>
        </p:spPr>
      </p:pic>
      <p:pic>
        <p:nvPicPr>
          <p:cNvPr id="6" name="Picture 5">
            <a:extLst>
              <a:ext uri="{FF2B5EF4-FFF2-40B4-BE49-F238E27FC236}">
                <a16:creationId xmlns:a16="http://schemas.microsoft.com/office/drawing/2014/main" id="{19B1088D-AAC5-4E7B-8FA9-823D59FB05EC}"/>
              </a:ext>
            </a:extLst>
          </p:cNvPr>
          <p:cNvPicPr>
            <a:picLocks noChangeAspect="1"/>
          </p:cNvPicPr>
          <p:nvPr/>
        </p:nvPicPr>
        <p:blipFill>
          <a:blip r:embed="rId5"/>
          <a:stretch>
            <a:fillRect/>
          </a:stretch>
        </p:blipFill>
        <p:spPr>
          <a:xfrm>
            <a:off x="499058" y="1383216"/>
            <a:ext cx="3590804" cy="1502370"/>
          </a:xfrm>
          <a:prstGeom prst="rect">
            <a:avLst/>
          </a:prstGeom>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CE20398F-B7D9-42F6-B2A2-1D31747CED85}"/>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7052581" y="4326073"/>
            <a:ext cx="3941272" cy="2336573"/>
          </a:xfrm>
          <a:prstGeom prst="rect">
            <a:avLst/>
          </a:prstGeom>
          <a:effectLst>
            <a:outerShdw blurRad="50800" dist="38100" dir="2700000" algn="tl" rotWithShape="0">
              <a:prstClr val="black">
                <a:alpha val="40000"/>
              </a:prstClr>
            </a:outerShdw>
          </a:effectLst>
        </p:spPr>
      </p:pic>
      <p:sp>
        <p:nvSpPr>
          <p:cNvPr id="14" name="Rectangle: Rounded Corners 13">
            <a:extLst>
              <a:ext uri="{FF2B5EF4-FFF2-40B4-BE49-F238E27FC236}">
                <a16:creationId xmlns:a16="http://schemas.microsoft.com/office/drawing/2014/main" id="{33044BA5-9871-45BC-A3CE-171919FDDDF2}"/>
              </a:ext>
            </a:extLst>
          </p:cNvPr>
          <p:cNvSpPr/>
          <p:nvPr/>
        </p:nvSpPr>
        <p:spPr>
          <a:xfrm>
            <a:off x="499058" y="1357080"/>
            <a:ext cx="2842658" cy="19715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KSU5: Cost Center Assessment Execution</a:t>
            </a:r>
            <a:endPar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5" name="Rectangle: Rounded Corners 14">
            <a:extLst>
              <a:ext uri="{FF2B5EF4-FFF2-40B4-BE49-F238E27FC236}">
                <a16:creationId xmlns:a16="http://schemas.microsoft.com/office/drawing/2014/main" id="{6B7093B8-CD06-401F-BABF-200184011643}"/>
              </a:ext>
            </a:extLst>
          </p:cNvPr>
          <p:cNvSpPr/>
          <p:nvPr/>
        </p:nvSpPr>
        <p:spPr>
          <a:xfrm>
            <a:off x="1536123" y="1740690"/>
            <a:ext cx="424751" cy="96424"/>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 name="Rectangle: Rounded Corners 15">
            <a:extLst>
              <a:ext uri="{FF2B5EF4-FFF2-40B4-BE49-F238E27FC236}">
                <a16:creationId xmlns:a16="http://schemas.microsoft.com/office/drawing/2014/main" id="{B8AC01D4-8CFE-4AED-A890-1F8B36C8B560}"/>
              </a:ext>
            </a:extLst>
          </p:cNvPr>
          <p:cNvSpPr/>
          <p:nvPr/>
        </p:nvSpPr>
        <p:spPr>
          <a:xfrm>
            <a:off x="3611527" y="2643342"/>
            <a:ext cx="424751" cy="96424"/>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 name="Arrow: Striped Right 18">
            <a:extLst>
              <a:ext uri="{FF2B5EF4-FFF2-40B4-BE49-F238E27FC236}">
                <a16:creationId xmlns:a16="http://schemas.microsoft.com/office/drawing/2014/main" id="{E2EF9AAF-AF0B-4147-929D-228FA0BB7FE2}"/>
              </a:ext>
            </a:extLst>
          </p:cNvPr>
          <p:cNvSpPr/>
          <p:nvPr/>
        </p:nvSpPr>
        <p:spPr>
          <a:xfrm>
            <a:off x="3890356" y="2201491"/>
            <a:ext cx="424751" cy="159323"/>
          </a:xfrm>
          <a:prstGeom prst="stripedRightArrow">
            <a:avLst>
              <a:gd name="adj1" fmla="val 50000"/>
              <a:gd name="adj2" fmla="val 50000"/>
            </a:avLst>
          </a:prstGeom>
          <a:solidFill>
            <a:schemeClr val="accent3"/>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0" name="Rectangle: Rounded Corners 19">
            <a:extLst>
              <a:ext uri="{FF2B5EF4-FFF2-40B4-BE49-F238E27FC236}">
                <a16:creationId xmlns:a16="http://schemas.microsoft.com/office/drawing/2014/main" id="{B6E56A44-8802-4005-8964-E2FA816D287D}"/>
              </a:ext>
            </a:extLst>
          </p:cNvPr>
          <p:cNvSpPr/>
          <p:nvPr/>
        </p:nvSpPr>
        <p:spPr>
          <a:xfrm>
            <a:off x="4212496" y="4167744"/>
            <a:ext cx="326254" cy="223440"/>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12" name="Connector: Elbow 11">
            <a:extLst>
              <a:ext uri="{FF2B5EF4-FFF2-40B4-BE49-F238E27FC236}">
                <a16:creationId xmlns:a16="http://schemas.microsoft.com/office/drawing/2014/main" id="{9025C106-869E-41E8-A413-523C43462DB8}"/>
              </a:ext>
            </a:extLst>
          </p:cNvPr>
          <p:cNvCxnSpPr>
            <a:cxnSpLocks/>
            <a:stCxn id="20" idx="0"/>
          </p:cNvCxnSpPr>
          <p:nvPr/>
        </p:nvCxnSpPr>
        <p:spPr>
          <a:xfrm rot="5400000" flipH="1" flipV="1">
            <a:off x="5005501" y="2120664"/>
            <a:ext cx="1417202" cy="2676958"/>
          </a:xfrm>
          <a:prstGeom prst="bentConnector2">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Rounded Corners 23">
            <a:extLst>
              <a:ext uri="{FF2B5EF4-FFF2-40B4-BE49-F238E27FC236}">
                <a16:creationId xmlns:a16="http://schemas.microsoft.com/office/drawing/2014/main" id="{84951235-BE7D-4727-B296-B8C4DDA49336}"/>
              </a:ext>
            </a:extLst>
          </p:cNvPr>
          <p:cNvSpPr/>
          <p:nvPr/>
        </p:nvSpPr>
        <p:spPr>
          <a:xfrm>
            <a:off x="7052581" y="1357080"/>
            <a:ext cx="2232735" cy="19715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KSU3: Display Assessment Cycle</a:t>
            </a:r>
            <a:endPar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5" name="Arrow: Striped Right 24">
            <a:extLst>
              <a:ext uri="{FF2B5EF4-FFF2-40B4-BE49-F238E27FC236}">
                <a16:creationId xmlns:a16="http://schemas.microsoft.com/office/drawing/2014/main" id="{769EB45F-FF61-49D1-AE92-15F3DE06C985}"/>
              </a:ext>
            </a:extLst>
          </p:cNvPr>
          <p:cNvSpPr/>
          <p:nvPr/>
        </p:nvSpPr>
        <p:spPr>
          <a:xfrm>
            <a:off x="6469038" y="4391184"/>
            <a:ext cx="809761" cy="187920"/>
          </a:xfrm>
          <a:prstGeom prst="stripedRightArrow">
            <a:avLst>
              <a:gd name="adj1" fmla="val 50000"/>
              <a:gd name="adj2" fmla="val 50000"/>
            </a:avLst>
          </a:prstGeom>
          <a:solidFill>
            <a:schemeClr val="accent3"/>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Rectangle: Rounded Corners 25">
            <a:extLst>
              <a:ext uri="{FF2B5EF4-FFF2-40B4-BE49-F238E27FC236}">
                <a16:creationId xmlns:a16="http://schemas.microsoft.com/office/drawing/2014/main" id="{AFE08752-E85D-47F1-A0D5-BB43465547C5}"/>
              </a:ext>
            </a:extLst>
          </p:cNvPr>
          <p:cNvSpPr/>
          <p:nvPr/>
        </p:nvSpPr>
        <p:spPr>
          <a:xfrm>
            <a:off x="8996096" y="4328594"/>
            <a:ext cx="2015509" cy="18792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KSU5 output upon execution</a:t>
            </a:r>
            <a:endPar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3" name="Rectangle: Rounded Corners 22">
            <a:extLst>
              <a:ext uri="{FF2B5EF4-FFF2-40B4-BE49-F238E27FC236}">
                <a16:creationId xmlns:a16="http://schemas.microsoft.com/office/drawing/2014/main" id="{4EF58C46-5F40-4DE3-949E-6A59FF6C8E04}"/>
              </a:ext>
            </a:extLst>
          </p:cNvPr>
          <p:cNvSpPr/>
          <p:nvPr/>
        </p:nvSpPr>
        <p:spPr>
          <a:xfrm>
            <a:off x="9151511" y="3416902"/>
            <a:ext cx="424751" cy="217490"/>
          </a:xfrm>
          <a:prstGeom prst="roundRect">
            <a:avLst>
              <a:gd name="adj" fmla="val 850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7" name="Rectangle 26">
            <a:extLst>
              <a:ext uri="{FF2B5EF4-FFF2-40B4-BE49-F238E27FC236}">
                <a16:creationId xmlns:a16="http://schemas.microsoft.com/office/drawing/2014/main" id="{5D44DAF6-F8D3-4A0C-985D-08692A2F11AB}"/>
              </a:ext>
            </a:extLst>
          </p:cNvPr>
          <p:cNvSpPr/>
          <p:nvPr/>
        </p:nvSpPr>
        <p:spPr>
          <a:xfrm>
            <a:off x="504246" y="5136725"/>
            <a:ext cx="6389544" cy="1323439"/>
          </a:xfrm>
          <a:prstGeom prst="rect">
            <a:avLst/>
          </a:prstGeom>
          <a:noFill/>
        </p:spPr>
        <p:txBody>
          <a:bodyPr wrap="square">
            <a:spAutoFit/>
          </a:bodyPr>
          <a:lstStyle/>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solidFill>
                  <a:srgbClr val="000000"/>
                </a:solidFill>
                <a:latin typeface="Georgia" panose="02040502050405020303" pitchFamily="18" charset="0"/>
              </a:rPr>
              <a:t>In the master data of each cost center allocation cycle, the “</a:t>
            </a:r>
            <a:r>
              <a:rPr lang="en-GB" sz="1100" b="1" i="1">
                <a:solidFill>
                  <a:srgbClr val="000000"/>
                </a:solidFill>
                <a:latin typeface="Georgia" panose="02040502050405020303" pitchFamily="18" charset="0"/>
              </a:rPr>
              <a:t>Valuation View</a:t>
            </a:r>
            <a:r>
              <a:rPr lang="en-GB" sz="1100" i="1">
                <a:solidFill>
                  <a:srgbClr val="000000"/>
                </a:solidFill>
                <a:latin typeface="Georgia" panose="02040502050405020303" pitchFamily="18" charset="0"/>
              </a:rPr>
              <a:t>” indicates in which ledger the cycle is going to be run. For further details refer to Cost Management course.</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00" i="1">
                <a:solidFill>
                  <a:srgbClr val="000000"/>
                </a:solidFill>
                <a:latin typeface="Georgia" panose="02040502050405020303" pitchFamily="18" charset="0"/>
              </a:rPr>
              <a:t>It is recommended that you Test Run the cycle first if you are doing it outside of FCC so that you can review the messages and make amendments if needed before update run. You may display the segments/sender/receiver details using the corresponding buttons. </a:t>
            </a:r>
          </a:p>
          <a:p>
            <a:pPr marL="171450" lvl="0" indent="-171450">
              <a:lnSpc>
                <a:spcPts val="1200"/>
              </a:lnSpc>
              <a:spcBef>
                <a:spcPts val="600"/>
              </a:spcBef>
              <a:buFont typeface="Arial" panose="020B0604020202020204" pitchFamily="34" charset="0"/>
              <a:buChar char="•"/>
              <a:defRPr/>
            </a:pPr>
            <a:r>
              <a:rPr lang="en-GB" sz="1100" i="1">
                <a:solidFill>
                  <a:srgbClr val="000000"/>
                </a:solidFill>
                <a:latin typeface="Georgia" panose="02040502050405020303" pitchFamily="18" charset="0"/>
              </a:rPr>
              <a:t>When you do an update run you will be provided with the posted document numbers for cycles with no errors in the output log (same as what you will find in an executed FCC task).</a:t>
            </a:r>
          </a:p>
        </p:txBody>
      </p:sp>
    </p:spTree>
    <p:extLst>
      <p:ext uri="{BB962C8B-B14F-4D97-AF65-F5344CB8AC3E}">
        <p14:creationId xmlns:p14="http://schemas.microsoft.com/office/powerpoint/2010/main" val="924062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8886ABF-BB0E-479B-8AAB-04B072125AD3}"/>
              </a:ext>
            </a:extLst>
          </p:cNvPr>
          <p:cNvSpPr>
            <a:spLocks noGrp="1"/>
          </p:cNvSpPr>
          <p:nvPr>
            <p:ph type="sldNum" sz="quarter" idx="12"/>
          </p:nvPr>
        </p:nvSpPr>
        <p:spPr/>
        <p:txBody>
          <a:bodyPr/>
          <a:lstStyle/>
          <a:p>
            <a:fld id="{F4C94289-3309-4C35-850A-56FD49B3E346}" type="slidenum">
              <a:rPr lang="en-GB" smtClean="0"/>
              <a:t>8</a:t>
            </a:fld>
            <a:endParaRPr lang="en-GB"/>
          </a:p>
        </p:txBody>
      </p:sp>
      <p:sp>
        <p:nvSpPr>
          <p:cNvPr id="4" name="Title 3">
            <a:extLst>
              <a:ext uri="{FF2B5EF4-FFF2-40B4-BE49-F238E27FC236}">
                <a16:creationId xmlns:a16="http://schemas.microsoft.com/office/drawing/2014/main" id="{BE762B79-0CC3-4938-B1C3-EE0910024E80}"/>
              </a:ext>
            </a:extLst>
          </p:cNvPr>
          <p:cNvSpPr>
            <a:spLocks noGrp="1"/>
          </p:cNvSpPr>
          <p:nvPr>
            <p:ph type="title"/>
          </p:nvPr>
        </p:nvSpPr>
        <p:spPr>
          <a:xfrm>
            <a:off x="1511277" y="210344"/>
            <a:ext cx="9653112" cy="984247"/>
          </a:xfrm>
        </p:spPr>
        <p:txBody>
          <a:bodyPr/>
          <a:lstStyle/>
          <a:p>
            <a:r>
              <a:rPr lang="en-US"/>
              <a:t>Cost Center </a:t>
            </a:r>
            <a:r>
              <a:rPr lang="en-GB"/>
              <a:t>Assessment: Posting Example</a:t>
            </a:r>
            <a:endParaRPr lang="en-US" sz="1600"/>
          </a:p>
        </p:txBody>
      </p:sp>
      <p:pic>
        <p:nvPicPr>
          <p:cNvPr id="21" name="Picture 20">
            <a:extLst>
              <a:ext uri="{FF2B5EF4-FFF2-40B4-BE49-F238E27FC236}">
                <a16:creationId xmlns:a16="http://schemas.microsoft.com/office/drawing/2014/main" id="{662F72A5-C7DD-478E-A6F0-B08FF50FD3C4}"/>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461818" y="1375836"/>
            <a:ext cx="7902636" cy="3383664"/>
          </a:xfrm>
          <a:prstGeom prst="rect">
            <a:avLst/>
          </a:prstGeom>
          <a:effectLst>
            <a:outerShdw blurRad="50800" dist="38100" dir="2700000" algn="tl" rotWithShape="0">
              <a:prstClr val="black">
                <a:alpha val="40000"/>
              </a:prstClr>
            </a:outerShdw>
          </a:effectLst>
        </p:spPr>
      </p:pic>
      <p:pic>
        <p:nvPicPr>
          <p:cNvPr id="22" name="Picture 21">
            <a:extLst>
              <a:ext uri="{FF2B5EF4-FFF2-40B4-BE49-F238E27FC236}">
                <a16:creationId xmlns:a16="http://schemas.microsoft.com/office/drawing/2014/main" id="{4A93D0A3-7454-4240-A511-3F0E88BC25B2}"/>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5687318" y="1864101"/>
            <a:ext cx="2523810" cy="652381"/>
          </a:xfrm>
          <a:prstGeom prst="rect">
            <a:avLst/>
          </a:prstGeom>
          <a:effectLst>
            <a:outerShdw blurRad="50800" dist="38100" dir="2700000" algn="tl" rotWithShape="0">
              <a:prstClr val="black">
                <a:alpha val="40000"/>
              </a:prstClr>
            </a:outerShdw>
          </a:effectLst>
        </p:spPr>
      </p:pic>
      <p:pic>
        <p:nvPicPr>
          <p:cNvPr id="28" name="Picture 27">
            <a:extLst>
              <a:ext uri="{FF2B5EF4-FFF2-40B4-BE49-F238E27FC236}">
                <a16:creationId xmlns:a16="http://schemas.microsoft.com/office/drawing/2014/main" id="{342148C0-1A43-4E6E-895E-097F970AE749}"/>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7633408" y="3004747"/>
            <a:ext cx="4477939" cy="3075552"/>
          </a:xfrm>
          <a:prstGeom prst="rect">
            <a:avLst/>
          </a:prstGeom>
          <a:effectLst>
            <a:outerShdw blurRad="50800" dist="38100" dir="5400000" algn="t" rotWithShape="0">
              <a:prstClr val="black">
                <a:alpha val="40000"/>
              </a:prstClr>
            </a:outerShdw>
          </a:effectLst>
        </p:spPr>
      </p:pic>
      <p:sp>
        <p:nvSpPr>
          <p:cNvPr id="29" name="Rounded Rectangle 8">
            <a:extLst>
              <a:ext uri="{FF2B5EF4-FFF2-40B4-BE49-F238E27FC236}">
                <a16:creationId xmlns:a16="http://schemas.microsoft.com/office/drawing/2014/main" id="{58ED4807-1BE1-499D-9ECE-FC5EFBDECFDC}"/>
              </a:ext>
            </a:extLst>
          </p:cNvPr>
          <p:cNvSpPr/>
          <p:nvPr/>
        </p:nvSpPr>
        <p:spPr bwMode="auto">
          <a:xfrm>
            <a:off x="7143395" y="1375836"/>
            <a:ext cx="1221059" cy="19050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000" b="1">
                <a:solidFill>
                  <a:srgbClr val="00B2A9">
                    <a:lumMod val="50000"/>
                  </a:srgbClr>
                </a:solidFill>
                <a:latin typeface="Arial" panose="020B0604020202020204"/>
              </a:rPr>
              <a:t>FB03 / FB03L</a:t>
            </a:r>
          </a:p>
        </p:txBody>
      </p:sp>
      <p:sp>
        <p:nvSpPr>
          <p:cNvPr id="31" name="Rounded Rectangle 8">
            <a:extLst>
              <a:ext uri="{FF2B5EF4-FFF2-40B4-BE49-F238E27FC236}">
                <a16:creationId xmlns:a16="http://schemas.microsoft.com/office/drawing/2014/main" id="{63E1AC17-5DC5-4DFF-B33D-CE164C25826A}"/>
              </a:ext>
            </a:extLst>
          </p:cNvPr>
          <p:cNvSpPr/>
          <p:nvPr/>
        </p:nvSpPr>
        <p:spPr bwMode="auto">
          <a:xfrm>
            <a:off x="10031232" y="3075710"/>
            <a:ext cx="567495" cy="166604"/>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GB" sz="1000" b="1">
                <a:solidFill>
                  <a:srgbClr val="00B2A9">
                    <a:lumMod val="50000"/>
                  </a:srgbClr>
                </a:solidFill>
                <a:latin typeface="Arial" panose="020B0604020202020204"/>
              </a:rPr>
              <a:t>KSB5</a:t>
            </a:r>
          </a:p>
        </p:txBody>
      </p:sp>
      <p:sp>
        <p:nvSpPr>
          <p:cNvPr id="32" name="Rectangle 31">
            <a:extLst>
              <a:ext uri="{FF2B5EF4-FFF2-40B4-BE49-F238E27FC236}">
                <a16:creationId xmlns:a16="http://schemas.microsoft.com/office/drawing/2014/main" id="{59F79BF7-DEE8-4938-A11F-AFFF536F2A61}"/>
              </a:ext>
            </a:extLst>
          </p:cNvPr>
          <p:cNvSpPr/>
          <p:nvPr/>
        </p:nvSpPr>
        <p:spPr>
          <a:xfrm>
            <a:off x="1071418" y="4196080"/>
            <a:ext cx="655782" cy="56342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a:extLst>
              <a:ext uri="{FF2B5EF4-FFF2-40B4-BE49-F238E27FC236}">
                <a16:creationId xmlns:a16="http://schemas.microsoft.com/office/drawing/2014/main" id="{AFBD1B6B-5817-4893-897A-047E4B7205C7}"/>
              </a:ext>
            </a:extLst>
          </p:cNvPr>
          <p:cNvSpPr txBox="1"/>
          <p:nvPr/>
        </p:nvSpPr>
        <p:spPr>
          <a:xfrm>
            <a:off x="461818" y="4905595"/>
            <a:ext cx="7171590" cy="1584118"/>
          </a:xfrm>
          <a:prstGeom prst="rect">
            <a:avLst/>
          </a:prstGeom>
          <a:solidFill>
            <a:schemeClr val="accent1">
              <a:lumMod val="20000"/>
              <a:lumOff val="80000"/>
            </a:schemeClr>
          </a:solidFill>
          <a:effectLst>
            <a:outerShdw blurRad="50800" dist="38100" dir="2700000" algn="tl" rotWithShape="0">
              <a:prstClr val="black">
                <a:alpha val="40000"/>
              </a:prstClr>
            </a:outerShdw>
          </a:effectLst>
        </p:spPr>
        <p:txBody>
          <a:bodyPr wrap="square" lIns="36000" tIns="36000" rIns="36000" bIns="36000" rtlCol="0">
            <a:noAutofit/>
          </a:bodyPr>
          <a:lstStyle/>
          <a:p>
            <a:pPr marL="108000" indent="-108000">
              <a:spcBef>
                <a:spcPts val="300"/>
              </a:spcBef>
              <a:buFont typeface="Arial" panose="020B0604020202020204" pitchFamily="34" charset="0"/>
              <a:buChar char="•"/>
            </a:pPr>
            <a:r>
              <a:rPr lang="en-GB" sz="1200"/>
              <a:t>Accounting documents generated from Cost Center Assessment postings have the same features as the documents generated from Cost Center Distribution postings, </a:t>
            </a:r>
            <a:r>
              <a:rPr lang="en-GB" sz="1200" b="1"/>
              <a:t>with the exception that the G/L accounts used in posting are not the original expense accounts. These are secondary cost elements, e.g. 920000.</a:t>
            </a:r>
            <a:r>
              <a:rPr lang="en-GB" sz="1200"/>
              <a:t> </a:t>
            </a:r>
          </a:p>
          <a:p>
            <a:pPr marL="108000" indent="-108000">
              <a:spcBef>
                <a:spcPts val="300"/>
              </a:spcBef>
              <a:buFont typeface="Arial" panose="020B0604020202020204" pitchFamily="34" charset="0"/>
              <a:buChar char="•"/>
            </a:pPr>
            <a:r>
              <a:rPr lang="en-GB" sz="1200"/>
              <a:t>In this example, you can see from the “List of Documents in Accounting”, that there’s only one FI document generated, which is the one posted to ledger 0L as shown. This is determined in the “Valuation View” in this specific cost center assessment cycle. </a:t>
            </a:r>
          </a:p>
        </p:txBody>
      </p:sp>
      <p:sp>
        <p:nvSpPr>
          <p:cNvPr id="34" name="Rectangle 33">
            <a:extLst>
              <a:ext uri="{FF2B5EF4-FFF2-40B4-BE49-F238E27FC236}">
                <a16:creationId xmlns:a16="http://schemas.microsoft.com/office/drawing/2014/main" id="{8B59939E-4D04-4858-AF78-E2B74843A921}"/>
              </a:ext>
            </a:extLst>
          </p:cNvPr>
          <p:cNvSpPr/>
          <p:nvPr/>
        </p:nvSpPr>
        <p:spPr>
          <a:xfrm>
            <a:off x="5865091" y="2154844"/>
            <a:ext cx="1690254" cy="20320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2DBB3F95-9023-4BBF-8EEA-3AF6BA1F35F8}"/>
              </a:ext>
            </a:extLst>
          </p:cNvPr>
          <p:cNvSpPr/>
          <p:nvPr/>
        </p:nvSpPr>
        <p:spPr>
          <a:xfrm>
            <a:off x="6216073" y="3484557"/>
            <a:ext cx="1417335" cy="311898"/>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165115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5A013E4-7212-BC49-7186-8A8BE26A9788}"/>
              </a:ext>
            </a:extLst>
          </p:cNvPr>
          <p:cNvPicPr>
            <a:picLocks noChangeAspect="1"/>
          </p:cNvPicPr>
          <p:nvPr/>
        </p:nvPicPr>
        <p:blipFill>
          <a:blip r:embed="rId2"/>
          <a:stretch>
            <a:fillRect/>
          </a:stretch>
        </p:blipFill>
        <p:spPr>
          <a:xfrm>
            <a:off x="744438" y="1492476"/>
            <a:ext cx="3641591" cy="2830949"/>
          </a:xfrm>
          <a:prstGeom prst="rect">
            <a:avLst/>
          </a:prstGeom>
          <a:effectLst>
            <a:outerShdw blurRad="63500" sx="102000" sy="102000" algn="ctr" rotWithShape="0">
              <a:prstClr val="black">
                <a:alpha val="40000"/>
              </a:prstClr>
            </a:outerShdw>
          </a:effectLst>
        </p:spPr>
      </p:pic>
      <p:sp>
        <p:nvSpPr>
          <p:cNvPr id="3" name="Slide Number Placeholder 2">
            <a:extLst>
              <a:ext uri="{FF2B5EF4-FFF2-40B4-BE49-F238E27FC236}">
                <a16:creationId xmlns:a16="http://schemas.microsoft.com/office/drawing/2014/main" id="{EA1995B1-3815-F3CB-4C76-38A1D7ADAA92}"/>
              </a:ext>
            </a:extLst>
          </p:cNvPr>
          <p:cNvSpPr>
            <a:spLocks noGrp="1"/>
          </p:cNvSpPr>
          <p:nvPr>
            <p:ph type="sldNum" sz="quarter" idx="12"/>
          </p:nvPr>
        </p:nvSpPr>
        <p:spPr/>
        <p:txBody>
          <a:bodyPr/>
          <a:lstStyle/>
          <a:p>
            <a:fld id="{F4C94289-3309-4C35-850A-56FD49B3E346}" type="slidenum">
              <a:rPr lang="en-GB" smtClean="0"/>
              <a:t>9</a:t>
            </a:fld>
            <a:endParaRPr lang="en-GB"/>
          </a:p>
        </p:txBody>
      </p:sp>
      <p:sp>
        <p:nvSpPr>
          <p:cNvPr id="5" name="Title 1">
            <a:extLst>
              <a:ext uri="{FF2B5EF4-FFF2-40B4-BE49-F238E27FC236}">
                <a16:creationId xmlns:a16="http://schemas.microsoft.com/office/drawing/2014/main" id="{37724B82-C7CE-A380-DD4B-836CF53B6563}"/>
              </a:ext>
            </a:extLst>
          </p:cNvPr>
          <p:cNvSpPr>
            <a:spLocks noGrp="1"/>
          </p:cNvSpPr>
          <p:nvPr>
            <p:ph type="title"/>
          </p:nvPr>
        </p:nvSpPr>
        <p:spPr/>
        <p:txBody>
          <a:bodyPr vert="horz" lIns="0" tIns="0" rIns="0" bIns="0" rtlCol="0" anchor="b" anchorCtr="0">
            <a:noAutofit/>
          </a:bodyPr>
          <a:lstStyle/>
          <a:p>
            <a:r>
              <a:rPr lang="en-US" dirty="0"/>
              <a:t>Cost Center Allocations </a:t>
            </a:r>
            <a:r>
              <a:rPr lang="en-GB" dirty="0"/>
              <a:t>– Common Errors</a:t>
            </a:r>
          </a:p>
        </p:txBody>
      </p:sp>
      <p:graphicFrame>
        <p:nvGraphicFramePr>
          <p:cNvPr id="6" name="Table 6">
            <a:extLst>
              <a:ext uri="{FF2B5EF4-FFF2-40B4-BE49-F238E27FC236}">
                <a16:creationId xmlns:a16="http://schemas.microsoft.com/office/drawing/2014/main" id="{2869A511-A20C-AE8F-97AC-0246A2B24682}"/>
              </a:ext>
            </a:extLst>
          </p:cNvPr>
          <p:cNvGraphicFramePr>
            <a:graphicFrameLocks noGrp="1"/>
          </p:cNvGraphicFramePr>
          <p:nvPr/>
        </p:nvGraphicFramePr>
        <p:xfrm>
          <a:off x="515939" y="4686387"/>
          <a:ext cx="11188908" cy="1762334"/>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3636458">
                  <a:extLst>
                    <a:ext uri="{9D8B030D-6E8A-4147-A177-3AD203B41FA5}">
                      <a16:colId xmlns:a16="http://schemas.microsoft.com/office/drawing/2014/main" val="4175835808"/>
                    </a:ext>
                  </a:extLst>
                </a:gridCol>
                <a:gridCol w="3263915">
                  <a:extLst>
                    <a:ext uri="{9D8B030D-6E8A-4147-A177-3AD203B41FA5}">
                      <a16:colId xmlns:a16="http://schemas.microsoft.com/office/drawing/2014/main" val="3494736957"/>
                    </a:ext>
                  </a:extLst>
                </a:gridCol>
                <a:gridCol w="4288535">
                  <a:extLst>
                    <a:ext uri="{9D8B030D-6E8A-4147-A177-3AD203B41FA5}">
                      <a16:colId xmlns:a16="http://schemas.microsoft.com/office/drawing/2014/main" val="3274509539"/>
                    </a:ext>
                  </a:extLst>
                </a:gridCol>
              </a:tblGrid>
              <a:tr h="338459">
                <a:tc>
                  <a:txBody>
                    <a:bodyPr/>
                    <a:lstStyle/>
                    <a:p>
                      <a:r>
                        <a:rPr lang="en-GB" sz="1400">
                          <a:solidFill>
                            <a:schemeClr val="tx1"/>
                          </a:solidFill>
                        </a:rPr>
                        <a:t>KSU5/KSV5 Transaction Common Errors</a:t>
                      </a:r>
                    </a:p>
                  </a:txBody>
                  <a:tcPr/>
                </a:tc>
                <a:tc>
                  <a:txBody>
                    <a:bodyPr/>
                    <a:lstStyle/>
                    <a:p>
                      <a:r>
                        <a:rPr lang="en-GB" sz="1400">
                          <a:solidFill>
                            <a:schemeClr val="tx1"/>
                          </a:solidFill>
                        </a:rPr>
                        <a:t>Error Reason</a:t>
                      </a:r>
                    </a:p>
                  </a:txBody>
                  <a:tcPr/>
                </a:tc>
                <a:tc>
                  <a:txBody>
                    <a:bodyPr/>
                    <a:lstStyle/>
                    <a:p>
                      <a:r>
                        <a:rPr lang="en-GB" sz="1400">
                          <a:solidFill>
                            <a:schemeClr val="tx1"/>
                          </a:solidFill>
                        </a:rPr>
                        <a:t>Error Resolution</a:t>
                      </a:r>
                    </a:p>
                  </a:txBody>
                  <a:tcPr/>
                </a:tc>
                <a:extLst>
                  <a:ext uri="{0D108BD9-81ED-4DB2-BD59-A6C34878D82A}">
                    <a16:rowId xmlns:a16="http://schemas.microsoft.com/office/drawing/2014/main" val="4189051396"/>
                  </a:ext>
                </a:extLst>
              </a:tr>
              <a:tr h="589374">
                <a:tc>
                  <a:txBody>
                    <a:bodyPr/>
                    <a:lstStyle/>
                    <a:p>
                      <a:pPr algn="l" fontAlgn="ctr"/>
                      <a:r>
                        <a:rPr lang="en-US" sz="1100" b="0" i="0" u="none" strike="noStrike">
                          <a:solidFill>
                            <a:srgbClr val="000000"/>
                          </a:solidFill>
                          <a:effectLst/>
                          <a:latin typeface="+mj-lt"/>
                        </a:rPr>
                        <a:t>Cycle cannot be processed: </a:t>
                      </a:r>
                      <a:r>
                        <a:rPr lang="en-US" sz="1100" b="0" i="0" u="none" strike="noStrike" err="1">
                          <a:solidFill>
                            <a:srgbClr val="000000"/>
                          </a:solidFill>
                          <a:effectLst/>
                          <a:latin typeface="+mj-lt"/>
                        </a:rPr>
                        <a:t>xxxxxx</a:t>
                      </a:r>
                      <a:r>
                        <a:rPr lang="en-US" sz="1100" b="0" i="0" u="none" strike="noStrike">
                          <a:solidFill>
                            <a:srgbClr val="000000"/>
                          </a:solidFill>
                          <a:effectLst/>
                          <a:latin typeface="+mj-lt"/>
                        </a:rPr>
                        <a:t> 01.01.2018(</a:t>
                      </a:r>
                      <a:r>
                        <a:rPr lang="en-US" sz="1100" b="0" i="0" u="none" strike="noStrike" err="1">
                          <a:solidFill>
                            <a:srgbClr val="000000"/>
                          </a:solidFill>
                          <a:effectLst/>
                          <a:latin typeface="+mj-lt"/>
                        </a:rPr>
                        <a:t>xxxx</a:t>
                      </a:r>
                      <a:r>
                        <a:rPr lang="en-US" sz="1100" b="0" i="0" u="none" strike="noStrike">
                          <a:solidFill>
                            <a:srgbClr val="000000"/>
                          </a:solidFill>
                          <a:effectLst/>
                          <a:latin typeface="+mj-lt"/>
                        </a:rPr>
                        <a:t>)</a:t>
                      </a:r>
                      <a:endParaRPr lang="en-GB" sz="1100" b="0" i="0" u="none" strike="noStrike">
                        <a:solidFill>
                          <a:srgbClr val="000000"/>
                        </a:solidFill>
                        <a:effectLst/>
                        <a:latin typeface="+mj-lt"/>
                      </a:endParaRPr>
                    </a:p>
                  </a:txBody>
                  <a:tcPr marL="72000" marR="9525" marT="9525" marB="0" anchor="ctr"/>
                </a:tc>
                <a:tc>
                  <a:txBody>
                    <a:bodyPr/>
                    <a:lstStyle/>
                    <a:p>
                      <a:pPr algn="l" fontAlgn="ctr"/>
                      <a:r>
                        <a:rPr lang="en-US" sz="1100" b="0" i="0" u="none" strike="noStrike">
                          <a:solidFill>
                            <a:srgbClr val="000000"/>
                          </a:solidFill>
                          <a:effectLst/>
                          <a:latin typeface="+mj-lt"/>
                        </a:rPr>
                        <a:t>The cycle is probably old/not updated/not valid anymore</a:t>
                      </a:r>
                      <a:endParaRPr lang="en-GB" sz="1100" b="0" i="0" u="none" strike="noStrike">
                        <a:solidFill>
                          <a:srgbClr val="000000"/>
                        </a:solidFill>
                        <a:effectLst/>
                        <a:latin typeface="+mj-lt"/>
                      </a:endParaRPr>
                    </a:p>
                  </a:txBody>
                  <a:tcPr marL="72000" marR="9525" marT="9525" marB="0" anchor="ctr"/>
                </a:tc>
                <a:tc>
                  <a:txBody>
                    <a:bodyPr/>
                    <a:lstStyle/>
                    <a:p>
                      <a:pPr algn="l" fontAlgn="ctr"/>
                      <a:r>
                        <a:rPr lang="en-US" sz="1100" b="0" i="0" u="none" strike="noStrike" kern="1200" dirty="0">
                          <a:solidFill>
                            <a:srgbClr val="000000"/>
                          </a:solidFill>
                          <a:effectLst/>
                          <a:latin typeface="+mn-lt"/>
                          <a:ea typeface="+mn-ea"/>
                          <a:cs typeface="+mn-cs"/>
                        </a:rPr>
                        <a:t>Check the dates to ensure that cycle is not outdated via KSV3 or KSU3 transaction</a:t>
                      </a:r>
                      <a:endParaRPr lang="en-GB" sz="1100" b="0" i="0" u="none" strike="noStrike" kern="1200" dirty="0">
                        <a:solidFill>
                          <a:srgbClr val="000000"/>
                        </a:solidFill>
                        <a:effectLst/>
                        <a:latin typeface="+mn-lt"/>
                        <a:ea typeface="+mn-ea"/>
                        <a:cs typeface="+mn-cs"/>
                      </a:endParaRPr>
                    </a:p>
                  </a:txBody>
                  <a:tcPr marL="72000" marR="9525" marT="9525" marB="0" anchor="ctr"/>
                </a:tc>
                <a:extLst>
                  <a:ext uri="{0D108BD9-81ED-4DB2-BD59-A6C34878D82A}">
                    <a16:rowId xmlns:a16="http://schemas.microsoft.com/office/drawing/2014/main" val="4208081998"/>
                  </a:ext>
                </a:extLst>
              </a:tr>
              <a:tr h="417251">
                <a:tc>
                  <a:txBody>
                    <a:bodyPr/>
                    <a:lstStyle/>
                    <a:p>
                      <a:pPr algn="l" fontAlgn="ctr"/>
                      <a:r>
                        <a:rPr lang="en-US" sz="1100" b="0" i="0" u="none" strike="noStrike">
                          <a:solidFill>
                            <a:srgbClr val="000000"/>
                          </a:solidFill>
                          <a:effectLst/>
                          <a:latin typeface="+mj-lt"/>
                        </a:rPr>
                        <a:t>No valid sender entries were found</a:t>
                      </a:r>
                      <a:endParaRPr lang="en-GB" sz="1100" b="0" i="0" u="none" strike="noStrike">
                        <a:solidFill>
                          <a:srgbClr val="000000"/>
                        </a:solidFill>
                        <a:effectLst/>
                        <a:latin typeface="+mj-lt"/>
                      </a:endParaRPr>
                    </a:p>
                  </a:txBody>
                  <a:tcPr marL="72000" marR="9525" marT="9525" marB="0" anchor="ctr"/>
                </a:tc>
                <a:tc>
                  <a:txBody>
                    <a:bodyPr/>
                    <a:lstStyle/>
                    <a:p>
                      <a:pPr algn="l" fontAlgn="ctr"/>
                      <a:r>
                        <a:rPr lang="en-US" sz="1100" b="0" i="0" u="none" strike="noStrike">
                          <a:solidFill>
                            <a:srgbClr val="000000"/>
                          </a:solidFill>
                          <a:effectLst/>
                          <a:latin typeface="+mj-lt"/>
                        </a:rPr>
                        <a:t>No valid cycle or empty</a:t>
                      </a:r>
                      <a:endParaRPr lang="en-GB" sz="1100" b="0" i="0" u="none" strike="noStrike">
                        <a:solidFill>
                          <a:srgbClr val="000000"/>
                        </a:solidFill>
                        <a:effectLst/>
                        <a:latin typeface="+mj-lt"/>
                      </a:endParaRPr>
                    </a:p>
                  </a:txBody>
                  <a:tcPr marL="72000" marR="9525" marT="9525" marB="0" anchor="ctr"/>
                </a:tc>
                <a:tc>
                  <a:txBody>
                    <a:bodyPr/>
                    <a:lstStyle/>
                    <a:p>
                      <a:pPr algn="l" fontAlgn="ctr"/>
                      <a:r>
                        <a:rPr lang="en-US" sz="1100" b="0" i="0" u="none" strike="noStrike" kern="1200">
                          <a:solidFill>
                            <a:srgbClr val="000000"/>
                          </a:solidFill>
                          <a:effectLst/>
                          <a:latin typeface="+mn-lt"/>
                          <a:ea typeface="+mn-ea"/>
                          <a:cs typeface="+mn-cs"/>
                        </a:rPr>
                        <a:t>This is a warning, change the status to checked</a:t>
                      </a:r>
                      <a:endParaRPr lang="en-GB" sz="1100" b="0" i="0" u="none" strike="noStrike" kern="1200">
                        <a:solidFill>
                          <a:srgbClr val="000000"/>
                        </a:solidFill>
                        <a:effectLst/>
                        <a:latin typeface="+mn-lt"/>
                        <a:ea typeface="+mn-ea"/>
                        <a:cs typeface="+mn-cs"/>
                      </a:endParaRPr>
                    </a:p>
                  </a:txBody>
                  <a:tcPr marL="72000" marR="9525" marT="9525" marB="0" anchor="ctr"/>
                </a:tc>
                <a:extLst>
                  <a:ext uri="{0D108BD9-81ED-4DB2-BD59-A6C34878D82A}">
                    <a16:rowId xmlns:a16="http://schemas.microsoft.com/office/drawing/2014/main" val="3452468533"/>
                  </a:ext>
                </a:extLst>
              </a:tr>
              <a:tr h="417250">
                <a:tc>
                  <a:txBody>
                    <a:bodyPr/>
                    <a:lstStyle/>
                    <a:p>
                      <a:pPr algn="l" fontAlgn="ctr"/>
                      <a:r>
                        <a:rPr lang="en-US" sz="1100" b="0" i="0" u="none" strike="noStrike">
                          <a:solidFill>
                            <a:srgbClr val="000000"/>
                          </a:solidFill>
                          <a:effectLst/>
                          <a:latin typeface="+mj-lt"/>
                        </a:rPr>
                        <a:t>The segment does not contain any senders</a:t>
                      </a:r>
                      <a:endParaRPr lang="en-GB" sz="1100" b="0" i="0" u="none" strike="noStrike">
                        <a:solidFill>
                          <a:srgbClr val="000000"/>
                        </a:solidFill>
                        <a:effectLst/>
                        <a:latin typeface="+mj-lt"/>
                      </a:endParaRPr>
                    </a:p>
                  </a:txBody>
                  <a:tcPr marL="72000" marR="9525" marT="9525" marB="0" anchor="ctr"/>
                </a:tc>
                <a:tc>
                  <a:txBody>
                    <a:bodyPr/>
                    <a:lstStyle/>
                    <a:p>
                      <a:pPr algn="l" fontAlgn="ctr"/>
                      <a:r>
                        <a:rPr lang="en-US" sz="1100" b="0" i="0" u="none" strike="noStrike">
                          <a:solidFill>
                            <a:srgbClr val="000000"/>
                          </a:solidFill>
                          <a:effectLst/>
                          <a:latin typeface="+mj-lt"/>
                        </a:rPr>
                        <a:t>No valid cycle or empty</a:t>
                      </a:r>
                      <a:endParaRPr lang="en-GB" sz="1100" b="0" i="0" u="none" strike="noStrike">
                        <a:solidFill>
                          <a:srgbClr val="000000"/>
                        </a:solidFill>
                        <a:effectLst/>
                        <a:latin typeface="+mj-lt"/>
                      </a:endParaRPr>
                    </a:p>
                  </a:txBody>
                  <a:tcPr marL="72000" marR="9525" marT="9525" marB="0" anchor="ctr"/>
                </a:tc>
                <a:tc>
                  <a:txBody>
                    <a:bodyPr/>
                    <a:lstStyle/>
                    <a:p>
                      <a:pPr algn="l" fontAlgn="ctr"/>
                      <a:r>
                        <a:rPr lang="en-US" sz="1100" b="0" i="0" u="none" strike="noStrike" kern="1200" dirty="0">
                          <a:solidFill>
                            <a:srgbClr val="000000"/>
                          </a:solidFill>
                          <a:effectLst/>
                          <a:latin typeface="+mn-lt"/>
                          <a:ea typeface="+mn-ea"/>
                          <a:cs typeface="+mn-cs"/>
                        </a:rPr>
                        <a:t>This is a warning, change the status to checked</a:t>
                      </a:r>
                      <a:endParaRPr lang="en-GB" sz="1100" b="0" i="0" u="none" strike="noStrike" kern="1200" dirty="0">
                        <a:solidFill>
                          <a:srgbClr val="000000"/>
                        </a:solidFill>
                        <a:effectLst/>
                        <a:latin typeface="+mn-lt"/>
                        <a:ea typeface="+mn-ea"/>
                        <a:cs typeface="+mn-cs"/>
                      </a:endParaRPr>
                    </a:p>
                  </a:txBody>
                  <a:tcPr marL="72000" marR="9525" marT="9525" marB="0" anchor="ctr"/>
                </a:tc>
                <a:extLst>
                  <a:ext uri="{0D108BD9-81ED-4DB2-BD59-A6C34878D82A}">
                    <a16:rowId xmlns:a16="http://schemas.microsoft.com/office/drawing/2014/main" val="2789298243"/>
                  </a:ext>
                </a:extLst>
              </a:tr>
            </a:tbl>
          </a:graphicData>
        </a:graphic>
      </p:graphicFrame>
      <p:sp>
        <p:nvSpPr>
          <p:cNvPr id="7" name="Rectangle 6">
            <a:extLst>
              <a:ext uri="{FF2B5EF4-FFF2-40B4-BE49-F238E27FC236}">
                <a16:creationId xmlns:a16="http://schemas.microsoft.com/office/drawing/2014/main" id="{9FF14D73-2EA0-203D-5030-BE274F78A7E2}"/>
              </a:ext>
            </a:extLst>
          </p:cNvPr>
          <p:cNvSpPr/>
          <p:nvPr/>
        </p:nvSpPr>
        <p:spPr>
          <a:xfrm>
            <a:off x="855844" y="2110638"/>
            <a:ext cx="256032" cy="18288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Speech Bubble: Rectangle 7">
            <a:extLst>
              <a:ext uri="{FF2B5EF4-FFF2-40B4-BE49-F238E27FC236}">
                <a16:creationId xmlns:a16="http://schemas.microsoft.com/office/drawing/2014/main" id="{40822693-7430-548E-3F18-A5A23509AEFC}"/>
              </a:ext>
            </a:extLst>
          </p:cNvPr>
          <p:cNvSpPr/>
          <p:nvPr/>
        </p:nvSpPr>
        <p:spPr>
          <a:xfrm>
            <a:off x="5738057" y="1492476"/>
            <a:ext cx="3081528" cy="982662"/>
          </a:xfrm>
          <a:prstGeom prst="wedgeRectCallout">
            <a:avLst>
              <a:gd name="adj1" fmla="val -153008"/>
              <a:gd name="adj2" fmla="val 115812"/>
            </a:avLst>
          </a:prstGeom>
          <a:solidFill>
            <a:schemeClr val="accent6">
              <a:lumMod val="40000"/>
              <a:lumOff val="6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GB" sz="1050">
                <a:solidFill>
                  <a:schemeClr val="tx1"/>
                </a:solidFill>
              </a:rPr>
              <a:t>If the FCC task returns with an error status, you may check the details of the errors also on the “Output Logs” tab, by displaying the Spool List and Job Log. Usually the Spool List will explain what the errors are.</a:t>
            </a:r>
          </a:p>
        </p:txBody>
      </p:sp>
      <p:sp>
        <p:nvSpPr>
          <p:cNvPr id="9" name="Speech Bubble: Rectangle 8">
            <a:extLst>
              <a:ext uri="{FF2B5EF4-FFF2-40B4-BE49-F238E27FC236}">
                <a16:creationId xmlns:a16="http://schemas.microsoft.com/office/drawing/2014/main" id="{7D49C72F-5A90-C6F0-9D87-330A2DC971E5}"/>
              </a:ext>
            </a:extLst>
          </p:cNvPr>
          <p:cNvSpPr/>
          <p:nvPr/>
        </p:nvSpPr>
        <p:spPr>
          <a:xfrm>
            <a:off x="4712563" y="3171067"/>
            <a:ext cx="3467822" cy="889226"/>
          </a:xfrm>
          <a:prstGeom prst="wedgeRectCallout">
            <a:avLst>
              <a:gd name="adj1" fmla="val -37219"/>
              <a:gd name="adj2" fmla="val 123801"/>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GB" sz="1050">
                <a:solidFill>
                  <a:schemeClr val="tx1"/>
                </a:solidFill>
              </a:rPr>
              <a:t>The below common errors and solutions are </a:t>
            </a:r>
            <a:r>
              <a:rPr lang="en-GB" sz="1050" b="1">
                <a:solidFill>
                  <a:schemeClr val="tx1"/>
                </a:solidFill>
              </a:rPr>
              <a:t>not specific for KSU5/KSV5 FCC execution, but also when you manually execute KSU5/KSV5.</a:t>
            </a:r>
          </a:p>
        </p:txBody>
      </p:sp>
      <p:pic>
        <p:nvPicPr>
          <p:cNvPr id="12" name="Picture 11">
            <a:extLst>
              <a:ext uri="{FF2B5EF4-FFF2-40B4-BE49-F238E27FC236}">
                <a16:creationId xmlns:a16="http://schemas.microsoft.com/office/drawing/2014/main" id="{950920FA-D86E-AB49-2EBE-AC88BAB35A16}"/>
              </a:ext>
            </a:extLst>
          </p:cNvPr>
          <p:cNvPicPr>
            <a:picLocks noChangeAspect="1"/>
          </p:cNvPicPr>
          <p:nvPr/>
        </p:nvPicPr>
        <p:blipFill>
          <a:blip r:embed="rId3"/>
          <a:stretch>
            <a:fillRect/>
          </a:stretch>
        </p:blipFill>
        <p:spPr>
          <a:xfrm>
            <a:off x="8506919" y="3108803"/>
            <a:ext cx="3505808" cy="1316661"/>
          </a:xfrm>
          <a:prstGeom prst="rect">
            <a:avLst/>
          </a:prstGeom>
          <a:effectLst>
            <a:outerShdw blurRad="50800" dist="38100" dir="16200000" rotWithShape="0">
              <a:prstClr val="black">
                <a:alpha val="40000"/>
              </a:prstClr>
            </a:outerShdw>
          </a:effectLst>
        </p:spPr>
      </p:pic>
      <p:sp>
        <p:nvSpPr>
          <p:cNvPr id="13" name="Rectangle: Rounded Corners 12">
            <a:extLst>
              <a:ext uri="{FF2B5EF4-FFF2-40B4-BE49-F238E27FC236}">
                <a16:creationId xmlns:a16="http://schemas.microsoft.com/office/drawing/2014/main" id="{A1E17F38-A65F-3E1C-CA93-54C9521540F2}"/>
              </a:ext>
            </a:extLst>
          </p:cNvPr>
          <p:cNvSpPr/>
          <p:nvPr/>
        </p:nvSpPr>
        <p:spPr>
          <a:xfrm>
            <a:off x="10568799" y="2945106"/>
            <a:ext cx="1075911" cy="165488"/>
          </a:xfrm>
          <a:prstGeom prst="roundRect">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Arial" panose="020B0604020202020204"/>
                <a:ea typeface="+mn-ea"/>
                <a:cs typeface="+mn-cs"/>
              </a:rPr>
              <a:t>KSU3</a:t>
            </a:r>
          </a:p>
        </p:txBody>
      </p:sp>
      <p:sp>
        <p:nvSpPr>
          <p:cNvPr id="14" name="Rectangle 13">
            <a:extLst>
              <a:ext uri="{FF2B5EF4-FFF2-40B4-BE49-F238E27FC236}">
                <a16:creationId xmlns:a16="http://schemas.microsoft.com/office/drawing/2014/main" id="{1843643D-BCA0-0293-9889-5FDD21AE6335}"/>
              </a:ext>
            </a:extLst>
          </p:cNvPr>
          <p:cNvSpPr/>
          <p:nvPr/>
        </p:nvSpPr>
        <p:spPr>
          <a:xfrm>
            <a:off x="9189876" y="4060293"/>
            <a:ext cx="2257685" cy="16548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16" name="Straight Arrow Connector 15">
            <a:extLst>
              <a:ext uri="{FF2B5EF4-FFF2-40B4-BE49-F238E27FC236}">
                <a16:creationId xmlns:a16="http://schemas.microsoft.com/office/drawing/2014/main" id="{B7812E2D-E177-8CCE-EB39-AA3449E6B09C}"/>
              </a:ext>
            </a:extLst>
          </p:cNvPr>
          <p:cNvCxnSpPr>
            <a:cxnSpLocks/>
          </p:cNvCxnSpPr>
          <p:nvPr/>
        </p:nvCxnSpPr>
        <p:spPr>
          <a:xfrm flipV="1">
            <a:off x="9649097" y="4225782"/>
            <a:ext cx="728899" cy="877441"/>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1886000"/>
      </p:ext>
    </p:extLst>
  </p:cSld>
  <p:clrMapOvr>
    <a:masterClrMapping/>
  </p:clrMapOvr>
</p:sld>
</file>

<file path=ppt/theme/theme1.xml><?xml version="1.0" encoding="utf-8"?>
<a:theme xmlns:a="http://schemas.openxmlformats.org/drawingml/2006/main" name="1_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1_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FF0000"/>
          </a:solidFill>
          <a:tailEnd type="triangle"/>
        </a:ln>
        <a:effectLst>
          <a:outerShdw blurRad="50800" dist="38100" dir="2700000" algn="tl" rotWithShape="0">
            <a:prstClr val="black">
              <a:alpha val="40000"/>
            </a:prstClr>
          </a:outerShdw>
        </a:effectLst>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Kovzhik, Lina</DisplayName>
        <AccountId>3249</AccountId>
        <AccountType/>
      </UserInfo>
      <UserInfo>
        <DisplayName>Eliseeva, Julia</DisplayName>
        <AccountId>2595</AccountId>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Details xmlns="91871c47-af2e-43ea-ad3f-7bb4c536bc45" xsi:nil="true"/>
    <_ip_UnifiedCompliancePolicyUIAction xmlns="http://schemas.microsoft.com/sharepoint/v3" xsi:nil="true"/>
    <FolderInfo xmlns="91871c47-af2e-43ea-ad3f-7bb4c536bc45" xsi:nil="true"/>
    <_ip_UnifiedCompliancePolicyProperties xmlns="http://schemas.microsoft.com/sharepoint/v3" xsi:nil="true"/>
    <Remarks xmlns="91871c47-af2e-43ea-ad3f-7bb4c536bc45" xsi:nil="true"/>
    <T_x002d_Code xmlns="91871c47-af2e-43ea-ad3f-7bb4c536bc4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43394D-A9A2-4315-AC7E-DD8C77BEB19A}">
  <ds:schemaRefs>
    <ds:schemaRef ds:uri="http://schemas.microsoft.com/sharepoint/v3/contenttype/forms"/>
  </ds:schemaRefs>
</ds:datastoreItem>
</file>

<file path=customXml/itemProps2.xml><?xml version="1.0" encoding="utf-8"?>
<ds:datastoreItem xmlns:ds="http://schemas.openxmlformats.org/officeDocument/2006/customXml" ds:itemID="{E3BC77B7-89BE-45D2-B43A-94AB4C5F40F4}">
  <ds:schemaRefs>
    <ds:schemaRef ds:uri="http://purl.org/dc/terms/"/>
    <ds:schemaRef ds:uri="91871c47-af2e-43ea-ad3f-7bb4c536bc45"/>
    <ds:schemaRef ds:uri="http://purl.org/dc/elements/1.1/"/>
    <ds:schemaRef ds:uri="http://schemas.openxmlformats.org/package/2006/metadata/core-properties"/>
    <ds:schemaRef ds:uri="http://purl.org/dc/dcmitype/"/>
    <ds:schemaRef ds:uri="ba249638-b5c4-4b59-8094-70d8491c2e9c"/>
    <ds:schemaRef ds:uri="http://schemas.microsoft.com/office/infopath/2007/PartnerControls"/>
    <ds:schemaRef ds:uri="http://schemas.microsoft.com/office/2006/documentManagement/types"/>
    <ds:schemaRef ds:uri="cb52ee0d-5346-4ae8-a9f9-d746adffeb6b"/>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89463DE7-303A-4A2B-82D6-704E0075C52F}"/>
</file>

<file path=docProps/app.xml><?xml version="1.0" encoding="utf-8"?>
<Properties xmlns="http://schemas.openxmlformats.org/officeDocument/2006/extended-properties" xmlns:vt="http://schemas.openxmlformats.org/officeDocument/2006/docPropsVTypes">
  <Template>S4F Template</Template>
  <TotalTime>57</TotalTime>
  <Words>1584</Words>
  <Application>Microsoft Office PowerPoint</Application>
  <PresentationFormat>Widescreen</PresentationFormat>
  <Paragraphs>171</Paragraphs>
  <Slides>9</Slides>
  <Notes>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9</vt:i4>
      </vt:variant>
    </vt:vector>
  </HeadingPairs>
  <TitlesOfParts>
    <vt:vector size="17" baseType="lpstr">
      <vt:lpstr>Aharoni</vt:lpstr>
      <vt:lpstr>Arial</vt:lpstr>
      <vt:lpstr>Calibri</vt:lpstr>
      <vt:lpstr>Georgia</vt:lpstr>
      <vt:lpstr>Wingdings</vt:lpstr>
      <vt:lpstr>1_S4F-ERP Clean IFRS Stat &amp; Tax Rep</vt:lpstr>
      <vt:lpstr>S4F-ERP Period End Closing</vt:lpstr>
      <vt:lpstr>1_S4F-ERP Period End Closing</vt:lpstr>
      <vt:lpstr>Period End Closing Key Process Areas and New Period End Checks</vt:lpstr>
      <vt:lpstr>Cost Center Allocations</vt:lpstr>
      <vt:lpstr>Cost Center Distribution and Assessment Illustration</vt:lpstr>
      <vt:lpstr>Cost Center Allocations FCC variants update for cycles</vt:lpstr>
      <vt:lpstr>Cost Center Allocation: Distribution</vt:lpstr>
      <vt:lpstr>Cost Center Distribution: Posting Example</vt:lpstr>
      <vt:lpstr>Cost Center Allocation: Assessment</vt:lpstr>
      <vt:lpstr>Cost Center Assessment: Posting Example</vt:lpstr>
      <vt:lpstr>Cost Center Allocations – Common Errors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Griffiths</dc:creator>
  <cp:lastModifiedBy>Wang, Wei</cp:lastModifiedBy>
  <cp:revision>2</cp:revision>
  <dcterms:created xsi:type="dcterms:W3CDTF">2019-04-11T09:35:08Z</dcterms:created>
  <dcterms:modified xsi:type="dcterms:W3CDTF">2024-04-25T17:40:03Z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1338100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SIP_Label_b020b37f-db72-473e-ae54-fb16df408069_Enabled">
    <vt:lpwstr>true</vt:lpwstr>
  </property>
  <property fmtid="{D5CDD505-2E9C-101B-9397-08002B2CF9AE}" pid="9" name="MSIP_Label_b020b37f-db72-473e-ae54-fb16df408069_SetDate">
    <vt:lpwstr>2022-04-29T12:44:58Z</vt:lpwstr>
  </property>
  <property fmtid="{D5CDD505-2E9C-101B-9397-08002B2CF9AE}" pid="10" name="MSIP_Label_b020b37f-db72-473e-ae54-fb16df408069_Method">
    <vt:lpwstr>Standard</vt:lpwstr>
  </property>
  <property fmtid="{D5CDD505-2E9C-101B-9397-08002B2CF9AE}" pid="11" name="MSIP_Label_b020b37f-db72-473e-ae54-fb16df408069_Name">
    <vt:lpwstr>General</vt:lpwstr>
  </property>
  <property fmtid="{D5CDD505-2E9C-101B-9397-08002B2CF9AE}" pid="12" name="MSIP_Label_b020b37f-db72-473e-ae54-fb16df408069_SiteId">
    <vt:lpwstr>705d07a3-2eea-4f3b-ab59-65ca29abeb26</vt:lpwstr>
  </property>
  <property fmtid="{D5CDD505-2E9C-101B-9397-08002B2CF9AE}" pid="13" name="MSIP_Label_b020b37f-db72-473e-ae54-fb16df408069_ActionId">
    <vt:lpwstr>c9774ff2-c06c-4b64-aadd-c0ab1b7e770d</vt:lpwstr>
  </property>
  <property fmtid="{D5CDD505-2E9C-101B-9397-08002B2CF9AE}" pid="14" name="MSIP_Label_b020b37f-db72-473e-ae54-fb16df408069_ContentBits">
    <vt:lpwstr>0</vt:lpwstr>
  </property>
  <property fmtid="{D5CDD505-2E9C-101B-9397-08002B2CF9AE}" pid="15" name="MediaServiceImageTags">
    <vt:lpwstr/>
  </property>
  <property fmtid="{D5CDD505-2E9C-101B-9397-08002B2CF9AE}" pid="16" name="_SourceUrl">
    <vt:lpwstr/>
  </property>
  <property fmtid="{D5CDD505-2E9C-101B-9397-08002B2CF9AE}" pid="17" name="_SharedFileIndex">
    <vt:lpwstr/>
  </property>
</Properties>
</file>