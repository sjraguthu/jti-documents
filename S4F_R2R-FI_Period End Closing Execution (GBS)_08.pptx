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Lst>
  <p:notesMasterIdLst>
    <p:notesMasterId r:id="rId21"/>
  </p:notesMasterIdLst>
  <p:sldIdLst>
    <p:sldId id="3351" r:id="rId7"/>
    <p:sldId id="3224" r:id="rId8"/>
    <p:sldId id="3223" r:id="rId9"/>
    <p:sldId id="3226" r:id="rId10"/>
    <p:sldId id="3231" r:id="rId11"/>
    <p:sldId id="3229" r:id="rId12"/>
    <p:sldId id="3230" r:id="rId13"/>
    <p:sldId id="3232" r:id="rId14"/>
    <p:sldId id="3227" r:id="rId15"/>
    <p:sldId id="3233" r:id="rId16"/>
    <p:sldId id="3235" r:id="rId17"/>
    <p:sldId id="3236" r:id="rId18"/>
    <p:sldId id="2134961546" r:id="rId19"/>
    <p:sldId id="322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E44303-CDE1-44C0-A2B4-CB0080077007}" v="1" dt="2024-04-25T17:22:24.5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34139281-9F7C-4EE2-981D-3B57D0DA89FF}"/>
    <pc:docChg chg="delSld delMainMaster">
      <pc:chgData name="Wang, Wei" userId="627587dd-935f-4f2b-a6c6-edd4e0dcbff5" providerId="ADAL" clId="{34139281-9F7C-4EE2-981D-3B57D0DA89FF}" dt="2020-05-21T15:31:52.625" v="208" actId="2696"/>
      <pc:docMkLst>
        <pc:docMk/>
      </pc:docMkLst>
      <pc:sldChg chg="del">
        <pc:chgData name="Wang, Wei" userId="627587dd-935f-4f2b-a6c6-edd4e0dcbff5" providerId="ADAL" clId="{34139281-9F7C-4EE2-981D-3B57D0DA89FF}" dt="2020-05-21T15:31:49.943" v="65" actId="2696"/>
        <pc:sldMkLst>
          <pc:docMk/>
          <pc:sldMk cId="3466899689" sldId="264"/>
        </pc:sldMkLst>
      </pc:sldChg>
      <pc:sldChg chg="del">
        <pc:chgData name="Wang, Wei" userId="627587dd-935f-4f2b-a6c6-edd4e0dcbff5" providerId="ADAL" clId="{34139281-9F7C-4EE2-981D-3B57D0DA89FF}" dt="2020-05-21T15:31:49.427" v="51" actId="2696"/>
        <pc:sldMkLst>
          <pc:docMk/>
          <pc:sldMk cId="3804357427" sldId="2298"/>
        </pc:sldMkLst>
      </pc:sldChg>
      <pc:sldChg chg="del">
        <pc:chgData name="Wang, Wei" userId="627587dd-935f-4f2b-a6c6-edd4e0dcbff5" providerId="ADAL" clId="{34139281-9F7C-4EE2-981D-3B57D0DA89FF}" dt="2020-05-21T15:31:49.404" v="50" actId="2696"/>
        <pc:sldMkLst>
          <pc:docMk/>
          <pc:sldMk cId="885530237" sldId="2309"/>
        </pc:sldMkLst>
      </pc:sldChg>
      <pc:sldChg chg="del">
        <pc:chgData name="Wang, Wei" userId="627587dd-935f-4f2b-a6c6-edd4e0dcbff5" providerId="ADAL" clId="{34139281-9F7C-4EE2-981D-3B57D0DA89FF}" dt="2020-05-21T15:31:52.230" v="167" actId="2696"/>
        <pc:sldMkLst>
          <pc:docMk/>
          <pc:sldMk cId="3774687517" sldId="2313"/>
        </pc:sldMkLst>
      </pc:sldChg>
      <pc:sldChg chg="del">
        <pc:chgData name="Wang, Wei" userId="627587dd-935f-4f2b-a6c6-edd4e0dcbff5" providerId="ADAL" clId="{34139281-9F7C-4EE2-981D-3B57D0DA89FF}" dt="2020-05-21T15:31:52.257" v="168" actId="2696"/>
        <pc:sldMkLst>
          <pc:docMk/>
          <pc:sldMk cId="4032403608" sldId="2314"/>
        </pc:sldMkLst>
      </pc:sldChg>
      <pc:sldChg chg="del">
        <pc:chgData name="Wang, Wei" userId="627587dd-935f-4f2b-a6c6-edd4e0dcbff5" providerId="ADAL" clId="{34139281-9F7C-4EE2-981D-3B57D0DA89FF}" dt="2020-05-21T15:31:52.285" v="169" actId="2696"/>
        <pc:sldMkLst>
          <pc:docMk/>
          <pc:sldMk cId="3720918296" sldId="2315"/>
        </pc:sldMkLst>
      </pc:sldChg>
      <pc:sldChg chg="del">
        <pc:chgData name="Wang, Wei" userId="627587dd-935f-4f2b-a6c6-edd4e0dcbff5" providerId="ADAL" clId="{34139281-9F7C-4EE2-981D-3B57D0DA89FF}" dt="2020-05-21T15:31:52.320" v="170" actId="2696"/>
        <pc:sldMkLst>
          <pc:docMk/>
          <pc:sldMk cId="1848472487" sldId="2316"/>
        </pc:sldMkLst>
      </pc:sldChg>
      <pc:sldChg chg="del">
        <pc:chgData name="Wang, Wei" userId="627587dd-935f-4f2b-a6c6-edd4e0dcbff5" providerId="ADAL" clId="{34139281-9F7C-4EE2-981D-3B57D0DA89FF}" dt="2020-05-21T15:31:52.339" v="171" actId="2696"/>
        <pc:sldMkLst>
          <pc:docMk/>
          <pc:sldMk cId="225359671" sldId="2317"/>
        </pc:sldMkLst>
      </pc:sldChg>
      <pc:sldChg chg="del">
        <pc:chgData name="Wang, Wei" userId="627587dd-935f-4f2b-a6c6-edd4e0dcbff5" providerId="ADAL" clId="{34139281-9F7C-4EE2-981D-3B57D0DA89FF}" dt="2020-05-21T15:31:52.361" v="172" actId="2696"/>
        <pc:sldMkLst>
          <pc:docMk/>
          <pc:sldMk cId="822791018" sldId="2318"/>
        </pc:sldMkLst>
      </pc:sldChg>
      <pc:sldChg chg="del">
        <pc:chgData name="Wang, Wei" userId="627587dd-935f-4f2b-a6c6-edd4e0dcbff5" providerId="ADAL" clId="{34139281-9F7C-4EE2-981D-3B57D0DA89FF}" dt="2020-05-21T15:31:48.219" v="20" actId="2696"/>
        <pc:sldMkLst>
          <pc:docMk/>
          <pc:sldMk cId="3610868713" sldId="2342"/>
        </pc:sldMkLst>
      </pc:sldChg>
      <pc:sldChg chg="del">
        <pc:chgData name="Wang, Wei" userId="627587dd-935f-4f2b-a6c6-edd4e0dcbff5" providerId="ADAL" clId="{34139281-9F7C-4EE2-981D-3B57D0DA89FF}" dt="2020-05-21T15:31:52.153" v="164" actId="2696"/>
        <pc:sldMkLst>
          <pc:docMk/>
          <pc:sldMk cId="22907484" sldId="2522"/>
        </pc:sldMkLst>
      </pc:sldChg>
      <pc:sldChg chg="del">
        <pc:chgData name="Wang, Wei" userId="627587dd-935f-4f2b-a6c6-edd4e0dcbff5" providerId="ADAL" clId="{34139281-9F7C-4EE2-981D-3B57D0DA89FF}" dt="2020-05-21T15:31:50.030" v="67" actId="2696"/>
        <pc:sldMkLst>
          <pc:docMk/>
          <pc:sldMk cId="3228592079" sldId="2529"/>
        </pc:sldMkLst>
      </pc:sldChg>
      <pc:sldChg chg="del">
        <pc:chgData name="Wang, Wei" userId="627587dd-935f-4f2b-a6c6-edd4e0dcbff5" providerId="ADAL" clId="{34139281-9F7C-4EE2-981D-3B57D0DA89FF}" dt="2020-05-21T15:31:50.269" v="74" actId="2696"/>
        <pc:sldMkLst>
          <pc:docMk/>
          <pc:sldMk cId="2993275869" sldId="2530"/>
        </pc:sldMkLst>
      </pc:sldChg>
      <pc:sldChg chg="del">
        <pc:chgData name="Wang, Wei" userId="627587dd-935f-4f2b-a6c6-edd4e0dcbff5" providerId="ADAL" clId="{34139281-9F7C-4EE2-981D-3B57D0DA89FF}" dt="2020-05-21T15:31:50.109" v="69" actId="2696"/>
        <pc:sldMkLst>
          <pc:docMk/>
          <pc:sldMk cId="3687469778" sldId="2537"/>
        </pc:sldMkLst>
      </pc:sldChg>
      <pc:sldChg chg="del">
        <pc:chgData name="Wang, Wei" userId="627587dd-935f-4f2b-a6c6-edd4e0dcbff5" providerId="ADAL" clId="{34139281-9F7C-4EE2-981D-3B57D0DA89FF}" dt="2020-05-21T15:31:50.495" v="81" actId="2696"/>
        <pc:sldMkLst>
          <pc:docMk/>
          <pc:sldMk cId="1679945427" sldId="2538"/>
        </pc:sldMkLst>
      </pc:sldChg>
      <pc:sldChg chg="del">
        <pc:chgData name="Wang, Wei" userId="627587dd-935f-4f2b-a6c6-edd4e0dcbff5" providerId="ADAL" clId="{34139281-9F7C-4EE2-981D-3B57D0DA89FF}" dt="2020-05-21T15:31:51.518" v="137" actId="2696"/>
        <pc:sldMkLst>
          <pc:docMk/>
          <pc:sldMk cId="1713380516" sldId="2558"/>
        </pc:sldMkLst>
      </pc:sldChg>
      <pc:sldChg chg="del">
        <pc:chgData name="Wang, Wei" userId="627587dd-935f-4f2b-a6c6-edd4e0dcbff5" providerId="ADAL" clId="{34139281-9F7C-4EE2-981D-3B57D0DA89FF}" dt="2020-05-21T15:31:50.867" v="116" actId="2696"/>
        <pc:sldMkLst>
          <pc:docMk/>
          <pc:sldMk cId="2955668432" sldId="2559"/>
        </pc:sldMkLst>
      </pc:sldChg>
      <pc:sldChg chg="del">
        <pc:chgData name="Wang, Wei" userId="627587dd-935f-4f2b-a6c6-edd4e0dcbff5" providerId="ADAL" clId="{34139281-9F7C-4EE2-981D-3B57D0DA89FF}" dt="2020-05-21T15:31:51.310" v="130" actId="2696"/>
        <pc:sldMkLst>
          <pc:docMk/>
          <pc:sldMk cId="523632826" sldId="2560"/>
        </pc:sldMkLst>
      </pc:sldChg>
      <pc:sldChg chg="del">
        <pc:chgData name="Wang, Wei" userId="627587dd-935f-4f2b-a6c6-edd4e0dcbff5" providerId="ADAL" clId="{34139281-9F7C-4EE2-981D-3B57D0DA89FF}" dt="2020-05-21T15:31:51.093" v="123" actId="2696"/>
        <pc:sldMkLst>
          <pc:docMk/>
          <pc:sldMk cId="167443583" sldId="2561"/>
        </pc:sldMkLst>
      </pc:sldChg>
      <pc:sldChg chg="del">
        <pc:chgData name="Wang, Wei" userId="627587dd-935f-4f2b-a6c6-edd4e0dcbff5" providerId="ADAL" clId="{34139281-9F7C-4EE2-981D-3B57D0DA89FF}" dt="2020-05-21T15:31:51.342" v="131" actId="2696"/>
        <pc:sldMkLst>
          <pc:docMk/>
          <pc:sldMk cId="881083979" sldId="2564"/>
        </pc:sldMkLst>
      </pc:sldChg>
      <pc:sldChg chg="del">
        <pc:chgData name="Wang, Wei" userId="627587dd-935f-4f2b-a6c6-edd4e0dcbff5" providerId="ADAL" clId="{34139281-9F7C-4EE2-981D-3B57D0DA89FF}" dt="2020-05-21T15:31:50.567" v="83" actId="2696"/>
        <pc:sldMkLst>
          <pc:docMk/>
          <pc:sldMk cId="3797758620" sldId="2574"/>
        </pc:sldMkLst>
      </pc:sldChg>
      <pc:sldChg chg="del">
        <pc:chgData name="Wang, Wei" userId="627587dd-935f-4f2b-a6c6-edd4e0dcbff5" providerId="ADAL" clId="{34139281-9F7C-4EE2-981D-3B57D0DA89FF}" dt="2020-05-21T15:31:52.141" v="162" actId="2696"/>
        <pc:sldMkLst>
          <pc:docMk/>
          <pc:sldMk cId="391170887" sldId="2638"/>
        </pc:sldMkLst>
      </pc:sldChg>
      <pc:sldChg chg="del">
        <pc:chgData name="Wang, Wei" userId="627587dd-935f-4f2b-a6c6-edd4e0dcbff5" providerId="ADAL" clId="{34139281-9F7C-4EE2-981D-3B57D0DA89FF}" dt="2020-05-21T15:31:48.255" v="21" actId="2696"/>
        <pc:sldMkLst>
          <pc:docMk/>
          <pc:sldMk cId="656517287" sldId="2987"/>
        </pc:sldMkLst>
      </pc:sldChg>
      <pc:sldChg chg="del">
        <pc:chgData name="Wang, Wei" userId="627587dd-935f-4f2b-a6c6-edd4e0dcbff5" providerId="ADAL" clId="{34139281-9F7C-4EE2-981D-3B57D0DA89FF}" dt="2020-05-21T15:31:48.282" v="22" actId="2696"/>
        <pc:sldMkLst>
          <pc:docMk/>
          <pc:sldMk cId="2823534408" sldId="2988"/>
        </pc:sldMkLst>
      </pc:sldChg>
      <pc:sldChg chg="del">
        <pc:chgData name="Wang, Wei" userId="627587dd-935f-4f2b-a6c6-edd4e0dcbff5" providerId="ADAL" clId="{34139281-9F7C-4EE2-981D-3B57D0DA89FF}" dt="2020-05-21T15:31:49.475" v="53" actId="2696"/>
        <pc:sldMkLst>
          <pc:docMk/>
          <pc:sldMk cId="1416977938" sldId="3032"/>
        </pc:sldMkLst>
      </pc:sldChg>
      <pc:sldChg chg="del">
        <pc:chgData name="Wang, Wei" userId="627587dd-935f-4f2b-a6c6-edd4e0dcbff5" providerId="ADAL" clId="{34139281-9F7C-4EE2-981D-3B57D0DA89FF}" dt="2020-05-21T15:31:49.454" v="52" actId="2696"/>
        <pc:sldMkLst>
          <pc:docMk/>
          <pc:sldMk cId="4269338773" sldId="3034"/>
        </pc:sldMkLst>
      </pc:sldChg>
      <pc:sldChg chg="del">
        <pc:chgData name="Wang, Wei" userId="627587dd-935f-4f2b-a6c6-edd4e0dcbff5" providerId="ADAL" clId="{34139281-9F7C-4EE2-981D-3B57D0DA89FF}" dt="2020-05-21T15:31:49.186" v="45" actId="2696"/>
        <pc:sldMkLst>
          <pc:docMk/>
          <pc:sldMk cId="885568083" sldId="3044"/>
        </pc:sldMkLst>
      </pc:sldChg>
      <pc:sldChg chg="del">
        <pc:chgData name="Wang, Wei" userId="627587dd-935f-4f2b-a6c6-edd4e0dcbff5" providerId="ADAL" clId="{34139281-9F7C-4EE2-981D-3B57D0DA89FF}" dt="2020-05-21T15:31:52.507" v="203" actId="2696"/>
        <pc:sldMkLst>
          <pc:docMk/>
          <pc:sldMk cId="2221406117" sldId="3051"/>
        </pc:sldMkLst>
      </pc:sldChg>
      <pc:sldChg chg="del">
        <pc:chgData name="Wang, Wei" userId="627587dd-935f-4f2b-a6c6-edd4e0dcbff5" providerId="ADAL" clId="{34139281-9F7C-4EE2-981D-3B57D0DA89FF}" dt="2020-05-21T15:31:52.539" v="204" actId="2696"/>
        <pc:sldMkLst>
          <pc:docMk/>
          <pc:sldMk cId="3256214767" sldId="3052"/>
        </pc:sldMkLst>
      </pc:sldChg>
      <pc:sldChg chg="del">
        <pc:chgData name="Wang, Wei" userId="627587dd-935f-4f2b-a6c6-edd4e0dcbff5" providerId="ADAL" clId="{34139281-9F7C-4EE2-981D-3B57D0DA89FF}" dt="2020-05-21T15:31:52.564" v="205" actId="2696"/>
        <pc:sldMkLst>
          <pc:docMk/>
          <pc:sldMk cId="2788603205" sldId="3053"/>
        </pc:sldMkLst>
      </pc:sldChg>
      <pc:sldChg chg="del">
        <pc:chgData name="Wang, Wei" userId="627587dd-935f-4f2b-a6c6-edd4e0dcbff5" providerId="ADAL" clId="{34139281-9F7C-4EE2-981D-3B57D0DA89FF}" dt="2020-05-21T15:31:52.589" v="206" actId="2696"/>
        <pc:sldMkLst>
          <pc:docMk/>
          <pc:sldMk cId="487834608" sldId="3054"/>
        </pc:sldMkLst>
      </pc:sldChg>
      <pc:sldChg chg="del">
        <pc:chgData name="Wang, Wei" userId="627587dd-935f-4f2b-a6c6-edd4e0dcbff5" providerId="ADAL" clId="{34139281-9F7C-4EE2-981D-3B57D0DA89FF}" dt="2020-05-21T15:31:50.201" v="72" actId="2696"/>
        <pc:sldMkLst>
          <pc:docMk/>
          <pc:sldMk cId="2156271036" sldId="3180"/>
        </pc:sldMkLst>
      </pc:sldChg>
      <pc:sldChg chg="del">
        <pc:chgData name="Wang, Wei" userId="627587dd-935f-4f2b-a6c6-edd4e0dcbff5" providerId="ADAL" clId="{34139281-9F7C-4EE2-981D-3B57D0DA89FF}" dt="2020-05-21T15:31:49.112" v="44" actId="2696"/>
        <pc:sldMkLst>
          <pc:docMk/>
          <pc:sldMk cId="1347930657" sldId="3190"/>
        </pc:sldMkLst>
      </pc:sldChg>
      <pc:sldChg chg="del">
        <pc:chgData name="Wang, Wei" userId="627587dd-935f-4f2b-a6c6-edd4e0dcbff5" providerId="ADAL" clId="{34139281-9F7C-4EE2-981D-3B57D0DA89FF}" dt="2020-05-21T15:31:49.252" v="46" actId="2696"/>
        <pc:sldMkLst>
          <pc:docMk/>
          <pc:sldMk cId="1761783579" sldId="3192"/>
        </pc:sldMkLst>
      </pc:sldChg>
      <pc:sldChg chg="del">
        <pc:chgData name="Wang, Wei" userId="627587dd-935f-4f2b-a6c6-edd4e0dcbff5" providerId="ADAL" clId="{34139281-9F7C-4EE2-981D-3B57D0DA89FF}" dt="2020-05-21T15:31:49.277" v="47" actId="2696"/>
        <pc:sldMkLst>
          <pc:docMk/>
          <pc:sldMk cId="3842869934" sldId="3193"/>
        </pc:sldMkLst>
      </pc:sldChg>
      <pc:sldChg chg="del">
        <pc:chgData name="Wang, Wei" userId="627587dd-935f-4f2b-a6c6-edd4e0dcbff5" providerId="ADAL" clId="{34139281-9F7C-4EE2-981D-3B57D0DA89FF}" dt="2020-05-21T15:31:32.599" v="1" actId="2696"/>
        <pc:sldMkLst>
          <pc:docMk/>
          <pc:sldMk cId="4020754754" sldId="3213"/>
        </pc:sldMkLst>
      </pc:sldChg>
      <pc:sldChg chg="del">
        <pc:chgData name="Wang, Wei" userId="627587dd-935f-4f2b-a6c6-edd4e0dcbff5" providerId="ADAL" clId="{34139281-9F7C-4EE2-981D-3B57D0DA89FF}" dt="2020-05-21T15:31:32.630" v="2" actId="2696"/>
        <pc:sldMkLst>
          <pc:docMk/>
          <pc:sldMk cId="2246022790" sldId="3215"/>
        </pc:sldMkLst>
      </pc:sldChg>
      <pc:sldChg chg="del">
        <pc:chgData name="Wang, Wei" userId="627587dd-935f-4f2b-a6c6-edd4e0dcbff5" providerId="ADAL" clId="{34139281-9F7C-4EE2-981D-3B57D0DA89FF}" dt="2020-05-21T15:31:32.659" v="3" actId="2696"/>
        <pc:sldMkLst>
          <pc:docMk/>
          <pc:sldMk cId="2119841619" sldId="3216"/>
        </pc:sldMkLst>
      </pc:sldChg>
      <pc:sldChg chg="del">
        <pc:chgData name="Wang, Wei" userId="627587dd-935f-4f2b-a6c6-edd4e0dcbff5" providerId="ADAL" clId="{34139281-9F7C-4EE2-981D-3B57D0DA89FF}" dt="2020-05-21T15:31:32.779" v="6" actId="2696"/>
        <pc:sldMkLst>
          <pc:docMk/>
          <pc:sldMk cId="3857299536" sldId="3217"/>
        </pc:sldMkLst>
      </pc:sldChg>
      <pc:sldChg chg="del">
        <pc:chgData name="Wang, Wei" userId="627587dd-935f-4f2b-a6c6-edd4e0dcbff5" providerId="ADAL" clId="{34139281-9F7C-4EE2-981D-3B57D0DA89FF}" dt="2020-05-21T15:31:32.808" v="7" actId="2696"/>
        <pc:sldMkLst>
          <pc:docMk/>
          <pc:sldMk cId="246017269" sldId="3218"/>
        </pc:sldMkLst>
      </pc:sldChg>
      <pc:sldChg chg="del">
        <pc:chgData name="Wang, Wei" userId="627587dd-935f-4f2b-a6c6-edd4e0dcbff5" providerId="ADAL" clId="{34139281-9F7C-4EE2-981D-3B57D0DA89FF}" dt="2020-05-21T15:31:32.868" v="9" actId="2696"/>
        <pc:sldMkLst>
          <pc:docMk/>
          <pc:sldMk cId="3408671469" sldId="3219"/>
        </pc:sldMkLst>
      </pc:sldChg>
      <pc:sldChg chg="del">
        <pc:chgData name="Wang, Wei" userId="627587dd-935f-4f2b-a6c6-edd4e0dcbff5" providerId="ADAL" clId="{34139281-9F7C-4EE2-981D-3B57D0DA89FF}" dt="2020-05-21T15:31:32.839" v="8" actId="2696"/>
        <pc:sldMkLst>
          <pc:docMk/>
          <pc:sldMk cId="1897169788" sldId="3220"/>
        </pc:sldMkLst>
      </pc:sldChg>
      <pc:sldChg chg="del">
        <pc:chgData name="Wang, Wei" userId="627587dd-935f-4f2b-a6c6-edd4e0dcbff5" providerId="ADAL" clId="{34139281-9F7C-4EE2-981D-3B57D0DA89FF}" dt="2020-05-21T15:31:32.905" v="10" actId="2696"/>
        <pc:sldMkLst>
          <pc:docMk/>
          <pc:sldMk cId="204676027" sldId="3222"/>
        </pc:sldMkLst>
      </pc:sldChg>
      <pc:sldChg chg="del">
        <pc:chgData name="Wang, Wei" userId="627587dd-935f-4f2b-a6c6-edd4e0dcbff5" providerId="ADAL" clId="{34139281-9F7C-4EE2-981D-3B57D0DA89FF}" dt="2020-05-21T15:31:47.846" v="12" actId="2696"/>
        <pc:sldMkLst>
          <pc:docMk/>
          <pc:sldMk cId="1984202630" sldId="3241"/>
        </pc:sldMkLst>
      </pc:sldChg>
      <pc:sldChg chg="del">
        <pc:chgData name="Wang, Wei" userId="627587dd-935f-4f2b-a6c6-edd4e0dcbff5" providerId="ADAL" clId="{34139281-9F7C-4EE2-981D-3B57D0DA89FF}" dt="2020-05-21T15:31:47.880" v="13" actId="2696"/>
        <pc:sldMkLst>
          <pc:docMk/>
          <pc:sldMk cId="1888640879" sldId="3242"/>
        </pc:sldMkLst>
      </pc:sldChg>
      <pc:sldChg chg="del">
        <pc:chgData name="Wang, Wei" userId="627587dd-935f-4f2b-a6c6-edd4e0dcbff5" providerId="ADAL" clId="{34139281-9F7C-4EE2-981D-3B57D0DA89FF}" dt="2020-05-21T15:31:48.130" v="18" actId="2696"/>
        <pc:sldMkLst>
          <pc:docMk/>
          <pc:sldMk cId="3650905765" sldId="3245"/>
        </pc:sldMkLst>
      </pc:sldChg>
      <pc:sldChg chg="del">
        <pc:chgData name="Wang, Wei" userId="627587dd-935f-4f2b-a6c6-edd4e0dcbff5" providerId="ADAL" clId="{34139281-9F7C-4EE2-981D-3B57D0DA89FF}" dt="2020-05-21T15:31:48.170" v="19" actId="2696"/>
        <pc:sldMkLst>
          <pc:docMk/>
          <pc:sldMk cId="3318895836" sldId="3246"/>
        </pc:sldMkLst>
      </pc:sldChg>
      <pc:sldChg chg="del">
        <pc:chgData name="Wang, Wei" userId="627587dd-935f-4f2b-a6c6-edd4e0dcbff5" providerId="ADAL" clId="{34139281-9F7C-4EE2-981D-3B57D0DA89FF}" dt="2020-05-21T15:31:48.526" v="29" actId="2696"/>
        <pc:sldMkLst>
          <pc:docMk/>
          <pc:sldMk cId="410940375" sldId="3247"/>
        </pc:sldMkLst>
      </pc:sldChg>
      <pc:sldChg chg="del">
        <pc:chgData name="Wang, Wei" userId="627587dd-935f-4f2b-a6c6-edd4e0dcbff5" providerId="ADAL" clId="{34139281-9F7C-4EE2-981D-3B57D0DA89FF}" dt="2020-05-21T15:31:48.421" v="26" actId="2696"/>
        <pc:sldMkLst>
          <pc:docMk/>
          <pc:sldMk cId="991313656" sldId="3248"/>
        </pc:sldMkLst>
      </pc:sldChg>
      <pc:sldChg chg="del">
        <pc:chgData name="Wang, Wei" userId="627587dd-935f-4f2b-a6c6-edd4e0dcbff5" providerId="ADAL" clId="{34139281-9F7C-4EE2-981D-3B57D0DA89FF}" dt="2020-05-21T15:31:48.351" v="24" actId="2696"/>
        <pc:sldMkLst>
          <pc:docMk/>
          <pc:sldMk cId="4163159633" sldId="3249"/>
        </pc:sldMkLst>
      </pc:sldChg>
      <pc:sldChg chg="del">
        <pc:chgData name="Wang, Wei" userId="627587dd-935f-4f2b-a6c6-edd4e0dcbff5" providerId="ADAL" clId="{34139281-9F7C-4EE2-981D-3B57D0DA89FF}" dt="2020-05-21T15:31:48.381" v="25" actId="2696"/>
        <pc:sldMkLst>
          <pc:docMk/>
          <pc:sldMk cId="1078204521" sldId="3250"/>
        </pc:sldMkLst>
      </pc:sldChg>
      <pc:sldChg chg="del">
        <pc:chgData name="Wang, Wei" userId="627587dd-935f-4f2b-a6c6-edd4e0dcbff5" providerId="ADAL" clId="{34139281-9F7C-4EE2-981D-3B57D0DA89FF}" dt="2020-05-21T15:31:48.454" v="27" actId="2696"/>
        <pc:sldMkLst>
          <pc:docMk/>
          <pc:sldMk cId="1715815920" sldId="3251"/>
        </pc:sldMkLst>
      </pc:sldChg>
      <pc:sldChg chg="del">
        <pc:chgData name="Wang, Wei" userId="627587dd-935f-4f2b-a6c6-edd4e0dcbff5" providerId="ADAL" clId="{34139281-9F7C-4EE2-981D-3B57D0DA89FF}" dt="2020-05-21T15:31:48.558" v="30" actId="2696"/>
        <pc:sldMkLst>
          <pc:docMk/>
          <pc:sldMk cId="1954399707" sldId="3252"/>
        </pc:sldMkLst>
      </pc:sldChg>
      <pc:sldChg chg="del">
        <pc:chgData name="Wang, Wei" userId="627587dd-935f-4f2b-a6c6-edd4e0dcbff5" providerId="ADAL" clId="{34139281-9F7C-4EE2-981D-3B57D0DA89FF}" dt="2020-05-21T15:31:48.316" v="23" actId="2696"/>
        <pc:sldMkLst>
          <pc:docMk/>
          <pc:sldMk cId="1692271070" sldId="3253"/>
        </pc:sldMkLst>
      </pc:sldChg>
      <pc:sldChg chg="del">
        <pc:chgData name="Wang, Wei" userId="627587dd-935f-4f2b-a6c6-edd4e0dcbff5" providerId="ADAL" clId="{34139281-9F7C-4EE2-981D-3B57D0DA89FF}" dt="2020-05-21T15:31:48.591" v="31" actId="2696"/>
        <pc:sldMkLst>
          <pc:docMk/>
          <pc:sldMk cId="3626943776" sldId="3254"/>
        </pc:sldMkLst>
      </pc:sldChg>
      <pc:sldChg chg="del">
        <pc:chgData name="Wang, Wei" userId="627587dd-935f-4f2b-a6c6-edd4e0dcbff5" providerId="ADAL" clId="{34139281-9F7C-4EE2-981D-3B57D0DA89FF}" dt="2020-05-21T15:31:48.488" v="28" actId="2696"/>
        <pc:sldMkLst>
          <pc:docMk/>
          <pc:sldMk cId="2984461346" sldId="3255"/>
        </pc:sldMkLst>
      </pc:sldChg>
      <pc:sldChg chg="del">
        <pc:chgData name="Wang, Wei" userId="627587dd-935f-4f2b-a6c6-edd4e0dcbff5" providerId="ADAL" clId="{34139281-9F7C-4EE2-981D-3B57D0DA89FF}" dt="2020-05-21T15:31:48.644" v="32" actId="2696"/>
        <pc:sldMkLst>
          <pc:docMk/>
          <pc:sldMk cId="1985833319" sldId="3256"/>
        </pc:sldMkLst>
      </pc:sldChg>
      <pc:sldChg chg="del">
        <pc:chgData name="Wang, Wei" userId="627587dd-935f-4f2b-a6c6-edd4e0dcbff5" providerId="ADAL" clId="{34139281-9F7C-4EE2-981D-3B57D0DA89FF}" dt="2020-05-21T15:31:48.794" v="36" actId="2696"/>
        <pc:sldMkLst>
          <pc:docMk/>
          <pc:sldMk cId="924062676" sldId="3257"/>
        </pc:sldMkLst>
      </pc:sldChg>
      <pc:sldChg chg="del">
        <pc:chgData name="Wang, Wei" userId="627587dd-935f-4f2b-a6c6-edd4e0dcbff5" providerId="ADAL" clId="{34139281-9F7C-4EE2-981D-3B57D0DA89FF}" dt="2020-05-21T15:31:48.688" v="33" actId="2696"/>
        <pc:sldMkLst>
          <pc:docMk/>
          <pc:sldMk cId="1768402278" sldId="3258"/>
        </pc:sldMkLst>
      </pc:sldChg>
      <pc:sldChg chg="del">
        <pc:chgData name="Wang, Wei" userId="627587dd-935f-4f2b-a6c6-edd4e0dcbff5" providerId="ADAL" clId="{34139281-9F7C-4EE2-981D-3B57D0DA89FF}" dt="2020-05-21T15:31:48.824" v="37" actId="2696"/>
        <pc:sldMkLst>
          <pc:docMk/>
          <pc:sldMk cId="716511567" sldId="3259"/>
        </pc:sldMkLst>
      </pc:sldChg>
      <pc:sldChg chg="del">
        <pc:chgData name="Wang, Wei" userId="627587dd-935f-4f2b-a6c6-edd4e0dcbff5" providerId="ADAL" clId="{34139281-9F7C-4EE2-981D-3B57D0DA89FF}" dt="2020-05-21T15:31:48.727" v="34" actId="2696"/>
        <pc:sldMkLst>
          <pc:docMk/>
          <pc:sldMk cId="3234899859" sldId="3260"/>
        </pc:sldMkLst>
      </pc:sldChg>
      <pc:sldChg chg="del">
        <pc:chgData name="Wang, Wei" userId="627587dd-935f-4f2b-a6c6-edd4e0dcbff5" providerId="ADAL" clId="{34139281-9F7C-4EE2-981D-3B57D0DA89FF}" dt="2020-05-21T15:31:48.763" v="35" actId="2696"/>
        <pc:sldMkLst>
          <pc:docMk/>
          <pc:sldMk cId="3066737904" sldId="3261"/>
        </pc:sldMkLst>
      </pc:sldChg>
      <pc:sldChg chg="del">
        <pc:chgData name="Wang, Wei" userId="627587dd-935f-4f2b-a6c6-edd4e0dcbff5" providerId="ADAL" clId="{34139281-9F7C-4EE2-981D-3B57D0DA89FF}" dt="2020-05-21T15:31:48.874" v="38" actId="2696"/>
        <pc:sldMkLst>
          <pc:docMk/>
          <pc:sldMk cId="244349391" sldId="3262"/>
        </pc:sldMkLst>
      </pc:sldChg>
      <pc:sldChg chg="del">
        <pc:chgData name="Wang, Wei" userId="627587dd-935f-4f2b-a6c6-edd4e0dcbff5" providerId="ADAL" clId="{34139281-9F7C-4EE2-981D-3B57D0DA89FF}" dt="2020-05-21T15:31:48.906" v="39" actId="2696"/>
        <pc:sldMkLst>
          <pc:docMk/>
          <pc:sldMk cId="1346862001" sldId="3263"/>
        </pc:sldMkLst>
      </pc:sldChg>
      <pc:sldChg chg="del">
        <pc:chgData name="Wang, Wei" userId="627587dd-935f-4f2b-a6c6-edd4e0dcbff5" providerId="ADAL" clId="{34139281-9F7C-4EE2-981D-3B57D0DA89FF}" dt="2020-05-21T15:31:48.937" v="40" actId="2696"/>
        <pc:sldMkLst>
          <pc:docMk/>
          <pc:sldMk cId="1391415964" sldId="3264"/>
        </pc:sldMkLst>
      </pc:sldChg>
      <pc:sldChg chg="del">
        <pc:chgData name="Wang, Wei" userId="627587dd-935f-4f2b-a6c6-edd4e0dcbff5" providerId="ADAL" clId="{34139281-9F7C-4EE2-981D-3B57D0DA89FF}" dt="2020-05-21T15:31:48.971" v="41" actId="2696"/>
        <pc:sldMkLst>
          <pc:docMk/>
          <pc:sldMk cId="2212679919" sldId="3265"/>
        </pc:sldMkLst>
      </pc:sldChg>
      <pc:sldChg chg="del">
        <pc:chgData name="Wang, Wei" userId="627587dd-935f-4f2b-a6c6-edd4e0dcbff5" providerId="ADAL" clId="{34139281-9F7C-4EE2-981D-3B57D0DA89FF}" dt="2020-05-21T15:31:49.056" v="43" actId="2696"/>
        <pc:sldMkLst>
          <pc:docMk/>
          <pc:sldMk cId="126287035" sldId="3267"/>
        </pc:sldMkLst>
      </pc:sldChg>
      <pc:sldChg chg="del">
        <pc:chgData name="Wang, Wei" userId="627587dd-935f-4f2b-a6c6-edd4e0dcbff5" providerId="ADAL" clId="{34139281-9F7C-4EE2-981D-3B57D0DA89FF}" dt="2020-05-21T15:31:49.306" v="48" actId="2696"/>
        <pc:sldMkLst>
          <pc:docMk/>
          <pc:sldMk cId="1679015854" sldId="3268"/>
        </pc:sldMkLst>
      </pc:sldChg>
      <pc:sldChg chg="del">
        <pc:chgData name="Wang, Wei" userId="627587dd-935f-4f2b-a6c6-edd4e0dcbff5" providerId="ADAL" clId="{34139281-9F7C-4EE2-981D-3B57D0DA89FF}" dt="2020-05-21T15:31:49.342" v="49" actId="2696"/>
        <pc:sldMkLst>
          <pc:docMk/>
          <pc:sldMk cId="996068935" sldId="3269"/>
        </pc:sldMkLst>
      </pc:sldChg>
      <pc:sldChg chg="del">
        <pc:chgData name="Wang, Wei" userId="627587dd-935f-4f2b-a6c6-edd4e0dcbff5" providerId="ADAL" clId="{34139281-9F7C-4EE2-981D-3B57D0DA89FF}" dt="2020-05-21T15:31:49.508" v="54" actId="2696"/>
        <pc:sldMkLst>
          <pc:docMk/>
          <pc:sldMk cId="742174932" sldId="3275"/>
        </pc:sldMkLst>
      </pc:sldChg>
      <pc:sldChg chg="del">
        <pc:chgData name="Wang, Wei" userId="627587dd-935f-4f2b-a6c6-edd4e0dcbff5" providerId="ADAL" clId="{34139281-9F7C-4EE2-981D-3B57D0DA89FF}" dt="2020-05-21T15:31:49.537" v="55" actId="2696"/>
        <pc:sldMkLst>
          <pc:docMk/>
          <pc:sldMk cId="503339778" sldId="3276"/>
        </pc:sldMkLst>
      </pc:sldChg>
      <pc:sldChg chg="del">
        <pc:chgData name="Wang, Wei" userId="627587dd-935f-4f2b-a6c6-edd4e0dcbff5" providerId="ADAL" clId="{34139281-9F7C-4EE2-981D-3B57D0DA89FF}" dt="2020-05-21T15:31:49.576" v="56" actId="2696"/>
        <pc:sldMkLst>
          <pc:docMk/>
          <pc:sldMk cId="3108903484" sldId="3277"/>
        </pc:sldMkLst>
      </pc:sldChg>
      <pc:sldChg chg="del">
        <pc:chgData name="Wang, Wei" userId="627587dd-935f-4f2b-a6c6-edd4e0dcbff5" providerId="ADAL" clId="{34139281-9F7C-4EE2-981D-3B57D0DA89FF}" dt="2020-05-21T15:31:49.670" v="58" actId="2696"/>
        <pc:sldMkLst>
          <pc:docMk/>
          <pc:sldMk cId="1068174136" sldId="3279"/>
        </pc:sldMkLst>
      </pc:sldChg>
      <pc:sldChg chg="del">
        <pc:chgData name="Wang, Wei" userId="627587dd-935f-4f2b-a6c6-edd4e0dcbff5" providerId="ADAL" clId="{34139281-9F7C-4EE2-981D-3B57D0DA89FF}" dt="2020-05-21T15:31:49.695" v="59" actId="2696"/>
        <pc:sldMkLst>
          <pc:docMk/>
          <pc:sldMk cId="1016294463" sldId="3280"/>
        </pc:sldMkLst>
      </pc:sldChg>
      <pc:sldChg chg="del">
        <pc:chgData name="Wang, Wei" userId="627587dd-935f-4f2b-a6c6-edd4e0dcbff5" providerId="ADAL" clId="{34139281-9F7C-4EE2-981D-3B57D0DA89FF}" dt="2020-05-21T15:31:49.724" v="60" actId="2696"/>
        <pc:sldMkLst>
          <pc:docMk/>
          <pc:sldMk cId="2375318970" sldId="3281"/>
        </pc:sldMkLst>
      </pc:sldChg>
      <pc:sldChg chg="del">
        <pc:chgData name="Wang, Wei" userId="627587dd-935f-4f2b-a6c6-edd4e0dcbff5" providerId="ADAL" clId="{34139281-9F7C-4EE2-981D-3B57D0DA89FF}" dt="2020-05-21T15:31:49.778" v="61" actId="2696"/>
        <pc:sldMkLst>
          <pc:docMk/>
          <pc:sldMk cId="3139898537" sldId="3282"/>
        </pc:sldMkLst>
      </pc:sldChg>
      <pc:sldChg chg="del">
        <pc:chgData name="Wang, Wei" userId="627587dd-935f-4f2b-a6c6-edd4e0dcbff5" providerId="ADAL" clId="{34139281-9F7C-4EE2-981D-3B57D0DA89FF}" dt="2020-05-21T15:31:49.814" v="62" actId="2696"/>
        <pc:sldMkLst>
          <pc:docMk/>
          <pc:sldMk cId="3981214641" sldId="3284"/>
        </pc:sldMkLst>
      </pc:sldChg>
      <pc:sldChg chg="del">
        <pc:chgData name="Wang, Wei" userId="627587dd-935f-4f2b-a6c6-edd4e0dcbff5" providerId="ADAL" clId="{34139281-9F7C-4EE2-981D-3B57D0DA89FF}" dt="2020-05-21T15:31:49.919" v="64" actId="2696"/>
        <pc:sldMkLst>
          <pc:docMk/>
          <pc:sldMk cId="3197551137" sldId="3287"/>
        </pc:sldMkLst>
      </pc:sldChg>
      <pc:sldChg chg="del">
        <pc:chgData name="Wang, Wei" userId="627587dd-935f-4f2b-a6c6-edd4e0dcbff5" providerId="ADAL" clId="{34139281-9F7C-4EE2-981D-3B57D0DA89FF}" dt="2020-05-21T15:31:50.303" v="75" actId="2696"/>
        <pc:sldMkLst>
          <pc:docMk/>
          <pc:sldMk cId="3798856135" sldId="3288"/>
        </pc:sldMkLst>
      </pc:sldChg>
      <pc:sldChg chg="del">
        <pc:chgData name="Wang, Wei" userId="627587dd-935f-4f2b-a6c6-edd4e0dcbff5" providerId="ADAL" clId="{34139281-9F7C-4EE2-981D-3B57D0DA89FF}" dt="2020-05-21T15:31:50.330" v="76" actId="2696"/>
        <pc:sldMkLst>
          <pc:docMk/>
          <pc:sldMk cId="19228181" sldId="3289"/>
        </pc:sldMkLst>
      </pc:sldChg>
      <pc:sldChg chg="del">
        <pc:chgData name="Wang, Wei" userId="627587dd-935f-4f2b-a6c6-edd4e0dcbff5" providerId="ADAL" clId="{34139281-9F7C-4EE2-981D-3B57D0DA89FF}" dt="2020-05-21T15:31:50.062" v="68" actId="2696"/>
        <pc:sldMkLst>
          <pc:docMk/>
          <pc:sldMk cId="2303224268" sldId="3290"/>
        </pc:sldMkLst>
      </pc:sldChg>
      <pc:sldChg chg="del">
        <pc:chgData name="Wang, Wei" userId="627587dd-935f-4f2b-a6c6-edd4e0dcbff5" providerId="ADAL" clId="{34139281-9F7C-4EE2-981D-3B57D0DA89FF}" dt="2020-05-21T15:31:50.374" v="77" actId="2696"/>
        <pc:sldMkLst>
          <pc:docMk/>
          <pc:sldMk cId="864121547" sldId="3291"/>
        </pc:sldMkLst>
      </pc:sldChg>
      <pc:sldChg chg="del">
        <pc:chgData name="Wang, Wei" userId="627587dd-935f-4f2b-a6c6-edd4e0dcbff5" providerId="ADAL" clId="{34139281-9F7C-4EE2-981D-3B57D0DA89FF}" dt="2020-05-21T15:31:50.697" v="110" actId="2696"/>
        <pc:sldMkLst>
          <pc:docMk/>
          <pc:sldMk cId="2795661269" sldId="3292"/>
        </pc:sldMkLst>
      </pc:sldChg>
      <pc:sldChg chg="del">
        <pc:chgData name="Wang, Wei" userId="627587dd-935f-4f2b-a6c6-edd4e0dcbff5" providerId="ADAL" clId="{34139281-9F7C-4EE2-981D-3B57D0DA89FF}" dt="2020-05-21T15:31:50.655" v="108" actId="2696"/>
        <pc:sldMkLst>
          <pc:docMk/>
          <pc:sldMk cId="1553453907" sldId="3293"/>
        </pc:sldMkLst>
      </pc:sldChg>
      <pc:sldChg chg="del">
        <pc:chgData name="Wang, Wei" userId="627587dd-935f-4f2b-a6c6-edd4e0dcbff5" providerId="ADAL" clId="{34139281-9F7C-4EE2-981D-3B57D0DA89FF}" dt="2020-05-21T15:31:50.977" v="119" actId="2696"/>
        <pc:sldMkLst>
          <pc:docMk/>
          <pc:sldMk cId="929812060" sldId="3294"/>
        </pc:sldMkLst>
      </pc:sldChg>
      <pc:sldChg chg="del">
        <pc:chgData name="Wang, Wei" userId="627587dd-935f-4f2b-a6c6-edd4e0dcbff5" providerId="ADAL" clId="{34139281-9F7C-4EE2-981D-3B57D0DA89FF}" dt="2020-05-21T15:31:50.730" v="111" actId="2696"/>
        <pc:sldMkLst>
          <pc:docMk/>
          <pc:sldMk cId="1479512413" sldId="3295"/>
        </pc:sldMkLst>
      </pc:sldChg>
      <pc:sldChg chg="del">
        <pc:chgData name="Wang, Wei" userId="627587dd-935f-4f2b-a6c6-edd4e0dcbff5" providerId="ADAL" clId="{34139281-9F7C-4EE2-981D-3B57D0DA89FF}" dt="2020-05-21T15:31:50.762" v="112" actId="2696"/>
        <pc:sldMkLst>
          <pc:docMk/>
          <pc:sldMk cId="3954248733" sldId="3296"/>
        </pc:sldMkLst>
      </pc:sldChg>
      <pc:sldChg chg="del">
        <pc:chgData name="Wang, Wei" userId="627587dd-935f-4f2b-a6c6-edd4e0dcbff5" providerId="ADAL" clId="{34139281-9F7C-4EE2-981D-3B57D0DA89FF}" dt="2020-05-21T15:31:50.791" v="113" actId="2696"/>
        <pc:sldMkLst>
          <pc:docMk/>
          <pc:sldMk cId="3156802134" sldId="3297"/>
        </pc:sldMkLst>
      </pc:sldChg>
      <pc:sldChg chg="del">
        <pc:chgData name="Wang, Wei" userId="627587dd-935f-4f2b-a6c6-edd4e0dcbff5" providerId="ADAL" clId="{34139281-9F7C-4EE2-981D-3B57D0DA89FF}" dt="2020-05-21T15:31:50.817" v="114" actId="2696"/>
        <pc:sldMkLst>
          <pc:docMk/>
          <pc:sldMk cId="2403325956" sldId="3298"/>
        </pc:sldMkLst>
      </pc:sldChg>
      <pc:sldChg chg="del">
        <pc:chgData name="Wang, Wei" userId="627587dd-935f-4f2b-a6c6-edd4e0dcbff5" providerId="ADAL" clId="{34139281-9F7C-4EE2-981D-3B57D0DA89FF}" dt="2020-05-21T15:31:50.840" v="115" actId="2696"/>
        <pc:sldMkLst>
          <pc:docMk/>
          <pc:sldMk cId="4278664167" sldId="3299"/>
        </pc:sldMkLst>
      </pc:sldChg>
      <pc:sldChg chg="del">
        <pc:chgData name="Wang, Wei" userId="627587dd-935f-4f2b-a6c6-edd4e0dcbff5" providerId="ADAL" clId="{34139281-9F7C-4EE2-981D-3B57D0DA89FF}" dt="2020-05-21T15:31:51.172" v="125" actId="2696"/>
        <pc:sldMkLst>
          <pc:docMk/>
          <pc:sldMk cId="2813254392" sldId="3300"/>
        </pc:sldMkLst>
      </pc:sldChg>
      <pc:sldChg chg="del">
        <pc:chgData name="Wang, Wei" userId="627587dd-935f-4f2b-a6c6-edd4e0dcbff5" providerId="ADAL" clId="{34139281-9F7C-4EE2-981D-3B57D0DA89FF}" dt="2020-05-21T15:31:51.199" v="126" actId="2696"/>
        <pc:sldMkLst>
          <pc:docMk/>
          <pc:sldMk cId="2168276619" sldId="3301"/>
        </pc:sldMkLst>
      </pc:sldChg>
      <pc:sldChg chg="del">
        <pc:chgData name="Wang, Wei" userId="627587dd-935f-4f2b-a6c6-edd4e0dcbff5" providerId="ADAL" clId="{34139281-9F7C-4EE2-981D-3B57D0DA89FF}" dt="2020-05-21T15:31:51.241" v="127" actId="2696"/>
        <pc:sldMkLst>
          <pc:docMk/>
          <pc:sldMk cId="606603448" sldId="3302"/>
        </pc:sldMkLst>
      </pc:sldChg>
      <pc:sldChg chg="del">
        <pc:chgData name="Wang, Wei" userId="627587dd-935f-4f2b-a6c6-edd4e0dcbff5" providerId="ADAL" clId="{34139281-9F7C-4EE2-981D-3B57D0DA89FF}" dt="2020-05-21T15:31:51.263" v="128" actId="2696"/>
        <pc:sldMkLst>
          <pc:docMk/>
          <pc:sldMk cId="83612990" sldId="3305"/>
        </pc:sldMkLst>
      </pc:sldChg>
      <pc:sldChg chg="del">
        <pc:chgData name="Wang, Wei" userId="627587dd-935f-4f2b-a6c6-edd4e0dcbff5" providerId="ADAL" clId="{34139281-9F7C-4EE2-981D-3B57D0DA89FF}" dt="2020-05-21T15:31:51.287" v="129" actId="2696"/>
        <pc:sldMkLst>
          <pc:docMk/>
          <pc:sldMk cId="1312951834" sldId="3306"/>
        </pc:sldMkLst>
      </pc:sldChg>
      <pc:sldChg chg="del">
        <pc:chgData name="Wang, Wei" userId="627587dd-935f-4f2b-a6c6-edd4e0dcbff5" providerId="ADAL" clId="{34139281-9F7C-4EE2-981D-3B57D0DA89FF}" dt="2020-05-21T15:31:51.013" v="120" actId="2696"/>
        <pc:sldMkLst>
          <pc:docMk/>
          <pc:sldMk cId="1996300682" sldId="3307"/>
        </pc:sldMkLst>
      </pc:sldChg>
      <pc:sldChg chg="del">
        <pc:chgData name="Wang, Wei" userId="627587dd-935f-4f2b-a6c6-edd4e0dcbff5" providerId="ADAL" clId="{34139281-9F7C-4EE2-981D-3B57D0DA89FF}" dt="2020-05-21T15:31:51.040" v="121" actId="2696"/>
        <pc:sldMkLst>
          <pc:docMk/>
          <pc:sldMk cId="2269029745" sldId="3309"/>
        </pc:sldMkLst>
      </pc:sldChg>
      <pc:sldChg chg="del">
        <pc:chgData name="Wang, Wei" userId="627587dd-935f-4f2b-a6c6-edd4e0dcbff5" providerId="ADAL" clId="{34139281-9F7C-4EE2-981D-3B57D0DA89FF}" dt="2020-05-21T15:31:51.070" v="122" actId="2696"/>
        <pc:sldMkLst>
          <pc:docMk/>
          <pc:sldMk cId="667677968" sldId="3310"/>
        </pc:sldMkLst>
      </pc:sldChg>
      <pc:sldChg chg="del">
        <pc:chgData name="Wang, Wei" userId="627587dd-935f-4f2b-a6c6-edd4e0dcbff5" providerId="ADAL" clId="{34139281-9F7C-4EE2-981D-3B57D0DA89FF}" dt="2020-05-21T15:31:50.942" v="118" actId="2696"/>
        <pc:sldMkLst>
          <pc:docMk/>
          <pc:sldMk cId="1892545769" sldId="3311"/>
        </pc:sldMkLst>
      </pc:sldChg>
      <pc:sldChg chg="del">
        <pc:chgData name="Wang, Wei" userId="627587dd-935f-4f2b-a6c6-edd4e0dcbff5" providerId="ADAL" clId="{34139281-9F7C-4EE2-981D-3B57D0DA89FF}" dt="2020-05-21T15:31:51.137" v="124" actId="2696"/>
        <pc:sldMkLst>
          <pc:docMk/>
          <pc:sldMk cId="2194838920" sldId="3312"/>
        </pc:sldMkLst>
      </pc:sldChg>
      <pc:sldChg chg="del">
        <pc:chgData name="Wang, Wei" userId="627587dd-935f-4f2b-a6c6-edd4e0dcbff5" providerId="ADAL" clId="{34139281-9F7C-4EE2-981D-3B57D0DA89FF}" dt="2020-05-21T15:31:51.412" v="133" actId="2696"/>
        <pc:sldMkLst>
          <pc:docMk/>
          <pc:sldMk cId="215748073" sldId="3313"/>
        </pc:sldMkLst>
      </pc:sldChg>
      <pc:sldChg chg="del">
        <pc:chgData name="Wang, Wei" userId="627587dd-935f-4f2b-a6c6-edd4e0dcbff5" providerId="ADAL" clId="{34139281-9F7C-4EE2-981D-3B57D0DA89FF}" dt="2020-05-21T15:31:51.450" v="134" actId="2696"/>
        <pc:sldMkLst>
          <pc:docMk/>
          <pc:sldMk cId="4262673835" sldId="3314"/>
        </pc:sldMkLst>
      </pc:sldChg>
      <pc:sldChg chg="del">
        <pc:chgData name="Wang, Wei" userId="627587dd-935f-4f2b-a6c6-edd4e0dcbff5" providerId="ADAL" clId="{34139281-9F7C-4EE2-981D-3B57D0DA89FF}" dt="2020-05-21T15:31:51.474" v="135" actId="2696"/>
        <pc:sldMkLst>
          <pc:docMk/>
          <pc:sldMk cId="3335184793" sldId="3315"/>
        </pc:sldMkLst>
      </pc:sldChg>
      <pc:sldChg chg="del">
        <pc:chgData name="Wang, Wei" userId="627587dd-935f-4f2b-a6c6-edd4e0dcbff5" providerId="ADAL" clId="{34139281-9F7C-4EE2-981D-3B57D0DA89FF}" dt="2020-05-21T15:31:51.540" v="138" actId="2696"/>
        <pc:sldMkLst>
          <pc:docMk/>
          <pc:sldMk cId="2416137483" sldId="3316"/>
        </pc:sldMkLst>
      </pc:sldChg>
      <pc:sldChg chg="del">
        <pc:chgData name="Wang, Wei" userId="627587dd-935f-4f2b-a6c6-edd4e0dcbff5" providerId="ADAL" clId="{34139281-9F7C-4EE2-981D-3B57D0DA89FF}" dt="2020-05-21T15:31:51.806" v="147" actId="2696"/>
        <pc:sldMkLst>
          <pc:docMk/>
          <pc:sldMk cId="526447841" sldId="3317"/>
        </pc:sldMkLst>
      </pc:sldChg>
      <pc:sldChg chg="del">
        <pc:chgData name="Wang, Wei" userId="627587dd-935f-4f2b-a6c6-edd4e0dcbff5" providerId="ADAL" clId="{34139281-9F7C-4EE2-981D-3B57D0DA89FF}" dt="2020-05-21T15:31:51.495" v="136" actId="2696"/>
        <pc:sldMkLst>
          <pc:docMk/>
          <pc:sldMk cId="2947608363" sldId="3318"/>
        </pc:sldMkLst>
      </pc:sldChg>
      <pc:sldChg chg="del">
        <pc:chgData name="Wang, Wei" userId="627587dd-935f-4f2b-a6c6-edd4e0dcbff5" providerId="ADAL" clId="{34139281-9F7C-4EE2-981D-3B57D0DA89FF}" dt="2020-05-21T15:31:51.603" v="139" actId="2696"/>
        <pc:sldMkLst>
          <pc:docMk/>
          <pc:sldMk cId="2127992302" sldId="3319"/>
        </pc:sldMkLst>
      </pc:sldChg>
      <pc:sldChg chg="del">
        <pc:chgData name="Wang, Wei" userId="627587dd-935f-4f2b-a6c6-edd4e0dcbff5" providerId="ADAL" clId="{34139281-9F7C-4EE2-981D-3B57D0DA89FF}" dt="2020-05-21T15:31:51.634" v="140" actId="2696"/>
        <pc:sldMkLst>
          <pc:docMk/>
          <pc:sldMk cId="2777060430" sldId="3320"/>
        </pc:sldMkLst>
      </pc:sldChg>
      <pc:sldChg chg="del">
        <pc:chgData name="Wang, Wei" userId="627587dd-935f-4f2b-a6c6-edd4e0dcbff5" providerId="ADAL" clId="{34139281-9F7C-4EE2-981D-3B57D0DA89FF}" dt="2020-05-21T15:31:51.659" v="142" actId="2696"/>
        <pc:sldMkLst>
          <pc:docMk/>
          <pc:sldMk cId="1945554767" sldId="3321"/>
        </pc:sldMkLst>
      </pc:sldChg>
      <pc:sldChg chg="del">
        <pc:chgData name="Wang, Wei" userId="627587dd-935f-4f2b-a6c6-edd4e0dcbff5" providerId="ADAL" clId="{34139281-9F7C-4EE2-981D-3B57D0DA89FF}" dt="2020-05-21T15:31:51.677" v="143" actId="2696"/>
        <pc:sldMkLst>
          <pc:docMk/>
          <pc:sldMk cId="2127991632" sldId="3322"/>
        </pc:sldMkLst>
      </pc:sldChg>
      <pc:sldChg chg="del">
        <pc:chgData name="Wang, Wei" userId="627587dd-935f-4f2b-a6c6-edd4e0dcbff5" providerId="ADAL" clId="{34139281-9F7C-4EE2-981D-3B57D0DA89FF}" dt="2020-05-21T15:31:51.717" v="144" actId="2696"/>
        <pc:sldMkLst>
          <pc:docMk/>
          <pc:sldMk cId="4281611941" sldId="3323"/>
        </pc:sldMkLst>
      </pc:sldChg>
      <pc:sldChg chg="del">
        <pc:chgData name="Wang, Wei" userId="627587dd-935f-4f2b-a6c6-edd4e0dcbff5" providerId="ADAL" clId="{34139281-9F7C-4EE2-981D-3B57D0DA89FF}" dt="2020-05-21T15:31:51.768" v="146" actId="2696"/>
        <pc:sldMkLst>
          <pc:docMk/>
          <pc:sldMk cId="3390179843" sldId="3326"/>
        </pc:sldMkLst>
      </pc:sldChg>
      <pc:sldChg chg="del">
        <pc:chgData name="Wang, Wei" userId="627587dd-935f-4f2b-a6c6-edd4e0dcbff5" providerId="ADAL" clId="{34139281-9F7C-4EE2-981D-3B57D0DA89FF}" dt="2020-05-21T15:31:51.740" v="145" actId="2696"/>
        <pc:sldMkLst>
          <pc:docMk/>
          <pc:sldMk cId="3124520466" sldId="3327"/>
        </pc:sldMkLst>
      </pc:sldChg>
      <pc:sldChg chg="del">
        <pc:chgData name="Wang, Wei" userId="627587dd-935f-4f2b-a6c6-edd4e0dcbff5" providerId="ADAL" clId="{34139281-9F7C-4EE2-981D-3B57D0DA89FF}" dt="2020-05-21T15:31:51.859" v="149" actId="2696"/>
        <pc:sldMkLst>
          <pc:docMk/>
          <pc:sldMk cId="3477645088" sldId="3328"/>
        </pc:sldMkLst>
      </pc:sldChg>
      <pc:sldChg chg="del">
        <pc:chgData name="Wang, Wei" userId="627587dd-935f-4f2b-a6c6-edd4e0dcbff5" providerId="ADAL" clId="{34139281-9F7C-4EE2-981D-3B57D0DA89FF}" dt="2020-05-21T15:31:51.885" v="150" actId="2696"/>
        <pc:sldMkLst>
          <pc:docMk/>
          <pc:sldMk cId="1662053451" sldId="3329"/>
        </pc:sldMkLst>
      </pc:sldChg>
      <pc:sldChg chg="del">
        <pc:chgData name="Wang, Wei" userId="627587dd-935f-4f2b-a6c6-edd4e0dcbff5" providerId="ADAL" clId="{34139281-9F7C-4EE2-981D-3B57D0DA89FF}" dt="2020-05-21T15:31:51.944" v="153" actId="2696"/>
        <pc:sldMkLst>
          <pc:docMk/>
          <pc:sldMk cId="346396587" sldId="3330"/>
        </pc:sldMkLst>
      </pc:sldChg>
      <pc:sldChg chg="del">
        <pc:chgData name="Wang, Wei" userId="627587dd-935f-4f2b-a6c6-edd4e0dcbff5" providerId="ADAL" clId="{34139281-9F7C-4EE2-981D-3B57D0DA89FF}" dt="2020-05-21T15:31:51.992" v="155" actId="2696"/>
        <pc:sldMkLst>
          <pc:docMk/>
          <pc:sldMk cId="1291678737" sldId="3331"/>
        </pc:sldMkLst>
      </pc:sldChg>
      <pc:sldChg chg="del">
        <pc:chgData name="Wang, Wei" userId="627587dd-935f-4f2b-a6c6-edd4e0dcbff5" providerId="ADAL" clId="{34139281-9F7C-4EE2-981D-3B57D0DA89FF}" dt="2020-05-21T15:31:52.043" v="157" actId="2696"/>
        <pc:sldMkLst>
          <pc:docMk/>
          <pc:sldMk cId="3148421959" sldId="3332"/>
        </pc:sldMkLst>
      </pc:sldChg>
      <pc:sldChg chg="del">
        <pc:chgData name="Wang, Wei" userId="627587dd-935f-4f2b-a6c6-edd4e0dcbff5" providerId="ADAL" clId="{34139281-9F7C-4EE2-981D-3B57D0DA89FF}" dt="2020-05-21T15:31:51.832" v="148" actId="2696"/>
        <pc:sldMkLst>
          <pc:docMk/>
          <pc:sldMk cId="3111119971" sldId="3334"/>
        </pc:sldMkLst>
      </pc:sldChg>
      <pc:sldChg chg="del">
        <pc:chgData name="Wang, Wei" userId="627587dd-935f-4f2b-a6c6-edd4e0dcbff5" providerId="ADAL" clId="{34139281-9F7C-4EE2-981D-3B57D0DA89FF}" dt="2020-05-21T15:31:51.903" v="151" actId="2696"/>
        <pc:sldMkLst>
          <pc:docMk/>
          <pc:sldMk cId="380740504" sldId="3335"/>
        </pc:sldMkLst>
      </pc:sldChg>
      <pc:sldChg chg="del">
        <pc:chgData name="Wang, Wei" userId="627587dd-935f-4f2b-a6c6-edd4e0dcbff5" providerId="ADAL" clId="{34139281-9F7C-4EE2-981D-3B57D0DA89FF}" dt="2020-05-21T15:31:52.090" v="159" actId="2696"/>
        <pc:sldMkLst>
          <pc:docMk/>
          <pc:sldMk cId="4214234733" sldId="3337"/>
        </pc:sldMkLst>
      </pc:sldChg>
      <pc:sldChg chg="del">
        <pc:chgData name="Wang, Wei" userId="627587dd-935f-4f2b-a6c6-edd4e0dcbff5" providerId="ADAL" clId="{34139281-9F7C-4EE2-981D-3B57D0DA89FF}" dt="2020-05-21T15:31:52.135" v="161" actId="2696"/>
        <pc:sldMkLst>
          <pc:docMk/>
          <pc:sldMk cId="3949925884" sldId="3338"/>
        </pc:sldMkLst>
      </pc:sldChg>
      <pc:sldChg chg="del">
        <pc:chgData name="Wang, Wei" userId="627587dd-935f-4f2b-a6c6-edd4e0dcbff5" providerId="ADAL" clId="{34139281-9F7C-4EE2-981D-3B57D0DA89FF}" dt="2020-05-21T15:31:52.112" v="160" actId="2696"/>
        <pc:sldMkLst>
          <pc:docMk/>
          <pc:sldMk cId="4188551729" sldId="3339"/>
        </pc:sldMkLst>
      </pc:sldChg>
      <pc:sldChg chg="del">
        <pc:chgData name="Wang, Wei" userId="627587dd-935f-4f2b-a6c6-edd4e0dcbff5" providerId="ADAL" clId="{34139281-9F7C-4EE2-981D-3B57D0DA89FF}" dt="2020-05-21T15:31:51.925" v="152" actId="2696"/>
        <pc:sldMkLst>
          <pc:docMk/>
          <pc:sldMk cId="3603535866" sldId="3340"/>
        </pc:sldMkLst>
      </pc:sldChg>
      <pc:sldChg chg="del">
        <pc:chgData name="Wang, Wei" userId="627587dd-935f-4f2b-a6c6-edd4e0dcbff5" providerId="ADAL" clId="{34139281-9F7C-4EE2-981D-3B57D0DA89FF}" dt="2020-05-21T15:31:51.973" v="154" actId="2696"/>
        <pc:sldMkLst>
          <pc:docMk/>
          <pc:sldMk cId="3144107531" sldId="3341"/>
        </pc:sldMkLst>
      </pc:sldChg>
      <pc:sldChg chg="del">
        <pc:chgData name="Wang, Wei" userId="627587dd-935f-4f2b-a6c6-edd4e0dcbff5" providerId="ADAL" clId="{34139281-9F7C-4EE2-981D-3B57D0DA89FF}" dt="2020-05-21T15:31:52.018" v="156" actId="2696"/>
        <pc:sldMkLst>
          <pc:docMk/>
          <pc:sldMk cId="2740622052" sldId="3342"/>
        </pc:sldMkLst>
      </pc:sldChg>
      <pc:sldChg chg="del">
        <pc:chgData name="Wang, Wei" userId="627587dd-935f-4f2b-a6c6-edd4e0dcbff5" providerId="ADAL" clId="{34139281-9F7C-4EE2-981D-3B57D0DA89FF}" dt="2020-05-21T15:31:48.051" v="16" actId="2696"/>
        <pc:sldMkLst>
          <pc:docMk/>
          <pc:sldMk cId="1271632320" sldId="3346"/>
        </pc:sldMkLst>
      </pc:sldChg>
      <pc:sldChg chg="del">
        <pc:chgData name="Wang, Wei" userId="627587dd-935f-4f2b-a6c6-edd4e0dcbff5" providerId="ADAL" clId="{34139281-9F7C-4EE2-981D-3B57D0DA89FF}" dt="2020-05-21T15:31:32.570" v="0" actId="2696"/>
        <pc:sldMkLst>
          <pc:docMk/>
          <pc:sldMk cId="842741756" sldId="3350"/>
        </pc:sldMkLst>
      </pc:sldChg>
      <pc:sldChg chg="del">
        <pc:chgData name="Wang, Wei" userId="627587dd-935f-4f2b-a6c6-edd4e0dcbff5" providerId="ADAL" clId="{34139281-9F7C-4EE2-981D-3B57D0DA89FF}" dt="2020-05-21T15:31:47.819" v="11" actId="2696"/>
        <pc:sldMkLst>
          <pc:docMk/>
          <pc:sldMk cId="3704800372" sldId="3352"/>
        </pc:sldMkLst>
      </pc:sldChg>
      <pc:sldChg chg="del">
        <pc:chgData name="Wang, Wei" userId="627587dd-935f-4f2b-a6c6-edd4e0dcbff5" providerId="ADAL" clId="{34139281-9F7C-4EE2-981D-3B57D0DA89FF}" dt="2020-05-21T15:31:47.963" v="14" actId="2696"/>
        <pc:sldMkLst>
          <pc:docMk/>
          <pc:sldMk cId="2944446884" sldId="3353"/>
        </pc:sldMkLst>
      </pc:sldChg>
      <pc:sldChg chg="del">
        <pc:chgData name="Wang, Wei" userId="627587dd-935f-4f2b-a6c6-edd4e0dcbff5" providerId="ADAL" clId="{34139281-9F7C-4EE2-981D-3B57D0DA89FF}" dt="2020-05-21T15:31:48.007" v="15" actId="2696"/>
        <pc:sldMkLst>
          <pc:docMk/>
          <pc:sldMk cId="2195433763" sldId="3354"/>
        </pc:sldMkLst>
      </pc:sldChg>
      <pc:sldChg chg="del">
        <pc:chgData name="Wang, Wei" userId="627587dd-935f-4f2b-a6c6-edd4e0dcbff5" providerId="ADAL" clId="{34139281-9F7C-4EE2-981D-3B57D0DA89FF}" dt="2020-05-21T15:31:48.080" v="17" actId="2696"/>
        <pc:sldMkLst>
          <pc:docMk/>
          <pc:sldMk cId="3347548171" sldId="3355"/>
        </pc:sldMkLst>
      </pc:sldChg>
      <pc:sldChg chg="del">
        <pc:chgData name="Wang, Wei" userId="627587dd-935f-4f2b-a6c6-edd4e0dcbff5" providerId="ADAL" clId="{34139281-9F7C-4EE2-981D-3B57D0DA89FF}" dt="2020-05-21T15:31:49.007" v="42" actId="2696"/>
        <pc:sldMkLst>
          <pc:docMk/>
          <pc:sldMk cId="2383908075" sldId="3356"/>
        </pc:sldMkLst>
      </pc:sldChg>
      <pc:sldChg chg="del">
        <pc:chgData name="Wang, Wei" userId="627587dd-935f-4f2b-a6c6-edd4e0dcbff5" providerId="ADAL" clId="{34139281-9F7C-4EE2-981D-3B57D0DA89FF}" dt="2020-05-21T15:31:49.637" v="57" actId="2696"/>
        <pc:sldMkLst>
          <pc:docMk/>
          <pc:sldMk cId="1258555308" sldId="3357"/>
        </pc:sldMkLst>
      </pc:sldChg>
      <pc:sldChg chg="del">
        <pc:chgData name="Wang, Wei" userId="627587dd-935f-4f2b-a6c6-edd4e0dcbff5" providerId="ADAL" clId="{34139281-9F7C-4EE2-981D-3B57D0DA89FF}" dt="2020-05-21T15:31:49.869" v="63" actId="2696"/>
        <pc:sldMkLst>
          <pc:docMk/>
          <pc:sldMk cId="981708690" sldId="3358"/>
        </pc:sldMkLst>
      </pc:sldChg>
      <pc:sldChg chg="del">
        <pc:chgData name="Wang, Wei" userId="627587dd-935f-4f2b-a6c6-edd4e0dcbff5" providerId="ADAL" clId="{34139281-9F7C-4EE2-981D-3B57D0DA89FF}" dt="2020-05-21T15:31:50.522" v="82" actId="2696"/>
        <pc:sldMkLst>
          <pc:docMk/>
          <pc:sldMk cId="644571749" sldId="3359"/>
        </pc:sldMkLst>
      </pc:sldChg>
      <pc:sldChg chg="del">
        <pc:chgData name="Wang, Wei" userId="627587dd-935f-4f2b-a6c6-edd4e0dcbff5" providerId="ADAL" clId="{34139281-9F7C-4EE2-981D-3B57D0DA89FF}" dt="2020-05-21T15:31:52.171" v="165" actId="2696"/>
        <pc:sldMkLst>
          <pc:docMk/>
          <pc:sldMk cId="1224844810" sldId="3379"/>
        </pc:sldMkLst>
      </pc:sldChg>
      <pc:sldChg chg="del">
        <pc:chgData name="Wang, Wei" userId="627587dd-935f-4f2b-a6c6-edd4e0dcbff5" providerId="ADAL" clId="{34139281-9F7C-4EE2-981D-3B57D0DA89FF}" dt="2020-05-21T15:31:52.407" v="174" actId="2696"/>
        <pc:sldMkLst>
          <pc:docMk/>
          <pc:sldMk cId="1670647803" sldId="3380"/>
        </pc:sldMkLst>
      </pc:sldChg>
      <pc:sldChg chg="del">
        <pc:chgData name="Wang, Wei" userId="627587dd-935f-4f2b-a6c6-edd4e0dcbff5" providerId="ADAL" clId="{34139281-9F7C-4EE2-981D-3B57D0DA89FF}" dt="2020-05-21T15:31:52.196" v="166" actId="2696"/>
        <pc:sldMkLst>
          <pc:docMk/>
          <pc:sldMk cId="1014139772" sldId="3381"/>
        </pc:sldMkLst>
      </pc:sldChg>
      <pc:sldChg chg="del">
        <pc:chgData name="Wang, Wei" userId="627587dd-935f-4f2b-a6c6-edd4e0dcbff5" providerId="ADAL" clId="{34139281-9F7C-4EE2-981D-3B57D0DA89FF}" dt="2020-05-21T15:31:52.604" v="207" actId="2696"/>
        <pc:sldMkLst>
          <pc:docMk/>
          <pc:sldMk cId="3166199077" sldId="3382"/>
        </pc:sldMkLst>
      </pc:sldChg>
      <pc:sldChg chg="del">
        <pc:chgData name="Wang, Wei" userId="627587dd-935f-4f2b-a6c6-edd4e0dcbff5" providerId="ADAL" clId="{34139281-9F7C-4EE2-981D-3B57D0DA89FF}" dt="2020-05-21T15:31:52.625" v="208" actId="2696"/>
        <pc:sldMkLst>
          <pc:docMk/>
          <pc:sldMk cId="1004978973" sldId="3383"/>
        </pc:sldMkLst>
      </pc:sldChg>
      <pc:sldChg chg="del">
        <pc:chgData name="Wang, Wei" userId="627587dd-935f-4f2b-a6c6-edd4e0dcbff5" providerId="ADAL" clId="{34139281-9F7C-4EE2-981D-3B57D0DA89FF}" dt="2020-05-21T15:31:32.708" v="4" actId="2696"/>
        <pc:sldMkLst>
          <pc:docMk/>
          <pc:sldMk cId="3510057645" sldId="3392"/>
        </pc:sldMkLst>
      </pc:sldChg>
      <pc:sldChg chg="del">
        <pc:chgData name="Wang, Wei" userId="627587dd-935f-4f2b-a6c6-edd4e0dcbff5" providerId="ADAL" clId="{34139281-9F7C-4EE2-981D-3B57D0DA89FF}" dt="2020-05-21T15:31:32.743" v="5" actId="2696"/>
        <pc:sldMkLst>
          <pc:docMk/>
          <pc:sldMk cId="3242740702" sldId="3393"/>
        </pc:sldMkLst>
      </pc:sldChg>
      <pc:sldChg chg="del">
        <pc:chgData name="Wang, Wei" userId="627587dd-935f-4f2b-a6c6-edd4e0dcbff5" providerId="ADAL" clId="{34139281-9F7C-4EE2-981D-3B57D0DA89FF}" dt="2020-05-21T15:31:52.063" v="158" actId="2696"/>
        <pc:sldMkLst>
          <pc:docMk/>
          <pc:sldMk cId="2567629624" sldId="3394"/>
        </pc:sldMkLst>
      </pc:sldChg>
      <pc:sldChg chg="del">
        <pc:chgData name="Wang, Wei" userId="627587dd-935f-4f2b-a6c6-edd4e0dcbff5" providerId="ADAL" clId="{34139281-9F7C-4EE2-981D-3B57D0DA89FF}" dt="2020-05-21T15:31:50.232" v="73" actId="2696"/>
        <pc:sldMkLst>
          <pc:docMk/>
          <pc:sldMk cId="947442939" sldId="3395"/>
        </pc:sldMkLst>
      </pc:sldChg>
      <pc:sldChg chg="del">
        <pc:chgData name="Wang, Wei" userId="627587dd-935f-4f2b-a6c6-edd4e0dcbff5" providerId="ADAL" clId="{34139281-9F7C-4EE2-981D-3B57D0DA89FF}" dt="2020-05-21T15:31:49.993" v="66" actId="2696"/>
        <pc:sldMkLst>
          <pc:docMk/>
          <pc:sldMk cId="3504699625" sldId="3396"/>
        </pc:sldMkLst>
      </pc:sldChg>
      <pc:sldChg chg="del">
        <pc:chgData name="Wang, Wei" userId="627587dd-935f-4f2b-a6c6-edd4e0dcbff5" providerId="ADAL" clId="{34139281-9F7C-4EE2-981D-3B57D0DA89FF}" dt="2020-05-21T15:31:50.143" v="70" actId="2696"/>
        <pc:sldMkLst>
          <pc:docMk/>
          <pc:sldMk cId="328478141" sldId="3397"/>
        </pc:sldMkLst>
      </pc:sldChg>
      <pc:sldChg chg="del">
        <pc:chgData name="Wang, Wei" userId="627587dd-935f-4f2b-a6c6-edd4e0dcbff5" providerId="ADAL" clId="{34139281-9F7C-4EE2-981D-3B57D0DA89FF}" dt="2020-05-21T15:31:50.401" v="78" actId="2696"/>
        <pc:sldMkLst>
          <pc:docMk/>
          <pc:sldMk cId="1157161006" sldId="3398"/>
        </pc:sldMkLst>
      </pc:sldChg>
      <pc:sldChg chg="del">
        <pc:chgData name="Wang, Wei" userId="627587dd-935f-4f2b-a6c6-edd4e0dcbff5" providerId="ADAL" clId="{34139281-9F7C-4EE2-981D-3B57D0DA89FF}" dt="2020-05-21T15:31:50.175" v="71" actId="2696"/>
        <pc:sldMkLst>
          <pc:docMk/>
          <pc:sldMk cId="2824584400" sldId="3399"/>
        </pc:sldMkLst>
      </pc:sldChg>
      <pc:sldChg chg="del">
        <pc:chgData name="Wang, Wei" userId="627587dd-935f-4f2b-a6c6-edd4e0dcbff5" providerId="ADAL" clId="{34139281-9F7C-4EE2-981D-3B57D0DA89FF}" dt="2020-05-21T15:31:50.428" v="79" actId="2696"/>
        <pc:sldMkLst>
          <pc:docMk/>
          <pc:sldMk cId="3420566958" sldId="3400"/>
        </pc:sldMkLst>
      </pc:sldChg>
      <pc:sldChg chg="del">
        <pc:chgData name="Wang, Wei" userId="627587dd-935f-4f2b-a6c6-edd4e0dcbff5" providerId="ADAL" clId="{34139281-9F7C-4EE2-981D-3B57D0DA89FF}" dt="2020-05-21T15:31:50.461" v="80" actId="2696"/>
        <pc:sldMkLst>
          <pc:docMk/>
          <pc:sldMk cId="4176833171" sldId="3401"/>
        </pc:sldMkLst>
      </pc:sldChg>
      <pc:sldChg chg="del">
        <pc:chgData name="Wang, Wei" userId="627587dd-935f-4f2b-a6c6-edd4e0dcbff5" providerId="ADAL" clId="{34139281-9F7C-4EE2-981D-3B57D0DA89FF}" dt="2020-05-21T15:31:50.892" v="117" actId="2696"/>
        <pc:sldMkLst>
          <pc:docMk/>
          <pc:sldMk cId="2707993506" sldId="3402"/>
        </pc:sldMkLst>
      </pc:sldChg>
      <pc:sldChg chg="del">
        <pc:chgData name="Wang, Wei" userId="627587dd-935f-4f2b-a6c6-edd4e0dcbff5" providerId="ADAL" clId="{34139281-9F7C-4EE2-981D-3B57D0DA89FF}" dt="2020-05-21T15:31:51.368" v="132" actId="2696"/>
        <pc:sldMkLst>
          <pc:docMk/>
          <pc:sldMk cId="3615517084" sldId="3403"/>
        </pc:sldMkLst>
      </pc:sldChg>
      <pc:sldMasterChg chg="del delSldLayout">
        <pc:chgData name="Wang, Wei" userId="627587dd-935f-4f2b-a6c6-edd4e0dcbff5" providerId="ADAL" clId="{34139281-9F7C-4EE2-981D-3B57D0DA89FF}" dt="2020-05-21T15:31:50.615" v="107" actId="2696"/>
        <pc:sldMasterMkLst>
          <pc:docMk/>
          <pc:sldMasterMk cId="1583574900" sldId="2147483648"/>
        </pc:sldMasterMkLst>
        <pc:sldLayoutChg chg="del">
          <pc:chgData name="Wang, Wei" userId="627587dd-935f-4f2b-a6c6-edd4e0dcbff5" providerId="ADAL" clId="{34139281-9F7C-4EE2-981D-3B57D0DA89FF}" dt="2020-05-21T15:31:50.578" v="89" actId="2696"/>
          <pc:sldLayoutMkLst>
            <pc:docMk/>
            <pc:sldMasterMk cId="1583574900" sldId="2147483648"/>
            <pc:sldLayoutMk cId="1650472377" sldId="2147483650"/>
          </pc:sldLayoutMkLst>
        </pc:sldLayoutChg>
        <pc:sldLayoutChg chg="del">
          <pc:chgData name="Wang, Wei" userId="627587dd-935f-4f2b-a6c6-edd4e0dcbff5" providerId="ADAL" clId="{34139281-9F7C-4EE2-981D-3B57D0DA89FF}" dt="2020-05-21T15:31:50.586" v="91" actId="2696"/>
          <pc:sldLayoutMkLst>
            <pc:docMk/>
            <pc:sldMasterMk cId="1583574900" sldId="2147483648"/>
            <pc:sldLayoutMk cId="1636589590" sldId="2147483654"/>
          </pc:sldLayoutMkLst>
        </pc:sldLayoutChg>
        <pc:sldLayoutChg chg="del">
          <pc:chgData name="Wang, Wei" userId="627587dd-935f-4f2b-a6c6-edd4e0dcbff5" providerId="ADAL" clId="{34139281-9F7C-4EE2-981D-3B57D0DA89FF}" dt="2020-05-21T15:31:50.602" v="99" actId="2696"/>
          <pc:sldLayoutMkLst>
            <pc:docMk/>
            <pc:sldMasterMk cId="1583574900" sldId="2147483648"/>
            <pc:sldLayoutMk cId="2202305574" sldId="2147483655"/>
          </pc:sldLayoutMkLst>
        </pc:sldLayoutChg>
        <pc:sldLayoutChg chg="del">
          <pc:chgData name="Wang, Wei" userId="627587dd-935f-4f2b-a6c6-edd4e0dcbff5" providerId="ADAL" clId="{34139281-9F7C-4EE2-981D-3B57D0DA89FF}" dt="2020-05-21T15:31:50.584" v="90" actId="2696"/>
          <pc:sldLayoutMkLst>
            <pc:docMk/>
            <pc:sldMasterMk cId="1583574900" sldId="2147483648"/>
            <pc:sldLayoutMk cId="1882155853" sldId="2147483657"/>
          </pc:sldLayoutMkLst>
        </pc:sldLayoutChg>
        <pc:sldLayoutChg chg="del">
          <pc:chgData name="Wang, Wei" userId="627587dd-935f-4f2b-a6c6-edd4e0dcbff5" providerId="ADAL" clId="{34139281-9F7C-4EE2-981D-3B57D0DA89FF}" dt="2020-05-21T15:31:50.589" v="93" actId="2696"/>
          <pc:sldLayoutMkLst>
            <pc:docMk/>
            <pc:sldMasterMk cId="1583574900" sldId="2147483648"/>
            <pc:sldLayoutMk cId="1265934994" sldId="2147483664"/>
          </pc:sldLayoutMkLst>
        </pc:sldLayoutChg>
        <pc:sldLayoutChg chg="del">
          <pc:chgData name="Wang, Wei" userId="627587dd-935f-4f2b-a6c6-edd4e0dcbff5" providerId="ADAL" clId="{34139281-9F7C-4EE2-981D-3B57D0DA89FF}" dt="2020-05-21T15:31:50.574" v="87" actId="2696"/>
          <pc:sldLayoutMkLst>
            <pc:docMk/>
            <pc:sldMasterMk cId="1583574900" sldId="2147483648"/>
            <pc:sldLayoutMk cId="3792690241" sldId="2147483668"/>
          </pc:sldLayoutMkLst>
        </pc:sldLayoutChg>
        <pc:sldLayoutChg chg="del">
          <pc:chgData name="Wang, Wei" userId="627587dd-935f-4f2b-a6c6-edd4e0dcbff5" providerId="ADAL" clId="{34139281-9F7C-4EE2-981D-3B57D0DA89FF}" dt="2020-05-21T15:31:50.587" v="92" actId="2696"/>
          <pc:sldLayoutMkLst>
            <pc:docMk/>
            <pc:sldMasterMk cId="1583574900" sldId="2147483648"/>
            <pc:sldLayoutMk cId="1239496803" sldId="2147483679"/>
          </pc:sldLayoutMkLst>
        </pc:sldLayoutChg>
        <pc:sldLayoutChg chg="del">
          <pc:chgData name="Wang, Wei" userId="627587dd-935f-4f2b-a6c6-edd4e0dcbff5" providerId="ADAL" clId="{34139281-9F7C-4EE2-981D-3B57D0DA89FF}" dt="2020-05-21T15:31:50.608" v="103" actId="2696"/>
          <pc:sldLayoutMkLst>
            <pc:docMk/>
            <pc:sldMasterMk cId="1583574900" sldId="2147483648"/>
            <pc:sldLayoutMk cId="1669711868" sldId="2147483684"/>
          </pc:sldLayoutMkLst>
        </pc:sldLayoutChg>
        <pc:sldLayoutChg chg="del">
          <pc:chgData name="Wang, Wei" userId="627587dd-935f-4f2b-a6c6-edd4e0dcbff5" providerId="ADAL" clId="{34139281-9F7C-4EE2-981D-3B57D0DA89FF}" dt="2020-05-21T15:31:50.605" v="101" actId="2696"/>
          <pc:sldLayoutMkLst>
            <pc:docMk/>
            <pc:sldMasterMk cId="1583574900" sldId="2147483648"/>
            <pc:sldLayoutMk cId="0" sldId="2147483685"/>
          </pc:sldLayoutMkLst>
        </pc:sldLayoutChg>
        <pc:sldLayoutChg chg="del">
          <pc:chgData name="Wang, Wei" userId="627587dd-935f-4f2b-a6c6-edd4e0dcbff5" providerId="ADAL" clId="{34139281-9F7C-4EE2-981D-3B57D0DA89FF}" dt="2020-05-21T15:31:50.591" v="94" actId="2696"/>
          <pc:sldLayoutMkLst>
            <pc:docMk/>
            <pc:sldMasterMk cId="1583574900" sldId="2147483648"/>
            <pc:sldLayoutMk cId="673999311" sldId="2147483688"/>
          </pc:sldLayoutMkLst>
        </pc:sldLayoutChg>
        <pc:sldLayoutChg chg="del">
          <pc:chgData name="Wang, Wei" userId="627587dd-935f-4f2b-a6c6-edd4e0dcbff5" providerId="ADAL" clId="{34139281-9F7C-4EE2-981D-3B57D0DA89FF}" dt="2020-05-21T15:31:50.607" v="102" actId="2696"/>
          <pc:sldLayoutMkLst>
            <pc:docMk/>
            <pc:sldMasterMk cId="1583574900" sldId="2147483648"/>
            <pc:sldLayoutMk cId="0" sldId="2147483691"/>
          </pc:sldLayoutMkLst>
        </pc:sldLayoutChg>
        <pc:sldLayoutChg chg="del">
          <pc:chgData name="Wang, Wei" userId="627587dd-935f-4f2b-a6c6-edd4e0dcbff5" providerId="ADAL" clId="{34139281-9F7C-4EE2-981D-3B57D0DA89FF}" dt="2020-05-21T15:31:50.572" v="86" actId="2696"/>
          <pc:sldLayoutMkLst>
            <pc:docMk/>
            <pc:sldMasterMk cId="1583574900" sldId="2147483648"/>
            <pc:sldLayoutMk cId="0" sldId="2147483692"/>
          </pc:sldLayoutMkLst>
        </pc:sldLayoutChg>
        <pc:sldLayoutChg chg="del">
          <pc:chgData name="Wang, Wei" userId="627587dd-935f-4f2b-a6c6-edd4e0dcbff5" providerId="ADAL" clId="{34139281-9F7C-4EE2-981D-3B57D0DA89FF}" dt="2020-05-21T15:31:50.603" v="100" actId="2696"/>
          <pc:sldLayoutMkLst>
            <pc:docMk/>
            <pc:sldMasterMk cId="1583574900" sldId="2147483648"/>
            <pc:sldLayoutMk cId="1283683246" sldId="2147483693"/>
          </pc:sldLayoutMkLst>
        </pc:sldLayoutChg>
        <pc:sldLayoutChg chg="del">
          <pc:chgData name="Wang, Wei" userId="627587dd-935f-4f2b-a6c6-edd4e0dcbff5" providerId="ADAL" clId="{34139281-9F7C-4EE2-981D-3B57D0DA89FF}" dt="2020-05-21T15:31:50.576" v="88" actId="2696"/>
          <pc:sldLayoutMkLst>
            <pc:docMk/>
            <pc:sldMasterMk cId="1583574900" sldId="2147483648"/>
            <pc:sldLayoutMk cId="0" sldId="2147483695"/>
          </pc:sldLayoutMkLst>
        </pc:sldLayoutChg>
        <pc:sldLayoutChg chg="del">
          <pc:chgData name="Wang, Wei" userId="627587dd-935f-4f2b-a6c6-edd4e0dcbff5" providerId="ADAL" clId="{34139281-9F7C-4EE2-981D-3B57D0DA89FF}" dt="2020-05-21T15:31:50.569" v="84" actId="2696"/>
          <pc:sldLayoutMkLst>
            <pc:docMk/>
            <pc:sldMasterMk cId="1583574900" sldId="2147483648"/>
            <pc:sldLayoutMk cId="0" sldId="2147483696"/>
          </pc:sldLayoutMkLst>
        </pc:sldLayoutChg>
        <pc:sldLayoutChg chg="del">
          <pc:chgData name="Wang, Wei" userId="627587dd-935f-4f2b-a6c6-edd4e0dcbff5" providerId="ADAL" clId="{34139281-9F7C-4EE2-981D-3B57D0DA89FF}" dt="2020-05-21T15:31:50.597" v="97" actId="2696"/>
          <pc:sldLayoutMkLst>
            <pc:docMk/>
            <pc:sldMasterMk cId="1583574900" sldId="2147483648"/>
            <pc:sldLayoutMk cId="0" sldId="2147483698"/>
          </pc:sldLayoutMkLst>
        </pc:sldLayoutChg>
        <pc:sldLayoutChg chg="del">
          <pc:chgData name="Wang, Wei" userId="627587dd-935f-4f2b-a6c6-edd4e0dcbff5" providerId="ADAL" clId="{34139281-9F7C-4EE2-981D-3B57D0DA89FF}" dt="2020-05-21T15:31:50.601" v="98" actId="2696"/>
          <pc:sldLayoutMkLst>
            <pc:docMk/>
            <pc:sldMasterMk cId="1583574900" sldId="2147483648"/>
            <pc:sldLayoutMk cId="0" sldId="2147483699"/>
          </pc:sldLayoutMkLst>
        </pc:sldLayoutChg>
        <pc:sldLayoutChg chg="del">
          <pc:chgData name="Wang, Wei" userId="627587dd-935f-4f2b-a6c6-edd4e0dcbff5" providerId="ADAL" clId="{34139281-9F7C-4EE2-981D-3B57D0DA89FF}" dt="2020-05-21T15:31:50.593" v="95" actId="2696"/>
          <pc:sldLayoutMkLst>
            <pc:docMk/>
            <pc:sldMasterMk cId="1583574900" sldId="2147483648"/>
            <pc:sldLayoutMk cId="0" sldId="2147483700"/>
          </pc:sldLayoutMkLst>
        </pc:sldLayoutChg>
        <pc:sldLayoutChg chg="del">
          <pc:chgData name="Wang, Wei" userId="627587dd-935f-4f2b-a6c6-edd4e0dcbff5" providerId="ADAL" clId="{34139281-9F7C-4EE2-981D-3B57D0DA89FF}" dt="2020-05-21T15:31:50.594" v="96" actId="2696"/>
          <pc:sldLayoutMkLst>
            <pc:docMk/>
            <pc:sldMasterMk cId="1583574900" sldId="2147483648"/>
            <pc:sldLayoutMk cId="0" sldId="2147483701"/>
          </pc:sldLayoutMkLst>
        </pc:sldLayoutChg>
        <pc:sldLayoutChg chg="del">
          <pc:chgData name="Wang, Wei" userId="627587dd-935f-4f2b-a6c6-edd4e0dcbff5" providerId="ADAL" clId="{34139281-9F7C-4EE2-981D-3B57D0DA89FF}" dt="2020-05-21T15:31:50.609" v="104" actId="2696"/>
          <pc:sldLayoutMkLst>
            <pc:docMk/>
            <pc:sldMasterMk cId="1583574900" sldId="2147483648"/>
            <pc:sldLayoutMk cId="0" sldId="2147483717"/>
          </pc:sldLayoutMkLst>
        </pc:sldLayoutChg>
        <pc:sldLayoutChg chg="del">
          <pc:chgData name="Wang, Wei" userId="627587dd-935f-4f2b-a6c6-edd4e0dcbff5" providerId="ADAL" clId="{34139281-9F7C-4EE2-981D-3B57D0DA89FF}" dt="2020-05-21T15:31:50.610" v="105" actId="2696"/>
          <pc:sldLayoutMkLst>
            <pc:docMk/>
            <pc:sldMasterMk cId="1583574900" sldId="2147483648"/>
            <pc:sldLayoutMk cId="1228748614" sldId="2147483817"/>
          </pc:sldLayoutMkLst>
        </pc:sldLayoutChg>
        <pc:sldLayoutChg chg="del">
          <pc:chgData name="Wang, Wei" userId="627587dd-935f-4f2b-a6c6-edd4e0dcbff5" providerId="ADAL" clId="{34139281-9F7C-4EE2-981D-3B57D0DA89FF}" dt="2020-05-21T15:31:50.570" v="85" actId="2696"/>
          <pc:sldLayoutMkLst>
            <pc:docMk/>
            <pc:sldMasterMk cId="1583574900" sldId="2147483648"/>
            <pc:sldLayoutMk cId="4061941092" sldId="2147483818"/>
          </pc:sldLayoutMkLst>
        </pc:sldLayoutChg>
        <pc:sldLayoutChg chg="del">
          <pc:chgData name="Wang, Wei" userId="627587dd-935f-4f2b-a6c6-edd4e0dcbff5" providerId="ADAL" clId="{34139281-9F7C-4EE2-981D-3B57D0DA89FF}" dt="2020-05-21T15:31:50.611" v="106" actId="2696"/>
          <pc:sldLayoutMkLst>
            <pc:docMk/>
            <pc:sldMasterMk cId="1583574900" sldId="2147483648"/>
            <pc:sldLayoutMk cId="280407589" sldId="2147483819"/>
          </pc:sldLayoutMkLst>
        </pc:sldLayoutChg>
      </pc:sldMasterChg>
      <pc:sldMasterChg chg="del delSldLayout">
        <pc:chgData name="Wang, Wei" userId="627587dd-935f-4f2b-a6c6-edd4e0dcbff5" providerId="ADAL" clId="{34139281-9F7C-4EE2-981D-3B57D0DA89FF}" dt="2020-05-21T15:31:52.461" v="202" actId="2696"/>
        <pc:sldMasterMkLst>
          <pc:docMk/>
          <pc:sldMasterMk cId="3877396151" sldId="2147483849"/>
        </pc:sldMasterMkLst>
        <pc:sldLayoutChg chg="del">
          <pc:chgData name="Wang, Wei" userId="627587dd-935f-4f2b-a6c6-edd4e0dcbff5" providerId="ADAL" clId="{34139281-9F7C-4EE2-981D-3B57D0DA89FF}" dt="2020-05-21T15:31:52.409" v="175" actId="2696"/>
          <pc:sldLayoutMkLst>
            <pc:docMk/>
            <pc:sldMasterMk cId="3877396151" sldId="2147483849"/>
            <pc:sldLayoutMk cId="2809059773" sldId="2147483850"/>
          </pc:sldLayoutMkLst>
        </pc:sldLayoutChg>
        <pc:sldLayoutChg chg="del">
          <pc:chgData name="Wang, Wei" userId="627587dd-935f-4f2b-a6c6-edd4e0dcbff5" providerId="ADAL" clId="{34139281-9F7C-4EE2-981D-3B57D0DA89FF}" dt="2020-05-21T15:31:52.412" v="176" actId="2696"/>
          <pc:sldLayoutMkLst>
            <pc:docMk/>
            <pc:sldMasterMk cId="3877396151" sldId="2147483849"/>
            <pc:sldLayoutMk cId="4210182259" sldId="2147483851"/>
          </pc:sldLayoutMkLst>
        </pc:sldLayoutChg>
        <pc:sldLayoutChg chg="del">
          <pc:chgData name="Wang, Wei" userId="627587dd-935f-4f2b-a6c6-edd4e0dcbff5" providerId="ADAL" clId="{34139281-9F7C-4EE2-981D-3B57D0DA89FF}" dt="2020-05-21T15:31:52.416" v="177" actId="2696"/>
          <pc:sldLayoutMkLst>
            <pc:docMk/>
            <pc:sldMasterMk cId="3877396151" sldId="2147483849"/>
            <pc:sldLayoutMk cId="3881125674" sldId="2147483852"/>
          </pc:sldLayoutMkLst>
        </pc:sldLayoutChg>
        <pc:sldLayoutChg chg="del">
          <pc:chgData name="Wang, Wei" userId="627587dd-935f-4f2b-a6c6-edd4e0dcbff5" providerId="ADAL" clId="{34139281-9F7C-4EE2-981D-3B57D0DA89FF}" dt="2020-05-21T15:31:52.418" v="178" actId="2696"/>
          <pc:sldLayoutMkLst>
            <pc:docMk/>
            <pc:sldMasterMk cId="3877396151" sldId="2147483849"/>
            <pc:sldLayoutMk cId="214291803" sldId="2147483853"/>
          </pc:sldLayoutMkLst>
        </pc:sldLayoutChg>
        <pc:sldLayoutChg chg="del">
          <pc:chgData name="Wang, Wei" userId="627587dd-935f-4f2b-a6c6-edd4e0dcbff5" providerId="ADAL" clId="{34139281-9F7C-4EE2-981D-3B57D0DA89FF}" dt="2020-05-21T15:31:52.420" v="179" actId="2696"/>
          <pc:sldLayoutMkLst>
            <pc:docMk/>
            <pc:sldMasterMk cId="3877396151" sldId="2147483849"/>
            <pc:sldLayoutMk cId="1474066911" sldId="2147483854"/>
          </pc:sldLayoutMkLst>
        </pc:sldLayoutChg>
        <pc:sldLayoutChg chg="del">
          <pc:chgData name="Wang, Wei" userId="627587dd-935f-4f2b-a6c6-edd4e0dcbff5" providerId="ADAL" clId="{34139281-9F7C-4EE2-981D-3B57D0DA89FF}" dt="2020-05-21T15:31:52.422" v="180" actId="2696"/>
          <pc:sldLayoutMkLst>
            <pc:docMk/>
            <pc:sldMasterMk cId="3877396151" sldId="2147483849"/>
            <pc:sldLayoutMk cId="1847845935" sldId="2147483855"/>
          </pc:sldLayoutMkLst>
        </pc:sldLayoutChg>
        <pc:sldLayoutChg chg="del">
          <pc:chgData name="Wang, Wei" userId="627587dd-935f-4f2b-a6c6-edd4e0dcbff5" providerId="ADAL" clId="{34139281-9F7C-4EE2-981D-3B57D0DA89FF}" dt="2020-05-21T15:31:52.424" v="181" actId="2696"/>
          <pc:sldLayoutMkLst>
            <pc:docMk/>
            <pc:sldMasterMk cId="3877396151" sldId="2147483849"/>
            <pc:sldLayoutMk cId="4057498967" sldId="2147483856"/>
          </pc:sldLayoutMkLst>
        </pc:sldLayoutChg>
        <pc:sldLayoutChg chg="del">
          <pc:chgData name="Wang, Wei" userId="627587dd-935f-4f2b-a6c6-edd4e0dcbff5" providerId="ADAL" clId="{34139281-9F7C-4EE2-981D-3B57D0DA89FF}" dt="2020-05-21T15:31:52.425" v="182" actId="2696"/>
          <pc:sldLayoutMkLst>
            <pc:docMk/>
            <pc:sldMasterMk cId="3877396151" sldId="2147483849"/>
            <pc:sldLayoutMk cId="439931139" sldId="2147483857"/>
          </pc:sldLayoutMkLst>
        </pc:sldLayoutChg>
        <pc:sldLayoutChg chg="del">
          <pc:chgData name="Wang, Wei" userId="627587dd-935f-4f2b-a6c6-edd4e0dcbff5" providerId="ADAL" clId="{34139281-9F7C-4EE2-981D-3B57D0DA89FF}" dt="2020-05-21T15:31:52.428" v="183" actId="2696"/>
          <pc:sldLayoutMkLst>
            <pc:docMk/>
            <pc:sldMasterMk cId="3877396151" sldId="2147483849"/>
            <pc:sldLayoutMk cId="740488066" sldId="2147483858"/>
          </pc:sldLayoutMkLst>
        </pc:sldLayoutChg>
        <pc:sldLayoutChg chg="del">
          <pc:chgData name="Wang, Wei" userId="627587dd-935f-4f2b-a6c6-edd4e0dcbff5" providerId="ADAL" clId="{34139281-9F7C-4EE2-981D-3B57D0DA89FF}" dt="2020-05-21T15:31:52.432" v="184" actId="2696"/>
          <pc:sldLayoutMkLst>
            <pc:docMk/>
            <pc:sldMasterMk cId="3877396151" sldId="2147483849"/>
            <pc:sldLayoutMk cId="1760919890" sldId="2147483859"/>
          </pc:sldLayoutMkLst>
        </pc:sldLayoutChg>
        <pc:sldLayoutChg chg="del">
          <pc:chgData name="Wang, Wei" userId="627587dd-935f-4f2b-a6c6-edd4e0dcbff5" providerId="ADAL" clId="{34139281-9F7C-4EE2-981D-3B57D0DA89FF}" dt="2020-05-21T15:31:52.434" v="185" actId="2696"/>
          <pc:sldLayoutMkLst>
            <pc:docMk/>
            <pc:sldMasterMk cId="3877396151" sldId="2147483849"/>
            <pc:sldLayoutMk cId="2694469045" sldId="2147483860"/>
          </pc:sldLayoutMkLst>
        </pc:sldLayoutChg>
        <pc:sldLayoutChg chg="del">
          <pc:chgData name="Wang, Wei" userId="627587dd-935f-4f2b-a6c6-edd4e0dcbff5" providerId="ADAL" clId="{34139281-9F7C-4EE2-981D-3B57D0DA89FF}" dt="2020-05-21T15:31:52.435" v="186" actId="2696"/>
          <pc:sldLayoutMkLst>
            <pc:docMk/>
            <pc:sldMasterMk cId="3877396151" sldId="2147483849"/>
            <pc:sldLayoutMk cId="2180933198" sldId="2147483861"/>
          </pc:sldLayoutMkLst>
        </pc:sldLayoutChg>
        <pc:sldLayoutChg chg="del">
          <pc:chgData name="Wang, Wei" userId="627587dd-935f-4f2b-a6c6-edd4e0dcbff5" providerId="ADAL" clId="{34139281-9F7C-4EE2-981D-3B57D0DA89FF}" dt="2020-05-21T15:31:52.437" v="187" actId="2696"/>
          <pc:sldLayoutMkLst>
            <pc:docMk/>
            <pc:sldMasterMk cId="3877396151" sldId="2147483849"/>
            <pc:sldLayoutMk cId="3841452663" sldId="2147483862"/>
          </pc:sldLayoutMkLst>
        </pc:sldLayoutChg>
        <pc:sldLayoutChg chg="del">
          <pc:chgData name="Wang, Wei" userId="627587dd-935f-4f2b-a6c6-edd4e0dcbff5" providerId="ADAL" clId="{34139281-9F7C-4EE2-981D-3B57D0DA89FF}" dt="2020-05-21T15:31:52.438" v="188" actId="2696"/>
          <pc:sldLayoutMkLst>
            <pc:docMk/>
            <pc:sldMasterMk cId="3877396151" sldId="2147483849"/>
            <pc:sldLayoutMk cId="1875997094" sldId="2147483863"/>
          </pc:sldLayoutMkLst>
        </pc:sldLayoutChg>
        <pc:sldLayoutChg chg="del">
          <pc:chgData name="Wang, Wei" userId="627587dd-935f-4f2b-a6c6-edd4e0dcbff5" providerId="ADAL" clId="{34139281-9F7C-4EE2-981D-3B57D0DA89FF}" dt="2020-05-21T15:31:52.440" v="189" actId="2696"/>
          <pc:sldLayoutMkLst>
            <pc:docMk/>
            <pc:sldMasterMk cId="3877396151" sldId="2147483849"/>
            <pc:sldLayoutMk cId="2610778980" sldId="2147483864"/>
          </pc:sldLayoutMkLst>
        </pc:sldLayoutChg>
        <pc:sldLayoutChg chg="del">
          <pc:chgData name="Wang, Wei" userId="627587dd-935f-4f2b-a6c6-edd4e0dcbff5" providerId="ADAL" clId="{34139281-9F7C-4EE2-981D-3B57D0DA89FF}" dt="2020-05-21T15:31:52.441" v="190" actId="2696"/>
          <pc:sldLayoutMkLst>
            <pc:docMk/>
            <pc:sldMasterMk cId="3877396151" sldId="2147483849"/>
            <pc:sldLayoutMk cId="2535699597" sldId="2147483865"/>
          </pc:sldLayoutMkLst>
        </pc:sldLayoutChg>
        <pc:sldLayoutChg chg="del">
          <pc:chgData name="Wang, Wei" userId="627587dd-935f-4f2b-a6c6-edd4e0dcbff5" providerId="ADAL" clId="{34139281-9F7C-4EE2-981D-3B57D0DA89FF}" dt="2020-05-21T15:31:52.443" v="191" actId="2696"/>
          <pc:sldLayoutMkLst>
            <pc:docMk/>
            <pc:sldMasterMk cId="3877396151" sldId="2147483849"/>
            <pc:sldLayoutMk cId="3601425507" sldId="2147483866"/>
          </pc:sldLayoutMkLst>
        </pc:sldLayoutChg>
        <pc:sldLayoutChg chg="del">
          <pc:chgData name="Wang, Wei" userId="627587dd-935f-4f2b-a6c6-edd4e0dcbff5" providerId="ADAL" clId="{34139281-9F7C-4EE2-981D-3B57D0DA89FF}" dt="2020-05-21T15:31:52.448" v="192" actId="2696"/>
          <pc:sldLayoutMkLst>
            <pc:docMk/>
            <pc:sldMasterMk cId="3877396151" sldId="2147483849"/>
            <pc:sldLayoutMk cId="2609394409" sldId="2147483867"/>
          </pc:sldLayoutMkLst>
        </pc:sldLayoutChg>
        <pc:sldLayoutChg chg="del">
          <pc:chgData name="Wang, Wei" userId="627587dd-935f-4f2b-a6c6-edd4e0dcbff5" providerId="ADAL" clId="{34139281-9F7C-4EE2-981D-3B57D0DA89FF}" dt="2020-05-21T15:31:52.450" v="193" actId="2696"/>
          <pc:sldLayoutMkLst>
            <pc:docMk/>
            <pc:sldMasterMk cId="3877396151" sldId="2147483849"/>
            <pc:sldLayoutMk cId="3610381843" sldId="2147483868"/>
          </pc:sldLayoutMkLst>
        </pc:sldLayoutChg>
        <pc:sldLayoutChg chg="del">
          <pc:chgData name="Wang, Wei" userId="627587dd-935f-4f2b-a6c6-edd4e0dcbff5" providerId="ADAL" clId="{34139281-9F7C-4EE2-981D-3B57D0DA89FF}" dt="2020-05-21T15:31:52.451" v="194" actId="2696"/>
          <pc:sldLayoutMkLst>
            <pc:docMk/>
            <pc:sldMasterMk cId="3877396151" sldId="2147483849"/>
            <pc:sldLayoutMk cId="286573086" sldId="2147483869"/>
          </pc:sldLayoutMkLst>
        </pc:sldLayoutChg>
        <pc:sldLayoutChg chg="del">
          <pc:chgData name="Wang, Wei" userId="627587dd-935f-4f2b-a6c6-edd4e0dcbff5" providerId="ADAL" clId="{34139281-9F7C-4EE2-981D-3B57D0DA89FF}" dt="2020-05-21T15:31:52.453" v="195" actId="2696"/>
          <pc:sldLayoutMkLst>
            <pc:docMk/>
            <pc:sldMasterMk cId="3877396151" sldId="2147483849"/>
            <pc:sldLayoutMk cId="1939716253" sldId="2147483870"/>
          </pc:sldLayoutMkLst>
        </pc:sldLayoutChg>
        <pc:sldLayoutChg chg="del">
          <pc:chgData name="Wang, Wei" userId="627587dd-935f-4f2b-a6c6-edd4e0dcbff5" providerId="ADAL" clId="{34139281-9F7C-4EE2-981D-3B57D0DA89FF}" dt="2020-05-21T15:31:52.454" v="196" actId="2696"/>
          <pc:sldLayoutMkLst>
            <pc:docMk/>
            <pc:sldMasterMk cId="3877396151" sldId="2147483849"/>
            <pc:sldLayoutMk cId="3360775297" sldId="2147483871"/>
          </pc:sldLayoutMkLst>
        </pc:sldLayoutChg>
        <pc:sldLayoutChg chg="del">
          <pc:chgData name="Wang, Wei" userId="627587dd-935f-4f2b-a6c6-edd4e0dcbff5" providerId="ADAL" clId="{34139281-9F7C-4EE2-981D-3B57D0DA89FF}" dt="2020-05-21T15:31:52.455" v="197" actId="2696"/>
          <pc:sldLayoutMkLst>
            <pc:docMk/>
            <pc:sldMasterMk cId="3877396151" sldId="2147483849"/>
            <pc:sldLayoutMk cId="1765900942" sldId="2147483872"/>
          </pc:sldLayoutMkLst>
        </pc:sldLayoutChg>
        <pc:sldLayoutChg chg="del">
          <pc:chgData name="Wang, Wei" userId="627587dd-935f-4f2b-a6c6-edd4e0dcbff5" providerId="ADAL" clId="{34139281-9F7C-4EE2-981D-3B57D0DA89FF}" dt="2020-05-21T15:31:52.455" v="198" actId="2696"/>
          <pc:sldLayoutMkLst>
            <pc:docMk/>
            <pc:sldMasterMk cId="3877396151" sldId="2147483849"/>
            <pc:sldLayoutMk cId="1953932773" sldId="2147483873"/>
          </pc:sldLayoutMkLst>
        </pc:sldLayoutChg>
        <pc:sldLayoutChg chg="del">
          <pc:chgData name="Wang, Wei" userId="627587dd-935f-4f2b-a6c6-edd4e0dcbff5" providerId="ADAL" clId="{34139281-9F7C-4EE2-981D-3B57D0DA89FF}" dt="2020-05-21T15:31:52.457" v="199" actId="2696"/>
          <pc:sldLayoutMkLst>
            <pc:docMk/>
            <pc:sldMasterMk cId="3877396151" sldId="2147483849"/>
            <pc:sldLayoutMk cId="2795723551" sldId="2147483874"/>
          </pc:sldLayoutMkLst>
        </pc:sldLayoutChg>
        <pc:sldLayoutChg chg="del">
          <pc:chgData name="Wang, Wei" userId="627587dd-935f-4f2b-a6c6-edd4e0dcbff5" providerId="ADAL" clId="{34139281-9F7C-4EE2-981D-3B57D0DA89FF}" dt="2020-05-21T15:31:52.458" v="200" actId="2696"/>
          <pc:sldLayoutMkLst>
            <pc:docMk/>
            <pc:sldMasterMk cId="3877396151" sldId="2147483849"/>
            <pc:sldLayoutMk cId="3625183382" sldId="2147483875"/>
          </pc:sldLayoutMkLst>
        </pc:sldLayoutChg>
        <pc:sldLayoutChg chg="del">
          <pc:chgData name="Wang, Wei" userId="627587dd-935f-4f2b-a6c6-edd4e0dcbff5" providerId="ADAL" clId="{34139281-9F7C-4EE2-981D-3B57D0DA89FF}" dt="2020-05-21T15:31:52.459" v="201" actId="2696"/>
          <pc:sldLayoutMkLst>
            <pc:docMk/>
            <pc:sldMasterMk cId="3877396151" sldId="2147483849"/>
            <pc:sldLayoutMk cId="3754326233" sldId="2147483876"/>
          </pc:sldLayoutMkLst>
        </pc:sldLayoutChg>
        <pc:sldLayoutChg chg="del">
          <pc:chgData name="Wang, Wei" userId="627587dd-935f-4f2b-a6c6-edd4e0dcbff5" providerId="ADAL" clId="{34139281-9F7C-4EE2-981D-3B57D0DA89FF}" dt="2020-05-21T15:31:52.365" v="173" actId="2696"/>
          <pc:sldLayoutMkLst>
            <pc:docMk/>
            <pc:sldMasterMk cId="3877396151" sldId="2147483849"/>
            <pc:sldLayoutMk cId="1039443579" sldId="2147483993"/>
          </pc:sldLayoutMkLst>
        </pc:sldLayoutChg>
      </pc:sldMasterChg>
      <pc:sldMasterChg chg="delSldLayout">
        <pc:chgData name="Wang, Wei" userId="627587dd-935f-4f2b-a6c6-edd4e0dcbff5" providerId="ADAL" clId="{34139281-9F7C-4EE2-981D-3B57D0DA89FF}" dt="2020-05-21T15:31:50.657" v="109" actId="2696"/>
        <pc:sldMasterMkLst>
          <pc:docMk/>
          <pc:sldMasterMk cId="2027459739" sldId="2147483926"/>
        </pc:sldMasterMkLst>
        <pc:sldLayoutChg chg="del">
          <pc:chgData name="Wang, Wei" userId="627587dd-935f-4f2b-a6c6-edd4e0dcbff5" providerId="ADAL" clId="{34139281-9F7C-4EE2-981D-3B57D0DA89FF}" dt="2020-05-21T15:31:50.657" v="109" actId="2696"/>
          <pc:sldLayoutMkLst>
            <pc:docMk/>
            <pc:sldMasterMk cId="2027459739" sldId="2147483926"/>
            <pc:sldLayoutMk cId="1571272697" sldId="2147483992"/>
          </pc:sldLayoutMkLst>
        </pc:sldLayoutChg>
      </pc:sldMasterChg>
      <pc:sldMasterChg chg="delSldLayout">
        <pc:chgData name="Wang, Wei" userId="627587dd-935f-4f2b-a6c6-edd4e0dcbff5" providerId="ADAL" clId="{34139281-9F7C-4EE2-981D-3B57D0DA89FF}" dt="2020-05-21T15:31:52.143" v="163" actId="2696"/>
        <pc:sldMasterMkLst>
          <pc:docMk/>
          <pc:sldMasterMk cId="2216067138" sldId="2147483931"/>
        </pc:sldMasterMkLst>
        <pc:sldLayoutChg chg="del">
          <pc:chgData name="Wang, Wei" userId="627587dd-935f-4f2b-a6c6-edd4e0dcbff5" providerId="ADAL" clId="{34139281-9F7C-4EE2-981D-3B57D0DA89FF}" dt="2020-05-21T15:31:51.636" v="141" actId="2696"/>
          <pc:sldLayoutMkLst>
            <pc:docMk/>
            <pc:sldMasterMk cId="2216067138" sldId="2147483931"/>
            <pc:sldLayoutMk cId="3162750045" sldId="2147483996"/>
          </pc:sldLayoutMkLst>
        </pc:sldLayoutChg>
        <pc:sldLayoutChg chg="del">
          <pc:chgData name="Wang, Wei" userId="627587dd-935f-4f2b-a6c6-edd4e0dcbff5" providerId="ADAL" clId="{34139281-9F7C-4EE2-981D-3B57D0DA89FF}" dt="2020-05-21T15:31:52.143" v="163" actId="2696"/>
          <pc:sldLayoutMkLst>
            <pc:docMk/>
            <pc:sldMasterMk cId="2216067138" sldId="2147483931"/>
            <pc:sldLayoutMk cId="852366077" sldId="2147483997"/>
          </pc:sldLayoutMkLst>
        </pc:sldLayoutChg>
      </pc:sldMasterChg>
    </pc:docChg>
  </pc:docChgLst>
  <pc:docChgLst>
    <pc:chgData name="Wang, Wei" userId="627587dd-935f-4f2b-a6c6-edd4e0dcbff5" providerId="ADAL" clId="{9EE44303-CDE1-44C0-A2B4-CB0080077007}"/>
    <pc:docChg chg="delSld">
      <pc:chgData name="Wang, Wei" userId="627587dd-935f-4f2b-a6c6-edd4e0dcbff5" providerId="ADAL" clId="{9EE44303-CDE1-44C0-A2B4-CB0080077007}" dt="2024-04-25T17:22:08.424" v="0" actId="47"/>
      <pc:docMkLst>
        <pc:docMk/>
      </pc:docMkLst>
      <pc:sldChg chg="del">
        <pc:chgData name="Wang, Wei" userId="627587dd-935f-4f2b-a6c6-edd4e0dcbff5" providerId="ADAL" clId="{9EE44303-CDE1-44C0-A2B4-CB0080077007}" dt="2024-04-25T17:22:08.424" v="0" actId="47"/>
        <pc:sldMkLst>
          <pc:docMk/>
          <pc:sldMk cId="2373195931" sldId="3223"/>
        </pc:sldMkLst>
      </pc:sldChg>
      <pc:sldChg chg="del">
        <pc:chgData name="Wang, Wei" userId="627587dd-935f-4f2b-a6c6-edd4e0dcbff5" providerId="ADAL" clId="{9EE44303-CDE1-44C0-A2B4-CB0080077007}" dt="2024-04-25T17:22:08.424" v="0" actId="47"/>
        <pc:sldMkLst>
          <pc:docMk/>
          <pc:sldMk cId="877100948" sldId="3224"/>
        </pc:sldMkLst>
      </pc:sldChg>
      <pc:sldChg chg="del">
        <pc:chgData name="Wang, Wei" userId="627587dd-935f-4f2b-a6c6-edd4e0dcbff5" providerId="ADAL" clId="{9EE44303-CDE1-44C0-A2B4-CB0080077007}" dt="2024-04-25T17:22:08.424" v="0" actId="47"/>
        <pc:sldMkLst>
          <pc:docMk/>
          <pc:sldMk cId="1460641953" sldId="3226"/>
        </pc:sldMkLst>
      </pc:sldChg>
      <pc:sldChg chg="del">
        <pc:chgData name="Wang, Wei" userId="627587dd-935f-4f2b-a6c6-edd4e0dcbff5" providerId="ADAL" clId="{9EE44303-CDE1-44C0-A2B4-CB0080077007}" dt="2024-04-25T17:22:08.424" v="0" actId="47"/>
        <pc:sldMkLst>
          <pc:docMk/>
          <pc:sldMk cId="709152779" sldId="3227"/>
        </pc:sldMkLst>
      </pc:sldChg>
      <pc:sldChg chg="del">
        <pc:chgData name="Wang, Wei" userId="627587dd-935f-4f2b-a6c6-edd4e0dcbff5" providerId="ADAL" clId="{9EE44303-CDE1-44C0-A2B4-CB0080077007}" dt="2024-04-25T17:22:08.424" v="0" actId="47"/>
        <pc:sldMkLst>
          <pc:docMk/>
          <pc:sldMk cId="1157975152" sldId="3228"/>
        </pc:sldMkLst>
      </pc:sldChg>
      <pc:sldChg chg="del">
        <pc:chgData name="Wang, Wei" userId="627587dd-935f-4f2b-a6c6-edd4e0dcbff5" providerId="ADAL" clId="{9EE44303-CDE1-44C0-A2B4-CB0080077007}" dt="2024-04-25T17:22:08.424" v="0" actId="47"/>
        <pc:sldMkLst>
          <pc:docMk/>
          <pc:sldMk cId="654653082" sldId="3229"/>
        </pc:sldMkLst>
      </pc:sldChg>
      <pc:sldChg chg="del">
        <pc:chgData name="Wang, Wei" userId="627587dd-935f-4f2b-a6c6-edd4e0dcbff5" providerId="ADAL" clId="{9EE44303-CDE1-44C0-A2B4-CB0080077007}" dt="2024-04-25T17:22:08.424" v="0" actId="47"/>
        <pc:sldMkLst>
          <pc:docMk/>
          <pc:sldMk cId="3816839617" sldId="3230"/>
        </pc:sldMkLst>
      </pc:sldChg>
      <pc:sldChg chg="del">
        <pc:chgData name="Wang, Wei" userId="627587dd-935f-4f2b-a6c6-edd4e0dcbff5" providerId="ADAL" clId="{9EE44303-CDE1-44C0-A2B4-CB0080077007}" dt="2024-04-25T17:22:08.424" v="0" actId="47"/>
        <pc:sldMkLst>
          <pc:docMk/>
          <pc:sldMk cId="3155281055" sldId="3231"/>
        </pc:sldMkLst>
      </pc:sldChg>
      <pc:sldChg chg="del">
        <pc:chgData name="Wang, Wei" userId="627587dd-935f-4f2b-a6c6-edd4e0dcbff5" providerId="ADAL" clId="{9EE44303-CDE1-44C0-A2B4-CB0080077007}" dt="2024-04-25T17:22:08.424" v="0" actId="47"/>
        <pc:sldMkLst>
          <pc:docMk/>
          <pc:sldMk cId="509975017" sldId="3232"/>
        </pc:sldMkLst>
      </pc:sldChg>
      <pc:sldChg chg="del">
        <pc:chgData name="Wang, Wei" userId="627587dd-935f-4f2b-a6c6-edd4e0dcbff5" providerId="ADAL" clId="{9EE44303-CDE1-44C0-A2B4-CB0080077007}" dt="2024-04-25T17:22:08.424" v="0" actId="47"/>
        <pc:sldMkLst>
          <pc:docMk/>
          <pc:sldMk cId="1649909049" sldId="3233"/>
        </pc:sldMkLst>
      </pc:sldChg>
      <pc:sldChg chg="del">
        <pc:chgData name="Wang, Wei" userId="627587dd-935f-4f2b-a6c6-edd4e0dcbff5" providerId="ADAL" clId="{9EE44303-CDE1-44C0-A2B4-CB0080077007}" dt="2024-04-25T17:22:08.424" v="0" actId="47"/>
        <pc:sldMkLst>
          <pc:docMk/>
          <pc:sldMk cId="3548260843" sldId="3235"/>
        </pc:sldMkLst>
      </pc:sldChg>
      <pc:sldChg chg="del">
        <pc:chgData name="Wang, Wei" userId="627587dd-935f-4f2b-a6c6-edd4e0dcbff5" providerId="ADAL" clId="{9EE44303-CDE1-44C0-A2B4-CB0080077007}" dt="2024-04-25T17:22:08.424" v="0" actId="47"/>
        <pc:sldMkLst>
          <pc:docMk/>
          <pc:sldMk cId="763565562" sldId="3236"/>
        </pc:sldMkLst>
      </pc:sldChg>
    </pc:docChg>
  </pc:docChgLst>
  <pc:docChgLst>
    <pc:chgData name="Shust, Tatiana" userId="S::cstshustt@corp.jti.com::83f76e49-8fcc-4b3e-99fe-2ba8ae2bd8b0" providerId="AD" clId="Web-{A285038B-2BC7-0F21-7016-859258E89F61}"/>
    <pc:docChg chg="mod">
      <pc:chgData name="Shust, Tatiana" userId="S::cstshustt@corp.jti.com::83f76e49-8fcc-4b3e-99fe-2ba8ae2bd8b0" providerId="AD" clId="Web-{A285038B-2BC7-0F21-7016-859258E89F61}" dt="2022-06-20T15:10:38.861" v="0" actId="33475"/>
      <pc:docMkLst>
        <pc:docMk/>
      </pc:docMkLst>
    </pc:docChg>
  </pc:docChgLst>
  <pc:docChgLst>
    <pc:chgData name="Shust, Tatiana" userId="S::cstshustt@corp.jti.com::83f76e49-8fcc-4b3e-99fe-2ba8ae2bd8b0" providerId="AD" clId="Web-{9F3E4C40-02C2-CC67-B69B-50C7A50162F1}"/>
    <pc:docChg chg="modSld">
      <pc:chgData name="Shust, Tatiana" userId="S::cstshustt@corp.jti.com::83f76e49-8fcc-4b3e-99fe-2ba8ae2bd8b0" providerId="AD" clId="Web-{9F3E4C40-02C2-CC67-B69B-50C7A50162F1}" dt="2021-10-19T12:34:20.037" v="2" actId="1076"/>
      <pc:docMkLst>
        <pc:docMk/>
      </pc:docMkLst>
      <pc:sldChg chg="modSp">
        <pc:chgData name="Shust, Tatiana" userId="S::cstshustt@corp.jti.com::83f76e49-8fcc-4b3e-99fe-2ba8ae2bd8b0" providerId="AD" clId="Web-{9F3E4C40-02C2-CC67-B69B-50C7A50162F1}" dt="2021-10-19T12:34:20.037" v="2" actId="1076"/>
        <pc:sldMkLst>
          <pc:docMk/>
          <pc:sldMk cId="877100948" sldId="3224"/>
        </pc:sldMkLst>
        <pc:spChg chg="mod">
          <ac:chgData name="Shust, Tatiana" userId="S::cstshustt@corp.jti.com::83f76e49-8fcc-4b3e-99fe-2ba8ae2bd8b0" providerId="AD" clId="Web-{9F3E4C40-02C2-CC67-B69B-50C7A50162F1}" dt="2021-10-19T12:34:20.037" v="2" actId="1076"/>
          <ac:spMkLst>
            <pc:docMk/>
            <pc:sldMk cId="877100948" sldId="3224"/>
            <ac:spMk id="31" creationId="{3A066206-2B4F-45A4-888F-B544D183DBE7}"/>
          </ac:spMkLst>
        </pc:spChg>
        <pc:cxnChg chg="mod">
          <ac:chgData name="Shust, Tatiana" userId="S::cstshustt@corp.jti.com::83f76e49-8fcc-4b3e-99fe-2ba8ae2bd8b0" providerId="AD" clId="Web-{9F3E4C40-02C2-CC67-B69B-50C7A50162F1}" dt="2021-10-19T12:33:14.645" v="0" actId="1076"/>
          <ac:cxnSpMkLst>
            <pc:docMk/>
            <pc:sldMk cId="877100948" sldId="3224"/>
            <ac:cxnSpMk id="42" creationId="{44CFF805-EE25-4646-837F-0007D056268B}"/>
          </ac:cxnSpMkLst>
        </pc:cxnChg>
      </pc:sldChg>
    </pc:docChg>
  </pc:docChgLst>
  <pc:docChgLst>
    <pc:chgData name="Wang, Wei" userId="627587dd-935f-4f2b-a6c6-edd4e0dcbff5" providerId="ADAL" clId="{CA4E89E4-842A-4FC6-8E2B-51B2DA5662AB}"/>
    <pc:docChg chg="modSld">
      <pc:chgData name="Wang, Wei" userId="627587dd-935f-4f2b-a6c6-edd4e0dcbff5" providerId="ADAL" clId="{CA4E89E4-842A-4FC6-8E2B-51B2DA5662AB}" dt="2020-05-21T15:07:28.469" v="0"/>
      <pc:docMkLst>
        <pc:docMk/>
      </pc:docMkLst>
      <pc:sldChg chg="delCm">
        <pc:chgData name="Wang, Wei" userId="627587dd-935f-4f2b-a6c6-edd4e0dcbff5" providerId="ADAL" clId="{CA4E89E4-842A-4FC6-8E2B-51B2DA5662AB}" dt="2020-05-21T15:07:28.469" v="0"/>
        <pc:sldMkLst>
          <pc:docMk/>
          <pc:sldMk cId="3466899689" sldId="264"/>
        </pc:sldMkLst>
      </pc:sldChg>
      <pc:sldChg chg="delCm">
        <pc:chgData name="Wang, Wei" userId="627587dd-935f-4f2b-a6c6-edd4e0dcbff5" providerId="ADAL" clId="{CA4E89E4-842A-4FC6-8E2B-51B2DA5662AB}" dt="2020-05-21T15:07:28.469" v="0"/>
        <pc:sldMkLst>
          <pc:docMk/>
          <pc:sldMk cId="4032403608" sldId="2314"/>
        </pc:sldMkLst>
      </pc:sldChg>
      <pc:sldChg chg="delCm">
        <pc:chgData name="Wang, Wei" userId="627587dd-935f-4f2b-a6c6-edd4e0dcbff5" providerId="ADAL" clId="{CA4E89E4-842A-4FC6-8E2B-51B2DA5662AB}" dt="2020-05-21T15:07:28.469" v="0"/>
        <pc:sldMkLst>
          <pc:docMk/>
          <pc:sldMk cId="1848472487" sldId="2316"/>
        </pc:sldMkLst>
      </pc:sldChg>
      <pc:sldChg chg="delCm">
        <pc:chgData name="Wang, Wei" userId="627587dd-935f-4f2b-a6c6-edd4e0dcbff5" providerId="ADAL" clId="{CA4E89E4-842A-4FC6-8E2B-51B2DA5662AB}" dt="2020-05-21T15:07:28.469" v="0"/>
        <pc:sldMkLst>
          <pc:docMk/>
          <pc:sldMk cId="225359671" sldId="2317"/>
        </pc:sldMkLst>
      </pc:sldChg>
      <pc:sldChg chg="delCm">
        <pc:chgData name="Wang, Wei" userId="627587dd-935f-4f2b-a6c6-edd4e0dcbff5" providerId="ADAL" clId="{CA4E89E4-842A-4FC6-8E2B-51B2DA5662AB}" dt="2020-05-21T15:07:28.469" v="0"/>
        <pc:sldMkLst>
          <pc:docMk/>
          <pc:sldMk cId="3687469778" sldId="2537"/>
        </pc:sldMkLst>
      </pc:sldChg>
      <pc:sldChg chg="delCm">
        <pc:chgData name="Wang, Wei" userId="627587dd-935f-4f2b-a6c6-edd4e0dcbff5" providerId="ADAL" clId="{CA4E89E4-842A-4FC6-8E2B-51B2DA5662AB}" dt="2020-05-21T15:07:28.469" v="0"/>
        <pc:sldMkLst>
          <pc:docMk/>
          <pc:sldMk cId="656517287" sldId="2987"/>
        </pc:sldMkLst>
      </pc:sldChg>
      <pc:sldChg chg="delCm">
        <pc:chgData name="Wang, Wei" userId="627587dd-935f-4f2b-a6c6-edd4e0dcbff5" providerId="ADAL" clId="{CA4E89E4-842A-4FC6-8E2B-51B2DA5662AB}" dt="2020-05-21T15:07:28.469" v="0"/>
        <pc:sldMkLst>
          <pc:docMk/>
          <pc:sldMk cId="2823534408" sldId="2988"/>
        </pc:sldMkLst>
      </pc:sldChg>
      <pc:sldChg chg="delCm">
        <pc:chgData name="Wang, Wei" userId="627587dd-935f-4f2b-a6c6-edd4e0dcbff5" providerId="ADAL" clId="{CA4E89E4-842A-4FC6-8E2B-51B2DA5662AB}" dt="2020-05-21T15:07:28.469" v="0"/>
        <pc:sldMkLst>
          <pc:docMk/>
          <pc:sldMk cId="885568083" sldId="3044"/>
        </pc:sldMkLst>
      </pc:sldChg>
      <pc:sldChg chg="delCm">
        <pc:chgData name="Wang, Wei" userId="627587dd-935f-4f2b-a6c6-edd4e0dcbff5" providerId="ADAL" clId="{CA4E89E4-842A-4FC6-8E2B-51B2DA5662AB}" dt="2020-05-21T15:07:28.469" v="0"/>
        <pc:sldMkLst>
          <pc:docMk/>
          <pc:sldMk cId="2221406117" sldId="3051"/>
        </pc:sldMkLst>
      </pc:sldChg>
      <pc:sldChg chg="delCm">
        <pc:chgData name="Wang, Wei" userId="627587dd-935f-4f2b-a6c6-edd4e0dcbff5" providerId="ADAL" clId="{CA4E89E4-842A-4FC6-8E2B-51B2DA5662AB}" dt="2020-05-21T15:07:28.469" v="0"/>
        <pc:sldMkLst>
          <pc:docMk/>
          <pc:sldMk cId="2156271036" sldId="3180"/>
        </pc:sldMkLst>
      </pc:sldChg>
      <pc:sldChg chg="delCm">
        <pc:chgData name="Wang, Wei" userId="627587dd-935f-4f2b-a6c6-edd4e0dcbff5" providerId="ADAL" clId="{CA4E89E4-842A-4FC6-8E2B-51B2DA5662AB}" dt="2020-05-21T15:07:28.469" v="0"/>
        <pc:sldMkLst>
          <pc:docMk/>
          <pc:sldMk cId="1347930657" sldId="3190"/>
        </pc:sldMkLst>
      </pc:sldChg>
      <pc:sldChg chg="delCm">
        <pc:chgData name="Wang, Wei" userId="627587dd-935f-4f2b-a6c6-edd4e0dcbff5" providerId="ADAL" clId="{CA4E89E4-842A-4FC6-8E2B-51B2DA5662AB}" dt="2020-05-21T15:07:28.469" v="0"/>
        <pc:sldMkLst>
          <pc:docMk/>
          <pc:sldMk cId="1761783579" sldId="3192"/>
        </pc:sldMkLst>
      </pc:sldChg>
      <pc:sldChg chg="delCm">
        <pc:chgData name="Wang, Wei" userId="627587dd-935f-4f2b-a6c6-edd4e0dcbff5" providerId="ADAL" clId="{CA4E89E4-842A-4FC6-8E2B-51B2DA5662AB}" dt="2020-05-21T15:07:28.469" v="0"/>
        <pc:sldMkLst>
          <pc:docMk/>
          <pc:sldMk cId="4020754754" sldId="3213"/>
        </pc:sldMkLst>
      </pc:sldChg>
      <pc:sldChg chg="delCm">
        <pc:chgData name="Wang, Wei" userId="627587dd-935f-4f2b-a6c6-edd4e0dcbff5" providerId="ADAL" clId="{CA4E89E4-842A-4FC6-8E2B-51B2DA5662AB}" dt="2020-05-21T15:07:28.469" v="0"/>
        <pc:sldMkLst>
          <pc:docMk/>
          <pc:sldMk cId="2246022790" sldId="3215"/>
        </pc:sldMkLst>
      </pc:sldChg>
      <pc:sldChg chg="delCm">
        <pc:chgData name="Wang, Wei" userId="627587dd-935f-4f2b-a6c6-edd4e0dcbff5" providerId="ADAL" clId="{CA4E89E4-842A-4FC6-8E2B-51B2DA5662AB}" dt="2020-05-21T15:07:28.469" v="0"/>
        <pc:sldMkLst>
          <pc:docMk/>
          <pc:sldMk cId="2119841619" sldId="3216"/>
        </pc:sldMkLst>
      </pc:sldChg>
      <pc:sldChg chg="delCm">
        <pc:chgData name="Wang, Wei" userId="627587dd-935f-4f2b-a6c6-edd4e0dcbff5" providerId="ADAL" clId="{CA4E89E4-842A-4FC6-8E2B-51B2DA5662AB}" dt="2020-05-21T15:07:28.469" v="0"/>
        <pc:sldMkLst>
          <pc:docMk/>
          <pc:sldMk cId="3408671469" sldId="3219"/>
        </pc:sldMkLst>
      </pc:sldChg>
      <pc:sldChg chg="delCm">
        <pc:chgData name="Wang, Wei" userId="627587dd-935f-4f2b-a6c6-edd4e0dcbff5" providerId="ADAL" clId="{CA4E89E4-842A-4FC6-8E2B-51B2DA5662AB}" dt="2020-05-21T15:07:28.469" v="0"/>
        <pc:sldMkLst>
          <pc:docMk/>
          <pc:sldMk cId="1460641953" sldId="3226"/>
        </pc:sldMkLst>
      </pc:sldChg>
      <pc:sldChg chg="delCm">
        <pc:chgData name="Wang, Wei" userId="627587dd-935f-4f2b-a6c6-edd4e0dcbff5" providerId="ADAL" clId="{CA4E89E4-842A-4FC6-8E2B-51B2DA5662AB}" dt="2020-05-21T15:07:28.469" v="0"/>
        <pc:sldMkLst>
          <pc:docMk/>
          <pc:sldMk cId="709152779" sldId="3227"/>
        </pc:sldMkLst>
      </pc:sldChg>
      <pc:sldChg chg="delCm">
        <pc:chgData name="Wang, Wei" userId="627587dd-935f-4f2b-a6c6-edd4e0dcbff5" providerId="ADAL" clId="{CA4E89E4-842A-4FC6-8E2B-51B2DA5662AB}" dt="2020-05-21T15:07:28.469" v="0"/>
        <pc:sldMkLst>
          <pc:docMk/>
          <pc:sldMk cId="1984202630" sldId="3241"/>
        </pc:sldMkLst>
      </pc:sldChg>
      <pc:sldChg chg="delCm">
        <pc:chgData name="Wang, Wei" userId="627587dd-935f-4f2b-a6c6-edd4e0dcbff5" providerId="ADAL" clId="{CA4E89E4-842A-4FC6-8E2B-51B2DA5662AB}" dt="2020-05-21T15:07:28.469" v="0"/>
        <pc:sldMkLst>
          <pc:docMk/>
          <pc:sldMk cId="3318895836" sldId="3246"/>
        </pc:sldMkLst>
      </pc:sldChg>
      <pc:sldChg chg="delCm">
        <pc:chgData name="Wang, Wei" userId="627587dd-935f-4f2b-a6c6-edd4e0dcbff5" providerId="ADAL" clId="{CA4E89E4-842A-4FC6-8E2B-51B2DA5662AB}" dt="2020-05-21T15:07:28.469" v="0"/>
        <pc:sldMkLst>
          <pc:docMk/>
          <pc:sldMk cId="410940375" sldId="3247"/>
        </pc:sldMkLst>
      </pc:sldChg>
      <pc:sldChg chg="delCm">
        <pc:chgData name="Wang, Wei" userId="627587dd-935f-4f2b-a6c6-edd4e0dcbff5" providerId="ADAL" clId="{CA4E89E4-842A-4FC6-8E2B-51B2DA5662AB}" dt="2020-05-21T15:07:28.469" v="0"/>
        <pc:sldMkLst>
          <pc:docMk/>
          <pc:sldMk cId="4163159633" sldId="3249"/>
        </pc:sldMkLst>
      </pc:sldChg>
      <pc:sldChg chg="delCm">
        <pc:chgData name="Wang, Wei" userId="627587dd-935f-4f2b-a6c6-edd4e0dcbff5" providerId="ADAL" clId="{CA4E89E4-842A-4FC6-8E2B-51B2DA5662AB}" dt="2020-05-21T15:07:28.469" v="0"/>
        <pc:sldMkLst>
          <pc:docMk/>
          <pc:sldMk cId="1954399707" sldId="3252"/>
        </pc:sldMkLst>
      </pc:sldChg>
      <pc:sldChg chg="delCm">
        <pc:chgData name="Wang, Wei" userId="627587dd-935f-4f2b-a6c6-edd4e0dcbff5" providerId="ADAL" clId="{CA4E89E4-842A-4FC6-8E2B-51B2DA5662AB}" dt="2020-05-21T15:07:28.469" v="0"/>
        <pc:sldMkLst>
          <pc:docMk/>
          <pc:sldMk cId="3626943776" sldId="3254"/>
        </pc:sldMkLst>
      </pc:sldChg>
      <pc:sldChg chg="delCm">
        <pc:chgData name="Wang, Wei" userId="627587dd-935f-4f2b-a6c6-edd4e0dcbff5" providerId="ADAL" clId="{CA4E89E4-842A-4FC6-8E2B-51B2DA5662AB}" dt="2020-05-21T15:07:28.469" v="0"/>
        <pc:sldMkLst>
          <pc:docMk/>
          <pc:sldMk cId="924062676" sldId="3257"/>
        </pc:sldMkLst>
      </pc:sldChg>
      <pc:sldChg chg="delCm">
        <pc:chgData name="Wang, Wei" userId="627587dd-935f-4f2b-a6c6-edd4e0dcbff5" providerId="ADAL" clId="{CA4E89E4-842A-4FC6-8E2B-51B2DA5662AB}" dt="2020-05-21T15:07:28.469" v="0"/>
        <pc:sldMkLst>
          <pc:docMk/>
          <pc:sldMk cId="1768402278" sldId="3258"/>
        </pc:sldMkLst>
      </pc:sldChg>
      <pc:sldChg chg="delCm">
        <pc:chgData name="Wang, Wei" userId="627587dd-935f-4f2b-a6c6-edd4e0dcbff5" providerId="ADAL" clId="{CA4E89E4-842A-4FC6-8E2B-51B2DA5662AB}" dt="2020-05-21T15:07:28.469" v="0"/>
        <pc:sldMkLst>
          <pc:docMk/>
          <pc:sldMk cId="3234899859" sldId="3260"/>
        </pc:sldMkLst>
      </pc:sldChg>
      <pc:sldChg chg="delCm">
        <pc:chgData name="Wang, Wei" userId="627587dd-935f-4f2b-a6c6-edd4e0dcbff5" providerId="ADAL" clId="{CA4E89E4-842A-4FC6-8E2B-51B2DA5662AB}" dt="2020-05-21T15:07:28.469" v="0"/>
        <pc:sldMkLst>
          <pc:docMk/>
          <pc:sldMk cId="3066737904" sldId="3261"/>
        </pc:sldMkLst>
      </pc:sldChg>
      <pc:sldChg chg="delCm">
        <pc:chgData name="Wang, Wei" userId="627587dd-935f-4f2b-a6c6-edd4e0dcbff5" providerId="ADAL" clId="{CA4E89E4-842A-4FC6-8E2B-51B2DA5662AB}" dt="2020-05-21T15:07:28.469" v="0"/>
        <pc:sldMkLst>
          <pc:docMk/>
          <pc:sldMk cId="1346862001" sldId="3263"/>
        </pc:sldMkLst>
      </pc:sldChg>
      <pc:sldChg chg="delCm">
        <pc:chgData name="Wang, Wei" userId="627587dd-935f-4f2b-a6c6-edd4e0dcbff5" providerId="ADAL" clId="{CA4E89E4-842A-4FC6-8E2B-51B2DA5662AB}" dt="2020-05-21T15:07:28.469" v="0"/>
        <pc:sldMkLst>
          <pc:docMk/>
          <pc:sldMk cId="3108903484" sldId="3277"/>
        </pc:sldMkLst>
      </pc:sldChg>
      <pc:sldChg chg="delCm">
        <pc:chgData name="Wang, Wei" userId="627587dd-935f-4f2b-a6c6-edd4e0dcbff5" providerId="ADAL" clId="{CA4E89E4-842A-4FC6-8E2B-51B2DA5662AB}" dt="2020-05-21T15:07:28.469" v="0"/>
        <pc:sldMkLst>
          <pc:docMk/>
          <pc:sldMk cId="1068174136" sldId="3279"/>
        </pc:sldMkLst>
      </pc:sldChg>
      <pc:sldChg chg="delCm">
        <pc:chgData name="Wang, Wei" userId="627587dd-935f-4f2b-a6c6-edd4e0dcbff5" providerId="ADAL" clId="{CA4E89E4-842A-4FC6-8E2B-51B2DA5662AB}" dt="2020-05-21T15:07:28.469" v="0"/>
        <pc:sldMkLst>
          <pc:docMk/>
          <pc:sldMk cId="1016294463" sldId="3280"/>
        </pc:sldMkLst>
      </pc:sldChg>
      <pc:sldChg chg="delCm">
        <pc:chgData name="Wang, Wei" userId="627587dd-935f-4f2b-a6c6-edd4e0dcbff5" providerId="ADAL" clId="{CA4E89E4-842A-4FC6-8E2B-51B2DA5662AB}" dt="2020-05-21T15:07:28.469" v="0"/>
        <pc:sldMkLst>
          <pc:docMk/>
          <pc:sldMk cId="2375318970" sldId="3281"/>
        </pc:sldMkLst>
      </pc:sldChg>
      <pc:sldChg chg="delCm">
        <pc:chgData name="Wang, Wei" userId="627587dd-935f-4f2b-a6c6-edd4e0dcbff5" providerId="ADAL" clId="{CA4E89E4-842A-4FC6-8E2B-51B2DA5662AB}" dt="2020-05-21T15:07:28.469" v="0"/>
        <pc:sldMkLst>
          <pc:docMk/>
          <pc:sldMk cId="3139898537" sldId="3282"/>
        </pc:sldMkLst>
      </pc:sldChg>
      <pc:sldChg chg="delCm">
        <pc:chgData name="Wang, Wei" userId="627587dd-935f-4f2b-a6c6-edd4e0dcbff5" providerId="ADAL" clId="{CA4E89E4-842A-4FC6-8E2B-51B2DA5662AB}" dt="2020-05-21T15:07:28.469" v="0"/>
        <pc:sldMkLst>
          <pc:docMk/>
          <pc:sldMk cId="3981214641" sldId="3284"/>
        </pc:sldMkLst>
      </pc:sldChg>
      <pc:sldChg chg="delCm">
        <pc:chgData name="Wang, Wei" userId="627587dd-935f-4f2b-a6c6-edd4e0dcbff5" providerId="ADAL" clId="{CA4E89E4-842A-4FC6-8E2B-51B2DA5662AB}" dt="2020-05-21T15:07:28.469" v="0"/>
        <pc:sldMkLst>
          <pc:docMk/>
          <pc:sldMk cId="3197551137" sldId="3287"/>
        </pc:sldMkLst>
      </pc:sldChg>
      <pc:sldChg chg="delCm">
        <pc:chgData name="Wang, Wei" userId="627587dd-935f-4f2b-a6c6-edd4e0dcbff5" providerId="ADAL" clId="{CA4E89E4-842A-4FC6-8E2B-51B2DA5662AB}" dt="2020-05-21T15:07:28.469" v="0"/>
        <pc:sldMkLst>
          <pc:docMk/>
          <pc:sldMk cId="864121547" sldId="3291"/>
        </pc:sldMkLst>
      </pc:sldChg>
      <pc:sldChg chg="delCm">
        <pc:chgData name="Wang, Wei" userId="627587dd-935f-4f2b-a6c6-edd4e0dcbff5" providerId="ADAL" clId="{CA4E89E4-842A-4FC6-8E2B-51B2DA5662AB}" dt="2020-05-21T15:07:28.469" v="0"/>
        <pc:sldMkLst>
          <pc:docMk/>
          <pc:sldMk cId="929812060" sldId="3294"/>
        </pc:sldMkLst>
      </pc:sldChg>
      <pc:sldChg chg="delCm">
        <pc:chgData name="Wang, Wei" userId="627587dd-935f-4f2b-a6c6-edd4e0dcbff5" providerId="ADAL" clId="{CA4E89E4-842A-4FC6-8E2B-51B2DA5662AB}" dt="2020-05-21T15:07:28.469" v="0"/>
        <pc:sldMkLst>
          <pc:docMk/>
          <pc:sldMk cId="1479512413" sldId="3295"/>
        </pc:sldMkLst>
      </pc:sldChg>
      <pc:sldChg chg="delCm">
        <pc:chgData name="Wang, Wei" userId="627587dd-935f-4f2b-a6c6-edd4e0dcbff5" providerId="ADAL" clId="{CA4E89E4-842A-4FC6-8E2B-51B2DA5662AB}" dt="2020-05-21T15:07:28.469" v="0"/>
        <pc:sldMkLst>
          <pc:docMk/>
          <pc:sldMk cId="3156802134" sldId="3297"/>
        </pc:sldMkLst>
      </pc:sldChg>
      <pc:sldChg chg="delCm">
        <pc:chgData name="Wang, Wei" userId="627587dd-935f-4f2b-a6c6-edd4e0dcbff5" providerId="ADAL" clId="{CA4E89E4-842A-4FC6-8E2B-51B2DA5662AB}" dt="2020-05-21T15:07:28.469" v="0"/>
        <pc:sldMkLst>
          <pc:docMk/>
          <pc:sldMk cId="2813254392" sldId="3300"/>
        </pc:sldMkLst>
      </pc:sldChg>
      <pc:sldChg chg="delCm">
        <pc:chgData name="Wang, Wei" userId="627587dd-935f-4f2b-a6c6-edd4e0dcbff5" providerId="ADAL" clId="{CA4E89E4-842A-4FC6-8E2B-51B2DA5662AB}" dt="2020-05-21T15:07:28.469" v="0"/>
        <pc:sldMkLst>
          <pc:docMk/>
          <pc:sldMk cId="1312951834" sldId="3306"/>
        </pc:sldMkLst>
      </pc:sldChg>
      <pc:sldChg chg="delCm">
        <pc:chgData name="Wang, Wei" userId="627587dd-935f-4f2b-a6c6-edd4e0dcbff5" providerId="ADAL" clId="{CA4E89E4-842A-4FC6-8E2B-51B2DA5662AB}" dt="2020-05-21T15:07:28.469" v="0"/>
        <pc:sldMkLst>
          <pc:docMk/>
          <pc:sldMk cId="4262673835" sldId="3314"/>
        </pc:sldMkLst>
      </pc:sldChg>
      <pc:sldChg chg="delCm">
        <pc:chgData name="Wang, Wei" userId="627587dd-935f-4f2b-a6c6-edd4e0dcbff5" providerId="ADAL" clId="{CA4E89E4-842A-4FC6-8E2B-51B2DA5662AB}" dt="2020-05-21T15:07:28.469" v="0"/>
        <pc:sldMkLst>
          <pc:docMk/>
          <pc:sldMk cId="2777060430" sldId="3320"/>
        </pc:sldMkLst>
      </pc:sldChg>
      <pc:sldChg chg="delCm">
        <pc:chgData name="Wang, Wei" userId="627587dd-935f-4f2b-a6c6-edd4e0dcbff5" providerId="ADAL" clId="{CA4E89E4-842A-4FC6-8E2B-51B2DA5662AB}" dt="2020-05-21T15:07:28.469" v="0"/>
        <pc:sldMkLst>
          <pc:docMk/>
          <pc:sldMk cId="1945554767" sldId="3321"/>
        </pc:sldMkLst>
      </pc:sldChg>
      <pc:sldChg chg="delCm">
        <pc:chgData name="Wang, Wei" userId="627587dd-935f-4f2b-a6c6-edd4e0dcbff5" providerId="ADAL" clId="{CA4E89E4-842A-4FC6-8E2B-51B2DA5662AB}" dt="2020-05-21T15:07:28.469" v="0"/>
        <pc:sldMkLst>
          <pc:docMk/>
          <pc:sldMk cId="1291678737" sldId="3331"/>
        </pc:sldMkLst>
      </pc:sldChg>
      <pc:sldChg chg="delCm">
        <pc:chgData name="Wang, Wei" userId="627587dd-935f-4f2b-a6c6-edd4e0dcbff5" providerId="ADAL" clId="{CA4E89E4-842A-4FC6-8E2B-51B2DA5662AB}" dt="2020-05-21T15:07:28.469" v="0"/>
        <pc:sldMkLst>
          <pc:docMk/>
          <pc:sldMk cId="3148421959" sldId="3332"/>
        </pc:sldMkLst>
      </pc:sldChg>
      <pc:sldChg chg="delCm">
        <pc:chgData name="Wang, Wei" userId="627587dd-935f-4f2b-a6c6-edd4e0dcbff5" providerId="ADAL" clId="{CA4E89E4-842A-4FC6-8E2B-51B2DA5662AB}" dt="2020-05-21T15:07:28.469" v="0"/>
        <pc:sldMkLst>
          <pc:docMk/>
          <pc:sldMk cId="3111119971" sldId="3334"/>
        </pc:sldMkLst>
      </pc:sldChg>
      <pc:sldChg chg="delCm">
        <pc:chgData name="Wang, Wei" userId="627587dd-935f-4f2b-a6c6-edd4e0dcbff5" providerId="ADAL" clId="{CA4E89E4-842A-4FC6-8E2B-51B2DA5662AB}" dt="2020-05-21T15:07:28.469" v="0"/>
        <pc:sldMkLst>
          <pc:docMk/>
          <pc:sldMk cId="2195433763" sldId="3354"/>
        </pc:sldMkLst>
      </pc:sldChg>
      <pc:sldChg chg="delCm">
        <pc:chgData name="Wang, Wei" userId="627587dd-935f-4f2b-a6c6-edd4e0dcbff5" providerId="ADAL" clId="{CA4E89E4-842A-4FC6-8E2B-51B2DA5662AB}" dt="2020-05-21T15:07:28.469" v="0"/>
        <pc:sldMkLst>
          <pc:docMk/>
          <pc:sldMk cId="1004978973" sldId="3383"/>
        </pc:sldMkLst>
      </pc:sldChg>
      <pc:sldChg chg="delCm">
        <pc:chgData name="Wang, Wei" userId="627587dd-935f-4f2b-a6c6-edd4e0dcbff5" providerId="ADAL" clId="{CA4E89E4-842A-4FC6-8E2B-51B2DA5662AB}" dt="2020-05-21T15:07:28.469" v="0"/>
        <pc:sldMkLst>
          <pc:docMk/>
          <pc:sldMk cId="3510057645" sldId="3392"/>
        </pc:sldMkLst>
      </pc:sldChg>
      <pc:sldChg chg="delCm">
        <pc:chgData name="Wang, Wei" userId="627587dd-935f-4f2b-a6c6-edd4e0dcbff5" providerId="ADAL" clId="{CA4E89E4-842A-4FC6-8E2B-51B2DA5662AB}" dt="2020-05-21T15:07:28.469" v="0"/>
        <pc:sldMkLst>
          <pc:docMk/>
          <pc:sldMk cId="3242740702" sldId="3393"/>
        </pc:sldMkLst>
      </pc:sldChg>
      <pc:sldChg chg="delCm">
        <pc:chgData name="Wang, Wei" userId="627587dd-935f-4f2b-a6c6-edd4e0dcbff5" providerId="ADAL" clId="{CA4E89E4-842A-4FC6-8E2B-51B2DA5662AB}" dt="2020-05-21T15:07:28.469" v="0"/>
        <pc:sldMkLst>
          <pc:docMk/>
          <pc:sldMk cId="947442939" sldId="3395"/>
        </pc:sldMkLst>
      </pc:sldChg>
      <pc:sldChg chg="delCm">
        <pc:chgData name="Wang, Wei" userId="627587dd-935f-4f2b-a6c6-edd4e0dcbff5" providerId="ADAL" clId="{CA4E89E4-842A-4FC6-8E2B-51B2DA5662AB}" dt="2020-05-21T15:07:28.469" v="0"/>
        <pc:sldMkLst>
          <pc:docMk/>
          <pc:sldMk cId="3504699625" sldId="3396"/>
        </pc:sldMkLst>
      </pc:sldChg>
      <pc:sldChg chg="delCm">
        <pc:chgData name="Wang, Wei" userId="627587dd-935f-4f2b-a6c6-edd4e0dcbff5" providerId="ADAL" clId="{CA4E89E4-842A-4FC6-8E2B-51B2DA5662AB}" dt="2020-05-21T15:07:28.469" v="0"/>
        <pc:sldMkLst>
          <pc:docMk/>
          <pc:sldMk cId="328478141" sldId="3397"/>
        </pc:sldMkLst>
      </pc:sldChg>
      <pc:sldChg chg="delCm">
        <pc:chgData name="Wang, Wei" userId="627587dd-935f-4f2b-a6c6-edd4e0dcbff5" providerId="ADAL" clId="{CA4E89E4-842A-4FC6-8E2B-51B2DA5662AB}" dt="2020-05-21T15:07:28.469" v="0"/>
        <pc:sldMkLst>
          <pc:docMk/>
          <pc:sldMk cId="1157161006" sldId="3398"/>
        </pc:sldMkLst>
      </pc:sldChg>
      <pc:sldChg chg="delCm">
        <pc:chgData name="Wang, Wei" userId="627587dd-935f-4f2b-a6c6-edd4e0dcbff5" providerId="ADAL" clId="{CA4E89E4-842A-4FC6-8E2B-51B2DA5662AB}" dt="2020-05-21T15:07:28.469" v="0"/>
        <pc:sldMkLst>
          <pc:docMk/>
          <pc:sldMk cId="2824584400" sldId="3399"/>
        </pc:sldMkLst>
      </pc:sldChg>
      <pc:sldChg chg="delCm">
        <pc:chgData name="Wang, Wei" userId="627587dd-935f-4f2b-a6c6-edd4e0dcbff5" providerId="ADAL" clId="{CA4E89E4-842A-4FC6-8E2B-51B2DA5662AB}" dt="2020-05-21T15:07:28.469" v="0"/>
        <pc:sldMkLst>
          <pc:docMk/>
          <pc:sldMk cId="3420566958" sldId="3400"/>
        </pc:sldMkLst>
      </pc:sldChg>
      <pc:sldChg chg="delCm">
        <pc:chgData name="Wang, Wei" userId="627587dd-935f-4f2b-a6c6-edd4e0dcbff5" providerId="ADAL" clId="{CA4E89E4-842A-4FC6-8E2B-51B2DA5662AB}" dt="2020-05-21T15:07:28.469" v="0"/>
        <pc:sldMkLst>
          <pc:docMk/>
          <pc:sldMk cId="4176833171" sldId="34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3</a:t>
            </a:fld>
            <a:endParaRPr lang="en-GB"/>
          </a:p>
        </p:txBody>
      </p:sp>
    </p:spTree>
    <p:extLst>
      <p:ext uri="{BB962C8B-B14F-4D97-AF65-F5344CB8AC3E}">
        <p14:creationId xmlns:p14="http://schemas.microsoft.com/office/powerpoint/2010/main" val="2671814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4</a:t>
            </a:fld>
            <a:endParaRPr lang="en-GB"/>
          </a:p>
        </p:txBody>
      </p:sp>
    </p:spTree>
    <p:extLst>
      <p:ext uri="{BB962C8B-B14F-4D97-AF65-F5344CB8AC3E}">
        <p14:creationId xmlns:p14="http://schemas.microsoft.com/office/powerpoint/2010/main" val="3801681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9</a:t>
            </a:fld>
            <a:endParaRPr lang="en-GB"/>
          </a:p>
        </p:txBody>
      </p:sp>
    </p:spTree>
    <p:extLst>
      <p:ext uri="{BB962C8B-B14F-4D97-AF65-F5344CB8AC3E}">
        <p14:creationId xmlns:p14="http://schemas.microsoft.com/office/powerpoint/2010/main" val="365254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microsoft.com/office/2007/relationships/hdphoto" Target="../media/hdphoto3.wdp"/><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3.png"/><Relationship Id="rId5" Type="http://schemas.microsoft.com/office/2007/relationships/hdphoto" Target="../media/hdphoto2.wdp"/><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microsoft.com/office/2007/relationships/hdphoto" Target="../media/hdphoto4.wdp"/><Relationship Id="rId5" Type="http://schemas.openxmlformats.org/officeDocument/2006/relationships/image" Target="../media/image17.png"/><Relationship Id="rId4" Type="http://schemas.microsoft.com/office/2007/relationships/hdphoto" Target="../media/hdphoto1.wdp"/><Relationship Id="rId9" Type="http://schemas.microsoft.com/office/2007/relationships/hdphoto" Target="../media/hdphoto3.wdp"/></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microsoft.com/office/2007/relationships/hdphoto" Target="../media/hdphoto5.wdp"/><Relationship Id="rId7" Type="http://schemas.microsoft.com/office/2007/relationships/hdphoto" Target="../media/hdphoto7.wdp"/><Relationship Id="rId2" Type="http://schemas.openxmlformats.org/officeDocument/2006/relationships/image" Target="../media/image19.png"/><Relationship Id="rId1" Type="http://schemas.openxmlformats.org/officeDocument/2006/relationships/slideLayout" Target="../slideLayouts/slideLayout6.xml"/><Relationship Id="rId6" Type="http://schemas.openxmlformats.org/officeDocument/2006/relationships/image" Target="../media/image21.png"/><Relationship Id="rId5" Type="http://schemas.microsoft.com/office/2007/relationships/hdphoto" Target="../media/hdphoto6.wdp"/><Relationship Id="rId4" Type="http://schemas.openxmlformats.org/officeDocument/2006/relationships/image" Target="../media/image20.png"/><Relationship Id="rId9" Type="http://schemas.microsoft.com/office/2007/relationships/hdphoto" Target="../media/hdphoto8.wdp"/></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27.png"/><Relationship Id="rId5" Type="http://schemas.microsoft.com/office/2007/relationships/hdphoto" Target="../media/hdphoto9.wdp"/><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095"/>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Execution (BSC) </a:t>
            </a:r>
          </a:p>
        </p:txBody>
      </p:sp>
      <p:sp>
        <p:nvSpPr>
          <p:cNvPr id="40" name="Rounded Rectangle 39"/>
          <p:cNvSpPr/>
          <p:nvPr/>
        </p:nvSpPr>
        <p:spPr>
          <a:xfrm>
            <a:off x="3281078" y="1399526"/>
            <a:ext cx="609852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charset="0"/>
                <a:ea typeface="+mn-ea"/>
                <a:cs typeface="Arial" charset="0"/>
              </a:rPr>
              <a:t>Period End Closing Key Process Areas and New Period End Checks</a:t>
            </a:r>
          </a:p>
        </p:txBody>
      </p:sp>
      <p:sp>
        <p:nvSpPr>
          <p:cNvPr id="41" name="Rounded Rectangle 40"/>
          <p:cNvSpPr/>
          <p:nvPr/>
        </p:nvSpPr>
        <p:spPr>
          <a:xfrm>
            <a:off x="673313"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Lease Accounting and Period End Closing</a:t>
            </a:r>
          </a:p>
        </p:txBody>
      </p:sp>
      <p:sp>
        <p:nvSpPr>
          <p:cNvPr id="22" name="Rounded Rectangle 40">
            <a:extLst>
              <a:ext uri="{FF2B5EF4-FFF2-40B4-BE49-F238E27FC236}">
                <a16:creationId xmlns:a16="http://schemas.microsoft.com/office/drawing/2014/main" id="{091BB016-E8F1-4AAD-AF98-88E474CD8BB2}"/>
              </a:ext>
            </a:extLst>
          </p:cNvPr>
          <p:cNvSpPr/>
          <p:nvPr/>
        </p:nvSpPr>
        <p:spPr>
          <a:xfrm>
            <a:off x="673313"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Period End Closing for Accruals and Recurring Entries</a:t>
            </a:r>
          </a:p>
        </p:txBody>
      </p:sp>
      <p:sp>
        <p:nvSpPr>
          <p:cNvPr id="23" name="Rounded Rectangle 40">
            <a:extLst>
              <a:ext uri="{FF2B5EF4-FFF2-40B4-BE49-F238E27FC236}">
                <a16:creationId xmlns:a16="http://schemas.microsoft.com/office/drawing/2014/main" id="{205DE5C2-7760-4191-BCD4-8195DDE0BF39}"/>
              </a:ext>
            </a:extLst>
          </p:cNvPr>
          <p:cNvSpPr/>
          <p:nvPr/>
        </p:nvSpPr>
        <p:spPr>
          <a:xfrm>
            <a:off x="673313"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Asset Accounting Closing Activities</a:t>
            </a:r>
          </a:p>
        </p:txBody>
      </p:sp>
      <p:sp>
        <p:nvSpPr>
          <p:cNvPr id="24" name="Rounded Rectangle 40">
            <a:extLst>
              <a:ext uri="{FF2B5EF4-FFF2-40B4-BE49-F238E27FC236}">
                <a16:creationId xmlns:a16="http://schemas.microsoft.com/office/drawing/2014/main" id="{8FFA192F-87C5-48EB-9C2E-BEAA28CDE5C6}"/>
              </a:ext>
            </a:extLst>
          </p:cNvPr>
          <p:cNvSpPr/>
          <p:nvPr/>
        </p:nvSpPr>
        <p:spPr>
          <a:xfrm>
            <a:off x="673313" y="4959561"/>
            <a:ext cx="4944971"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GR/IR Closing Activities</a:t>
            </a:r>
          </a:p>
        </p:txBody>
      </p:sp>
      <p:sp>
        <p:nvSpPr>
          <p:cNvPr id="25" name="Rounded Rectangle 40">
            <a:extLst>
              <a:ext uri="{FF2B5EF4-FFF2-40B4-BE49-F238E27FC236}">
                <a16:creationId xmlns:a16="http://schemas.microsoft.com/office/drawing/2014/main" id="{E379EF69-99DA-4912-A17E-41FCD589B730}"/>
              </a:ext>
            </a:extLst>
          </p:cNvPr>
          <p:cNvSpPr/>
          <p:nvPr/>
        </p:nvSpPr>
        <p:spPr>
          <a:xfrm>
            <a:off x="673313"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Automatic Clearing of LSC</a:t>
            </a:r>
            <a:r>
              <a:rPr lang="en-GB" sz="1400" i="1" baseline="30000">
                <a:solidFill>
                  <a:srgbClr val="FF0000"/>
                </a:solidFill>
                <a:latin typeface="Arial" charset="0"/>
                <a:cs typeface="Arial" charset="0"/>
              </a:rPr>
              <a:t>1)</a:t>
            </a:r>
            <a:r>
              <a:rPr lang="en-GB" sz="1400" b="1">
                <a:solidFill>
                  <a:srgbClr val="FFFFFF"/>
                </a:solidFill>
                <a:latin typeface="Arial" charset="0"/>
                <a:cs typeface="Arial" charset="0"/>
              </a:rPr>
              <a:t> Accounts</a:t>
            </a:r>
          </a:p>
        </p:txBody>
      </p:sp>
      <p:sp>
        <p:nvSpPr>
          <p:cNvPr id="26" name="Rounded Rectangle 40">
            <a:extLst>
              <a:ext uri="{FF2B5EF4-FFF2-40B4-BE49-F238E27FC236}">
                <a16:creationId xmlns:a16="http://schemas.microsoft.com/office/drawing/2014/main" id="{4329EBC2-8992-4195-8E13-999726E21761}"/>
              </a:ext>
            </a:extLst>
          </p:cNvPr>
          <p:cNvSpPr/>
          <p:nvPr/>
        </p:nvSpPr>
        <p:spPr>
          <a:xfrm>
            <a:off x="6695134"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Cost Management Closing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Rounded Rectangle 40">
            <a:extLst>
              <a:ext uri="{FF2B5EF4-FFF2-40B4-BE49-F238E27FC236}">
                <a16:creationId xmlns:a16="http://schemas.microsoft.com/office/drawing/2014/main" id="{478B7F94-42EC-425F-9F47-5A42225822AD}"/>
              </a:ext>
            </a:extLst>
          </p:cNvPr>
          <p:cNvSpPr/>
          <p:nvPr/>
        </p:nvSpPr>
        <p:spPr>
          <a:xfrm>
            <a:off x="6695134"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Period End Data Checks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Rounded Rectangle 40">
            <a:extLst>
              <a:ext uri="{FF2B5EF4-FFF2-40B4-BE49-F238E27FC236}">
                <a16:creationId xmlns:a16="http://schemas.microsoft.com/office/drawing/2014/main" id="{1C57AD5B-BBB5-4766-909A-B0F414925B5B}"/>
              </a:ext>
            </a:extLst>
          </p:cNvPr>
          <p:cNvSpPr/>
          <p:nvPr/>
        </p:nvSpPr>
        <p:spPr>
          <a:xfrm>
            <a:off x="6695134"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VAT Clearing and Reporting</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Rounded Rectangle 40">
            <a:extLst>
              <a:ext uri="{FF2B5EF4-FFF2-40B4-BE49-F238E27FC236}">
                <a16:creationId xmlns:a16="http://schemas.microsoft.com/office/drawing/2014/main" id="{D796FE03-AABA-4EB3-BA42-BC9F43C15FD3}"/>
              </a:ext>
            </a:extLst>
          </p:cNvPr>
          <p:cNvSpPr/>
          <p:nvPr/>
        </p:nvSpPr>
        <p:spPr>
          <a:xfrm>
            <a:off x="6695134"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Material Ledger Closing (Non-GSC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ounded Rectangle 40">
            <a:extLst>
              <a:ext uri="{FF2B5EF4-FFF2-40B4-BE49-F238E27FC236}">
                <a16:creationId xmlns:a16="http://schemas.microsoft.com/office/drawing/2014/main" id="{7DD719F9-E985-4F5E-A70A-5AFC7C99D2CE}"/>
              </a:ext>
            </a:extLst>
          </p:cNvPr>
          <p:cNvSpPr/>
          <p:nvPr/>
        </p:nvSpPr>
        <p:spPr>
          <a:xfrm>
            <a:off x="6695134"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G/L Closing Activities for Financial Statement Preparation</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 name="Connector: Elbow 4">
            <a:extLst>
              <a:ext uri="{FF2B5EF4-FFF2-40B4-BE49-F238E27FC236}">
                <a16:creationId xmlns:a16="http://schemas.microsoft.com/office/drawing/2014/main" id="{E4E3B551-8A19-41F9-B96A-F3D36604A60A}"/>
              </a:ext>
            </a:extLst>
          </p:cNvPr>
          <p:cNvCxnSpPr>
            <a:cxnSpLocks/>
          </p:cNvCxnSpPr>
          <p:nvPr/>
        </p:nvCxnSpPr>
        <p:spPr>
          <a:xfrm rot="10800000" flipV="1">
            <a:off x="571718" y="2082470"/>
            <a:ext cx="5657025" cy="3811882"/>
          </a:xfrm>
          <a:prstGeom prst="bentConnector3">
            <a:avLst>
              <a:gd name="adj1" fmla="val 105978"/>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91E4123E-477A-425D-9FBC-58AF1A698C84}"/>
              </a:ext>
            </a:extLst>
          </p:cNvPr>
          <p:cNvCxnSpPr>
            <a:cxnSpLocks/>
          </p:cNvCxnSpPr>
          <p:nvPr/>
        </p:nvCxnSpPr>
        <p:spPr>
          <a:xfrm rot="16200000" flipH="1">
            <a:off x="4405376" y="3706192"/>
            <a:ext cx="3991130" cy="385189"/>
          </a:xfrm>
          <a:prstGeom prst="bentConnector3">
            <a:avLst>
              <a:gd name="adj1" fmla="val 10016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3EBEE6B-2DD2-4C84-98CD-E5ED4E58D20C}"/>
              </a:ext>
            </a:extLst>
          </p:cNvPr>
          <p:cNvCxnSpPr>
            <a:cxnSpLocks/>
          </p:cNvCxnSpPr>
          <p:nvPr/>
        </p:nvCxnSpPr>
        <p:spPr>
          <a:xfrm>
            <a:off x="237114" y="309996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88FA4E5-5E3C-4BAB-8D83-7A18F42B78B6}"/>
              </a:ext>
            </a:extLst>
          </p:cNvPr>
          <p:cNvCxnSpPr>
            <a:cxnSpLocks/>
          </p:cNvCxnSpPr>
          <p:nvPr/>
        </p:nvCxnSpPr>
        <p:spPr>
          <a:xfrm>
            <a:off x="237114" y="37711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5E2183E-AF10-4629-B7B8-E9B9986DB435}"/>
              </a:ext>
            </a:extLst>
          </p:cNvPr>
          <p:cNvCxnSpPr>
            <a:cxnSpLocks/>
          </p:cNvCxnSpPr>
          <p:nvPr/>
        </p:nvCxnSpPr>
        <p:spPr>
          <a:xfrm>
            <a:off x="237114" y="455997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638197A-BD05-4467-A0B3-1123B54A7910}"/>
              </a:ext>
            </a:extLst>
          </p:cNvPr>
          <p:cNvCxnSpPr>
            <a:cxnSpLocks/>
          </p:cNvCxnSpPr>
          <p:nvPr/>
        </p:nvCxnSpPr>
        <p:spPr>
          <a:xfrm>
            <a:off x="237114" y="52114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0BA6438-1A74-436F-9160-CB0FB704C8A4}"/>
              </a:ext>
            </a:extLst>
          </p:cNvPr>
          <p:cNvCxnSpPr>
            <a:cxnSpLocks/>
          </p:cNvCxnSpPr>
          <p:nvPr/>
        </p:nvCxnSpPr>
        <p:spPr>
          <a:xfrm>
            <a:off x="6235949" y="3094104"/>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933A4AA-F545-4E3B-B48D-08711E8FCF6A}"/>
              </a:ext>
            </a:extLst>
          </p:cNvPr>
          <p:cNvCxnSpPr>
            <a:cxnSpLocks/>
          </p:cNvCxnSpPr>
          <p:nvPr/>
        </p:nvCxnSpPr>
        <p:spPr>
          <a:xfrm>
            <a:off x="6235949" y="381800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46830C5-8D0A-496A-9F17-E7945754D25C}"/>
              </a:ext>
            </a:extLst>
          </p:cNvPr>
          <p:cNvCxnSpPr>
            <a:cxnSpLocks/>
          </p:cNvCxnSpPr>
          <p:nvPr/>
        </p:nvCxnSpPr>
        <p:spPr>
          <a:xfrm>
            <a:off x="6235949" y="4554117"/>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D59F-EA27-49EC-A25F-785761157405}"/>
              </a:ext>
            </a:extLst>
          </p:cNvPr>
          <p:cNvCxnSpPr>
            <a:cxnSpLocks/>
          </p:cNvCxnSpPr>
          <p:nvPr/>
        </p:nvCxnSpPr>
        <p:spPr>
          <a:xfrm>
            <a:off x="6235949" y="5205550"/>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1" name="Rounded Rectangle 40">
            <a:extLst>
              <a:ext uri="{FF2B5EF4-FFF2-40B4-BE49-F238E27FC236}">
                <a16:creationId xmlns:a16="http://schemas.microsoft.com/office/drawing/2014/main" id="{BDACF3D3-2286-4EE6-939F-BD6495EE430E}"/>
              </a:ext>
            </a:extLst>
          </p:cNvPr>
          <p:cNvSpPr/>
          <p:nvPr/>
        </p:nvSpPr>
        <p:spPr>
          <a:xfrm>
            <a:off x="6675312" y="2211643"/>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spcAft>
                <a:spcPts val="1000"/>
              </a:spcAft>
              <a:defRPr/>
            </a:pPr>
            <a:r>
              <a:rPr lang="en-GB" sz="1400" b="1">
                <a:solidFill>
                  <a:srgbClr val="FFFFFF"/>
                </a:solidFill>
                <a:latin typeface="Arial" charset="0"/>
                <a:cs typeface="Arial" charset="0"/>
              </a:rPr>
              <a:t>Intercompany and Period End Closing</a:t>
            </a:r>
            <a:endParaRPr lang="en-GB" sz="1400">
              <a:solidFill>
                <a:srgbClr val="FFFFFF"/>
              </a:solidFill>
            </a:endParaRPr>
          </a:p>
        </p:txBody>
      </p:sp>
      <p:cxnSp>
        <p:nvCxnSpPr>
          <p:cNvPr id="32" name="Straight Connector 31">
            <a:extLst>
              <a:ext uri="{FF2B5EF4-FFF2-40B4-BE49-F238E27FC236}">
                <a16:creationId xmlns:a16="http://schemas.microsoft.com/office/drawing/2014/main" id="{884238E6-E8C6-46A4-A65E-938DFAE16828}"/>
              </a:ext>
            </a:extLst>
          </p:cNvPr>
          <p:cNvCxnSpPr>
            <a:cxnSpLocks/>
          </p:cNvCxnSpPr>
          <p:nvPr/>
        </p:nvCxnSpPr>
        <p:spPr>
          <a:xfrm>
            <a:off x="6228742" y="242002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3035EF1-E9BE-44DE-BA35-80386C719969}"/>
              </a:ext>
            </a:extLst>
          </p:cNvPr>
          <p:cNvSpPr txBox="1"/>
          <p:nvPr/>
        </p:nvSpPr>
        <p:spPr>
          <a:xfrm>
            <a:off x="1978269" y="6409592"/>
            <a:ext cx="3490546" cy="365125"/>
          </a:xfrm>
          <a:prstGeom prst="rect">
            <a:avLst/>
          </a:prstGeom>
          <a:noFill/>
        </p:spPr>
        <p:txBody>
          <a:bodyPr wrap="square" lIns="0" tIns="0" rIns="0" bIns="0" rtlCol="0">
            <a:noAutofit/>
          </a:bodyPr>
          <a:lstStyle/>
          <a:p>
            <a:pPr algn="l"/>
            <a:r>
              <a:rPr lang="en-US" sz="900" i="1" baseline="30000">
                <a:solidFill>
                  <a:srgbClr val="FF0000"/>
                </a:solidFill>
              </a:rPr>
              <a:t>1) </a:t>
            </a:r>
            <a:r>
              <a:rPr lang="en-US" sz="900" b="1" i="1"/>
              <a:t>LSC</a:t>
            </a:r>
            <a:r>
              <a:rPr lang="en-US" sz="900" i="1"/>
              <a:t> – Accounts with indicator “Clearing Specific to Ledger Groups” active.</a:t>
            </a:r>
          </a:p>
        </p:txBody>
      </p:sp>
      <p:sp>
        <p:nvSpPr>
          <p:cNvPr id="33" name="Rounded Rectangle 40">
            <a:extLst>
              <a:ext uri="{FF2B5EF4-FFF2-40B4-BE49-F238E27FC236}">
                <a16:creationId xmlns:a16="http://schemas.microsoft.com/office/drawing/2014/main" id="{3B7A6A7E-D54B-4464-8203-DF984ED60F8B}"/>
              </a:ext>
            </a:extLst>
          </p:cNvPr>
          <p:cNvSpPr/>
          <p:nvPr/>
        </p:nvSpPr>
        <p:spPr>
          <a:xfrm>
            <a:off x="673313" y="222380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Posting Period Control</a:t>
            </a:r>
          </a:p>
        </p:txBody>
      </p:sp>
      <p:cxnSp>
        <p:nvCxnSpPr>
          <p:cNvPr id="37" name="Straight Connector 36">
            <a:extLst>
              <a:ext uri="{FF2B5EF4-FFF2-40B4-BE49-F238E27FC236}">
                <a16:creationId xmlns:a16="http://schemas.microsoft.com/office/drawing/2014/main" id="{401AB3D3-7BD8-4F78-9906-C339BF054918}"/>
              </a:ext>
            </a:extLst>
          </p:cNvPr>
          <p:cNvCxnSpPr>
            <a:cxnSpLocks/>
          </p:cNvCxnSpPr>
          <p:nvPr/>
        </p:nvCxnSpPr>
        <p:spPr>
          <a:xfrm>
            <a:off x="247717" y="245026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9476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r>
              <a:rPr lang="en-US"/>
              <a:t>GR/IR Closing Overview</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fld id="{1A6A2304-23DC-2B46-BD14-F082077842FF}" type="slidenum">
              <a:rPr lang="en-US" smtClean="0"/>
              <a:pPr/>
              <a:t>2</a:t>
            </a:fld>
            <a:endParaRPr lang="en-US"/>
          </a:p>
        </p:txBody>
      </p:sp>
      <p:sp>
        <p:nvSpPr>
          <p:cNvPr id="13" name="Freeform: Shape 12">
            <a:extLst>
              <a:ext uri="{FF2B5EF4-FFF2-40B4-BE49-F238E27FC236}">
                <a16:creationId xmlns:a16="http://schemas.microsoft.com/office/drawing/2014/main" id="{C67B9C16-9744-4EE2-83FF-E4DB34F513CC}"/>
              </a:ext>
            </a:extLst>
          </p:cNvPr>
          <p:cNvSpPr/>
          <p:nvPr/>
        </p:nvSpPr>
        <p:spPr>
          <a:xfrm>
            <a:off x="3421184" y="1784317"/>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72640" tIns="59940" rIns="72640" bIns="59940" numCol="1" spcCol="1270" anchor="ctr" anchorCtr="0">
            <a:noAutofit/>
          </a:bodyPr>
          <a:lstStyle/>
          <a:p>
            <a:pPr lvl="0" algn="ctr" defTabSz="889000">
              <a:lnSpc>
                <a:spcPct val="90000"/>
              </a:lnSpc>
              <a:spcBef>
                <a:spcPct val="0"/>
              </a:spcBef>
              <a:spcAft>
                <a:spcPct val="35000"/>
              </a:spcAft>
            </a:pPr>
            <a:r>
              <a:rPr lang="en-US" sz="2000"/>
              <a:t>Automatic Clearing GR/IR Accounts</a:t>
            </a:r>
            <a:endParaRPr lang="en-US" sz="2000" kern="1200"/>
          </a:p>
        </p:txBody>
      </p:sp>
      <p:sp>
        <p:nvSpPr>
          <p:cNvPr id="15" name="Freeform: Shape 14">
            <a:extLst>
              <a:ext uri="{FF2B5EF4-FFF2-40B4-BE49-F238E27FC236}">
                <a16:creationId xmlns:a16="http://schemas.microsoft.com/office/drawing/2014/main" id="{F91246A4-9AF3-4264-A604-F080EB9809AD}"/>
              </a:ext>
            </a:extLst>
          </p:cNvPr>
          <p:cNvSpPr/>
          <p:nvPr/>
        </p:nvSpPr>
        <p:spPr>
          <a:xfrm>
            <a:off x="3892892" y="3258402"/>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lvl="0" algn="ctr" defTabSz="1644650">
              <a:lnSpc>
                <a:spcPct val="90000"/>
              </a:lnSpc>
              <a:spcBef>
                <a:spcPct val="0"/>
              </a:spcBef>
              <a:spcAft>
                <a:spcPct val="35000"/>
              </a:spcAft>
            </a:pPr>
            <a:r>
              <a:rPr lang="en-US" sz="1600" b="1" kern="1200"/>
              <a:t>T-Code</a:t>
            </a:r>
            <a:r>
              <a:rPr lang="en-US" sz="1600" kern="1200"/>
              <a:t>: </a:t>
            </a:r>
          </a:p>
          <a:p>
            <a:pPr lvl="0" algn="ctr" defTabSz="1644650">
              <a:lnSpc>
                <a:spcPct val="90000"/>
              </a:lnSpc>
              <a:spcBef>
                <a:spcPct val="0"/>
              </a:spcBef>
              <a:spcAft>
                <a:spcPct val="35000"/>
              </a:spcAft>
            </a:pPr>
            <a:r>
              <a:rPr lang="en-US" sz="1600"/>
              <a:t>F.13</a:t>
            </a:r>
            <a:endParaRPr lang="en-US" sz="1600" kern="1200"/>
          </a:p>
        </p:txBody>
      </p:sp>
      <p:sp>
        <p:nvSpPr>
          <p:cNvPr id="16" name="Freeform: Shape 15">
            <a:extLst>
              <a:ext uri="{FF2B5EF4-FFF2-40B4-BE49-F238E27FC236}">
                <a16:creationId xmlns:a16="http://schemas.microsoft.com/office/drawing/2014/main" id="{032A75FF-FE78-490B-9F56-B924A7479E36}"/>
              </a:ext>
            </a:extLst>
          </p:cNvPr>
          <p:cNvSpPr/>
          <p:nvPr/>
        </p:nvSpPr>
        <p:spPr>
          <a:xfrm>
            <a:off x="3657038" y="2963585"/>
            <a:ext cx="235853" cy="2358536"/>
          </a:xfrm>
          <a:custGeom>
            <a:avLst/>
            <a:gdLst/>
            <a:ahLst/>
            <a:cxnLst/>
            <a:rect l="0" t="0" r="0" b="0"/>
            <a:pathLst>
              <a:path>
                <a:moveTo>
                  <a:pt x="0" y="0"/>
                </a:moveTo>
                <a:lnTo>
                  <a:pt x="0" y="2358536"/>
                </a:lnTo>
                <a:lnTo>
                  <a:pt x="235853" y="2358536"/>
                </a:lnTo>
              </a:path>
            </a:pathLst>
          </a:custGeom>
          <a:solidFill>
            <a:schemeClr val="accent1">
              <a:lumMod val="40000"/>
              <a:lumOff val="60000"/>
            </a:schemeClr>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17" name="Freeform: Shape 16">
            <a:extLst>
              <a:ext uri="{FF2B5EF4-FFF2-40B4-BE49-F238E27FC236}">
                <a16:creationId xmlns:a16="http://schemas.microsoft.com/office/drawing/2014/main" id="{D209D7F4-6D2F-41AB-81B3-9E56673BCF5E}"/>
              </a:ext>
            </a:extLst>
          </p:cNvPr>
          <p:cNvSpPr/>
          <p:nvPr/>
        </p:nvSpPr>
        <p:spPr>
          <a:xfrm>
            <a:off x="3892891" y="4732487"/>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Timing: </a:t>
            </a:r>
            <a:r>
              <a:rPr lang="en-US" sz="1600" kern="1200"/>
              <a:t>WD1</a:t>
            </a:r>
          </a:p>
        </p:txBody>
      </p:sp>
      <p:sp>
        <p:nvSpPr>
          <p:cNvPr id="18" name="Freeform: Shape 17">
            <a:extLst>
              <a:ext uri="{FF2B5EF4-FFF2-40B4-BE49-F238E27FC236}">
                <a16:creationId xmlns:a16="http://schemas.microsoft.com/office/drawing/2014/main" id="{588E3379-9264-4362-8C66-BDC7930C5CC2}"/>
              </a:ext>
            </a:extLst>
          </p:cNvPr>
          <p:cNvSpPr/>
          <p:nvPr/>
        </p:nvSpPr>
        <p:spPr>
          <a:xfrm>
            <a:off x="6369355" y="1784317"/>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p:spPr>
        <p:style>
          <a:lnRef idx="0">
            <a:schemeClr val="lt1">
              <a:hueOff val="0"/>
              <a:satOff val="0"/>
              <a:lumOff val="0"/>
              <a:alphaOff val="0"/>
            </a:schemeClr>
          </a:lnRef>
          <a:fillRef idx="3">
            <a:schemeClr val="accent3">
              <a:hueOff val="3096097"/>
              <a:satOff val="-22684"/>
              <a:lumOff val="3725"/>
              <a:alphaOff val="0"/>
            </a:schemeClr>
          </a:fillRef>
          <a:effectRef idx="3">
            <a:schemeClr val="accent3">
              <a:hueOff val="3096097"/>
              <a:satOff val="-22684"/>
              <a:lumOff val="3725"/>
              <a:alphaOff val="0"/>
            </a:schemeClr>
          </a:effectRef>
          <a:fontRef idx="minor">
            <a:schemeClr val="lt1"/>
          </a:fontRef>
        </p:style>
        <p:txBody>
          <a:bodyPr spcFirstLastPara="0" vert="horz" wrap="square" lIns="72640" tIns="59940" rIns="72640" bIns="59940" numCol="1" spcCol="1270" anchor="ctr" anchorCtr="0">
            <a:noAutofit/>
          </a:bodyPr>
          <a:lstStyle/>
          <a:p>
            <a:pPr marL="0" lvl="0" indent="0" algn="ctr" defTabSz="889000">
              <a:lnSpc>
                <a:spcPct val="90000"/>
              </a:lnSpc>
              <a:spcBef>
                <a:spcPct val="0"/>
              </a:spcBef>
              <a:spcAft>
                <a:spcPct val="35000"/>
              </a:spcAft>
              <a:buNone/>
            </a:pPr>
            <a:r>
              <a:rPr lang="en-US" sz="2000" kern="1200"/>
              <a:t>GR/IR Regrouping</a:t>
            </a:r>
          </a:p>
        </p:txBody>
      </p:sp>
      <p:sp>
        <p:nvSpPr>
          <p:cNvPr id="20" name="Freeform: Shape 19">
            <a:extLst>
              <a:ext uri="{FF2B5EF4-FFF2-40B4-BE49-F238E27FC236}">
                <a16:creationId xmlns:a16="http://schemas.microsoft.com/office/drawing/2014/main" id="{1980CF64-D864-4CE8-9C77-64C46E9CE215}"/>
              </a:ext>
            </a:extLst>
          </p:cNvPr>
          <p:cNvSpPr/>
          <p:nvPr/>
        </p:nvSpPr>
        <p:spPr>
          <a:xfrm>
            <a:off x="6841062" y="3258402"/>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6"/>
            </a:solidFill>
          </a:ln>
        </p:spPr>
        <p:style>
          <a:lnRef idx="1">
            <a:schemeClr val="accent3">
              <a:hueOff val="2476878"/>
              <a:satOff val="-18147"/>
              <a:lumOff val="298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T-Code</a:t>
            </a:r>
            <a:r>
              <a:rPr lang="en-US" sz="1600"/>
              <a:t>: </a:t>
            </a:r>
          </a:p>
          <a:p>
            <a:pPr algn="ctr" defTabSz="1644650">
              <a:lnSpc>
                <a:spcPct val="90000"/>
              </a:lnSpc>
              <a:spcBef>
                <a:spcPct val="0"/>
              </a:spcBef>
              <a:spcAft>
                <a:spcPct val="35000"/>
              </a:spcAft>
            </a:pPr>
            <a:r>
              <a:rPr lang="en-US" sz="1600"/>
              <a:t>F.19</a:t>
            </a:r>
            <a:endParaRPr lang="en-US" sz="1600" kern="1200"/>
          </a:p>
        </p:txBody>
      </p:sp>
      <p:sp>
        <p:nvSpPr>
          <p:cNvPr id="21" name="Freeform: Shape 20">
            <a:extLst>
              <a:ext uri="{FF2B5EF4-FFF2-40B4-BE49-F238E27FC236}">
                <a16:creationId xmlns:a16="http://schemas.microsoft.com/office/drawing/2014/main" id="{907F54C8-262C-440E-A6ED-3F5593A6FAEB}"/>
              </a:ext>
            </a:extLst>
          </p:cNvPr>
          <p:cNvSpPr/>
          <p:nvPr/>
        </p:nvSpPr>
        <p:spPr>
          <a:xfrm>
            <a:off x="6605208" y="2963585"/>
            <a:ext cx="235853" cy="2358536"/>
          </a:xfrm>
          <a:custGeom>
            <a:avLst/>
            <a:gdLst/>
            <a:ahLst/>
            <a:cxnLst/>
            <a:rect l="0" t="0" r="0" b="0"/>
            <a:pathLst>
              <a:path>
                <a:moveTo>
                  <a:pt x="0" y="0"/>
                </a:moveTo>
                <a:lnTo>
                  <a:pt x="0" y="2358536"/>
                </a:lnTo>
                <a:lnTo>
                  <a:pt x="235853" y="2358536"/>
                </a:lnTo>
              </a:path>
            </a:pathLst>
          </a:cu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22" name="Freeform: Shape 21">
            <a:extLst>
              <a:ext uri="{FF2B5EF4-FFF2-40B4-BE49-F238E27FC236}">
                <a16:creationId xmlns:a16="http://schemas.microsoft.com/office/drawing/2014/main" id="{7AE8875A-CABD-4514-923F-008F79A3BF72}"/>
              </a:ext>
            </a:extLst>
          </p:cNvPr>
          <p:cNvSpPr/>
          <p:nvPr/>
        </p:nvSpPr>
        <p:spPr>
          <a:xfrm>
            <a:off x="6841062" y="4732487"/>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3715316"/>
              <a:satOff val="-27221"/>
              <a:lumOff val="447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Timing: </a:t>
            </a:r>
            <a:r>
              <a:rPr lang="en-US" sz="1400"/>
              <a:t>WD1</a:t>
            </a:r>
            <a:endParaRPr lang="en-US" sz="1400" kern="1200"/>
          </a:p>
        </p:txBody>
      </p:sp>
      <p:sp>
        <p:nvSpPr>
          <p:cNvPr id="23" name="Freeform: Shape 22">
            <a:extLst>
              <a:ext uri="{FF2B5EF4-FFF2-40B4-BE49-F238E27FC236}">
                <a16:creationId xmlns:a16="http://schemas.microsoft.com/office/drawing/2014/main" id="{42F8868A-F7CE-4669-84AF-0E25C783568C}"/>
              </a:ext>
            </a:extLst>
          </p:cNvPr>
          <p:cNvSpPr/>
          <p:nvPr/>
        </p:nvSpPr>
        <p:spPr>
          <a:xfrm>
            <a:off x="9317525" y="1784317"/>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a:solidFill>
            <a:schemeClr val="bg1">
              <a:lumMod val="50000"/>
            </a:schemeClr>
          </a:solidFill>
          <a:ln>
            <a:noFill/>
          </a:ln>
        </p:spPr>
        <p:style>
          <a:lnRef idx="0">
            <a:schemeClr val="lt1">
              <a:hueOff val="0"/>
              <a:satOff val="0"/>
              <a:lumOff val="0"/>
              <a:alphaOff val="0"/>
            </a:schemeClr>
          </a:lnRef>
          <a:fillRef idx="3">
            <a:schemeClr val="accent3">
              <a:hueOff val="6192194"/>
              <a:satOff val="-45368"/>
              <a:lumOff val="7450"/>
              <a:alphaOff val="0"/>
            </a:schemeClr>
          </a:fillRef>
          <a:effectRef idx="3">
            <a:schemeClr val="accent3">
              <a:hueOff val="6192194"/>
              <a:satOff val="-45368"/>
              <a:lumOff val="7450"/>
              <a:alphaOff val="0"/>
            </a:schemeClr>
          </a:effectRef>
          <a:fontRef idx="minor">
            <a:schemeClr val="lt1"/>
          </a:fontRef>
        </p:style>
        <p:txBody>
          <a:bodyPr spcFirstLastPara="0" vert="horz" wrap="square" lIns="72640" tIns="59940" rIns="72640" bIns="59940" numCol="1" spcCol="1270" anchor="ctr" anchorCtr="0">
            <a:noAutofit/>
          </a:bodyPr>
          <a:lstStyle/>
          <a:p>
            <a:pPr marL="0" lvl="0" indent="0" algn="ctr" defTabSz="889000">
              <a:lnSpc>
                <a:spcPct val="90000"/>
              </a:lnSpc>
              <a:spcBef>
                <a:spcPct val="0"/>
              </a:spcBef>
              <a:spcAft>
                <a:spcPct val="35000"/>
              </a:spcAft>
              <a:buNone/>
            </a:pPr>
            <a:r>
              <a:rPr lang="en-US" sz="2000" kern="1200"/>
              <a:t>SIT Reclass</a:t>
            </a:r>
          </a:p>
        </p:txBody>
      </p:sp>
      <p:sp>
        <p:nvSpPr>
          <p:cNvPr id="25" name="Freeform: Shape 24">
            <a:extLst>
              <a:ext uri="{FF2B5EF4-FFF2-40B4-BE49-F238E27FC236}">
                <a16:creationId xmlns:a16="http://schemas.microsoft.com/office/drawing/2014/main" id="{B88BF49F-B0E8-4BE4-A9FE-89A1D20592EC}"/>
              </a:ext>
            </a:extLst>
          </p:cNvPr>
          <p:cNvSpPr/>
          <p:nvPr/>
        </p:nvSpPr>
        <p:spPr>
          <a:xfrm>
            <a:off x="9789232" y="3258402"/>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4953755"/>
              <a:satOff val="-36294"/>
              <a:lumOff val="596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T-Code</a:t>
            </a:r>
            <a:r>
              <a:rPr lang="en-US" sz="1600"/>
              <a:t>: </a:t>
            </a:r>
          </a:p>
          <a:p>
            <a:pPr algn="ctr" defTabSz="1644650">
              <a:lnSpc>
                <a:spcPct val="90000"/>
              </a:lnSpc>
              <a:spcBef>
                <a:spcPct val="0"/>
              </a:spcBef>
              <a:spcAft>
                <a:spcPct val="35000"/>
              </a:spcAft>
            </a:pPr>
            <a:r>
              <a:rPr lang="en-US" sz="1200" kern="1200"/>
              <a:t>GL Journal/ZFFIA02</a:t>
            </a:r>
          </a:p>
        </p:txBody>
      </p:sp>
      <p:sp>
        <p:nvSpPr>
          <p:cNvPr id="26" name="Freeform: Shape 25">
            <a:extLst>
              <a:ext uri="{FF2B5EF4-FFF2-40B4-BE49-F238E27FC236}">
                <a16:creationId xmlns:a16="http://schemas.microsoft.com/office/drawing/2014/main" id="{31A7DC40-60AB-4805-A72A-FF8AD9A3E216}"/>
              </a:ext>
            </a:extLst>
          </p:cNvPr>
          <p:cNvSpPr/>
          <p:nvPr/>
        </p:nvSpPr>
        <p:spPr>
          <a:xfrm>
            <a:off x="9553379" y="2963585"/>
            <a:ext cx="235853" cy="2358536"/>
          </a:xfrm>
          <a:custGeom>
            <a:avLst/>
            <a:gdLst/>
            <a:ahLst/>
            <a:cxnLst/>
            <a:rect l="0" t="0" r="0" b="0"/>
            <a:pathLst>
              <a:path>
                <a:moveTo>
                  <a:pt x="0" y="0"/>
                </a:moveTo>
                <a:lnTo>
                  <a:pt x="0" y="2358536"/>
                </a:lnTo>
                <a:lnTo>
                  <a:pt x="235853" y="2358536"/>
                </a:lnTo>
              </a:path>
            </a:pathLst>
          </a:custGeom>
          <a:solidFill>
            <a:schemeClr val="bg1">
              <a:lumMod val="65000"/>
            </a:schemeClr>
          </a:solidFill>
          <a:ln>
            <a:solidFill>
              <a:schemeClr val="bg1">
                <a:lumMod val="65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27" name="Freeform: Shape 26">
            <a:extLst>
              <a:ext uri="{FF2B5EF4-FFF2-40B4-BE49-F238E27FC236}">
                <a16:creationId xmlns:a16="http://schemas.microsoft.com/office/drawing/2014/main" id="{50178BAA-EBD1-4308-A4DC-2EA20667193B}"/>
              </a:ext>
            </a:extLst>
          </p:cNvPr>
          <p:cNvSpPr/>
          <p:nvPr/>
        </p:nvSpPr>
        <p:spPr>
          <a:xfrm>
            <a:off x="9789232" y="4732487"/>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6192194"/>
              <a:satOff val="-45368"/>
              <a:lumOff val="745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Timing: </a:t>
            </a:r>
            <a:r>
              <a:rPr lang="en-US" sz="1400"/>
              <a:t>WD2 (confirmation that this has been done)</a:t>
            </a:r>
            <a:endParaRPr lang="en-US" sz="1400" kern="1200"/>
          </a:p>
        </p:txBody>
      </p:sp>
      <p:cxnSp>
        <p:nvCxnSpPr>
          <p:cNvPr id="30" name="Straight Connector 29">
            <a:extLst>
              <a:ext uri="{FF2B5EF4-FFF2-40B4-BE49-F238E27FC236}">
                <a16:creationId xmlns:a16="http://schemas.microsoft.com/office/drawing/2014/main" id="{ECDBD6DF-4FA3-4D76-ABB6-75D880BC8277}"/>
              </a:ext>
            </a:extLst>
          </p:cNvPr>
          <p:cNvCxnSpPr>
            <a:cxnSpLocks/>
          </p:cNvCxnSpPr>
          <p:nvPr/>
        </p:nvCxnSpPr>
        <p:spPr>
          <a:xfrm>
            <a:off x="3657038" y="3473764"/>
            <a:ext cx="235853" cy="0"/>
          </a:xfrm>
          <a:prstGeom prst="line">
            <a:avLst/>
          </a:prstGeom>
          <a:solidFill>
            <a:schemeClr val="accent1">
              <a:lumMod val="40000"/>
              <a:lumOff val="60000"/>
            </a:schemeClr>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cxnSp>
        <p:nvCxnSpPr>
          <p:cNvPr id="32" name="Straight Connector 31">
            <a:extLst>
              <a:ext uri="{FF2B5EF4-FFF2-40B4-BE49-F238E27FC236}">
                <a16:creationId xmlns:a16="http://schemas.microsoft.com/office/drawing/2014/main" id="{E3FFCCEE-2C39-4C6D-89AF-B89955B5F69C}"/>
              </a:ext>
            </a:extLst>
          </p:cNvPr>
          <p:cNvCxnSpPr>
            <a:cxnSpLocks/>
          </p:cNvCxnSpPr>
          <p:nvPr/>
        </p:nvCxnSpPr>
        <p:spPr>
          <a:xfrm>
            <a:off x="6605208" y="3480483"/>
            <a:ext cx="235853" cy="0"/>
          </a:xfrm>
          <a:prstGeom prst="line">
            <a:avLst/>
          </a:pr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cxnSp>
        <p:nvCxnSpPr>
          <p:cNvPr id="33" name="Straight Connector 32">
            <a:extLst>
              <a:ext uri="{FF2B5EF4-FFF2-40B4-BE49-F238E27FC236}">
                <a16:creationId xmlns:a16="http://schemas.microsoft.com/office/drawing/2014/main" id="{E807BAE5-0E5F-4918-888F-FB36B5E7AF22}"/>
              </a:ext>
            </a:extLst>
          </p:cNvPr>
          <p:cNvCxnSpPr>
            <a:cxnSpLocks/>
          </p:cNvCxnSpPr>
          <p:nvPr/>
        </p:nvCxnSpPr>
        <p:spPr>
          <a:xfrm>
            <a:off x="9553379" y="3497802"/>
            <a:ext cx="235853" cy="0"/>
          </a:xfrm>
          <a:prstGeom prst="line">
            <a:avLst/>
          </a:prstGeom>
          <a:solidFill>
            <a:schemeClr val="bg1">
              <a:lumMod val="65000"/>
            </a:schemeClr>
          </a:solidFill>
          <a:ln>
            <a:solidFill>
              <a:schemeClr val="bg1">
                <a:lumMod val="65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34" name="Freeform: Shape 33">
            <a:extLst>
              <a:ext uri="{FF2B5EF4-FFF2-40B4-BE49-F238E27FC236}">
                <a16:creationId xmlns:a16="http://schemas.microsoft.com/office/drawing/2014/main" id="{6E4E0071-8AAE-4AA1-A701-0026AC32E38C}"/>
              </a:ext>
            </a:extLst>
          </p:cNvPr>
          <p:cNvSpPr/>
          <p:nvPr/>
        </p:nvSpPr>
        <p:spPr>
          <a:xfrm>
            <a:off x="3892891" y="3991231"/>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FCC Task</a:t>
            </a:r>
            <a:r>
              <a:rPr lang="en-US" sz="1600" kern="1200"/>
              <a:t>: Entity Level</a:t>
            </a:r>
          </a:p>
        </p:txBody>
      </p:sp>
      <p:cxnSp>
        <p:nvCxnSpPr>
          <p:cNvPr id="35" name="Straight Connector 34">
            <a:extLst>
              <a:ext uri="{FF2B5EF4-FFF2-40B4-BE49-F238E27FC236}">
                <a16:creationId xmlns:a16="http://schemas.microsoft.com/office/drawing/2014/main" id="{69895942-E2A1-4037-AE0A-0303C758DEC1}"/>
              </a:ext>
            </a:extLst>
          </p:cNvPr>
          <p:cNvCxnSpPr>
            <a:cxnSpLocks/>
          </p:cNvCxnSpPr>
          <p:nvPr/>
        </p:nvCxnSpPr>
        <p:spPr>
          <a:xfrm>
            <a:off x="3657037" y="4206593"/>
            <a:ext cx="235853" cy="0"/>
          </a:xfrm>
          <a:prstGeom prst="line">
            <a:avLst/>
          </a:prstGeom>
          <a:solidFill>
            <a:schemeClr val="accent1">
              <a:lumMod val="40000"/>
              <a:lumOff val="60000"/>
            </a:schemeClr>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36" name="Freeform: Shape 35">
            <a:extLst>
              <a:ext uri="{FF2B5EF4-FFF2-40B4-BE49-F238E27FC236}">
                <a16:creationId xmlns:a16="http://schemas.microsoft.com/office/drawing/2014/main" id="{648BBED3-1DC2-4351-A55C-AA83614F0CAD}"/>
              </a:ext>
            </a:extLst>
          </p:cNvPr>
          <p:cNvSpPr/>
          <p:nvPr/>
        </p:nvSpPr>
        <p:spPr>
          <a:xfrm>
            <a:off x="6841061" y="3997950"/>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6"/>
            </a:solidFill>
          </a:ln>
        </p:spPr>
        <p:style>
          <a:lnRef idx="1">
            <a:schemeClr val="accent3">
              <a:hueOff val="2476878"/>
              <a:satOff val="-18147"/>
              <a:lumOff val="298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FCC Task</a:t>
            </a:r>
            <a:r>
              <a:rPr lang="en-US" sz="1600"/>
              <a:t>: Entity Level</a:t>
            </a:r>
          </a:p>
        </p:txBody>
      </p:sp>
      <p:cxnSp>
        <p:nvCxnSpPr>
          <p:cNvPr id="37" name="Straight Connector 36">
            <a:extLst>
              <a:ext uri="{FF2B5EF4-FFF2-40B4-BE49-F238E27FC236}">
                <a16:creationId xmlns:a16="http://schemas.microsoft.com/office/drawing/2014/main" id="{765FE4FB-A953-4161-9FE3-8DB66E4EB144}"/>
              </a:ext>
            </a:extLst>
          </p:cNvPr>
          <p:cNvCxnSpPr>
            <a:cxnSpLocks/>
          </p:cNvCxnSpPr>
          <p:nvPr/>
        </p:nvCxnSpPr>
        <p:spPr>
          <a:xfrm>
            <a:off x="6605207" y="4213312"/>
            <a:ext cx="235853" cy="0"/>
          </a:xfrm>
          <a:prstGeom prst="line">
            <a:avLst/>
          </a:prstGeom>
          <a:solidFill>
            <a:schemeClr val="accent6">
              <a:lumMod val="40000"/>
              <a:lumOff val="60000"/>
            </a:schemeClr>
          </a:solidFill>
          <a:ln>
            <a:solidFill>
              <a:schemeClr val="accent6">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38" name="Freeform: Shape 37">
            <a:extLst>
              <a:ext uri="{FF2B5EF4-FFF2-40B4-BE49-F238E27FC236}">
                <a16:creationId xmlns:a16="http://schemas.microsoft.com/office/drawing/2014/main" id="{2EBDCEF3-50BD-4BF5-9AC1-98FA398A27B9}"/>
              </a:ext>
            </a:extLst>
          </p:cNvPr>
          <p:cNvSpPr/>
          <p:nvPr/>
        </p:nvSpPr>
        <p:spPr>
          <a:xfrm>
            <a:off x="9789232" y="4002867"/>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bg1">
                <a:lumMod val="65000"/>
              </a:schemeClr>
            </a:solidFill>
          </a:ln>
        </p:spPr>
        <p:style>
          <a:lnRef idx="1">
            <a:schemeClr val="accent3">
              <a:hueOff val="4953755"/>
              <a:satOff val="-36294"/>
              <a:lumOff val="596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algn="ctr" defTabSz="1644650">
              <a:lnSpc>
                <a:spcPct val="90000"/>
              </a:lnSpc>
              <a:spcBef>
                <a:spcPct val="0"/>
              </a:spcBef>
              <a:spcAft>
                <a:spcPct val="35000"/>
              </a:spcAft>
            </a:pPr>
            <a:r>
              <a:rPr lang="en-US" sz="1600" b="1"/>
              <a:t>FCC Task</a:t>
            </a:r>
            <a:r>
              <a:rPr lang="en-US" sz="1600"/>
              <a:t>: Entity Level </a:t>
            </a:r>
            <a:r>
              <a:rPr lang="en-US" sz="1000"/>
              <a:t>(Note task in FCC)</a:t>
            </a:r>
          </a:p>
        </p:txBody>
      </p:sp>
      <p:cxnSp>
        <p:nvCxnSpPr>
          <p:cNvPr id="39" name="Straight Connector 38">
            <a:extLst>
              <a:ext uri="{FF2B5EF4-FFF2-40B4-BE49-F238E27FC236}">
                <a16:creationId xmlns:a16="http://schemas.microsoft.com/office/drawing/2014/main" id="{C53F47FD-3675-49ED-A6B5-90AAA41C483C}"/>
              </a:ext>
            </a:extLst>
          </p:cNvPr>
          <p:cNvCxnSpPr>
            <a:cxnSpLocks/>
          </p:cNvCxnSpPr>
          <p:nvPr/>
        </p:nvCxnSpPr>
        <p:spPr>
          <a:xfrm>
            <a:off x="9553378" y="4218229"/>
            <a:ext cx="235853" cy="0"/>
          </a:xfrm>
          <a:prstGeom prst="line">
            <a:avLst/>
          </a:prstGeom>
          <a:solidFill>
            <a:schemeClr val="bg1">
              <a:lumMod val="65000"/>
            </a:schemeClr>
          </a:solidFill>
          <a:ln>
            <a:solidFill>
              <a:schemeClr val="bg1">
                <a:lumMod val="65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2" name="Rectangle 1">
            <a:extLst>
              <a:ext uri="{FF2B5EF4-FFF2-40B4-BE49-F238E27FC236}">
                <a16:creationId xmlns:a16="http://schemas.microsoft.com/office/drawing/2014/main" id="{7D3B2FE2-5FCA-40D5-9AB0-A34021790302}"/>
              </a:ext>
            </a:extLst>
          </p:cNvPr>
          <p:cNvSpPr/>
          <p:nvPr/>
        </p:nvSpPr>
        <p:spPr>
          <a:xfrm>
            <a:off x="751164" y="6091261"/>
            <a:ext cx="11062569" cy="246221"/>
          </a:xfrm>
          <a:prstGeom prst="rect">
            <a:avLst/>
          </a:prstGeom>
        </p:spPr>
        <p:txBody>
          <a:bodyPr wrap="square">
            <a:spAutoFit/>
          </a:bodyPr>
          <a:lstStyle/>
          <a:p>
            <a:pPr>
              <a:lnSpc>
                <a:spcPts val="1200"/>
              </a:lnSpc>
              <a:spcBef>
                <a:spcPts val="600"/>
              </a:spcBef>
            </a:pPr>
            <a:r>
              <a:rPr lang="en-US" sz="1200" i="1">
                <a:solidFill>
                  <a:srgbClr val="000000"/>
                </a:solidFill>
                <a:latin typeface="Georgia" panose="02040502050405020303" pitchFamily="18" charset="0"/>
              </a:rPr>
              <a:t>The GR/IR Closing process </a:t>
            </a:r>
            <a:r>
              <a:rPr lang="en-US" sz="1200" b="1" i="1">
                <a:solidFill>
                  <a:srgbClr val="000000"/>
                </a:solidFill>
                <a:latin typeface="Georgia" panose="02040502050405020303" pitchFamily="18" charset="0"/>
              </a:rPr>
              <a:t>has not changed from ECC to S/4 HANA</a:t>
            </a:r>
            <a:r>
              <a:rPr lang="en-US" sz="1200" i="1">
                <a:solidFill>
                  <a:srgbClr val="000000"/>
                </a:solidFill>
                <a:latin typeface="Georgia" panose="02040502050405020303" pitchFamily="18" charset="0"/>
              </a:rPr>
              <a:t>. GR/IR Postings are </a:t>
            </a:r>
            <a:r>
              <a:rPr lang="en-US" sz="1200" b="1" i="1">
                <a:solidFill>
                  <a:srgbClr val="000000"/>
                </a:solidFill>
                <a:latin typeface="Georgia" panose="02040502050405020303" pitchFamily="18" charset="0"/>
              </a:rPr>
              <a:t>Ledger-through</a:t>
            </a:r>
            <a:r>
              <a:rPr lang="en-US" sz="1200" i="1">
                <a:solidFill>
                  <a:srgbClr val="000000"/>
                </a:solidFill>
                <a:latin typeface="Georgia" panose="02040502050405020303" pitchFamily="18" charset="0"/>
              </a:rPr>
              <a:t>, which post to all ledgers at the same time.</a:t>
            </a:r>
          </a:p>
        </p:txBody>
      </p:sp>
      <p:sp>
        <p:nvSpPr>
          <p:cNvPr id="28" name="Freeform: Shape 27">
            <a:extLst>
              <a:ext uri="{FF2B5EF4-FFF2-40B4-BE49-F238E27FC236}">
                <a16:creationId xmlns:a16="http://schemas.microsoft.com/office/drawing/2014/main" id="{5706C434-41D9-4B9B-BA2D-D45F87869045}"/>
              </a:ext>
            </a:extLst>
          </p:cNvPr>
          <p:cNvSpPr/>
          <p:nvPr/>
        </p:nvSpPr>
        <p:spPr>
          <a:xfrm>
            <a:off x="708866" y="1784317"/>
            <a:ext cx="2358536" cy="1179268"/>
          </a:xfrm>
          <a:custGeom>
            <a:avLst/>
            <a:gdLst>
              <a:gd name="connsiteX0" fmla="*/ 0 w 2358536"/>
              <a:gd name="connsiteY0" fmla="*/ 117927 h 1179268"/>
              <a:gd name="connsiteX1" fmla="*/ 117927 w 2358536"/>
              <a:gd name="connsiteY1" fmla="*/ 0 h 1179268"/>
              <a:gd name="connsiteX2" fmla="*/ 2240609 w 2358536"/>
              <a:gd name="connsiteY2" fmla="*/ 0 h 1179268"/>
              <a:gd name="connsiteX3" fmla="*/ 2358536 w 2358536"/>
              <a:gd name="connsiteY3" fmla="*/ 117927 h 1179268"/>
              <a:gd name="connsiteX4" fmla="*/ 2358536 w 2358536"/>
              <a:gd name="connsiteY4" fmla="*/ 1061341 h 1179268"/>
              <a:gd name="connsiteX5" fmla="*/ 2240609 w 2358536"/>
              <a:gd name="connsiteY5" fmla="*/ 1179268 h 1179268"/>
              <a:gd name="connsiteX6" fmla="*/ 117927 w 2358536"/>
              <a:gd name="connsiteY6" fmla="*/ 1179268 h 1179268"/>
              <a:gd name="connsiteX7" fmla="*/ 0 w 2358536"/>
              <a:gd name="connsiteY7" fmla="*/ 1061341 h 1179268"/>
              <a:gd name="connsiteX8" fmla="*/ 0 w 2358536"/>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8536" h="1179268">
                <a:moveTo>
                  <a:pt x="0" y="117927"/>
                </a:moveTo>
                <a:cubicBezTo>
                  <a:pt x="0" y="52798"/>
                  <a:pt x="52798" y="0"/>
                  <a:pt x="117927" y="0"/>
                </a:cubicBezTo>
                <a:lnTo>
                  <a:pt x="2240609" y="0"/>
                </a:lnTo>
                <a:cubicBezTo>
                  <a:pt x="2305738" y="0"/>
                  <a:pt x="2358536" y="52798"/>
                  <a:pt x="2358536" y="117927"/>
                </a:cubicBezTo>
                <a:lnTo>
                  <a:pt x="2358536" y="1061341"/>
                </a:lnTo>
                <a:cubicBezTo>
                  <a:pt x="2358536" y="1126470"/>
                  <a:pt x="2305738" y="1179268"/>
                  <a:pt x="2240609" y="1179268"/>
                </a:cubicBezTo>
                <a:lnTo>
                  <a:pt x="117927" y="1179268"/>
                </a:lnTo>
                <a:cubicBezTo>
                  <a:pt x="52798" y="1179268"/>
                  <a:pt x="0" y="1126470"/>
                  <a:pt x="0" y="1061341"/>
                </a:cubicBezTo>
                <a:lnTo>
                  <a:pt x="0" y="117927"/>
                </a:lnTo>
                <a:close/>
              </a:path>
            </a:pathLst>
          </a:custGeom>
          <a:solidFill>
            <a:schemeClr val="accent3">
              <a:lumMod val="75000"/>
            </a:schemeClr>
          </a:soli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72640" tIns="59940" rIns="72640" bIns="59940" numCol="1" spcCol="1270" anchor="ctr" anchorCtr="0">
            <a:noAutofit/>
          </a:bodyPr>
          <a:lstStyle/>
          <a:p>
            <a:pPr lvl="0" algn="ctr" defTabSz="889000">
              <a:lnSpc>
                <a:spcPct val="90000"/>
              </a:lnSpc>
              <a:spcBef>
                <a:spcPct val="0"/>
              </a:spcBef>
              <a:spcAft>
                <a:spcPct val="35000"/>
              </a:spcAft>
            </a:pPr>
            <a:r>
              <a:rPr lang="en-GB"/>
              <a:t>Block GR Postings of G&amp;A/Marketing and Postings Impacting GR/IR Accounts</a:t>
            </a:r>
            <a:endParaRPr lang="en-US" kern="1200"/>
          </a:p>
        </p:txBody>
      </p:sp>
      <p:sp>
        <p:nvSpPr>
          <p:cNvPr id="29" name="Freeform: Shape 28">
            <a:extLst>
              <a:ext uri="{FF2B5EF4-FFF2-40B4-BE49-F238E27FC236}">
                <a16:creationId xmlns:a16="http://schemas.microsoft.com/office/drawing/2014/main" id="{BC1D8616-1495-4701-B1C7-035909F614EB}"/>
              </a:ext>
            </a:extLst>
          </p:cNvPr>
          <p:cNvSpPr/>
          <p:nvPr/>
        </p:nvSpPr>
        <p:spPr>
          <a:xfrm>
            <a:off x="1180574" y="3258402"/>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3"/>
            </a:solidFill>
          </a:ln>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r>
              <a:rPr lang="en-US" sz="1600" b="1" kern="1200"/>
              <a:t>T-Code</a:t>
            </a:r>
            <a:r>
              <a:rPr lang="en-US" sz="1600" kern="1200"/>
              <a:t>: </a:t>
            </a:r>
            <a:r>
              <a:rPr lang="en-US" sz="1100">
                <a:latin typeface="Arial" panose="020B0604020202020204" pitchFamily="34" charset="0"/>
                <a:ea typeface="Arial" panose="020B0604020202020204" pitchFamily="34" charset="0"/>
                <a:cs typeface="Arial" panose="020B0604020202020204" pitchFamily="34" charset="0"/>
              </a:rPr>
              <a:t>ZPERIOD_BLOCK_CD</a:t>
            </a:r>
          </a:p>
          <a:p>
            <a:r>
              <a:rPr lang="en-GB" sz="1100">
                <a:latin typeface="Arial" panose="020B0604020202020204" pitchFamily="34" charset="0"/>
                <a:ea typeface="Arial" panose="020B0604020202020204" pitchFamily="34" charset="0"/>
                <a:cs typeface="Times New Roman" panose="02020603050405020304" pitchFamily="18" charset="0"/>
              </a:rPr>
              <a:t>ZFFITCOMPANY_CD</a:t>
            </a:r>
            <a:endParaRPr lang="en-US" sz="1100" kern="1200"/>
          </a:p>
        </p:txBody>
      </p:sp>
      <p:sp>
        <p:nvSpPr>
          <p:cNvPr id="31" name="Freeform: Shape 30">
            <a:extLst>
              <a:ext uri="{FF2B5EF4-FFF2-40B4-BE49-F238E27FC236}">
                <a16:creationId xmlns:a16="http://schemas.microsoft.com/office/drawing/2014/main" id="{3A066206-2B4F-45A4-888F-B544D183DBE7}"/>
              </a:ext>
            </a:extLst>
          </p:cNvPr>
          <p:cNvSpPr/>
          <p:nvPr/>
        </p:nvSpPr>
        <p:spPr>
          <a:xfrm>
            <a:off x="944720" y="2963585"/>
            <a:ext cx="235853" cy="2358536"/>
          </a:xfrm>
          <a:custGeom>
            <a:avLst/>
            <a:gdLst/>
            <a:ahLst/>
            <a:cxnLst/>
            <a:rect l="0" t="0" r="0" b="0"/>
            <a:pathLst>
              <a:path>
                <a:moveTo>
                  <a:pt x="0" y="0"/>
                </a:moveTo>
                <a:lnTo>
                  <a:pt x="0" y="2358536"/>
                </a:lnTo>
                <a:lnTo>
                  <a:pt x="235853" y="2358536"/>
                </a:lnTo>
              </a:path>
            </a:pathLst>
          </a:custGeom>
          <a:solidFill>
            <a:schemeClr val="accent3"/>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41" name="Freeform: Shape 40">
            <a:extLst>
              <a:ext uri="{FF2B5EF4-FFF2-40B4-BE49-F238E27FC236}">
                <a16:creationId xmlns:a16="http://schemas.microsoft.com/office/drawing/2014/main" id="{BE5654F6-5B7F-400A-A9E6-D183227F94FB}"/>
              </a:ext>
            </a:extLst>
          </p:cNvPr>
          <p:cNvSpPr/>
          <p:nvPr/>
        </p:nvSpPr>
        <p:spPr>
          <a:xfrm>
            <a:off x="1180573" y="4732487"/>
            <a:ext cx="1886829" cy="117926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3"/>
            </a:solidFill>
          </a:ln>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Timing: </a:t>
            </a:r>
          </a:p>
          <a:p>
            <a:pPr marL="0" lvl="0" indent="0" algn="ctr" defTabSz="1644650">
              <a:lnSpc>
                <a:spcPct val="90000"/>
              </a:lnSpc>
              <a:spcBef>
                <a:spcPct val="0"/>
              </a:spcBef>
              <a:spcAft>
                <a:spcPct val="35000"/>
              </a:spcAft>
              <a:buNone/>
            </a:pPr>
            <a:r>
              <a:rPr lang="en-US" sz="1200" kern="1200"/>
              <a:t>WD-1(G&amp;A/Marketing)</a:t>
            </a:r>
          </a:p>
          <a:p>
            <a:pPr marL="0" lvl="0" indent="0" algn="ctr" defTabSz="1644650">
              <a:lnSpc>
                <a:spcPct val="90000"/>
              </a:lnSpc>
              <a:spcBef>
                <a:spcPct val="0"/>
              </a:spcBef>
              <a:spcAft>
                <a:spcPct val="35000"/>
              </a:spcAft>
              <a:buNone/>
            </a:pPr>
            <a:r>
              <a:rPr lang="en-US" sz="1200" kern="1200"/>
              <a:t>WD1(GR/IR)</a:t>
            </a:r>
          </a:p>
        </p:txBody>
      </p:sp>
      <p:cxnSp>
        <p:nvCxnSpPr>
          <p:cNvPr id="42" name="Straight Connector 41">
            <a:extLst>
              <a:ext uri="{FF2B5EF4-FFF2-40B4-BE49-F238E27FC236}">
                <a16:creationId xmlns:a16="http://schemas.microsoft.com/office/drawing/2014/main" id="{44CFF805-EE25-4646-837F-0007D056268B}"/>
              </a:ext>
            </a:extLst>
          </p:cNvPr>
          <p:cNvCxnSpPr>
            <a:cxnSpLocks/>
          </p:cNvCxnSpPr>
          <p:nvPr/>
        </p:nvCxnSpPr>
        <p:spPr>
          <a:xfrm>
            <a:off x="944720" y="3473764"/>
            <a:ext cx="235853" cy="0"/>
          </a:xfrm>
          <a:prstGeom prst="line">
            <a:avLst/>
          </a:prstGeom>
          <a:solidFill>
            <a:schemeClr val="accent1">
              <a:lumMod val="40000"/>
              <a:lumOff val="60000"/>
            </a:schemeClr>
          </a:solidFill>
          <a:ln>
            <a:solidFill>
              <a:schemeClr val="accent3"/>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43" name="Freeform: Shape 42">
            <a:extLst>
              <a:ext uri="{FF2B5EF4-FFF2-40B4-BE49-F238E27FC236}">
                <a16:creationId xmlns:a16="http://schemas.microsoft.com/office/drawing/2014/main" id="{5B4A61FA-6CE2-45CE-B866-D900471CC3C9}"/>
              </a:ext>
            </a:extLst>
          </p:cNvPr>
          <p:cNvSpPr/>
          <p:nvPr/>
        </p:nvSpPr>
        <p:spPr>
          <a:xfrm>
            <a:off x="1180573" y="3991231"/>
            <a:ext cx="1886829" cy="58963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ln>
            <a:solidFill>
              <a:schemeClr val="accent3"/>
            </a:solidFill>
          </a:ln>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lvl="0" indent="0" algn="ctr" defTabSz="1644650">
              <a:lnSpc>
                <a:spcPct val="90000"/>
              </a:lnSpc>
              <a:spcBef>
                <a:spcPct val="0"/>
              </a:spcBef>
              <a:spcAft>
                <a:spcPct val="35000"/>
              </a:spcAft>
              <a:buNone/>
            </a:pPr>
            <a:r>
              <a:rPr lang="en-US" sz="1600" b="1" kern="1200"/>
              <a:t>FCC Task</a:t>
            </a:r>
            <a:r>
              <a:rPr lang="en-US" sz="1600" kern="1200"/>
              <a:t>: Entity Level </a:t>
            </a:r>
            <a:r>
              <a:rPr lang="en-US" sz="1000" kern="1200"/>
              <a:t>(Note task in FCC)</a:t>
            </a:r>
          </a:p>
        </p:txBody>
      </p:sp>
      <p:cxnSp>
        <p:nvCxnSpPr>
          <p:cNvPr id="44" name="Straight Connector 43">
            <a:extLst>
              <a:ext uri="{FF2B5EF4-FFF2-40B4-BE49-F238E27FC236}">
                <a16:creationId xmlns:a16="http://schemas.microsoft.com/office/drawing/2014/main" id="{DCD7E4FF-3803-4073-AB13-5D56A650A9F5}"/>
              </a:ext>
            </a:extLst>
          </p:cNvPr>
          <p:cNvCxnSpPr>
            <a:cxnSpLocks/>
          </p:cNvCxnSpPr>
          <p:nvPr/>
        </p:nvCxnSpPr>
        <p:spPr>
          <a:xfrm>
            <a:off x="944719" y="4206593"/>
            <a:ext cx="235853" cy="0"/>
          </a:xfrm>
          <a:prstGeom prst="line">
            <a:avLst/>
          </a:prstGeom>
          <a:solidFill>
            <a:schemeClr val="accent1">
              <a:lumMod val="40000"/>
              <a:lumOff val="60000"/>
            </a:schemeClr>
          </a:solidFill>
          <a:ln>
            <a:solidFill>
              <a:schemeClr val="accent3"/>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pic>
        <p:nvPicPr>
          <p:cNvPr id="40" name="Graphic 39" descr="Person with idea">
            <a:extLst>
              <a:ext uri="{FF2B5EF4-FFF2-40B4-BE49-F238E27FC236}">
                <a16:creationId xmlns:a16="http://schemas.microsoft.com/office/drawing/2014/main" id="{D469B65F-7DCC-4BF5-82D3-1D87DA9470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8266" y="5704433"/>
            <a:ext cx="661199" cy="661199"/>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877100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pPr lvl="0" defTabSz="889000">
              <a:spcAft>
                <a:spcPct val="35000"/>
              </a:spcAft>
            </a:pPr>
            <a:r>
              <a:rPr lang="en-US"/>
              <a:t>GR/IR Closing: Block of Postings to Accounts</a:t>
            </a:r>
            <a:endParaRPr lang="en-US">
              <a:solidFill>
                <a:srgbClr val="FF0000"/>
              </a:solidFill>
            </a:endParaRPr>
          </a:p>
        </p:txBody>
      </p:sp>
      <p:sp>
        <p:nvSpPr>
          <p:cNvPr id="50" name="Rectangle 49">
            <a:extLst>
              <a:ext uri="{FF2B5EF4-FFF2-40B4-BE49-F238E27FC236}">
                <a16:creationId xmlns:a16="http://schemas.microsoft.com/office/drawing/2014/main" id="{B4E6453A-DBCF-4724-BF29-9C559C5BBEF6}"/>
              </a:ext>
            </a:extLst>
          </p:cNvPr>
          <p:cNvSpPr/>
          <p:nvPr/>
        </p:nvSpPr>
        <p:spPr>
          <a:xfrm>
            <a:off x="319453" y="5156644"/>
            <a:ext cx="11717521" cy="1554272"/>
          </a:xfrm>
          <a:prstGeom prst="rect">
            <a:avLst/>
          </a:prstGeom>
          <a:solidFill>
            <a:schemeClr val="bg1"/>
          </a:solidFill>
        </p:spPr>
        <p:txBody>
          <a:bodyPr wrap="square">
            <a:spAutoFit/>
          </a:bodyPr>
          <a:lstStyle/>
          <a:p>
            <a:pPr lvl="0">
              <a:lnSpc>
                <a:spcPts val="1200"/>
              </a:lnSpc>
              <a:spcBef>
                <a:spcPts val="600"/>
              </a:spcBef>
              <a:defRPr/>
            </a:pPr>
            <a:r>
              <a:rPr lang="en-GB" sz="1200" b="1" i="1" u="sng" dirty="0">
                <a:solidFill>
                  <a:srgbClr val="000000"/>
                </a:solidFill>
                <a:latin typeface="Georgia" panose="02040502050405020303" pitchFamily="18" charset="0"/>
              </a:rPr>
              <a:t>Block GR Postings of G&amp;A/Marketing and Postings Impacting GR/IR Accounts (NO change from ECC to S/4HANA)</a:t>
            </a:r>
            <a:r>
              <a:rPr kumimoji="0" lang="en-GB" sz="1200" b="1" i="1" u="sng" strike="noStrike" kern="1200" cap="none" spc="0" normalizeH="0" baseline="0" noProof="0" dirty="0">
                <a:ln>
                  <a:noFill/>
                </a:ln>
                <a:solidFill>
                  <a:srgbClr val="000000"/>
                </a:solidFill>
                <a:effectLst/>
                <a:uLnTx/>
                <a:uFillTx/>
                <a:latin typeface="Georgia" panose="02040502050405020303" pitchFamily="18" charset="0"/>
                <a:ea typeface="+mn-ea"/>
                <a:cs typeface="+mn-cs"/>
              </a:rPr>
              <a:t>:</a:t>
            </a:r>
          </a:p>
          <a:p>
            <a:pPr marL="171450" lvl="0" indent="-171450">
              <a:lnSpc>
                <a:spcPts val="1200"/>
              </a:lnSpc>
              <a:spcBef>
                <a:spcPts val="600"/>
              </a:spcBef>
              <a:buFont typeface="Arial" panose="020B0604020202020204" pitchFamily="34" charset="0"/>
              <a:buChar char="•"/>
              <a:defRPr/>
            </a:pPr>
            <a:r>
              <a:rPr lang="en-GB" sz="1100" i="1" dirty="0">
                <a:solidFill>
                  <a:srgbClr val="000000"/>
                </a:solidFill>
                <a:latin typeface="Georgia" panose="02040502050405020303" pitchFamily="18" charset="0"/>
              </a:rPr>
              <a:t>These two Z* transactions are designed to allow GBS/JTBC to set a block for the accounts impacting GR/IR for a given entity, so that the GR/IR Closing process can commence.</a:t>
            </a:r>
          </a:p>
          <a:p>
            <a:pPr marL="628650" lvl="1" indent="-171450">
              <a:lnSpc>
                <a:spcPts val="1200"/>
              </a:lnSpc>
              <a:spcBef>
                <a:spcPts val="600"/>
              </a:spcBef>
              <a:buFont typeface="Arial" panose="020B0604020202020204" pitchFamily="34" charset="0"/>
              <a:buChar char="•"/>
              <a:defRPr/>
            </a:pPr>
            <a:r>
              <a:rPr lang="en-GB" sz="1100" b="1" i="1" dirty="0">
                <a:solidFill>
                  <a:srgbClr val="000000"/>
                </a:solidFill>
                <a:latin typeface="Georgia" panose="02040502050405020303" pitchFamily="18" charset="0"/>
              </a:rPr>
              <a:t>ZPERIOD_BLOCK_CD </a:t>
            </a:r>
            <a:r>
              <a:rPr lang="en-GB" sz="1100" i="1" dirty="0">
                <a:solidFill>
                  <a:srgbClr val="000000"/>
                </a:solidFill>
                <a:latin typeface="Georgia" panose="02040502050405020303" pitchFamily="18" charset="0"/>
              </a:rPr>
              <a:t>blocks all postings with correspondence to General &amp; Administrative and Marketing accounts against GR/IR clearing accounts</a:t>
            </a:r>
          </a:p>
          <a:p>
            <a:pPr marL="628650" lvl="1" indent="-171450">
              <a:lnSpc>
                <a:spcPts val="1200"/>
              </a:lnSpc>
              <a:spcBef>
                <a:spcPts val="600"/>
              </a:spcBef>
              <a:buFont typeface="Arial" panose="020B0604020202020204" pitchFamily="34" charset="0"/>
              <a:buChar char="•"/>
              <a:defRPr/>
            </a:pPr>
            <a:r>
              <a:rPr lang="en-GB" sz="1100" b="1" i="1" dirty="0">
                <a:solidFill>
                  <a:srgbClr val="000000"/>
                </a:solidFill>
                <a:latin typeface="Georgia" panose="02040502050405020303" pitchFamily="18" charset="0"/>
              </a:rPr>
              <a:t>ZFFITCOMPANY_CD </a:t>
            </a:r>
            <a:r>
              <a:rPr lang="en-GB" sz="1100" i="1" dirty="0">
                <a:solidFill>
                  <a:srgbClr val="000000"/>
                </a:solidFill>
                <a:latin typeface="Georgia" panose="02040502050405020303" pitchFamily="18" charset="0"/>
              </a:rPr>
              <a:t>blocks all postings (except automatic clearing) on GR/IR clearing accounts</a:t>
            </a:r>
          </a:p>
          <a:p>
            <a:pPr marL="171450" indent="-171450">
              <a:lnSpc>
                <a:spcPts val="1200"/>
              </a:lnSpc>
              <a:spcBef>
                <a:spcPts val="600"/>
              </a:spcBef>
              <a:buFont typeface="Arial" panose="020B0604020202020204" pitchFamily="34" charset="0"/>
              <a:buChar char="•"/>
              <a:defRPr/>
            </a:pPr>
            <a:r>
              <a:rPr lang="en-GB" sz="1100" i="1" dirty="0">
                <a:solidFill>
                  <a:srgbClr val="000000"/>
                </a:solidFill>
                <a:latin typeface="Georgia" panose="02040502050405020303" pitchFamily="18" charset="0"/>
              </a:rPr>
              <a:t>These two blocks work together with the </a:t>
            </a:r>
            <a:r>
              <a:rPr lang="en-GB" sz="1100" b="1" i="1" dirty="0">
                <a:solidFill>
                  <a:srgbClr val="000000"/>
                </a:solidFill>
                <a:latin typeface="Georgia" panose="02040502050405020303" pitchFamily="18" charset="0"/>
              </a:rPr>
              <a:t>key date, which is the last date of the period being closed</a:t>
            </a:r>
            <a:r>
              <a:rPr lang="en-GB" sz="1100" i="1" dirty="0">
                <a:solidFill>
                  <a:srgbClr val="000000"/>
                </a:solidFill>
                <a:latin typeface="Georgia" panose="02040502050405020303" pitchFamily="18" charset="0"/>
              </a:rPr>
              <a:t>, set in T-Code </a:t>
            </a:r>
            <a:r>
              <a:rPr lang="en-GB" sz="1100" b="1" i="1" dirty="0">
                <a:solidFill>
                  <a:srgbClr val="000000"/>
                </a:solidFill>
                <a:latin typeface="Georgia" panose="02040502050405020303" pitchFamily="18" charset="0"/>
              </a:rPr>
              <a:t>ZFFITMONTH_END </a:t>
            </a:r>
            <a:r>
              <a:rPr lang="en-GB" sz="1100" i="1" baseline="30000" dirty="0">
                <a:solidFill>
                  <a:srgbClr val="FF0000"/>
                </a:solidFill>
                <a:latin typeface="Georgia" panose="02040502050405020303" pitchFamily="18" charset="0"/>
              </a:rPr>
              <a:t>1)</a:t>
            </a:r>
            <a:r>
              <a:rPr lang="en-GB" sz="1100" i="1" dirty="0">
                <a:solidFill>
                  <a:srgbClr val="000000"/>
                </a:solidFill>
                <a:latin typeface="Georgia" panose="02040502050405020303" pitchFamily="18" charset="0"/>
              </a:rPr>
              <a:t>, i.e. only postings before this date will be blocked so that postings to the new period can continue as normal.  </a:t>
            </a:r>
          </a:p>
          <a:p>
            <a:pPr marL="171450" indent="-171450">
              <a:lnSpc>
                <a:spcPts val="1200"/>
              </a:lnSpc>
              <a:spcBef>
                <a:spcPts val="600"/>
              </a:spcBef>
              <a:buFont typeface="Arial" panose="020B0604020202020204" pitchFamily="34" charset="0"/>
              <a:buChar char="•"/>
              <a:defRPr/>
            </a:pPr>
            <a:r>
              <a:rPr lang="en-GB" sz="1100" i="1" dirty="0">
                <a:solidFill>
                  <a:srgbClr val="000000"/>
                </a:solidFill>
                <a:latin typeface="Georgia" panose="02040502050405020303" pitchFamily="18" charset="0"/>
              </a:rPr>
              <a:t>These are </a:t>
            </a:r>
            <a:r>
              <a:rPr lang="en-GB" sz="1100" b="1" i="1" dirty="0">
                <a:solidFill>
                  <a:srgbClr val="000000"/>
                </a:solidFill>
                <a:latin typeface="Georgia" panose="02040502050405020303" pitchFamily="18" charset="0"/>
              </a:rPr>
              <a:t>Note</a:t>
            </a:r>
            <a:r>
              <a:rPr lang="en-GB" sz="1100" i="1" dirty="0">
                <a:solidFill>
                  <a:srgbClr val="000000"/>
                </a:solidFill>
                <a:latin typeface="Georgia" panose="02040502050405020303" pitchFamily="18" charset="0"/>
              </a:rPr>
              <a:t> tasks in FCC, meaning they need to be done outside of FCC manually with status of FCC task manually updated accordingly.</a:t>
            </a:r>
          </a:p>
        </p:txBody>
      </p:sp>
      <p:pic>
        <p:nvPicPr>
          <p:cNvPr id="2" name="Picture 1">
            <a:extLst>
              <a:ext uri="{FF2B5EF4-FFF2-40B4-BE49-F238E27FC236}">
                <a16:creationId xmlns:a16="http://schemas.microsoft.com/office/drawing/2014/main" id="{86376F9E-7146-40D6-995B-188326B8A38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389791" y="1380721"/>
            <a:ext cx="7077277" cy="3710026"/>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09A7D69A-6BE1-45BD-B673-FF5F2AD734A3}"/>
              </a:ext>
            </a:extLst>
          </p:cNvPr>
          <p:cNvPicPr>
            <a:picLocks noChangeAspect="1"/>
          </p:cNvPicPr>
          <p:nvPr/>
        </p:nvPicPr>
        <p:blipFill>
          <a:blip r:embed="rId5"/>
          <a:stretch>
            <a:fillRect/>
          </a:stretch>
        </p:blipFill>
        <p:spPr>
          <a:xfrm>
            <a:off x="7869692" y="1384454"/>
            <a:ext cx="2022511" cy="3150561"/>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BFE7DD45-6052-4C13-8267-A46A1C12D285}"/>
              </a:ext>
            </a:extLst>
          </p:cNvPr>
          <p:cNvPicPr>
            <a:picLocks noChangeAspect="1"/>
          </p:cNvPicPr>
          <p:nvPr/>
        </p:nvPicPr>
        <p:blipFill>
          <a:blip r:embed="rId6"/>
          <a:stretch>
            <a:fillRect/>
          </a:stretch>
        </p:blipFill>
        <p:spPr>
          <a:xfrm>
            <a:off x="10005646" y="1380721"/>
            <a:ext cx="2001801" cy="3150561"/>
          </a:xfrm>
          <a:prstGeom prst="rect">
            <a:avLst/>
          </a:prstGeom>
          <a:effectLst>
            <a:outerShdw blurRad="50800" dist="38100" dir="2700000" algn="tl" rotWithShape="0">
              <a:prstClr val="black">
                <a:alpha val="40000"/>
              </a:prstClr>
            </a:outerShdw>
          </a:effectLst>
        </p:spPr>
      </p:pic>
      <p:sp>
        <p:nvSpPr>
          <p:cNvPr id="8" name="Rectangle: Rounded Corners 7">
            <a:extLst>
              <a:ext uri="{FF2B5EF4-FFF2-40B4-BE49-F238E27FC236}">
                <a16:creationId xmlns:a16="http://schemas.microsoft.com/office/drawing/2014/main" id="{54C9AEC4-94E7-4DED-907F-A0825E478460}"/>
              </a:ext>
            </a:extLst>
          </p:cNvPr>
          <p:cNvSpPr/>
          <p:nvPr/>
        </p:nvSpPr>
        <p:spPr>
          <a:xfrm>
            <a:off x="2763336" y="2609470"/>
            <a:ext cx="4085872" cy="300783"/>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5D76CADA-F1E6-4638-8D67-A7AE47F8B8CD}"/>
              </a:ext>
            </a:extLst>
          </p:cNvPr>
          <p:cNvSpPr/>
          <p:nvPr/>
        </p:nvSpPr>
        <p:spPr>
          <a:xfrm>
            <a:off x="391112" y="1346371"/>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a:t>
            </a:r>
          </a:p>
        </p:txBody>
      </p:sp>
      <p:sp>
        <p:nvSpPr>
          <p:cNvPr id="10" name="Rectangle: Rounded Corners 9">
            <a:extLst>
              <a:ext uri="{FF2B5EF4-FFF2-40B4-BE49-F238E27FC236}">
                <a16:creationId xmlns:a16="http://schemas.microsoft.com/office/drawing/2014/main" id="{BB0A1983-935F-4AFF-B8B8-540096CFFBE1}"/>
              </a:ext>
            </a:extLst>
          </p:cNvPr>
          <p:cNvSpPr/>
          <p:nvPr/>
        </p:nvSpPr>
        <p:spPr>
          <a:xfrm>
            <a:off x="9170377" y="1380721"/>
            <a:ext cx="721826" cy="183141"/>
          </a:xfrm>
          <a:prstGeom prst="roundRect">
            <a:avLst/>
          </a:prstGeom>
          <a:noFill/>
          <a:ln w="3810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00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11" name="Rectangle: Rounded Corners 10">
            <a:extLst>
              <a:ext uri="{FF2B5EF4-FFF2-40B4-BE49-F238E27FC236}">
                <a16:creationId xmlns:a16="http://schemas.microsoft.com/office/drawing/2014/main" id="{8B23BCBE-8D5D-4870-B386-E09CD316DA97}"/>
              </a:ext>
            </a:extLst>
          </p:cNvPr>
          <p:cNvSpPr/>
          <p:nvPr/>
        </p:nvSpPr>
        <p:spPr>
          <a:xfrm>
            <a:off x="11315148" y="1380721"/>
            <a:ext cx="721826" cy="183141"/>
          </a:xfrm>
          <a:prstGeom prst="roundRect">
            <a:avLst/>
          </a:prstGeom>
          <a:noFill/>
          <a:ln w="3810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000" i="0" u="none" strike="noStrike" kern="1200" cap="none" spc="0" normalizeH="0" baseline="0" noProof="0">
              <a:ln>
                <a:noFill/>
              </a:ln>
              <a:solidFill>
                <a:schemeClr val="tx1"/>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71FB266F-5208-4854-A375-FA3DC461FB4E}"/>
              </a:ext>
            </a:extLst>
          </p:cNvPr>
          <p:cNvSpPr txBox="1"/>
          <p:nvPr/>
        </p:nvSpPr>
        <p:spPr>
          <a:xfrm>
            <a:off x="7776307" y="5002526"/>
            <a:ext cx="3086100" cy="121169"/>
          </a:xfrm>
          <a:prstGeom prst="rect">
            <a:avLst/>
          </a:prstGeom>
          <a:noFill/>
        </p:spPr>
        <p:txBody>
          <a:bodyPr wrap="square" lIns="0" tIns="0" rIns="0" bIns="0" rtlCol="0">
            <a:noAutofit/>
          </a:bodyPr>
          <a:lstStyle/>
          <a:p>
            <a:pPr algn="l"/>
            <a:r>
              <a:rPr lang="en-US" sz="800" i="1" baseline="30000">
                <a:solidFill>
                  <a:srgbClr val="FF0000"/>
                </a:solidFill>
              </a:rPr>
              <a:t>1) </a:t>
            </a:r>
            <a:r>
              <a:rPr lang="en-US" sz="800" i="1"/>
              <a:t>Details to be explained in Post Period Closing chapter.</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373195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6D3CF5-3D45-49D7-8EDA-E4AF74BCDCE7}"/>
              </a:ext>
            </a:extLst>
          </p:cNvPr>
          <p:cNvPicPr>
            <a:picLocks noChangeAspect="1"/>
          </p:cNvPicPr>
          <p:nvPr/>
        </p:nvPicPr>
        <p:blipFill>
          <a:blip r:embed="rId3"/>
          <a:stretch>
            <a:fillRect/>
          </a:stretch>
        </p:blipFill>
        <p:spPr>
          <a:xfrm>
            <a:off x="378363" y="1455770"/>
            <a:ext cx="6609522" cy="3184256"/>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pPr lvl="0" defTabSz="889000">
              <a:spcAft>
                <a:spcPct val="35000"/>
              </a:spcAft>
            </a:pPr>
            <a:r>
              <a:rPr lang="en-US"/>
              <a:t>GR/IR Closing: F.13 Automatic Clearing</a:t>
            </a:r>
            <a:endParaRPr lang="en-US">
              <a:solidFill>
                <a:srgbClr val="FF0000"/>
              </a:solidFill>
            </a:endParaRPr>
          </a:p>
        </p:txBody>
      </p:sp>
      <p:sp>
        <p:nvSpPr>
          <p:cNvPr id="50" name="Rectangle 49">
            <a:extLst>
              <a:ext uri="{FF2B5EF4-FFF2-40B4-BE49-F238E27FC236}">
                <a16:creationId xmlns:a16="http://schemas.microsoft.com/office/drawing/2014/main" id="{B4E6453A-DBCF-4724-BF29-9C559C5BBEF6}"/>
              </a:ext>
            </a:extLst>
          </p:cNvPr>
          <p:cNvSpPr/>
          <p:nvPr/>
        </p:nvSpPr>
        <p:spPr>
          <a:xfrm>
            <a:off x="309445" y="4858292"/>
            <a:ext cx="11693258" cy="2015936"/>
          </a:xfrm>
          <a:prstGeom prst="rect">
            <a:avLst/>
          </a:prstGeom>
          <a:solidFill>
            <a:schemeClr val="bg1"/>
          </a:solidFill>
        </p:spPr>
        <p:txBody>
          <a:bodyPr wrap="square" anchor="t">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Automatic Clearing of GR/IR Clearing Accounts (No change from ECC to S/4HANA):</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a:rPr>
              <a:t>Automatic Clearing for GR/IR Clearing Accounts (246010, 246012 and 246014) is performed </a:t>
            </a:r>
            <a:r>
              <a:rPr lang="en-GB" sz="1100" i="1">
                <a:latin typeface="Georgia"/>
              </a:rPr>
              <a:t>at period end after GR/IR movements have stopped (blocks are set) and prior to GR/IR Regrouping (F.19).</a:t>
            </a:r>
          </a:p>
          <a:p>
            <a:pPr marL="171450" lvl="0" indent="-171450">
              <a:lnSpc>
                <a:spcPts val="1200"/>
              </a:lnSpc>
              <a:spcBef>
                <a:spcPts val="600"/>
              </a:spcBef>
              <a:buFont typeface="Arial" panose="020B0604020202020204" pitchFamily="34" charset="0"/>
              <a:buChar char="•"/>
              <a:defRPr/>
            </a:pPr>
            <a:r>
              <a:rPr lang="en-GB" sz="1100" i="1">
                <a:latin typeface="Georgia" panose="02040502050405020303" pitchFamily="18" charset="0"/>
              </a:rPr>
              <a:t>In S/4 automatic clearing for GR/IR accounts are executed </a:t>
            </a:r>
            <a:r>
              <a:rPr lang="en-GB" sz="1100" b="1" i="1">
                <a:latin typeface="Georgia" panose="02040502050405020303" pitchFamily="18" charset="0"/>
              </a:rPr>
              <a:t>without tolerance for all entities. </a:t>
            </a:r>
            <a:r>
              <a:rPr lang="en-GB" sz="1100" i="1">
                <a:latin typeface="Georgia" panose="02040502050405020303" pitchFamily="18" charset="0"/>
              </a:rPr>
              <a:t>This eliminates the possibility that some GR/IR open items which do not match 100% but with a small difference which fall inside the tolerance limit are cleared by mistake. At the same time, auto-clearing without tolerance may result in GR/IR open items to be open for a long time, unless entities regularly perform PO maintenance to balance them. </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latin typeface="Georgia" panose="02040502050405020303" pitchFamily="18" charset="0"/>
              </a:rPr>
              <a:t> The effect of F.13 is that only open items representing outstanding GRs (in the case of invoice received but goods not received) or IRs (in the case of goods received but invoice not received) are left, which becomes the base for F.19 regrouping.</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latin typeface="Georgia" panose="02040502050405020303" pitchFamily="18" charset="0"/>
              </a:rPr>
              <a:t>As F.13 variant used in FCC tasks is a “global variant”, you should always review/amend the Company Code and all the date/period/year fields before executing F.13 outside of FCC.</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latin typeface="Georgia" panose="02040502050405020303" pitchFamily="18" charset="0"/>
              </a:rPr>
              <a:t>For details of </a:t>
            </a:r>
            <a:r>
              <a:rPr lang="en-GB" sz="1100" b="1" i="1">
                <a:latin typeface="Georgia" panose="02040502050405020303" pitchFamily="18" charset="0"/>
              </a:rPr>
              <a:t>Automatic Clearing process</a:t>
            </a:r>
            <a:r>
              <a:rPr lang="en-GB" sz="1100" i="1">
                <a:latin typeface="Georgia" panose="02040502050405020303" pitchFamily="18" charset="0"/>
              </a:rPr>
              <a:t>, please refer to </a:t>
            </a:r>
            <a:r>
              <a:rPr lang="en-GB" sz="1100" b="1" i="1">
                <a:latin typeface="Georgia" panose="02040502050405020303" pitchFamily="18" charset="0"/>
              </a:rPr>
              <a:t>Parallel Ledger course</a:t>
            </a:r>
            <a:r>
              <a:rPr lang="en-GB" sz="1100" i="1">
                <a:latin typeface="Georgia" panose="02040502050405020303" pitchFamily="18" charset="0"/>
              </a:rPr>
              <a:t>. </a:t>
            </a:r>
            <a:endParaRPr kumimoji="0" lang="en-GB" sz="1100" b="0" i="1" u="none" strike="noStrike" kern="1200" cap="none" spc="0" normalizeH="0" baseline="0" noProof="0">
              <a:ln>
                <a:noFill/>
              </a:ln>
              <a:effectLst/>
              <a:uLnTx/>
              <a:uFillTx/>
              <a:latin typeface="Georgia" panose="02040502050405020303" pitchFamily="18" charset="0"/>
            </a:endParaRPr>
          </a:p>
        </p:txBody>
      </p:sp>
      <p:sp>
        <p:nvSpPr>
          <p:cNvPr id="9" name="Rectangle: Rounded Corners 8">
            <a:extLst>
              <a:ext uri="{FF2B5EF4-FFF2-40B4-BE49-F238E27FC236}">
                <a16:creationId xmlns:a16="http://schemas.microsoft.com/office/drawing/2014/main" id="{93158348-2584-4500-82C2-62F3A15AD735}"/>
              </a:ext>
            </a:extLst>
          </p:cNvPr>
          <p:cNvSpPr/>
          <p:nvPr/>
        </p:nvSpPr>
        <p:spPr>
          <a:xfrm>
            <a:off x="2637006" y="3031056"/>
            <a:ext cx="3962779" cy="142357"/>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332614BA-11F0-4CA9-877C-9F3CD478E5F1}"/>
              </a:ext>
            </a:extLst>
          </p:cNvPr>
          <p:cNvSpPr/>
          <p:nvPr/>
        </p:nvSpPr>
        <p:spPr>
          <a:xfrm>
            <a:off x="391112" y="1363955"/>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a:t>
            </a:r>
          </a:p>
        </p:txBody>
      </p:sp>
      <p:pic>
        <p:nvPicPr>
          <p:cNvPr id="7" name="Picture 6">
            <a:extLst>
              <a:ext uri="{FF2B5EF4-FFF2-40B4-BE49-F238E27FC236}">
                <a16:creationId xmlns:a16="http://schemas.microsoft.com/office/drawing/2014/main" id="{69150257-0063-4021-82D3-B0A2901D740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7113979" y="1365099"/>
            <a:ext cx="3502182" cy="3710026"/>
          </a:xfrm>
          <a:prstGeom prst="rect">
            <a:avLst/>
          </a:prstGeom>
          <a:effectLst>
            <a:outerShdw blurRad="50800" dist="38100" dir="2700000" algn="tl" rotWithShape="0">
              <a:prstClr val="black">
                <a:alpha val="40000"/>
              </a:prstClr>
            </a:outerShdw>
          </a:effectLst>
        </p:spPr>
      </p:pic>
      <p:sp>
        <p:nvSpPr>
          <p:cNvPr id="12" name="Rectangle: Rounded Corners 11">
            <a:extLst>
              <a:ext uri="{FF2B5EF4-FFF2-40B4-BE49-F238E27FC236}">
                <a16:creationId xmlns:a16="http://schemas.microsoft.com/office/drawing/2014/main" id="{388DE740-A239-4DBA-9D3C-D7D935676A55}"/>
              </a:ext>
            </a:extLst>
          </p:cNvPr>
          <p:cNvSpPr/>
          <p:nvPr/>
        </p:nvSpPr>
        <p:spPr>
          <a:xfrm>
            <a:off x="7115040" y="1379196"/>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F.13: Automatic Clearing</a:t>
            </a:r>
          </a:p>
        </p:txBody>
      </p:sp>
      <p:pic>
        <p:nvPicPr>
          <p:cNvPr id="11" name="Picture 10">
            <a:extLst>
              <a:ext uri="{FF2B5EF4-FFF2-40B4-BE49-F238E27FC236}">
                <a16:creationId xmlns:a16="http://schemas.microsoft.com/office/drawing/2014/main" id="{2E0C0757-061F-4E4D-A626-35ABE6772C38}"/>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10717078" y="3429000"/>
            <a:ext cx="1058689" cy="1127884"/>
          </a:xfrm>
          <a:prstGeom prst="rect">
            <a:avLst/>
          </a:prstGeom>
          <a:ln>
            <a:solidFill>
              <a:srgbClr val="FF0000"/>
            </a:solidFill>
          </a:ln>
          <a:effectLst>
            <a:outerShdw blurRad="50800" dist="38100" dir="2700000" algn="tl" rotWithShape="0">
              <a:prstClr val="black">
                <a:alpha val="40000"/>
              </a:prstClr>
            </a:outerShdw>
          </a:effectLst>
        </p:spPr>
      </p:pic>
      <p:sp>
        <p:nvSpPr>
          <p:cNvPr id="14" name="Rectangle: Rounded Corners 13">
            <a:extLst>
              <a:ext uri="{FF2B5EF4-FFF2-40B4-BE49-F238E27FC236}">
                <a16:creationId xmlns:a16="http://schemas.microsoft.com/office/drawing/2014/main" id="{90D0C389-502F-46B2-BE83-6DCFB553E513}"/>
              </a:ext>
            </a:extLst>
          </p:cNvPr>
          <p:cNvSpPr/>
          <p:nvPr/>
        </p:nvSpPr>
        <p:spPr>
          <a:xfrm>
            <a:off x="8070230" y="4590380"/>
            <a:ext cx="2560223" cy="21749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5" name="Straight Arrow Connector 14">
            <a:extLst>
              <a:ext uri="{FF2B5EF4-FFF2-40B4-BE49-F238E27FC236}">
                <a16:creationId xmlns:a16="http://schemas.microsoft.com/office/drawing/2014/main" id="{FF60852C-157D-4103-A8E9-2FD28CE7FE0E}"/>
              </a:ext>
            </a:extLst>
          </p:cNvPr>
          <p:cNvCxnSpPr>
            <a:cxnSpLocks/>
          </p:cNvCxnSpPr>
          <p:nvPr/>
        </p:nvCxnSpPr>
        <p:spPr>
          <a:xfrm flipV="1">
            <a:off x="10442855" y="4255477"/>
            <a:ext cx="346612" cy="344529"/>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Speech Bubble: Rectangle 12">
            <a:extLst>
              <a:ext uri="{FF2B5EF4-FFF2-40B4-BE49-F238E27FC236}">
                <a16:creationId xmlns:a16="http://schemas.microsoft.com/office/drawing/2014/main" id="{DAB373D3-9F0C-44CB-8F76-4B391A5D79A8}"/>
              </a:ext>
            </a:extLst>
          </p:cNvPr>
          <p:cNvSpPr/>
          <p:nvPr/>
        </p:nvSpPr>
        <p:spPr>
          <a:xfrm>
            <a:off x="9588345" y="356135"/>
            <a:ext cx="2560223" cy="1522974"/>
          </a:xfrm>
          <a:prstGeom prst="wedgeRectCallout">
            <a:avLst>
              <a:gd name="adj1" fmla="val -47362"/>
              <a:gd name="adj2" fmla="val 64368"/>
            </a:avLst>
          </a:prstGeom>
          <a:ln/>
        </p:spPr>
        <p:style>
          <a:lnRef idx="0">
            <a:schemeClr val="accent1"/>
          </a:lnRef>
          <a:fillRef idx="3">
            <a:schemeClr val="accent1"/>
          </a:fillRef>
          <a:effectRef idx="3">
            <a:schemeClr val="accent1"/>
          </a:effectRef>
          <a:fontRef idx="minor">
            <a:schemeClr val="lt1"/>
          </a:fontRef>
        </p:style>
        <p:txBody>
          <a:bodyPr rtlCol="0" anchor="ctr"/>
          <a:lstStyle/>
          <a:p>
            <a:pPr>
              <a:lnSpc>
                <a:spcPts val="1200"/>
              </a:lnSpc>
              <a:spcBef>
                <a:spcPts val="600"/>
              </a:spcBef>
              <a:defRPr/>
            </a:pPr>
            <a:r>
              <a:rPr lang="en-US" sz="1200" i="1">
                <a:solidFill>
                  <a:schemeClr val="tx1"/>
                </a:solidFill>
                <a:latin typeface="Georgia" panose="02040502050405020303" pitchFamily="18" charset="0"/>
              </a:rPr>
              <a:t>As described earlier, F.13 variant is a “global variants”. Therefore it is important you review/amend the Company Code field and ensure the Fiscal Year and Posting Date are correct when executing them outside of FCC.</a:t>
            </a:r>
          </a:p>
        </p:txBody>
      </p:sp>
      <p:sp>
        <p:nvSpPr>
          <p:cNvPr id="16" name="Rectangle: Rounded Corners 15">
            <a:extLst>
              <a:ext uri="{FF2B5EF4-FFF2-40B4-BE49-F238E27FC236}">
                <a16:creationId xmlns:a16="http://schemas.microsoft.com/office/drawing/2014/main" id="{5B8B6582-EFB1-47DB-BAB5-802ACDB11DE2}"/>
              </a:ext>
            </a:extLst>
          </p:cNvPr>
          <p:cNvSpPr/>
          <p:nvPr/>
        </p:nvSpPr>
        <p:spPr>
          <a:xfrm>
            <a:off x="6358686" y="4356562"/>
            <a:ext cx="629199" cy="142357"/>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8" name="Straight Arrow Connector 7">
            <a:extLst>
              <a:ext uri="{FF2B5EF4-FFF2-40B4-BE49-F238E27FC236}">
                <a16:creationId xmlns:a16="http://schemas.microsoft.com/office/drawing/2014/main" id="{FB339B51-D4DC-4FEA-9FD4-92E9DE2C6AD0}"/>
              </a:ext>
            </a:extLst>
          </p:cNvPr>
          <p:cNvCxnSpPr>
            <a:cxnSpLocks/>
            <a:stCxn id="16" idx="3"/>
          </p:cNvCxnSpPr>
          <p:nvPr/>
        </p:nvCxnSpPr>
        <p:spPr>
          <a:xfrm flipV="1">
            <a:off x="6987885" y="4048541"/>
            <a:ext cx="279189" cy="37920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460641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a:xfrm>
            <a:off x="1511276" y="315848"/>
            <a:ext cx="8902723" cy="984247"/>
          </a:xfrm>
        </p:spPr>
        <p:txBody>
          <a:bodyPr/>
          <a:lstStyle/>
          <a:p>
            <a:pPr lvl="0" defTabSz="889000">
              <a:spcAft>
                <a:spcPct val="35000"/>
              </a:spcAft>
            </a:pPr>
            <a:r>
              <a:rPr lang="en-US"/>
              <a:t>GR/IR Closing: F.19 GR/IR Regrouping (1/8)</a:t>
            </a:r>
            <a:br>
              <a:rPr lang="en-US"/>
            </a:br>
            <a:r>
              <a:rPr lang="en-US" sz="1800" b="0" i="1">
                <a:solidFill>
                  <a:schemeClr val="bg1">
                    <a:lumMod val="50000"/>
                  </a:schemeClr>
                </a:solidFill>
                <a:latin typeface="Georgia" panose="02040502050405020303" pitchFamily="18" charset="0"/>
              </a:rPr>
              <a:t>The GR/IR Concept</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8" name="Content Placeholder 2">
            <a:extLst>
              <a:ext uri="{FF2B5EF4-FFF2-40B4-BE49-F238E27FC236}">
                <a16:creationId xmlns:a16="http://schemas.microsoft.com/office/drawing/2014/main" id="{42A43110-3B50-4B87-AC1E-F9829E957A53}"/>
              </a:ext>
            </a:extLst>
          </p:cNvPr>
          <p:cNvSpPr>
            <a:spLocks noGrp="1"/>
          </p:cNvSpPr>
          <p:nvPr>
            <p:ph idx="1"/>
          </p:nvPr>
        </p:nvSpPr>
        <p:spPr>
          <a:xfrm>
            <a:off x="515939" y="1463399"/>
            <a:ext cx="11054738" cy="5137060"/>
          </a:xfrm>
        </p:spPr>
        <p:txBody>
          <a:bodyPr>
            <a:normAutofit/>
          </a:bodyPr>
          <a:lstStyle/>
          <a:p>
            <a:pPr marL="342900" indent="-342900">
              <a:buFont typeface="Arial" panose="020B0604020202020204" pitchFamily="34" charset="0"/>
              <a:buChar char="•"/>
            </a:pPr>
            <a:r>
              <a:rPr lang="en-GB" sz="1500">
                <a:latin typeface="+mn-lt"/>
              </a:rPr>
              <a:t>In SAP </a:t>
            </a:r>
            <a:r>
              <a:rPr lang="en-GB" sz="1500" b="1">
                <a:latin typeface="+mn-lt"/>
              </a:rPr>
              <a:t>GR/IR Clearing accounts </a:t>
            </a:r>
            <a:r>
              <a:rPr lang="en-GB" sz="1500">
                <a:latin typeface="+mn-lt"/>
              </a:rPr>
              <a:t>are used as contra accounts to record goods receipts (GR) and invoice receipts (IR) against a purchase order</a:t>
            </a:r>
          </a:p>
          <a:p>
            <a:pPr marL="342900" indent="-342900">
              <a:buFont typeface="Arial" panose="020B0604020202020204" pitchFamily="34" charset="0"/>
              <a:buChar char="•"/>
            </a:pPr>
            <a:r>
              <a:rPr lang="en-GB" sz="1500">
                <a:latin typeface="+mn-lt"/>
              </a:rPr>
              <a:t>GR/IR Clearing accounts are </a:t>
            </a:r>
            <a:r>
              <a:rPr lang="en-GB" sz="1500" b="1">
                <a:latin typeface="+mn-lt"/>
              </a:rPr>
              <a:t>open item managed balance sheet accounts</a:t>
            </a:r>
            <a:r>
              <a:rPr lang="en-GB" sz="1500">
                <a:latin typeface="+mn-lt"/>
              </a:rPr>
              <a:t> which do not normally allow manual posting</a:t>
            </a:r>
          </a:p>
          <a:p>
            <a:pPr marL="342900" indent="-342900">
              <a:buFont typeface="Arial" panose="020B0604020202020204" pitchFamily="34" charset="0"/>
              <a:buChar char="•"/>
            </a:pPr>
            <a:r>
              <a:rPr lang="en-GB" sz="1500">
                <a:latin typeface="+mn-lt"/>
              </a:rPr>
              <a:t>This enables users to analyse GR/IR position at the end of the month to identify</a:t>
            </a:r>
          </a:p>
          <a:p>
            <a:pPr marL="342900" indent="-342900">
              <a:buFont typeface="Arial" panose="020B0604020202020204" pitchFamily="34" charset="0"/>
              <a:buChar char="•"/>
            </a:pPr>
            <a:endParaRPr lang="en-GB" sz="1500">
              <a:latin typeface="+mn-lt"/>
            </a:endParaRPr>
          </a:p>
          <a:p>
            <a:pPr marL="342900" indent="-342900">
              <a:buFont typeface="Arial" panose="020B0604020202020204" pitchFamily="34" charset="0"/>
              <a:buChar char="•"/>
            </a:pPr>
            <a:endParaRPr lang="en-GB" sz="1500">
              <a:latin typeface="+mn-lt"/>
            </a:endParaRPr>
          </a:p>
          <a:p>
            <a:pPr marL="342900" indent="-342900">
              <a:buFont typeface="Arial" panose="020B0604020202020204" pitchFamily="34" charset="0"/>
              <a:buChar char="•"/>
            </a:pPr>
            <a:endParaRPr lang="en-GB" sz="1500">
              <a:latin typeface="+mn-lt"/>
            </a:endParaRPr>
          </a:p>
          <a:p>
            <a:pPr marL="342900" indent="-342900">
              <a:buFont typeface="Arial" panose="020B0604020202020204" pitchFamily="34" charset="0"/>
              <a:buChar char="•"/>
            </a:pPr>
            <a:endParaRPr lang="en-GB" sz="1500">
              <a:latin typeface="+mn-lt"/>
            </a:endParaRPr>
          </a:p>
          <a:p>
            <a:pPr marL="342900" indent="-342900">
              <a:spcBef>
                <a:spcPts val="1800"/>
              </a:spcBef>
              <a:buFont typeface="Arial" panose="020B0604020202020204" pitchFamily="34" charset="0"/>
              <a:buChar char="•"/>
            </a:pPr>
            <a:r>
              <a:rPr lang="en-GB" sz="1500">
                <a:latin typeface="+mn-lt"/>
              </a:rPr>
              <a:t>In JTI the following accounts are used for GR/IR booking and regrouping</a:t>
            </a:r>
          </a:p>
        </p:txBody>
      </p:sp>
      <p:pic>
        <p:nvPicPr>
          <p:cNvPr id="29" name="Picture 28">
            <a:extLst>
              <a:ext uri="{FF2B5EF4-FFF2-40B4-BE49-F238E27FC236}">
                <a16:creationId xmlns:a16="http://schemas.microsoft.com/office/drawing/2014/main" id="{EC9622E1-5D03-4473-B3F3-9804B626A25C}"/>
              </a:ext>
            </a:extLst>
          </p:cNvPr>
          <p:cNvPicPr>
            <a:picLocks noChangeAspect="1"/>
          </p:cNvPicPr>
          <p:nvPr/>
        </p:nvPicPr>
        <p:blipFill>
          <a:blip r:embed="rId2"/>
          <a:stretch>
            <a:fillRect/>
          </a:stretch>
        </p:blipFill>
        <p:spPr>
          <a:xfrm>
            <a:off x="765104" y="2829814"/>
            <a:ext cx="5142537" cy="1465907"/>
          </a:xfrm>
          <a:prstGeom prst="rect">
            <a:avLst/>
          </a:prstGeom>
        </p:spPr>
      </p:pic>
      <p:grpSp>
        <p:nvGrpSpPr>
          <p:cNvPr id="30" name="Group 29">
            <a:extLst>
              <a:ext uri="{FF2B5EF4-FFF2-40B4-BE49-F238E27FC236}">
                <a16:creationId xmlns:a16="http://schemas.microsoft.com/office/drawing/2014/main" id="{9330DB50-020B-4E47-B77D-F8EF56744BE4}"/>
              </a:ext>
            </a:extLst>
          </p:cNvPr>
          <p:cNvGrpSpPr/>
          <p:nvPr/>
        </p:nvGrpSpPr>
        <p:grpSpPr>
          <a:xfrm>
            <a:off x="765104" y="4872007"/>
            <a:ext cx="5142537" cy="1389655"/>
            <a:chOff x="1932827" y="5215038"/>
            <a:chExt cx="4524617" cy="1714286"/>
          </a:xfrm>
          <a:effectLst>
            <a:outerShdw blurRad="50800" dist="38100" dir="2700000" algn="tl" rotWithShape="0">
              <a:prstClr val="black">
                <a:alpha val="40000"/>
              </a:prstClr>
            </a:outerShdw>
          </a:effectLst>
        </p:grpSpPr>
        <p:pic>
          <p:nvPicPr>
            <p:cNvPr id="31" name="Picture 30">
              <a:extLst>
                <a:ext uri="{FF2B5EF4-FFF2-40B4-BE49-F238E27FC236}">
                  <a16:creationId xmlns:a16="http://schemas.microsoft.com/office/drawing/2014/main" id="{82BEF46F-C790-44AD-8525-3655AC2647BB}"/>
                </a:ext>
              </a:extLst>
            </p:cNvPr>
            <p:cNvPicPr>
              <a:picLocks noChangeAspect="1"/>
            </p:cNvPicPr>
            <p:nvPr/>
          </p:nvPicPr>
          <p:blipFill>
            <a:blip r:embed="rId3"/>
            <a:stretch>
              <a:fillRect/>
            </a:stretch>
          </p:blipFill>
          <p:spPr>
            <a:xfrm>
              <a:off x="1932827" y="5215038"/>
              <a:ext cx="4314286" cy="1714286"/>
            </a:xfrm>
            <a:prstGeom prst="rect">
              <a:avLst/>
            </a:prstGeom>
          </p:spPr>
        </p:pic>
        <p:pic>
          <p:nvPicPr>
            <p:cNvPr id="32" name="Picture 31">
              <a:extLst>
                <a:ext uri="{FF2B5EF4-FFF2-40B4-BE49-F238E27FC236}">
                  <a16:creationId xmlns:a16="http://schemas.microsoft.com/office/drawing/2014/main" id="{A8FCCB3D-6B82-4D1C-A78A-A538E87A9521}"/>
                </a:ext>
              </a:extLst>
            </p:cNvPr>
            <p:cNvPicPr>
              <a:picLocks noChangeAspect="1"/>
            </p:cNvPicPr>
            <p:nvPr/>
          </p:nvPicPr>
          <p:blipFill>
            <a:blip r:embed="rId4"/>
            <a:stretch>
              <a:fillRect/>
            </a:stretch>
          </p:blipFill>
          <p:spPr>
            <a:xfrm>
              <a:off x="4257444" y="5244399"/>
              <a:ext cx="2200000" cy="1666667"/>
            </a:xfrm>
            <a:prstGeom prst="rect">
              <a:avLst/>
            </a:prstGeom>
          </p:spPr>
        </p:pic>
      </p:grpSp>
    </p:spTree>
    <p:extLst>
      <p:ext uri="{BB962C8B-B14F-4D97-AF65-F5344CB8AC3E}">
        <p14:creationId xmlns:p14="http://schemas.microsoft.com/office/powerpoint/2010/main" val="3155281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a:xfrm>
            <a:off x="1511276" y="315848"/>
            <a:ext cx="8902723" cy="984247"/>
          </a:xfrm>
        </p:spPr>
        <p:txBody>
          <a:bodyPr/>
          <a:lstStyle/>
          <a:p>
            <a:pPr lvl="0" defTabSz="889000">
              <a:spcAft>
                <a:spcPct val="35000"/>
              </a:spcAft>
            </a:pPr>
            <a:r>
              <a:rPr lang="en-US"/>
              <a:t>GR/IR Closing: F.19 GR/IR Regrouping (2/8)</a:t>
            </a:r>
            <a:br>
              <a:rPr lang="en-US"/>
            </a:br>
            <a:r>
              <a:rPr lang="en-US" sz="1800" b="0" i="1">
                <a:solidFill>
                  <a:schemeClr val="bg1">
                    <a:lumMod val="50000"/>
                  </a:schemeClr>
                </a:solidFill>
                <a:latin typeface="Georgia" panose="02040502050405020303" pitchFamily="18" charset="0"/>
              </a:rPr>
              <a:t>The GR/IR Concept</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2B82BFB9-35B4-4635-852A-79818B62185B}"/>
              </a:ext>
            </a:extLst>
          </p:cNvPr>
          <p:cNvSpPr/>
          <p:nvPr/>
        </p:nvSpPr>
        <p:spPr>
          <a:xfrm>
            <a:off x="453297" y="1391686"/>
            <a:ext cx="3371436" cy="369332"/>
          </a:xfrm>
          <a:prstGeom prst="rect">
            <a:avLst/>
          </a:prstGeom>
        </p:spPr>
        <p:style>
          <a:lnRef idx="0">
            <a:schemeClr val="accent3"/>
          </a:lnRef>
          <a:fillRef idx="3">
            <a:schemeClr val="accent3"/>
          </a:fillRef>
          <a:effectRef idx="3">
            <a:schemeClr val="accent3"/>
          </a:effectRef>
          <a:fontRef idx="minor">
            <a:schemeClr val="lt1"/>
          </a:fontRef>
        </p:style>
        <p:txBody>
          <a:bodyPr wrap="none">
            <a:spAutoFit/>
          </a:bodyPr>
          <a:lstStyle/>
          <a:p>
            <a:r>
              <a:rPr lang="en-US"/>
              <a:t>Example – Scenario 1 (GR=IR)</a:t>
            </a:r>
          </a:p>
        </p:txBody>
      </p:sp>
      <p:sp>
        <p:nvSpPr>
          <p:cNvPr id="34" name="Line 3">
            <a:extLst>
              <a:ext uri="{FF2B5EF4-FFF2-40B4-BE49-F238E27FC236}">
                <a16:creationId xmlns:a16="http://schemas.microsoft.com/office/drawing/2014/main" id="{90EB7841-8A0C-4A8C-BEB9-0F73FFF25700}"/>
              </a:ext>
            </a:extLst>
          </p:cNvPr>
          <p:cNvSpPr>
            <a:spLocks noChangeShapeType="1"/>
          </p:cNvSpPr>
          <p:nvPr/>
        </p:nvSpPr>
        <p:spPr bwMode="auto">
          <a:xfrm>
            <a:off x="2073310" y="3301023"/>
            <a:ext cx="56165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35" name="Line 4">
            <a:extLst>
              <a:ext uri="{FF2B5EF4-FFF2-40B4-BE49-F238E27FC236}">
                <a16:creationId xmlns:a16="http://schemas.microsoft.com/office/drawing/2014/main" id="{13295700-C15B-42CD-9F1F-2962BC11C218}"/>
              </a:ext>
            </a:extLst>
          </p:cNvPr>
          <p:cNvSpPr>
            <a:spLocks noChangeShapeType="1"/>
          </p:cNvSpPr>
          <p:nvPr/>
        </p:nvSpPr>
        <p:spPr bwMode="auto">
          <a:xfrm flipH="1">
            <a:off x="5168900" y="3301023"/>
            <a:ext cx="1588" cy="10795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36" name="Text Box 5">
            <a:extLst>
              <a:ext uri="{FF2B5EF4-FFF2-40B4-BE49-F238E27FC236}">
                <a16:creationId xmlns:a16="http://schemas.microsoft.com/office/drawing/2014/main" id="{93E7FBB3-4CDA-40C3-857C-82B2AA4BB784}"/>
              </a:ext>
            </a:extLst>
          </p:cNvPr>
          <p:cNvSpPr txBox="1">
            <a:spLocks noChangeArrowheads="1"/>
          </p:cNvSpPr>
          <p:nvPr/>
        </p:nvSpPr>
        <p:spPr bwMode="auto">
          <a:xfrm>
            <a:off x="5168935" y="3372461"/>
            <a:ext cx="201612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300">
                <a:solidFill>
                  <a:schemeClr val="tx1"/>
                </a:solidFill>
              </a:rPr>
              <a:t>1) GR=4*3=12$</a:t>
            </a:r>
          </a:p>
        </p:txBody>
      </p:sp>
      <p:sp>
        <p:nvSpPr>
          <p:cNvPr id="37" name="Text Box 6">
            <a:extLst>
              <a:ext uri="{FF2B5EF4-FFF2-40B4-BE49-F238E27FC236}">
                <a16:creationId xmlns:a16="http://schemas.microsoft.com/office/drawing/2014/main" id="{51F45D0F-B75D-4EBC-A312-B792BB111DB9}"/>
              </a:ext>
            </a:extLst>
          </p:cNvPr>
          <p:cNvSpPr txBox="1">
            <a:spLocks noChangeArrowheads="1"/>
          </p:cNvSpPr>
          <p:nvPr/>
        </p:nvSpPr>
        <p:spPr bwMode="auto">
          <a:xfrm>
            <a:off x="3368710" y="3372461"/>
            <a:ext cx="201612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spcBef>
                <a:spcPct val="50000"/>
              </a:spcBef>
              <a:defRPr sz="1300">
                <a:solidFill>
                  <a:srgbClr val="003399"/>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r>
              <a:rPr lang="en-US"/>
              <a:t>2)IR=4*3=12$</a:t>
            </a:r>
          </a:p>
        </p:txBody>
      </p:sp>
      <p:sp>
        <p:nvSpPr>
          <p:cNvPr id="38" name="Text Box 7">
            <a:extLst>
              <a:ext uri="{FF2B5EF4-FFF2-40B4-BE49-F238E27FC236}">
                <a16:creationId xmlns:a16="http://schemas.microsoft.com/office/drawing/2014/main" id="{0C9003C3-C7D6-4E60-ADC0-AE3EB02EC135}"/>
              </a:ext>
            </a:extLst>
          </p:cNvPr>
          <p:cNvSpPr txBox="1">
            <a:spLocks noChangeArrowheads="1"/>
          </p:cNvSpPr>
          <p:nvPr/>
        </p:nvSpPr>
        <p:spPr bwMode="auto">
          <a:xfrm>
            <a:off x="5384835" y="1897306"/>
            <a:ext cx="3960813"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r>
              <a:rPr lang="en-US" sz="1400" u="sng">
                <a:solidFill>
                  <a:srgbClr val="014F63"/>
                </a:solidFill>
              </a:rPr>
              <a:t>Goods and Invoice Receipts:</a:t>
            </a:r>
          </a:p>
          <a:p>
            <a:r>
              <a:rPr lang="en-US" sz="1400">
                <a:solidFill>
                  <a:srgbClr val="014F63"/>
                </a:solidFill>
              </a:rPr>
              <a:t>1) Quantity received=4</a:t>
            </a:r>
          </a:p>
          <a:p>
            <a:r>
              <a:rPr lang="en-US" sz="1400">
                <a:solidFill>
                  <a:srgbClr val="014F63"/>
                </a:solidFill>
              </a:rPr>
              <a:t>2) invoice for 4 inventory at the actual price=3.5 USD</a:t>
            </a:r>
          </a:p>
          <a:p>
            <a:endParaRPr lang="en-US" sz="1400">
              <a:solidFill>
                <a:srgbClr val="014F63"/>
              </a:solidFill>
            </a:endParaRPr>
          </a:p>
        </p:txBody>
      </p:sp>
      <p:sp>
        <p:nvSpPr>
          <p:cNvPr id="39" name="Text Box 8">
            <a:extLst>
              <a:ext uri="{FF2B5EF4-FFF2-40B4-BE49-F238E27FC236}">
                <a16:creationId xmlns:a16="http://schemas.microsoft.com/office/drawing/2014/main" id="{DC8ED796-F669-4ADF-AA31-B1D06ED78B4F}"/>
              </a:ext>
            </a:extLst>
          </p:cNvPr>
          <p:cNvSpPr txBox="1">
            <a:spLocks noChangeArrowheads="1"/>
          </p:cNvSpPr>
          <p:nvPr/>
        </p:nvSpPr>
        <p:spPr bwMode="auto">
          <a:xfrm>
            <a:off x="524669" y="1913187"/>
            <a:ext cx="424815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r>
              <a:rPr lang="en-US" sz="1400" u="sng">
                <a:solidFill>
                  <a:srgbClr val="014F63"/>
                </a:solidFill>
              </a:rPr>
              <a:t>Purchase Order for Stationary</a:t>
            </a:r>
          </a:p>
          <a:p>
            <a:r>
              <a:rPr lang="en-US" sz="1400">
                <a:solidFill>
                  <a:srgbClr val="014F63"/>
                </a:solidFill>
              </a:rPr>
              <a:t>Quantity planned = 5</a:t>
            </a:r>
          </a:p>
          <a:p>
            <a:r>
              <a:rPr lang="en-US" sz="1400">
                <a:solidFill>
                  <a:srgbClr val="014F63"/>
                </a:solidFill>
              </a:rPr>
              <a:t>Price planned = 3 USD</a:t>
            </a:r>
          </a:p>
          <a:p>
            <a:r>
              <a:rPr lang="en-US" sz="1400">
                <a:solidFill>
                  <a:srgbClr val="014F63"/>
                </a:solidFill>
              </a:rPr>
              <a:t>Price actual = 3.5 USD</a:t>
            </a:r>
          </a:p>
        </p:txBody>
      </p:sp>
      <p:sp>
        <p:nvSpPr>
          <p:cNvPr id="40" name="Line 9">
            <a:extLst>
              <a:ext uri="{FF2B5EF4-FFF2-40B4-BE49-F238E27FC236}">
                <a16:creationId xmlns:a16="http://schemas.microsoft.com/office/drawing/2014/main" id="{88A7A51A-8E80-408E-AA14-7FDB58657D8E}"/>
              </a:ext>
            </a:extLst>
          </p:cNvPr>
          <p:cNvSpPr>
            <a:spLocks noChangeShapeType="1"/>
          </p:cNvSpPr>
          <p:nvPr/>
        </p:nvSpPr>
        <p:spPr bwMode="auto">
          <a:xfrm>
            <a:off x="631825" y="4846585"/>
            <a:ext cx="4033838" cy="47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41" name="Line 10">
            <a:extLst>
              <a:ext uri="{FF2B5EF4-FFF2-40B4-BE49-F238E27FC236}">
                <a16:creationId xmlns:a16="http://schemas.microsoft.com/office/drawing/2014/main" id="{9ABB1A35-B27F-4FC4-B0E2-FA474A38B28B}"/>
              </a:ext>
            </a:extLst>
          </p:cNvPr>
          <p:cNvSpPr>
            <a:spLocks noChangeShapeType="1"/>
          </p:cNvSpPr>
          <p:nvPr/>
        </p:nvSpPr>
        <p:spPr bwMode="auto">
          <a:xfrm flipH="1">
            <a:off x="3081372" y="4872894"/>
            <a:ext cx="1588" cy="105788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400"/>
          </a:p>
        </p:txBody>
      </p:sp>
      <p:sp>
        <p:nvSpPr>
          <p:cNvPr id="42" name="Text Box 11">
            <a:extLst>
              <a:ext uri="{FF2B5EF4-FFF2-40B4-BE49-F238E27FC236}">
                <a16:creationId xmlns:a16="http://schemas.microsoft.com/office/drawing/2014/main" id="{0E336EE7-00B6-4CD9-8765-3570BC57F7D2}"/>
              </a:ext>
            </a:extLst>
          </p:cNvPr>
          <p:cNvSpPr txBox="1">
            <a:spLocks noChangeArrowheads="1"/>
          </p:cNvSpPr>
          <p:nvPr/>
        </p:nvSpPr>
        <p:spPr bwMode="auto">
          <a:xfrm>
            <a:off x="631825" y="4990979"/>
            <a:ext cx="187325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300">
                <a:solidFill>
                  <a:schemeClr val="tx1"/>
                </a:solidFill>
              </a:rPr>
              <a:t>1)GR=4*3=12$</a:t>
            </a:r>
            <a:endParaRPr lang="en-US" sz="1300">
              <a:solidFill>
                <a:srgbClr val="003399"/>
              </a:solidFill>
            </a:endParaRPr>
          </a:p>
        </p:txBody>
      </p:sp>
      <p:sp>
        <p:nvSpPr>
          <p:cNvPr id="43" name="Line 12">
            <a:extLst>
              <a:ext uri="{FF2B5EF4-FFF2-40B4-BE49-F238E27FC236}">
                <a16:creationId xmlns:a16="http://schemas.microsoft.com/office/drawing/2014/main" id="{B0B7970B-04E0-4071-8E8B-CF195D5F4B97}"/>
              </a:ext>
            </a:extLst>
          </p:cNvPr>
          <p:cNvSpPr>
            <a:spLocks noChangeShapeType="1"/>
          </p:cNvSpPr>
          <p:nvPr/>
        </p:nvSpPr>
        <p:spPr bwMode="auto">
          <a:xfrm flipV="1">
            <a:off x="5600701" y="4849691"/>
            <a:ext cx="3422650" cy="15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44" name="Line 13">
            <a:extLst>
              <a:ext uri="{FF2B5EF4-FFF2-40B4-BE49-F238E27FC236}">
                <a16:creationId xmlns:a16="http://schemas.microsoft.com/office/drawing/2014/main" id="{FBCFDF0C-4DE4-4019-811C-D7E13F2C4748}"/>
              </a:ext>
            </a:extLst>
          </p:cNvPr>
          <p:cNvSpPr>
            <a:spLocks noChangeShapeType="1"/>
          </p:cNvSpPr>
          <p:nvPr/>
        </p:nvSpPr>
        <p:spPr bwMode="auto">
          <a:xfrm flipH="1">
            <a:off x="7040598" y="4851279"/>
            <a:ext cx="1587" cy="10795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45" name="Text Box 14">
            <a:extLst>
              <a:ext uri="{FF2B5EF4-FFF2-40B4-BE49-F238E27FC236}">
                <a16:creationId xmlns:a16="http://schemas.microsoft.com/office/drawing/2014/main" id="{FF7086D3-C45B-48A7-AA4C-A2E861B36240}"/>
              </a:ext>
            </a:extLst>
          </p:cNvPr>
          <p:cNvSpPr txBox="1">
            <a:spLocks noChangeArrowheads="1"/>
          </p:cNvSpPr>
          <p:nvPr/>
        </p:nvSpPr>
        <p:spPr bwMode="auto">
          <a:xfrm>
            <a:off x="631832" y="5427541"/>
            <a:ext cx="251936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300">
                <a:solidFill>
                  <a:srgbClr val="003399"/>
                </a:solidFill>
              </a:rPr>
              <a:t>2)IR=4*(3.5-3)=2$</a:t>
            </a:r>
          </a:p>
        </p:txBody>
      </p:sp>
      <p:sp>
        <p:nvSpPr>
          <p:cNvPr id="46" name="Text Box 16">
            <a:extLst>
              <a:ext uri="{FF2B5EF4-FFF2-40B4-BE49-F238E27FC236}">
                <a16:creationId xmlns:a16="http://schemas.microsoft.com/office/drawing/2014/main" id="{C542FC5E-8DB8-460A-A7A5-D4588C6D383F}"/>
              </a:ext>
            </a:extLst>
          </p:cNvPr>
          <p:cNvSpPr txBox="1">
            <a:spLocks noChangeArrowheads="1"/>
          </p:cNvSpPr>
          <p:nvPr/>
        </p:nvSpPr>
        <p:spPr bwMode="auto">
          <a:xfrm>
            <a:off x="2432050" y="2940730"/>
            <a:ext cx="504190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lgn="ctr">
              <a:spcBef>
                <a:spcPct val="50000"/>
              </a:spcBef>
            </a:pPr>
            <a:r>
              <a:rPr lang="en-US" sz="1300">
                <a:solidFill>
                  <a:schemeClr val="tx1"/>
                </a:solidFill>
              </a:rPr>
              <a:t>Summary of GR/IR Clearing/Adjustment Accounts </a:t>
            </a:r>
            <a:r>
              <a:rPr lang="en-US" sz="1300" i="1" baseline="30000">
                <a:solidFill>
                  <a:srgbClr val="FF0000"/>
                </a:solidFill>
              </a:rPr>
              <a:t>1)</a:t>
            </a:r>
          </a:p>
        </p:txBody>
      </p:sp>
      <p:sp>
        <p:nvSpPr>
          <p:cNvPr id="47" name="Text Box 17">
            <a:extLst>
              <a:ext uri="{FF2B5EF4-FFF2-40B4-BE49-F238E27FC236}">
                <a16:creationId xmlns:a16="http://schemas.microsoft.com/office/drawing/2014/main" id="{9CF4E660-48FA-40EE-A7C5-FD7238DE52DA}"/>
              </a:ext>
            </a:extLst>
          </p:cNvPr>
          <p:cNvSpPr txBox="1">
            <a:spLocks noChangeArrowheads="1"/>
          </p:cNvSpPr>
          <p:nvPr/>
        </p:nvSpPr>
        <p:spPr bwMode="auto">
          <a:xfrm>
            <a:off x="1352553" y="4419548"/>
            <a:ext cx="331311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lgn="ctr">
              <a:spcBef>
                <a:spcPct val="50000"/>
              </a:spcBef>
            </a:pPr>
            <a:r>
              <a:rPr lang="en-US" sz="1300">
                <a:solidFill>
                  <a:schemeClr val="tx1"/>
                </a:solidFill>
              </a:rPr>
              <a:t>P&amp;L Account </a:t>
            </a:r>
          </a:p>
        </p:txBody>
      </p:sp>
      <p:sp>
        <p:nvSpPr>
          <p:cNvPr id="48" name="Text Box 18">
            <a:extLst>
              <a:ext uri="{FF2B5EF4-FFF2-40B4-BE49-F238E27FC236}">
                <a16:creationId xmlns:a16="http://schemas.microsoft.com/office/drawing/2014/main" id="{C830AF81-FFA4-4A9B-9BAD-F1D079836403}"/>
              </a:ext>
            </a:extLst>
          </p:cNvPr>
          <p:cNvSpPr txBox="1">
            <a:spLocks noChangeArrowheads="1"/>
          </p:cNvSpPr>
          <p:nvPr/>
        </p:nvSpPr>
        <p:spPr bwMode="auto">
          <a:xfrm>
            <a:off x="5745163" y="4419548"/>
            <a:ext cx="331311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lgn="ctr">
              <a:spcBef>
                <a:spcPct val="50000"/>
              </a:spcBef>
            </a:pPr>
            <a:r>
              <a:rPr lang="en-US" sz="1300">
                <a:solidFill>
                  <a:schemeClr val="tx1"/>
                </a:solidFill>
              </a:rPr>
              <a:t>Vendor Account (AP)</a:t>
            </a:r>
          </a:p>
        </p:txBody>
      </p:sp>
      <p:sp>
        <p:nvSpPr>
          <p:cNvPr id="49" name="Text Box 19">
            <a:extLst>
              <a:ext uri="{FF2B5EF4-FFF2-40B4-BE49-F238E27FC236}">
                <a16:creationId xmlns:a16="http://schemas.microsoft.com/office/drawing/2014/main" id="{DAC89756-14A3-4D62-9C94-143084FCC35D}"/>
              </a:ext>
            </a:extLst>
          </p:cNvPr>
          <p:cNvSpPr txBox="1">
            <a:spLocks noChangeArrowheads="1"/>
          </p:cNvSpPr>
          <p:nvPr/>
        </p:nvSpPr>
        <p:spPr bwMode="auto">
          <a:xfrm>
            <a:off x="7078666" y="4994154"/>
            <a:ext cx="219551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spcBef>
                <a:spcPct val="50000"/>
              </a:spcBef>
              <a:defRPr sz="1300">
                <a:solidFill>
                  <a:srgbClr val="003399"/>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r>
              <a:rPr lang="en-US"/>
              <a:t>2)IR=4*3.5=14$</a:t>
            </a:r>
          </a:p>
        </p:txBody>
      </p:sp>
      <p:sp>
        <p:nvSpPr>
          <p:cNvPr id="51" name="Line 20">
            <a:extLst>
              <a:ext uri="{FF2B5EF4-FFF2-40B4-BE49-F238E27FC236}">
                <a16:creationId xmlns:a16="http://schemas.microsoft.com/office/drawing/2014/main" id="{5E065796-01F5-49AB-8083-71EA3A5636E6}"/>
              </a:ext>
            </a:extLst>
          </p:cNvPr>
          <p:cNvSpPr>
            <a:spLocks noChangeShapeType="1"/>
          </p:cNvSpPr>
          <p:nvPr/>
        </p:nvSpPr>
        <p:spPr bwMode="auto">
          <a:xfrm>
            <a:off x="3873500" y="3877286"/>
            <a:ext cx="1150938" cy="0"/>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52" name="Text Box 21">
            <a:extLst>
              <a:ext uri="{FF2B5EF4-FFF2-40B4-BE49-F238E27FC236}">
                <a16:creationId xmlns:a16="http://schemas.microsoft.com/office/drawing/2014/main" id="{62E408FF-72D5-44AB-93C4-8C34EEC6D515}"/>
              </a:ext>
            </a:extLst>
          </p:cNvPr>
          <p:cNvSpPr txBox="1">
            <a:spLocks noChangeArrowheads="1"/>
          </p:cNvSpPr>
          <p:nvPr/>
        </p:nvSpPr>
        <p:spPr bwMode="auto">
          <a:xfrm>
            <a:off x="4448210" y="3948723"/>
            <a:ext cx="93662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300">
                <a:solidFill>
                  <a:srgbClr val="339933"/>
                </a:solidFill>
              </a:rPr>
              <a:t>12$</a:t>
            </a:r>
          </a:p>
        </p:txBody>
      </p:sp>
      <p:sp>
        <p:nvSpPr>
          <p:cNvPr id="53" name="Line 22">
            <a:extLst>
              <a:ext uri="{FF2B5EF4-FFF2-40B4-BE49-F238E27FC236}">
                <a16:creationId xmlns:a16="http://schemas.microsoft.com/office/drawing/2014/main" id="{0EF91182-3D5D-4F51-A348-870BA6105F3F}"/>
              </a:ext>
            </a:extLst>
          </p:cNvPr>
          <p:cNvSpPr>
            <a:spLocks noChangeShapeType="1"/>
          </p:cNvSpPr>
          <p:nvPr/>
        </p:nvSpPr>
        <p:spPr bwMode="auto">
          <a:xfrm>
            <a:off x="5295834" y="3885624"/>
            <a:ext cx="1150937" cy="0"/>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54" name="Text Box 23">
            <a:extLst>
              <a:ext uri="{FF2B5EF4-FFF2-40B4-BE49-F238E27FC236}">
                <a16:creationId xmlns:a16="http://schemas.microsoft.com/office/drawing/2014/main" id="{AFB7FEAC-982A-4DF9-97D6-1934A3A4EA32}"/>
              </a:ext>
            </a:extLst>
          </p:cNvPr>
          <p:cNvSpPr txBox="1">
            <a:spLocks noChangeArrowheads="1"/>
          </p:cNvSpPr>
          <p:nvPr/>
        </p:nvSpPr>
        <p:spPr bwMode="auto">
          <a:xfrm>
            <a:off x="5870542" y="3957061"/>
            <a:ext cx="936625"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300">
                <a:solidFill>
                  <a:srgbClr val="339933"/>
                </a:solidFill>
              </a:rPr>
              <a:t>12$</a:t>
            </a:r>
          </a:p>
        </p:txBody>
      </p:sp>
      <p:sp>
        <p:nvSpPr>
          <p:cNvPr id="55" name="Text Box 26">
            <a:extLst>
              <a:ext uri="{FF2B5EF4-FFF2-40B4-BE49-F238E27FC236}">
                <a16:creationId xmlns:a16="http://schemas.microsoft.com/office/drawing/2014/main" id="{4C0E78AF-F618-4061-82EC-D97D078DD59D}"/>
              </a:ext>
            </a:extLst>
          </p:cNvPr>
          <p:cNvSpPr txBox="1">
            <a:spLocks noChangeArrowheads="1"/>
          </p:cNvSpPr>
          <p:nvPr/>
        </p:nvSpPr>
        <p:spPr bwMode="auto">
          <a:xfrm>
            <a:off x="935550" y="5830460"/>
            <a:ext cx="194468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spcBef>
                <a:spcPct val="50000"/>
              </a:spcBef>
              <a:defRPr sz="1300">
                <a:solidFill>
                  <a:srgbClr val="339933"/>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r>
              <a:rPr lang="en-US"/>
              <a:t>Actual Cost=14$</a:t>
            </a:r>
          </a:p>
        </p:txBody>
      </p:sp>
      <p:sp>
        <p:nvSpPr>
          <p:cNvPr id="56" name="Line 28">
            <a:extLst>
              <a:ext uri="{FF2B5EF4-FFF2-40B4-BE49-F238E27FC236}">
                <a16:creationId xmlns:a16="http://schemas.microsoft.com/office/drawing/2014/main" id="{D7C68C04-5564-4EB2-A362-89387ADAEA08}"/>
              </a:ext>
            </a:extLst>
          </p:cNvPr>
          <p:cNvSpPr>
            <a:spLocks noChangeShapeType="1"/>
          </p:cNvSpPr>
          <p:nvPr/>
        </p:nvSpPr>
        <p:spPr bwMode="auto">
          <a:xfrm>
            <a:off x="631825" y="5783141"/>
            <a:ext cx="2303463" cy="4763"/>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57" name="Speech Bubble: Rectangle 56">
            <a:extLst>
              <a:ext uri="{FF2B5EF4-FFF2-40B4-BE49-F238E27FC236}">
                <a16:creationId xmlns:a16="http://schemas.microsoft.com/office/drawing/2014/main" id="{231C9727-5049-4F88-8E33-184BBF834D59}"/>
              </a:ext>
            </a:extLst>
          </p:cNvPr>
          <p:cNvSpPr/>
          <p:nvPr/>
        </p:nvSpPr>
        <p:spPr>
          <a:xfrm>
            <a:off x="8410575" y="2867293"/>
            <a:ext cx="3385526" cy="1409377"/>
          </a:xfrm>
          <a:prstGeom prst="wedgeRectCallout">
            <a:avLst>
              <a:gd name="adj1" fmla="val -101879"/>
              <a:gd name="adj2" fmla="val 33933"/>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200" i="1">
                <a:solidFill>
                  <a:srgbClr val="000000"/>
                </a:solidFill>
                <a:latin typeface="Georgia" panose="02040502050405020303" pitchFamily="18" charset="0"/>
              </a:rPr>
              <a:t>At period end, F.13 will have both of these items cleared, leaving no open item in GR/IR clearing accounts. </a:t>
            </a:r>
          </a:p>
          <a:p>
            <a:pPr lvl="0">
              <a:lnSpc>
                <a:spcPts val="1200"/>
              </a:lnSpc>
              <a:spcBef>
                <a:spcPts val="600"/>
              </a:spcBef>
              <a:defRPr/>
            </a:pPr>
            <a:endParaRPr lang="en-GB" sz="1200" i="1">
              <a:solidFill>
                <a:srgbClr val="000000"/>
              </a:solidFill>
              <a:latin typeface="Georgia" panose="02040502050405020303" pitchFamily="18" charset="0"/>
            </a:endParaRPr>
          </a:p>
          <a:p>
            <a:pPr lvl="0">
              <a:lnSpc>
                <a:spcPts val="1200"/>
              </a:lnSpc>
              <a:spcBef>
                <a:spcPts val="600"/>
              </a:spcBef>
              <a:defRPr/>
            </a:pPr>
            <a:r>
              <a:rPr lang="en-GB" sz="1200" i="1">
                <a:solidFill>
                  <a:srgbClr val="000000"/>
                </a:solidFill>
                <a:latin typeface="Georgia" panose="02040502050405020303" pitchFamily="18" charset="0"/>
              </a:rPr>
              <a:t>No calculation or posting will be made when F.19 is executed as both invoice and goods are received with the same value on GR/IR accounts.</a:t>
            </a:r>
            <a:endParaRPr lang="en-US" sz="1200"/>
          </a:p>
        </p:txBody>
      </p:sp>
      <p:sp>
        <p:nvSpPr>
          <p:cNvPr id="2" name="TextBox 1">
            <a:extLst>
              <a:ext uri="{FF2B5EF4-FFF2-40B4-BE49-F238E27FC236}">
                <a16:creationId xmlns:a16="http://schemas.microsoft.com/office/drawing/2014/main" id="{07F31460-3242-4EDA-B696-A10D5B0CE0C6}"/>
              </a:ext>
            </a:extLst>
          </p:cNvPr>
          <p:cNvSpPr txBox="1"/>
          <p:nvPr/>
        </p:nvSpPr>
        <p:spPr>
          <a:xfrm>
            <a:off x="7887855" y="5634182"/>
            <a:ext cx="2926339" cy="907970"/>
          </a:xfrm>
          <a:prstGeom prst="rect">
            <a:avLst/>
          </a:prstGeom>
          <a:noFill/>
        </p:spPr>
        <p:txBody>
          <a:bodyPr wrap="square" lIns="0" tIns="0" rIns="0" bIns="0" rtlCol="0">
            <a:noAutofit/>
          </a:bodyPr>
          <a:lstStyle/>
          <a:p>
            <a:pPr algn="l"/>
            <a:r>
              <a:rPr lang="en-US" sz="900" i="1" baseline="30000">
                <a:solidFill>
                  <a:srgbClr val="FF0000"/>
                </a:solidFill>
              </a:rPr>
              <a:t>1) </a:t>
            </a:r>
            <a:r>
              <a:rPr lang="en-US" sz="900" i="1"/>
              <a:t>GR/IR Accounts include: 246010, 246012, 246014, which are automatic GR/IR accounts during GR and IR transactions, and 246020 which is the GR/IR adjustment accounts posted during F.19.</a:t>
            </a:r>
          </a:p>
        </p:txBody>
      </p:sp>
    </p:spTree>
    <p:extLst>
      <p:ext uri="{BB962C8B-B14F-4D97-AF65-F5344CB8AC3E}">
        <p14:creationId xmlns:p14="http://schemas.microsoft.com/office/powerpoint/2010/main" val="654653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a:xfrm>
            <a:off x="1511276" y="315848"/>
            <a:ext cx="8902723" cy="984247"/>
          </a:xfrm>
        </p:spPr>
        <p:txBody>
          <a:bodyPr/>
          <a:lstStyle/>
          <a:p>
            <a:pPr lvl="0" defTabSz="889000">
              <a:spcAft>
                <a:spcPct val="35000"/>
              </a:spcAft>
            </a:pPr>
            <a:r>
              <a:rPr lang="en-US"/>
              <a:t>GR/IR Closing: F.19 GR/IR Regrouping (3/8)</a:t>
            </a:r>
            <a:br>
              <a:rPr lang="en-US"/>
            </a:br>
            <a:r>
              <a:rPr lang="en-US" sz="1800" b="0" i="1">
                <a:solidFill>
                  <a:schemeClr val="bg1">
                    <a:lumMod val="50000"/>
                  </a:schemeClr>
                </a:solidFill>
                <a:latin typeface="Georgia" panose="02040502050405020303" pitchFamily="18" charset="0"/>
              </a:rPr>
              <a:t>The GR/IR Concept</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2B82BFB9-35B4-4635-852A-79818B62185B}"/>
              </a:ext>
            </a:extLst>
          </p:cNvPr>
          <p:cNvSpPr/>
          <p:nvPr/>
        </p:nvSpPr>
        <p:spPr>
          <a:xfrm>
            <a:off x="453297" y="1391686"/>
            <a:ext cx="4788490" cy="369332"/>
          </a:xfrm>
          <a:prstGeom prst="rect">
            <a:avLst/>
          </a:prstGeom>
        </p:spPr>
        <p:style>
          <a:lnRef idx="0">
            <a:schemeClr val="accent3"/>
          </a:lnRef>
          <a:fillRef idx="3">
            <a:schemeClr val="accent3"/>
          </a:fillRef>
          <a:effectRef idx="3">
            <a:schemeClr val="accent3"/>
          </a:effectRef>
          <a:fontRef idx="minor">
            <a:schemeClr val="lt1"/>
          </a:fontRef>
        </p:style>
        <p:txBody>
          <a:bodyPr wrap="none">
            <a:spAutoFit/>
          </a:bodyPr>
          <a:lstStyle/>
          <a:p>
            <a:r>
              <a:rPr lang="en-US"/>
              <a:t>Example – Scenario 2 (GNB – Goods no Bill)</a:t>
            </a:r>
          </a:p>
        </p:txBody>
      </p:sp>
      <p:sp>
        <p:nvSpPr>
          <p:cNvPr id="28" name="Text Box 7">
            <a:extLst>
              <a:ext uri="{FF2B5EF4-FFF2-40B4-BE49-F238E27FC236}">
                <a16:creationId xmlns:a16="http://schemas.microsoft.com/office/drawing/2014/main" id="{9DE354FC-0833-4DCD-82E6-2840E32E4053}"/>
              </a:ext>
            </a:extLst>
          </p:cNvPr>
          <p:cNvSpPr txBox="1">
            <a:spLocks noChangeArrowheads="1"/>
          </p:cNvSpPr>
          <p:nvPr/>
        </p:nvSpPr>
        <p:spPr bwMode="auto">
          <a:xfrm>
            <a:off x="5842036" y="1862135"/>
            <a:ext cx="396081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r>
              <a:rPr lang="en-US" sz="1400" u="sng">
                <a:solidFill>
                  <a:srgbClr val="014F63"/>
                </a:solidFill>
              </a:rPr>
              <a:t>Goods and Invoice Receipts:</a:t>
            </a:r>
          </a:p>
          <a:p>
            <a:r>
              <a:rPr lang="en-US" sz="1400">
                <a:solidFill>
                  <a:srgbClr val="014F63"/>
                </a:solidFill>
              </a:rPr>
              <a:t>1) Quantity received=4</a:t>
            </a:r>
          </a:p>
          <a:p>
            <a:endParaRPr lang="en-US" sz="1400">
              <a:solidFill>
                <a:srgbClr val="014F63"/>
              </a:solidFill>
            </a:endParaRPr>
          </a:p>
        </p:txBody>
      </p:sp>
      <p:sp>
        <p:nvSpPr>
          <p:cNvPr id="29" name="Text Box 8">
            <a:extLst>
              <a:ext uri="{FF2B5EF4-FFF2-40B4-BE49-F238E27FC236}">
                <a16:creationId xmlns:a16="http://schemas.microsoft.com/office/drawing/2014/main" id="{55B1945F-22D3-4C35-A2F9-D04A08AF01BC}"/>
              </a:ext>
            </a:extLst>
          </p:cNvPr>
          <p:cNvSpPr txBox="1">
            <a:spLocks noChangeArrowheads="1"/>
          </p:cNvSpPr>
          <p:nvPr/>
        </p:nvSpPr>
        <p:spPr bwMode="auto">
          <a:xfrm>
            <a:off x="981870" y="1878016"/>
            <a:ext cx="424815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r>
              <a:rPr lang="en-US" sz="1400" u="sng">
                <a:solidFill>
                  <a:srgbClr val="014F63"/>
                </a:solidFill>
              </a:rPr>
              <a:t>Purchase Order for Stationary</a:t>
            </a:r>
          </a:p>
          <a:p>
            <a:r>
              <a:rPr lang="en-US" sz="1400">
                <a:solidFill>
                  <a:srgbClr val="014F63"/>
                </a:solidFill>
              </a:rPr>
              <a:t>Quantity planned = 5</a:t>
            </a:r>
          </a:p>
          <a:p>
            <a:r>
              <a:rPr lang="en-US" sz="1400">
                <a:solidFill>
                  <a:srgbClr val="014F63"/>
                </a:solidFill>
              </a:rPr>
              <a:t>Price planned = 3 USD</a:t>
            </a:r>
          </a:p>
          <a:p>
            <a:r>
              <a:rPr lang="en-US" sz="1400">
                <a:solidFill>
                  <a:srgbClr val="014F63"/>
                </a:solidFill>
              </a:rPr>
              <a:t>Price actual = 3.5 USD</a:t>
            </a:r>
          </a:p>
        </p:txBody>
      </p:sp>
      <p:sp>
        <p:nvSpPr>
          <p:cNvPr id="30" name="Line 3">
            <a:extLst>
              <a:ext uri="{FF2B5EF4-FFF2-40B4-BE49-F238E27FC236}">
                <a16:creationId xmlns:a16="http://schemas.microsoft.com/office/drawing/2014/main" id="{FEEE54D7-277E-49B6-84B9-15DE5A3BB475}"/>
              </a:ext>
            </a:extLst>
          </p:cNvPr>
          <p:cNvSpPr>
            <a:spLocks noChangeShapeType="1"/>
          </p:cNvSpPr>
          <p:nvPr/>
        </p:nvSpPr>
        <p:spPr bwMode="auto">
          <a:xfrm>
            <a:off x="2850149" y="3436907"/>
            <a:ext cx="419014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31" name="Line 4">
            <a:extLst>
              <a:ext uri="{FF2B5EF4-FFF2-40B4-BE49-F238E27FC236}">
                <a16:creationId xmlns:a16="http://schemas.microsoft.com/office/drawing/2014/main" id="{F4C16AAF-1BC5-4D12-93B1-81D21734179F}"/>
              </a:ext>
            </a:extLst>
          </p:cNvPr>
          <p:cNvSpPr>
            <a:spLocks noChangeShapeType="1"/>
          </p:cNvSpPr>
          <p:nvPr/>
        </p:nvSpPr>
        <p:spPr bwMode="auto">
          <a:xfrm flipH="1">
            <a:off x="5050027" y="3436043"/>
            <a:ext cx="1185" cy="9346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32" name="Text Box 5">
            <a:extLst>
              <a:ext uri="{FF2B5EF4-FFF2-40B4-BE49-F238E27FC236}">
                <a16:creationId xmlns:a16="http://schemas.microsoft.com/office/drawing/2014/main" id="{8810F8C2-C8AF-41C8-86FD-DB91AF0674D5}"/>
              </a:ext>
            </a:extLst>
          </p:cNvPr>
          <p:cNvSpPr txBox="1">
            <a:spLocks noChangeArrowheads="1"/>
          </p:cNvSpPr>
          <p:nvPr/>
        </p:nvSpPr>
        <p:spPr bwMode="auto">
          <a:xfrm>
            <a:off x="5102600" y="3498758"/>
            <a:ext cx="1937696"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300">
                <a:solidFill>
                  <a:schemeClr val="tx1"/>
                </a:solidFill>
              </a:rPr>
              <a:t>1) GR=4*3=12$</a:t>
            </a:r>
          </a:p>
        </p:txBody>
      </p:sp>
      <p:sp>
        <p:nvSpPr>
          <p:cNvPr id="33" name="Text Box 16">
            <a:extLst>
              <a:ext uri="{FF2B5EF4-FFF2-40B4-BE49-F238E27FC236}">
                <a16:creationId xmlns:a16="http://schemas.microsoft.com/office/drawing/2014/main" id="{34881F64-14AA-4928-8835-8D4F6B951E17}"/>
              </a:ext>
            </a:extLst>
          </p:cNvPr>
          <p:cNvSpPr txBox="1">
            <a:spLocks noChangeArrowheads="1"/>
          </p:cNvSpPr>
          <p:nvPr/>
        </p:nvSpPr>
        <p:spPr bwMode="auto">
          <a:xfrm>
            <a:off x="2628979" y="3125595"/>
            <a:ext cx="465105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lgn="ctr">
              <a:spcBef>
                <a:spcPct val="50000"/>
              </a:spcBef>
            </a:pPr>
            <a:r>
              <a:rPr lang="en-US" sz="1300">
                <a:solidFill>
                  <a:schemeClr val="tx1"/>
                </a:solidFill>
              </a:rPr>
              <a:t>Summary of GR/IR Clearing/Adjustment Accounts </a:t>
            </a:r>
            <a:r>
              <a:rPr lang="en-US" sz="1300" i="1" baseline="30000">
                <a:solidFill>
                  <a:srgbClr val="FF0000"/>
                </a:solidFill>
              </a:rPr>
              <a:t>1)</a:t>
            </a:r>
            <a:endParaRPr lang="en-US" sz="1300">
              <a:solidFill>
                <a:schemeClr val="tx1"/>
              </a:solidFill>
            </a:endParaRPr>
          </a:p>
        </p:txBody>
      </p:sp>
      <p:sp>
        <p:nvSpPr>
          <p:cNvPr id="50" name="Line 20">
            <a:extLst>
              <a:ext uri="{FF2B5EF4-FFF2-40B4-BE49-F238E27FC236}">
                <a16:creationId xmlns:a16="http://schemas.microsoft.com/office/drawing/2014/main" id="{1146EF07-9729-42FB-8B55-460D1BD6FAAF}"/>
              </a:ext>
            </a:extLst>
          </p:cNvPr>
          <p:cNvSpPr>
            <a:spLocks noChangeShapeType="1"/>
          </p:cNvSpPr>
          <p:nvPr/>
        </p:nvSpPr>
        <p:spPr bwMode="auto">
          <a:xfrm>
            <a:off x="4069861" y="3935839"/>
            <a:ext cx="858637" cy="0"/>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58" name="Text Box 21">
            <a:extLst>
              <a:ext uri="{FF2B5EF4-FFF2-40B4-BE49-F238E27FC236}">
                <a16:creationId xmlns:a16="http://schemas.microsoft.com/office/drawing/2014/main" id="{40C18655-D765-4986-B7FD-5F8CEC125A3D}"/>
              </a:ext>
            </a:extLst>
          </p:cNvPr>
          <p:cNvSpPr txBox="1">
            <a:spLocks noChangeArrowheads="1"/>
          </p:cNvSpPr>
          <p:nvPr/>
        </p:nvSpPr>
        <p:spPr bwMode="auto">
          <a:xfrm>
            <a:off x="4498613" y="3997690"/>
            <a:ext cx="69875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300">
                <a:solidFill>
                  <a:srgbClr val="339933"/>
                </a:solidFill>
              </a:rPr>
              <a:t>12$</a:t>
            </a:r>
          </a:p>
        </p:txBody>
      </p:sp>
      <p:sp>
        <p:nvSpPr>
          <p:cNvPr id="59" name="Line 22">
            <a:extLst>
              <a:ext uri="{FF2B5EF4-FFF2-40B4-BE49-F238E27FC236}">
                <a16:creationId xmlns:a16="http://schemas.microsoft.com/office/drawing/2014/main" id="{B1792B2B-5A7D-44F8-96A3-37DA2DF4CFD5}"/>
              </a:ext>
            </a:extLst>
          </p:cNvPr>
          <p:cNvSpPr>
            <a:spLocks noChangeShapeType="1"/>
          </p:cNvSpPr>
          <p:nvPr/>
        </p:nvSpPr>
        <p:spPr bwMode="auto">
          <a:xfrm>
            <a:off x="6019408" y="3935839"/>
            <a:ext cx="858636" cy="0"/>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60" name="Text Box 23">
            <a:extLst>
              <a:ext uri="{FF2B5EF4-FFF2-40B4-BE49-F238E27FC236}">
                <a16:creationId xmlns:a16="http://schemas.microsoft.com/office/drawing/2014/main" id="{79CA44A3-96C2-4EAC-A9E5-C84782E10ED6}"/>
              </a:ext>
            </a:extLst>
          </p:cNvPr>
          <p:cNvSpPr txBox="1">
            <a:spLocks noChangeArrowheads="1"/>
          </p:cNvSpPr>
          <p:nvPr/>
        </p:nvSpPr>
        <p:spPr bwMode="auto">
          <a:xfrm>
            <a:off x="6423945" y="3986627"/>
            <a:ext cx="698753"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300">
                <a:solidFill>
                  <a:srgbClr val="339933"/>
                </a:solidFill>
              </a:rPr>
              <a:t>12$</a:t>
            </a:r>
          </a:p>
        </p:txBody>
      </p:sp>
      <p:sp>
        <p:nvSpPr>
          <p:cNvPr id="61" name="Line 9">
            <a:extLst>
              <a:ext uri="{FF2B5EF4-FFF2-40B4-BE49-F238E27FC236}">
                <a16:creationId xmlns:a16="http://schemas.microsoft.com/office/drawing/2014/main" id="{300B6622-ED46-4BFB-9C99-D592A98B0B70}"/>
              </a:ext>
            </a:extLst>
          </p:cNvPr>
          <p:cNvSpPr>
            <a:spLocks noChangeShapeType="1"/>
          </p:cNvSpPr>
          <p:nvPr/>
        </p:nvSpPr>
        <p:spPr bwMode="auto">
          <a:xfrm flipV="1">
            <a:off x="936439" y="5041155"/>
            <a:ext cx="3750032" cy="233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62" name="Line 10">
            <a:extLst>
              <a:ext uri="{FF2B5EF4-FFF2-40B4-BE49-F238E27FC236}">
                <a16:creationId xmlns:a16="http://schemas.microsoft.com/office/drawing/2014/main" id="{62834703-B4CB-44C6-81CA-4EA0B3329DF9}"/>
              </a:ext>
            </a:extLst>
          </p:cNvPr>
          <p:cNvSpPr>
            <a:spLocks noChangeShapeType="1"/>
          </p:cNvSpPr>
          <p:nvPr/>
        </p:nvSpPr>
        <p:spPr bwMode="auto">
          <a:xfrm flipH="1">
            <a:off x="2942654" y="5074425"/>
            <a:ext cx="3362" cy="9248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63" name="Text Box 11">
            <a:extLst>
              <a:ext uri="{FF2B5EF4-FFF2-40B4-BE49-F238E27FC236}">
                <a16:creationId xmlns:a16="http://schemas.microsoft.com/office/drawing/2014/main" id="{BB66D2AC-3F65-410E-B857-499903F08002}"/>
              </a:ext>
            </a:extLst>
          </p:cNvPr>
          <p:cNvSpPr txBox="1">
            <a:spLocks noChangeArrowheads="1"/>
          </p:cNvSpPr>
          <p:nvPr/>
        </p:nvSpPr>
        <p:spPr bwMode="auto">
          <a:xfrm>
            <a:off x="819962" y="5140934"/>
            <a:ext cx="2055129"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300">
                <a:solidFill>
                  <a:schemeClr val="tx1"/>
                </a:solidFill>
              </a:rPr>
              <a:t>1) GR=4*3=12$</a:t>
            </a:r>
            <a:endParaRPr lang="en-US" sz="1300">
              <a:solidFill>
                <a:srgbClr val="003399"/>
              </a:solidFill>
            </a:endParaRPr>
          </a:p>
        </p:txBody>
      </p:sp>
      <p:sp>
        <p:nvSpPr>
          <p:cNvPr id="64" name="Text Box 17">
            <a:extLst>
              <a:ext uri="{FF2B5EF4-FFF2-40B4-BE49-F238E27FC236}">
                <a16:creationId xmlns:a16="http://schemas.microsoft.com/office/drawing/2014/main" id="{7FE60B02-4766-4F5D-B142-5E51B43FE0CD}"/>
              </a:ext>
            </a:extLst>
          </p:cNvPr>
          <p:cNvSpPr txBox="1">
            <a:spLocks noChangeArrowheads="1"/>
          </p:cNvSpPr>
          <p:nvPr/>
        </p:nvSpPr>
        <p:spPr bwMode="auto">
          <a:xfrm>
            <a:off x="1462989" y="4744938"/>
            <a:ext cx="2955929"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lgn="ctr">
              <a:spcBef>
                <a:spcPct val="50000"/>
              </a:spcBef>
            </a:pPr>
            <a:r>
              <a:rPr lang="en-US" sz="1300">
                <a:solidFill>
                  <a:schemeClr val="tx1"/>
                </a:solidFill>
              </a:rPr>
              <a:t>P&amp;L Account </a:t>
            </a:r>
          </a:p>
        </p:txBody>
      </p:sp>
      <p:sp>
        <p:nvSpPr>
          <p:cNvPr id="65" name="Text Box 26">
            <a:extLst>
              <a:ext uri="{FF2B5EF4-FFF2-40B4-BE49-F238E27FC236}">
                <a16:creationId xmlns:a16="http://schemas.microsoft.com/office/drawing/2014/main" id="{3F8D3F6E-E604-48FC-8541-4382A189DA76}"/>
              </a:ext>
            </a:extLst>
          </p:cNvPr>
          <p:cNvSpPr txBox="1">
            <a:spLocks noChangeArrowheads="1"/>
          </p:cNvSpPr>
          <p:nvPr/>
        </p:nvSpPr>
        <p:spPr bwMode="auto">
          <a:xfrm>
            <a:off x="2045826" y="5599579"/>
            <a:ext cx="63167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spcBef>
                <a:spcPct val="50000"/>
              </a:spcBef>
              <a:defRPr>
                <a:solidFill>
                  <a:srgbClr val="339933"/>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r>
              <a:rPr lang="en-US" sz="1300"/>
              <a:t>12$</a:t>
            </a:r>
          </a:p>
        </p:txBody>
      </p:sp>
      <p:sp>
        <p:nvSpPr>
          <p:cNvPr id="66" name="Line 28">
            <a:extLst>
              <a:ext uri="{FF2B5EF4-FFF2-40B4-BE49-F238E27FC236}">
                <a16:creationId xmlns:a16="http://schemas.microsoft.com/office/drawing/2014/main" id="{6C45BC02-35B9-41CF-8FA4-DD8DED3D8AE4}"/>
              </a:ext>
            </a:extLst>
          </p:cNvPr>
          <p:cNvSpPr>
            <a:spLocks noChangeShapeType="1"/>
          </p:cNvSpPr>
          <p:nvPr/>
        </p:nvSpPr>
        <p:spPr bwMode="auto">
          <a:xfrm>
            <a:off x="1848233" y="5524458"/>
            <a:ext cx="1026856" cy="0"/>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grpSp>
        <p:nvGrpSpPr>
          <p:cNvPr id="67" name="Group 66">
            <a:extLst>
              <a:ext uri="{FF2B5EF4-FFF2-40B4-BE49-F238E27FC236}">
                <a16:creationId xmlns:a16="http://schemas.microsoft.com/office/drawing/2014/main" id="{21F2C625-EBB6-4897-B58C-5963F8DFC141}"/>
              </a:ext>
            </a:extLst>
          </p:cNvPr>
          <p:cNvGrpSpPr/>
          <p:nvPr/>
        </p:nvGrpSpPr>
        <p:grpSpPr>
          <a:xfrm>
            <a:off x="4934257" y="4615401"/>
            <a:ext cx="4774974" cy="1383824"/>
            <a:chOff x="5401222" y="4457284"/>
            <a:chExt cx="3938749" cy="1383824"/>
          </a:xfrm>
        </p:grpSpPr>
        <p:sp>
          <p:nvSpPr>
            <p:cNvPr id="68" name="Line 12">
              <a:extLst>
                <a:ext uri="{FF2B5EF4-FFF2-40B4-BE49-F238E27FC236}">
                  <a16:creationId xmlns:a16="http://schemas.microsoft.com/office/drawing/2014/main" id="{57D566A6-E991-45D2-9CEA-5F328A37DAB2}"/>
                </a:ext>
              </a:extLst>
            </p:cNvPr>
            <p:cNvSpPr>
              <a:spLocks noChangeShapeType="1"/>
            </p:cNvSpPr>
            <p:nvPr/>
          </p:nvSpPr>
          <p:spPr bwMode="auto">
            <a:xfrm flipV="1">
              <a:off x="5600701" y="4856274"/>
              <a:ext cx="3468667" cy="125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69" name="Line 13">
              <a:extLst>
                <a:ext uri="{FF2B5EF4-FFF2-40B4-BE49-F238E27FC236}">
                  <a16:creationId xmlns:a16="http://schemas.microsoft.com/office/drawing/2014/main" id="{98EC31AF-0B68-43BA-9962-5AC259D207EE}"/>
                </a:ext>
              </a:extLst>
            </p:cNvPr>
            <p:cNvSpPr>
              <a:spLocks noChangeShapeType="1"/>
            </p:cNvSpPr>
            <p:nvPr/>
          </p:nvSpPr>
          <p:spPr bwMode="auto">
            <a:xfrm flipH="1">
              <a:off x="6996906" y="4856274"/>
              <a:ext cx="2774" cy="98483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70" name="Text Box 18">
              <a:extLst>
                <a:ext uri="{FF2B5EF4-FFF2-40B4-BE49-F238E27FC236}">
                  <a16:creationId xmlns:a16="http://schemas.microsoft.com/office/drawing/2014/main" id="{F9AF130B-7D5A-41E2-9C3C-7EFB49C5112A}"/>
                </a:ext>
              </a:extLst>
            </p:cNvPr>
            <p:cNvSpPr txBox="1">
              <a:spLocks noChangeArrowheads="1"/>
            </p:cNvSpPr>
            <p:nvPr/>
          </p:nvSpPr>
          <p:spPr bwMode="auto">
            <a:xfrm>
              <a:off x="5401222" y="4457284"/>
              <a:ext cx="331311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lgn="ctr">
                <a:spcBef>
                  <a:spcPct val="50000"/>
                </a:spcBef>
              </a:pPr>
              <a:r>
                <a:rPr lang="en-US" sz="1300">
                  <a:solidFill>
                    <a:schemeClr val="tx1"/>
                  </a:solidFill>
                </a:rPr>
                <a:t>Accruals</a:t>
              </a:r>
            </a:p>
          </p:txBody>
        </p:sp>
        <p:sp>
          <p:nvSpPr>
            <p:cNvPr id="71" name="Text Box 19">
              <a:extLst>
                <a:ext uri="{FF2B5EF4-FFF2-40B4-BE49-F238E27FC236}">
                  <a16:creationId xmlns:a16="http://schemas.microsoft.com/office/drawing/2014/main" id="{5C439CF1-0695-4A28-B357-1863C27CE4B8}"/>
                </a:ext>
              </a:extLst>
            </p:cNvPr>
            <p:cNvSpPr txBox="1">
              <a:spLocks noChangeArrowheads="1"/>
            </p:cNvSpPr>
            <p:nvPr/>
          </p:nvSpPr>
          <p:spPr bwMode="auto">
            <a:xfrm>
              <a:off x="6988067" y="5011738"/>
              <a:ext cx="235190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300">
                  <a:solidFill>
                    <a:schemeClr val="accent3"/>
                  </a:solidFill>
                </a:rPr>
                <a:t>3) GR/IR Regrouping12 $</a:t>
              </a:r>
            </a:p>
          </p:txBody>
        </p:sp>
      </p:grpSp>
      <p:sp>
        <p:nvSpPr>
          <p:cNvPr id="72" name="Text Box 5">
            <a:extLst>
              <a:ext uri="{FF2B5EF4-FFF2-40B4-BE49-F238E27FC236}">
                <a16:creationId xmlns:a16="http://schemas.microsoft.com/office/drawing/2014/main" id="{9FC6FEB7-5971-4082-A51B-96ED40C951E7}"/>
              </a:ext>
            </a:extLst>
          </p:cNvPr>
          <p:cNvSpPr txBox="1">
            <a:spLocks noChangeArrowheads="1"/>
          </p:cNvSpPr>
          <p:nvPr/>
        </p:nvSpPr>
        <p:spPr bwMode="auto">
          <a:xfrm>
            <a:off x="2701865" y="3498758"/>
            <a:ext cx="278856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300">
                <a:solidFill>
                  <a:schemeClr val="accent3"/>
                </a:solidFill>
              </a:rPr>
              <a:t>3) GR/IR Regrouping 12$</a:t>
            </a:r>
          </a:p>
        </p:txBody>
      </p:sp>
      <p:sp>
        <p:nvSpPr>
          <p:cNvPr id="73" name="Line 28">
            <a:extLst>
              <a:ext uri="{FF2B5EF4-FFF2-40B4-BE49-F238E27FC236}">
                <a16:creationId xmlns:a16="http://schemas.microsoft.com/office/drawing/2014/main" id="{92231FEF-AB00-47C4-8EAF-552A3CA39CF8}"/>
              </a:ext>
            </a:extLst>
          </p:cNvPr>
          <p:cNvSpPr>
            <a:spLocks noChangeShapeType="1"/>
          </p:cNvSpPr>
          <p:nvPr/>
        </p:nvSpPr>
        <p:spPr bwMode="auto">
          <a:xfrm>
            <a:off x="8504167" y="5624700"/>
            <a:ext cx="1026856" cy="0"/>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300"/>
          </a:p>
        </p:txBody>
      </p:sp>
      <p:sp>
        <p:nvSpPr>
          <p:cNvPr id="74" name="Text Box 26">
            <a:extLst>
              <a:ext uri="{FF2B5EF4-FFF2-40B4-BE49-F238E27FC236}">
                <a16:creationId xmlns:a16="http://schemas.microsoft.com/office/drawing/2014/main" id="{ED96B158-3DB7-4167-B00F-C8CA1977E435}"/>
              </a:ext>
            </a:extLst>
          </p:cNvPr>
          <p:cNvSpPr txBox="1">
            <a:spLocks noChangeArrowheads="1"/>
          </p:cNvSpPr>
          <p:nvPr/>
        </p:nvSpPr>
        <p:spPr bwMode="auto">
          <a:xfrm>
            <a:off x="7122698" y="5698761"/>
            <a:ext cx="258653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spcBef>
                <a:spcPct val="50000"/>
              </a:spcBef>
              <a:defRPr>
                <a:solidFill>
                  <a:srgbClr val="339933"/>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r>
              <a:rPr lang="en-US" sz="1300"/>
              <a:t>		12$</a:t>
            </a:r>
          </a:p>
        </p:txBody>
      </p:sp>
      <p:sp>
        <p:nvSpPr>
          <p:cNvPr id="75" name="Speech Bubble: Rectangle 74">
            <a:extLst>
              <a:ext uri="{FF2B5EF4-FFF2-40B4-BE49-F238E27FC236}">
                <a16:creationId xmlns:a16="http://schemas.microsoft.com/office/drawing/2014/main" id="{5FE50AD5-A80D-4E20-9CD8-8EBFD2D79ED7}"/>
              </a:ext>
            </a:extLst>
          </p:cNvPr>
          <p:cNvSpPr/>
          <p:nvPr/>
        </p:nvSpPr>
        <p:spPr>
          <a:xfrm>
            <a:off x="8721236" y="2242599"/>
            <a:ext cx="3385526" cy="1660763"/>
          </a:xfrm>
          <a:prstGeom prst="wedgeRectCallout">
            <a:avLst>
              <a:gd name="adj1" fmla="val -79385"/>
              <a:gd name="adj2" fmla="val 122543"/>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200" i="1">
                <a:solidFill>
                  <a:srgbClr val="000000"/>
                </a:solidFill>
                <a:latin typeface="Georgia" panose="02040502050405020303" pitchFamily="18" charset="0"/>
              </a:rPr>
              <a:t>At period end, F.13 has no matching GR/IR open items to clear, i.e. step 2) from Scenario 1 doesn’t happen in this scenario. This can also be the case when GR amount/quantity is higher than IR.</a:t>
            </a:r>
          </a:p>
          <a:p>
            <a:pPr lvl="0">
              <a:lnSpc>
                <a:spcPts val="1200"/>
              </a:lnSpc>
              <a:spcBef>
                <a:spcPts val="600"/>
              </a:spcBef>
              <a:defRPr/>
            </a:pPr>
            <a:endParaRPr lang="en-GB" sz="1200" i="1">
              <a:solidFill>
                <a:srgbClr val="000000"/>
              </a:solidFill>
              <a:latin typeface="Georgia" panose="02040502050405020303" pitchFamily="18" charset="0"/>
            </a:endParaRPr>
          </a:p>
          <a:p>
            <a:pPr lvl="0">
              <a:lnSpc>
                <a:spcPts val="1200"/>
              </a:lnSpc>
              <a:spcBef>
                <a:spcPts val="600"/>
              </a:spcBef>
              <a:defRPr/>
            </a:pPr>
            <a:r>
              <a:rPr lang="en-GB" sz="1200" i="1">
                <a:solidFill>
                  <a:srgbClr val="000000"/>
                </a:solidFill>
                <a:latin typeface="Georgia" panose="02040502050405020303" pitchFamily="18" charset="0"/>
              </a:rPr>
              <a:t>During F.19 the system considers such items as GNB and make an Accrual posting against GR/IR Adjustment account 246020. </a:t>
            </a:r>
            <a:endParaRPr lang="en-US" sz="1200"/>
          </a:p>
        </p:txBody>
      </p:sp>
      <p:sp>
        <p:nvSpPr>
          <p:cNvPr id="34" name="TextBox 33">
            <a:extLst>
              <a:ext uri="{FF2B5EF4-FFF2-40B4-BE49-F238E27FC236}">
                <a16:creationId xmlns:a16="http://schemas.microsoft.com/office/drawing/2014/main" id="{641D7F11-EE12-4E70-B45B-8488BD6CC7B0}"/>
              </a:ext>
            </a:extLst>
          </p:cNvPr>
          <p:cNvSpPr txBox="1"/>
          <p:nvPr/>
        </p:nvSpPr>
        <p:spPr>
          <a:xfrm>
            <a:off x="7918007" y="6088167"/>
            <a:ext cx="2926339" cy="907970"/>
          </a:xfrm>
          <a:prstGeom prst="rect">
            <a:avLst/>
          </a:prstGeom>
          <a:noFill/>
        </p:spPr>
        <p:txBody>
          <a:bodyPr wrap="square" lIns="0" tIns="0" rIns="0" bIns="0" rtlCol="0">
            <a:noAutofit/>
          </a:bodyPr>
          <a:lstStyle/>
          <a:p>
            <a:pPr algn="l"/>
            <a:r>
              <a:rPr lang="en-US" sz="900" i="1" baseline="30000">
                <a:solidFill>
                  <a:srgbClr val="FF0000"/>
                </a:solidFill>
              </a:rPr>
              <a:t>1) </a:t>
            </a:r>
            <a:r>
              <a:rPr lang="en-US" sz="900" i="1"/>
              <a:t>GR/IR Accounts include: 246010, 246012, 246014, which are automatic GR/IR accounts during GR and IR transactions, and 246020 which is the GR/IR adjustment accounts posted during F.19.</a:t>
            </a:r>
          </a:p>
        </p:txBody>
      </p:sp>
    </p:spTree>
    <p:extLst>
      <p:ext uri="{BB962C8B-B14F-4D97-AF65-F5344CB8AC3E}">
        <p14:creationId xmlns:p14="http://schemas.microsoft.com/office/powerpoint/2010/main" val="3816839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a:xfrm>
            <a:off x="1511276" y="315848"/>
            <a:ext cx="8902723" cy="984247"/>
          </a:xfrm>
        </p:spPr>
        <p:txBody>
          <a:bodyPr/>
          <a:lstStyle/>
          <a:p>
            <a:pPr lvl="0" defTabSz="889000">
              <a:spcAft>
                <a:spcPct val="35000"/>
              </a:spcAft>
            </a:pPr>
            <a:r>
              <a:rPr lang="en-US"/>
              <a:t>GR/IR Closing: F.19 GR/IR Regrouping (4/8)</a:t>
            </a:r>
            <a:br>
              <a:rPr lang="en-US"/>
            </a:br>
            <a:r>
              <a:rPr lang="en-US" sz="1800" b="0" i="1">
                <a:solidFill>
                  <a:schemeClr val="bg1">
                    <a:lumMod val="50000"/>
                  </a:schemeClr>
                </a:solidFill>
                <a:latin typeface="Georgia" panose="02040502050405020303" pitchFamily="18" charset="0"/>
              </a:rPr>
              <a:t>The GR/IR Concept</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2B82BFB9-35B4-4635-852A-79818B62185B}"/>
              </a:ext>
            </a:extLst>
          </p:cNvPr>
          <p:cNvSpPr/>
          <p:nvPr/>
        </p:nvSpPr>
        <p:spPr>
          <a:xfrm>
            <a:off x="453297" y="1391686"/>
            <a:ext cx="4788490" cy="369332"/>
          </a:xfrm>
          <a:prstGeom prst="rect">
            <a:avLst/>
          </a:prstGeom>
        </p:spPr>
        <p:style>
          <a:lnRef idx="0">
            <a:schemeClr val="accent3"/>
          </a:lnRef>
          <a:fillRef idx="3">
            <a:schemeClr val="accent3"/>
          </a:fillRef>
          <a:effectRef idx="3">
            <a:schemeClr val="accent3"/>
          </a:effectRef>
          <a:fontRef idx="minor">
            <a:schemeClr val="lt1"/>
          </a:fontRef>
        </p:style>
        <p:txBody>
          <a:bodyPr wrap="none">
            <a:spAutoFit/>
          </a:bodyPr>
          <a:lstStyle/>
          <a:p>
            <a:r>
              <a:rPr lang="en-US"/>
              <a:t>Example – Scenario 3 (BNG – Bill no Goods)</a:t>
            </a:r>
          </a:p>
        </p:txBody>
      </p:sp>
      <p:sp>
        <p:nvSpPr>
          <p:cNvPr id="75" name="Speech Bubble: Rectangle 74">
            <a:extLst>
              <a:ext uri="{FF2B5EF4-FFF2-40B4-BE49-F238E27FC236}">
                <a16:creationId xmlns:a16="http://schemas.microsoft.com/office/drawing/2014/main" id="{5FE50AD5-A80D-4E20-9CD8-8EBFD2D79ED7}"/>
              </a:ext>
            </a:extLst>
          </p:cNvPr>
          <p:cNvSpPr/>
          <p:nvPr/>
        </p:nvSpPr>
        <p:spPr>
          <a:xfrm>
            <a:off x="7865159" y="2743089"/>
            <a:ext cx="4149181" cy="1409377"/>
          </a:xfrm>
          <a:prstGeom prst="wedgeRectCallout">
            <a:avLst>
              <a:gd name="adj1" fmla="val -47505"/>
              <a:gd name="adj2" fmla="val 85712"/>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r>
              <a:rPr lang="en-GB" sz="1200" i="1">
                <a:solidFill>
                  <a:srgbClr val="000000"/>
                </a:solidFill>
                <a:latin typeface="Georgia" panose="02040502050405020303" pitchFamily="18" charset="0"/>
              </a:rPr>
              <a:t>At period end, F.13 has no matching GR/IR open items to clear, i.e. step 1) GR from Scenario 1 doesn’t happen in this scenario. This can also be the case when IR amount/quantity is higher than GR.</a:t>
            </a:r>
          </a:p>
          <a:p>
            <a:pPr lvl="0">
              <a:lnSpc>
                <a:spcPts val="1200"/>
              </a:lnSpc>
              <a:spcBef>
                <a:spcPts val="600"/>
              </a:spcBef>
              <a:defRPr/>
            </a:pPr>
            <a:endParaRPr lang="en-GB" sz="1200" i="1">
              <a:solidFill>
                <a:srgbClr val="000000"/>
              </a:solidFill>
              <a:latin typeface="Georgia" panose="02040502050405020303" pitchFamily="18" charset="0"/>
            </a:endParaRPr>
          </a:p>
          <a:p>
            <a:pPr lvl="0">
              <a:lnSpc>
                <a:spcPts val="1200"/>
              </a:lnSpc>
              <a:spcBef>
                <a:spcPts val="600"/>
              </a:spcBef>
              <a:defRPr/>
            </a:pPr>
            <a:r>
              <a:rPr lang="en-GB" sz="1200" i="1">
                <a:solidFill>
                  <a:srgbClr val="000000"/>
                </a:solidFill>
                <a:latin typeface="Georgia" panose="02040502050405020303" pitchFamily="18" charset="0"/>
              </a:rPr>
              <a:t>During F.19 (step 3) the system considers such items as BNG and make an Stock-in-Transit posting against GR/IR Adjustment account 246020. </a:t>
            </a:r>
            <a:endParaRPr lang="en-US" sz="1200"/>
          </a:p>
        </p:txBody>
      </p:sp>
      <p:sp>
        <p:nvSpPr>
          <p:cNvPr id="34" name="Text Box 7">
            <a:extLst>
              <a:ext uri="{FF2B5EF4-FFF2-40B4-BE49-F238E27FC236}">
                <a16:creationId xmlns:a16="http://schemas.microsoft.com/office/drawing/2014/main" id="{444A1A61-5F76-4CDA-8920-AF635DB3D01B}"/>
              </a:ext>
            </a:extLst>
          </p:cNvPr>
          <p:cNvSpPr txBox="1">
            <a:spLocks noChangeArrowheads="1"/>
          </p:cNvSpPr>
          <p:nvPr/>
        </p:nvSpPr>
        <p:spPr bwMode="auto">
          <a:xfrm>
            <a:off x="5384835" y="1932474"/>
            <a:ext cx="3960813"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r>
              <a:rPr lang="en-US" sz="1400" u="sng">
                <a:solidFill>
                  <a:srgbClr val="014F63"/>
                </a:solidFill>
              </a:rPr>
              <a:t>Goods and Invoice Receipts:</a:t>
            </a:r>
          </a:p>
          <a:p>
            <a:r>
              <a:rPr lang="en-US" sz="1400">
                <a:solidFill>
                  <a:srgbClr val="014F63"/>
                </a:solidFill>
              </a:rPr>
              <a:t>1) invoice for 4 inventory at the actual price=3.5 USD</a:t>
            </a:r>
          </a:p>
          <a:p>
            <a:endParaRPr lang="en-US" sz="1400">
              <a:solidFill>
                <a:srgbClr val="014F63"/>
              </a:solidFill>
            </a:endParaRPr>
          </a:p>
          <a:p>
            <a:endParaRPr lang="en-US" sz="1400">
              <a:solidFill>
                <a:srgbClr val="014F63"/>
              </a:solidFill>
            </a:endParaRPr>
          </a:p>
        </p:txBody>
      </p:sp>
      <p:sp>
        <p:nvSpPr>
          <p:cNvPr id="35" name="Text Box 8">
            <a:extLst>
              <a:ext uri="{FF2B5EF4-FFF2-40B4-BE49-F238E27FC236}">
                <a16:creationId xmlns:a16="http://schemas.microsoft.com/office/drawing/2014/main" id="{58BBBB4D-0A07-42FD-9482-7998B8C074EC}"/>
              </a:ext>
            </a:extLst>
          </p:cNvPr>
          <p:cNvSpPr txBox="1">
            <a:spLocks noChangeArrowheads="1"/>
          </p:cNvSpPr>
          <p:nvPr/>
        </p:nvSpPr>
        <p:spPr bwMode="auto">
          <a:xfrm>
            <a:off x="575866" y="1937983"/>
            <a:ext cx="424815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r>
              <a:rPr lang="en-US" sz="1400" u="sng">
                <a:solidFill>
                  <a:srgbClr val="014F63"/>
                </a:solidFill>
              </a:rPr>
              <a:t>Purchase Order for Stationary</a:t>
            </a:r>
          </a:p>
          <a:p>
            <a:r>
              <a:rPr lang="en-US" sz="1400">
                <a:solidFill>
                  <a:srgbClr val="014F63"/>
                </a:solidFill>
              </a:rPr>
              <a:t>Quantity planned = 5</a:t>
            </a:r>
          </a:p>
          <a:p>
            <a:r>
              <a:rPr lang="en-US" sz="1400">
                <a:solidFill>
                  <a:srgbClr val="014F63"/>
                </a:solidFill>
              </a:rPr>
              <a:t>Price planned = 3 USD</a:t>
            </a:r>
          </a:p>
          <a:p>
            <a:r>
              <a:rPr lang="en-US" sz="1400">
                <a:solidFill>
                  <a:srgbClr val="014F63"/>
                </a:solidFill>
              </a:rPr>
              <a:t>Price actual = 3.5 USD</a:t>
            </a:r>
          </a:p>
        </p:txBody>
      </p:sp>
      <p:sp>
        <p:nvSpPr>
          <p:cNvPr id="36" name="Line 3">
            <a:extLst>
              <a:ext uri="{FF2B5EF4-FFF2-40B4-BE49-F238E27FC236}">
                <a16:creationId xmlns:a16="http://schemas.microsoft.com/office/drawing/2014/main" id="{80DC312C-62D5-4E6A-8F63-FF3D43F7EA4B}"/>
              </a:ext>
            </a:extLst>
          </p:cNvPr>
          <p:cNvSpPr>
            <a:spLocks noChangeShapeType="1"/>
          </p:cNvSpPr>
          <p:nvPr/>
        </p:nvSpPr>
        <p:spPr bwMode="auto">
          <a:xfrm>
            <a:off x="2940185" y="3420148"/>
            <a:ext cx="4709845" cy="1204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400"/>
          </a:p>
        </p:txBody>
      </p:sp>
      <p:sp>
        <p:nvSpPr>
          <p:cNvPr id="37" name="Line 4">
            <a:extLst>
              <a:ext uri="{FF2B5EF4-FFF2-40B4-BE49-F238E27FC236}">
                <a16:creationId xmlns:a16="http://schemas.microsoft.com/office/drawing/2014/main" id="{BE60187F-22A7-48F5-A385-EDE51EC4DDC4}"/>
              </a:ext>
            </a:extLst>
          </p:cNvPr>
          <p:cNvSpPr>
            <a:spLocks noChangeShapeType="1"/>
          </p:cNvSpPr>
          <p:nvPr/>
        </p:nvSpPr>
        <p:spPr bwMode="auto">
          <a:xfrm flipH="1">
            <a:off x="4946259" y="3412119"/>
            <a:ext cx="1185" cy="9346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400"/>
          </a:p>
        </p:txBody>
      </p:sp>
      <p:sp>
        <p:nvSpPr>
          <p:cNvPr id="38" name="Text Box 5">
            <a:extLst>
              <a:ext uri="{FF2B5EF4-FFF2-40B4-BE49-F238E27FC236}">
                <a16:creationId xmlns:a16="http://schemas.microsoft.com/office/drawing/2014/main" id="{C7ABEB36-87AA-463E-B701-CC78C340B58D}"/>
              </a:ext>
            </a:extLst>
          </p:cNvPr>
          <p:cNvSpPr txBox="1">
            <a:spLocks noChangeArrowheads="1"/>
          </p:cNvSpPr>
          <p:nvPr/>
        </p:nvSpPr>
        <p:spPr bwMode="auto">
          <a:xfrm>
            <a:off x="4932829" y="3450322"/>
            <a:ext cx="26149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400">
                <a:solidFill>
                  <a:schemeClr val="accent3"/>
                </a:solidFill>
              </a:rPr>
              <a:t>3) GR/IR Regrouping 14$</a:t>
            </a:r>
          </a:p>
        </p:txBody>
      </p:sp>
      <p:sp>
        <p:nvSpPr>
          <p:cNvPr id="39" name="Text Box 16">
            <a:extLst>
              <a:ext uri="{FF2B5EF4-FFF2-40B4-BE49-F238E27FC236}">
                <a16:creationId xmlns:a16="http://schemas.microsoft.com/office/drawing/2014/main" id="{31627F5A-B2A5-45A0-B3DC-633FCC97F228}"/>
              </a:ext>
            </a:extLst>
          </p:cNvPr>
          <p:cNvSpPr txBox="1">
            <a:spLocks noChangeArrowheads="1"/>
          </p:cNvSpPr>
          <p:nvPr/>
        </p:nvSpPr>
        <p:spPr bwMode="auto">
          <a:xfrm>
            <a:off x="2743851" y="3075326"/>
            <a:ext cx="49338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lgn="ctr">
              <a:spcBef>
                <a:spcPct val="50000"/>
              </a:spcBef>
            </a:pPr>
            <a:r>
              <a:rPr lang="en-US" sz="1400">
                <a:solidFill>
                  <a:schemeClr val="tx1"/>
                </a:solidFill>
              </a:rPr>
              <a:t>Summary of GR/IR Clearing/Adjustment Accounts </a:t>
            </a:r>
            <a:r>
              <a:rPr lang="en-US" sz="1400" i="1" baseline="30000">
                <a:solidFill>
                  <a:srgbClr val="FF0000"/>
                </a:solidFill>
              </a:rPr>
              <a:t>1)</a:t>
            </a:r>
            <a:endParaRPr lang="en-US" sz="1400">
              <a:solidFill>
                <a:schemeClr val="tx1"/>
              </a:solidFill>
            </a:endParaRPr>
          </a:p>
        </p:txBody>
      </p:sp>
      <p:sp>
        <p:nvSpPr>
          <p:cNvPr id="40" name="Line 20">
            <a:extLst>
              <a:ext uri="{FF2B5EF4-FFF2-40B4-BE49-F238E27FC236}">
                <a16:creationId xmlns:a16="http://schemas.microsoft.com/office/drawing/2014/main" id="{1E9B24F9-4234-4260-A45E-40D533A984FA}"/>
              </a:ext>
            </a:extLst>
          </p:cNvPr>
          <p:cNvSpPr>
            <a:spLocks noChangeShapeType="1"/>
          </p:cNvSpPr>
          <p:nvPr/>
        </p:nvSpPr>
        <p:spPr bwMode="auto">
          <a:xfrm>
            <a:off x="4025766" y="3854177"/>
            <a:ext cx="858637" cy="0"/>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400"/>
          </a:p>
        </p:txBody>
      </p:sp>
      <p:sp>
        <p:nvSpPr>
          <p:cNvPr id="41" name="Text Box 21">
            <a:extLst>
              <a:ext uri="{FF2B5EF4-FFF2-40B4-BE49-F238E27FC236}">
                <a16:creationId xmlns:a16="http://schemas.microsoft.com/office/drawing/2014/main" id="{C0A247C2-9FCB-48EB-9A3E-B05BC5E12DFD}"/>
              </a:ext>
            </a:extLst>
          </p:cNvPr>
          <p:cNvSpPr txBox="1">
            <a:spLocks noChangeArrowheads="1"/>
          </p:cNvSpPr>
          <p:nvPr/>
        </p:nvSpPr>
        <p:spPr bwMode="auto">
          <a:xfrm>
            <a:off x="4445215" y="3906278"/>
            <a:ext cx="6987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400">
                <a:solidFill>
                  <a:srgbClr val="339933"/>
                </a:solidFill>
              </a:rPr>
              <a:t>14$</a:t>
            </a:r>
          </a:p>
        </p:txBody>
      </p:sp>
      <p:sp>
        <p:nvSpPr>
          <p:cNvPr id="42" name="Line 22">
            <a:extLst>
              <a:ext uri="{FF2B5EF4-FFF2-40B4-BE49-F238E27FC236}">
                <a16:creationId xmlns:a16="http://schemas.microsoft.com/office/drawing/2014/main" id="{8667FF4F-AFD8-4D44-AE66-8542D5AFF5F8}"/>
              </a:ext>
            </a:extLst>
          </p:cNvPr>
          <p:cNvSpPr>
            <a:spLocks noChangeShapeType="1"/>
          </p:cNvSpPr>
          <p:nvPr/>
        </p:nvSpPr>
        <p:spPr bwMode="auto">
          <a:xfrm>
            <a:off x="6395464" y="3822155"/>
            <a:ext cx="858636" cy="0"/>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400"/>
          </a:p>
        </p:txBody>
      </p:sp>
      <p:sp>
        <p:nvSpPr>
          <p:cNvPr id="43" name="Text Box 23">
            <a:extLst>
              <a:ext uri="{FF2B5EF4-FFF2-40B4-BE49-F238E27FC236}">
                <a16:creationId xmlns:a16="http://schemas.microsoft.com/office/drawing/2014/main" id="{216AF0AB-4890-4E32-B053-2904770229D3}"/>
              </a:ext>
            </a:extLst>
          </p:cNvPr>
          <p:cNvSpPr txBox="1">
            <a:spLocks noChangeArrowheads="1"/>
          </p:cNvSpPr>
          <p:nvPr/>
        </p:nvSpPr>
        <p:spPr bwMode="auto">
          <a:xfrm>
            <a:off x="6824782" y="3872308"/>
            <a:ext cx="6987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400">
                <a:solidFill>
                  <a:srgbClr val="339933"/>
                </a:solidFill>
              </a:rPr>
              <a:t>14$</a:t>
            </a:r>
          </a:p>
        </p:txBody>
      </p:sp>
      <p:sp>
        <p:nvSpPr>
          <p:cNvPr id="44" name="Line 9">
            <a:extLst>
              <a:ext uri="{FF2B5EF4-FFF2-40B4-BE49-F238E27FC236}">
                <a16:creationId xmlns:a16="http://schemas.microsoft.com/office/drawing/2014/main" id="{E48EA57F-3B9A-4ACC-BB54-358874D02FA2}"/>
              </a:ext>
            </a:extLst>
          </p:cNvPr>
          <p:cNvSpPr>
            <a:spLocks noChangeShapeType="1"/>
          </p:cNvSpPr>
          <p:nvPr/>
        </p:nvSpPr>
        <p:spPr bwMode="auto">
          <a:xfrm flipV="1">
            <a:off x="1731964" y="4822325"/>
            <a:ext cx="2654554" cy="2427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400"/>
          </a:p>
        </p:txBody>
      </p:sp>
      <p:sp>
        <p:nvSpPr>
          <p:cNvPr id="45" name="Line 10">
            <a:extLst>
              <a:ext uri="{FF2B5EF4-FFF2-40B4-BE49-F238E27FC236}">
                <a16:creationId xmlns:a16="http://schemas.microsoft.com/office/drawing/2014/main" id="{4E11A3B0-9012-46AA-8DAF-DB3DAE95738A}"/>
              </a:ext>
            </a:extLst>
          </p:cNvPr>
          <p:cNvSpPr>
            <a:spLocks noChangeShapeType="1"/>
          </p:cNvSpPr>
          <p:nvPr/>
        </p:nvSpPr>
        <p:spPr bwMode="auto">
          <a:xfrm>
            <a:off x="3083295" y="4850897"/>
            <a:ext cx="6468" cy="71147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400"/>
          </a:p>
        </p:txBody>
      </p:sp>
      <p:sp>
        <p:nvSpPr>
          <p:cNvPr id="46" name="Text Box 17">
            <a:extLst>
              <a:ext uri="{FF2B5EF4-FFF2-40B4-BE49-F238E27FC236}">
                <a16:creationId xmlns:a16="http://schemas.microsoft.com/office/drawing/2014/main" id="{848CB2B3-208B-4795-94AA-FCAC72D44C56}"/>
              </a:ext>
            </a:extLst>
          </p:cNvPr>
          <p:cNvSpPr txBox="1">
            <a:spLocks noChangeArrowheads="1"/>
          </p:cNvSpPr>
          <p:nvPr/>
        </p:nvSpPr>
        <p:spPr bwMode="auto">
          <a:xfrm>
            <a:off x="1511276" y="4516023"/>
            <a:ext cx="287524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lgn="ctr">
              <a:spcBef>
                <a:spcPct val="50000"/>
              </a:spcBef>
            </a:pPr>
            <a:r>
              <a:rPr lang="en-US" sz="1400">
                <a:solidFill>
                  <a:schemeClr val="tx1"/>
                </a:solidFill>
              </a:rPr>
              <a:t>Vendor Account (AP)</a:t>
            </a:r>
          </a:p>
        </p:txBody>
      </p:sp>
      <p:grpSp>
        <p:nvGrpSpPr>
          <p:cNvPr id="47" name="Group 46">
            <a:extLst>
              <a:ext uri="{FF2B5EF4-FFF2-40B4-BE49-F238E27FC236}">
                <a16:creationId xmlns:a16="http://schemas.microsoft.com/office/drawing/2014/main" id="{C9143E12-5E25-49E5-B7F8-BD5851461BC0}"/>
              </a:ext>
            </a:extLst>
          </p:cNvPr>
          <p:cNvGrpSpPr/>
          <p:nvPr/>
        </p:nvGrpSpPr>
        <p:grpSpPr>
          <a:xfrm>
            <a:off x="5205881" y="4414411"/>
            <a:ext cx="4446920" cy="1147959"/>
            <a:chOff x="5401222" y="4457284"/>
            <a:chExt cx="3668146" cy="1147959"/>
          </a:xfrm>
        </p:grpSpPr>
        <p:sp>
          <p:nvSpPr>
            <p:cNvPr id="48" name="Line 12">
              <a:extLst>
                <a:ext uri="{FF2B5EF4-FFF2-40B4-BE49-F238E27FC236}">
                  <a16:creationId xmlns:a16="http://schemas.microsoft.com/office/drawing/2014/main" id="{E6C3E0CE-A4BE-47BD-8951-ACC04D2C04B2}"/>
                </a:ext>
              </a:extLst>
            </p:cNvPr>
            <p:cNvSpPr>
              <a:spLocks noChangeShapeType="1"/>
            </p:cNvSpPr>
            <p:nvPr/>
          </p:nvSpPr>
          <p:spPr bwMode="auto">
            <a:xfrm flipV="1">
              <a:off x="5600701" y="4856274"/>
              <a:ext cx="3468667" cy="125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400"/>
            </a:p>
          </p:txBody>
        </p:sp>
        <p:sp>
          <p:nvSpPr>
            <p:cNvPr id="49" name="Line 13">
              <a:extLst>
                <a:ext uri="{FF2B5EF4-FFF2-40B4-BE49-F238E27FC236}">
                  <a16:creationId xmlns:a16="http://schemas.microsoft.com/office/drawing/2014/main" id="{520FCDB6-D6FD-4293-9285-2F4F6FF4BE4B}"/>
                </a:ext>
              </a:extLst>
            </p:cNvPr>
            <p:cNvSpPr>
              <a:spLocks noChangeShapeType="1"/>
            </p:cNvSpPr>
            <p:nvPr/>
          </p:nvSpPr>
          <p:spPr bwMode="auto">
            <a:xfrm flipH="1">
              <a:off x="7589454" y="4848404"/>
              <a:ext cx="5335" cy="75683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400"/>
            </a:p>
          </p:txBody>
        </p:sp>
        <p:sp>
          <p:nvSpPr>
            <p:cNvPr id="51" name="Text Box 18">
              <a:extLst>
                <a:ext uri="{FF2B5EF4-FFF2-40B4-BE49-F238E27FC236}">
                  <a16:creationId xmlns:a16="http://schemas.microsoft.com/office/drawing/2014/main" id="{27B16AFC-84DF-4017-8495-1A604D74AB3B}"/>
                </a:ext>
              </a:extLst>
            </p:cNvPr>
            <p:cNvSpPr txBox="1">
              <a:spLocks noChangeArrowheads="1"/>
            </p:cNvSpPr>
            <p:nvPr/>
          </p:nvSpPr>
          <p:spPr bwMode="auto">
            <a:xfrm>
              <a:off x="5401222" y="4457284"/>
              <a:ext cx="331311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lgn="ctr">
                <a:spcBef>
                  <a:spcPct val="50000"/>
                </a:spcBef>
              </a:pPr>
              <a:r>
                <a:rPr lang="en-US" sz="1400">
                  <a:solidFill>
                    <a:schemeClr val="tx1"/>
                  </a:solidFill>
                </a:rPr>
                <a:t>Stock-In-Transit</a:t>
              </a:r>
            </a:p>
          </p:txBody>
        </p:sp>
        <p:sp>
          <p:nvSpPr>
            <p:cNvPr id="52" name="Text Box 19">
              <a:extLst>
                <a:ext uri="{FF2B5EF4-FFF2-40B4-BE49-F238E27FC236}">
                  <a16:creationId xmlns:a16="http://schemas.microsoft.com/office/drawing/2014/main" id="{CAA17B19-CA4D-4D68-85F8-780E84D084A7}"/>
                </a:ext>
              </a:extLst>
            </p:cNvPr>
            <p:cNvSpPr txBox="1">
              <a:spLocks noChangeArrowheads="1"/>
            </p:cNvSpPr>
            <p:nvPr/>
          </p:nvSpPr>
          <p:spPr bwMode="auto">
            <a:xfrm>
              <a:off x="5471461" y="4937250"/>
              <a:ext cx="219551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400">
                  <a:solidFill>
                    <a:schemeClr val="accent3"/>
                  </a:solidFill>
                </a:rPr>
                <a:t>3) GR/IR Regrouping 14 $</a:t>
              </a:r>
            </a:p>
          </p:txBody>
        </p:sp>
      </p:grpSp>
      <p:sp>
        <p:nvSpPr>
          <p:cNvPr id="54" name="Text Box 5">
            <a:extLst>
              <a:ext uri="{FF2B5EF4-FFF2-40B4-BE49-F238E27FC236}">
                <a16:creationId xmlns:a16="http://schemas.microsoft.com/office/drawing/2014/main" id="{844A792C-0BB1-404E-BA84-00151A77ACCB}"/>
              </a:ext>
            </a:extLst>
          </p:cNvPr>
          <p:cNvSpPr txBox="1">
            <a:spLocks noChangeArrowheads="1"/>
          </p:cNvSpPr>
          <p:nvPr/>
        </p:nvSpPr>
        <p:spPr bwMode="auto">
          <a:xfrm>
            <a:off x="3088534" y="3455536"/>
            <a:ext cx="202401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rgbClr val="0033CC"/>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pPr>
              <a:spcBef>
                <a:spcPct val="50000"/>
              </a:spcBef>
            </a:pPr>
            <a:r>
              <a:rPr lang="en-US" sz="1400">
                <a:solidFill>
                  <a:schemeClr val="tx1"/>
                </a:solidFill>
              </a:rPr>
              <a:t>1) IR=4*3.5=14$</a:t>
            </a:r>
            <a:endParaRPr lang="en-US" sz="1400">
              <a:solidFill>
                <a:srgbClr val="003399"/>
              </a:solidFill>
            </a:endParaRPr>
          </a:p>
        </p:txBody>
      </p:sp>
      <p:sp>
        <p:nvSpPr>
          <p:cNvPr id="55" name="Line 28">
            <a:extLst>
              <a:ext uri="{FF2B5EF4-FFF2-40B4-BE49-F238E27FC236}">
                <a16:creationId xmlns:a16="http://schemas.microsoft.com/office/drawing/2014/main" id="{74F1E7FB-86CC-42FF-A6A4-DD2B2FCBBA2F}"/>
              </a:ext>
            </a:extLst>
          </p:cNvPr>
          <p:cNvSpPr>
            <a:spLocks noChangeShapeType="1"/>
          </p:cNvSpPr>
          <p:nvPr/>
        </p:nvSpPr>
        <p:spPr bwMode="auto">
          <a:xfrm>
            <a:off x="6700708" y="5254594"/>
            <a:ext cx="1026856" cy="0"/>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400"/>
          </a:p>
        </p:txBody>
      </p:sp>
      <p:sp>
        <p:nvSpPr>
          <p:cNvPr id="56" name="Text Box 26">
            <a:extLst>
              <a:ext uri="{FF2B5EF4-FFF2-40B4-BE49-F238E27FC236}">
                <a16:creationId xmlns:a16="http://schemas.microsoft.com/office/drawing/2014/main" id="{DBA79AE1-FB5A-46F2-8E63-905CBA73BA00}"/>
              </a:ext>
            </a:extLst>
          </p:cNvPr>
          <p:cNvSpPr txBox="1">
            <a:spLocks noChangeArrowheads="1"/>
          </p:cNvSpPr>
          <p:nvPr/>
        </p:nvSpPr>
        <p:spPr bwMode="auto">
          <a:xfrm>
            <a:off x="7265066" y="5254594"/>
            <a:ext cx="58601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spcBef>
                <a:spcPct val="50000"/>
              </a:spcBef>
              <a:defRPr>
                <a:solidFill>
                  <a:srgbClr val="339933"/>
                </a:solidFill>
                <a:latin typeface="Verdana" pitchFamily="34" charset="0"/>
              </a:defRPr>
            </a:lvl1pPr>
            <a:lvl2pPr marL="742950" indent="-285750">
              <a:defRPr sz="2000">
                <a:solidFill>
                  <a:srgbClr val="0033CC"/>
                </a:solidFill>
                <a:latin typeface="Verdana" pitchFamily="34" charset="0"/>
              </a:defRPr>
            </a:lvl2pPr>
            <a:lvl3pPr marL="1143000" indent="-228600">
              <a:defRPr sz="2000">
                <a:solidFill>
                  <a:srgbClr val="0033CC"/>
                </a:solidFill>
                <a:latin typeface="Verdana" pitchFamily="34" charset="0"/>
              </a:defRPr>
            </a:lvl3pPr>
            <a:lvl4pPr marL="1600200" indent="-228600">
              <a:defRPr sz="2000">
                <a:solidFill>
                  <a:srgbClr val="0033CC"/>
                </a:solidFill>
                <a:latin typeface="Verdana" pitchFamily="34" charset="0"/>
              </a:defRPr>
            </a:lvl4pPr>
            <a:lvl5pPr marL="2057400" indent="-228600">
              <a:defRPr sz="2000">
                <a:solidFill>
                  <a:srgbClr val="0033CC"/>
                </a:solidFill>
                <a:latin typeface="Verdana" pitchFamily="34" charset="0"/>
              </a:defRPr>
            </a:lvl5pPr>
            <a:lvl6pPr marL="2514600" indent="-228600" eaLnBrk="0" fontAlgn="base" hangingPunct="0">
              <a:spcBef>
                <a:spcPct val="0"/>
              </a:spcBef>
              <a:spcAft>
                <a:spcPct val="0"/>
              </a:spcAft>
              <a:defRPr sz="2000">
                <a:solidFill>
                  <a:srgbClr val="0033CC"/>
                </a:solidFill>
                <a:latin typeface="Verdana" pitchFamily="34" charset="0"/>
              </a:defRPr>
            </a:lvl6pPr>
            <a:lvl7pPr marL="2971800" indent="-228600" eaLnBrk="0" fontAlgn="base" hangingPunct="0">
              <a:spcBef>
                <a:spcPct val="0"/>
              </a:spcBef>
              <a:spcAft>
                <a:spcPct val="0"/>
              </a:spcAft>
              <a:defRPr sz="2000">
                <a:solidFill>
                  <a:srgbClr val="0033CC"/>
                </a:solidFill>
                <a:latin typeface="Verdana" pitchFamily="34" charset="0"/>
              </a:defRPr>
            </a:lvl7pPr>
            <a:lvl8pPr marL="3429000" indent="-228600" eaLnBrk="0" fontAlgn="base" hangingPunct="0">
              <a:spcBef>
                <a:spcPct val="0"/>
              </a:spcBef>
              <a:spcAft>
                <a:spcPct val="0"/>
              </a:spcAft>
              <a:defRPr sz="2000">
                <a:solidFill>
                  <a:srgbClr val="0033CC"/>
                </a:solidFill>
                <a:latin typeface="Verdana" pitchFamily="34" charset="0"/>
              </a:defRPr>
            </a:lvl8pPr>
            <a:lvl9pPr marL="3886200" indent="-228600" eaLnBrk="0" fontAlgn="base" hangingPunct="0">
              <a:spcBef>
                <a:spcPct val="0"/>
              </a:spcBef>
              <a:spcAft>
                <a:spcPct val="0"/>
              </a:spcAft>
              <a:defRPr sz="2000">
                <a:solidFill>
                  <a:srgbClr val="0033CC"/>
                </a:solidFill>
                <a:latin typeface="Verdana" pitchFamily="34" charset="0"/>
              </a:defRPr>
            </a:lvl9pPr>
          </a:lstStyle>
          <a:p>
            <a:r>
              <a:rPr lang="en-US" sz="1400"/>
              <a:t>14$</a:t>
            </a:r>
          </a:p>
        </p:txBody>
      </p:sp>
      <p:sp>
        <p:nvSpPr>
          <p:cNvPr id="57" name="Rectangle 56">
            <a:extLst>
              <a:ext uri="{FF2B5EF4-FFF2-40B4-BE49-F238E27FC236}">
                <a16:creationId xmlns:a16="http://schemas.microsoft.com/office/drawing/2014/main" id="{DF7407E0-05FF-492B-87AC-804F456B47EE}"/>
              </a:ext>
            </a:extLst>
          </p:cNvPr>
          <p:cNvSpPr/>
          <p:nvPr/>
        </p:nvSpPr>
        <p:spPr>
          <a:xfrm>
            <a:off x="3034073" y="4870894"/>
            <a:ext cx="1701450" cy="307777"/>
          </a:xfrm>
          <a:prstGeom prst="rect">
            <a:avLst/>
          </a:prstGeom>
        </p:spPr>
        <p:txBody>
          <a:bodyPr wrap="square">
            <a:spAutoFit/>
          </a:bodyPr>
          <a:lstStyle/>
          <a:p>
            <a:pPr>
              <a:spcBef>
                <a:spcPct val="50000"/>
              </a:spcBef>
            </a:pPr>
            <a:r>
              <a:rPr lang="en-US" sz="1400">
                <a:solidFill>
                  <a:schemeClr val="tx1"/>
                </a:solidFill>
              </a:rPr>
              <a:t>1) IR=4*3.5=14$</a:t>
            </a:r>
            <a:endParaRPr lang="en-US" sz="1400">
              <a:solidFill>
                <a:srgbClr val="003399"/>
              </a:solidFill>
            </a:endParaRPr>
          </a:p>
        </p:txBody>
      </p:sp>
      <p:sp>
        <p:nvSpPr>
          <p:cNvPr id="28" name="TextBox 27">
            <a:extLst>
              <a:ext uri="{FF2B5EF4-FFF2-40B4-BE49-F238E27FC236}">
                <a16:creationId xmlns:a16="http://schemas.microsoft.com/office/drawing/2014/main" id="{26D58653-CDB8-428A-90E0-2714BAB43688}"/>
              </a:ext>
            </a:extLst>
          </p:cNvPr>
          <p:cNvSpPr txBox="1"/>
          <p:nvPr/>
        </p:nvSpPr>
        <p:spPr>
          <a:xfrm>
            <a:off x="8044873" y="6088167"/>
            <a:ext cx="2926339" cy="907970"/>
          </a:xfrm>
          <a:prstGeom prst="rect">
            <a:avLst/>
          </a:prstGeom>
          <a:noFill/>
        </p:spPr>
        <p:txBody>
          <a:bodyPr wrap="square" lIns="0" tIns="0" rIns="0" bIns="0" rtlCol="0">
            <a:noAutofit/>
          </a:bodyPr>
          <a:lstStyle/>
          <a:p>
            <a:pPr algn="l"/>
            <a:r>
              <a:rPr lang="en-US" sz="900" i="1" baseline="30000">
                <a:solidFill>
                  <a:srgbClr val="FF0000"/>
                </a:solidFill>
              </a:rPr>
              <a:t>1) </a:t>
            </a:r>
            <a:r>
              <a:rPr lang="en-US" sz="900" i="1"/>
              <a:t>GR/IR Accounts include: 246010, 246012, 246014, which are automatic GR/IR accounts during GR and IR transactions, and 246020 which is the GR/IR adjustment accounts posted during F.19.</a:t>
            </a:r>
          </a:p>
        </p:txBody>
      </p:sp>
    </p:spTree>
    <p:extLst>
      <p:ext uri="{BB962C8B-B14F-4D97-AF65-F5344CB8AC3E}">
        <p14:creationId xmlns:p14="http://schemas.microsoft.com/office/powerpoint/2010/main" val="509975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a:xfrm>
            <a:off x="1511276" y="324645"/>
            <a:ext cx="8902723" cy="984247"/>
          </a:xfrm>
        </p:spPr>
        <p:txBody>
          <a:bodyPr/>
          <a:lstStyle/>
          <a:p>
            <a:pPr lvl="0" defTabSz="889000">
              <a:spcAft>
                <a:spcPct val="35000"/>
              </a:spcAft>
            </a:pPr>
            <a:r>
              <a:rPr lang="en-US"/>
              <a:t>GR/IR Closing: F.19 GR/IR Regrouping (5/8)</a:t>
            </a:r>
            <a:br>
              <a:rPr lang="en-US"/>
            </a:br>
            <a:r>
              <a:rPr lang="en-US" sz="1800" b="0" i="1">
                <a:solidFill>
                  <a:schemeClr val="bg1">
                    <a:lumMod val="50000"/>
                  </a:schemeClr>
                </a:solidFill>
                <a:latin typeface="Georgia" panose="02040502050405020303" pitchFamily="18" charset="0"/>
              </a:rPr>
              <a:t>Execution</a:t>
            </a:r>
            <a:endParaRPr lang="en-US" sz="1800">
              <a:solidFill>
                <a:srgbClr val="FF0000"/>
              </a:solidFill>
            </a:endParaRPr>
          </a:p>
        </p:txBody>
      </p:sp>
      <p:sp>
        <p:nvSpPr>
          <p:cNvPr id="50" name="Rectangle 49">
            <a:extLst>
              <a:ext uri="{FF2B5EF4-FFF2-40B4-BE49-F238E27FC236}">
                <a16:creationId xmlns:a16="http://schemas.microsoft.com/office/drawing/2014/main" id="{B4E6453A-DBCF-4724-BF29-9C559C5BBEF6}"/>
              </a:ext>
            </a:extLst>
          </p:cNvPr>
          <p:cNvSpPr/>
          <p:nvPr/>
        </p:nvSpPr>
        <p:spPr>
          <a:xfrm>
            <a:off x="274240" y="5131963"/>
            <a:ext cx="8847867" cy="1733808"/>
          </a:xfrm>
          <a:prstGeom prst="rect">
            <a:avLst/>
          </a:prstGeom>
          <a:solidFill>
            <a:schemeClr val="bg1"/>
          </a:solid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dirty="0">
                <a:ln>
                  <a:noFill/>
                </a:ln>
                <a:effectLst/>
                <a:uLnTx/>
                <a:uFillTx/>
                <a:latin typeface="Georgia" panose="02040502050405020303" pitchFamily="18" charset="0"/>
                <a:ea typeface="+mn-ea"/>
                <a:cs typeface="+mn-cs"/>
              </a:rPr>
              <a:t>GR/IR Regrouping (F.19) Execution:</a:t>
            </a:r>
          </a:p>
          <a:p>
            <a:pPr marL="171450" marR="0" lvl="0" indent="-171450" algn="l" defTabSz="914400" rtl="0" eaLnBrk="1" fontAlgn="auto" latinLnBrk="0" hangingPunct="1">
              <a:lnSpc>
                <a:spcPts val="1200"/>
              </a:lnSpc>
              <a:spcBef>
                <a:spcPts val="400"/>
              </a:spcBef>
              <a:spcAft>
                <a:spcPts val="0"/>
              </a:spcAft>
              <a:buClrTx/>
              <a:buSzTx/>
              <a:buFont typeface="Arial" panose="020B0604020202020204" pitchFamily="34" charset="0"/>
              <a:buChar char="•"/>
              <a:tabLst/>
              <a:defRPr/>
            </a:pPr>
            <a:r>
              <a:rPr kumimoji="0" lang="en-GB" sz="1100" b="0" i="1" u="none" strike="noStrike" kern="1200" cap="none" spc="0" normalizeH="0" baseline="0" noProof="0" dirty="0">
                <a:ln>
                  <a:noFill/>
                </a:ln>
                <a:effectLst/>
                <a:uLnTx/>
                <a:uFillTx/>
                <a:latin typeface="Georgia" panose="02040502050405020303" pitchFamily="18" charset="0"/>
                <a:ea typeface="+mn-ea"/>
                <a:cs typeface="+mn-cs"/>
              </a:rPr>
              <a:t>F.19 is executed after F.13 based on the GR/IR concept described before. The variants are specific to each company code but use common variables for dates/periods/years fields. </a:t>
            </a:r>
            <a:r>
              <a:rPr lang="en-GB" sz="1100" i="1" dirty="0">
                <a:latin typeface="Georgia" panose="02040502050405020303" pitchFamily="18" charset="0"/>
              </a:rPr>
              <a:t>You should always review/amend these dates/periods/years fields before executing F.19 outside of FCC.</a:t>
            </a:r>
            <a:endParaRPr kumimoji="0" lang="en-GB" sz="1100" b="0" i="1" u="none" strike="noStrike" kern="1200" cap="none" spc="0" normalizeH="0" baseline="0" noProof="0" dirty="0">
              <a:ln>
                <a:noFill/>
              </a:ln>
              <a:effectLst/>
              <a:uLnTx/>
              <a:uFillTx/>
              <a:latin typeface="Georgia" panose="02040502050405020303" pitchFamily="18" charset="0"/>
            </a:endParaRPr>
          </a:p>
          <a:p>
            <a:pPr marL="171450" marR="0" lvl="0" indent="-171450" algn="l" defTabSz="914400" rtl="0" eaLnBrk="1" fontAlgn="auto" latinLnBrk="0" hangingPunct="1">
              <a:lnSpc>
                <a:spcPts val="1200"/>
              </a:lnSpc>
              <a:spcBef>
                <a:spcPts val="400"/>
              </a:spcBef>
              <a:spcAft>
                <a:spcPts val="0"/>
              </a:spcAft>
              <a:buClrTx/>
              <a:buSzTx/>
              <a:buFont typeface="Arial" panose="020B0604020202020204" pitchFamily="34" charset="0"/>
              <a:buChar char="•"/>
              <a:tabLst/>
              <a:defRPr/>
            </a:pPr>
            <a:r>
              <a:rPr lang="en-GB" sz="1100" i="1" dirty="0">
                <a:latin typeface="Georgia" panose="02040502050405020303" pitchFamily="18" charset="0"/>
              </a:rPr>
              <a:t>The </a:t>
            </a:r>
            <a:r>
              <a:rPr lang="en-GB" sz="1100" b="1" i="1" dirty="0">
                <a:latin typeface="Georgia" panose="02040502050405020303" pitchFamily="18" charset="0"/>
              </a:rPr>
              <a:t>key date </a:t>
            </a:r>
            <a:r>
              <a:rPr lang="en-GB" sz="1100" i="1" dirty="0">
                <a:latin typeface="Georgia" panose="02040502050405020303" pitchFamily="18" charset="0"/>
              </a:rPr>
              <a:t>determines the date by which the GR/IR open items are included in analysis and regrouping.</a:t>
            </a:r>
          </a:p>
          <a:p>
            <a:pPr marL="171450" lvl="0" indent="-171450">
              <a:lnSpc>
                <a:spcPts val="1200"/>
              </a:lnSpc>
              <a:spcBef>
                <a:spcPts val="400"/>
              </a:spcBef>
              <a:buFont typeface="Arial" panose="020B0604020202020204" pitchFamily="34" charset="0"/>
              <a:buChar char="•"/>
              <a:defRPr/>
            </a:pPr>
            <a:r>
              <a:rPr kumimoji="0" lang="en-GB" sz="1100" b="0" i="1" u="none" strike="noStrike" kern="1200" cap="none" spc="0" normalizeH="0" baseline="0" noProof="0" dirty="0">
                <a:ln>
                  <a:noFill/>
                </a:ln>
                <a:effectLst/>
                <a:uLnTx/>
                <a:uFillTx/>
                <a:latin typeface="Georgia" panose="02040502050405020303" pitchFamily="18" charset="0"/>
                <a:ea typeface="+mn-ea"/>
                <a:cs typeface="+mn-cs"/>
              </a:rPr>
              <a:t>The </a:t>
            </a:r>
            <a:r>
              <a:rPr kumimoji="0" lang="en-GB" sz="1100" b="1" i="1" u="none" strike="noStrike" kern="1200" cap="none" spc="0" normalizeH="0" baseline="0" noProof="0" dirty="0">
                <a:ln>
                  <a:noFill/>
                </a:ln>
                <a:effectLst/>
                <a:uLnTx/>
                <a:uFillTx/>
                <a:latin typeface="Georgia" panose="02040502050405020303" pitchFamily="18" charset="0"/>
                <a:ea typeface="+mn-ea"/>
                <a:cs typeface="+mn-cs"/>
              </a:rPr>
              <a:t>List </a:t>
            </a:r>
            <a:r>
              <a:rPr lang="en-GB" sz="1100" b="1" i="1" dirty="0">
                <a:latin typeface="Georgia" panose="02040502050405020303" pitchFamily="18" charset="0"/>
              </a:rPr>
              <a:t>Variants </a:t>
            </a:r>
            <a:r>
              <a:rPr lang="en-GB" sz="1100" i="1" dirty="0">
                <a:latin typeface="Georgia" panose="02040502050405020303" pitchFamily="18" charset="0"/>
              </a:rPr>
              <a:t>are standardised to allow GBS/JTBC to  execute macros for SIT reclass preparation (next step after F.19)</a:t>
            </a:r>
          </a:p>
          <a:p>
            <a:pPr marL="171450" lvl="0" indent="-171450">
              <a:lnSpc>
                <a:spcPts val="1200"/>
              </a:lnSpc>
              <a:spcBef>
                <a:spcPts val="400"/>
              </a:spcBef>
              <a:buFont typeface="Arial" panose="020B0604020202020204" pitchFamily="34" charset="0"/>
              <a:buChar char="•"/>
              <a:defRPr/>
            </a:pPr>
            <a:r>
              <a:rPr lang="en-GB" sz="1100" i="1" dirty="0">
                <a:latin typeface="Georgia" panose="02040502050405020303" pitchFamily="18" charset="0"/>
              </a:rPr>
              <a:t>A </a:t>
            </a:r>
            <a:r>
              <a:rPr lang="en-GB" sz="1100" b="1" i="1" dirty="0">
                <a:latin typeface="Georgia" panose="02040502050405020303" pitchFamily="18" charset="0"/>
              </a:rPr>
              <a:t>Batch Input session </a:t>
            </a:r>
            <a:r>
              <a:rPr lang="en-GB" sz="1100" i="1" dirty="0">
                <a:latin typeface="Georgia" panose="02040502050405020303" pitchFamily="18" charset="0"/>
              </a:rPr>
              <a:t>is generated and needs to be processed to have the BNG/GNB reclassification documents posted.</a:t>
            </a:r>
          </a:p>
          <a:p>
            <a:pPr marL="171450" lvl="0" indent="-171450">
              <a:lnSpc>
                <a:spcPts val="1200"/>
              </a:lnSpc>
              <a:spcBef>
                <a:spcPts val="400"/>
              </a:spcBef>
              <a:buFont typeface="Arial" panose="020B0604020202020204" pitchFamily="34" charset="0"/>
              <a:buChar char="•"/>
              <a:defRPr/>
            </a:pPr>
            <a:r>
              <a:rPr kumimoji="0" lang="en-GB" sz="1100" b="0" i="1" u="none" strike="noStrike" kern="1200" cap="none" spc="0" normalizeH="0" baseline="0" noProof="0" dirty="0">
                <a:ln>
                  <a:noFill/>
                </a:ln>
                <a:effectLst/>
                <a:uLnTx/>
                <a:uFillTx/>
                <a:latin typeface="Georgia" panose="02040502050405020303" pitchFamily="18" charset="0"/>
                <a:ea typeface="+mn-ea"/>
                <a:cs typeface="+mn-cs"/>
              </a:rPr>
              <a:t>These postings are made with </a:t>
            </a:r>
            <a:r>
              <a:rPr lang="en-GB" sz="1100" i="1" dirty="0">
                <a:latin typeface="Georgia" panose="02040502050405020303" pitchFamily="18" charset="0"/>
              </a:rPr>
              <a:t>the last day of the month as posting date and reversed with the posting date of the first date of the following month.</a:t>
            </a:r>
            <a:endParaRPr kumimoji="0" lang="en-GB" sz="1100" b="0" i="1" u="none" strike="noStrike" kern="1200" cap="none" spc="0" normalizeH="0" baseline="0" noProof="0" dirty="0">
              <a:ln>
                <a:noFill/>
              </a:ln>
              <a:effectLst/>
              <a:uLnTx/>
              <a:uFillTx/>
              <a:latin typeface="Georgia" panose="02040502050405020303" pitchFamily="18" charset="0"/>
            </a:endParaRPr>
          </a:p>
        </p:txBody>
      </p:sp>
      <p:pic>
        <p:nvPicPr>
          <p:cNvPr id="2" name="Picture 1">
            <a:extLst>
              <a:ext uri="{FF2B5EF4-FFF2-40B4-BE49-F238E27FC236}">
                <a16:creationId xmlns:a16="http://schemas.microsoft.com/office/drawing/2014/main" id="{86376F9E-7146-40D6-995B-188326B8A38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389791" y="1380721"/>
            <a:ext cx="7077277" cy="3710026"/>
          </a:xfrm>
          <a:prstGeom prst="rect">
            <a:avLst/>
          </a:prstGeom>
          <a:effectLst>
            <a:outerShdw blurRad="50800" dist="38100" dir="2700000" algn="tl" rotWithShape="0">
              <a:prstClr val="black">
                <a:alpha val="40000"/>
              </a:prstClr>
            </a:outerShdw>
          </a:effectLst>
        </p:spPr>
      </p:pic>
      <p:sp>
        <p:nvSpPr>
          <p:cNvPr id="8" name="Rectangle: Rounded Corners 7">
            <a:extLst>
              <a:ext uri="{FF2B5EF4-FFF2-40B4-BE49-F238E27FC236}">
                <a16:creationId xmlns:a16="http://schemas.microsoft.com/office/drawing/2014/main" id="{A8FB13D2-3D52-4ECA-8887-30F637876D63}"/>
              </a:ext>
            </a:extLst>
          </p:cNvPr>
          <p:cNvSpPr/>
          <p:nvPr/>
        </p:nvSpPr>
        <p:spPr>
          <a:xfrm>
            <a:off x="391112" y="1363955"/>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a:t>
            </a:r>
          </a:p>
        </p:txBody>
      </p:sp>
      <p:sp>
        <p:nvSpPr>
          <p:cNvPr id="9" name="Rectangle: Rounded Corners 8">
            <a:extLst>
              <a:ext uri="{FF2B5EF4-FFF2-40B4-BE49-F238E27FC236}">
                <a16:creationId xmlns:a16="http://schemas.microsoft.com/office/drawing/2014/main" id="{C327D8F9-0C8E-4E91-9F8F-4626C3EE4531}"/>
              </a:ext>
            </a:extLst>
          </p:cNvPr>
          <p:cNvSpPr/>
          <p:nvPr/>
        </p:nvSpPr>
        <p:spPr>
          <a:xfrm>
            <a:off x="2816090" y="3113769"/>
            <a:ext cx="3962779" cy="31523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990A07AA-E532-4196-A588-07427458ED49}"/>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7633453" y="1388101"/>
            <a:ext cx="3276188" cy="3145821"/>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EB7685B6-C431-4168-A655-91733B67CF09}"/>
              </a:ext>
            </a:extLst>
          </p:cNvPr>
          <p:cNvPicPr>
            <a:picLocks noChangeAspect="1"/>
          </p:cNvPicPr>
          <p:nvPr/>
        </p:nvPicPr>
        <p:blipFill>
          <a:blip r:embed="rId7"/>
          <a:stretch>
            <a:fillRect/>
          </a:stretch>
        </p:blipFill>
        <p:spPr>
          <a:xfrm>
            <a:off x="8973829" y="4349284"/>
            <a:ext cx="3184562" cy="2412163"/>
          </a:xfrm>
          <a:prstGeom prst="rect">
            <a:avLst/>
          </a:prstGeom>
          <a:effectLst>
            <a:outerShdw blurRad="50800" dist="38100" dir="2700000" algn="tl" rotWithShape="0">
              <a:prstClr val="black">
                <a:alpha val="40000"/>
              </a:prstClr>
            </a:outerShdw>
          </a:effectLst>
        </p:spPr>
      </p:pic>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CA8DBA68-B713-4CAB-AD71-C2504B0E9056}"/>
              </a:ext>
            </a:extLst>
          </p:cNvPr>
          <p:cNvSpPr/>
          <p:nvPr/>
        </p:nvSpPr>
        <p:spPr>
          <a:xfrm>
            <a:off x="8669215" y="3740954"/>
            <a:ext cx="1107832" cy="303508"/>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Rectangle: Rounded Corners 12">
            <a:extLst>
              <a:ext uri="{FF2B5EF4-FFF2-40B4-BE49-F238E27FC236}">
                <a16:creationId xmlns:a16="http://schemas.microsoft.com/office/drawing/2014/main" id="{C0C28588-7952-4C7C-A0AD-1A48E944F4FD}"/>
              </a:ext>
            </a:extLst>
          </p:cNvPr>
          <p:cNvSpPr/>
          <p:nvPr/>
        </p:nvSpPr>
        <p:spPr>
          <a:xfrm>
            <a:off x="9604438" y="4701055"/>
            <a:ext cx="1820007" cy="38969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 name="Rectangle: Rounded Corners 13">
            <a:extLst>
              <a:ext uri="{FF2B5EF4-FFF2-40B4-BE49-F238E27FC236}">
                <a16:creationId xmlns:a16="http://schemas.microsoft.com/office/drawing/2014/main" id="{AB1A6FE1-1619-49FE-8195-854A4C64BCA3}"/>
              </a:ext>
            </a:extLst>
          </p:cNvPr>
          <p:cNvSpPr/>
          <p:nvPr/>
        </p:nvSpPr>
        <p:spPr>
          <a:xfrm>
            <a:off x="9604437" y="5898000"/>
            <a:ext cx="1820007" cy="318162"/>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5808C554-5198-46A8-9795-E9B83BDD53FD}"/>
              </a:ext>
            </a:extLst>
          </p:cNvPr>
          <p:cNvSpPr/>
          <p:nvPr/>
        </p:nvSpPr>
        <p:spPr>
          <a:xfrm>
            <a:off x="8904643" y="4196884"/>
            <a:ext cx="1107832" cy="15240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Rounded Corners 15">
            <a:extLst>
              <a:ext uri="{FF2B5EF4-FFF2-40B4-BE49-F238E27FC236}">
                <a16:creationId xmlns:a16="http://schemas.microsoft.com/office/drawing/2014/main" id="{1A794E35-12A0-44B8-A98A-D21C9DC1096A}"/>
              </a:ext>
            </a:extLst>
          </p:cNvPr>
          <p:cNvSpPr/>
          <p:nvPr/>
        </p:nvSpPr>
        <p:spPr>
          <a:xfrm>
            <a:off x="7633453" y="1365883"/>
            <a:ext cx="2138391" cy="303508"/>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lvl="0">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F.19</a:t>
            </a:r>
            <a:r>
              <a:rPr lang="en-GB" sz="1000" b="1">
                <a:solidFill>
                  <a:srgbClr val="00B2A9">
                    <a:lumMod val="50000"/>
                  </a:srgbClr>
                </a:solidFill>
              </a:rPr>
              <a:t>: Analyze and regroup GR/IR Clearing Accounts</a:t>
            </a: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pic>
        <p:nvPicPr>
          <p:cNvPr id="17" name="Picture 16">
            <a:extLst>
              <a:ext uri="{FF2B5EF4-FFF2-40B4-BE49-F238E27FC236}">
                <a16:creationId xmlns:a16="http://schemas.microsoft.com/office/drawing/2014/main" id="{ECCD8A1E-861B-4C9D-80C1-2B1A92A755C4}"/>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10909641" y="988659"/>
            <a:ext cx="1058689" cy="1127884"/>
          </a:xfrm>
          <a:prstGeom prst="rect">
            <a:avLst/>
          </a:prstGeom>
          <a:ln>
            <a:solidFill>
              <a:srgbClr val="FF0000"/>
            </a:solidFill>
          </a:ln>
          <a:effectLst>
            <a:outerShdw blurRad="50800" dist="38100" dir="2700000" algn="tl" rotWithShape="0">
              <a:prstClr val="black">
                <a:alpha val="40000"/>
              </a:prstClr>
            </a:outerShdw>
          </a:effectLst>
        </p:spPr>
      </p:pic>
      <p:sp>
        <p:nvSpPr>
          <p:cNvPr id="18" name="Rectangle: Rounded Corners 17">
            <a:extLst>
              <a:ext uri="{FF2B5EF4-FFF2-40B4-BE49-F238E27FC236}">
                <a16:creationId xmlns:a16="http://schemas.microsoft.com/office/drawing/2014/main" id="{2CFC6AB7-FB13-447F-AC4B-E0DF609B1D02}"/>
              </a:ext>
            </a:extLst>
          </p:cNvPr>
          <p:cNvSpPr/>
          <p:nvPr/>
        </p:nvSpPr>
        <p:spPr>
          <a:xfrm>
            <a:off x="8349418" y="2159664"/>
            <a:ext cx="2560223" cy="21749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9" name="Straight Arrow Connector 18">
            <a:extLst>
              <a:ext uri="{FF2B5EF4-FFF2-40B4-BE49-F238E27FC236}">
                <a16:creationId xmlns:a16="http://schemas.microsoft.com/office/drawing/2014/main" id="{8D17ECB3-E2AB-41CF-8C63-9C9315C31848}"/>
              </a:ext>
            </a:extLst>
          </p:cNvPr>
          <p:cNvCxnSpPr>
            <a:cxnSpLocks/>
          </p:cNvCxnSpPr>
          <p:nvPr/>
        </p:nvCxnSpPr>
        <p:spPr>
          <a:xfrm flipV="1">
            <a:off x="10635418" y="1815136"/>
            <a:ext cx="346612" cy="344529"/>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A67AC122-5666-4EB6-A917-E9C57DC7BA88}"/>
              </a:ext>
            </a:extLst>
          </p:cNvPr>
          <p:cNvSpPr/>
          <p:nvPr/>
        </p:nvSpPr>
        <p:spPr>
          <a:xfrm>
            <a:off x="6750648" y="4701055"/>
            <a:ext cx="716420" cy="235354"/>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1" name="Straight Arrow Connector 20">
            <a:extLst>
              <a:ext uri="{FF2B5EF4-FFF2-40B4-BE49-F238E27FC236}">
                <a16:creationId xmlns:a16="http://schemas.microsoft.com/office/drawing/2014/main" id="{7EE7B899-C63E-4FEF-9B4D-F81D19F23321}"/>
              </a:ext>
            </a:extLst>
          </p:cNvPr>
          <p:cNvCxnSpPr>
            <a:cxnSpLocks/>
            <a:stCxn id="20" idx="3"/>
          </p:cNvCxnSpPr>
          <p:nvPr/>
        </p:nvCxnSpPr>
        <p:spPr>
          <a:xfrm flipV="1">
            <a:off x="7467068" y="3952162"/>
            <a:ext cx="541151" cy="86657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9152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B4E6453A-DBCF-4724-BF29-9C559C5BBEF6}"/>
              </a:ext>
            </a:extLst>
          </p:cNvPr>
          <p:cNvSpPr/>
          <p:nvPr/>
        </p:nvSpPr>
        <p:spPr>
          <a:xfrm>
            <a:off x="490170" y="4496105"/>
            <a:ext cx="6305975" cy="1785104"/>
          </a:xfrm>
          <a:prstGeom prst="rect">
            <a:avLst/>
          </a:prstGeom>
          <a:solidFill>
            <a:schemeClr val="bg1"/>
          </a:solid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GR/IR Regrouping (F.19) Output:</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Based on the GR/IR concept described earlier, </a:t>
            </a:r>
            <a:r>
              <a:rPr kumimoji="0" lang="en-GB" sz="11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each Purchase Order Item</a:t>
            </a: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is classified as either BNG or GNB.</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You can display the proposed Postings via the </a:t>
            </a:r>
            <a:r>
              <a:rPr kumimoji="0" lang="en-GB" sz="11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Postings tab </a:t>
            </a:r>
            <a:r>
              <a:rPr kumimoji="0" lang="en-GB" sz="1100" i="1" u="none" strike="noStrike" kern="1200" cap="none" spc="0" normalizeH="0" baseline="0" noProof="0">
                <a:ln>
                  <a:noFill/>
                </a:ln>
                <a:solidFill>
                  <a:srgbClr val="000000"/>
                </a:solidFill>
                <a:effectLst/>
                <a:uLnTx/>
                <a:uFillTx/>
                <a:latin typeface="Georgia" panose="02040502050405020303" pitchFamily="18" charset="0"/>
                <a:ea typeface="+mn-ea"/>
                <a:cs typeface="+mn-cs"/>
              </a:rPr>
              <a:t>and any messages via the </a:t>
            </a:r>
            <a:r>
              <a:rPr kumimoji="0" lang="en-GB" sz="11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Messages tab</a:t>
            </a:r>
            <a:r>
              <a:rPr kumimoji="0" lang="en-GB" sz="1100" i="1" u="none" strike="noStrike" kern="1200" cap="none" spc="0" normalizeH="0" baseline="0" noProof="0">
                <a:ln>
                  <a:noFill/>
                </a:ln>
                <a:solidFill>
                  <a:srgbClr val="000000"/>
                </a:solidFill>
                <a:effectLst/>
                <a:uLnTx/>
                <a:uFillTx/>
                <a:latin typeface="Georgia" panose="02040502050405020303" pitchFamily="18" charset="0"/>
                <a:ea typeface="+mn-ea"/>
                <a:cs typeface="+mn-cs"/>
              </a:rPr>
              <a:t>.</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If you need to execute F.19 outside of FCC, make sure you use the same variants as used in FCC tasks and store the output for F.19, the Postings (and Messages if applicable).</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00" i="1" u="none" strike="noStrike" kern="1200" cap="none" spc="0" normalizeH="0" baseline="0" noProof="0">
                <a:ln>
                  <a:noFill/>
                </a:ln>
                <a:solidFill>
                  <a:srgbClr val="000000"/>
                </a:solidFill>
                <a:effectLst/>
                <a:uLnTx/>
                <a:uFillTx/>
                <a:latin typeface="Georgia" panose="02040502050405020303" pitchFamily="18" charset="0"/>
                <a:ea typeface="+mn-ea"/>
                <a:cs typeface="+mn-cs"/>
              </a:rPr>
              <a:t>As you can see from the proposed postings, the same postings </a:t>
            </a:r>
            <a:r>
              <a:rPr kumimoji="0" lang="en-GB" sz="1100" i="1" u="none" strike="noStrike" kern="1200" cap="none" spc="0" normalizeH="0" baseline="0" noProof="0" err="1">
                <a:ln>
                  <a:noFill/>
                </a:ln>
                <a:solidFill>
                  <a:srgbClr val="000000"/>
                </a:solidFill>
                <a:effectLst/>
                <a:uLnTx/>
                <a:uFillTx/>
                <a:latin typeface="Georgia" panose="02040502050405020303" pitchFamily="18" charset="0"/>
                <a:ea typeface="+mn-ea"/>
                <a:cs typeface="+mn-cs"/>
              </a:rPr>
              <a:t>ar</a:t>
            </a:r>
            <a:r>
              <a:rPr lang="en-GB" sz="1100" i="1">
                <a:solidFill>
                  <a:srgbClr val="000000"/>
                </a:solidFill>
                <a:latin typeface="Georgia" panose="02040502050405020303" pitchFamily="18" charset="0"/>
              </a:rPr>
              <a:t>e reversed on day 1 of the following period.</a:t>
            </a:r>
            <a:endParaRPr kumimoji="0" lang="en-GB" sz="110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1" name="Group 10">
            <a:extLst>
              <a:ext uri="{FF2B5EF4-FFF2-40B4-BE49-F238E27FC236}">
                <a16:creationId xmlns:a16="http://schemas.microsoft.com/office/drawing/2014/main" id="{2FBEDFD7-4B09-4FD1-9C4F-880977D38E6E}"/>
              </a:ext>
            </a:extLst>
          </p:cNvPr>
          <p:cNvGrpSpPr/>
          <p:nvPr/>
        </p:nvGrpSpPr>
        <p:grpSpPr>
          <a:xfrm>
            <a:off x="490170" y="1353927"/>
            <a:ext cx="6244737" cy="2963096"/>
            <a:chOff x="490171" y="1353927"/>
            <a:chExt cx="9523534" cy="5504073"/>
          </a:xfrm>
          <a:effectLst>
            <a:outerShdw blurRad="50800" dist="38100" dir="2700000" algn="tl" rotWithShape="0">
              <a:prstClr val="black">
                <a:alpha val="40000"/>
              </a:prstClr>
            </a:outerShdw>
          </a:effectLst>
        </p:grpSpPr>
        <p:pic>
          <p:nvPicPr>
            <p:cNvPr id="5122" name="Picture 2" descr="C:\Users\cstwangw\AppData\Local\Temp\SNAGHTMLeb7ba1.PNG">
              <a:extLst>
                <a:ext uri="{FF2B5EF4-FFF2-40B4-BE49-F238E27FC236}">
                  <a16:creationId xmlns:a16="http://schemas.microsoft.com/office/drawing/2014/main" id="{A818C3F8-3583-4D47-93C7-06A18E6CDA4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490171" y="1353927"/>
              <a:ext cx="9505950" cy="36957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C:\Users\cstwangw\AppData\Local\Temp\SNAGHTMLec1929.PNG">
              <a:extLst>
                <a:ext uri="{FF2B5EF4-FFF2-40B4-BE49-F238E27FC236}">
                  <a16:creationId xmlns:a16="http://schemas.microsoft.com/office/drawing/2014/main" id="{E8AF3C2D-1DBB-49C3-833E-DBE1B5FE8C36}"/>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564905" y="4838700"/>
              <a:ext cx="9448800" cy="20193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a:extLst>
              <a:ext uri="{FF2B5EF4-FFF2-40B4-BE49-F238E27FC236}">
                <a16:creationId xmlns:a16="http://schemas.microsoft.com/office/drawing/2014/main" id="{7BA01EDB-11AE-40C3-BE86-4EA42ADFDFF7}"/>
              </a:ext>
            </a:extLst>
          </p:cNvPr>
          <p:cNvGrpSpPr/>
          <p:nvPr/>
        </p:nvGrpSpPr>
        <p:grpSpPr>
          <a:xfrm>
            <a:off x="6796145" y="1410116"/>
            <a:ext cx="5240524" cy="4067492"/>
            <a:chOff x="677430" y="-724729"/>
            <a:chExt cx="10800000" cy="6146878"/>
          </a:xfrm>
          <a:effectLst>
            <a:outerShdw blurRad="50800" dist="38100" dir="2700000" algn="tl" rotWithShape="0">
              <a:prstClr val="black">
                <a:alpha val="40000"/>
              </a:prstClr>
            </a:outerShdw>
          </a:effectLst>
        </p:grpSpPr>
        <p:pic>
          <p:nvPicPr>
            <p:cNvPr id="18" name="Picture 17">
              <a:extLst>
                <a:ext uri="{FF2B5EF4-FFF2-40B4-BE49-F238E27FC236}">
                  <a16:creationId xmlns:a16="http://schemas.microsoft.com/office/drawing/2014/main" id="{E7449B8C-F852-4911-9B94-311F20A59D86}"/>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762666" y="2917387"/>
              <a:ext cx="10666667" cy="2504762"/>
            </a:xfrm>
            <a:prstGeom prst="rect">
              <a:avLst/>
            </a:prstGeom>
          </p:spPr>
        </p:pic>
        <p:pic>
          <p:nvPicPr>
            <p:cNvPr id="19" name="Picture 18">
              <a:extLst>
                <a:ext uri="{FF2B5EF4-FFF2-40B4-BE49-F238E27FC236}">
                  <a16:creationId xmlns:a16="http://schemas.microsoft.com/office/drawing/2014/main" id="{FD331D20-222E-47D9-A6A2-191E9DD532E6}"/>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677430" y="-724729"/>
              <a:ext cx="10800000" cy="4333333"/>
            </a:xfrm>
            <a:prstGeom prst="rect">
              <a:avLst/>
            </a:prstGeom>
          </p:spPr>
        </p:pic>
      </p:grpSp>
      <p:sp>
        <p:nvSpPr>
          <p:cNvPr id="25" name="Rectangle: Rounded Corners 24">
            <a:extLst>
              <a:ext uri="{FF2B5EF4-FFF2-40B4-BE49-F238E27FC236}">
                <a16:creationId xmlns:a16="http://schemas.microsoft.com/office/drawing/2014/main" id="{DC6D071D-49D0-4EA4-8077-86A06B3CD702}"/>
              </a:ext>
            </a:extLst>
          </p:cNvPr>
          <p:cNvSpPr/>
          <p:nvPr/>
        </p:nvSpPr>
        <p:spPr>
          <a:xfrm>
            <a:off x="2333551" y="1694696"/>
            <a:ext cx="444818" cy="178065"/>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3" name="Straight Arrow Connector 22">
            <a:extLst>
              <a:ext uri="{FF2B5EF4-FFF2-40B4-BE49-F238E27FC236}">
                <a16:creationId xmlns:a16="http://schemas.microsoft.com/office/drawing/2014/main" id="{D0704D5A-586F-42AC-A5D9-0B834FCF2044}"/>
              </a:ext>
            </a:extLst>
          </p:cNvPr>
          <p:cNvCxnSpPr/>
          <p:nvPr/>
        </p:nvCxnSpPr>
        <p:spPr>
          <a:xfrm>
            <a:off x="2795954" y="1863969"/>
            <a:ext cx="4237892" cy="738554"/>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E0AFA1E9-A04F-4A7E-B3D1-CC61A9A2340F}"/>
              </a:ext>
            </a:extLst>
          </p:cNvPr>
          <p:cNvSpPr/>
          <p:nvPr/>
        </p:nvSpPr>
        <p:spPr>
          <a:xfrm>
            <a:off x="490170" y="1353675"/>
            <a:ext cx="2138391" cy="17806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lvl="0">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F.19</a:t>
            </a:r>
            <a:r>
              <a:rPr lang="en-GB" sz="1000" b="1">
                <a:solidFill>
                  <a:srgbClr val="00B2A9">
                    <a:lumMod val="50000"/>
                  </a:srgbClr>
                </a:solidFill>
              </a:rPr>
              <a:t> output</a:t>
            </a: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9" name="Rectangle: Rounded Corners 28">
            <a:extLst>
              <a:ext uri="{FF2B5EF4-FFF2-40B4-BE49-F238E27FC236}">
                <a16:creationId xmlns:a16="http://schemas.microsoft.com/office/drawing/2014/main" id="{F9F7032F-E7CC-4777-97BC-DA140DDD0616}"/>
              </a:ext>
            </a:extLst>
          </p:cNvPr>
          <p:cNvSpPr/>
          <p:nvPr/>
        </p:nvSpPr>
        <p:spPr>
          <a:xfrm>
            <a:off x="6796145" y="1419267"/>
            <a:ext cx="2138391" cy="17806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lvl="0">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F.19</a:t>
            </a:r>
            <a:r>
              <a:rPr lang="en-GB" sz="1000" b="1">
                <a:solidFill>
                  <a:srgbClr val="00B2A9">
                    <a:lumMod val="50000"/>
                  </a:srgbClr>
                </a:solidFill>
              </a:rPr>
              <a:t> Postings tab</a:t>
            </a: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2" name="Title 3">
            <a:extLst>
              <a:ext uri="{FF2B5EF4-FFF2-40B4-BE49-F238E27FC236}">
                <a16:creationId xmlns:a16="http://schemas.microsoft.com/office/drawing/2014/main" id="{26C83F75-8441-4B17-9140-EA4BAC293A1F}"/>
              </a:ext>
            </a:extLst>
          </p:cNvPr>
          <p:cNvSpPr txBox="1">
            <a:spLocks/>
          </p:cNvSpPr>
          <p:nvPr/>
        </p:nvSpPr>
        <p:spPr>
          <a:xfrm>
            <a:off x="1511276" y="324645"/>
            <a:ext cx="8902723" cy="984247"/>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defTabSz="889000">
              <a:spcAft>
                <a:spcPct val="35000"/>
              </a:spcAft>
            </a:pPr>
            <a:r>
              <a:rPr lang="en-US"/>
              <a:t>GR/IR Closing: F.19 GR/IR Regrouping (6/8)</a:t>
            </a:r>
            <a:br>
              <a:rPr lang="en-US"/>
            </a:br>
            <a:r>
              <a:rPr lang="en-US" sz="1800" b="0" i="1">
                <a:solidFill>
                  <a:schemeClr val="bg1">
                    <a:lumMod val="50000"/>
                  </a:schemeClr>
                </a:solidFill>
                <a:latin typeface="Georgia" panose="02040502050405020303" pitchFamily="18" charset="0"/>
              </a:rPr>
              <a:t>Output</a:t>
            </a:r>
            <a:endParaRPr lang="en-US" sz="1800">
              <a:solidFill>
                <a:srgbClr val="FF0000"/>
              </a:solidFill>
            </a:endParaRPr>
          </a:p>
        </p:txBody>
      </p:sp>
      <p:sp>
        <p:nvSpPr>
          <p:cNvPr id="15" name="Rectangle: Rounded Corners 14">
            <a:extLst>
              <a:ext uri="{FF2B5EF4-FFF2-40B4-BE49-F238E27FC236}">
                <a16:creationId xmlns:a16="http://schemas.microsoft.com/office/drawing/2014/main" id="{BC244DB4-1C5C-42AF-9827-C4C2FF549E1B}"/>
              </a:ext>
            </a:extLst>
          </p:cNvPr>
          <p:cNvSpPr/>
          <p:nvPr/>
        </p:nvSpPr>
        <p:spPr>
          <a:xfrm>
            <a:off x="10905498" y="3257809"/>
            <a:ext cx="1107832" cy="15240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Rounded Corners 15">
            <a:extLst>
              <a:ext uri="{FF2B5EF4-FFF2-40B4-BE49-F238E27FC236}">
                <a16:creationId xmlns:a16="http://schemas.microsoft.com/office/drawing/2014/main" id="{4055C731-4233-4927-B6EC-56C642CC6C07}"/>
              </a:ext>
            </a:extLst>
          </p:cNvPr>
          <p:cNvSpPr/>
          <p:nvPr/>
        </p:nvSpPr>
        <p:spPr>
          <a:xfrm>
            <a:off x="10946857" y="4419905"/>
            <a:ext cx="1107832" cy="15240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49909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7E4BF8B-7A64-40E8-9BE2-01A1B83DBB9D}"/>
              </a:ext>
            </a:extLst>
          </p:cNvPr>
          <p:cNvPicPr>
            <a:picLocks noChangeAspect="1"/>
          </p:cNvPicPr>
          <p:nvPr/>
        </p:nvPicPr>
        <p:blipFill>
          <a:blip r:embed="rId2"/>
          <a:stretch>
            <a:fillRect/>
          </a:stretch>
        </p:blipFill>
        <p:spPr>
          <a:xfrm>
            <a:off x="7719782" y="1445386"/>
            <a:ext cx="2910118" cy="2292820"/>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75FED7D8-19C0-40C7-B549-F20942B9D9A5}"/>
              </a:ext>
            </a:extLst>
          </p:cNvPr>
          <p:cNvPicPr>
            <a:picLocks noChangeAspect="1"/>
          </p:cNvPicPr>
          <p:nvPr/>
        </p:nvPicPr>
        <p:blipFill>
          <a:blip r:embed="rId3"/>
          <a:stretch>
            <a:fillRect/>
          </a:stretch>
        </p:blipFill>
        <p:spPr>
          <a:xfrm>
            <a:off x="490171" y="3465722"/>
            <a:ext cx="6064728" cy="2979040"/>
          </a:xfrm>
          <a:prstGeom prst="rect">
            <a:avLst/>
          </a:prstGeom>
          <a:effectLst>
            <a:outerShdw blurRad="50800" dist="38100" dir="2700000" algn="tl" rotWithShape="0">
              <a:prstClr val="black">
                <a:alpha val="40000"/>
              </a:prstClr>
            </a:outerShdw>
          </a:effectLst>
        </p:spPr>
      </p:pic>
      <p:pic>
        <p:nvPicPr>
          <p:cNvPr id="2" name="Picture 1">
            <a:extLst>
              <a:ext uri="{FF2B5EF4-FFF2-40B4-BE49-F238E27FC236}">
                <a16:creationId xmlns:a16="http://schemas.microsoft.com/office/drawing/2014/main" id="{A16EBAFE-E05F-4F47-95E8-A53DF32D33D5}"/>
              </a:ext>
            </a:extLst>
          </p:cNvPr>
          <p:cNvPicPr>
            <a:picLocks noChangeAspect="1"/>
          </p:cNvPicPr>
          <p:nvPr/>
        </p:nvPicPr>
        <p:blipFill>
          <a:blip r:embed="rId4"/>
          <a:stretch>
            <a:fillRect/>
          </a:stretch>
        </p:blipFill>
        <p:spPr>
          <a:xfrm>
            <a:off x="490170" y="1380392"/>
            <a:ext cx="6933902" cy="1899529"/>
          </a:xfrm>
          <a:prstGeom prst="rect">
            <a:avLst/>
          </a:prstGeom>
          <a:effectLst>
            <a:outerShdw blurRad="50800" dist="38100" dir="2700000" algn="tl" rotWithShape="0">
              <a:prstClr val="black">
                <a:alpha val="40000"/>
              </a:prstClr>
            </a:outerShdw>
          </a:effectLst>
        </p:spPr>
      </p:pic>
      <p:sp>
        <p:nvSpPr>
          <p:cNvPr id="50" name="Rectangle 49">
            <a:extLst>
              <a:ext uri="{FF2B5EF4-FFF2-40B4-BE49-F238E27FC236}">
                <a16:creationId xmlns:a16="http://schemas.microsoft.com/office/drawing/2014/main" id="{B4E6453A-DBCF-4724-BF29-9C559C5BBEF6}"/>
              </a:ext>
            </a:extLst>
          </p:cNvPr>
          <p:cNvSpPr/>
          <p:nvPr/>
        </p:nvSpPr>
        <p:spPr>
          <a:xfrm>
            <a:off x="6789361" y="3921369"/>
            <a:ext cx="5402639" cy="2477601"/>
          </a:xfrm>
          <a:prstGeom prst="rect">
            <a:avLst/>
          </a:prstGeom>
          <a:solidFill>
            <a:schemeClr val="bg1"/>
          </a:solid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GR/IR Regrouping (F.19) Postings: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If you execute F.19 outside of FCC you will need to access </a:t>
            </a:r>
            <a:r>
              <a:rPr kumimoji="0" lang="en-GB" sz="11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SM35</a:t>
            </a: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to process the batch input session generated in order for postings to be made.  FCC will automatically process the session and report a status when done.</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 GR/IR Regrouping documents are posted using </a:t>
            </a:r>
            <a:r>
              <a:rPr kumimoji="0" lang="en-GB" sz="110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a:t>
            </a:r>
            <a:r>
              <a:rPr kumimoji="0" lang="en-GB" sz="11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 Accruals/SIT and GR/IR Adjustment accounts </a:t>
            </a: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as defined in the configurations described earlier.</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These are Ledger-through postings with </a:t>
            </a:r>
            <a:r>
              <a:rPr kumimoji="0" lang="en-GB" sz="11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blank Ledger Group</a:t>
            </a: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 Line Item Text and Document Header contain information which </a:t>
            </a:r>
            <a:r>
              <a:rPr lang="en-GB" sz="1100" i="1">
                <a:solidFill>
                  <a:srgbClr val="000000"/>
                </a:solidFill>
                <a:latin typeface="Georgia" panose="02040502050405020303" pitchFamily="18" charset="0"/>
              </a:rPr>
              <a:t>is</a:t>
            </a: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specific to F.19 documents.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Upon F.19 postings</a:t>
            </a:r>
            <a:r>
              <a:rPr lang="en-GB" sz="1100" b="1" i="1">
                <a:solidFill>
                  <a:srgbClr val="000000"/>
                </a:solidFill>
                <a:latin typeface="Georgia" panose="02040502050405020303" pitchFamily="18" charset="0"/>
              </a:rPr>
              <a:t>, all GR/IR accounts (246010/12/14/20) should have zero balance in all currencies</a:t>
            </a:r>
            <a:r>
              <a:rPr lang="en-GB" sz="1100" i="1">
                <a:solidFill>
                  <a:srgbClr val="000000"/>
                </a:solidFill>
                <a:latin typeface="Georgia" panose="02040502050405020303" pitchFamily="18" charset="0"/>
              </a:rPr>
              <a:t>. (You may use reports such as ZFGL_CTA or CDS Views to check the balance).</a:t>
            </a:r>
            <a:endPar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Rectangle: Rounded Corners 24">
            <a:extLst>
              <a:ext uri="{FF2B5EF4-FFF2-40B4-BE49-F238E27FC236}">
                <a16:creationId xmlns:a16="http://schemas.microsoft.com/office/drawing/2014/main" id="{DC6D071D-49D0-4EA4-8077-86A06B3CD702}"/>
              </a:ext>
            </a:extLst>
          </p:cNvPr>
          <p:cNvSpPr/>
          <p:nvPr/>
        </p:nvSpPr>
        <p:spPr>
          <a:xfrm>
            <a:off x="490170" y="3084271"/>
            <a:ext cx="828676" cy="19565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7E595A66-932E-44EF-A0F5-4795D6E73937}"/>
              </a:ext>
            </a:extLst>
          </p:cNvPr>
          <p:cNvSpPr/>
          <p:nvPr/>
        </p:nvSpPr>
        <p:spPr>
          <a:xfrm>
            <a:off x="490170" y="1353675"/>
            <a:ext cx="2138391" cy="17806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SM35: Batch Input Sessions</a:t>
            </a:r>
          </a:p>
        </p:txBody>
      </p:sp>
      <p:sp>
        <p:nvSpPr>
          <p:cNvPr id="16" name="Rectangle: Rounded Corners 15">
            <a:extLst>
              <a:ext uri="{FF2B5EF4-FFF2-40B4-BE49-F238E27FC236}">
                <a16:creationId xmlns:a16="http://schemas.microsoft.com/office/drawing/2014/main" id="{3648A367-557C-4C33-9143-22F27E9D15C2}"/>
              </a:ext>
            </a:extLst>
          </p:cNvPr>
          <p:cNvSpPr/>
          <p:nvPr/>
        </p:nvSpPr>
        <p:spPr>
          <a:xfrm>
            <a:off x="498355" y="3429000"/>
            <a:ext cx="2138391" cy="17806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 Display FI Documents</a:t>
            </a:r>
          </a:p>
        </p:txBody>
      </p:sp>
      <p:sp>
        <p:nvSpPr>
          <p:cNvPr id="21" name="Rectangle: Rounded Corners 20">
            <a:extLst>
              <a:ext uri="{FF2B5EF4-FFF2-40B4-BE49-F238E27FC236}">
                <a16:creationId xmlns:a16="http://schemas.microsoft.com/office/drawing/2014/main" id="{BD80964E-A5DA-4D49-AE16-3F721249F41C}"/>
              </a:ext>
            </a:extLst>
          </p:cNvPr>
          <p:cNvSpPr/>
          <p:nvPr/>
        </p:nvSpPr>
        <p:spPr>
          <a:xfrm>
            <a:off x="5160897" y="4020372"/>
            <a:ext cx="1213526" cy="173596"/>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8" name="Straight Arrow Connector 7">
            <a:extLst>
              <a:ext uri="{FF2B5EF4-FFF2-40B4-BE49-F238E27FC236}">
                <a16:creationId xmlns:a16="http://schemas.microsoft.com/office/drawing/2014/main" id="{E6507461-D9B4-4A95-B65A-5041D41CC20D}"/>
              </a:ext>
            </a:extLst>
          </p:cNvPr>
          <p:cNvCxnSpPr/>
          <p:nvPr/>
        </p:nvCxnSpPr>
        <p:spPr>
          <a:xfrm flipV="1">
            <a:off x="6374423" y="2663849"/>
            <a:ext cx="1459523" cy="125752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0F56CC50-9C74-44AC-8E68-DD4C29681A15}"/>
              </a:ext>
            </a:extLst>
          </p:cNvPr>
          <p:cNvSpPr/>
          <p:nvPr/>
        </p:nvSpPr>
        <p:spPr>
          <a:xfrm>
            <a:off x="1808070" y="1831395"/>
            <a:ext cx="390007" cy="178065"/>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6" name="Rectangle: Rounded Corners 25">
            <a:extLst>
              <a:ext uri="{FF2B5EF4-FFF2-40B4-BE49-F238E27FC236}">
                <a16:creationId xmlns:a16="http://schemas.microsoft.com/office/drawing/2014/main" id="{E1F44EFE-965C-43DE-9EDE-4CE91058FAA5}"/>
              </a:ext>
            </a:extLst>
          </p:cNvPr>
          <p:cNvSpPr/>
          <p:nvPr/>
        </p:nvSpPr>
        <p:spPr>
          <a:xfrm>
            <a:off x="4369563" y="5096272"/>
            <a:ext cx="1002537" cy="173597"/>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 name="Rectangle: Rounded Corners 26">
            <a:extLst>
              <a:ext uri="{FF2B5EF4-FFF2-40B4-BE49-F238E27FC236}">
                <a16:creationId xmlns:a16="http://schemas.microsoft.com/office/drawing/2014/main" id="{EDC1334A-C71B-4EE1-A1A1-00ED52EABEE6}"/>
              </a:ext>
            </a:extLst>
          </p:cNvPr>
          <p:cNvSpPr/>
          <p:nvPr/>
        </p:nvSpPr>
        <p:spPr>
          <a:xfrm>
            <a:off x="6277600" y="5820172"/>
            <a:ext cx="259716" cy="66131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8" name="Rectangle: Rounded Corners 27">
            <a:extLst>
              <a:ext uri="{FF2B5EF4-FFF2-40B4-BE49-F238E27FC236}">
                <a16:creationId xmlns:a16="http://schemas.microsoft.com/office/drawing/2014/main" id="{D0418052-F0BF-4BDB-AD06-DE11025D75C4}"/>
              </a:ext>
            </a:extLst>
          </p:cNvPr>
          <p:cNvSpPr/>
          <p:nvPr/>
        </p:nvSpPr>
        <p:spPr>
          <a:xfrm>
            <a:off x="7719782" y="1778783"/>
            <a:ext cx="1846249" cy="339933"/>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9" name="Rectangle: Rounded Corners 28">
            <a:extLst>
              <a:ext uri="{FF2B5EF4-FFF2-40B4-BE49-F238E27FC236}">
                <a16:creationId xmlns:a16="http://schemas.microsoft.com/office/drawing/2014/main" id="{1B952A93-885B-4F6D-BFE3-538AF99E09CF}"/>
              </a:ext>
            </a:extLst>
          </p:cNvPr>
          <p:cNvSpPr/>
          <p:nvPr/>
        </p:nvSpPr>
        <p:spPr>
          <a:xfrm>
            <a:off x="9350700" y="3501645"/>
            <a:ext cx="1200069" cy="23656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 name="Title 3">
            <a:extLst>
              <a:ext uri="{FF2B5EF4-FFF2-40B4-BE49-F238E27FC236}">
                <a16:creationId xmlns:a16="http://schemas.microsoft.com/office/drawing/2014/main" id="{FE0A1326-4A8A-4BE7-9E13-1A270772C707}"/>
              </a:ext>
            </a:extLst>
          </p:cNvPr>
          <p:cNvSpPr>
            <a:spLocks noGrp="1"/>
          </p:cNvSpPr>
          <p:nvPr>
            <p:ph type="title"/>
          </p:nvPr>
        </p:nvSpPr>
        <p:spPr>
          <a:xfrm>
            <a:off x="1511276" y="324645"/>
            <a:ext cx="8902723" cy="984247"/>
          </a:xfrm>
        </p:spPr>
        <p:txBody>
          <a:bodyPr/>
          <a:lstStyle/>
          <a:p>
            <a:pPr lvl="0" defTabSz="889000">
              <a:spcAft>
                <a:spcPct val="35000"/>
              </a:spcAft>
            </a:pPr>
            <a:r>
              <a:rPr lang="en-US"/>
              <a:t>GR/IR Closing: F.19 GR/IR Regrouping (7/8)</a:t>
            </a:r>
            <a:br>
              <a:rPr lang="en-US"/>
            </a:br>
            <a:r>
              <a:rPr lang="en-US" sz="1800" b="0" i="1">
                <a:solidFill>
                  <a:schemeClr val="bg1">
                    <a:lumMod val="50000"/>
                  </a:schemeClr>
                </a:solidFill>
                <a:latin typeface="Georgia" panose="02040502050405020303" pitchFamily="18" charset="0"/>
              </a:rPr>
              <a:t>Postings</a:t>
            </a:r>
            <a:endParaRPr lang="en-US" sz="1800">
              <a:solidFill>
                <a:srgbClr val="FF0000"/>
              </a:solidFill>
            </a:endParaRPr>
          </a:p>
        </p:txBody>
      </p:sp>
      <p:cxnSp>
        <p:nvCxnSpPr>
          <p:cNvPr id="5" name="Straight Arrow Connector 4">
            <a:extLst>
              <a:ext uri="{FF2B5EF4-FFF2-40B4-BE49-F238E27FC236}">
                <a16:creationId xmlns:a16="http://schemas.microsoft.com/office/drawing/2014/main" id="{06808902-0E42-4FED-897C-DBDB169AC614}"/>
              </a:ext>
            </a:extLst>
          </p:cNvPr>
          <p:cNvCxnSpPr>
            <a:cxnSpLocks/>
            <a:endCxn id="24" idx="1"/>
          </p:cNvCxnSpPr>
          <p:nvPr/>
        </p:nvCxnSpPr>
        <p:spPr>
          <a:xfrm flipV="1">
            <a:off x="581891" y="1920428"/>
            <a:ext cx="1226179" cy="1163844"/>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8260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2" name="Content Placeholder 2">
            <a:extLst>
              <a:ext uri="{FF2B5EF4-FFF2-40B4-BE49-F238E27FC236}">
                <a16:creationId xmlns:a16="http://schemas.microsoft.com/office/drawing/2014/main" id="{4C765823-FBA5-4C15-A934-BC06750B31FB}"/>
              </a:ext>
            </a:extLst>
          </p:cNvPr>
          <p:cNvSpPr txBox="1">
            <a:spLocks/>
          </p:cNvSpPr>
          <p:nvPr/>
        </p:nvSpPr>
        <p:spPr bwMode="auto">
          <a:xfrm>
            <a:off x="675788" y="1653916"/>
            <a:ext cx="11108111" cy="3964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vert="horz" wrap="square" lIns="0" tIns="0" rIns="0" bIns="0" numCol="1" anchor="t" anchorCtr="0" compatLnSpc="1">
            <a:prstTxWarp prst="textNoShape">
              <a:avLst/>
            </a:prstTxWarp>
            <a:normAutofit/>
          </a:bodyPr>
          <a:lstStyle>
            <a:lvl1pPr marL="0" indent="0" algn="l" rtl="0" eaLnBrk="1" fontAlgn="base" hangingPunct="1">
              <a:spcBef>
                <a:spcPct val="80000"/>
              </a:spcBef>
              <a:spcAft>
                <a:spcPct val="0"/>
              </a:spcAft>
              <a:buFont typeface="Arial" pitchFamily="34" charset="0"/>
              <a:defRPr sz="2400">
                <a:solidFill>
                  <a:schemeClr val="tx1"/>
                </a:solidFill>
                <a:latin typeface="Georgia" pitchFamily="18" charset="0"/>
                <a:ea typeface="ＭＳ Ｐゴシック" charset="0"/>
                <a:cs typeface="+mn-cs"/>
              </a:defRPr>
            </a:lvl1pPr>
            <a:lvl2pPr marL="177800" indent="-176213" algn="l" rtl="0" eaLnBrk="1" fontAlgn="base" hangingPunct="1">
              <a:spcBef>
                <a:spcPct val="50000"/>
              </a:spcBef>
              <a:spcAft>
                <a:spcPct val="0"/>
              </a:spcAft>
              <a:buFont typeface="Arial" pitchFamily="34" charset="0"/>
              <a:buChar char="•"/>
              <a:defRPr sz="2400">
                <a:solidFill>
                  <a:schemeClr val="tx1"/>
                </a:solidFill>
                <a:latin typeface="Georgia" pitchFamily="18" charset="0"/>
                <a:ea typeface="ＭＳ Ｐゴシック" charset="0"/>
              </a:defRPr>
            </a:lvl2pPr>
            <a:lvl3pPr marL="363538" indent="-160338" algn="l" rtl="0" eaLnBrk="1" fontAlgn="base" hangingPunct="1">
              <a:spcBef>
                <a:spcPct val="40000"/>
              </a:spcBef>
              <a:spcAft>
                <a:spcPct val="0"/>
              </a:spcAft>
              <a:buFont typeface="Arial" pitchFamily="34" charset="0"/>
              <a:buChar char="•"/>
              <a:defRPr sz="2400">
                <a:solidFill>
                  <a:schemeClr val="tx1"/>
                </a:solidFill>
                <a:latin typeface="Georgia" pitchFamily="18" charset="0"/>
                <a:ea typeface="ＭＳ Ｐゴシック" charset="0"/>
              </a:defRPr>
            </a:lvl3pPr>
            <a:lvl4pPr marL="566738" indent="-185738" algn="l" rtl="0" eaLnBrk="1" fontAlgn="base" hangingPunct="1">
              <a:spcBef>
                <a:spcPct val="20000"/>
              </a:spcBef>
              <a:spcAft>
                <a:spcPct val="0"/>
              </a:spcAft>
              <a:buFont typeface="Arial" pitchFamily="34" charset="0"/>
              <a:buChar char="•"/>
              <a:defRPr sz="2400">
                <a:solidFill>
                  <a:schemeClr val="tx1"/>
                </a:solidFill>
                <a:latin typeface="Georgia" pitchFamily="18" charset="0"/>
                <a:ea typeface="ＭＳ Ｐゴシック" charset="0"/>
              </a:defRPr>
            </a:lvl4pPr>
            <a:lvl5pPr marL="779463" indent="-195263" algn="l" rtl="0" eaLnBrk="1" fontAlgn="base" hangingPunct="1">
              <a:spcBef>
                <a:spcPct val="20000"/>
              </a:spcBef>
              <a:spcAft>
                <a:spcPct val="0"/>
              </a:spcAft>
              <a:buFont typeface="Arial" pitchFamily="34" charset="0"/>
              <a:buChar char="•"/>
              <a:defRPr sz="2400">
                <a:solidFill>
                  <a:schemeClr val="tx1"/>
                </a:solidFill>
                <a:latin typeface="Georgia" pitchFamily="18" charset="0"/>
                <a:ea typeface="ＭＳ Ｐゴシック" charset="0"/>
              </a:defRPr>
            </a:lvl5pPr>
            <a:lvl6pPr marL="1893888" indent="-177800" algn="l" rtl="0" eaLnBrk="1" fontAlgn="base" hangingPunct="1">
              <a:spcBef>
                <a:spcPct val="20000"/>
              </a:spcBef>
              <a:spcAft>
                <a:spcPct val="0"/>
              </a:spcAft>
              <a:buChar char="»"/>
              <a:defRPr sz="1100">
                <a:solidFill>
                  <a:schemeClr val="accent1"/>
                </a:solidFill>
                <a:latin typeface="+mn-lt"/>
                <a:ea typeface="+mn-ea"/>
              </a:defRPr>
            </a:lvl6pPr>
            <a:lvl7pPr marL="2351088" indent="-177800" algn="l" rtl="0" eaLnBrk="1" fontAlgn="base" hangingPunct="1">
              <a:spcBef>
                <a:spcPct val="20000"/>
              </a:spcBef>
              <a:spcAft>
                <a:spcPct val="0"/>
              </a:spcAft>
              <a:buChar char="»"/>
              <a:defRPr sz="1100">
                <a:solidFill>
                  <a:schemeClr val="accent1"/>
                </a:solidFill>
                <a:latin typeface="+mn-lt"/>
                <a:ea typeface="+mn-ea"/>
              </a:defRPr>
            </a:lvl7pPr>
            <a:lvl8pPr marL="2808288" indent="-177800" algn="l" rtl="0" eaLnBrk="1" fontAlgn="base" hangingPunct="1">
              <a:spcBef>
                <a:spcPct val="20000"/>
              </a:spcBef>
              <a:spcAft>
                <a:spcPct val="0"/>
              </a:spcAft>
              <a:buChar char="»"/>
              <a:defRPr sz="1100">
                <a:solidFill>
                  <a:schemeClr val="accent1"/>
                </a:solidFill>
                <a:latin typeface="+mn-lt"/>
                <a:ea typeface="+mn-ea"/>
              </a:defRPr>
            </a:lvl8pPr>
            <a:lvl9pPr marL="3265488" indent="-177800" algn="l" rtl="0" eaLnBrk="1" fontAlgn="base" hangingPunct="1">
              <a:spcBef>
                <a:spcPct val="20000"/>
              </a:spcBef>
              <a:spcAft>
                <a:spcPct val="0"/>
              </a:spcAft>
              <a:buChar char="»"/>
              <a:defRPr sz="1100">
                <a:solidFill>
                  <a:schemeClr val="accent1"/>
                </a:solidFill>
                <a:latin typeface="+mn-lt"/>
                <a:ea typeface="+mn-ea"/>
              </a:defRPr>
            </a:lvl9pPr>
          </a:lstStyle>
          <a:p>
            <a:pPr marL="342900" marR="0" lvl="0" indent="-342900" algn="l" defTabSz="914400" rtl="0" eaLnBrk="1" fontAlgn="base" latinLnBrk="0" hangingPunct="1">
              <a:lnSpc>
                <a:spcPct val="100000"/>
              </a:lnSpc>
              <a:spcBef>
                <a:spcPct val="80000"/>
              </a:spcBef>
              <a:spcAft>
                <a:spcPct val="0"/>
              </a:spcAft>
              <a:buClrTx/>
              <a:buSzTx/>
              <a:buFont typeface="Arial" panose="020B0604020202020204" pitchFamily="34" charset="0"/>
              <a:buChar char="•"/>
              <a:tabLst/>
              <a:defRPr/>
            </a:pPr>
            <a:r>
              <a:rPr kumimoji="0" lang="en-GB" sz="1600" b="0" i="0" u="none" strike="noStrike" kern="0" cap="none" spc="0" normalizeH="0" baseline="0" noProof="0">
                <a:ln>
                  <a:noFill/>
                </a:ln>
                <a:solidFill>
                  <a:srgbClr val="122632"/>
                </a:solidFill>
                <a:effectLst/>
                <a:uLnTx/>
                <a:uFillTx/>
                <a:latin typeface="Arial"/>
                <a:ea typeface="ＭＳ Ｐゴシック" charset="0"/>
                <a:cs typeface="+mn-cs"/>
              </a:rPr>
              <a:t>The system logic for F.19 does NOT simply look at the debit or credit balances of the GR/IR open items, but the </a:t>
            </a:r>
            <a:r>
              <a:rPr kumimoji="0" lang="en-GB" sz="1600" b="1" i="0" u="none" strike="noStrike" kern="0" cap="none" spc="0" normalizeH="0" baseline="0" noProof="0">
                <a:ln>
                  <a:noFill/>
                </a:ln>
                <a:solidFill>
                  <a:srgbClr val="122632"/>
                </a:solidFill>
                <a:effectLst/>
                <a:uLnTx/>
                <a:uFillTx/>
                <a:latin typeface="Arial"/>
                <a:ea typeface="ＭＳ Ｐゴシック" charset="0"/>
                <a:cs typeface="+mn-cs"/>
              </a:rPr>
              <a:t>NATURE </a:t>
            </a:r>
            <a:r>
              <a:rPr kumimoji="0" lang="en-GB" sz="1600" b="0" i="0" u="none" strike="noStrike" kern="0" cap="none" spc="0" normalizeH="0" baseline="0" noProof="0">
                <a:ln>
                  <a:noFill/>
                </a:ln>
                <a:solidFill>
                  <a:srgbClr val="122632"/>
                </a:solidFill>
                <a:effectLst/>
                <a:uLnTx/>
                <a:uFillTx/>
                <a:latin typeface="Arial"/>
                <a:ea typeface="ＭＳ Ｐゴシック" charset="0"/>
                <a:cs typeface="+mn-cs"/>
              </a:rPr>
              <a:t>of the transactions</a:t>
            </a:r>
          </a:p>
          <a:p>
            <a:pPr marL="1122363" marR="0" lvl="4" indent="-342900" algn="l" defTabSz="914400" rtl="0" eaLnBrk="1" fontAlgn="base" latinLnBrk="0" hangingPunct="1">
              <a:lnSpc>
                <a:spcPct val="100000"/>
              </a:lnSpc>
              <a:spcBef>
                <a:spcPts val="600"/>
              </a:spcBef>
              <a:spcAft>
                <a:spcPts val="600"/>
              </a:spcAft>
              <a:buClrTx/>
              <a:buSzTx/>
              <a:buFont typeface="Arial" pitchFamily="34" charset="0"/>
              <a:buChar char="•"/>
              <a:tabLst/>
              <a:defRPr/>
            </a:pPr>
            <a:r>
              <a:rPr kumimoji="0" lang="en-GB" sz="1400" b="0" i="0" u="sng" strike="noStrike" kern="0" cap="none" spc="0" normalizeH="0" baseline="0" noProof="0">
                <a:ln>
                  <a:noFill/>
                </a:ln>
                <a:solidFill>
                  <a:srgbClr val="122632"/>
                </a:solidFill>
                <a:effectLst/>
                <a:uLnTx/>
                <a:uFillTx/>
                <a:latin typeface="Arial"/>
                <a:ea typeface="ＭＳ Ｐゴシック" charset="0"/>
              </a:rPr>
              <a:t>Invoices</a:t>
            </a:r>
            <a:r>
              <a:rPr kumimoji="0" lang="en-GB" sz="1400" b="0" i="0" u="none" strike="noStrike" kern="0" cap="none" spc="0" normalizeH="0" baseline="0" noProof="0">
                <a:ln>
                  <a:noFill/>
                </a:ln>
                <a:solidFill>
                  <a:srgbClr val="122632"/>
                </a:solidFill>
                <a:effectLst/>
                <a:uLnTx/>
                <a:uFillTx/>
                <a:latin typeface="Arial"/>
                <a:ea typeface="ＭＳ Ｐゴシック" charset="0"/>
              </a:rPr>
              <a:t> include:  Logistic Invoice Verification, Cancellation of Invoices Credit memos, PO Maintenance</a:t>
            </a:r>
          </a:p>
          <a:p>
            <a:pPr marL="1122363" marR="0" lvl="4" indent="-342900" algn="l" defTabSz="914400" rtl="0" eaLnBrk="1" fontAlgn="base" latinLnBrk="0" hangingPunct="1">
              <a:lnSpc>
                <a:spcPct val="100000"/>
              </a:lnSpc>
              <a:spcBef>
                <a:spcPts val="600"/>
              </a:spcBef>
              <a:spcAft>
                <a:spcPts val="600"/>
              </a:spcAft>
              <a:buClrTx/>
              <a:buSzTx/>
              <a:buFont typeface="Arial" pitchFamily="34" charset="0"/>
              <a:buChar char="•"/>
              <a:tabLst/>
              <a:defRPr/>
            </a:pPr>
            <a:r>
              <a:rPr kumimoji="0" lang="en-GB" sz="1400" b="0" i="0" u="sng" strike="noStrike" kern="0" cap="none" spc="0" normalizeH="0" baseline="0" noProof="0">
                <a:ln>
                  <a:noFill/>
                </a:ln>
                <a:solidFill>
                  <a:srgbClr val="122632"/>
                </a:solidFill>
                <a:effectLst/>
                <a:uLnTx/>
                <a:uFillTx/>
                <a:latin typeface="Arial"/>
                <a:ea typeface="ＭＳ Ｐゴシック" charset="0"/>
              </a:rPr>
              <a:t>Goods Movements </a:t>
            </a:r>
            <a:r>
              <a:rPr kumimoji="0" lang="en-GB" sz="1400" b="0" i="0" u="none" strike="noStrike" kern="0" cap="none" spc="0" normalizeH="0" baseline="0" noProof="0">
                <a:ln>
                  <a:noFill/>
                </a:ln>
                <a:solidFill>
                  <a:srgbClr val="122632"/>
                </a:solidFill>
                <a:effectLst/>
                <a:uLnTx/>
                <a:uFillTx/>
                <a:latin typeface="Arial"/>
                <a:ea typeface="ＭＳ Ｐゴシック" charset="0"/>
              </a:rPr>
              <a:t>include: Goods Receipt, Goods Issue/Delivery, Reversal of Goods Receipt </a:t>
            </a:r>
          </a:p>
          <a:p>
            <a:pPr marL="342900" marR="0" lvl="0" indent="-342900" algn="l" defTabSz="914400" rtl="0" eaLnBrk="1" fontAlgn="base" latinLnBrk="0" hangingPunct="1">
              <a:lnSpc>
                <a:spcPct val="100000"/>
              </a:lnSpc>
              <a:spcBef>
                <a:spcPct val="80000"/>
              </a:spcBef>
              <a:spcAft>
                <a:spcPct val="0"/>
              </a:spcAft>
              <a:buClrTx/>
              <a:buSzTx/>
              <a:buFont typeface="Arial" pitchFamily="34" charset="0"/>
              <a:buChar char="•"/>
              <a:tabLst/>
              <a:defRPr/>
            </a:pPr>
            <a:r>
              <a:rPr kumimoji="0" lang="en-GB" sz="1600" b="0" i="0" u="none" strike="noStrike" kern="0" cap="none" spc="0" normalizeH="0" baseline="0" noProof="0">
                <a:ln>
                  <a:noFill/>
                </a:ln>
                <a:solidFill>
                  <a:srgbClr val="122632"/>
                </a:solidFill>
                <a:effectLst/>
                <a:uLnTx/>
                <a:uFillTx/>
                <a:latin typeface="Arial"/>
                <a:ea typeface="ＭＳ Ｐゴシック" charset="0"/>
                <a:cs typeface="+mn-cs"/>
              </a:rPr>
              <a:t>There are several scenarios for the system to determine GNB or BNG. Pay special attention to scenarios 2.2 and 2.3.</a:t>
            </a:r>
          </a:p>
        </p:txBody>
      </p:sp>
      <p:graphicFrame>
        <p:nvGraphicFramePr>
          <p:cNvPr id="23" name="Table 22">
            <a:extLst>
              <a:ext uri="{FF2B5EF4-FFF2-40B4-BE49-F238E27FC236}">
                <a16:creationId xmlns:a16="http://schemas.microsoft.com/office/drawing/2014/main" id="{24705595-0D8E-470B-8FEC-EE0E086FEDFA}"/>
              </a:ext>
            </a:extLst>
          </p:cNvPr>
          <p:cNvGraphicFramePr>
            <a:graphicFrameLocks noGrp="1"/>
          </p:cNvGraphicFramePr>
          <p:nvPr/>
        </p:nvGraphicFramePr>
        <p:xfrm>
          <a:off x="1097818" y="3416254"/>
          <a:ext cx="10176124" cy="2931160"/>
        </p:xfrm>
        <a:graphic>
          <a:graphicData uri="http://schemas.openxmlformats.org/drawingml/2006/table">
            <a:tbl>
              <a:tblPr firstRow="1" bandRow="1">
                <a:effectLst>
                  <a:outerShdw blurRad="63500" sx="102000" sy="102000" algn="ctr" rotWithShape="0">
                    <a:prstClr val="black">
                      <a:alpha val="40000"/>
                    </a:prstClr>
                  </a:outerShdw>
                </a:effectLst>
              </a:tblPr>
              <a:tblGrid>
                <a:gridCol w="1036286">
                  <a:extLst>
                    <a:ext uri="{9D8B030D-6E8A-4147-A177-3AD203B41FA5}">
                      <a16:colId xmlns:a16="http://schemas.microsoft.com/office/drawing/2014/main" val="20000"/>
                    </a:ext>
                  </a:extLst>
                </a:gridCol>
                <a:gridCol w="1444365">
                  <a:extLst>
                    <a:ext uri="{9D8B030D-6E8A-4147-A177-3AD203B41FA5}">
                      <a16:colId xmlns:a16="http://schemas.microsoft.com/office/drawing/2014/main" val="20001"/>
                    </a:ext>
                  </a:extLst>
                </a:gridCol>
                <a:gridCol w="1995854">
                  <a:extLst>
                    <a:ext uri="{9D8B030D-6E8A-4147-A177-3AD203B41FA5}">
                      <a16:colId xmlns:a16="http://schemas.microsoft.com/office/drawing/2014/main" val="20002"/>
                    </a:ext>
                  </a:extLst>
                </a:gridCol>
                <a:gridCol w="1951892">
                  <a:extLst>
                    <a:ext uri="{9D8B030D-6E8A-4147-A177-3AD203B41FA5}">
                      <a16:colId xmlns:a16="http://schemas.microsoft.com/office/drawing/2014/main" val="20003"/>
                    </a:ext>
                  </a:extLst>
                </a:gridCol>
                <a:gridCol w="1450731">
                  <a:extLst>
                    <a:ext uri="{9D8B030D-6E8A-4147-A177-3AD203B41FA5}">
                      <a16:colId xmlns:a16="http://schemas.microsoft.com/office/drawing/2014/main" val="20004"/>
                    </a:ext>
                  </a:extLst>
                </a:gridCol>
                <a:gridCol w="2296996">
                  <a:extLst>
                    <a:ext uri="{9D8B030D-6E8A-4147-A177-3AD203B41FA5}">
                      <a16:colId xmlns:a16="http://schemas.microsoft.com/office/drawing/2014/main" val="20005"/>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GB" sz="1100"/>
                        <a:t>Scenario</a:t>
                      </a:r>
                    </a:p>
                    <a:p>
                      <a:r>
                        <a:rPr lang="en-GB" sz="1100"/>
                        <a:t>#</a:t>
                      </a:r>
                      <a:endParaRPr lang="en-GB" sz="1100">
                        <a:latin typeface="Arial Black" panose="020B0A04020102020204" pitchFamily="34" charset="0"/>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08D7A"/>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GB" sz="1100"/>
                        <a:t>Balance</a:t>
                      </a:r>
                      <a:r>
                        <a:rPr lang="en-GB" sz="1100" baseline="0"/>
                        <a:t> of GR/IR Open Items</a:t>
                      </a:r>
                      <a:endParaRPr lang="en-GB" sz="1100">
                        <a:solidFill>
                          <a:srgbClr val="C00000"/>
                        </a:solidFill>
                        <a:latin typeface="Arial Black" panose="020B0A04020102020204" pitchFamily="34" charset="0"/>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08D7A"/>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GB" sz="1100"/>
                        <a:t>Nature</a:t>
                      </a:r>
                      <a:r>
                        <a:rPr lang="en-GB" sz="1100" baseline="0"/>
                        <a:t> of documents booked to PO</a:t>
                      </a:r>
                      <a:endParaRPr lang="en-GB" sz="1100">
                        <a:latin typeface="Arial Black" panose="020B0A04020102020204" pitchFamily="34" charset="0"/>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08D7A"/>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GB" sz="1100"/>
                        <a:t>F.19 logic of BNG/GNB</a:t>
                      </a:r>
                      <a:endParaRPr lang="en-GB" sz="1100">
                        <a:latin typeface="Arial Black" panose="020B0A04020102020204" pitchFamily="34" charset="0"/>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08D7A"/>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GB" sz="1100"/>
                        <a:t>F.19 target</a:t>
                      </a:r>
                      <a:r>
                        <a:rPr lang="en-GB" sz="1100" baseline="0"/>
                        <a:t> account</a:t>
                      </a:r>
                      <a:endParaRPr lang="en-GB" sz="1100">
                        <a:latin typeface="Arial Black" panose="020B0A04020102020204" pitchFamily="34" charset="0"/>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08D7A"/>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GB" sz="1100"/>
                        <a:t>Business Case</a:t>
                      </a:r>
                      <a:endParaRPr lang="en-GB" sz="1100">
                        <a:latin typeface="Arial Black" panose="020B0A04020102020204" pitchFamily="34" charset="0"/>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08D7A"/>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1.1</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&gt;0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Mixture of Invoices and Goods</a:t>
                      </a:r>
                      <a:r>
                        <a:rPr lang="en-GB" sz="1000" baseline="0"/>
                        <a:t> Movements</a:t>
                      </a:r>
                      <a:endParaRPr lang="en-GB" sz="100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BNG</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JTIO 177010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spcAft>
                          <a:spcPts val="0"/>
                        </a:spcAft>
                      </a:pPr>
                      <a:r>
                        <a:rPr lang="en-GB" sz="1100">
                          <a:effectLst/>
                        </a:rPr>
                        <a:t>Normal GR/IR position when IR is more than GR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1.2</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&lt;0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Mixture of Invoices and Goods</a:t>
                      </a:r>
                      <a:r>
                        <a:rPr lang="en-GB" sz="1000" baseline="0"/>
                        <a:t> Movements</a:t>
                      </a:r>
                      <a:endParaRPr lang="en-GB" sz="100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GNB</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JTIO 251610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spcAft>
                          <a:spcPts val="0"/>
                        </a:spcAft>
                      </a:pPr>
                      <a:r>
                        <a:rPr lang="en-GB" sz="1100">
                          <a:effectLst/>
                        </a:rPr>
                        <a:t>Normal GR/IR position when GR is more than IR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2.1</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&gt;0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Invoices only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BNG</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JTIO 177010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spcAft>
                          <a:spcPts val="0"/>
                        </a:spcAft>
                      </a:pPr>
                      <a:r>
                        <a:rPr lang="en-GB" sz="1100">
                          <a:effectLst/>
                        </a:rPr>
                        <a:t>Normal GR/IR position when IR is present but no GR</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2.2</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&lt;0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Invoices only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BNG</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JTIO 177010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Credit memo is posted but no goods return</a:t>
                      </a:r>
                      <a:r>
                        <a:rPr lang="en-GB" sz="1000" baseline="0"/>
                        <a:t> is posted </a:t>
                      </a:r>
                      <a:endParaRPr lang="en-GB" sz="100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2.3</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&gt;0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Goods Movements only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GNB</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JTIO 251610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Reversal of goods receipt is booked but no cancellation of invoice or credit memo</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40000"/>
                      </a:srgbClr>
                    </a:solidFill>
                  </a:tcPr>
                </a:tc>
                <a:extLst>
                  <a:ext uri="{0D108BD9-81ED-4DB2-BD59-A6C34878D82A}">
                    <a16:rowId xmlns:a16="http://schemas.microsoft.com/office/drawing/2014/main" val="10005"/>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2.4</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&lt;0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Goods Movements only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GB" sz="1000"/>
                        <a:t>GNB</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JTIO 251610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effectLst/>
                        </a:rPr>
                        <a:t>Normal GR/IR position when GR is booked</a:t>
                      </a:r>
                      <a:r>
                        <a:rPr lang="en-GB" sz="1000" baseline="0">
                          <a:effectLst/>
                        </a:rPr>
                        <a:t> but no invoice is posted</a:t>
                      </a:r>
                      <a:endParaRPr lang="en-GB" sz="100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8D7A">
                        <a:tint val="20000"/>
                      </a:srgbClr>
                    </a:solidFill>
                  </a:tcPr>
                </a:tc>
                <a:extLst>
                  <a:ext uri="{0D108BD9-81ED-4DB2-BD59-A6C34878D82A}">
                    <a16:rowId xmlns:a16="http://schemas.microsoft.com/office/drawing/2014/main" val="10006"/>
                  </a:ext>
                </a:extLst>
              </a:tr>
            </a:tbl>
          </a:graphicData>
        </a:graphic>
      </p:graphicFrame>
      <p:sp>
        <p:nvSpPr>
          <p:cNvPr id="30" name="Rectangle 29">
            <a:extLst>
              <a:ext uri="{FF2B5EF4-FFF2-40B4-BE49-F238E27FC236}">
                <a16:creationId xmlns:a16="http://schemas.microsoft.com/office/drawing/2014/main" id="{DDC8881D-F8C5-437E-8ED0-724CA5D268B3}"/>
              </a:ext>
            </a:extLst>
          </p:cNvPr>
          <p:cNvSpPr/>
          <p:nvPr/>
        </p:nvSpPr>
        <p:spPr bwMode="auto">
          <a:xfrm>
            <a:off x="918058" y="4991953"/>
            <a:ext cx="10467980" cy="971276"/>
          </a:xfrm>
          <a:prstGeom prst="rect">
            <a:avLst/>
          </a:prstGeom>
          <a:noFill/>
          <a:ln w="28575">
            <a:solidFill>
              <a:srgbClr val="FF0000"/>
            </a:solidFill>
          </a:ln>
          <a:effectLst/>
        </p:spPr>
        <p:txBody>
          <a:bodyPr vert="horz" wrap="square" lIns="0" tIns="0" rIns="0" bIns="0" numCol="1" rtlCol="0" anchor="ctr" anchorCtr="1" compatLnSpc="1">
            <a:prstTxWarp prst="textNoShape">
              <a:avLst/>
            </a:prstTxWarp>
          </a:bodyPr>
          <a:lstStyle/>
          <a:p>
            <a:pPr fontAlgn="base">
              <a:spcBef>
                <a:spcPct val="20000"/>
              </a:spcBef>
              <a:spcAft>
                <a:spcPct val="0"/>
              </a:spcAft>
            </a:pPr>
            <a:endParaRPr lang="en-GB" sz="1500">
              <a:solidFill>
                <a:srgbClr val="122632"/>
              </a:solidFill>
              <a:ea typeface="ＭＳ Ｐゴシック" charset="0"/>
            </a:endParaRPr>
          </a:p>
        </p:txBody>
      </p:sp>
      <p:sp>
        <p:nvSpPr>
          <p:cNvPr id="31" name="Title 3">
            <a:extLst>
              <a:ext uri="{FF2B5EF4-FFF2-40B4-BE49-F238E27FC236}">
                <a16:creationId xmlns:a16="http://schemas.microsoft.com/office/drawing/2014/main" id="{08EFB005-9A9A-469E-AA32-AE878D940572}"/>
              </a:ext>
            </a:extLst>
          </p:cNvPr>
          <p:cNvSpPr>
            <a:spLocks noGrp="1"/>
          </p:cNvSpPr>
          <p:nvPr>
            <p:ph type="title"/>
          </p:nvPr>
        </p:nvSpPr>
        <p:spPr>
          <a:xfrm>
            <a:off x="1511276" y="324645"/>
            <a:ext cx="8902723" cy="984247"/>
          </a:xfrm>
        </p:spPr>
        <p:txBody>
          <a:bodyPr/>
          <a:lstStyle/>
          <a:p>
            <a:pPr lvl="0" defTabSz="889000">
              <a:spcAft>
                <a:spcPct val="35000"/>
              </a:spcAft>
            </a:pPr>
            <a:r>
              <a:rPr lang="en-US"/>
              <a:t>GR/IR Closing: F.19 GR/IR Regrouping (8/8)</a:t>
            </a:r>
            <a:br>
              <a:rPr lang="en-US"/>
            </a:br>
            <a:r>
              <a:rPr lang="en-US" sz="1800" b="0" i="1">
                <a:solidFill>
                  <a:schemeClr val="bg1">
                    <a:lumMod val="50000"/>
                  </a:schemeClr>
                </a:solidFill>
                <a:latin typeface="Georgia" panose="02040502050405020303" pitchFamily="18" charset="0"/>
              </a:rPr>
              <a:t>Summary of F.19 Logic – more complicated scenarios</a:t>
            </a:r>
            <a:endParaRPr lang="en-US" sz="1800">
              <a:solidFill>
                <a:srgbClr val="FF0000"/>
              </a:solidFill>
            </a:endParaRPr>
          </a:p>
        </p:txBody>
      </p:sp>
    </p:spTree>
    <p:extLst>
      <p:ext uri="{BB962C8B-B14F-4D97-AF65-F5344CB8AC3E}">
        <p14:creationId xmlns:p14="http://schemas.microsoft.com/office/powerpoint/2010/main" val="763565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A32776-8FF2-EC49-E55C-687CECED4559}"/>
              </a:ext>
            </a:extLst>
          </p:cNvPr>
          <p:cNvSpPr>
            <a:spLocks noGrp="1"/>
          </p:cNvSpPr>
          <p:nvPr>
            <p:ph type="sldNum" sz="quarter" idx="12"/>
          </p:nvPr>
        </p:nvSpPr>
        <p:spPr/>
        <p:txBody>
          <a:bodyPr/>
          <a:lstStyle/>
          <a:p>
            <a:fld id="{F4C94289-3309-4C35-850A-56FD49B3E346}" type="slidenum">
              <a:rPr lang="en-GB" smtClean="0"/>
              <a:t>13</a:t>
            </a:fld>
            <a:endParaRPr lang="en-GB"/>
          </a:p>
        </p:txBody>
      </p:sp>
      <p:graphicFrame>
        <p:nvGraphicFramePr>
          <p:cNvPr id="5" name="Table 5">
            <a:extLst>
              <a:ext uri="{FF2B5EF4-FFF2-40B4-BE49-F238E27FC236}">
                <a16:creationId xmlns:a16="http://schemas.microsoft.com/office/drawing/2014/main" id="{31555022-062A-51F0-CE70-8DCED109EDDD}"/>
              </a:ext>
            </a:extLst>
          </p:cNvPr>
          <p:cNvGraphicFramePr>
            <a:graphicFrameLocks noGrp="1"/>
          </p:cNvGraphicFramePr>
          <p:nvPr/>
        </p:nvGraphicFramePr>
        <p:xfrm>
          <a:off x="522514" y="1876311"/>
          <a:ext cx="11206431" cy="255168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116425">
                  <a:extLst>
                    <a:ext uri="{9D8B030D-6E8A-4147-A177-3AD203B41FA5}">
                      <a16:colId xmlns:a16="http://schemas.microsoft.com/office/drawing/2014/main" val="9356114"/>
                    </a:ext>
                  </a:extLst>
                </a:gridCol>
                <a:gridCol w="3368351">
                  <a:extLst>
                    <a:ext uri="{9D8B030D-6E8A-4147-A177-3AD203B41FA5}">
                      <a16:colId xmlns:a16="http://schemas.microsoft.com/office/drawing/2014/main" val="1965869314"/>
                    </a:ext>
                  </a:extLst>
                </a:gridCol>
                <a:gridCol w="4721655">
                  <a:extLst>
                    <a:ext uri="{9D8B030D-6E8A-4147-A177-3AD203B41FA5}">
                      <a16:colId xmlns:a16="http://schemas.microsoft.com/office/drawing/2014/main" val="566335056"/>
                    </a:ext>
                  </a:extLst>
                </a:gridCol>
              </a:tblGrid>
              <a:tr h="310708">
                <a:tc>
                  <a:txBody>
                    <a:bodyPr/>
                    <a:lstStyle/>
                    <a:p>
                      <a:pPr algn="l" fontAlgn="b"/>
                      <a:r>
                        <a:rPr lang="en-US" sz="1200" b="1" i="0" u="none" strike="noStrike" dirty="0">
                          <a:solidFill>
                            <a:srgbClr val="000000"/>
                          </a:solidFill>
                          <a:effectLst/>
                          <a:latin typeface="+mj-lt"/>
                        </a:rPr>
                        <a:t>Errors</a:t>
                      </a:r>
                    </a:p>
                  </a:txBody>
                  <a:tcPr marL="144000" marR="6350" marT="72000" marB="108000"/>
                </a:tc>
                <a:tc>
                  <a:txBody>
                    <a:bodyPr/>
                    <a:lstStyle/>
                    <a:p>
                      <a:pPr algn="l" fontAlgn="b"/>
                      <a:r>
                        <a:rPr lang="en-US" sz="1200" b="1" i="0" u="none" strike="noStrike">
                          <a:solidFill>
                            <a:srgbClr val="000000"/>
                          </a:solidFill>
                          <a:effectLst/>
                          <a:latin typeface="+mj-lt"/>
                        </a:rPr>
                        <a:t>Error Description (Reason)</a:t>
                      </a:r>
                    </a:p>
                  </a:txBody>
                  <a:tcPr marL="144000" marR="6350" marT="72000" marB="108000"/>
                </a:tc>
                <a:tc>
                  <a:txBody>
                    <a:bodyPr/>
                    <a:lstStyle/>
                    <a:p>
                      <a:pPr algn="l" fontAlgn="b"/>
                      <a:r>
                        <a:rPr lang="en-US" sz="1200" b="1" i="0" u="none" strike="noStrike">
                          <a:solidFill>
                            <a:srgbClr val="000000"/>
                          </a:solidFill>
                          <a:effectLst/>
                          <a:latin typeface="+mj-lt"/>
                        </a:rPr>
                        <a:t>Resolution </a:t>
                      </a:r>
                    </a:p>
                  </a:txBody>
                  <a:tcPr marL="144000" marR="6350" marT="72000" marB="108000"/>
                </a:tc>
                <a:extLst>
                  <a:ext uri="{0D108BD9-81ED-4DB2-BD59-A6C34878D82A}">
                    <a16:rowId xmlns:a16="http://schemas.microsoft.com/office/drawing/2014/main" val="409099569"/>
                  </a:ext>
                </a:extLst>
              </a:tr>
              <a:tr h="724878">
                <a:tc>
                  <a:txBody>
                    <a:bodyPr/>
                    <a:lstStyle/>
                    <a:p>
                      <a:pPr algn="l" fontAlgn="b"/>
                      <a:br>
                        <a:rPr lang="en-US" sz="1200" b="0" i="0" u="none" strike="noStrike" dirty="0">
                          <a:solidFill>
                            <a:srgbClr val="000000"/>
                          </a:solidFill>
                          <a:effectLst/>
                          <a:latin typeface="+mj-lt"/>
                        </a:rPr>
                      </a:br>
                      <a:r>
                        <a:rPr lang="en-US" sz="1200" b="0" i="0" u="none" strike="noStrike" dirty="0">
                          <a:solidFill>
                            <a:srgbClr val="000000"/>
                          </a:solidFill>
                          <a:effectLst/>
                          <a:latin typeface="+mj-lt"/>
                        </a:rPr>
                        <a:t>No session found for the task XXXX</a:t>
                      </a:r>
                    </a:p>
                  </a:txBody>
                  <a:tcPr marL="144000" marR="6350" marT="72000" marB="108000"/>
                </a:tc>
                <a:tc>
                  <a:txBody>
                    <a:bodyPr/>
                    <a:lstStyle/>
                    <a:p>
                      <a:pPr algn="l" fontAlgn="b"/>
                      <a:r>
                        <a:rPr lang="en-US" sz="1200" b="0" i="0" u="none" strike="noStrike" dirty="0">
                          <a:solidFill>
                            <a:srgbClr val="000000"/>
                          </a:solidFill>
                          <a:effectLst/>
                          <a:latin typeface="+mj-lt"/>
                        </a:rPr>
                        <a:t>This error occurs when the FCC Task “</a:t>
                      </a:r>
                      <a:r>
                        <a:rPr lang="en-US" sz="1200" b="0" i="0" u="none" strike="noStrike" kern="1200" dirty="0">
                          <a:solidFill>
                            <a:srgbClr val="000000"/>
                          </a:solidFill>
                          <a:effectLst/>
                          <a:latin typeface="+mn-lt"/>
                          <a:ea typeface="+mn-ea"/>
                          <a:cs typeface="+mn-cs"/>
                        </a:rPr>
                        <a:t>GRIR Adjustments (BNG/GNB)-F.19: BI Session exec.SM35” is executed and there is no session for the targeted Entity.</a:t>
                      </a:r>
                      <a:endParaRPr lang="en-US" sz="1200" b="0" i="0" u="none" strike="noStrike" dirty="0">
                        <a:solidFill>
                          <a:srgbClr val="000000"/>
                        </a:solidFill>
                        <a:effectLst/>
                        <a:latin typeface="+mj-lt"/>
                      </a:endParaRPr>
                    </a:p>
                  </a:txBody>
                  <a:tcPr marL="144000" marR="6350" marT="72000" marB="108000"/>
                </a:tc>
                <a:tc>
                  <a:txBody>
                    <a:bodyPr/>
                    <a:lstStyle/>
                    <a:p>
                      <a:pPr algn="l" fontAlgn="b"/>
                      <a:r>
                        <a:rPr lang="en-US" sz="1200" b="0" i="0" u="none" strike="noStrike" dirty="0">
                          <a:solidFill>
                            <a:srgbClr val="000000"/>
                          </a:solidFill>
                          <a:effectLst/>
                          <a:latin typeface="+mj-lt"/>
                        </a:rPr>
                        <a:t> Since there  is no session to post, GBS/JTBC GL Team should change status to "checked" and add comment “No batch"</a:t>
                      </a:r>
                    </a:p>
                  </a:txBody>
                  <a:tcPr marL="144000" marR="6350" marT="72000" marB="108000"/>
                </a:tc>
                <a:extLst>
                  <a:ext uri="{0D108BD9-81ED-4DB2-BD59-A6C34878D82A}">
                    <a16:rowId xmlns:a16="http://schemas.microsoft.com/office/drawing/2014/main" val="583018577"/>
                  </a:ext>
                </a:extLst>
              </a:tr>
              <a:tr h="534399">
                <a:tc>
                  <a:txBody>
                    <a:bodyPr/>
                    <a:lstStyle/>
                    <a:p>
                      <a:pPr algn="l" fontAlgn="b"/>
                      <a:r>
                        <a:rPr lang="en-US" sz="1200" b="0" i="0" u="none" strike="noStrike">
                          <a:solidFill>
                            <a:srgbClr val="000000"/>
                          </a:solidFill>
                          <a:effectLst/>
                          <a:latin typeface="+mj-lt"/>
                        </a:rPr>
                        <a:t>Session XXXX not processed yet </a:t>
                      </a:r>
                    </a:p>
                    <a:p>
                      <a:pPr algn="l" fontAlgn="b"/>
                      <a:r>
                        <a:rPr lang="en-US" sz="1200" b="0" i="0" u="none" strike="noStrike">
                          <a:solidFill>
                            <a:srgbClr val="000000"/>
                          </a:solidFill>
                          <a:effectLst/>
                          <a:latin typeface="+mj-lt"/>
                        </a:rPr>
                        <a:t>(Has the status "R“)</a:t>
                      </a:r>
                    </a:p>
                  </a:txBody>
                  <a:tcPr marL="144000" marR="6350" marT="72000" marB="108000"/>
                </a:tc>
                <a:tc>
                  <a:txBody>
                    <a:bodyPr/>
                    <a:lstStyle/>
                    <a:p>
                      <a:pPr algn="l" fontAlgn="b"/>
                      <a:r>
                        <a:rPr lang="en-US" sz="1200" b="0" i="0" u="none" strike="noStrike" dirty="0">
                          <a:solidFill>
                            <a:srgbClr val="000000"/>
                          </a:solidFill>
                          <a:effectLst/>
                          <a:latin typeface="+mj-lt"/>
                        </a:rPr>
                        <a:t>Task took more than 99 seconds</a:t>
                      </a:r>
                    </a:p>
                  </a:txBody>
                  <a:tcPr marL="144000" marR="6350" marT="72000" marB="108000"/>
                </a:tc>
                <a:tc>
                  <a:txBody>
                    <a:bodyPr/>
                    <a:lstStyle/>
                    <a:p>
                      <a:pPr marL="228600" indent="-228600" algn="l" fontAlgn="b">
                        <a:buAutoNum type="arabicPeriod"/>
                      </a:pPr>
                      <a:r>
                        <a:rPr lang="en-US" sz="1200" b="0" i="0" u="none" strike="noStrike" dirty="0">
                          <a:solidFill>
                            <a:srgbClr val="000000"/>
                          </a:solidFill>
                          <a:effectLst/>
                          <a:latin typeface="+mj-lt"/>
                        </a:rPr>
                        <a:t>GBS/JTBC GL Team needs to check if the Session is processed successfully in SM35. If session is processed successfully then change status to "checked" and add comment "more then 99 seconds“</a:t>
                      </a:r>
                    </a:p>
                    <a:p>
                      <a:pPr marL="228600" indent="-228600" algn="l" fontAlgn="b">
                        <a:buAutoNum type="arabicPeriod"/>
                      </a:pPr>
                      <a:r>
                        <a:rPr lang="en-US" sz="1200" b="0" i="0" u="none" strike="noStrike" dirty="0">
                          <a:solidFill>
                            <a:srgbClr val="000000"/>
                          </a:solidFill>
                          <a:effectLst/>
                          <a:latin typeface="+mj-lt"/>
                        </a:rPr>
                        <a:t>If session is not processed, then reprocess the session in SM35 and </a:t>
                      </a:r>
                      <a:r>
                        <a:rPr lang="en-US" sz="1200" b="0" i="0" u="none" strike="noStrike" kern="1200" dirty="0">
                          <a:solidFill>
                            <a:srgbClr val="000000"/>
                          </a:solidFill>
                          <a:effectLst/>
                          <a:latin typeface="+mn-lt"/>
                          <a:ea typeface="+mn-ea"/>
                          <a:cs typeface="+mn-cs"/>
                        </a:rPr>
                        <a:t>change status to "checked" and add comment "processed"</a:t>
                      </a:r>
                      <a:endParaRPr lang="en-US" sz="1200" b="0" i="0" u="none" strike="noStrike" dirty="0">
                        <a:solidFill>
                          <a:srgbClr val="000000"/>
                        </a:solidFill>
                        <a:effectLst/>
                        <a:latin typeface="+mj-lt"/>
                      </a:endParaRPr>
                    </a:p>
                  </a:txBody>
                  <a:tcPr marL="144000" marR="6350" marT="72000" marB="108000"/>
                </a:tc>
                <a:extLst>
                  <a:ext uri="{0D108BD9-81ED-4DB2-BD59-A6C34878D82A}">
                    <a16:rowId xmlns:a16="http://schemas.microsoft.com/office/drawing/2014/main" val="4151653599"/>
                  </a:ext>
                </a:extLst>
              </a:tr>
            </a:tbl>
          </a:graphicData>
        </a:graphic>
      </p:graphicFrame>
      <p:sp>
        <p:nvSpPr>
          <p:cNvPr id="6" name="TextBox 5">
            <a:extLst>
              <a:ext uri="{FF2B5EF4-FFF2-40B4-BE49-F238E27FC236}">
                <a16:creationId xmlns:a16="http://schemas.microsoft.com/office/drawing/2014/main" id="{1A041700-CB93-0DFE-266B-77D3D3351C2E}"/>
              </a:ext>
            </a:extLst>
          </p:cNvPr>
          <p:cNvSpPr txBox="1"/>
          <p:nvPr/>
        </p:nvSpPr>
        <p:spPr>
          <a:xfrm>
            <a:off x="474734" y="1396951"/>
            <a:ext cx="11254212" cy="276999"/>
          </a:xfrm>
          <a:prstGeom prst="rect">
            <a:avLst/>
          </a:prstGeom>
          <a:ln/>
        </p:spPr>
        <p:style>
          <a:lnRef idx="0">
            <a:schemeClr val="accent3"/>
          </a:lnRef>
          <a:fillRef idx="3">
            <a:schemeClr val="accent3"/>
          </a:fillRef>
          <a:effectRef idx="3">
            <a:schemeClr val="accent3"/>
          </a:effectRef>
          <a:fontRef idx="minor">
            <a:schemeClr val="lt1"/>
          </a:fontRef>
        </p:style>
        <p:txBody>
          <a:bodyPr wrap="square">
            <a:spAutoFit/>
          </a:bodyPr>
          <a:lstStyle>
            <a:defPPr>
              <a:defRPr lang="en-US"/>
            </a:defPPr>
            <a:lvl1pPr>
              <a:defRPr sz="1200"/>
            </a:lvl1pPr>
          </a:lstStyle>
          <a:p>
            <a:r>
              <a:rPr lang="en-US" sz="1200" dirty="0">
                <a:latin typeface="+mj-lt"/>
              </a:rPr>
              <a:t>Detail of the “Errors” can be checked from the “Output Logs”. GL Team needs to check the error and work as per the resolution mentioned below.</a:t>
            </a:r>
          </a:p>
        </p:txBody>
      </p:sp>
      <p:sp>
        <p:nvSpPr>
          <p:cNvPr id="2" name="Title 1">
            <a:extLst>
              <a:ext uri="{FF2B5EF4-FFF2-40B4-BE49-F238E27FC236}">
                <a16:creationId xmlns:a16="http://schemas.microsoft.com/office/drawing/2014/main" id="{2C9EE4A9-8290-8753-B556-8F44FA43902F}"/>
              </a:ext>
            </a:extLst>
          </p:cNvPr>
          <p:cNvSpPr txBox="1">
            <a:spLocks/>
          </p:cNvSpPr>
          <p:nvPr/>
        </p:nvSpPr>
        <p:spPr>
          <a:xfrm>
            <a:off x="1557370" y="450123"/>
            <a:ext cx="8902723" cy="845648"/>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GB" dirty="0"/>
              <a:t>F</a:t>
            </a:r>
            <a:r>
              <a:rPr lang="en-US" dirty="0"/>
              <a:t>.19 GR/IR Regrouping Common Errors</a:t>
            </a:r>
          </a:p>
        </p:txBody>
      </p:sp>
    </p:spTree>
    <p:extLst>
      <p:ext uri="{BB962C8B-B14F-4D97-AF65-F5344CB8AC3E}">
        <p14:creationId xmlns:p14="http://schemas.microsoft.com/office/powerpoint/2010/main" val="1238667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pPr lvl="0" defTabSz="889000">
              <a:spcAft>
                <a:spcPct val="35000"/>
              </a:spcAft>
            </a:pPr>
            <a:r>
              <a:rPr lang="en-US"/>
              <a:t>GR/IR Closing: SIT Reclass</a:t>
            </a:r>
            <a:endParaRPr lang="en-US">
              <a:solidFill>
                <a:srgbClr val="FF0000"/>
              </a:solidFill>
            </a:endParaRPr>
          </a:p>
        </p:txBody>
      </p:sp>
      <p:sp>
        <p:nvSpPr>
          <p:cNvPr id="50" name="Rectangle 49">
            <a:extLst>
              <a:ext uri="{FF2B5EF4-FFF2-40B4-BE49-F238E27FC236}">
                <a16:creationId xmlns:a16="http://schemas.microsoft.com/office/drawing/2014/main" id="{B4E6453A-DBCF-4724-BF29-9C559C5BBEF6}"/>
              </a:ext>
            </a:extLst>
          </p:cNvPr>
          <p:cNvSpPr/>
          <p:nvPr/>
        </p:nvSpPr>
        <p:spPr>
          <a:xfrm>
            <a:off x="310662" y="5151964"/>
            <a:ext cx="8808051" cy="1708160"/>
          </a:xfrm>
          <a:prstGeom prst="rect">
            <a:avLst/>
          </a:prstGeom>
          <a:solidFill>
            <a:schemeClr val="bg1"/>
          </a:solid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dirty="0">
                <a:ln>
                  <a:noFill/>
                </a:ln>
                <a:solidFill>
                  <a:srgbClr val="000000"/>
                </a:solidFill>
                <a:effectLst/>
                <a:uLnTx/>
                <a:uFillTx/>
                <a:latin typeface="Georgia" panose="02040502050405020303" pitchFamily="18" charset="0"/>
                <a:ea typeface="+mn-ea"/>
                <a:cs typeface="+mn-cs"/>
              </a:rPr>
              <a:t>Stock-In-Transit (SIT) Reclass: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0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The purpose of SIT Reclass is to reclass the balances booked to G/L 177010, the generic SIT accounts defined in GR/IR Regrouping process, to detailed SIT accounts (e.g. SIT NTM, SIT Finished Goods, etc.) or prepaid accounts, based on Material Group of each PO item. This is a JTI reporting requirement. (In some cases the Accrued Liability account 251610 may be further reclassed depending on the analysis)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0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The calculation of how much should be reclassified to which accounts are </a:t>
            </a:r>
            <a:r>
              <a:rPr kumimoji="0" lang="en-GB" sz="105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done in Excel </a:t>
            </a:r>
            <a:r>
              <a:rPr kumimoji="0" lang="en-GB" sz="10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based on the F.19 output, which is </a:t>
            </a:r>
            <a:r>
              <a:rPr kumimoji="0" lang="en-GB" sz="105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handled by GBS/JTBC using Macro/Bot</a:t>
            </a:r>
            <a:r>
              <a:rPr kumimoji="0" lang="en-GB" sz="10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Therefore in FCC you will see this listed as a </a:t>
            </a:r>
            <a:r>
              <a:rPr kumimoji="0" lang="en-GB" sz="105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Note</a:t>
            </a:r>
            <a:r>
              <a:rPr kumimoji="0" lang="en-GB" sz="10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task, which should have its status updated upon the completion of GBS/JTBC posting the SIT Reclass journal via the normal Journal upload process (</a:t>
            </a:r>
            <a:r>
              <a:rPr kumimoji="0" lang="en-GB" sz="1050" b="0" i="1" u="none" strike="noStrike" kern="1200" cap="none" spc="0" normalizeH="0" baseline="0" noProof="0" dirty="0">
                <a:ln>
                  <a:noFill/>
                </a:ln>
                <a:solidFill>
                  <a:srgbClr val="000000"/>
                </a:solidFill>
                <a:effectLst/>
                <a:uLnTx/>
                <a:uFillTx/>
                <a:ea typeface="+mn-ea"/>
                <a:cs typeface="+mn-cs"/>
              </a:rPr>
              <a:t>ZFFIA02</a:t>
            </a:r>
            <a:r>
              <a:rPr kumimoji="0" lang="en-GB" sz="10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050" i="1" dirty="0">
                <a:solidFill>
                  <a:srgbClr val="000000"/>
                </a:solidFill>
                <a:latin typeface="Georgia" panose="02040502050405020303" pitchFamily="18" charset="0"/>
              </a:rPr>
              <a:t>This process remains the same in S/4 HANA as in ECC. The SIT Reclass document is posted ledger-through with a </a:t>
            </a:r>
            <a:r>
              <a:rPr lang="en-GB" sz="1050" b="1" i="1" dirty="0">
                <a:solidFill>
                  <a:srgbClr val="000000"/>
                </a:solidFill>
                <a:latin typeface="Georgia" panose="02040502050405020303" pitchFamily="18" charset="0"/>
              </a:rPr>
              <a:t>blank Ledger Group</a:t>
            </a:r>
            <a:r>
              <a:rPr lang="en-GB" sz="1050" i="1" dirty="0">
                <a:solidFill>
                  <a:srgbClr val="000000"/>
                </a:solidFill>
                <a:latin typeface="Georgia" panose="02040502050405020303" pitchFamily="18" charset="0"/>
              </a:rPr>
              <a:t>. The document is subsequently reversed on Day 1 of the next period.</a:t>
            </a:r>
            <a:endParaRPr kumimoji="0" lang="en-GB" sz="10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pic>
        <p:nvPicPr>
          <p:cNvPr id="2" name="Picture 1">
            <a:extLst>
              <a:ext uri="{FF2B5EF4-FFF2-40B4-BE49-F238E27FC236}">
                <a16:creationId xmlns:a16="http://schemas.microsoft.com/office/drawing/2014/main" id="{86376F9E-7146-40D6-995B-188326B8A38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89791" y="1380721"/>
            <a:ext cx="7077277" cy="3710026"/>
          </a:xfrm>
          <a:prstGeom prst="rect">
            <a:avLst/>
          </a:prstGeom>
          <a:effectLst>
            <a:outerShdw blurRad="50800" dist="38100" dir="2700000" algn="tl" rotWithShape="0">
              <a:prstClr val="black">
                <a:alpha val="40000"/>
              </a:prstClr>
            </a:outerShdw>
          </a:effectLst>
        </p:spPr>
      </p:pic>
      <p:sp>
        <p:nvSpPr>
          <p:cNvPr id="8" name="Rectangle: Rounded Corners 7">
            <a:extLst>
              <a:ext uri="{FF2B5EF4-FFF2-40B4-BE49-F238E27FC236}">
                <a16:creationId xmlns:a16="http://schemas.microsoft.com/office/drawing/2014/main" id="{B17E08FB-BA5C-45D2-B3B2-DE2A50E50F29}"/>
              </a:ext>
            </a:extLst>
          </p:cNvPr>
          <p:cNvSpPr/>
          <p:nvPr/>
        </p:nvSpPr>
        <p:spPr>
          <a:xfrm>
            <a:off x="2868844" y="3429000"/>
            <a:ext cx="3962779" cy="202223"/>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3FFDC1EE-73A7-4E6B-9AA4-5486DAD42F2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6980322" y="1483899"/>
            <a:ext cx="4965494" cy="2974311"/>
          </a:xfrm>
          <a:prstGeom prst="rect">
            <a:avLst/>
          </a:prstGeom>
          <a:effectLst>
            <a:outerShdw blurRad="50800" dist="38100" dir="5400000" algn="t" rotWithShape="0">
              <a:prstClr val="black">
                <a:alpha val="40000"/>
              </a:prstClr>
            </a:outerShdw>
          </a:effectLst>
        </p:spPr>
      </p:pic>
      <p:sp>
        <p:nvSpPr>
          <p:cNvPr id="10" name="Rectangle: Rounded Corners 9">
            <a:extLst>
              <a:ext uri="{FF2B5EF4-FFF2-40B4-BE49-F238E27FC236}">
                <a16:creationId xmlns:a16="http://schemas.microsoft.com/office/drawing/2014/main" id="{B79AD93D-EABC-47E4-A705-BAB7CAEE8646}"/>
              </a:ext>
            </a:extLst>
          </p:cNvPr>
          <p:cNvSpPr/>
          <p:nvPr/>
        </p:nvSpPr>
        <p:spPr>
          <a:xfrm>
            <a:off x="391112" y="1363955"/>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a:t>
            </a:r>
          </a:p>
        </p:txBody>
      </p:sp>
      <p:sp>
        <p:nvSpPr>
          <p:cNvPr id="11" name="Rectangle: Rounded Corners 10">
            <a:extLst>
              <a:ext uri="{FF2B5EF4-FFF2-40B4-BE49-F238E27FC236}">
                <a16:creationId xmlns:a16="http://schemas.microsoft.com/office/drawing/2014/main" id="{34D54430-F0E8-4D22-AF8B-A5D6CFABEC55}"/>
              </a:ext>
            </a:extLst>
          </p:cNvPr>
          <p:cNvSpPr/>
          <p:nvPr/>
        </p:nvSpPr>
        <p:spPr>
          <a:xfrm>
            <a:off x="6980322" y="1483899"/>
            <a:ext cx="2138391" cy="17806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 Display FI Documents</a:t>
            </a:r>
          </a:p>
        </p:txBody>
      </p:sp>
      <p:pic>
        <p:nvPicPr>
          <p:cNvPr id="9" name="Picture 8">
            <a:extLst>
              <a:ext uri="{FF2B5EF4-FFF2-40B4-BE49-F238E27FC236}">
                <a16:creationId xmlns:a16="http://schemas.microsoft.com/office/drawing/2014/main" id="{8F95B225-AB5C-427E-BB40-7A24DCCF2ADC}"/>
              </a:ext>
            </a:extLst>
          </p:cNvPr>
          <p:cNvPicPr>
            <a:picLocks noChangeAspect="1"/>
          </p:cNvPicPr>
          <p:nvPr/>
        </p:nvPicPr>
        <p:blipFill>
          <a:blip r:embed="rId6"/>
          <a:stretch>
            <a:fillRect/>
          </a:stretch>
        </p:blipFill>
        <p:spPr>
          <a:xfrm>
            <a:off x="9118713" y="3781608"/>
            <a:ext cx="2827103" cy="2875102"/>
          </a:xfrm>
          <a:prstGeom prst="rect">
            <a:avLst/>
          </a:prstGeom>
          <a:effectLst>
            <a:outerShdw blurRad="50800" dist="38100" dir="5400000" algn="t" rotWithShape="0">
              <a:prstClr val="black">
                <a:alpha val="40000"/>
              </a:prstClr>
            </a:outerShdw>
          </a:effectLst>
        </p:spPr>
      </p:pic>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Rectangle: Rounded Corners 12">
            <a:extLst>
              <a:ext uri="{FF2B5EF4-FFF2-40B4-BE49-F238E27FC236}">
                <a16:creationId xmlns:a16="http://schemas.microsoft.com/office/drawing/2014/main" id="{E8BA3556-2281-44E8-B1AB-26E251C6E64F}"/>
              </a:ext>
            </a:extLst>
          </p:cNvPr>
          <p:cNvSpPr/>
          <p:nvPr/>
        </p:nvSpPr>
        <p:spPr>
          <a:xfrm>
            <a:off x="9694672" y="2659729"/>
            <a:ext cx="719328" cy="206563"/>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 name="Rectangle: Rounded Corners 13">
            <a:extLst>
              <a:ext uri="{FF2B5EF4-FFF2-40B4-BE49-F238E27FC236}">
                <a16:creationId xmlns:a16="http://schemas.microsoft.com/office/drawing/2014/main" id="{4DA401CA-158E-4605-908A-2AD9EA6AC370}"/>
              </a:ext>
            </a:extLst>
          </p:cNvPr>
          <p:cNvSpPr/>
          <p:nvPr/>
        </p:nvSpPr>
        <p:spPr>
          <a:xfrm>
            <a:off x="11208904" y="3169586"/>
            <a:ext cx="719328" cy="606086"/>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8C82F556-DE76-42B2-9166-BC61EF82CEE9}"/>
              </a:ext>
            </a:extLst>
          </p:cNvPr>
          <p:cNvSpPr/>
          <p:nvPr/>
        </p:nvSpPr>
        <p:spPr>
          <a:xfrm>
            <a:off x="7467068" y="3169586"/>
            <a:ext cx="1131809" cy="1288624"/>
          </a:xfrm>
          <a:prstGeom prst="roundRect">
            <a:avLst>
              <a:gd name="adj" fmla="val 3843"/>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Rounded Corners 15">
            <a:extLst>
              <a:ext uri="{FF2B5EF4-FFF2-40B4-BE49-F238E27FC236}">
                <a16:creationId xmlns:a16="http://schemas.microsoft.com/office/drawing/2014/main" id="{50278B59-0824-44B6-8F8D-1ECA7C91DB6A}"/>
              </a:ext>
            </a:extLst>
          </p:cNvPr>
          <p:cNvSpPr/>
          <p:nvPr/>
        </p:nvSpPr>
        <p:spPr>
          <a:xfrm>
            <a:off x="9267412" y="3951560"/>
            <a:ext cx="1652634" cy="383048"/>
          </a:xfrm>
          <a:prstGeom prst="roundRect">
            <a:avLst>
              <a:gd name="adj" fmla="val 3843"/>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7" name="Rectangle: Rounded Corners 16">
            <a:extLst>
              <a:ext uri="{FF2B5EF4-FFF2-40B4-BE49-F238E27FC236}">
                <a16:creationId xmlns:a16="http://schemas.microsoft.com/office/drawing/2014/main" id="{F9DC9E8F-BADF-4E71-9084-7D0DFAB9FA91}"/>
              </a:ext>
            </a:extLst>
          </p:cNvPr>
          <p:cNvSpPr/>
          <p:nvPr/>
        </p:nvSpPr>
        <p:spPr>
          <a:xfrm>
            <a:off x="9267412" y="5721745"/>
            <a:ext cx="1230603" cy="283401"/>
          </a:xfrm>
          <a:prstGeom prst="roundRect">
            <a:avLst>
              <a:gd name="adj" fmla="val 3843"/>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8198A5D3-7547-4248-91E6-14895D62B2F1}"/>
              </a:ext>
            </a:extLst>
          </p:cNvPr>
          <p:cNvSpPr/>
          <p:nvPr/>
        </p:nvSpPr>
        <p:spPr>
          <a:xfrm>
            <a:off x="10608616" y="5483369"/>
            <a:ext cx="944476" cy="131614"/>
          </a:xfrm>
          <a:prstGeom prst="roundRect">
            <a:avLst>
              <a:gd name="adj" fmla="val 3843"/>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157975152"/>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91A2D40-3094-4D02-8D21-73AE576669E1}"/>
</file>

<file path=customXml/itemProps2.xml><?xml version="1.0" encoding="utf-8"?>
<ds:datastoreItem xmlns:ds="http://schemas.openxmlformats.org/officeDocument/2006/customXml" ds:itemID="{E3BC77B7-89BE-45D2-B43A-94AB4C5F40F4}">
  <ds:schemaRefs>
    <ds:schemaRef ds:uri="http://purl.org/dc/elements/1.1/"/>
    <ds:schemaRef ds:uri="91871c47-af2e-43ea-ad3f-7bb4c536bc45"/>
    <ds:schemaRef ds:uri="http://www.w3.org/XML/1998/namespace"/>
    <ds:schemaRef ds:uri="http://purl.org/dc/terms/"/>
    <ds:schemaRef ds:uri="http://schemas.microsoft.com/office/infopath/2007/PartnerControls"/>
    <ds:schemaRef ds:uri="http://schemas.microsoft.com/office/2006/documentManagement/types"/>
    <ds:schemaRef ds:uri="http://schemas.microsoft.com/office/2006/metadata/properties"/>
    <ds:schemaRef ds:uri="http://purl.org/dc/dcmitype/"/>
    <ds:schemaRef ds:uri="http://schemas.openxmlformats.org/package/2006/metadata/core-properties"/>
    <ds:schemaRef ds:uri="cb52ee0d-5346-4ae8-a9f9-d746adffeb6b"/>
    <ds:schemaRef ds:uri="ba249638-b5c4-4b59-8094-70d8491c2e9c"/>
  </ds:schemaRefs>
</ds:datastoreItem>
</file>

<file path=customXml/itemProps3.xml><?xml version="1.0" encoding="utf-8"?>
<ds:datastoreItem xmlns:ds="http://schemas.openxmlformats.org/officeDocument/2006/customXml" ds:itemID="{5F43394D-A9A2-4315-AC7E-DD8C77BEB19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S4F Template</Template>
  <TotalTime>3</TotalTime>
  <Words>2824</Words>
  <Application>Microsoft Office PowerPoint</Application>
  <PresentationFormat>Widescreen</PresentationFormat>
  <Paragraphs>247</Paragraphs>
  <Slides>14</Slides>
  <Notes>3</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14</vt:i4>
      </vt:variant>
    </vt:vector>
  </HeadingPairs>
  <TitlesOfParts>
    <vt:vector size="22" baseType="lpstr">
      <vt:lpstr>Arial</vt:lpstr>
      <vt:lpstr>Arial Black</vt:lpstr>
      <vt:lpstr>Calibri</vt:lpstr>
      <vt:lpstr>Georgia</vt:lpstr>
      <vt:lpstr>Verdana</vt:lpstr>
      <vt:lpstr>1_S4F-ERP Clean IFRS Stat &amp; Tax Rep</vt:lpstr>
      <vt:lpstr>S4F-ERP Period End Closing</vt:lpstr>
      <vt:lpstr>1_S4F-ERP Period End Closing</vt:lpstr>
      <vt:lpstr>Period End Closing Execution (BSC) </vt:lpstr>
      <vt:lpstr>GR/IR Closing Overview</vt:lpstr>
      <vt:lpstr>GR/IR Closing: Block of Postings to Accounts</vt:lpstr>
      <vt:lpstr>GR/IR Closing: F.13 Automatic Clearing</vt:lpstr>
      <vt:lpstr>GR/IR Closing: F.19 GR/IR Regrouping (1/8) The GR/IR Concept</vt:lpstr>
      <vt:lpstr>GR/IR Closing: F.19 GR/IR Regrouping (2/8) The GR/IR Concept</vt:lpstr>
      <vt:lpstr>GR/IR Closing: F.19 GR/IR Regrouping (3/8) The GR/IR Concept</vt:lpstr>
      <vt:lpstr>GR/IR Closing: F.19 GR/IR Regrouping (4/8) The GR/IR Concept</vt:lpstr>
      <vt:lpstr>GR/IR Closing: F.19 GR/IR Regrouping (5/8) Execution</vt:lpstr>
      <vt:lpstr>PowerPoint Presentation</vt:lpstr>
      <vt:lpstr>GR/IR Closing: F.19 GR/IR Regrouping (7/8) Postings</vt:lpstr>
      <vt:lpstr>GR/IR Closing: F.19 GR/IR Regrouping (8/8) Summary of F.19 Logic – more complicated scenarios</vt:lpstr>
      <vt:lpstr>PowerPoint Presentation</vt:lpstr>
      <vt:lpstr>GR/IR Closing: SIT Reclass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5</cp:revision>
  <dcterms:created xsi:type="dcterms:W3CDTF">2019-04-11T09:35:08Z</dcterms:created>
  <dcterms:modified xsi:type="dcterms:W3CDTF">2024-04-25T17:22:33Z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1337700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SIP_Label_b020b37f-db72-473e-ae54-fb16df408069_Enabled">
    <vt:lpwstr>true</vt:lpwstr>
  </property>
  <property fmtid="{D5CDD505-2E9C-101B-9397-08002B2CF9AE}" pid="9" name="MSIP_Label_b020b37f-db72-473e-ae54-fb16df408069_SetDate">
    <vt:lpwstr>2022-06-20T15:10:38Z</vt:lpwstr>
  </property>
  <property fmtid="{D5CDD505-2E9C-101B-9397-08002B2CF9AE}" pid="10" name="MSIP_Label_b020b37f-db72-473e-ae54-fb16df408069_Method">
    <vt:lpwstr>Standard</vt:lpwstr>
  </property>
  <property fmtid="{D5CDD505-2E9C-101B-9397-08002B2CF9AE}" pid="11" name="MSIP_Label_b020b37f-db72-473e-ae54-fb16df408069_Name">
    <vt:lpwstr>General</vt:lpwstr>
  </property>
  <property fmtid="{D5CDD505-2E9C-101B-9397-08002B2CF9AE}" pid="12" name="MSIP_Label_b020b37f-db72-473e-ae54-fb16df408069_SiteId">
    <vt:lpwstr>705d07a3-2eea-4f3b-ab59-65ca29abeb26</vt:lpwstr>
  </property>
  <property fmtid="{D5CDD505-2E9C-101B-9397-08002B2CF9AE}" pid="13" name="MSIP_Label_b020b37f-db72-473e-ae54-fb16df408069_ActionId">
    <vt:lpwstr>5d032cdf-5f57-45b4-97d0-0dc6260c0a79</vt:lpwstr>
  </property>
  <property fmtid="{D5CDD505-2E9C-101B-9397-08002B2CF9AE}" pid="14" name="MSIP_Label_b020b37f-db72-473e-ae54-fb16df408069_ContentBits">
    <vt:lpwstr>0</vt:lpwstr>
  </property>
  <property fmtid="{D5CDD505-2E9C-101B-9397-08002B2CF9AE}" pid="15" name="MediaServiceImageTags">
    <vt:lpwstr/>
  </property>
  <property fmtid="{D5CDD505-2E9C-101B-9397-08002B2CF9AE}" pid="16" name="_SourceUrl">
    <vt:lpwstr/>
  </property>
  <property fmtid="{D5CDD505-2E9C-101B-9397-08002B2CF9AE}" pid="17" name="_SharedFileIndex">
    <vt:lpwstr/>
  </property>
</Properties>
</file>