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 id="2147483936" r:id="rId7"/>
    <p:sldMasterId id="2147483946" r:id="rId8"/>
  </p:sldMasterIdLst>
  <p:notesMasterIdLst>
    <p:notesMasterId r:id="rId12"/>
  </p:notesMasterIdLst>
  <p:sldIdLst>
    <p:sldId id="3219" r:id="rId9"/>
    <p:sldId id="3220" r:id="rId10"/>
    <p:sldId id="322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139"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49" clrIdx="5">
    <p:extLst>
      <p:ext uri="{19B8F6BF-5375-455C-9EA6-DF929625EA0E}">
        <p15:presenceInfo xmlns:p15="http://schemas.microsoft.com/office/powerpoint/2012/main" userId="S::GVAKANDRI@CORP.JTI.COM::9c9540c0-163c-4c36-9d78-d3fff8b35cb9" providerId="AD"/>
      </p:ext>
    </p:extLst>
  </p:cmAuthor>
  <p:cmAuthor id="7" name="Hill, Daniel" initials="HD" lastIdx="2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1" clrIdx="11">
    <p:extLst>
      <p:ext uri="{19B8F6BF-5375-455C-9EA6-DF929625EA0E}">
        <p15:presenceInfo xmlns:p15="http://schemas.microsoft.com/office/powerpoint/2012/main" userId="S::mantiernj@corp.jti.com::c724e8cc-4489-4c36-9411-a0d84306cb81" providerId="AD"/>
      </p:ext>
    </p:extLst>
  </p:cmAuthor>
  <p:cmAuthor id="13" name="Ng, Leo" initials="NL" lastIdx="4" clrIdx="12">
    <p:extLst>
      <p:ext uri="{19B8F6BF-5375-455C-9EA6-DF929625EA0E}">
        <p15:presenceInfo xmlns:p15="http://schemas.microsoft.com/office/powerpoint/2012/main" userId="S::KUANGL@CORP.JTI.COM::ab3a9736-2aae-4d22-bdfd-26ab630f437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4D9D5"/>
    <a:srgbClr val="33C781"/>
    <a:srgbClr val="E6E6E6"/>
    <a:srgbClr val="C3EBE9"/>
    <a:srgbClr val="EAAA00"/>
    <a:srgbClr val="7DD9A2"/>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2.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796CDDF5-5949-44F3-BAA6-8FB6FB2A875D}"/>
    <pc:docChg chg="undo delSld modSld delMainMaster">
      <pc:chgData name="Wang, Wei" userId="627587dd-935f-4f2b-a6c6-edd4e0dcbff5" providerId="ADAL" clId="{796CDDF5-5949-44F3-BAA6-8FB6FB2A875D}" dt="2019-11-29T15:51:59.986" v="214" actId="408"/>
      <pc:docMkLst>
        <pc:docMk/>
      </pc:docMkLst>
      <pc:sldChg chg="del">
        <pc:chgData name="Wang, Wei" userId="627587dd-935f-4f2b-a6c6-edd4e0dcbff5" providerId="ADAL" clId="{796CDDF5-5949-44F3-BAA6-8FB6FB2A875D}" dt="2019-11-29T15:46:35.088" v="0" actId="2696"/>
        <pc:sldMkLst>
          <pc:docMk/>
          <pc:sldMk cId="1859003141" sldId="403"/>
        </pc:sldMkLst>
      </pc:sldChg>
      <pc:sldChg chg="del">
        <pc:chgData name="Wang, Wei" userId="627587dd-935f-4f2b-a6c6-edd4e0dcbff5" providerId="ADAL" clId="{796CDDF5-5949-44F3-BAA6-8FB6FB2A875D}" dt="2019-11-29T15:46:35.113" v="2" actId="2696"/>
        <pc:sldMkLst>
          <pc:docMk/>
          <pc:sldMk cId="1292908463" sldId="404"/>
        </pc:sldMkLst>
      </pc:sldChg>
      <pc:sldChg chg="del">
        <pc:chgData name="Wang, Wei" userId="627587dd-935f-4f2b-a6c6-edd4e0dcbff5" providerId="ADAL" clId="{796CDDF5-5949-44F3-BAA6-8FB6FB2A875D}" dt="2019-11-29T15:46:35.190" v="4" actId="2696"/>
        <pc:sldMkLst>
          <pc:docMk/>
          <pc:sldMk cId="446603853" sldId="409"/>
        </pc:sldMkLst>
      </pc:sldChg>
      <pc:sldChg chg="del">
        <pc:chgData name="Wang, Wei" userId="627587dd-935f-4f2b-a6c6-edd4e0dcbff5" providerId="ADAL" clId="{796CDDF5-5949-44F3-BAA6-8FB6FB2A875D}" dt="2019-11-29T15:46:35.159" v="3" actId="2696"/>
        <pc:sldMkLst>
          <pc:docMk/>
          <pc:sldMk cId="2082923428" sldId="454"/>
        </pc:sldMkLst>
      </pc:sldChg>
      <pc:sldChg chg="del">
        <pc:chgData name="Wang, Wei" userId="627587dd-935f-4f2b-a6c6-edd4e0dcbff5" providerId="ADAL" clId="{796CDDF5-5949-44F3-BAA6-8FB6FB2A875D}" dt="2019-11-29T15:46:49.169" v="141" actId="2696"/>
        <pc:sldMkLst>
          <pc:docMk/>
          <pc:sldMk cId="1197553052" sldId="619"/>
        </pc:sldMkLst>
      </pc:sldChg>
      <pc:sldChg chg="del">
        <pc:chgData name="Wang, Wei" userId="627587dd-935f-4f2b-a6c6-edd4e0dcbff5" providerId="ADAL" clId="{796CDDF5-5949-44F3-BAA6-8FB6FB2A875D}" dt="2019-11-29T15:46:49.204" v="142" actId="2696"/>
        <pc:sldMkLst>
          <pc:docMk/>
          <pc:sldMk cId="2388114699" sldId="622"/>
        </pc:sldMkLst>
      </pc:sldChg>
      <pc:sldChg chg="del">
        <pc:chgData name="Wang, Wei" userId="627587dd-935f-4f2b-a6c6-edd4e0dcbff5" providerId="ADAL" clId="{796CDDF5-5949-44F3-BAA6-8FB6FB2A875D}" dt="2019-11-29T15:46:49.799" v="164" actId="2696"/>
        <pc:sldMkLst>
          <pc:docMk/>
          <pc:sldMk cId="530962973" sldId="624"/>
        </pc:sldMkLst>
      </pc:sldChg>
      <pc:sldChg chg="del">
        <pc:chgData name="Wang, Wei" userId="627587dd-935f-4f2b-a6c6-edd4e0dcbff5" providerId="ADAL" clId="{796CDDF5-5949-44F3-BAA6-8FB6FB2A875D}" dt="2019-11-29T15:46:45.393" v="19" actId="2696"/>
        <pc:sldMkLst>
          <pc:docMk/>
          <pc:sldMk cId="1738710712" sldId="1433"/>
        </pc:sldMkLst>
      </pc:sldChg>
      <pc:sldChg chg="del">
        <pc:chgData name="Wang, Wei" userId="627587dd-935f-4f2b-a6c6-edd4e0dcbff5" providerId="ADAL" clId="{796CDDF5-5949-44F3-BAA6-8FB6FB2A875D}" dt="2019-11-29T15:46:35.273" v="6" actId="2696"/>
        <pc:sldMkLst>
          <pc:docMk/>
          <pc:sldMk cId="1617498554" sldId="1530"/>
        </pc:sldMkLst>
      </pc:sldChg>
      <pc:sldChg chg="del">
        <pc:chgData name="Wang, Wei" userId="627587dd-935f-4f2b-a6c6-edd4e0dcbff5" providerId="ADAL" clId="{796CDDF5-5949-44F3-BAA6-8FB6FB2A875D}" dt="2019-11-29T15:46:45.504" v="21" actId="2696"/>
        <pc:sldMkLst>
          <pc:docMk/>
          <pc:sldMk cId="4230246284" sldId="1565"/>
        </pc:sldMkLst>
      </pc:sldChg>
      <pc:sldChg chg="del">
        <pc:chgData name="Wang, Wei" userId="627587dd-935f-4f2b-a6c6-edd4e0dcbff5" providerId="ADAL" clId="{796CDDF5-5949-44F3-BAA6-8FB6FB2A875D}" dt="2019-11-29T15:46:45.459" v="20" actId="2696"/>
        <pc:sldMkLst>
          <pc:docMk/>
          <pc:sldMk cId="3628214462" sldId="1566"/>
        </pc:sldMkLst>
      </pc:sldChg>
      <pc:sldChg chg="del">
        <pc:chgData name="Wang, Wei" userId="627587dd-935f-4f2b-a6c6-edd4e0dcbff5" providerId="ADAL" clId="{796CDDF5-5949-44F3-BAA6-8FB6FB2A875D}" dt="2019-11-29T15:46:45.777" v="49" actId="2696"/>
        <pc:sldMkLst>
          <pc:docMk/>
          <pc:sldMk cId="1180324685" sldId="1629"/>
        </pc:sldMkLst>
      </pc:sldChg>
      <pc:sldChg chg="del">
        <pc:chgData name="Wang, Wei" userId="627587dd-935f-4f2b-a6c6-edd4e0dcbff5" providerId="ADAL" clId="{796CDDF5-5949-44F3-BAA6-8FB6FB2A875D}" dt="2019-11-29T15:46:45.879" v="50" actId="2696"/>
        <pc:sldMkLst>
          <pc:docMk/>
          <pc:sldMk cId="1038084902" sldId="1631"/>
        </pc:sldMkLst>
      </pc:sldChg>
      <pc:sldChg chg="del">
        <pc:chgData name="Wang, Wei" userId="627587dd-935f-4f2b-a6c6-edd4e0dcbff5" providerId="ADAL" clId="{796CDDF5-5949-44F3-BAA6-8FB6FB2A875D}" dt="2019-11-29T15:46:45.961" v="51" actId="2696"/>
        <pc:sldMkLst>
          <pc:docMk/>
          <pc:sldMk cId="1571584611" sldId="1632"/>
        </pc:sldMkLst>
      </pc:sldChg>
      <pc:sldChg chg="del">
        <pc:chgData name="Wang, Wei" userId="627587dd-935f-4f2b-a6c6-edd4e0dcbff5" providerId="ADAL" clId="{796CDDF5-5949-44F3-BAA6-8FB6FB2A875D}" dt="2019-11-29T15:46:46.053" v="52" actId="2696"/>
        <pc:sldMkLst>
          <pc:docMk/>
          <pc:sldMk cId="4161743041" sldId="1633"/>
        </pc:sldMkLst>
      </pc:sldChg>
      <pc:sldChg chg="del">
        <pc:chgData name="Wang, Wei" userId="627587dd-935f-4f2b-a6c6-edd4e0dcbff5" providerId="ADAL" clId="{796CDDF5-5949-44F3-BAA6-8FB6FB2A875D}" dt="2019-11-29T15:46:46.144" v="53" actId="2696"/>
        <pc:sldMkLst>
          <pc:docMk/>
          <pc:sldMk cId="3675182738" sldId="1634"/>
        </pc:sldMkLst>
      </pc:sldChg>
      <pc:sldChg chg="del">
        <pc:chgData name="Wang, Wei" userId="627587dd-935f-4f2b-a6c6-edd4e0dcbff5" providerId="ADAL" clId="{796CDDF5-5949-44F3-BAA6-8FB6FB2A875D}" dt="2019-11-29T15:46:46.240" v="54" actId="2696"/>
        <pc:sldMkLst>
          <pc:docMk/>
          <pc:sldMk cId="143200629" sldId="1635"/>
        </pc:sldMkLst>
      </pc:sldChg>
      <pc:sldChg chg="del">
        <pc:chgData name="Wang, Wei" userId="627587dd-935f-4f2b-a6c6-edd4e0dcbff5" providerId="ADAL" clId="{796CDDF5-5949-44F3-BAA6-8FB6FB2A875D}" dt="2019-11-29T15:46:46.321" v="55" actId="2696"/>
        <pc:sldMkLst>
          <pc:docMk/>
          <pc:sldMk cId="3760877065" sldId="1636"/>
        </pc:sldMkLst>
      </pc:sldChg>
      <pc:sldChg chg="del">
        <pc:chgData name="Wang, Wei" userId="627587dd-935f-4f2b-a6c6-edd4e0dcbff5" providerId="ADAL" clId="{796CDDF5-5949-44F3-BAA6-8FB6FB2A875D}" dt="2019-11-29T15:46:46.411" v="56" actId="2696"/>
        <pc:sldMkLst>
          <pc:docMk/>
          <pc:sldMk cId="4001498373" sldId="1637"/>
        </pc:sldMkLst>
      </pc:sldChg>
      <pc:sldChg chg="del">
        <pc:chgData name="Wang, Wei" userId="627587dd-935f-4f2b-a6c6-edd4e0dcbff5" providerId="ADAL" clId="{796CDDF5-5949-44F3-BAA6-8FB6FB2A875D}" dt="2019-11-29T15:46:49.130" v="140" actId="2696"/>
        <pc:sldMkLst>
          <pc:docMk/>
          <pc:sldMk cId="1124231371" sldId="1639"/>
        </pc:sldMkLst>
      </pc:sldChg>
      <pc:sldChg chg="del">
        <pc:chgData name="Wang, Wei" userId="627587dd-935f-4f2b-a6c6-edd4e0dcbff5" providerId="ADAL" clId="{796CDDF5-5949-44F3-BAA6-8FB6FB2A875D}" dt="2019-11-29T15:46:46.687" v="61" actId="2696"/>
        <pc:sldMkLst>
          <pc:docMk/>
          <pc:sldMk cId="2634271544" sldId="1642"/>
        </pc:sldMkLst>
      </pc:sldChg>
      <pc:sldChg chg="del">
        <pc:chgData name="Wang, Wei" userId="627587dd-935f-4f2b-a6c6-edd4e0dcbff5" providerId="ADAL" clId="{796CDDF5-5949-44F3-BAA6-8FB6FB2A875D}" dt="2019-11-29T15:46:46.893" v="65" actId="2696"/>
        <pc:sldMkLst>
          <pc:docMk/>
          <pc:sldMk cId="905411627" sldId="1644"/>
        </pc:sldMkLst>
      </pc:sldChg>
      <pc:sldChg chg="del">
        <pc:chgData name="Wang, Wei" userId="627587dd-935f-4f2b-a6c6-edd4e0dcbff5" providerId="ADAL" clId="{796CDDF5-5949-44F3-BAA6-8FB6FB2A875D}" dt="2019-11-29T15:46:47.083" v="69" actId="2696"/>
        <pc:sldMkLst>
          <pc:docMk/>
          <pc:sldMk cId="542446426" sldId="1645"/>
        </pc:sldMkLst>
      </pc:sldChg>
      <pc:sldChg chg="del">
        <pc:chgData name="Wang, Wei" userId="627587dd-935f-4f2b-a6c6-edd4e0dcbff5" providerId="ADAL" clId="{796CDDF5-5949-44F3-BAA6-8FB6FB2A875D}" dt="2019-11-29T15:46:47.175" v="71" actId="2696"/>
        <pc:sldMkLst>
          <pc:docMk/>
          <pc:sldMk cId="613567982" sldId="1647"/>
        </pc:sldMkLst>
      </pc:sldChg>
      <pc:sldChg chg="del">
        <pc:chgData name="Wang, Wei" userId="627587dd-935f-4f2b-a6c6-edd4e0dcbff5" providerId="ADAL" clId="{796CDDF5-5949-44F3-BAA6-8FB6FB2A875D}" dt="2019-11-29T15:46:48.165" v="114" actId="2696"/>
        <pc:sldMkLst>
          <pc:docMk/>
          <pc:sldMk cId="1395094104" sldId="1649"/>
        </pc:sldMkLst>
      </pc:sldChg>
      <pc:sldChg chg="del">
        <pc:chgData name="Wang, Wei" userId="627587dd-935f-4f2b-a6c6-edd4e0dcbff5" providerId="ADAL" clId="{796CDDF5-5949-44F3-BAA6-8FB6FB2A875D}" dt="2019-11-29T15:46:48.619" v="125" actId="2696"/>
        <pc:sldMkLst>
          <pc:docMk/>
          <pc:sldMk cId="607869816" sldId="1650"/>
        </pc:sldMkLst>
      </pc:sldChg>
      <pc:sldChg chg="del">
        <pc:chgData name="Wang, Wei" userId="627587dd-935f-4f2b-a6c6-edd4e0dcbff5" providerId="ADAL" clId="{796CDDF5-5949-44F3-BAA6-8FB6FB2A875D}" dt="2019-11-29T15:46:48.475" v="121" actId="2696"/>
        <pc:sldMkLst>
          <pc:docMk/>
          <pc:sldMk cId="2379819134" sldId="1652"/>
        </pc:sldMkLst>
      </pc:sldChg>
      <pc:sldChg chg="del">
        <pc:chgData name="Wang, Wei" userId="627587dd-935f-4f2b-a6c6-edd4e0dcbff5" providerId="ADAL" clId="{796CDDF5-5949-44F3-BAA6-8FB6FB2A875D}" dt="2019-11-29T15:46:48.951" v="135" actId="2696"/>
        <pc:sldMkLst>
          <pc:docMk/>
          <pc:sldMk cId="873314805" sldId="1653"/>
        </pc:sldMkLst>
      </pc:sldChg>
      <pc:sldChg chg="del">
        <pc:chgData name="Wang, Wei" userId="627587dd-935f-4f2b-a6c6-edd4e0dcbff5" providerId="ADAL" clId="{796CDDF5-5949-44F3-BAA6-8FB6FB2A875D}" dt="2019-11-29T15:46:46.501" v="57" actId="2696"/>
        <pc:sldMkLst>
          <pc:docMk/>
          <pc:sldMk cId="3215355030" sldId="1659"/>
        </pc:sldMkLst>
      </pc:sldChg>
      <pc:sldChg chg="del">
        <pc:chgData name="Wang, Wei" userId="627587dd-935f-4f2b-a6c6-edd4e0dcbff5" providerId="ADAL" clId="{796CDDF5-5949-44F3-BAA6-8FB6FB2A875D}" dt="2019-11-29T15:46:46.555" v="58" actId="2696"/>
        <pc:sldMkLst>
          <pc:docMk/>
          <pc:sldMk cId="552251041" sldId="1662"/>
        </pc:sldMkLst>
      </pc:sldChg>
      <pc:sldChg chg="del">
        <pc:chgData name="Wang, Wei" userId="627587dd-935f-4f2b-a6c6-edd4e0dcbff5" providerId="ADAL" clId="{796CDDF5-5949-44F3-BAA6-8FB6FB2A875D}" dt="2019-11-29T15:46:49.708" v="161" actId="2696"/>
        <pc:sldMkLst>
          <pc:docMk/>
          <pc:sldMk cId="482482176" sldId="1663"/>
        </pc:sldMkLst>
      </pc:sldChg>
      <pc:sldChg chg="del">
        <pc:chgData name="Wang, Wei" userId="627587dd-935f-4f2b-a6c6-edd4e0dcbff5" providerId="ADAL" clId="{796CDDF5-5949-44F3-BAA6-8FB6FB2A875D}" dt="2019-11-29T15:46:49.728" v="162" actId="2696"/>
        <pc:sldMkLst>
          <pc:docMk/>
          <pc:sldMk cId="1348066091" sldId="1664"/>
        </pc:sldMkLst>
      </pc:sldChg>
      <pc:sldChg chg="del">
        <pc:chgData name="Wang, Wei" userId="627587dd-935f-4f2b-a6c6-edd4e0dcbff5" providerId="ADAL" clId="{796CDDF5-5949-44F3-BAA6-8FB6FB2A875D}" dt="2019-11-29T15:46:49.755" v="163" actId="2696"/>
        <pc:sldMkLst>
          <pc:docMk/>
          <pc:sldMk cId="3011824856" sldId="1665"/>
        </pc:sldMkLst>
      </pc:sldChg>
      <pc:sldChg chg="del">
        <pc:chgData name="Wang, Wei" userId="627587dd-935f-4f2b-a6c6-edd4e0dcbff5" providerId="ADAL" clId="{796CDDF5-5949-44F3-BAA6-8FB6FB2A875D}" dt="2019-11-29T15:46:35.309" v="7" actId="2696"/>
        <pc:sldMkLst>
          <pc:docMk/>
          <pc:sldMk cId="3715361786" sldId="1704"/>
        </pc:sldMkLst>
      </pc:sldChg>
      <pc:sldChg chg="del">
        <pc:chgData name="Wang, Wei" userId="627587dd-935f-4f2b-a6c6-edd4e0dcbff5" providerId="ADAL" clId="{796CDDF5-5949-44F3-BAA6-8FB6FB2A875D}" dt="2019-11-29T15:46:45.217" v="16" actId="2696"/>
        <pc:sldMkLst>
          <pc:docMk/>
          <pc:sldMk cId="3964538499" sldId="1705"/>
        </pc:sldMkLst>
      </pc:sldChg>
      <pc:sldChg chg="del">
        <pc:chgData name="Wang, Wei" userId="627587dd-935f-4f2b-a6c6-edd4e0dcbff5" providerId="ADAL" clId="{796CDDF5-5949-44F3-BAA6-8FB6FB2A875D}" dt="2019-11-29T15:46:44.686" v="9" actId="2696"/>
        <pc:sldMkLst>
          <pc:docMk/>
          <pc:sldMk cId="1255365694" sldId="1706"/>
        </pc:sldMkLst>
      </pc:sldChg>
      <pc:sldChg chg="del">
        <pc:chgData name="Wang, Wei" userId="627587dd-935f-4f2b-a6c6-edd4e0dcbff5" providerId="ADAL" clId="{796CDDF5-5949-44F3-BAA6-8FB6FB2A875D}" dt="2019-11-29T15:46:35.223" v="5" actId="2696"/>
        <pc:sldMkLst>
          <pc:docMk/>
          <pc:sldMk cId="1296600738" sldId="2316"/>
        </pc:sldMkLst>
      </pc:sldChg>
      <pc:sldChg chg="modSp delCm">
        <pc:chgData name="Wang, Wei" userId="627587dd-935f-4f2b-a6c6-edd4e0dcbff5" providerId="ADAL" clId="{796CDDF5-5949-44F3-BAA6-8FB6FB2A875D}" dt="2019-11-29T15:51:59.986" v="214" actId="408"/>
        <pc:sldMkLst>
          <pc:docMk/>
          <pc:sldMk cId="1069951444" sldId="2320"/>
        </pc:sldMkLst>
        <pc:spChg chg="mod">
          <ac:chgData name="Wang, Wei" userId="627587dd-935f-4f2b-a6c6-edd4e0dcbff5" providerId="ADAL" clId="{796CDDF5-5949-44F3-BAA6-8FB6FB2A875D}" dt="2019-11-29T15:51:59.986" v="214" actId="408"/>
          <ac:spMkLst>
            <pc:docMk/>
            <pc:sldMk cId="1069951444" sldId="2320"/>
            <ac:spMk id="28" creationId="{00000000-0000-0000-0000-000000000000}"/>
          </ac:spMkLst>
        </pc:spChg>
        <pc:spChg chg="mod">
          <ac:chgData name="Wang, Wei" userId="627587dd-935f-4f2b-a6c6-edd4e0dcbff5" providerId="ADAL" clId="{796CDDF5-5949-44F3-BAA6-8FB6FB2A875D}" dt="2019-11-29T15:51:51.761" v="213" actId="408"/>
          <ac:spMkLst>
            <pc:docMk/>
            <pc:sldMk cId="1069951444" sldId="2320"/>
            <ac:spMk id="29" creationId="{00000000-0000-0000-0000-000000000000}"/>
          </ac:spMkLst>
        </pc:spChg>
        <pc:spChg chg="mod">
          <ac:chgData name="Wang, Wei" userId="627587dd-935f-4f2b-a6c6-edd4e0dcbff5" providerId="ADAL" clId="{796CDDF5-5949-44F3-BAA6-8FB6FB2A875D}" dt="2019-11-29T15:51:59.986" v="214" actId="408"/>
          <ac:spMkLst>
            <pc:docMk/>
            <pc:sldMk cId="1069951444" sldId="2320"/>
            <ac:spMk id="30" creationId="{00000000-0000-0000-0000-000000000000}"/>
          </ac:spMkLst>
        </pc:spChg>
        <pc:spChg chg="mod">
          <ac:chgData name="Wang, Wei" userId="627587dd-935f-4f2b-a6c6-edd4e0dcbff5" providerId="ADAL" clId="{796CDDF5-5949-44F3-BAA6-8FB6FB2A875D}" dt="2019-11-29T15:51:51.761" v="213" actId="408"/>
          <ac:spMkLst>
            <pc:docMk/>
            <pc:sldMk cId="1069951444" sldId="2320"/>
            <ac:spMk id="31" creationId="{00000000-0000-0000-0000-000000000000}"/>
          </ac:spMkLst>
        </pc:spChg>
        <pc:spChg chg="mod">
          <ac:chgData name="Wang, Wei" userId="627587dd-935f-4f2b-a6c6-edd4e0dcbff5" providerId="ADAL" clId="{796CDDF5-5949-44F3-BAA6-8FB6FB2A875D}" dt="2019-11-29T15:51:59.986" v="214" actId="408"/>
          <ac:spMkLst>
            <pc:docMk/>
            <pc:sldMk cId="1069951444" sldId="2320"/>
            <ac:spMk id="32" creationId="{00000000-0000-0000-0000-000000000000}"/>
          </ac:spMkLst>
        </pc:spChg>
        <pc:spChg chg="mod">
          <ac:chgData name="Wang, Wei" userId="627587dd-935f-4f2b-a6c6-edd4e0dcbff5" providerId="ADAL" clId="{796CDDF5-5949-44F3-BAA6-8FB6FB2A875D}" dt="2019-11-29T15:51:51.761" v="213" actId="408"/>
          <ac:spMkLst>
            <pc:docMk/>
            <pc:sldMk cId="1069951444" sldId="2320"/>
            <ac:spMk id="33" creationId="{00000000-0000-0000-0000-000000000000}"/>
          </ac:spMkLst>
        </pc:spChg>
        <pc:spChg chg="mod">
          <ac:chgData name="Wang, Wei" userId="627587dd-935f-4f2b-a6c6-edd4e0dcbff5" providerId="ADAL" clId="{796CDDF5-5949-44F3-BAA6-8FB6FB2A875D}" dt="2019-11-29T15:51:59.986" v="214" actId="408"/>
          <ac:spMkLst>
            <pc:docMk/>
            <pc:sldMk cId="1069951444" sldId="2320"/>
            <ac:spMk id="34" creationId="{00000000-0000-0000-0000-000000000000}"/>
          </ac:spMkLst>
        </pc:spChg>
        <pc:spChg chg="mod">
          <ac:chgData name="Wang, Wei" userId="627587dd-935f-4f2b-a6c6-edd4e0dcbff5" providerId="ADAL" clId="{796CDDF5-5949-44F3-BAA6-8FB6FB2A875D}" dt="2019-11-29T15:51:51.761" v="213" actId="408"/>
          <ac:spMkLst>
            <pc:docMk/>
            <pc:sldMk cId="1069951444" sldId="2320"/>
            <ac:spMk id="35" creationId="{00000000-0000-0000-0000-000000000000}"/>
          </ac:spMkLst>
        </pc:spChg>
        <pc:spChg chg="mod">
          <ac:chgData name="Wang, Wei" userId="627587dd-935f-4f2b-a6c6-edd4e0dcbff5" providerId="ADAL" clId="{796CDDF5-5949-44F3-BAA6-8FB6FB2A875D}" dt="2019-11-29T15:51:59.986" v="214" actId="408"/>
          <ac:spMkLst>
            <pc:docMk/>
            <pc:sldMk cId="1069951444" sldId="2320"/>
            <ac:spMk id="36" creationId="{00000000-0000-0000-0000-000000000000}"/>
          </ac:spMkLst>
        </pc:spChg>
        <pc:spChg chg="mod">
          <ac:chgData name="Wang, Wei" userId="627587dd-935f-4f2b-a6c6-edd4e0dcbff5" providerId="ADAL" clId="{796CDDF5-5949-44F3-BAA6-8FB6FB2A875D}" dt="2019-11-29T15:51:51.761" v="213" actId="408"/>
          <ac:spMkLst>
            <pc:docMk/>
            <pc:sldMk cId="1069951444" sldId="2320"/>
            <ac:spMk id="37" creationId="{00000000-0000-0000-0000-000000000000}"/>
          </ac:spMkLst>
        </pc:spChg>
      </pc:sldChg>
      <pc:sldChg chg="modSp delCm">
        <pc:chgData name="Wang, Wei" userId="627587dd-935f-4f2b-a6c6-edd4e0dcbff5" providerId="ADAL" clId="{796CDDF5-5949-44F3-BAA6-8FB6FB2A875D}" dt="2019-11-29T15:50:07.799" v="207"/>
        <pc:sldMkLst>
          <pc:docMk/>
          <pc:sldMk cId="941152138" sldId="2321"/>
        </pc:sldMkLst>
        <pc:spChg chg="mod">
          <ac:chgData name="Wang, Wei" userId="627587dd-935f-4f2b-a6c6-edd4e0dcbff5" providerId="ADAL" clId="{796CDDF5-5949-44F3-BAA6-8FB6FB2A875D}" dt="2019-11-29T15:47:07.172" v="195" actId="207"/>
          <ac:spMkLst>
            <pc:docMk/>
            <pc:sldMk cId="941152138" sldId="2321"/>
            <ac:spMk id="29" creationId="{2F2E3949-ECE5-4956-9B9C-2ADCA70D45DC}"/>
          </ac:spMkLst>
        </pc:spChg>
        <pc:spChg chg="mod">
          <ac:chgData name="Wang, Wei" userId="627587dd-935f-4f2b-a6c6-edd4e0dcbff5" providerId="ADAL" clId="{796CDDF5-5949-44F3-BAA6-8FB6FB2A875D}" dt="2019-11-29T15:47:40.052" v="196" actId="14100"/>
          <ac:spMkLst>
            <pc:docMk/>
            <pc:sldMk cId="941152138" sldId="2321"/>
            <ac:spMk id="30" creationId="{0F831F9A-F687-4910-8B96-7178EBDA29F5}"/>
          </ac:spMkLst>
        </pc:spChg>
      </pc:sldChg>
      <pc:sldChg chg="del">
        <pc:chgData name="Wang, Wei" userId="627587dd-935f-4f2b-a6c6-edd4e0dcbff5" providerId="ADAL" clId="{796CDDF5-5949-44F3-BAA6-8FB6FB2A875D}" dt="2019-11-29T15:46:44.615" v="8" actId="2696"/>
        <pc:sldMkLst>
          <pc:docMk/>
          <pc:sldMk cId="1866925074" sldId="2322"/>
        </pc:sldMkLst>
      </pc:sldChg>
      <pc:sldChg chg="del">
        <pc:chgData name="Wang, Wei" userId="627587dd-935f-4f2b-a6c6-edd4e0dcbff5" providerId="ADAL" clId="{796CDDF5-5949-44F3-BAA6-8FB6FB2A875D}" dt="2019-11-29T15:46:44.867" v="12" actId="2696"/>
        <pc:sldMkLst>
          <pc:docMk/>
          <pc:sldMk cId="2493344941" sldId="2327"/>
        </pc:sldMkLst>
      </pc:sldChg>
      <pc:sldChg chg="del">
        <pc:chgData name="Wang, Wei" userId="627587dd-935f-4f2b-a6c6-edd4e0dcbff5" providerId="ADAL" clId="{796CDDF5-5949-44F3-BAA6-8FB6FB2A875D}" dt="2019-11-29T15:46:44.953" v="14" actId="2696"/>
        <pc:sldMkLst>
          <pc:docMk/>
          <pc:sldMk cId="2454621547" sldId="2328"/>
        </pc:sldMkLst>
      </pc:sldChg>
      <pc:sldChg chg="del">
        <pc:chgData name="Wang, Wei" userId="627587dd-935f-4f2b-a6c6-edd4e0dcbff5" providerId="ADAL" clId="{796CDDF5-5949-44F3-BAA6-8FB6FB2A875D}" dt="2019-11-29T15:46:46.596" v="59" actId="2696"/>
        <pc:sldMkLst>
          <pc:docMk/>
          <pc:sldMk cId="1057132602" sldId="2329"/>
        </pc:sldMkLst>
      </pc:sldChg>
      <pc:sldChg chg="del">
        <pc:chgData name="Wang, Wei" userId="627587dd-935f-4f2b-a6c6-edd4e0dcbff5" providerId="ADAL" clId="{796CDDF5-5949-44F3-BAA6-8FB6FB2A875D}" dt="2019-11-29T15:46:49.542" v="155" actId="2696"/>
        <pc:sldMkLst>
          <pc:docMk/>
          <pc:sldMk cId="1330640425" sldId="2401"/>
        </pc:sldMkLst>
      </pc:sldChg>
      <pc:sldChg chg="del">
        <pc:chgData name="Wang, Wei" userId="627587dd-935f-4f2b-a6c6-edd4e0dcbff5" providerId="ADAL" clId="{796CDDF5-5949-44F3-BAA6-8FB6FB2A875D}" dt="2019-11-29T15:46:49.338" v="148" actId="2696"/>
        <pc:sldMkLst>
          <pc:docMk/>
          <pc:sldMk cId="22907484" sldId="2522"/>
        </pc:sldMkLst>
      </pc:sldChg>
      <pc:sldChg chg="del">
        <pc:chgData name="Wang, Wei" userId="627587dd-935f-4f2b-a6c6-edd4e0dcbff5" providerId="ADAL" clId="{796CDDF5-5949-44F3-BAA6-8FB6FB2A875D}" dt="2019-11-29T15:46:44.917" v="13" actId="2696"/>
        <pc:sldMkLst>
          <pc:docMk/>
          <pc:sldMk cId="901722669" sldId="2524"/>
        </pc:sldMkLst>
      </pc:sldChg>
      <pc:sldChg chg="del">
        <pc:chgData name="Wang, Wei" userId="627587dd-935f-4f2b-a6c6-edd4e0dcbff5" providerId="ADAL" clId="{796CDDF5-5949-44F3-BAA6-8FB6FB2A875D}" dt="2019-11-29T15:46:49.825" v="165" actId="2696"/>
        <pc:sldMkLst>
          <pc:docMk/>
          <pc:sldMk cId="1259883985" sldId="2526"/>
        </pc:sldMkLst>
      </pc:sldChg>
      <pc:sldChg chg="del">
        <pc:chgData name="Wang, Wei" userId="627587dd-935f-4f2b-a6c6-edd4e0dcbff5" providerId="ADAL" clId="{796CDDF5-5949-44F3-BAA6-8FB6FB2A875D}" dt="2019-11-29T15:46:49.386" v="150" actId="2696"/>
        <pc:sldMkLst>
          <pc:docMk/>
          <pc:sldMk cId="3129790151" sldId="2527"/>
        </pc:sldMkLst>
      </pc:sldChg>
      <pc:sldChg chg="del">
        <pc:chgData name="Wang, Wei" userId="627587dd-935f-4f2b-a6c6-edd4e0dcbff5" providerId="ADAL" clId="{796CDDF5-5949-44F3-BAA6-8FB6FB2A875D}" dt="2019-11-29T15:46:47.297" v="74" actId="2696"/>
        <pc:sldMkLst>
          <pc:docMk/>
          <pc:sldMk cId="3431920067" sldId="2528"/>
        </pc:sldMkLst>
      </pc:sldChg>
      <pc:sldChg chg="del">
        <pc:chgData name="Wang, Wei" userId="627587dd-935f-4f2b-a6c6-edd4e0dcbff5" providerId="ADAL" clId="{796CDDF5-5949-44F3-BAA6-8FB6FB2A875D}" dt="2019-11-29T15:46:48.215" v="115" actId="2696"/>
        <pc:sldMkLst>
          <pc:docMk/>
          <pc:sldMk cId="1790301369" sldId="2529"/>
        </pc:sldMkLst>
      </pc:sldChg>
      <pc:sldChg chg="del">
        <pc:chgData name="Wang, Wei" userId="627587dd-935f-4f2b-a6c6-edd4e0dcbff5" providerId="ADAL" clId="{796CDDF5-5949-44F3-BAA6-8FB6FB2A875D}" dt="2019-11-29T15:46:48.350" v="118" actId="2696"/>
        <pc:sldMkLst>
          <pc:docMk/>
          <pc:sldMk cId="2993275869" sldId="2530"/>
        </pc:sldMkLst>
      </pc:sldChg>
      <pc:sldChg chg="del">
        <pc:chgData name="Wang, Wei" userId="627587dd-935f-4f2b-a6c6-edd4e0dcbff5" providerId="ADAL" clId="{796CDDF5-5949-44F3-BAA6-8FB6FB2A875D}" dt="2019-11-29T15:46:49.520" v="154" actId="2696"/>
        <pc:sldMkLst>
          <pc:docMk/>
          <pc:sldMk cId="346384130" sldId="2531"/>
        </pc:sldMkLst>
      </pc:sldChg>
      <pc:sldChg chg="del">
        <pc:chgData name="Wang, Wei" userId="627587dd-935f-4f2b-a6c6-edd4e0dcbff5" providerId="ADAL" clId="{796CDDF5-5949-44F3-BAA6-8FB6FB2A875D}" dt="2019-11-29T15:46:49.071" v="139" actId="2696"/>
        <pc:sldMkLst>
          <pc:docMk/>
          <pc:sldMk cId="2413049667" sldId="2532"/>
        </pc:sldMkLst>
      </pc:sldChg>
      <pc:sldChg chg="del">
        <pc:chgData name="Wang, Wei" userId="627587dd-935f-4f2b-a6c6-edd4e0dcbff5" providerId="ADAL" clId="{796CDDF5-5949-44F3-BAA6-8FB6FB2A875D}" dt="2019-11-29T15:46:49.411" v="151" actId="2696"/>
        <pc:sldMkLst>
          <pc:docMk/>
          <pc:sldMk cId="4137360030" sldId="2533"/>
        </pc:sldMkLst>
      </pc:sldChg>
      <pc:sldChg chg="del">
        <pc:chgData name="Wang, Wei" userId="627587dd-935f-4f2b-a6c6-edd4e0dcbff5" providerId="ADAL" clId="{796CDDF5-5949-44F3-BAA6-8FB6FB2A875D}" dt="2019-11-29T15:46:49.448" v="152" actId="2696"/>
        <pc:sldMkLst>
          <pc:docMk/>
          <pc:sldMk cId="295063916" sldId="2534"/>
        </pc:sldMkLst>
      </pc:sldChg>
      <pc:sldChg chg="del">
        <pc:chgData name="Wang, Wei" userId="627587dd-935f-4f2b-a6c6-edd4e0dcbff5" providerId="ADAL" clId="{796CDDF5-5949-44F3-BAA6-8FB6FB2A875D}" dt="2019-11-29T15:46:47.342" v="75" actId="2696"/>
        <pc:sldMkLst>
          <pc:docMk/>
          <pc:sldMk cId="2011531186" sldId="2535"/>
        </pc:sldMkLst>
      </pc:sldChg>
      <pc:sldChg chg="del">
        <pc:chgData name="Wang, Wei" userId="627587dd-935f-4f2b-a6c6-edd4e0dcbff5" providerId="ADAL" clId="{796CDDF5-5949-44F3-BAA6-8FB6FB2A875D}" dt="2019-11-29T15:46:49.673" v="159" actId="2696"/>
        <pc:sldMkLst>
          <pc:docMk/>
          <pc:sldMk cId="823598309" sldId="2536"/>
        </pc:sldMkLst>
      </pc:sldChg>
      <pc:sldChg chg="del">
        <pc:chgData name="Wang, Wei" userId="627587dd-935f-4f2b-a6c6-edd4e0dcbff5" providerId="ADAL" clId="{796CDDF5-5949-44F3-BAA6-8FB6FB2A875D}" dt="2019-11-29T15:46:48.261" v="116" actId="2696"/>
        <pc:sldMkLst>
          <pc:docMk/>
          <pc:sldMk cId="3165334632" sldId="2537"/>
        </pc:sldMkLst>
      </pc:sldChg>
      <pc:sldChg chg="del">
        <pc:chgData name="Wang, Wei" userId="627587dd-935f-4f2b-a6c6-edd4e0dcbff5" providerId="ADAL" clId="{796CDDF5-5949-44F3-BAA6-8FB6FB2A875D}" dt="2019-11-29T15:46:48.398" v="119" actId="2696"/>
        <pc:sldMkLst>
          <pc:docMk/>
          <pc:sldMk cId="1679945427" sldId="2538"/>
        </pc:sldMkLst>
      </pc:sldChg>
      <pc:sldChg chg="del">
        <pc:chgData name="Wang, Wei" userId="627587dd-935f-4f2b-a6c6-edd4e0dcbff5" providerId="ADAL" clId="{796CDDF5-5949-44F3-BAA6-8FB6FB2A875D}" dt="2019-11-29T15:46:49.040" v="138" actId="2696"/>
        <pc:sldMkLst>
          <pc:docMk/>
          <pc:sldMk cId="557179203" sldId="2539"/>
        </pc:sldMkLst>
      </pc:sldChg>
      <pc:sldChg chg="del">
        <pc:chgData name="Wang, Wei" userId="627587dd-935f-4f2b-a6c6-edd4e0dcbff5" providerId="ADAL" clId="{796CDDF5-5949-44F3-BAA6-8FB6FB2A875D}" dt="2019-11-29T15:46:48.847" v="132" actId="2696"/>
        <pc:sldMkLst>
          <pc:docMk/>
          <pc:sldMk cId="2287997910" sldId="2540"/>
        </pc:sldMkLst>
      </pc:sldChg>
      <pc:sldChg chg="del">
        <pc:chgData name="Wang, Wei" userId="627587dd-935f-4f2b-a6c6-edd4e0dcbff5" providerId="ADAL" clId="{796CDDF5-5949-44F3-BAA6-8FB6FB2A875D}" dt="2019-11-29T15:46:49.235" v="143" actId="2696"/>
        <pc:sldMkLst>
          <pc:docMk/>
          <pc:sldMk cId="2722772348" sldId="2541"/>
        </pc:sldMkLst>
      </pc:sldChg>
      <pc:sldChg chg="del">
        <pc:chgData name="Wang, Wei" userId="627587dd-935f-4f2b-a6c6-edd4e0dcbff5" providerId="ADAL" clId="{796CDDF5-5949-44F3-BAA6-8FB6FB2A875D}" dt="2019-11-29T15:46:49.303" v="145" actId="2696"/>
        <pc:sldMkLst>
          <pc:docMk/>
          <pc:sldMk cId="734777797" sldId="2542"/>
        </pc:sldMkLst>
      </pc:sldChg>
      <pc:sldChg chg="del">
        <pc:chgData name="Wang, Wei" userId="627587dd-935f-4f2b-a6c6-edd4e0dcbff5" providerId="ADAL" clId="{796CDDF5-5949-44F3-BAA6-8FB6FB2A875D}" dt="2019-11-29T15:46:48.998" v="137" actId="2696"/>
        <pc:sldMkLst>
          <pc:docMk/>
          <pc:sldMk cId="3321138498" sldId="2543"/>
        </pc:sldMkLst>
      </pc:sldChg>
      <pc:sldChg chg="del">
        <pc:chgData name="Wang, Wei" userId="627587dd-935f-4f2b-a6c6-edd4e0dcbff5" providerId="ADAL" clId="{796CDDF5-5949-44F3-BAA6-8FB6FB2A875D}" dt="2019-11-29T15:46:49.328" v="147" actId="2696"/>
        <pc:sldMkLst>
          <pc:docMk/>
          <pc:sldMk cId="373198092" sldId="2545"/>
        </pc:sldMkLst>
      </pc:sldChg>
      <pc:sldChg chg="del">
        <pc:chgData name="Wang, Wei" userId="627587dd-935f-4f2b-a6c6-edd4e0dcbff5" providerId="ADAL" clId="{796CDDF5-5949-44F3-BAA6-8FB6FB2A875D}" dt="2019-11-29T15:46:49.567" v="156" actId="2696"/>
        <pc:sldMkLst>
          <pc:docMk/>
          <pc:sldMk cId="1992511920" sldId="2547"/>
        </pc:sldMkLst>
      </pc:sldChg>
      <pc:sldChg chg="del">
        <pc:chgData name="Wang, Wei" userId="627587dd-935f-4f2b-a6c6-edd4e0dcbff5" providerId="ADAL" clId="{796CDDF5-5949-44F3-BAA6-8FB6FB2A875D}" dt="2019-11-29T15:46:49.617" v="157" actId="2696"/>
        <pc:sldMkLst>
          <pc:docMk/>
          <pc:sldMk cId="1179655318" sldId="2548"/>
        </pc:sldMkLst>
      </pc:sldChg>
      <pc:sldChg chg="del">
        <pc:chgData name="Wang, Wei" userId="627587dd-935f-4f2b-a6c6-edd4e0dcbff5" providerId="ADAL" clId="{796CDDF5-5949-44F3-BAA6-8FB6FB2A875D}" dt="2019-11-29T15:46:49.473" v="153" actId="2696"/>
        <pc:sldMkLst>
          <pc:docMk/>
          <pc:sldMk cId="2462667045" sldId="2549"/>
        </pc:sldMkLst>
      </pc:sldChg>
      <pc:sldChg chg="del">
        <pc:chgData name="Wang, Wei" userId="627587dd-935f-4f2b-a6c6-edd4e0dcbff5" providerId="ADAL" clId="{796CDDF5-5949-44F3-BAA6-8FB6FB2A875D}" dt="2019-11-29T15:46:49.690" v="160" actId="2696"/>
        <pc:sldMkLst>
          <pc:docMk/>
          <pc:sldMk cId="1910977052" sldId="2550"/>
        </pc:sldMkLst>
      </pc:sldChg>
      <pc:sldChg chg="del">
        <pc:chgData name="Wang, Wei" userId="627587dd-935f-4f2b-a6c6-edd4e0dcbff5" providerId="ADAL" clId="{796CDDF5-5949-44F3-BAA6-8FB6FB2A875D}" dt="2019-11-29T15:46:49.655" v="158" actId="2696"/>
        <pc:sldMkLst>
          <pc:docMk/>
          <pc:sldMk cId="1634908893" sldId="2551"/>
        </pc:sldMkLst>
      </pc:sldChg>
      <pc:sldChg chg="del">
        <pc:chgData name="Wang, Wei" userId="627587dd-935f-4f2b-a6c6-edd4e0dcbff5" providerId="ADAL" clId="{796CDDF5-5949-44F3-BAA6-8FB6FB2A875D}" dt="2019-11-29T15:46:49.872" v="166" actId="2696"/>
        <pc:sldMkLst>
          <pc:docMk/>
          <pc:sldMk cId="2176598265" sldId="2553"/>
        </pc:sldMkLst>
      </pc:sldChg>
      <pc:sldChg chg="del">
        <pc:chgData name="Wang, Wei" userId="627587dd-935f-4f2b-a6c6-edd4e0dcbff5" providerId="ADAL" clId="{796CDDF5-5949-44F3-BAA6-8FB6FB2A875D}" dt="2019-11-29T15:46:49.269" v="144" actId="2696"/>
        <pc:sldMkLst>
          <pc:docMk/>
          <pc:sldMk cId="297637037" sldId="2555"/>
        </pc:sldMkLst>
      </pc:sldChg>
      <pc:sldChg chg="del">
        <pc:chgData name="Wang, Wei" userId="627587dd-935f-4f2b-a6c6-edd4e0dcbff5" providerId="ADAL" clId="{796CDDF5-5949-44F3-BAA6-8FB6FB2A875D}" dt="2019-11-29T15:46:49.319" v="146" actId="2696"/>
        <pc:sldMkLst>
          <pc:docMk/>
          <pc:sldMk cId="651706298" sldId="2556"/>
        </pc:sldMkLst>
      </pc:sldChg>
      <pc:sldChg chg="del">
        <pc:chgData name="Wang, Wei" userId="627587dd-935f-4f2b-a6c6-edd4e0dcbff5" providerId="ADAL" clId="{796CDDF5-5949-44F3-BAA6-8FB6FB2A875D}" dt="2019-11-29T15:46:47.214" v="72" actId="2696"/>
        <pc:sldMkLst>
          <pc:docMk/>
          <pc:sldMk cId="4210183141" sldId="2557"/>
        </pc:sldMkLst>
      </pc:sldChg>
      <pc:sldChg chg="del">
        <pc:chgData name="Wang, Wei" userId="627587dd-935f-4f2b-a6c6-edd4e0dcbff5" providerId="ADAL" clId="{796CDDF5-5949-44F3-BAA6-8FB6FB2A875D}" dt="2019-11-29T15:46:48.878" v="133" actId="2696"/>
        <pc:sldMkLst>
          <pc:docMk/>
          <pc:sldMk cId="1713380516" sldId="2558"/>
        </pc:sldMkLst>
      </pc:sldChg>
      <pc:sldChg chg="del">
        <pc:chgData name="Wang, Wei" userId="627587dd-935f-4f2b-a6c6-edd4e0dcbff5" providerId="ADAL" clId="{796CDDF5-5949-44F3-BAA6-8FB6FB2A875D}" dt="2019-11-29T15:46:48.579" v="124" actId="2696"/>
        <pc:sldMkLst>
          <pc:docMk/>
          <pc:sldMk cId="2955668432" sldId="2559"/>
        </pc:sldMkLst>
      </pc:sldChg>
      <pc:sldChg chg="del">
        <pc:chgData name="Wang, Wei" userId="627587dd-935f-4f2b-a6c6-edd4e0dcbff5" providerId="ADAL" clId="{796CDDF5-5949-44F3-BAA6-8FB6FB2A875D}" dt="2019-11-29T15:46:48.730" v="128" actId="2696"/>
        <pc:sldMkLst>
          <pc:docMk/>
          <pc:sldMk cId="523632826" sldId="2560"/>
        </pc:sldMkLst>
      </pc:sldChg>
      <pc:sldChg chg="del">
        <pc:chgData name="Wang, Wei" userId="627587dd-935f-4f2b-a6c6-edd4e0dcbff5" providerId="ADAL" clId="{796CDDF5-5949-44F3-BAA6-8FB6FB2A875D}" dt="2019-11-29T15:46:48.663" v="126" actId="2696"/>
        <pc:sldMkLst>
          <pc:docMk/>
          <pc:sldMk cId="1985883629" sldId="2561"/>
        </pc:sldMkLst>
      </pc:sldChg>
      <pc:sldChg chg="del">
        <pc:chgData name="Wang, Wei" userId="627587dd-935f-4f2b-a6c6-edd4e0dcbff5" providerId="ADAL" clId="{796CDDF5-5949-44F3-BAA6-8FB6FB2A875D}" dt="2019-11-29T15:46:48.972" v="136" actId="2696"/>
        <pc:sldMkLst>
          <pc:docMk/>
          <pc:sldMk cId="3787942770" sldId="2562"/>
        </pc:sldMkLst>
      </pc:sldChg>
      <pc:sldChg chg="del">
        <pc:chgData name="Wang, Wei" userId="627587dd-935f-4f2b-a6c6-edd4e0dcbff5" providerId="ADAL" clId="{796CDDF5-5949-44F3-BAA6-8FB6FB2A875D}" dt="2019-11-29T15:46:47.260" v="73" actId="2696"/>
        <pc:sldMkLst>
          <pc:docMk/>
          <pc:sldMk cId="2110027958" sldId="2563"/>
        </pc:sldMkLst>
      </pc:sldChg>
      <pc:sldChg chg="del">
        <pc:chgData name="Wang, Wei" userId="627587dd-935f-4f2b-a6c6-edd4e0dcbff5" providerId="ADAL" clId="{796CDDF5-5949-44F3-BAA6-8FB6FB2A875D}" dt="2019-11-29T15:46:48.789" v="130" actId="2696"/>
        <pc:sldMkLst>
          <pc:docMk/>
          <pc:sldMk cId="881083979" sldId="2564"/>
        </pc:sldMkLst>
      </pc:sldChg>
      <pc:sldChg chg="del">
        <pc:chgData name="Wang, Wei" userId="627587dd-935f-4f2b-a6c6-edd4e0dcbff5" providerId="ADAL" clId="{796CDDF5-5949-44F3-BAA6-8FB6FB2A875D}" dt="2019-11-29T15:46:46.637" v="60" actId="2696"/>
        <pc:sldMkLst>
          <pc:docMk/>
          <pc:sldMk cId="3402608947" sldId="2566"/>
        </pc:sldMkLst>
      </pc:sldChg>
      <pc:sldChg chg="del">
        <pc:chgData name="Wang, Wei" userId="627587dd-935f-4f2b-a6c6-edd4e0dcbff5" providerId="ADAL" clId="{796CDDF5-5949-44F3-BAA6-8FB6FB2A875D}" dt="2019-11-29T15:46:46.746" v="62" actId="2696"/>
        <pc:sldMkLst>
          <pc:docMk/>
          <pc:sldMk cId="808762685" sldId="2567"/>
        </pc:sldMkLst>
      </pc:sldChg>
      <pc:sldChg chg="del">
        <pc:chgData name="Wang, Wei" userId="627587dd-935f-4f2b-a6c6-edd4e0dcbff5" providerId="ADAL" clId="{796CDDF5-5949-44F3-BAA6-8FB6FB2A875D}" dt="2019-11-29T15:46:46.844" v="64" actId="2696"/>
        <pc:sldMkLst>
          <pc:docMk/>
          <pc:sldMk cId="3598949582" sldId="2568"/>
        </pc:sldMkLst>
      </pc:sldChg>
      <pc:sldChg chg="del">
        <pc:chgData name="Wang, Wei" userId="627587dd-935f-4f2b-a6c6-edd4e0dcbff5" providerId="ADAL" clId="{796CDDF5-5949-44F3-BAA6-8FB6FB2A875D}" dt="2019-11-29T15:46:47.029" v="68" actId="2696"/>
        <pc:sldMkLst>
          <pc:docMk/>
          <pc:sldMk cId="2167372957" sldId="2569"/>
        </pc:sldMkLst>
      </pc:sldChg>
      <pc:sldChg chg="del">
        <pc:chgData name="Wang, Wei" userId="627587dd-935f-4f2b-a6c6-edd4e0dcbff5" providerId="ADAL" clId="{796CDDF5-5949-44F3-BAA6-8FB6FB2A875D}" dt="2019-11-29T15:46:47.130" v="70" actId="2696"/>
        <pc:sldMkLst>
          <pc:docMk/>
          <pc:sldMk cId="2110709107" sldId="2570"/>
        </pc:sldMkLst>
      </pc:sldChg>
      <pc:sldChg chg="del">
        <pc:chgData name="Wang, Wei" userId="627587dd-935f-4f2b-a6c6-edd4e0dcbff5" providerId="ADAL" clId="{796CDDF5-5949-44F3-BAA6-8FB6FB2A875D}" dt="2019-11-29T15:46:47.484" v="78" actId="2696"/>
        <pc:sldMkLst>
          <pc:docMk/>
          <pc:sldMk cId="1836218443" sldId="2571"/>
        </pc:sldMkLst>
      </pc:sldChg>
      <pc:sldChg chg="del">
        <pc:chgData name="Wang, Wei" userId="627587dd-935f-4f2b-a6c6-edd4e0dcbff5" providerId="ADAL" clId="{796CDDF5-5949-44F3-BAA6-8FB6FB2A875D}" dt="2019-11-29T15:46:48.093" v="113" actId="2696"/>
        <pc:sldMkLst>
          <pc:docMk/>
          <pc:sldMk cId="4050912689" sldId="2572"/>
        </pc:sldMkLst>
      </pc:sldChg>
      <pc:sldChg chg="del">
        <pc:chgData name="Wang, Wei" userId="627587dd-935f-4f2b-a6c6-edd4e0dcbff5" providerId="ADAL" clId="{796CDDF5-5949-44F3-BAA6-8FB6FB2A875D}" dt="2019-11-29T15:46:48.435" v="120" actId="2696"/>
        <pc:sldMkLst>
          <pc:docMk/>
          <pc:sldMk cId="832917649" sldId="2573"/>
        </pc:sldMkLst>
      </pc:sldChg>
      <pc:sldChg chg="del">
        <pc:chgData name="Wang, Wei" userId="627587dd-935f-4f2b-a6c6-edd4e0dcbff5" providerId="ADAL" clId="{796CDDF5-5949-44F3-BAA6-8FB6FB2A875D}" dt="2019-11-29T15:46:48.515" v="122" actId="2696"/>
        <pc:sldMkLst>
          <pc:docMk/>
          <pc:sldMk cId="3797758620" sldId="2574"/>
        </pc:sldMkLst>
      </pc:sldChg>
      <pc:sldChg chg="del">
        <pc:chgData name="Wang, Wei" userId="627587dd-935f-4f2b-a6c6-edd4e0dcbff5" providerId="ADAL" clId="{796CDDF5-5949-44F3-BAA6-8FB6FB2A875D}" dt="2019-11-29T15:46:48.821" v="131" actId="2696"/>
        <pc:sldMkLst>
          <pc:docMk/>
          <pc:sldMk cId="3525659828" sldId="2575"/>
        </pc:sldMkLst>
      </pc:sldChg>
      <pc:sldChg chg="del">
        <pc:chgData name="Wang, Wei" userId="627587dd-935f-4f2b-a6c6-edd4e0dcbff5" providerId="ADAL" clId="{796CDDF5-5949-44F3-BAA6-8FB6FB2A875D}" dt="2019-11-29T15:46:48.907" v="134" actId="2696"/>
        <pc:sldMkLst>
          <pc:docMk/>
          <pc:sldMk cId="952324352" sldId="2576"/>
        </pc:sldMkLst>
      </pc:sldChg>
      <pc:sldChg chg="del">
        <pc:chgData name="Wang, Wei" userId="627587dd-935f-4f2b-a6c6-edd4e0dcbff5" providerId="ADAL" clId="{796CDDF5-5949-44F3-BAA6-8FB6FB2A875D}" dt="2019-11-29T15:46:47.382" v="76" actId="2696"/>
        <pc:sldMkLst>
          <pc:docMk/>
          <pc:sldMk cId="1233378479" sldId="2991"/>
        </pc:sldMkLst>
      </pc:sldChg>
      <pc:sldChg chg="del">
        <pc:chgData name="Wang, Wei" userId="627587dd-935f-4f2b-a6c6-edd4e0dcbff5" providerId="ADAL" clId="{796CDDF5-5949-44F3-BAA6-8FB6FB2A875D}" dt="2019-11-29T15:46:47.429" v="77" actId="2696"/>
        <pc:sldMkLst>
          <pc:docMk/>
          <pc:sldMk cId="2462652773" sldId="2992"/>
        </pc:sldMkLst>
      </pc:sldChg>
      <pc:sldChg chg="del">
        <pc:chgData name="Wang, Wei" userId="627587dd-935f-4f2b-a6c6-edd4e0dcbff5" providerId="ADAL" clId="{796CDDF5-5949-44F3-BAA6-8FB6FB2A875D}" dt="2019-11-29T15:46:47.906" v="110" actId="2696"/>
        <pc:sldMkLst>
          <pc:docMk/>
          <pc:sldMk cId="4224373949" sldId="3044"/>
        </pc:sldMkLst>
      </pc:sldChg>
      <pc:sldChg chg="del">
        <pc:chgData name="Wang, Wei" userId="627587dd-935f-4f2b-a6c6-edd4e0dcbff5" providerId="ADAL" clId="{796CDDF5-5949-44F3-BAA6-8FB6FB2A875D}" dt="2019-11-29T15:46:45.082" v="15" actId="2696"/>
        <pc:sldMkLst>
          <pc:docMk/>
          <pc:sldMk cId="3767704922" sldId="3165"/>
        </pc:sldMkLst>
      </pc:sldChg>
      <pc:sldChg chg="del">
        <pc:chgData name="Wang, Wei" userId="627587dd-935f-4f2b-a6c6-edd4e0dcbff5" providerId="ADAL" clId="{796CDDF5-5949-44F3-BAA6-8FB6FB2A875D}" dt="2019-11-29T15:46:45.256" v="17" actId="2696"/>
        <pc:sldMkLst>
          <pc:docMk/>
          <pc:sldMk cId="3440495419" sldId="3167"/>
        </pc:sldMkLst>
      </pc:sldChg>
      <pc:sldChg chg="del">
        <pc:chgData name="Wang, Wei" userId="627587dd-935f-4f2b-a6c6-edd4e0dcbff5" providerId="ADAL" clId="{796CDDF5-5949-44F3-BAA6-8FB6FB2A875D}" dt="2019-11-29T15:46:46.806" v="63" actId="2696"/>
        <pc:sldMkLst>
          <pc:docMk/>
          <pc:sldMk cId="537563682" sldId="3168"/>
        </pc:sldMkLst>
      </pc:sldChg>
      <pc:sldChg chg="del">
        <pc:chgData name="Wang, Wei" userId="627587dd-935f-4f2b-a6c6-edd4e0dcbff5" providerId="ADAL" clId="{796CDDF5-5949-44F3-BAA6-8FB6FB2A875D}" dt="2019-11-29T15:46:49.365" v="149" actId="2696"/>
        <pc:sldMkLst>
          <pc:docMk/>
          <pc:sldMk cId="2674703067" sldId="3169"/>
        </pc:sldMkLst>
      </pc:sldChg>
      <pc:sldChg chg="del">
        <pc:chgData name="Wang, Wei" userId="627587dd-935f-4f2b-a6c6-edd4e0dcbff5" providerId="ADAL" clId="{796CDDF5-5949-44F3-BAA6-8FB6FB2A875D}" dt="2019-11-29T15:46:46.977" v="67" actId="2696"/>
        <pc:sldMkLst>
          <pc:docMk/>
          <pc:sldMk cId="143186894" sldId="3170"/>
        </pc:sldMkLst>
      </pc:sldChg>
      <pc:sldChg chg="del">
        <pc:chgData name="Wang, Wei" userId="627587dd-935f-4f2b-a6c6-edd4e0dcbff5" providerId="ADAL" clId="{796CDDF5-5949-44F3-BAA6-8FB6FB2A875D}" dt="2019-11-29T15:46:46.937" v="66" actId="2696"/>
        <pc:sldMkLst>
          <pc:docMk/>
          <pc:sldMk cId="3937699041" sldId="3171"/>
        </pc:sldMkLst>
      </pc:sldChg>
      <pc:sldChg chg="del">
        <pc:chgData name="Wang, Wei" userId="627587dd-935f-4f2b-a6c6-edd4e0dcbff5" providerId="ADAL" clId="{796CDDF5-5949-44F3-BAA6-8FB6FB2A875D}" dt="2019-11-29T15:46:47.573" v="79" actId="2696"/>
        <pc:sldMkLst>
          <pc:docMk/>
          <pc:sldMk cId="4277030701" sldId="3179"/>
        </pc:sldMkLst>
      </pc:sldChg>
      <pc:sldChg chg="del">
        <pc:chgData name="Wang, Wei" userId="627587dd-935f-4f2b-a6c6-edd4e0dcbff5" providerId="ADAL" clId="{796CDDF5-5949-44F3-BAA6-8FB6FB2A875D}" dt="2019-11-29T15:46:48.313" v="117" actId="2696"/>
        <pc:sldMkLst>
          <pc:docMk/>
          <pc:sldMk cId="4082398012" sldId="3180"/>
        </pc:sldMkLst>
      </pc:sldChg>
      <pc:sldChg chg="del">
        <pc:chgData name="Wang, Wei" userId="627587dd-935f-4f2b-a6c6-edd4e0dcbff5" providerId="ADAL" clId="{796CDDF5-5949-44F3-BAA6-8FB6FB2A875D}" dt="2019-11-29T15:46:48.545" v="123" actId="2696"/>
        <pc:sldMkLst>
          <pc:docMk/>
          <pc:sldMk cId="2566013807" sldId="3181"/>
        </pc:sldMkLst>
      </pc:sldChg>
      <pc:sldChg chg="del">
        <pc:chgData name="Wang, Wei" userId="627587dd-935f-4f2b-a6c6-edd4e0dcbff5" providerId="ADAL" clId="{796CDDF5-5949-44F3-BAA6-8FB6FB2A875D}" dt="2019-11-29T15:46:48.691" v="127" actId="2696"/>
        <pc:sldMkLst>
          <pc:docMk/>
          <pc:sldMk cId="745285345" sldId="3182"/>
        </pc:sldMkLst>
      </pc:sldChg>
      <pc:sldChg chg="del">
        <pc:chgData name="Wang, Wei" userId="627587dd-935f-4f2b-a6c6-edd4e0dcbff5" providerId="ADAL" clId="{796CDDF5-5949-44F3-BAA6-8FB6FB2A875D}" dt="2019-11-29T15:46:48.757" v="129" actId="2696"/>
        <pc:sldMkLst>
          <pc:docMk/>
          <pc:sldMk cId="3297610209" sldId="3183"/>
        </pc:sldMkLst>
      </pc:sldChg>
      <pc:sldChg chg="del">
        <pc:chgData name="Wang, Wei" userId="627587dd-935f-4f2b-a6c6-edd4e0dcbff5" providerId="ADAL" clId="{796CDDF5-5949-44F3-BAA6-8FB6FB2A875D}" dt="2019-11-29T15:46:45.301" v="18" actId="2696"/>
        <pc:sldMkLst>
          <pc:docMk/>
          <pc:sldMk cId="3225735422" sldId="3185"/>
        </pc:sldMkLst>
      </pc:sldChg>
      <pc:sldChg chg="del">
        <pc:chgData name="Wang, Wei" userId="627587dd-935f-4f2b-a6c6-edd4e0dcbff5" providerId="ADAL" clId="{796CDDF5-5949-44F3-BAA6-8FB6FB2A875D}" dt="2019-11-29T15:46:45.575" v="22" actId="2696"/>
        <pc:sldMkLst>
          <pc:docMk/>
          <pc:sldMk cId="3939576726" sldId="3186"/>
        </pc:sldMkLst>
      </pc:sldChg>
      <pc:sldChg chg="del">
        <pc:chgData name="Wang, Wei" userId="627587dd-935f-4f2b-a6c6-edd4e0dcbff5" providerId="ADAL" clId="{796CDDF5-5949-44F3-BAA6-8FB6FB2A875D}" dt="2019-11-29T15:46:44.731" v="10" actId="2696"/>
        <pc:sldMkLst>
          <pc:docMk/>
          <pc:sldMk cId="1652393144" sldId="3188"/>
        </pc:sldMkLst>
      </pc:sldChg>
      <pc:sldChg chg="del">
        <pc:chgData name="Wang, Wei" userId="627587dd-935f-4f2b-a6c6-edd4e0dcbff5" providerId="ADAL" clId="{796CDDF5-5949-44F3-BAA6-8FB6FB2A875D}" dt="2019-11-29T15:46:44.798" v="11" actId="2696"/>
        <pc:sldMkLst>
          <pc:docMk/>
          <pc:sldMk cId="2213987599" sldId="3189"/>
        </pc:sldMkLst>
      </pc:sldChg>
      <pc:sldChg chg="del">
        <pc:chgData name="Wang, Wei" userId="627587dd-935f-4f2b-a6c6-edd4e0dcbff5" providerId="ADAL" clId="{796CDDF5-5949-44F3-BAA6-8FB6FB2A875D}" dt="2019-11-29T15:46:47.784" v="109" actId="2696"/>
        <pc:sldMkLst>
          <pc:docMk/>
          <pc:sldMk cId="3351905418" sldId="3190"/>
        </pc:sldMkLst>
      </pc:sldChg>
      <pc:sldChg chg="del">
        <pc:chgData name="Wang, Wei" userId="627587dd-935f-4f2b-a6c6-edd4e0dcbff5" providerId="ADAL" clId="{796CDDF5-5949-44F3-BAA6-8FB6FB2A875D}" dt="2019-11-29T15:46:48" v="111" actId="2696"/>
        <pc:sldMkLst>
          <pc:docMk/>
          <pc:sldMk cId="1145381113" sldId="3192"/>
        </pc:sldMkLst>
      </pc:sldChg>
      <pc:sldChg chg="del">
        <pc:chgData name="Wang, Wei" userId="627587dd-935f-4f2b-a6c6-edd4e0dcbff5" providerId="ADAL" clId="{796CDDF5-5949-44F3-BAA6-8FB6FB2A875D}" dt="2019-11-29T15:46:48.047" v="112" actId="2696"/>
        <pc:sldMkLst>
          <pc:docMk/>
          <pc:sldMk cId="3623259559" sldId="3193"/>
        </pc:sldMkLst>
      </pc:sldChg>
      <pc:sldMasterChg chg="delSldLayout">
        <pc:chgData name="Wang, Wei" userId="627587dd-935f-4f2b-a6c6-edd4e0dcbff5" providerId="ADAL" clId="{796CDDF5-5949-44F3-BAA6-8FB6FB2A875D}" dt="2019-11-29T15:46:35.090" v="1" actId="2696"/>
        <pc:sldMasterMkLst>
          <pc:docMk/>
          <pc:sldMasterMk cId="1583574900" sldId="2147483648"/>
        </pc:sldMasterMkLst>
        <pc:sldLayoutChg chg="del">
          <pc:chgData name="Wang, Wei" userId="627587dd-935f-4f2b-a6c6-edd4e0dcbff5" providerId="ADAL" clId="{796CDDF5-5949-44F3-BAA6-8FB6FB2A875D}" dt="2019-11-29T15:46:35.090" v="1" actId="2696"/>
          <pc:sldLayoutMkLst>
            <pc:docMk/>
            <pc:sldMasterMk cId="1583574900" sldId="2147483648"/>
            <pc:sldLayoutMk cId="1063780236" sldId="2147483686"/>
          </pc:sldLayoutMkLst>
        </pc:sldLayoutChg>
      </pc:sldMasterChg>
      <pc:sldMasterChg chg="del delSldLayout">
        <pc:chgData name="Wang, Wei" userId="627587dd-935f-4f2b-a6c6-edd4e0dcbff5" providerId="ADAL" clId="{796CDDF5-5949-44F3-BAA6-8FB6FB2A875D}" dt="2019-11-29T15:46:49.933" v="194" actId="2696"/>
        <pc:sldMasterMkLst>
          <pc:docMk/>
          <pc:sldMasterMk cId="3877396151" sldId="2147483849"/>
        </pc:sldMasterMkLst>
        <pc:sldLayoutChg chg="del">
          <pc:chgData name="Wang, Wei" userId="627587dd-935f-4f2b-a6c6-edd4e0dcbff5" providerId="ADAL" clId="{796CDDF5-5949-44F3-BAA6-8FB6FB2A875D}" dt="2019-11-29T15:46:49.874" v="167" actId="2696"/>
          <pc:sldLayoutMkLst>
            <pc:docMk/>
            <pc:sldMasterMk cId="3877396151" sldId="2147483849"/>
            <pc:sldLayoutMk cId="2809059773" sldId="2147483850"/>
          </pc:sldLayoutMkLst>
        </pc:sldLayoutChg>
        <pc:sldLayoutChg chg="del">
          <pc:chgData name="Wang, Wei" userId="627587dd-935f-4f2b-a6c6-edd4e0dcbff5" providerId="ADAL" clId="{796CDDF5-5949-44F3-BAA6-8FB6FB2A875D}" dt="2019-11-29T15:46:49.875" v="168" actId="2696"/>
          <pc:sldLayoutMkLst>
            <pc:docMk/>
            <pc:sldMasterMk cId="3877396151" sldId="2147483849"/>
            <pc:sldLayoutMk cId="4210182259" sldId="2147483851"/>
          </pc:sldLayoutMkLst>
        </pc:sldLayoutChg>
        <pc:sldLayoutChg chg="del">
          <pc:chgData name="Wang, Wei" userId="627587dd-935f-4f2b-a6c6-edd4e0dcbff5" providerId="ADAL" clId="{796CDDF5-5949-44F3-BAA6-8FB6FB2A875D}" dt="2019-11-29T15:46:49.880" v="169" actId="2696"/>
          <pc:sldLayoutMkLst>
            <pc:docMk/>
            <pc:sldMasterMk cId="3877396151" sldId="2147483849"/>
            <pc:sldLayoutMk cId="3881125674" sldId="2147483852"/>
          </pc:sldLayoutMkLst>
        </pc:sldLayoutChg>
        <pc:sldLayoutChg chg="del">
          <pc:chgData name="Wang, Wei" userId="627587dd-935f-4f2b-a6c6-edd4e0dcbff5" providerId="ADAL" clId="{796CDDF5-5949-44F3-BAA6-8FB6FB2A875D}" dt="2019-11-29T15:46:49.884" v="170" actId="2696"/>
          <pc:sldLayoutMkLst>
            <pc:docMk/>
            <pc:sldMasterMk cId="3877396151" sldId="2147483849"/>
            <pc:sldLayoutMk cId="214291803" sldId="2147483853"/>
          </pc:sldLayoutMkLst>
        </pc:sldLayoutChg>
        <pc:sldLayoutChg chg="del">
          <pc:chgData name="Wang, Wei" userId="627587dd-935f-4f2b-a6c6-edd4e0dcbff5" providerId="ADAL" clId="{796CDDF5-5949-44F3-BAA6-8FB6FB2A875D}" dt="2019-11-29T15:46:49.887" v="171" actId="2696"/>
          <pc:sldLayoutMkLst>
            <pc:docMk/>
            <pc:sldMasterMk cId="3877396151" sldId="2147483849"/>
            <pc:sldLayoutMk cId="1474066911" sldId="2147483854"/>
          </pc:sldLayoutMkLst>
        </pc:sldLayoutChg>
        <pc:sldLayoutChg chg="del">
          <pc:chgData name="Wang, Wei" userId="627587dd-935f-4f2b-a6c6-edd4e0dcbff5" providerId="ADAL" clId="{796CDDF5-5949-44F3-BAA6-8FB6FB2A875D}" dt="2019-11-29T15:46:49.889" v="172" actId="2696"/>
          <pc:sldLayoutMkLst>
            <pc:docMk/>
            <pc:sldMasterMk cId="3877396151" sldId="2147483849"/>
            <pc:sldLayoutMk cId="1847845935" sldId="2147483855"/>
          </pc:sldLayoutMkLst>
        </pc:sldLayoutChg>
        <pc:sldLayoutChg chg="del">
          <pc:chgData name="Wang, Wei" userId="627587dd-935f-4f2b-a6c6-edd4e0dcbff5" providerId="ADAL" clId="{796CDDF5-5949-44F3-BAA6-8FB6FB2A875D}" dt="2019-11-29T15:46:49.891" v="173" actId="2696"/>
          <pc:sldLayoutMkLst>
            <pc:docMk/>
            <pc:sldMasterMk cId="3877396151" sldId="2147483849"/>
            <pc:sldLayoutMk cId="4057498967" sldId="2147483856"/>
          </pc:sldLayoutMkLst>
        </pc:sldLayoutChg>
        <pc:sldLayoutChg chg="del">
          <pc:chgData name="Wang, Wei" userId="627587dd-935f-4f2b-a6c6-edd4e0dcbff5" providerId="ADAL" clId="{796CDDF5-5949-44F3-BAA6-8FB6FB2A875D}" dt="2019-11-29T15:46:49.893" v="174" actId="2696"/>
          <pc:sldLayoutMkLst>
            <pc:docMk/>
            <pc:sldMasterMk cId="3877396151" sldId="2147483849"/>
            <pc:sldLayoutMk cId="439931139" sldId="2147483857"/>
          </pc:sldLayoutMkLst>
        </pc:sldLayoutChg>
        <pc:sldLayoutChg chg="del">
          <pc:chgData name="Wang, Wei" userId="627587dd-935f-4f2b-a6c6-edd4e0dcbff5" providerId="ADAL" clId="{796CDDF5-5949-44F3-BAA6-8FB6FB2A875D}" dt="2019-11-29T15:46:49.897" v="175" actId="2696"/>
          <pc:sldLayoutMkLst>
            <pc:docMk/>
            <pc:sldMasterMk cId="3877396151" sldId="2147483849"/>
            <pc:sldLayoutMk cId="740488066" sldId="2147483858"/>
          </pc:sldLayoutMkLst>
        </pc:sldLayoutChg>
        <pc:sldLayoutChg chg="del">
          <pc:chgData name="Wang, Wei" userId="627587dd-935f-4f2b-a6c6-edd4e0dcbff5" providerId="ADAL" clId="{796CDDF5-5949-44F3-BAA6-8FB6FB2A875D}" dt="2019-11-29T15:46:49.899" v="176" actId="2696"/>
          <pc:sldLayoutMkLst>
            <pc:docMk/>
            <pc:sldMasterMk cId="3877396151" sldId="2147483849"/>
            <pc:sldLayoutMk cId="1760919890" sldId="2147483859"/>
          </pc:sldLayoutMkLst>
        </pc:sldLayoutChg>
        <pc:sldLayoutChg chg="del">
          <pc:chgData name="Wang, Wei" userId="627587dd-935f-4f2b-a6c6-edd4e0dcbff5" providerId="ADAL" clId="{796CDDF5-5949-44F3-BAA6-8FB6FB2A875D}" dt="2019-11-29T15:46:49.900" v="177" actId="2696"/>
          <pc:sldLayoutMkLst>
            <pc:docMk/>
            <pc:sldMasterMk cId="3877396151" sldId="2147483849"/>
            <pc:sldLayoutMk cId="2694469045" sldId="2147483860"/>
          </pc:sldLayoutMkLst>
        </pc:sldLayoutChg>
        <pc:sldLayoutChg chg="del">
          <pc:chgData name="Wang, Wei" userId="627587dd-935f-4f2b-a6c6-edd4e0dcbff5" providerId="ADAL" clId="{796CDDF5-5949-44F3-BAA6-8FB6FB2A875D}" dt="2019-11-29T15:46:49.902" v="178" actId="2696"/>
          <pc:sldLayoutMkLst>
            <pc:docMk/>
            <pc:sldMasterMk cId="3877396151" sldId="2147483849"/>
            <pc:sldLayoutMk cId="2180933198" sldId="2147483861"/>
          </pc:sldLayoutMkLst>
        </pc:sldLayoutChg>
        <pc:sldLayoutChg chg="del">
          <pc:chgData name="Wang, Wei" userId="627587dd-935f-4f2b-a6c6-edd4e0dcbff5" providerId="ADAL" clId="{796CDDF5-5949-44F3-BAA6-8FB6FB2A875D}" dt="2019-11-29T15:46:49.903" v="179" actId="2696"/>
          <pc:sldLayoutMkLst>
            <pc:docMk/>
            <pc:sldMasterMk cId="3877396151" sldId="2147483849"/>
            <pc:sldLayoutMk cId="3841452663" sldId="2147483862"/>
          </pc:sldLayoutMkLst>
        </pc:sldLayoutChg>
        <pc:sldLayoutChg chg="del">
          <pc:chgData name="Wang, Wei" userId="627587dd-935f-4f2b-a6c6-edd4e0dcbff5" providerId="ADAL" clId="{796CDDF5-5949-44F3-BAA6-8FB6FB2A875D}" dt="2019-11-29T15:46:49.905" v="180" actId="2696"/>
          <pc:sldLayoutMkLst>
            <pc:docMk/>
            <pc:sldMasterMk cId="3877396151" sldId="2147483849"/>
            <pc:sldLayoutMk cId="1875997094" sldId="2147483863"/>
          </pc:sldLayoutMkLst>
        </pc:sldLayoutChg>
        <pc:sldLayoutChg chg="del">
          <pc:chgData name="Wang, Wei" userId="627587dd-935f-4f2b-a6c6-edd4e0dcbff5" providerId="ADAL" clId="{796CDDF5-5949-44F3-BAA6-8FB6FB2A875D}" dt="2019-11-29T15:46:49.906" v="181" actId="2696"/>
          <pc:sldLayoutMkLst>
            <pc:docMk/>
            <pc:sldMasterMk cId="3877396151" sldId="2147483849"/>
            <pc:sldLayoutMk cId="2610778980" sldId="2147483864"/>
          </pc:sldLayoutMkLst>
        </pc:sldLayoutChg>
        <pc:sldLayoutChg chg="del">
          <pc:chgData name="Wang, Wei" userId="627587dd-935f-4f2b-a6c6-edd4e0dcbff5" providerId="ADAL" clId="{796CDDF5-5949-44F3-BAA6-8FB6FB2A875D}" dt="2019-11-29T15:46:49.908" v="182" actId="2696"/>
          <pc:sldLayoutMkLst>
            <pc:docMk/>
            <pc:sldMasterMk cId="3877396151" sldId="2147483849"/>
            <pc:sldLayoutMk cId="2535699597" sldId="2147483865"/>
          </pc:sldLayoutMkLst>
        </pc:sldLayoutChg>
        <pc:sldLayoutChg chg="del">
          <pc:chgData name="Wang, Wei" userId="627587dd-935f-4f2b-a6c6-edd4e0dcbff5" providerId="ADAL" clId="{796CDDF5-5949-44F3-BAA6-8FB6FB2A875D}" dt="2019-11-29T15:46:49.910" v="183" actId="2696"/>
          <pc:sldLayoutMkLst>
            <pc:docMk/>
            <pc:sldMasterMk cId="3877396151" sldId="2147483849"/>
            <pc:sldLayoutMk cId="3601425507" sldId="2147483866"/>
          </pc:sldLayoutMkLst>
        </pc:sldLayoutChg>
        <pc:sldLayoutChg chg="del">
          <pc:chgData name="Wang, Wei" userId="627587dd-935f-4f2b-a6c6-edd4e0dcbff5" providerId="ADAL" clId="{796CDDF5-5949-44F3-BAA6-8FB6FB2A875D}" dt="2019-11-29T15:46:49.914" v="184" actId="2696"/>
          <pc:sldLayoutMkLst>
            <pc:docMk/>
            <pc:sldMasterMk cId="3877396151" sldId="2147483849"/>
            <pc:sldLayoutMk cId="2609394409" sldId="2147483867"/>
          </pc:sldLayoutMkLst>
        </pc:sldLayoutChg>
        <pc:sldLayoutChg chg="del">
          <pc:chgData name="Wang, Wei" userId="627587dd-935f-4f2b-a6c6-edd4e0dcbff5" providerId="ADAL" clId="{796CDDF5-5949-44F3-BAA6-8FB6FB2A875D}" dt="2019-11-29T15:46:49.915" v="185" actId="2696"/>
          <pc:sldLayoutMkLst>
            <pc:docMk/>
            <pc:sldMasterMk cId="3877396151" sldId="2147483849"/>
            <pc:sldLayoutMk cId="3610381843" sldId="2147483868"/>
          </pc:sldLayoutMkLst>
        </pc:sldLayoutChg>
        <pc:sldLayoutChg chg="del">
          <pc:chgData name="Wang, Wei" userId="627587dd-935f-4f2b-a6c6-edd4e0dcbff5" providerId="ADAL" clId="{796CDDF5-5949-44F3-BAA6-8FB6FB2A875D}" dt="2019-11-29T15:46:49.917" v="186" actId="2696"/>
          <pc:sldLayoutMkLst>
            <pc:docMk/>
            <pc:sldMasterMk cId="3877396151" sldId="2147483849"/>
            <pc:sldLayoutMk cId="286573086" sldId="2147483869"/>
          </pc:sldLayoutMkLst>
        </pc:sldLayoutChg>
        <pc:sldLayoutChg chg="del">
          <pc:chgData name="Wang, Wei" userId="627587dd-935f-4f2b-a6c6-edd4e0dcbff5" providerId="ADAL" clId="{796CDDF5-5949-44F3-BAA6-8FB6FB2A875D}" dt="2019-11-29T15:46:49.919" v="187" actId="2696"/>
          <pc:sldLayoutMkLst>
            <pc:docMk/>
            <pc:sldMasterMk cId="3877396151" sldId="2147483849"/>
            <pc:sldLayoutMk cId="1939716253" sldId="2147483870"/>
          </pc:sldLayoutMkLst>
        </pc:sldLayoutChg>
        <pc:sldLayoutChg chg="del">
          <pc:chgData name="Wang, Wei" userId="627587dd-935f-4f2b-a6c6-edd4e0dcbff5" providerId="ADAL" clId="{796CDDF5-5949-44F3-BAA6-8FB6FB2A875D}" dt="2019-11-29T15:46:49.921" v="188" actId="2696"/>
          <pc:sldLayoutMkLst>
            <pc:docMk/>
            <pc:sldMasterMk cId="3877396151" sldId="2147483849"/>
            <pc:sldLayoutMk cId="3360775297" sldId="2147483871"/>
          </pc:sldLayoutMkLst>
        </pc:sldLayoutChg>
        <pc:sldLayoutChg chg="del">
          <pc:chgData name="Wang, Wei" userId="627587dd-935f-4f2b-a6c6-edd4e0dcbff5" providerId="ADAL" clId="{796CDDF5-5949-44F3-BAA6-8FB6FB2A875D}" dt="2019-11-29T15:46:49.922" v="189" actId="2696"/>
          <pc:sldLayoutMkLst>
            <pc:docMk/>
            <pc:sldMasterMk cId="3877396151" sldId="2147483849"/>
            <pc:sldLayoutMk cId="1765900942" sldId="2147483872"/>
          </pc:sldLayoutMkLst>
        </pc:sldLayoutChg>
        <pc:sldLayoutChg chg="del">
          <pc:chgData name="Wang, Wei" userId="627587dd-935f-4f2b-a6c6-edd4e0dcbff5" providerId="ADAL" clId="{796CDDF5-5949-44F3-BAA6-8FB6FB2A875D}" dt="2019-11-29T15:46:49.923" v="190" actId="2696"/>
          <pc:sldLayoutMkLst>
            <pc:docMk/>
            <pc:sldMasterMk cId="3877396151" sldId="2147483849"/>
            <pc:sldLayoutMk cId="1953932773" sldId="2147483873"/>
          </pc:sldLayoutMkLst>
        </pc:sldLayoutChg>
        <pc:sldLayoutChg chg="del">
          <pc:chgData name="Wang, Wei" userId="627587dd-935f-4f2b-a6c6-edd4e0dcbff5" providerId="ADAL" clId="{796CDDF5-5949-44F3-BAA6-8FB6FB2A875D}" dt="2019-11-29T15:46:49.925" v="191" actId="2696"/>
          <pc:sldLayoutMkLst>
            <pc:docMk/>
            <pc:sldMasterMk cId="3877396151" sldId="2147483849"/>
            <pc:sldLayoutMk cId="2795723551" sldId="2147483874"/>
          </pc:sldLayoutMkLst>
        </pc:sldLayoutChg>
        <pc:sldLayoutChg chg="del">
          <pc:chgData name="Wang, Wei" userId="627587dd-935f-4f2b-a6c6-edd4e0dcbff5" providerId="ADAL" clId="{796CDDF5-5949-44F3-BAA6-8FB6FB2A875D}" dt="2019-11-29T15:46:49.926" v="192" actId="2696"/>
          <pc:sldLayoutMkLst>
            <pc:docMk/>
            <pc:sldMasterMk cId="3877396151" sldId="2147483849"/>
            <pc:sldLayoutMk cId="3625183382" sldId="2147483875"/>
          </pc:sldLayoutMkLst>
        </pc:sldLayoutChg>
        <pc:sldLayoutChg chg="del">
          <pc:chgData name="Wang, Wei" userId="627587dd-935f-4f2b-a6c6-edd4e0dcbff5" providerId="ADAL" clId="{796CDDF5-5949-44F3-BAA6-8FB6FB2A875D}" dt="2019-11-29T15:46:49.930" v="193" actId="2696"/>
          <pc:sldLayoutMkLst>
            <pc:docMk/>
            <pc:sldMasterMk cId="3877396151" sldId="2147483849"/>
            <pc:sldLayoutMk cId="3754326233" sldId="2147483876"/>
          </pc:sldLayoutMkLst>
        </pc:sldLayoutChg>
      </pc:sldMasterChg>
      <pc:sldMasterChg chg="del delSldLayout">
        <pc:chgData name="Wang, Wei" userId="627587dd-935f-4f2b-a6c6-edd4e0dcbff5" providerId="ADAL" clId="{796CDDF5-5949-44F3-BAA6-8FB6FB2A875D}" dt="2019-11-29T15:46:45.693" v="48" actId="2696"/>
        <pc:sldMasterMkLst>
          <pc:docMk/>
          <pc:sldMasterMk cId="954369021" sldId="2147483936"/>
        </pc:sldMasterMkLst>
        <pc:sldLayoutChg chg="del">
          <pc:chgData name="Wang, Wei" userId="627587dd-935f-4f2b-a6c6-edd4e0dcbff5" providerId="ADAL" clId="{796CDDF5-5949-44F3-BAA6-8FB6FB2A875D}" dt="2019-11-29T15:46:45.579" v="23" actId="2696"/>
          <pc:sldLayoutMkLst>
            <pc:docMk/>
            <pc:sldMasterMk cId="954369021" sldId="2147483936"/>
            <pc:sldLayoutMk cId="818417136" sldId="2147483937"/>
          </pc:sldLayoutMkLst>
        </pc:sldLayoutChg>
        <pc:sldLayoutChg chg="del">
          <pc:chgData name="Wang, Wei" userId="627587dd-935f-4f2b-a6c6-edd4e0dcbff5" providerId="ADAL" clId="{796CDDF5-5949-44F3-BAA6-8FB6FB2A875D}" dt="2019-11-29T15:46:45.584" v="24" actId="2696"/>
          <pc:sldLayoutMkLst>
            <pc:docMk/>
            <pc:sldMasterMk cId="954369021" sldId="2147483936"/>
            <pc:sldLayoutMk cId="543811376" sldId="2147483938"/>
          </pc:sldLayoutMkLst>
        </pc:sldLayoutChg>
        <pc:sldLayoutChg chg="del">
          <pc:chgData name="Wang, Wei" userId="627587dd-935f-4f2b-a6c6-edd4e0dcbff5" providerId="ADAL" clId="{796CDDF5-5949-44F3-BAA6-8FB6FB2A875D}" dt="2019-11-29T15:46:45.586" v="25" actId="2696"/>
          <pc:sldLayoutMkLst>
            <pc:docMk/>
            <pc:sldMasterMk cId="954369021" sldId="2147483936"/>
            <pc:sldLayoutMk cId="1430133504" sldId="2147483939"/>
          </pc:sldLayoutMkLst>
        </pc:sldLayoutChg>
        <pc:sldLayoutChg chg="del">
          <pc:chgData name="Wang, Wei" userId="627587dd-935f-4f2b-a6c6-edd4e0dcbff5" providerId="ADAL" clId="{796CDDF5-5949-44F3-BAA6-8FB6FB2A875D}" dt="2019-11-29T15:46:45.588" v="26" actId="2696"/>
          <pc:sldLayoutMkLst>
            <pc:docMk/>
            <pc:sldMasterMk cId="954369021" sldId="2147483936"/>
            <pc:sldLayoutMk cId="3735828143" sldId="2147483940"/>
          </pc:sldLayoutMkLst>
        </pc:sldLayoutChg>
        <pc:sldLayoutChg chg="del">
          <pc:chgData name="Wang, Wei" userId="627587dd-935f-4f2b-a6c6-edd4e0dcbff5" providerId="ADAL" clId="{796CDDF5-5949-44F3-BAA6-8FB6FB2A875D}" dt="2019-11-29T15:46:45.591" v="27" actId="2696"/>
          <pc:sldLayoutMkLst>
            <pc:docMk/>
            <pc:sldMasterMk cId="954369021" sldId="2147483936"/>
            <pc:sldLayoutMk cId="423612377" sldId="2147483941"/>
          </pc:sldLayoutMkLst>
        </pc:sldLayoutChg>
        <pc:sldLayoutChg chg="del">
          <pc:chgData name="Wang, Wei" userId="627587dd-935f-4f2b-a6c6-edd4e0dcbff5" providerId="ADAL" clId="{796CDDF5-5949-44F3-BAA6-8FB6FB2A875D}" dt="2019-11-29T15:46:45.593" v="28" actId="2696"/>
          <pc:sldLayoutMkLst>
            <pc:docMk/>
            <pc:sldMasterMk cId="954369021" sldId="2147483936"/>
            <pc:sldLayoutMk cId="1724219016" sldId="2147483942"/>
          </pc:sldLayoutMkLst>
        </pc:sldLayoutChg>
        <pc:sldLayoutChg chg="del">
          <pc:chgData name="Wang, Wei" userId="627587dd-935f-4f2b-a6c6-edd4e0dcbff5" providerId="ADAL" clId="{796CDDF5-5949-44F3-BAA6-8FB6FB2A875D}" dt="2019-11-29T15:46:45.595" v="29" actId="2696"/>
          <pc:sldLayoutMkLst>
            <pc:docMk/>
            <pc:sldMasterMk cId="954369021" sldId="2147483936"/>
            <pc:sldLayoutMk cId="2934421115" sldId="2147483943"/>
          </pc:sldLayoutMkLst>
        </pc:sldLayoutChg>
        <pc:sldLayoutChg chg="del">
          <pc:chgData name="Wang, Wei" userId="627587dd-935f-4f2b-a6c6-edd4e0dcbff5" providerId="ADAL" clId="{796CDDF5-5949-44F3-BAA6-8FB6FB2A875D}" dt="2019-11-29T15:46:45.600" v="30" actId="2696"/>
          <pc:sldLayoutMkLst>
            <pc:docMk/>
            <pc:sldMasterMk cId="954369021" sldId="2147483936"/>
            <pc:sldLayoutMk cId="888873232" sldId="2147483944"/>
          </pc:sldLayoutMkLst>
        </pc:sldLayoutChg>
        <pc:sldLayoutChg chg="del">
          <pc:chgData name="Wang, Wei" userId="627587dd-935f-4f2b-a6c6-edd4e0dcbff5" providerId="ADAL" clId="{796CDDF5-5949-44F3-BAA6-8FB6FB2A875D}" dt="2019-11-29T15:46:45.602" v="31" actId="2696"/>
          <pc:sldLayoutMkLst>
            <pc:docMk/>
            <pc:sldMasterMk cId="954369021" sldId="2147483936"/>
            <pc:sldLayoutMk cId="2170328060" sldId="2147483945"/>
          </pc:sldLayoutMkLst>
        </pc:sldLayoutChg>
        <pc:sldLayoutChg chg="del">
          <pc:chgData name="Wang, Wei" userId="627587dd-935f-4f2b-a6c6-edd4e0dcbff5" providerId="ADAL" clId="{796CDDF5-5949-44F3-BAA6-8FB6FB2A875D}" dt="2019-11-29T15:46:45.605" v="32" actId="2696"/>
          <pc:sldLayoutMkLst>
            <pc:docMk/>
            <pc:sldMasterMk cId="954369021" sldId="2147483936"/>
            <pc:sldLayoutMk cId="4262357477" sldId="2147483946"/>
          </pc:sldLayoutMkLst>
        </pc:sldLayoutChg>
        <pc:sldLayoutChg chg="del">
          <pc:chgData name="Wang, Wei" userId="627587dd-935f-4f2b-a6c6-edd4e0dcbff5" providerId="ADAL" clId="{796CDDF5-5949-44F3-BAA6-8FB6FB2A875D}" dt="2019-11-29T15:46:45.608" v="33" actId="2696"/>
          <pc:sldLayoutMkLst>
            <pc:docMk/>
            <pc:sldMasterMk cId="954369021" sldId="2147483936"/>
            <pc:sldLayoutMk cId="3661023220" sldId="2147483947"/>
          </pc:sldLayoutMkLst>
        </pc:sldLayoutChg>
        <pc:sldLayoutChg chg="del">
          <pc:chgData name="Wang, Wei" userId="627587dd-935f-4f2b-a6c6-edd4e0dcbff5" providerId="ADAL" clId="{796CDDF5-5949-44F3-BAA6-8FB6FB2A875D}" dt="2019-11-29T15:46:45.610" v="34" actId="2696"/>
          <pc:sldLayoutMkLst>
            <pc:docMk/>
            <pc:sldMasterMk cId="954369021" sldId="2147483936"/>
            <pc:sldLayoutMk cId="760398524" sldId="2147483948"/>
          </pc:sldLayoutMkLst>
        </pc:sldLayoutChg>
        <pc:sldLayoutChg chg="del">
          <pc:chgData name="Wang, Wei" userId="627587dd-935f-4f2b-a6c6-edd4e0dcbff5" providerId="ADAL" clId="{796CDDF5-5949-44F3-BAA6-8FB6FB2A875D}" dt="2019-11-29T15:46:45.615" v="35" actId="2696"/>
          <pc:sldLayoutMkLst>
            <pc:docMk/>
            <pc:sldMasterMk cId="954369021" sldId="2147483936"/>
            <pc:sldLayoutMk cId="1302664462" sldId="2147483949"/>
          </pc:sldLayoutMkLst>
        </pc:sldLayoutChg>
        <pc:sldLayoutChg chg="del">
          <pc:chgData name="Wang, Wei" userId="627587dd-935f-4f2b-a6c6-edd4e0dcbff5" providerId="ADAL" clId="{796CDDF5-5949-44F3-BAA6-8FB6FB2A875D}" dt="2019-11-29T15:46:45.618" v="36" actId="2696"/>
          <pc:sldLayoutMkLst>
            <pc:docMk/>
            <pc:sldMasterMk cId="954369021" sldId="2147483936"/>
            <pc:sldLayoutMk cId="1289734112" sldId="2147483950"/>
          </pc:sldLayoutMkLst>
        </pc:sldLayoutChg>
        <pc:sldLayoutChg chg="del">
          <pc:chgData name="Wang, Wei" userId="627587dd-935f-4f2b-a6c6-edd4e0dcbff5" providerId="ADAL" clId="{796CDDF5-5949-44F3-BAA6-8FB6FB2A875D}" dt="2019-11-29T15:46:45.622" v="37" actId="2696"/>
          <pc:sldLayoutMkLst>
            <pc:docMk/>
            <pc:sldMasterMk cId="954369021" sldId="2147483936"/>
            <pc:sldLayoutMk cId="1131758393" sldId="2147483951"/>
          </pc:sldLayoutMkLst>
        </pc:sldLayoutChg>
        <pc:sldLayoutChg chg="del">
          <pc:chgData name="Wang, Wei" userId="627587dd-935f-4f2b-a6c6-edd4e0dcbff5" providerId="ADAL" clId="{796CDDF5-5949-44F3-BAA6-8FB6FB2A875D}" dt="2019-11-29T15:46:45.625" v="38" actId="2696"/>
          <pc:sldLayoutMkLst>
            <pc:docMk/>
            <pc:sldMasterMk cId="954369021" sldId="2147483936"/>
            <pc:sldLayoutMk cId="1239783985" sldId="2147483952"/>
          </pc:sldLayoutMkLst>
        </pc:sldLayoutChg>
        <pc:sldLayoutChg chg="del">
          <pc:chgData name="Wang, Wei" userId="627587dd-935f-4f2b-a6c6-edd4e0dcbff5" providerId="ADAL" clId="{796CDDF5-5949-44F3-BAA6-8FB6FB2A875D}" dt="2019-11-29T15:46:45.627" v="39" actId="2696"/>
          <pc:sldLayoutMkLst>
            <pc:docMk/>
            <pc:sldMasterMk cId="954369021" sldId="2147483936"/>
            <pc:sldLayoutMk cId="509478517" sldId="2147483953"/>
          </pc:sldLayoutMkLst>
        </pc:sldLayoutChg>
        <pc:sldLayoutChg chg="del">
          <pc:chgData name="Wang, Wei" userId="627587dd-935f-4f2b-a6c6-edd4e0dcbff5" providerId="ADAL" clId="{796CDDF5-5949-44F3-BAA6-8FB6FB2A875D}" dt="2019-11-29T15:46:45.633" v="40" actId="2696"/>
          <pc:sldLayoutMkLst>
            <pc:docMk/>
            <pc:sldMasterMk cId="954369021" sldId="2147483936"/>
            <pc:sldLayoutMk cId="3895010805" sldId="2147483954"/>
          </pc:sldLayoutMkLst>
        </pc:sldLayoutChg>
        <pc:sldLayoutChg chg="del">
          <pc:chgData name="Wang, Wei" userId="627587dd-935f-4f2b-a6c6-edd4e0dcbff5" providerId="ADAL" clId="{796CDDF5-5949-44F3-BAA6-8FB6FB2A875D}" dt="2019-11-29T15:46:45.635" v="41" actId="2696"/>
          <pc:sldLayoutMkLst>
            <pc:docMk/>
            <pc:sldMasterMk cId="954369021" sldId="2147483936"/>
            <pc:sldLayoutMk cId="1855096728" sldId="2147483955"/>
          </pc:sldLayoutMkLst>
        </pc:sldLayoutChg>
        <pc:sldLayoutChg chg="del">
          <pc:chgData name="Wang, Wei" userId="627587dd-935f-4f2b-a6c6-edd4e0dcbff5" providerId="ADAL" clId="{796CDDF5-5949-44F3-BAA6-8FB6FB2A875D}" dt="2019-11-29T15:46:45.638" v="42" actId="2696"/>
          <pc:sldLayoutMkLst>
            <pc:docMk/>
            <pc:sldMasterMk cId="954369021" sldId="2147483936"/>
            <pc:sldLayoutMk cId="2020224282" sldId="2147483956"/>
          </pc:sldLayoutMkLst>
        </pc:sldLayoutChg>
        <pc:sldLayoutChg chg="del">
          <pc:chgData name="Wang, Wei" userId="627587dd-935f-4f2b-a6c6-edd4e0dcbff5" providerId="ADAL" clId="{796CDDF5-5949-44F3-BAA6-8FB6FB2A875D}" dt="2019-11-29T15:46:45.639" v="43" actId="2696"/>
          <pc:sldLayoutMkLst>
            <pc:docMk/>
            <pc:sldMasterMk cId="954369021" sldId="2147483936"/>
            <pc:sldLayoutMk cId="3543200963" sldId="2147483957"/>
          </pc:sldLayoutMkLst>
        </pc:sldLayoutChg>
        <pc:sldLayoutChg chg="del">
          <pc:chgData name="Wang, Wei" userId="627587dd-935f-4f2b-a6c6-edd4e0dcbff5" providerId="ADAL" clId="{796CDDF5-5949-44F3-BAA6-8FB6FB2A875D}" dt="2019-11-29T15:46:45.641" v="44" actId="2696"/>
          <pc:sldLayoutMkLst>
            <pc:docMk/>
            <pc:sldMasterMk cId="954369021" sldId="2147483936"/>
            <pc:sldLayoutMk cId="384300419" sldId="2147483958"/>
          </pc:sldLayoutMkLst>
        </pc:sldLayoutChg>
        <pc:sldLayoutChg chg="del">
          <pc:chgData name="Wang, Wei" userId="627587dd-935f-4f2b-a6c6-edd4e0dcbff5" providerId="ADAL" clId="{796CDDF5-5949-44F3-BAA6-8FB6FB2A875D}" dt="2019-11-29T15:46:45.643" v="45" actId="2696"/>
          <pc:sldLayoutMkLst>
            <pc:docMk/>
            <pc:sldMasterMk cId="954369021" sldId="2147483936"/>
            <pc:sldLayoutMk cId="2997555234" sldId="2147483959"/>
          </pc:sldLayoutMkLst>
        </pc:sldLayoutChg>
        <pc:sldLayoutChg chg="del">
          <pc:chgData name="Wang, Wei" userId="627587dd-935f-4f2b-a6c6-edd4e0dcbff5" providerId="ADAL" clId="{796CDDF5-5949-44F3-BAA6-8FB6FB2A875D}" dt="2019-11-29T15:46:45.645" v="46" actId="2696"/>
          <pc:sldLayoutMkLst>
            <pc:docMk/>
            <pc:sldMasterMk cId="954369021" sldId="2147483936"/>
            <pc:sldLayoutMk cId="3070119381" sldId="2147483960"/>
          </pc:sldLayoutMkLst>
        </pc:sldLayoutChg>
        <pc:sldLayoutChg chg="del">
          <pc:chgData name="Wang, Wei" userId="627587dd-935f-4f2b-a6c6-edd4e0dcbff5" providerId="ADAL" clId="{796CDDF5-5949-44F3-BAA6-8FB6FB2A875D}" dt="2019-11-29T15:46:45.650" v="47" actId="2696"/>
          <pc:sldLayoutMkLst>
            <pc:docMk/>
            <pc:sldMasterMk cId="954369021" sldId="2147483936"/>
            <pc:sldLayoutMk cId="567751140" sldId="2147483961"/>
          </pc:sldLayoutMkLst>
        </pc:sldLayoutChg>
      </pc:sldMasterChg>
      <pc:sldMasterChg chg="del delSldLayout">
        <pc:chgData name="Wang, Wei" userId="627587dd-935f-4f2b-a6c6-edd4e0dcbff5" providerId="ADAL" clId="{796CDDF5-5949-44F3-BAA6-8FB6FB2A875D}" dt="2019-11-29T15:46:47.706" v="108" actId="2696"/>
        <pc:sldMasterMkLst>
          <pc:docMk/>
          <pc:sldMasterMk cId="1080530195" sldId="2147483962"/>
        </pc:sldMasterMkLst>
        <pc:sldLayoutChg chg="del">
          <pc:chgData name="Wang, Wei" userId="627587dd-935f-4f2b-a6c6-edd4e0dcbff5" providerId="ADAL" clId="{796CDDF5-5949-44F3-BAA6-8FB6FB2A875D}" dt="2019-11-29T15:46:47.576" v="80" actId="2696"/>
          <pc:sldLayoutMkLst>
            <pc:docMk/>
            <pc:sldMasterMk cId="1080530195" sldId="2147483962"/>
            <pc:sldLayoutMk cId="1515953703" sldId="2147483963"/>
          </pc:sldLayoutMkLst>
        </pc:sldLayoutChg>
        <pc:sldLayoutChg chg="del">
          <pc:chgData name="Wang, Wei" userId="627587dd-935f-4f2b-a6c6-edd4e0dcbff5" providerId="ADAL" clId="{796CDDF5-5949-44F3-BAA6-8FB6FB2A875D}" dt="2019-11-29T15:46:47.580" v="81" actId="2696"/>
          <pc:sldLayoutMkLst>
            <pc:docMk/>
            <pc:sldMasterMk cId="1080530195" sldId="2147483962"/>
            <pc:sldLayoutMk cId="546900547" sldId="2147483964"/>
          </pc:sldLayoutMkLst>
        </pc:sldLayoutChg>
        <pc:sldLayoutChg chg="del">
          <pc:chgData name="Wang, Wei" userId="627587dd-935f-4f2b-a6c6-edd4e0dcbff5" providerId="ADAL" clId="{796CDDF5-5949-44F3-BAA6-8FB6FB2A875D}" dt="2019-11-29T15:46:47.583" v="82" actId="2696"/>
          <pc:sldLayoutMkLst>
            <pc:docMk/>
            <pc:sldMasterMk cId="1080530195" sldId="2147483962"/>
            <pc:sldLayoutMk cId="2674936724" sldId="2147483965"/>
          </pc:sldLayoutMkLst>
        </pc:sldLayoutChg>
        <pc:sldLayoutChg chg="del">
          <pc:chgData name="Wang, Wei" userId="627587dd-935f-4f2b-a6c6-edd4e0dcbff5" providerId="ADAL" clId="{796CDDF5-5949-44F3-BAA6-8FB6FB2A875D}" dt="2019-11-29T15:46:47.589" v="83" actId="2696"/>
          <pc:sldLayoutMkLst>
            <pc:docMk/>
            <pc:sldMasterMk cId="1080530195" sldId="2147483962"/>
            <pc:sldLayoutMk cId="2855272931" sldId="2147483966"/>
          </pc:sldLayoutMkLst>
        </pc:sldLayoutChg>
        <pc:sldLayoutChg chg="del">
          <pc:chgData name="Wang, Wei" userId="627587dd-935f-4f2b-a6c6-edd4e0dcbff5" providerId="ADAL" clId="{796CDDF5-5949-44F3-BAA6-8FB6FB2A875D}" dt="2019-11-29T15:46:47.592" v="84" actId="2696"/>
          <pc:sldLayoutMkLst>
            <pc:docMk/>
            <pc:sldMasterMk cId="1080530195" sldId="2147483962"/>
            <pc:sldLayoutMk cId="1008354066" sldId="2147483967"/>
          </pc:sldLayoutMkLst>
        </pc:sldLayoutChg>
        <pc:sldLayoutChg chg="del">
          <pc:chgData name="Wang, Wei" userId="627587dd-935f-4f2b-a6c6-edd4e0dcbff5" providerId="ADAL" clId="{796CDDF5-5949-44F3-BAA6-8FB6FB2A875D}" dt="2019-11-29T15:46:47.595" v="85" actId="2696"/>
          <pc:sldLayoutMkLst>
            <pc:docMk/>
            <pc:sldMasterMk cId="1080530195" sldId="2147483962"/>
            <pc:sldLayoutMk cId="1240154065" sldId="2147483968"/>
          </pc:sldLayoutMkLst>
        </pc:sldLayoutChg>
        <pc:sldLayoutChg chg="del">
          <pc:chgData name="Wang, Wei" userId="627587dd-935f-4f2b-a6c6-edd4e0dcbff5" providerId="ADAL" clId="{796CDDF5-5949-44F3-BAA6-8FB6FB2A875D}" dt="2019-11-29T15:46:47.597" v="86" actId="2696"/>
          <pc:sldLayoutMkLst>
            <pc:docMk/>
            <pc:sldMasterMk cId="1080530195" sldId="2147483962"/>
            <pc:sldLayoutMk cId="4211968076" sldId="2147483969"/>
          </pc:sldLayoutMkLst>
        </pc:sldLayoutChg>
        <pc:sldLayoutChg chg="del">
          <pc:chgData name="Wang, Wei" userId="627587dd-935f-4f2b-a6c6-edd4e0dcbff5" providerId="ADAL" clId="{796CDDF5-5949-44F3-BAA6-8FB6FB2A875D}" dt="2019-11-29T15:46:47.599" v="87" actId="2696"/>
          <pc:sldLayoutMkLst>
            <pc:docMk/>
            <pc:sldMasterMk cId="1080530195" sldId="2147483962"/>
            <pc:sldLayoutMk cId="3097252238" sldId="2147483970"/>
          </pc:sldLayoutMkLst>
        </pc:sldLayoutChg>
        <pc:sldLayoutChg chg="del">
          <pc:chgData name="Wang, Wei" userId="627587dd-935f-4f2b-a6c6-edd4e0dcbff5" providerId="ADAL" clId="{796CDDF5-5949-44F3-BAA6-8FB6FB2A875D}" dt="2019-11-29T15:46:47.601" v="88" actId="2696"/>
          <pc:sldLayoutMkLst>
            <pc:docMk/>
            <pc:sldMasterMk cId="1080530195" sldId="2147483962"/>
            <pc:sldLayoutMk cId="27257390" sldId="2147483971"/>
          </pc:sldLayoutMkLst>
        </pc:sldLayoutChg>
        <pc:sldLayoutChg chg="del">
          <pc:chgData name="Wang, Wei" userId="627587dd-935f-4f2b-a6c6-edd4e0dcbff5" providerId="ADAL" clId="{796CDDF5-5949-44F3-BAA6-8FB6FB2A875D}" dt="2019-11-29T15:46:47.605" v="89" actId="2696"/>
          <pc:sldLayoutMkLst>
            <pc:docMk/>
            <pc:sldMasterMk cId="1080530195" sldId="2147483962"/>
            <pc:sldLayoutMk cId="1193949206" sldId="2147483972"/>
          </pc:sldLayoutMkLst>
        </pc:sldLayoutChg>
        <pc:sldLayoutChg chg="del">
          <pc:chgData name="Wang, Wei" userId="627587dd-935f-4f2b-a6c6-edd4e0dcbff5" providerId="ADAL" clId="{796CDDF5-5949-44F3-BAA6-8FB6FB2A875D}" dt="2019-11-29T15:46:47.608" v="90" actId="2696"/>
          <pc:sldLayoutMkLst>
            <pc:docMk/>
            <pc:sldMasterMk cId="1080530195" sldId="2147483962"/>
            <pc:sldLayoutMk cId="2381227583" sldId="2147483973"/>
          </pc:sldLayoutMkLst>
        </pc:sldLayoutChg>
        <pc:sldLayoutChg chg="del">
          <pc:chgData name="Wang, Wei" userId="627587dd-935f-4f2b-a6c6-edd4e0dcbff5" providerId="ADAL" clId="{796CDDF5-5949-44F3-BAA6-8FB6FB2A875D}" dt="2019-11-29T15:46:47.611" v="91" actId="2696"/>
          <pc:sldLayoutMkLst>
            <pc:docMk/>
            <pc:sldMasterMk cId="1080530195" sldId="2147483962"/>
            <pc:sldLayoutMk cId="2016173734" sldId="2147483974"/>
          </pc:sldLayoutMkLst>
        </pc:sldLayoutChg>
        <pc:sldLayoutChg chg="del">
          <pc:chgData name="Wang, Wei" userId="627587dd-935f-4f2b-a6c6-edd4e0dcbff5" providerId="ADAL" clId="{796CDDF5-5949-44F3-BAA6-8FB6FB2A875D}" dt="2019-11-29T15:46:47.614" v="92" actId="2696"/>
          <pc:sldLayoutMkLst>
            <pc:docMk/>
            <pc:sldMasterMk cId="1080530195" sldId="2147483962"/>
            <pc:sldLayoutMk cId="1732180434" sldId="2147483975"/>
          </pc:sldLayoutMkLst>
        </pc:sldLayoutChg>
        <pc:sldLayoutChg chg="del">
          <pc:chgData name="Wang, Wei" userId="627587dd-935f-4f2b-a6c6-edd4e0dcbff5" providerId="ADAL" clId="{796CDDF5-5949-44F3-BAA6-8FB6FB2A875D}" dt="2019-11-29T15:46:47.617" v="93" actId="2696"/>
          <pc:sldLayoutMkLst>
            <pc:docMk/>
            <pc:sldMasterMk cId="1080530195" sldId="2147483962"/>
            <pc:sldLayoutMk cId="3500380737" sldId="2147483976"/>
          </pc:sldLayoutMkLst>
        </pc:sldLayoutChg>
        <pc:sldLayoutChg chg="del">
          <pc:chgData name="Wang, Wei" userId="627587dd-935f-4f2b-a6c6-edd4e0dcbff5" providerId="ADAL" clId="{796CDDF5-5949-44F3-BAA6-8FB6FB2A875D}" dt="2019-11-29T15:46:47.620" v="94" actId="2696"/>
          <pc:sldLayoutMkLst>
            <pc:docMk/>
            <pc:sldMasterMk cId="1080530195" sldId="2147483962"/>
            <pc:sldLayoutMk cId="337557285" sldId="2147483977"/>
          </pc:sldLayoutMkLst>
        </pc:sldLayoutChg>
        <pc:sldLayoutChg chg="del">
          <pc:chgData name="Wang, Wei" userId="627587dd-935f-4f2b-a6c6-edd4e0dcbff5" providerId="ADAL" clId="{796CDDF5-5949-44F3-BAA6-8FB6FB2A875D}" dt="2019-11-29T15:46:47.625" v="95" actId="2696"/>
          <pc:sldLayoutMkLst>
            <pc:docMk/>
            <pc:sldMasterMk cId="1080530195" sldId="2147483962"/>
            <pc:sldLayoutMk cId="3053953131" sldId="2147483978"/>
          </pc:sldLayoutMkLst>
        </pc:sldLayoutChg>
        <pc:sldLayoutChg chg="del">
          <pc:chgData name="Wang, Wei" userId="627587dd-935f-4f2b-a6c6-edd4e0dcbff5" providerId="ADAL" clId="{796CDDF5-5949-44F3-BAA6-8FB6FB2A875D}" dt="2019-11-29T15:46:47.628" v="96" actId="2696"/>
          <pc:sldLayoutMkLst>
            <pc:docMk/>
            <pc:sldMasterMk cId="1080530195" sldId="2147483962"/>
            <pc:sldLayoutMk cId="1170519112" sldId="2147483979"/>
          </pc:sldLayoutMkLst>
        </pc:sldLayoutChg>
        <pc:sldLayoutChg chg="del">
          <pc:chgData name="Wang, Wei" userId="627587dd-935f-4f2b-a6c6-edd4e0dcbff5" providerId="ADAL" clId="{796CDDF5-5949-44F3-BAA6-8FB6FB2A875D}" dt="2019-11-29T15:46:47.630" v="97" actId="2696"/>
          <pc:sldLayoutMkLst>
            <pc:docMk/>
            <pc:sldMasterMk cId="1080530195" sldId="2147483962"/>
            <pc:sldLayoutMk cId="2302333502" sldId="2147483980"/>
          </pc:sldLayoutMkLst>
        </pc:sldLayoutChg>
        <pc:sldLayoutChg chg="del">
          <pc:chgData name="Wang, Wei" userId="627587dd-935f-4f2b-a6c6-edd4e0dcbff5" providerId="ADAL" clId="{796CDDF5-5949-44F3-BAA6-8FB6FB2A875D}" dt="2019-11-29T15:46:47.633" v="98" actId="2696"/>
          <pc:sldLayoutMkLst>
            <pc:docMk/>
            <pc:sldMasterMk cId="1080530195" sldId="2147483962"/>
            <pc:sldLayoutMk cId="1402184421" sldId="2147483981"/>
          </pc:sldLayoutMkLst>
        </pc:sldLayoutChg>
        <pc:sldLayoutChg chg="del">
          <pc:chgData name="Wang, Wei" userId="627587dd-935f-4f2b-a6c6-edd4e0dcbff5" providerId="ADAL" clId="{796CDDF5-5949-44F3-BAA6-8FB6FB2A875D}" dt="2019-11-29T15:46:47.637" v="99" actId="2696"/>
          <pc:sldLayoutMkLst>
            <pc:docMk/>
            <pc:sldMasterMk cId="1080530195" sldId="2147483962"/>
            <pc:sldLayoutMk cId="630783898" sldId="2147483982"/>
          </pc:sldLayoutMkLst>
        </pc:sldLayoutChg>
        <pc:sldLayoutChg chg="del">
          <pc:chgData name="Wang, Wei" userId="627587dd-935f-4f2b-a6c6-edd4e0dcbff5" providerId="ADAL" clId="{796CDDF5-5949-44F3-BAA6-8FB6FB2A875D}" dt="2019-11-29T15:46:47.642" v="100" actId="2696"/>
          <pc:sldLayoutMkLst>
            <pc:docMk/>
            <pc:sldMasterMk cId="1080530195" sldId="2147483962"/>
            <pc:sldLayoutMk cId="1553019812" sldId="2147483983"/>
          </pc:sldLayoutMkLst>
        </pc:sldLayoutChg>
        <pc:sldLayoutChg chg="del">
          <pc:chgData name="Wang, Wei" userId="627587dd-935f-4f2b-a6c6-edd4e0dcbff5" providerId="ADAL" clId="{796CDDF5-5949-44F3-BAA6-8FB6FB2A875D}" dt="2019-11-29T15:46:47.644" v="101" actId="2696"/>
          <pc:sldLayoutMkLst>
            <pc:docMk/>
            <pc:sldMasterMk cId="1080530195" sldId="2147483962"/>
            <pc:sldLayoutMk cId="190657314" sldId="2147483984"/>
          </pc:sldLayoutMkLst>
        </pc:sldLayoutChg>
        <pc:sldLayoutChg chg="del">
          <pc:chgData name="Wang, Wei" userId="627587dd-935f-4f2b-a6c6-edd4e0dcbff5" providerId="ADAL" clId="{796CDDF5-5949-44F3-BAA6-8FB6FB2A875D}" dt="2019-11-29T15:46:47.646" v="102" actId="2696"/>
          <pc:sldLayoutMkLst>
            <pc:docMk/>
            <pc:sldMasterMk cId="1080530195" sldId="2147483962"/>
            <pc:sldLayoutMk cId="3655770240" sldId="2147483985"/>
          </pc:sldLayoutMkLst>
        </pc:sldLayoutChg>
        <pc:sldLayoutChg chg="del">
          <pc:chgData name="Wang, Wei" userId="627587dd-935f-4f2b-a6c6-edd4e0dcbff5" providerId="ADAL" clId="{796CDDF5-5949-44F3-BAA6-8FB6FB2A875D}" dt="2019-11-29T15:46:47.648" v="103" actId="2696"/>
          <pc:sldLayoutMkLst>
            <pc:docMk/>
            <pc:sldMasterMk cId="1080530195" sldId="2147483962"/>
            <pc:sldLayoutMk cId="4269198823" sldId="2147483986"/>
          </pc:sldLayoutMkLst>
        </pc:sldLayoutChg>
        <pc:sldLayoutChg chg="del">
          <pc:chgData name="Wang, Wei" userId="627587dd-935f-4f2b-a6c6-edd4e0dcbff5" providerId="ADAL" clId="{796CDDF5-5949-44F3-BAA6-8FB6FB2A875D}" dt="2019-11-29T15:46:47.651" v="104" actId="2696"/>
          <pc:sldLayoutMkLst>
            <pc:docMk/>
            <pc:sldMasterMk cId="1080530195" sldId="2147483962"/>
            <pc:sldLayoutMk cId="3951579899" sldId="2147483987"/>
          </pc:sldLayoutMkLst>
        </pc:sldLayoutChg>
        <pc:sldLayoutChg chg="del">
          <pc:chgData name="Wang, Wei" userId="627587dd-935f-4f2b-a6c6-edd4e0dcbff5" providerId="ADAL" clId="{796CDDF5-5949-44F3-BAA6-8FB6FB2A875D}" dt="2019-11-29T15:46:47.655" v="105" actId="2696"/>
          <pc:sldLayoutMkLst>
            <pc:docMk/>
            <pc:sldMasterMk cId="1080530195" sldId="2147483962"/>
            <pc:sldLayoutMk cId="3762135378" sldId="2147483988"/>
          </pc:sldLayoutMkLst>
        </pc:sldLayoutChg>
        <pc:sldLayoutChg chg="del">
          <pc:chgData name="Wang, Wei" userId="627587dd-935f-4f2b-a6c6-edd4e0dcbff5" providerId="ADAL" clId="{796CDDF5-5949-44F3-BAA6-8FB6FB2A875D}" dt="2019-11-29T15:46:47.659" v="106" actId="2696"/>
          <pc:sldLayoutMkLst>
            <pc:docMk/>
            <pc:sldMasterMk cId="1080530195" sldId="2147483962"/>
            <pc:sldLayoutMk cId="4031858543" sldId="2147483989"/>
          </pc:sldLayoutMkLst>
        </pc:sldLayoutChg>
        <pc:sldLayoutChg chg="del">
          <pc:chgData name="Wang, Wei" userId="627587dd-935f-4f2b-a6c6-edd4e0dcbff5" providerId="ADAL" clId="{796CDDF5-5949-44F3-BAA6-8FB6FB2A875D}" dt="2019-11-29T15:46:47.662" v="107" actId="2696"/>
          <pc:sldLayoutMkLst>
            <pc:docMk/>
            <pc:sldMasterMk cId="1080530195" sldId="2147483962"/>
            <pc:sldLayoutMk cId="1584514353" sldId="2147483990"/>
          </pc:sldLayoutMkLst>
        </pc:sldLayoutChg>
      </pc:sldMasterChg>
    </pc:docChg>
  </pc:docChgLst>
  <pc:docChgLst>
    <pc:chgData name="Wang, Wei" userId="627587dd-935f-4f2b-a6c6-edd4e0dcbff5" providerId="ADAL" clId="{EE3651F4-4975-407B-9C59-AD12FA1F45DF}"/>
    <pc:docChg chg="delSld delMainMaster">
      <pc:chgData name="Wang, Wei" userId="627587dd-935f-4f2b-a6c6-edd4e0dcbff5" providerId="ADAL" clId="{EE3651F4-4975-407B-9C59-AD12FA1F45DF}" dt="2021-07-20T10:34:44.097" v="1" actId="47"/>
      <pc:docMkLst>
        <pc:docMk/>
      </pc:docMkLst>
      <pc:sldChg chg="del">
        <pc:chgData name="Wang, Wei" userId="627587dd-935f-4f2b-a6c6-edd4e0dcbff5" providerId="ADAL" clId="{EE3651F4-4975-407B-9C59-AD12FA1F45DF}" dt="2021-07-20T10:34:44.097" v="1" actId="47"/>
        <pc:sldMkLst>
          <pc:docMk/>
          <pc:sldMk cId="1028377212" sldId="2317"/>
        </pc:sldMkLst>
      </pc:sldChg>
      <pc:sldChg chg="del">
        <pc:chgData name="Wang, Wei" userId="627587dd-935f-4f2b-a6c6-edd4e0dcbff5" providerId="ADAL" clId="{EE3651F4-4975-407B-9C59-AD12FA1F45DF}" dt="2021-07-20T10:34:43.218" v="0" actId="47"/>
        <pc:sldMkLst>
          <pc:docMk/>
          <pc:sldMk cId="1069951444" sldId="2320"/>
        </pc:sldMkLst>
      </pc:sldChg>
      <pc:sldChg chg="del">
        <pc:chgData name="Wang, Wei" userId="627587dd-935f-4f2b-a6c6-edd4e0dcbff5" providerId="ADAL" clId="{EE3651F4-4975-407B-9C59-AD12FA1F45DF}" dt="2021-07-20T10:34:43.218" v="0" actId="47"/>
        <pc:sldMkLst>
          <pc:docMk/>
          <pc:sldMk cId="941152138" sldId="2321"/>
        </pc:sldMkLst>
      </pc:sldChg>
      <pc:sldMasterChg chg="del delSldLayout">
        <pc:chgData name="Wang, Wei" userId="627587dd-935f-4f2b-a6c6-edd4e0dcbff5" providerId="ADAL" clId="{EE3651F4-4975-407B-9C59-AD12FA1F45DF}" dt="2021-07-20T10:34:44.097" v="1" actId="47"/>
        <pc:sldMasterMkLst>
          <pc:docMk/>
          <pc:sldMasterMk cId="1583574900" sldId="2147483648"/>
        </pc:sldMasterMkLst>
        <pc:sldLayoutChg chg="del">
          <pc:chgData name="Wang, Wei" userId="627587dd-935f-4f2b-a6c6-edd4e0dcbff5" providerId="ADAL" clId="{EE3651F4-4975-407B-9C59-AD12FA1F45DF}" dt="2021-07-20T10:34:44.097" v="1" actId="47"/>
          <pc:sldLayoutMkLst>
            <pc:docMk/>
            <pc:sldMasterMk cId="1583574900" sldId="2147483648"/>
            <pc:sldLayoutMk cId="1650472377" sldId="2147483650"/>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1636589590" sldId="2147483654"/>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2202305574" sldId="2147483655"/>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1882155853" sldId="2147483657"/>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1265934994" sldId="2147483664"/>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3792690241" sldId="2147483668"/>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1239496803" sldId="2147483679"/>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1669711868" sldId="2147483684"/>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685"/>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673999311" sldId="2147483688"/>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691"/>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692"/>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1283683246" sldId="2147483693"/>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695"/>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696"/>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698"/>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699"/>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700"/>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701"/>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0" sldId="2147483717"/>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1228748614" sldId="2147483817"/>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4061941092" sldId="2147483818"/>
          </pc:sldLayoutMkLst>
        </pc:sldLayoutChg>
        <pc:sldLayoutChg chg="del">
          <pc:chgData name="Wang, Wei" userId="627587dd-935f-4f2b-a6c6-edd4e0dcbff5" providerId="ADAL" clId="{EE3651F4-4975-407B-9C59-AD12FA1F45DF}" dt="2021-07-20T10:34:44.097" v="1" actId="47"/>
          <pc:sldLayoutMkLst>
            <pc:docMk/>
            <pc:sldMasterMk cId="1583574900" sldId="2147483648"/>
            <pc:sldLayoutMk cId="280407589" sldId="2147483819"/>
          </pc:sldLayoutMkLst>
        </pc:sldLayoutChg>
      </pc:sldMasterChg>
    </pc:docChg>
  </pc:docChgLst>
  <pc:docChgLst>
    <pc:chgData name="Wang, Wei" userId="627587dd-935f-4f2b-a6c6-edd4e0dcbff5" providerId="ADAL" clId="{86ACA855-F840-4FDB-ADBF-075DB18FEF2B}"/>
    <pc:docChg chg="modSld">
      <pc:chgData name="Wang, Wei" userId="627587dd-935f-4f2b-a6c6-edd4e0dcbff5" providerId="ADAL" clId="{86ACA855-F840-4FDB-ADBF-075DB18FEF2B}" dt="2024-04-22T14:44:17.655" v="6" actId="1035"/>
      <pc:docMkLst>
        <pc:docMk/>
      </pc:docMkLst>
      <pc:sldChg chg="modSp mod">
        <pc:chgData name="Wang, Wei" userId="627587dd-935f-4f2b-a6c6-edd4e0dcbff5" providerId="ADAL" clId="{86ACA855-F840-4FDB-ADBF-075DB18FEF2B}" dt="2024-04-22T14:44:17.655" v="6" actId="1035"/>
        <pc:sldMkLst>
          <pc:docMk/>
          <pc:sldMk cId="1265138771" sldId="3220"/>
        </pc:sldMkLst>
        <pc:spChg chg="mod">
          <ac:chgData name="Wang, Wei" userId="627587dd-935f-4f2b-a6c6-edd4e0dcbff5" providerId="ADAL" clId="{86ACA855-F840-4FDB-ADBF-075DB18FEF2B}" dt="2024-04-22T14:44:17.655" v="6" actId="1035"/>
          <ac:spMkLst>
            <pc:docMk/>
            <pc:sldMk cId="1265138771" sldId="3220"/>
            <ac:spMk id="7" creationId="{2AC8C83A-E67F-40BE-8EB4-CB2D77E31BB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22/04/2024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7793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88F551-394F-40D6-9B2D-12F708E483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00394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4.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4.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Master" Target="../slideMasters/slideMaster4.xml"/><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Master" Target="../slideMasters/slideMaster5.xml"/><Relationship Id="rId4"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9.jpeg"/><Relationship Id="rId1" Type="http://schemas.openxmlformats.org/officeDocument/2006/relationships/slideMaster" Target="../slideMasters/slideMaster5.xml"/><Relationship Id="rId4"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9" name="Picture 8" descr="A picture containing person, indoor, person&#10;&#10;Description automatically generated">
            <a:extLst>
              <a:ext uri="{FF2B5EF4-FFF2-40B4-BE49-F238E27FC236}">
                <a16:creationId xmlns:a16="http://schemas.microsoft.com/office/drawing/2014/main" id="{B4398B87-EDBF-49C7-9FE0-B78AFAF59A6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2000"/>
                    </a14:imgEffect>
                  </a14:imgLayer>
                </a14:imgProps>
              </a:ext>
              <a:ext uri="{28A0092B-C50C-407E-A947-70E740481C1C}">
                <a14:useLocalDpi xmlns:a14="http://schemas.microsoft.com/office/drawing/2010/main" val="0"/>
              </a:ext>
            </a:extLst>
          </a:blip>
          <a:stretch>
            <a:fillRect/>
          </a:stretch>
        </p:blipFill>
        <p:spPr>
          <a:xfrm>
            <a:off x="1" y="646239"/>
            <a:ext cx="12191999" cy="4993200"/>
          </a:xfrm>
          <a:prstGeom prst="rect">
            <a:avLst/>
          </a:prstGeom>
        </p:spPr>
      </p:pic>
      <p:sp>
        <p:nvSpPr>
          <p:cNvPr id="6" name="Rectangle 5"/>
          <p:cNvSpPr/>
          <p:nvPr userDrawn="1"/>
        </p:nvSpPr>
        <p:spPr>
          <a:xfrm>
            <a:off x="0" y="4199439"/>
            <a:ext cx="12192000" cy="1440000"/>
          </a:xfrm>
          <a:prstGeom prst="rect">
            <a:avLst/>
          </a:prstGeom>
          <a:solidFill>
            <a:srgbClr val="005955">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a:extLst>
              <a:ext uri="{FF2B5EF4-FFF2-40B4-BE49-F238E27FC236}">
                <a16:creationId xmlns:a16="http://schemas.microsoft.com/office/drawing/2014/main" id="{A9600844-215D-46A5-851C-B55536BEB77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06400" y="4377384"/>
            <a:ext cx="1173600" cy="1173600"/>
          </a:xfrm>
          <a:prstGeom prst="rect">
            <a:avLst/>
          </a:prstGeom>
        </p:spPr>
      </p:pic>
    </p:spTree>
    <p:extLst>
      <p:ext uri="{BB962C8B-B14F-4D97-AF65-F5344CB8AC3E}">
        <p14:creationId xmlns:p14="http://schemas.microsoft.com/office/powerpoint/2010/main" val="4111009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ackgrou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E0D7-9010-4EA3-8D94-1310B7813E1E}"/>
              </a:ext>
            </a:extLst>
          </p:cNvPr>
          <p:cNvSpPr>
            <a:spLocks noGrp="1"/>
          </p:cNvSpPr>
          <p:nvPr>
            <p:ph type="title"/>
          </p:nvPr>
        </p:nvSpPr>
        <p:spPr>
          <a:xfrm>
            <a:off x="1627200" y="210344"/>
            <a:ext cx="10048861" cy="984247"/>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3204A71-03CF-4069-AAF3-FCD4B29802FD}"/>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1A88C93B-3309-4CDD-8E93-9BC031BCA55F}"/>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5" name="Picture 4">
            <a:extLst>
              <a:ext uri="{FF2B5EF4-FFF2-40B4-BE49-F238E27FC236}">
                <a16:creationId xmlns:a16="http://schemas.microsoft.com/office/drawing/2014/main" id="{B0569AC9-2439-4739-83B0-40ED089A3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6" name="Rectangle 5">
            <a:extLst>
              <a:ext uri="{FF2B5EF4-FFF2-40B4-BE49-F238E27FC236}">
                <a16:creationId xmlns:a16="http://schemas.microsoft.com/office/drawing/2014/main" id="{2E8C4CA7-D47E-47B4-9560-4C33FA23FFDE}"/>
              </a:ext>
            </a:extLst>
          </p:cNvPr>
          <p:cNvSpPr/>
          <p:nvPr userDrawn="1"/>
        </p:nvSpPr>
        <p:spPr>
          <a:xfrm>
            <a:off x="0" y="1340603"/>
            <a:ext cx="12192000" cy="4902409"/>
          </a:xfrm>
          <a:prstGeom prst="rect">
            <a:avLst/>
          </a:prstGeom>
          <a:gradFill flip="none" rotWithShape="1">
            <a:gsLst>
              <a:gs pos="0">
                <a:schemeClr val="accent6">
                  <a:lumMod val="75000"/>
                  <a:alpha val="85000"/>
                </a:schemeClr>
              </a:gs>
              <a:gs pos="100000">
                <a:schemeClr val="accent4">
                  <a:lumMod val="50000"/>
                  <a:alpha val="6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75A368A-18C4-4572-BEE6-47A28FFDE898}"/>
              </a:ext>
            </a:extLst>
          </p:cNvPr>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a:extLst>
              <a:ext uri="{FF2B5EF4-FFF2-40B4-BE49-F238E27FC236}">
                <a16:creationId xmlns:a16="http://schemas.microsoft.com/office/drawing/2014/main" id="{8F22EA1E-3D60-43D9-B6E0-84F348DF3D73}"/>
              </a:ext>
            </a:extLst>
          </p:cNvPr>
          <p:cNvGrpSpPr/>
          <p:nvPr/>
        </p:nvGrpSpPr>
        <p:grpSpPr>
          <a:xfrm>
            <a:off x="515937" y="326276"/>
            <a:ext cx="902611" cy="902611"/>
            <a:chOff x="4492144" y="190843"/>
            <a:chExt cx="855656" cy="855656"/>
          </a:xfrm>
        </p:grpSpPr>
        <p:sp>
          <p:nvSpPr>
            <p:cNvPr id="11" name="Oval 10">
              <a:extLst>
                <a:ext uri="{FF2B5EF4-FFF2-40B4-BE49-F238E27FC236}">
                  <a16:creationId xmlns:a16="http://schemas.microsoft.com/office/drawing/2014/main" id="{A0BB4967-0053-4847-85C4-5DC257062DC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F415222-5057-4987-9DFE-3EE144B41D5A}"/>
                </a:ext>
              </a:extLst>
            </p:cNvPr>
            <p:cNvSpPr/>
            <p:nvPr/>
          </p:nvSpPr>
          <p:spPr>
            <a:xfrm>
              <a:off x="4551137" y="249836"/>
              <a:ext cx="737671" cy="7376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61CFEB2D-0D8C-457C-86F6-03C583D240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3522" y="556236"/>
            <a:ext cx="457200" cy="457200"/>
          </a:xfrm>
          <a:prstGeom prst="rect">
            <a:avLst/>
          </a:prstGeom>
        </p:spPr>
      </p:pic>
    </p:spTree>
    <p:extLst>
      <p:ext uri="{BB962C8B-B14F-4D97-AF65-F5344CB8AC3E}">
        <p14:creationId xmlns:p14="http://schemas.microsoft.com/office/powerpoint/2010/main" val="60560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 name="Group 3">
            <a:extLst>
              <a:ext uri="{FF2B5EF4-FFF2-40B4-BE49-F238E27FC236}">
                <a16:creationId xmlns:a16="http://schemas.microsoft.com/office/drawing/2014/main" id="{AC16BFA5-EFD0-4193-B052-B6DD9D50B2A1}"/>
              </a:ext>
            </a:extLst>
          </p:cNvPr>
          <p:cNvGrpSpPr/>
          <p:nvPr userDrawn="1"/>
        </p:nvGrpSpPr>
        <p:grpSpPr>
          <a:xfrm>
            <a:off x="514800" y="327600"/>
            <a:ext cx="902611" cy="902611"/>
            <a:chOff x="514800" y="327600"/>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4800" y="327600"/>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3522" y="556236"/>
              <a:ext cx="457200" cy="457200"/>
            </a:xfrm>
            <a:prstGeom prst="rect">
              <a:avLst/>
            </a:prstGeom>
          </p:spPr>
        </p:pic>
      </p:grpSp>
    </p:spTree>
    <p:extLst>
      <p:ext uri="{BB962C8B-B14F-4D97-AF65-F5344CB8AC3E}">
        <p14:creationId xmlns:p14="http://schemas.microsoft.com/office/powerpoint/2010/main" val="4242221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514800" y="327600"/>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52229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514800" y="327600"/>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810837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no Icon">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10164784"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040612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5959551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Course Demo">
    <p:spTree>
      <p:nvGrpSpPr>
        <p:cNvPr id="1" name=""/>
        <p:cNvGrpSpPr/>
        <p:nvPr/>
      </p:nvGrpSpPr>
      <p:grpSpPr>
        <a:xfrm>
          <a:off x="0" y="0"/>
          <a:ext cx="0" cy="0"/>
          <a:chOff x="0" y="0"/>
          <a:chExt cx="0" cy="0"/>
        </a:xfrm>
      </p:grpSpPr>
      <p:pic>
        <p:nvPicPr>
          <p:cNvPr id="20" name="Picture 19" descr="A picture containing person, indoor, person&#10;&#10;Description automatically generated">
            <a:extLst>
              <a:ext uri="{FF2B5EF4-FFF2-40B4-BE49-F238E27FC236}">
                <a16:creationId xmlns:a16="http://schemas.microsoft.com/office/drawing/2014/main" id="{F6B230B1-6BB1-46AA-A0B5-361EE819947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2000"/>
                    </a14:imgEffect>
                  </a14:imgLayer>
                </a14:imgProps>
              </a:ext>
              <a:ext uri="{28A0092B-C50C-407E-A947-70E740481C1C}">
                <a14:useLocalDpi xmlns:a14="http://schemas.microsoft.com/office/drawing/2010/main" val="0"/>
              </a:ext>
            </a:extLst>
          </a:blip>
          <a:stretch>
            <a:fillRect/>
          </a:stretch>
        </p:blipFill>
        <p:spPr>
          <a:xfrm>
            <a:off x="1" y="459468"/>
            <a:ext cx="12191999" cy="4993200"/>
          </a:xfrm>
          <a:prstGeom prst="rect">
            <a:avLst/>
          </a:prstGeom>
        </p:spPr>
      </p:pic>
      <p:sp>
        <p:nvSpPr>
          <p:cNvPr id="7" name="Rectangle 6">
            <a:extLst>
              <a:ext uri="{FF2B5EF4-FFF2-40B4-BE49-F238E27FC236}">
                <a16:creationId xmlns:a16="http://schemas.microsoft.com/office/drawing/2014/main" id="{CBFFA971-7AD3-420C-A998-A5620740FC7C}"/>
              </a:ext>
            </a:extLst>
          </p:cNvPr>
          <p:cNvSpPr/>
          <p:nvPr userDrawn="1"/>
        </p:nvSpPr>
        <p:spPr>
          <a:xfrm>
            <a:off x="7077073" y="0"/>
            <a:ext cx="5114927" cy="6858000"/>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BD4BCCDE-BDBD-4BE6-B688-19A2DBE9940F}"/>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7645ACEF-FE10-48B1-9E1B-C8442C623D59}"/>
              </a:ext>
            </a:extLst>
          </p:cNvPr>
          <p:cNvSpPr>
            <a:spLocks noGrp="1"/>
          </p:cNvSpPr>
          <p:nvPr>
            <p:ph type="sldNum" sz="quarter" idx="11"/>
          </p:nvPr>
        </p:nvSpPr>
        <p:spPr/>
        <p:txBody>
          <a:bodyPr/>
          <a:lstStyle/>
          <a:p>
            <a:fld id="{F4C94289-3309-4C35-850A-56FD49B3E346}" type="slidenum">
              <a:rPr lang="en-GB" smtClean="0"/>
              <a:pPr/>
              <a:t>‹#›</a:t>
            </a:fld>
            <a:endParaRPr lang="en-GB" dirty="0"/>
          </a:p>
        </p:txBody>
      </p:sp>
      <p:grpSp>
        <p:nvGrpSpPr>
          <p:cNvPr id="9" name="Group 8">
            <a:extLst>
              <a:ext uri="{FF2B5EF4-FFF2-40B4-BE49-F238E27FC236}">
                <a16:creationId xmlns:a16="http://schemas.microsoft.com/office/drawing/2014/main" id="{71F9A56E-0A83-4FC4-A927-AB2B408EFB62}"/>
              </a:ext>
            </a:extLst>
          </p:cNvPr>
          <p:cNvGrpSpPr/>
          <p:nvPr/>
        </p:nvGrpSpPr>
        <p:grpSpPr>
          <a:xfrm>
            <a:off x="10001920" y="1450390"/>
            <a:ext cx="1328400" cy="1327985"/>
            <a:chOff x="4492144" y="190843"/>
            <a:chExt cx="855656" cy="855656"/>
          </a:xfrm>
        </p:grpSpPr>
        <p:sp>
          <p:nvSpPr>
            <p:cNvPr id="11" name="Oval 10">
              <a:extLst>
                <a:ext uri="{FF2B5EF4-FFF2-40B4-BE49-F238E27FC236}">
                  <a16:creationId xmlns:a16="http://schemas.microsoft.com/office/drawing/2014/main" id="{F8EED97D-A281-4BF3-81D4-5022073A6A3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FC49233-5249-4739-A1F1-379B26E466FE}"/>
                </a:ext>
              </a:extLst>
            </p:cNvPr>
            <p:cNvSpPr/>
            <p:nvPr/>
          </p:nvSpPr>
          <p:spPr>
            <a:xfrm>
              <a:off x="4551137" y="249836"/>
              <a:ext cx="737671" cy="7376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E8DFD7DA-D133-499C-B5FD-0FEB3B3851C7}"/>
              </a:ext>
            </a:extLst>
          </p:cNvPr>
          <p:cNvSpPr/>
          <p:nvPr userDrawn="1"/>
        </p:nvSpPr>
        <p:spPr>
          <a:xfrm>
            <a:off x="0" y="4498848"/>
            <a:ext cx="5330952" cy="959358"/>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C5285-5510-4434-A3B1-097CC11F2EFD}"/>
              </a:ext>
            </a:extLst>
          </p:cNvPr>
          <p:cNvSpPr>
            <a:spLocks noGrp="1"/>
          </p:cNvSpPr>
          <p:nvPr userDrawn="1">
            <p:ph type="title"/>
          </p:nvPr>
        </p:nvSpPr>
        <p:spPr>
          <a:xfrm>
            <a:off x="7483856" y="3052676"/>
            <a:ext cx="4275328" cy="1793643"/>
          </a:xfrm>
        </p:spPr>
        <p:txBody>
          <a:bodyPr/>
          <a:lstStyle>
            <a:lvl1pPr>
              <a:defRPr sz="4000">
                <a:solidFill>
                  <a:schemeClr val="bg1"/>
                </a:solidFill>
              </a:defRPr>
            </a:lvl1pPr>
          </a:lstStyle>
          <a:p>
            <a:r>
              <a:rPr lang="en-US" dirty="0"/>
              <a:t>Click to edit Master title style</a:t>
            </a:r>
          </a:p>
        </p:txBody>
      </p:sp>
      <p:sp>
        <p:nvSpPr>
          <p:cNvPr id="16" name="TextBox 15">
            <a:extLst>
              <a:ext uri="{FF2B5EF4-FFF2-40B4-BE49-F238E27FC236}">
                <a16:creationId xmlns:a16="http://schemas.microsoft.com/office/drawing/2014/main" id="{C285A997-B528-4D91-9253-C6D57E471AE7}"/>
              </a:ext>
            </a:extLst>
          </p:cNvPr>
          <p:cNvSpPr txBox="1"/>
          <p:nvPr userDrawn="1"/>
        </p:nvSpPr>
        <p:spPr>
          <a:xfrm>
            <a:off x="256032" y="4602276"/>
            <a:ext cx="2962656" cy="850392"/>
          </a:xfrm>
          <a:prstGeom prst="rect">
            <a:avLst/>
          </a:prstGeom>
          <a:noFill/>
        </p:spPr>
        <p:txBody>
          <a:bodyPr wrap="square" lIns="0" tIns="0" rIns="0" bIns="0" rtlCol="0">
            <a:noAutofit/>
          </a:bodyPr>
          <a:lstStyle/>
          <a:p>
            <a:pPr algn="l"/>
            <a:r>
              <a:rPr lang="en-US" sz="4800" dirty="0">
                <a:solidFill>
                  <a:schemeClr val="bg1"/>
                </a:solidFill>
              </a:rPr>
              <a:t>DEMO</a:t>
            </a:r>
          </a:p>
        </p:txBody>
      </p:sp>
      <p:sp>
        <p:nvSpPr>
          <p:cNvPr id="17" name="Isosceles Triangle 16">
            <a:extLst>
              <a:ext uri="{FF2B5EF4-FFF2-40B4-BE49-F238E27FC236}">
                <a16:creationId xmlns:a16="http://schemas.microsoft.com/office/drawing/2014/main" id="{00AB9036-4189-4626-83AC-16E15E2250D7}"/>
              </a:ext>
            </a:extLst>
          </p:cNvPr>
          <p:cNvSpPr/>
          <p:nvPr userDrawn="1"/>
        </p:nvSpPr>
        <p:spPr>
          <a:xfrm rot="5400000">
            <a:off x="10433613" y="1770202"/>
            <a:ext cx="675894" cy="6768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9E78046-1769-401C-89CD-4CE546238EB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178296" y="5607730"/>
            <a:ext cx="714382" cy="534728"/>
          </a:xfrm>
          <a:prstGeom prst="rect">
            <a:avLst/>
          </a:prstGeom>
        </p:spPr>
      </p:pic>
      <p:pic>
        <p:nvPicPr>
          <p:cNvPr id="15" name="Picture 14">
            <a:extLst>
              <a:ext uri="{FF2B5EF4-FFF2-40B4-BE49-F238E27FC236}">
                <a16:creationId xmlns:a16="http://schemas.microsoft.com/office/drawing/2014/main" id="{1519858A-2224-4B02-A8B8-90DA77539F9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515960" y="4644111"/>
            <a:ext cx="687600" cy="687600"/>
          </a:xfrm>
          <a:prstGeom prst="rect">
            <a:avLst/>
          </a:prstGeom>
        </p:spPr>
      </p:pic>
    </p:spTree>
    <p:extLst>
      <p:ext uri="{BB962C8B-B14F-4D97-AF65-F5344CB8AC3E}">
        <p14:creationId xmlns:p14="http://schemas.microsoft.com/office/powerpoint/2010/main" val="1098241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dirty="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dirty="0">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dirty="0"/>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dirty="0">
                <a:solidFill>
                  <a:schemeClr val="bg1"/>
                </a:solidFill>
                <a:latin typeface="+mn-lt"/>
                <a:ea typeface="Roboto" charset="0"/>
                <a:cs typeface="Roboto" charset="0"/>
              </a:rPr>
              <a:t>Simplify, Standardize, Accelerate </a:t>
            </a:r>
          </a:p>
        </p:txBody>
      </p:sp>
      <p:grpSp>
        <p:nvGrpSpPr>
          <p:cNvPr id="7" name="Group 6">
            <a:extLst>
              <a:ext uri="{FF2B5EF4-FFF2-40B4-BE49-F238E27FC236}">
                <a16:creationId xmlns:a16="http://schemas.microsoft.com/office/drawing/2014/main" id="{2E1A3422-E66E-4444-9C31-DEDFD8C36F9B}"/>
              </a:ext>
            </a:extLst>
          </p:cNvPr>
          <p:cNvGrpSpPr/>
          <p:nvPr userDrawn="1"/>
        </p:nvGrpSpPr>
        <p:grpSpPr>
          <a:xfrm>
            <a:off x="933841" y="4138450"/>
            <a:ext cx="1328400" cy="1327985"/>
            <a:chOff x="933841" y="4138450"/>
            <a:chExt cx="1328400" cy="1327985"/>
          </a:xfrm>
        </p:grpSpPr>
        <p:grpSp>
          <p:nvGrpSpPr>
            <p:cNvPr id="6" name="Group 5">
              <a:extLst>
                <a:ext uri="{FF2B5EF4-FFF2-40B4-BE49-F238E27FC236}">
                  <a16:creationId xmlns:a16="http://schemas.microsoft.com/office/drawing/2014/main" id="{D9218C4A-13EA-45C1-B64C-51B7E9748072}"/>
                </a:ext>
              </a:extLst>
            </p:cNvPr>
            <p:cNvGrpSpPr/>
            <p:nvPr userDrawn="1"/>
          </p:nvGrpSpPr>
          <p:grpSpPr>
            <a:xfrm>
              <a:off x="933841" y="4138450"/>
              <a:ext cx="1328400" cy="1327985"/>
              <a:chOff x="933841" y="4138450"/>
              <a:chExt cx="1328400" cy="1327985"/>
            </a:xfrm>
          </p:grpSpPr>
          <p:sp>
            <p:nvSpPr>
              <p:cNvPr id="24" name="Oval 23">
                <a:extLst>
                  <a:ext uri="{FF2B5EF4-FFF2-40B4-BE49-F238E27FC236}">
                    <a16:creationId xmlns:a16="http://schemas.microsoft.com/office/drawing/2014/main" id="{D598798A-3B17-421E-88FC-2B5EF9DE12A3}"/>
                  </a:ext>
                </a:extLst>
              </p:cNvPr>
              <p:cNvSpPr/>
              <p:nvPr/>
            </p:nvSpPr>
            <p:spPr>
              <a:xfrm>
                <a:off x="933841" y="4138450"/>
                <a:ext cx="1328400" cy="1327985"/>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6380228A-7A70-449B-A0B9-1513D9852599}"/>
                  </a:ext>
                </a:extLst>
              </p:cNvPr>
              <p:cNvSpPr/>
              <p:nvPr/>
            </p:nvSpPr>
            <p:spPr>
              <a:xfrm>
                <a:off x="1025427" y="4230840"/>
                <a:ext cx="1145229" cy="11448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9" name="Picture 18">
              <a:extLst>
                <a:ext uri="{FF2B5EF4-FFF2-40B4-BE49-F238E27FC236}">
                  <a16:creationId xmlns:a16="http://schemas.microsoft.com/office/drawing/2014/main" id="{3EDFC479-5A12-4F38-8FA7-5DBA4ADF50C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86234" y="4480397"/>
              <a:ext cx="687600" cy="687600"/>
            </a:xfrm>
            <a:prstGeom prst="rect">
              <a:avLst/>
            </a:prstGeom>
          </p:spPr>
        </p:pic>
      </p:grpSp>
    </p:spTree>
    <p:extLst>
      <p:ext uri="{BB962C8B-B14F-4D97-AF65-F5344CB8AC3E}">
        <p14:creationId xmlns:p14="http://schemas.microsoft.com/office/powerpoint/2010/main" val="2390433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9" name="Picture 8" descr="A picture containing person, indoor, person&#10;&#10;Description automatically generated">
            <a:extLst>
              <a:ext uri="{FF2B5EF4-FFF2-40B4-BE49-F238E27FC236}">
                <a16:creationId xmlns:a16="http://schemas.microsoft.com/office/drawing/2014/main" id="{B4398B87-EDBF-49C7-9FE0-B78AFAF59A6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2000"/>
                    </a14:imgEffect>
                  </a14:imgLayer>
                </a14:imgProps>
              </a:ext>
              <a:ext uri="{28A0092B-C50C-407E-A947-70E740481C1C}">
                <a14:useLocalDpi xmlns:a14="http://schemas.microsoft.com/office/drawing/2010/main" val="0"/>
              </a:ext>
            </a:extLst>
          </a:blip>
          <a:stretch>
            <a:fillRect/>
          </a:stretch>
        </p:blipFill>
        <p:spPr>
          <a:xfrm>
            <a:off x="1" y="646239"/>
            <a:ext cx="12191999" cy="4993200"/>
          </a:xfrm>
          <a:prstGeom prst="rect">
            <a:avLst/>
          </a:prstGeom>
        </p:spPr>
      </p:pic>
      <p:sp>
        <p:nvSpPr>
          <p:cNvPr id="6" name="Rectangle 5"/>
          <p:cNvSpPr/>
          <p:nvPr userDrawn="1"/>
        </p:nvSpPr>
        <p:spPr>
          <a:xfrm>
            <a:off x="0" y="4199439"/>
            <a:ext cx="12192000" cy="1440000"/>
          </a:xfrm>
          <a:prstGeom prst="rect">
            <a:avLst/>
          </a:prstGeom>
          <a:solidFill>
            <a:srgbClr val="005955">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a:extLst>
              <a:ext uri="{FF2B5EF4-FFF2-40B4-BE49-F238E27FC236}">
                <a16:creationId xmlns:a16="http://schemas.microsoft.com/office/drawing/2014/main" id="{A9600844-215D-46A5-851C-B55536BEB77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06400" y="4377384"/>
            <a:ext cx="1173600" cy="1173600"/>
          </a:xfrm>
          <a:prstGeom prst="rect">
            <a:avLst/>
          </a:prstGeom>
        </p:spPr>
      </p:pic>
    </p:spTree>
    <p:extLst>
      <p:ext uri="{BB962C8B-B14F-4D97-AF65-F5344CB8AC3E}">
        <p14:creationId xmlns:p14="http://schemas.microsoft.com/office/powerpoint/2010/main" val="8927242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Backgrou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E0D7-9010-4EA3-8D94-1310B7813E1E}"/>
              </a:ext>
            </a:extLst>
          </p:cNvPr>
          <p:cNvSpPr>
            <a:spLocks noGrp="1"/>
          </p:cNvSpPr>
          <p:nvPr>
            <p:ph type="title"/>
          </p:nvPr>
        </p:nvSpPr>
        <p:spPr>
          <a:xfrm>
            <a:off x="1627200" y="210344"/>
            <a:ext cx="10048861" cy="984247"/>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3204A71-03CF-4069-AAF3-FCD4B29802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A88C93B-3309-4CDD-8E93-9BC031BCA55F}"/>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5" name="Picture 4">
            <a:extLst>
              <a:ext uri="{FF2B5EF4-FFF2-40B4-BE49-F238E27FC236}">
                <a16:creationId xmlns:a16="http://schemas.microsoft.com/office/drawing/2014/main" id="{B0569AC9-2439-4739-83B0-40ED089A3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6" name="Rectangle 5">
            <a:extLst>
              <a:ext uri="{FF2B5EF4-FFF2-40B4-BE49-F238E27FC236}">
                <a16:creationId xmlns:a16="http://schemas.microsoft.com/office/drawing/2014/main" id="{2E8C4CA7-D47E-47B4-9560-4C33FA23FFDE}"/>
              </a:ext>
            </a:extLst>
          </p:cNvPr>
          <p:cNvSpPr/>
          <p:nvPr userDrawn="1"/>
        </p:nvSpPr>
        <p:spPr>
          <a:xfrm>
            <a:off x="0" y="1340603"/>
            <a:ext cx="12192000" cy="4902409"/>
          </a:xfrm>
          <a:prstGeom prst="rect">
            <a:avLst/>
          </a:prstGeom>
          <a:gradFill flip="none" rotWithShape="1">
            <a:gsLst>
              <a:gs pos="0">
                <a:schemeClr val="accent6">
                  <a:lumMod val="75000"/>
                  <a:alpha val="85000"/>
                </a:schemeClr>
              </a:gs>
              <a:gs pos="100000">
                <a:schemeClr val="accent4">
                  <a:lumMod val="50000"/>
                  <a:alpha val="6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75A368A-18C4-4572-BEE6-47A28FFDE898}"/>
              </a:ext>
            </a:extLst>
          </p:cNvPr>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a:extLst>
              <a:ext uri="{FF2B5EF4-FFF2-40B4-BE49-F238E27FC236}">
                <a16:creationId xmlns:a16="http://schemas.microsoft.com/office/drawing/2014/main" id="{8F22EA1E-3D60-43D9-B6E0-84F348DF3D73}"/>
              </a:ext>
            </a:extLst>
          </p:cNvPr>
          <p:cNvGrpSpPr/>
          <p:nvPr/>
        </p:nvGrpSpPr>
        <p:grpSpPr>
          <a:xfrm>
            <a:off x="515937" y="326276"/>
            <a:ext cx="902611" cy="902611"/>
            <a:chOff x="4492144" y="190843"/>
            <a:chExt cx="855656" cy="855656"/>
          </a:xfrm>
        </p:grpSpPr>
        <p:sp>
          <p:nvSpPr>
            <p:cNvPr id="11" name="Oval 10">
              <a:extLst>
                <a:ext uri="{FF2B5EF4-FFF2-40B4-BE49-F238E27FC236}">
                  <a16:creationId xmlns:a16="http://schemas.microsoft.com/office/drawing/2014/main" id="{A0BB4967-0053-4847-85C4-5DC257062DC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F415222-5057-4987-9DFE-3EE144B41D5A}"/>
                </a:ext>
              </a:extLst>
            </p:cNvPr>
            <p:cNvSpPr/>
            <p:nvPr/>
          </p:nvSpPr>
          <p:spPr>
            <a:xfrm>
              <a:off x="4551137" y="249836"/>
              <a:ext cx="737671" cy="7376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61CFEB2D-0D8C-457C-86F6-03C583D240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3522" y="556236"/>
            <a:ext cx="457200" cy="457200"/>
          </a:xfrm>
          <a:prstGeom prst="rect">
            <a:avLst/>
          </a:prstGeom>
        </p:spPr>
      </p:pic>
    </p:spTree>
    <p:extLst>
      <p:ext uri="{BB962C8B-B14F-4D97-AF65-F5344CB8AC3E}">
        <p14:creationId xmlns:p14="http://schemas.microsoft.com/office/powerpoint/2010/main" val="4640205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 name="Group 3">
            <a:extLst>
              <a:ext uri="{FF2B5EF4-FFF2-40B4-BE49-F238E27FC236}">
                <a16:creationId xmlns:a16="http://schemas.microsoft.com/office/drawing/2014/main" id="{AC16BFA5-EFD0-4193-B052-B6DD9D50B2A1}"/>
              </a:ext>
            </a:extLst>
          </p:cNvPr>
          <p:cNvGrpSpPr/>
          <p:nvPr userDrawn="1"/>
        </p:nvGrpSpPr>
        <p:grpSpPr>
          <a:xfrm>
            <a:off x="514800" y="327600"/>
            <a:ext cx="902611" cy="902611"/>
            <a:chOff x="514800" y="327600"/>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4800" y="327600"/>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3522" y="556236"/>
              <a:ext cx="457200" cy="457200"/>
            </a:xfrm>
            <a:prstGeom prst="rect">
              <a:avLst/>
            </a:prstGeom>
          </p:spPr>
        </p:pic>
      </p:grpSp>
    </p:spTree>
    <p:extLst>
      <p:ext uri="{BB962C8B-B14F-4D97-AF65-F5344CB8AC3E}">
        <p14:creationId xmlns:p14="http://schemas.microsoft.com/office/powerpoint/2010/main" val="4042110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514800" y="327600"/>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0716847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514800" y="327600"/>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35878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no Icon">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10164784"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3913910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2021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6090853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Course Demo">
    <p:spTree>
      <p:nvGrpSpPr>
        <p:cNvPr id="1" name=""/>
        <p:cNvGrpSpPr/>
        <p:nvPr/>
      </p:nvGrpSpPr>
      <p:grpSpPr>
        <a:xfrm>
          <a:off x="0" y="0"/>
          <a:ext cx="0" cy="0"/>
          <a:chOff x="0" y="0"/>
          <a:chExt cx="0" cy="0"/>
        </a:xfrm>
      </p:grpSpPr>
      <p:pic>
        <p:nvPicPr>
          <p:cNvPr id="20" name="Picture 19" descr="A picture containing person, indoor, person&#10;&#10;Description automatically generated">
            <a:extLst>
              <a:ext uri="{FF2B5EF4-FFF2-40B4-BE49-F238E27FC236}">
                <a16:creationId xmlns:a16="http://schemas.microsoft.com/office/drawing/2014/main" id="{F6B230B1-6BB1-46AA-A0B5-361EE819947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2000"/>
                    </a14:imgEffect>
                  </a14:imgLayer>
                </a14:imgProps>
              </a:ext>
              <a:ext uri="{28A0092B-C50C-407E-A947-70E740481C1C}">
                <a14:useLocalDpi xmlns:a14="http://schemas.microsoft.com/office/drawing/2010/main" val="0"/>
              </a:ext>
            </a:extLst>
          </a:blip>
          <a:stretch>
            <a:fillRect/>
          </a:stretch>
        </p:blipFill>
        <p:spPr>
          <a:xfrm>
            <a:off x="1" y="459468"/>
            <a:ext cx="12191999" cy="4993200"/>
          </a:xfrm>
          <a:prstGeom prst="rect">
            <a:avLst/>
          </a:prstGeom>
        </p:spPr>
      </p:pic>
      <p:sp>
        <p:nvSpPr>
          <p:cNvPr id="7" name="Rectangle 6">
            <a:extLst>
              <a:ext uri="{FF2B5EF4-FFF2-40B4-BE49-F238E27FC236}">
                <a16:creationId xmlns:a16="http://schemas.microsoft.com/office/drawing/2014/main" id="{CBFFA971-7AD3-420C-A998-A5620740FC7C}"/>
              </a:ext>
            </a:extLst>
          </p:cNvPr>
          <p:cNvSpPr/>
          <p:nvPr userDrawn="1"/>
        </p:nvSpPr>
        <p:spPr>
          <a:xfrm>
            <a:off x="7077073" y="0"/>
            <a:ext cx="5114927" cy="6858000"/>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BD4BCCDE-BDBD-4BE6-B688-19A2DBE9940F}"/>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7645ACEF-FE10-48B1-9E1B-C8442C623D59}"/>
              </a:ext>
            </a:extLst>
          </p:cNvPr>
          <p:cNvSpPr>
            <a:spLocks noGrp="1"/>
          </p:cNvSpPr>
          <p:nvPr>
            <p:ph type="sldNum" sz="quarter" idx="11"/>
          </p:nvPr>
        </p:nvSpPr>
        <p:spPr/>
        <p:txBody>
          <a:bodyPr/>
          <a:lstStyle/>
          <a:p>
            <a:fld id="{F4C94289-3309-4C35-850A-56FD49B3E346}" type="slidenum">
              <a:rPr lang="en-GB" smtClean="0"/>
              <a:pPr/>
              <a:t>‹#›</a:t>
            </a:fld>
            <a:endParaRPr lang="en-GB"/>
          </a:p>
        </p:txBody>
      </p:sp>
      <p:grpSp>
        <p:nvGrpSpPr>
          <p:cNvPr id="9" name="Group 8">
            <a:extLst>
              <a:ext uri="{FF2B5EF4-FFF2-40B4-BE49-F238E27FC236}">
                <a16:creationId xmlns:a16="http://schemas.microsoft.com/office/drawing/2014/main" id="{71F9A56E-0A83-4FC4-A927-AB2B408EFB62}"/>
              </a:ext>
            </a:extLst>
          </p:cNvPr>
          <p:cNvGrpSpPr/>
          <p:nvPr/>
        </p:nvGrpSpPr>
        <p:grpSpPr>
          <a:xfrm>
            <a:off x="10001920" y="1450390"/>
            <a:ext cx="1328400" cy="1327985"/>
            <a:chOff x="4492144" y="190843"/>
            <a:chExt cx="855656" cy="855656"/>
          </a:xfrm>
        </p:grpSpPr>
        <p:sp>
          <p:nvSpPr>
            <p:cNvPr id="11" name="Oval 10">
              <a:extLst>
                <a:ext uri="{FF2B5EF4-FFF2-40B4-BE49-F238E27FC236}">
                  <a16:creationId xmlns:a16="http://schemas.microsoft.com/office/drawing/2014/main" id="{F8EED97D-A281-4BF3-81D4-5022073A6A3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FC49233-5249-4739-A1F1-379B26E466FE}"/>
                </a:ext>
              </a:extLst>
            </p:cNvPr>
            <p:cNvSpPr/>
            <p:nvPr/>
          </p:nvSpPr>
          <p:spPr>
            <a:xfrm>
              <a:off x="4551137" y="249836"/>
              <a:ext cx="737671" cy="7376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E8DFD7DA-D133-499C-B5FD-0FEB3B3851C7}"/>
              </a:ext>
            </a:extLst>
          </p:cNvPr>
          <p:cNvSpPr/>
          <p:nvPr userDrawn="1"/>
        </p:nvSpPr>
        <p:spPr>
          <a:xfrm>
            <a:off x="0" y="4498848"/>
            <a:ext cx="5330952" cy="959358"/>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C5285-5510-4434-A3B1-097CC11F2EFD}"/>
              </a:ext>
            </a:extLst>
          </p:cNvPr>
          <p:cNvSpPr>
            <a:spLocks noGrp="1"/>
          </p:cNvSpPr>
          <p:nvPr userDrawn="1">
            <p:ph type="title"/>
          </p:nvPr>
        </p:nvSpPr>
        <p:spPr>
          <a:xfrm>
            <a:off x="7483856" y="3052676"/>
            <a:ext cx="4275328" cy="1793643"/>
          </a:xfrm>
        </p:spPr>
        <p:txBody>
          <a:bodyPr/>
          <a:lstStyle>
            <a:lvl1pPr>
              <a:defRPr sz="4000">
                <a:solidFill>
                  <a:schemeClr val="bg1"/>
                </a:solidFill>
              </a:defRPr>
            </a:lvl1pPr>
          </a:lstStyle>
          <a:p>
            <a:r>
              <a:rPr lang="en-US"/>
              <a:t>Click to edit Master title style</a:t>
            </a:r>
          </a:p>
        </p:txBody>
      </p:sp>
      <p:sp>
        <p:nvSpPr>
          <p:cNvPr id="16" name="TextBox 15">
            <a:extLst>
              <a:ext uri="{FF2B5EF4-FFF2-40B4-BE49-F238E27FC236}">
                <a16:creationId xmlns:a16="http://schemas.microsoft.com/office/drawing/2014/main" id="{C285A997-B528-4D91-9253-C6D57E471AE7}"/>
              </a:ext>
            </a:extLst>
          </p:cNvPr>
          <p:cNvSpPr txBox="1"/>
          <p:nvPr userDrawn="1"/>
        </p:nvSpPr>
        <p:spPr>
          <a:xfrm>
            <a:off x="256032" y="4602276"/>
            <a:ext cx="2962656" cy="850392"/>
          </a:xfrm>
          <a:prstGeom prst="rect">
            <a:avLst/>
          </a:prstGeom>
          <a:noFill/>
        </p:spPr>
        <p:txBody>
          <a:bodyPr wrap="square" lIns="0" tIns="0" rIns="0" bIns="0" rtlCol="0">
            <a:noAutofit/>
          </a:bodyPr>
          <a:lstStyle/>
          <a:p>
            <a:pPr algn="l"/>
            <a:r>
              <a:rPr lang="en-US" sz="4800">
                <a:solidFill>
                  <a:schemeClr val="bg1"/>
                </a:solidFill>
              </a:rPr>
              <a:t>DEMO</a:t>
            </a:r>
          </a:p>
        </p:txBody>
      </p:sp>
      <p:sp>
        <p:nvSpPr>
          <p:cNvPr id="17" name="Isosceles Triangle 16">
            <a:extLst>
              <a:ext uri="{FF2B5EF4-FFF2-40B4-BE49-F238E27FC236}">
                <a16:creationId xmlns:a16="http://schemas.microsoft.com/office/drawing/2014/main" id="{00AB9036-4189-4626-83AC-16E15E2250D7}"/>
              </a:ext>
            </a:extLst>
          </p:cNvPr>
          <p:cNvSpPr/>
          <p:nvPr userDrawn="1"/>
        </p:nvSpPr>
        <p:spPr>
          <a:xfrm rot="5400000">
            <a:off x="10433613" y="1770202"/>
            <a:ext cx="675894" cy="6768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9E78046-1769-401C-89CD-4CE546238EB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178296" y="5607730"/>
            <a:ext cx="714382" cy="534728"/>
          </a:xfrm>
          <a:prstGeom prst="rect">
            <a:avLst/>
          </a:prstGeom>
        </p:spPr>
      </p:pic>
      <p:pic>
        <p:nvPicPr>
          <p:cNvPr id="15" name="Picture 14">
            <a:extLst>
              <a:ext uri="{FF2B5EF4-FFF2-40B4-BE49-F238E27FC236}">
                <a16:creationId xmlns:a16="http://schemas.microsoft.com/office/drawing/2014/main" id="{1519858A-2224-4B02-A8B8-90DA77539F9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515960" y="4644111"/>
            <a:ext cx="687600" cy="687600"/>
          </a:xfrm>
          <a:prstGeom prst="rect">
            <a:avLst/>
          </a:prstGeom>
        </p:spPr>
      </p:pic>
    </p:spTree>
    <p:extLst>
      <p:ext uri="{BB962C8B-B14F-4D97-AF65-F5344CB8AC3E}">
        <p14:creationId xmlns:p14="http://schemas.microsoft.com/office/powerpoint/2010/main" val="15264403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grpSp>
        <p:nvGrpSpPr>
          <p:cNvPr id="7" name="Group 6">
            <a:extLst>
              <a:ext uri="{FF2B5EF4-FFF2-40B4-BE49-F238E27FC236}">
                <a16:creationId xmlns:a16="http://schemas.microsoft.com/office/drawing/2014/main" id="{2E1A3422-E66E-4444-9C31-DEDFD8C36F9B}"/>
              </a:ext>
            </a:extLst>
          </p:cNvPr>
          <p:cNvGrpSpPr/>
          <p:nvPr userDrawn="1"/>
        </p:nvGrpSpPr>
        <p:grpSpPr>
          <a:xfrm>
            <a:off x="933841" y="4138450"/>
            <a:ext cx="1328400" cy="1327985"/>
            <a:chOff x="933841" y="4138450"/>
            <a:chExt cx="1328400" cy="1327985"/>
          </a:xfrm>
        </p:grpSpPr>
        <p:grpSp>
          <p:nvGrpSpPr>
            <p:cNvPr id="6" name="Group 5">
              <a:extLst>
                <a:ext uri="{FF2B5EF4-FFF2-40B4-BE49-F238E27FC236}">
                  <a16:creationId xmlns:a16="http://schemas.microsoft.com/office/drawing/2014/main" id="{D9218C4A-13EA-45C1-B64C-51B7E9748072}"/>
                </a:ext>
              </a:extLst>
            </p:cNvPr>
            <p:cNvGrpSpPr/>
            <p:nvPr userDrawn="1"/>
          </p:nvGrpSpPr>
          <p:grpSpPr>
            <a:xfrm>
              <a:off x="933841" y="4138450"/>
              <a:ext cx="1328400" cy="1327985"/>
              <a:chOff x="933841" y="4138450"/>
              <a:chExt cx="1328400" cy="1327985"/>
            </a:xfrm>
          </p:grpSpPr>
          <p:sp>
            <p:nvSpPr>
              <p:cNvPr id="24" name="Oval 23">
                <a:extLst>
                  <a:ext uri="{FF2B5EF4-FFF2-40B4-BE49-F238E27FC236}">
                    <a16:creationId xmlns:a16="http://schemas.microsoft.com/office/drawing/2014/main" id="{D598798A-3B17-421E-88FC-2B5EF9DE12A3}"/>
                  </a:ext>
                </a:extLst>
              </p:cNvPr>
              <p:cNvSpPr/>
              <p:nvPr/>
            </p:nvSpPr>
            <p:spPr>
              <a:xfrm>
                <a:off x="933841" y="4138450"/>
                <a:ext cx="1328400" cy="1327985"/>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6380228A-7A70-449B-A0B9-1513D9852599}"/>
                  </a:ext>
                </a:extLst>
              </p:cNvPr>
              <p:cNvSpPr/>
              <p:nvPr/>
            </p:nvSpPr>
            <p:spPr>
              <a:xfrm>
                <a:off x="1025427" y="4230840"/>
                <a:ext cx="1145229" cy="11448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9" name="Picture 18">
              <a:extLst>
                <a:ext uri="{FF2B5EF4-FFF2-40B4-BE49-F238E27FC236}">
                  <a16:creationId xmlns:a16="http://schemas.microsoft.com/office/drawing/2014/main" id="{3EDFC479-5A12-4F38-8FA7-5DBA4ADF50C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86234" y="4480397"/>
              <a:ext cx="687600" cy="687600"/>
            </a:xfrm>
            <a:prstGeom prst="rect">
              <a:avLst/>
            </a:prstGeom>
          </p:spPr>
        </p:pic>
      </p:grpSp>
    </p:spTree>
    <p:extLst>
      <p:ext uri="{BB962C8B-B14F-4D97-AF65-F5344CB8AC3E}">
        <p14:creationId xmlns:p14="http://schemas.microsoft.com/office/powerpoint/2010/main" val="22093654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Image Divider 02">
    <p:bg>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2819" y="3477202"/>
            <a:ext cx="8961437" cy="2463007"/>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ED01245C-4C26-4344-92EA-31E1C72A73DD}"/>
              </a:ext>
            </a:extLst>
          </p:cNvPr>
          <p:cNvSpPr>
            <a:spLocks noGrp="1"/>
          </p:cNvSpPr>
          <p:nvPr>
            <p:ph type="dt" sz="half" idx="10"/>
          </p:nvPr>
        </p:nvSpPr>
        <p:spPr/>
        <p:txBody>
          <a:bodyPr/>
          <a:lstStyle>
            <a:lvl1pPr>
              <a:defRPr>
                <a:solidFill>
                  <a:schemeClr val="bg1"/>
                </a:solidFill>
              </a:defRPr>
            </a:lvl1pPr>
          </a:lstStyle>
          <a:p>
            <a:fld id="{0E429B85-DD85-40D5-BDA8-99DED6141FD9}" type="datetime4">
              <a:rPr lang="en-GB" smtClean="0"/>
              <a:t>22 April 2024</a:t>
            </a:fld>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2020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a:stretch>
            <a:fillRect/>
          </a:stretch>
        </p:blipFill>
        <p:spPr>
          <a:xfrm>
            <a:off x="10908226" y="5621273"/>
            <a:ext cx="767837" cy="574740"/>
          </a:xfrm>
          <a:prstGeom prst="rect">
            <a:avLst/>
          </a:prstGeom>
        </p:spPr>
      </p:pic>
      <p:pic>
        <p:nvPicPr>
          <p:cNvPr id="11" name="Picture 10"/>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rot="10800000" flipH="1" flipV="1">
            <a:off x="512818" y="321246"/>
            <a:ext cx="1905001" cy="794222"/>
          </a:xfrm>
          <a:prstGeom prst="rect">
            <a:avLst/>
          </a:prstGeom>
        </p:spPr>
      </p:pic>
    </p:spTree>
    <p:extLst>
      <p:ext uri="{BB962C8B-B14F-4D97-AF65-F5344CB8AC3E}">
        <p14:creationId xmlns:p14="http://schemas.microsoft.com/office/powerpoint/2010/main" val="34548338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5" Type="http://schemas.openxmlformats.org/officeDocument/2006/relationships/theme" Target="../theme/theme3.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4.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5.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625298672"/>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JTI 2021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659474949"/>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25.xml"/><Relationship Id="rId7" Type="http://schemas.openxmlformats.org/officeDocument/2006/relationships/image" Target="../media/image1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1.emf"/><Relationship Id="rId11" Type="http://schemas.openxmlformats.org/officeDocument/2006/relationships/image" Target="../media/image15.png"/><Relationship Id="rId5" Type="http://schemas.openxmlformats.org/officeDocument/2006/relationships/oleObject" Target="../embeddings/oleObject1.bin"/><Relationship Id="rId10" Type="http://schemas.microsoft.com/office/2007/relationships/hdphoto" Target="../media/hdphoto2.wdp"/><Relationship Id="rId4" Type="http://schemas.openxmlformats.org/officeDocument/2006/relationships/notesSlide" Target="../notesSlides/notesSlide1.xml"/><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1.emf"/><Relationship Id="rId5" Type="http://schemas.openxmlformats.org/officeDocument/2006/relationships/oleObject" Target="../embeddings/oleObject2.bin"/><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a:xfrm>
            <a:off x="1627200" y="210344"/>
            <a:ext cx="10048861" cy="984247"/>
          </a:xfrm>
        </p:spPr>
        <p:txBody>
          <a:bodyPr/>
          <a:lstStyle/>
          <a:p>
            <a:r>
              <a:rPr lang="en-GB" dirty="0"/>
              <a:t>Course Structure</a:t>
            </a:r>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3193200" y="205833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JTI Period End </a:t>
            </a: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Closing Model</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3193200" y="2702016"/>
            <a:ext cx="5329008" cy="482400"/>
          </a:xfrm>
          <a:prstGeom prst="roundRect">
            <a:avLst/>
          </a:prstGeom>
          <a:solidFill>
            <a:srgbClr val="005955"/>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Statutory and Tax Ledger Closing Principles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3193200" y="334569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Key Timings and Usage of Posting Periods</a:t>
            </a:r>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3193200" y="398937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 Glance of Period End Closing Process</a:t>
            </a:r>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3193200" y="463305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Period End Closing Key Focus Areas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943216"/>
            <a:ext cx="1339200" cy="50018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a:off x="1854000" y="3443400"/>
            <a:ext cx="1339200" cy="14349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1339200" cy="78717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1339200" cy="143085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2299536"/>
            <a:ext cx="1339200" cy="114386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F8DDD4B-FF11-4E91-9AC6-67C497D3E36D}"/>
              </a:ext>
            </a:extLst>
          </p:cNvPr>
          <p:cNvGrpSpPr/>
          <p:nvPr/>
        </p:nvGrpSpPr>
        <p:grpSpPr>
          <a:xfrm>
            <a:off x="403200" y="2718000"/>
            <a:ext cx="1450800" cy="1450800"/>
            <a:chOff x="403200" y="2718000"/>
            <a:chExt cx="1450800" cy="1450800"/>
          </a:xfrm>
        </p:grpSpPr>
        <p:grpSp>
          <p:nvGrpSpPr>
            <p:cNvPr id="24" name="Group 23"/>
            <p:cNvGrpSpPr/>
            <p:nvPr/>
          </p:nvGrpSpPr>
          <p:grpSpPr>
            <a:xfrm>
              <a:off x="403200" y="2718000"/>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p:cNvSpPr/>
              <p:nvPr/>
            </p:nvSpPr>
            <p:spPr>
              <a:xfrm>
                <a:off x="4551137" y="249836"/>
                <a:ext cx="737671" cy="737671"/>
              </a:xfrm>
              <a:prstGeom prst="ellipse">
                <a:avLst/>
              </a:prstGeom>
              <a:solidFill>
                <a:srgbClr val="005955"/>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9" name="Picture 28">
              <a:extLst>
                <a:ext uri="{FF2B5EF4-FFF2-40B4-BE49-F238E27FC236}">
                  <a16:creationId xmlns:a16="http://schemas.microsoft.com/office/drawing/2014/main" id="{8E513AE1-BFE1-40E0-901D-3FF7A7E0B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600" y="3156545"/>
              <a:ext cx="687600" cy="687600"/>
            </a:xfrm>
            <a:prstGeom prst="rect">
              <a:avLst/>
            </a:prstGeom>
          </p:spPr>
        </p:pic>
      </p:grpSp>
      <p:sp>
        <p:nvSpPr>
          <p:cNvPr id="18" name="Rectangle: Rounded Corners 17">
            <a:extLst>
              <a:ext uri="{FF2B5EF4-FFF2-40B4-BE49-F238E27FC236}">
                <a16:creationId xmlns:a16="http://schemas.microsoft.com/office/drawing/2014/main" id="{3756AF02-7AA4-479E-9176-B2AC3A30071D}"/>
              </a:ext>
            </a:extLst>
          </p:cNvPr>
          <p:cNvSpPr/>
          <p:nvPr/>
        </p:nvSpPr>
        <p:spPr>
          <a:xfrm>
            <a:off x="3193200" y="527673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U</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sing FCC to monitor Period End Closing</a:t>
            </a:r>
          </a:p>
        </p:txBody>
      </p:sp>
      <p:cxnSp>
        <p:nvCxnSpPr>
          <p:cNvPr id="19" name="Elbow Connector 29">
            <a:extLst>
              <a:ext uri="{FF2B5EF4-FFF2-40B4-BE49-F238E27FC236}">
                <a16:creationId xmlns:a16="http://schemas.microsoft.com/office/drawing/2014/main" id="{D8337CB8-BB93-49EF-BB7A-9DE06D5C7A62}"/>
              </a:ext>
            </a:extLst>
          </p:cNvPr>
          <p:cNvCxnSpPr>
            <a:cxnSpLocks/>
            <a:endCxn id="18" idx="1"/>
          </p:cNvCxnSpPr>
          <p:nvPr/>
        </p:nvCxnSpPr>
        <p:spPr>
          <a:xfrm>
            <a:off x="1854000" y="3443400"/>
            <a:ext cx="1339200" cy="207453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3223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33C759F-E14D-4774-81C6-97979E668217}"/>
              </a:ext>
            </a:extLst>
          </p:cNvPr>
          <p:cNvSpPr/>
          <p:nvPr/>
        </p:nvSpPr>
        <p:spPr>
          <a:xfrm>
            <a:off x="413004" y="5878024"/>
            <a:ext cx="11365991" cy="594488"/>
          </a:xfrm>
          <a:prstGeom prst="rect">
            <a:avLst/>
          </a:prstGeom>
          <a:gradFill flip="none" rotWithShape="1">
            <a:gsLst>
              <a:gs pos="0">
                <a:srgbClr val="7DD9A2"/>
              </a:gs>
              <a:gs pos="48000">
                <a:schemeClr val="accent1">
                  <a:lumMod val="40000"/>
                  <a:lumOff val="60000"/>
                </a:schemeClr>
              </a:gs>
              <a:gs pos="100000">
                <a:schemeClr val="bg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w="0"/>
                <a:solidFill>
                  <a:srgbClr val="000000"/>
                </a:solidFill>
                <a:effectLst>
                  <a:outerShdw blurRad="38100" dist="19050" dir="2700000" algn="tl" rotWithShape="0">
                    <a:srgbClr val="000000">
                      <a:alpha val="40000"/>
                    </a:srgbClr>
                  </a:outerShdw>
                </a:effectLst>
                <a:uLnTx/>
                <a:uFillTx/>
                <a:latin typeface="Articulate Extrabold" panose="02000503050000020004" pitchFamily="2" charset="0"/>
                <a:ea typeface="+mn-ea"/>
                <a:cs typeface="Aharoni" panose="02010803020104030203" pitchFamily="2" charset="-79"/>
              </a:rPr>
              <a:t>Statutory and Tax Ledger Closing in S/4HANA</a:t>
            </a:r>
          </a:p>
        </p:txBody>
      </p:sp>
      <p:graphicFrame>
        <p:nvGraphicFramePr>
          <p:cNvPr id="8" name="Object 4" hidden="1"/>
          <p:cNvGraphicFramePr>
            <a:graphicFrameLocks noChangeAspect="1"/>
          </p:cNvGraphicFramePr>
          <p:nvPr>
            <p:custDataLst>
              <p:tags r:id="rId1"/>
            </p:custDataLst>
          </p:nvPr>
        </p:nvGraphicFramePr>
        <p:xfrm>
          <a:off x="2072736" y="643664"/>
          <a:ext cx="128950" cy="128950"/>
        </p:xfrm>
        <a:graphic>
          <a:graphicData uri="http://schemas.openxmlformats.org/presentationml/2006/ole">
            <mc:AlternateContent xmlns:mc="http://schemas.openxmlformats.org/markup-compatibility/2006">
              <mc:Choice xmlns:v="urn:schemas-microsoft-com:vml" Requires="v">
                <p:oleObj name="think-cell Slide" r:id="rId5" imgW="216" imgH="216" progId="TCLayout.ActiveDocument.1">
                  <p:embed/>
                </p:oleObj>
              </mc:Choice>
              <mc:Fallback>
                <p:oleObj name="think-cell Slide" r:id="rId5" imgW="216" imgH="216" progId="TCLayout.ActiveDocument.1">
                  <p:embed/>
                  <p:pic>
                    <p:nvPicPr>
                      <p:cNvPr id="8" name="Object 4" hidden="1"/>
                      <p:cNvPicPr/>
                      <p:nvPr/>
                    </p:nvPicPr>
                    <p:blipFill>
                      <a:blip r:embed="rId6"/>
                      <a:stretch>
                        <a:fillRect/>
                      </a:stretch>
                    </p:blipFill>
                    <p:spPr>
                      <a:xfrm>
                        <a:off x="2072736" y="643664"/>
                        <a:ext cx="128950" cy="128950"/>
                      </a:xfrm>
                      <a:prstGeom prst="rect">
                        <a:avLst/>
                      </a:prstGeom>
                    </p:spPr>
                  </p:pic>
                </p:oleObj>
              </mc:Fallback>
            </mc:AlternateContent>
          </a:graphicData>
        </a:graphic>
      </p:graphicFrame>
      <p:sp>
        <p:nvSpPr>
          <p:cNvPr id="3" name="Rectangle 2" hidden="1"/>
          <p:cNvSpPr/>
          <p:nvPr>
            <p:custDataLst>
              <p:tags r:id="rId2"/>
            </p:custDataLst>
          </p:nvPr>
        </p:nvSpPr>
        <p:spPr bwMode="auto">
          <a:xfrm>
            <a:off x="1144289" y="893"/>
            <a:ext cx="158709" cy="158709"/>
          </a:xfrm>
          <a:prstGeom prst="rect">
            <a:avLst/>
          </a:prstGeom>
          <a:solidFill>
            <a:schemeClr val="bg2"/>
          </a:solidFill>
          <a:ln>
            <a:noFill/>
          </a:ln>
          <a:effectLst/>
        </p:spPr>
        <p:txBody>
          <a:bodyPr vert="horz" wrap="none" lIns="0" tIns="0" rIns="0" bIns="0" numCol="1" spcCol="0" rtlCol="0" anchor="ctr" anchorCtr="0" compatLnSpc="1">
            <a:prstTxWarp prst="textNoShape">
              <a:avLst/>
            </a:prstTxWarp>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122632"/>
              </a:solidFill>
              <a:effectLst/>
              <a:uLnTx/>
              <a:uFillTx/>
              <a:latin typeface="Arial" panose="020B0604020202020204"/>
              <a:ea typeface="ＭＳ Ｐゴシック" panose="020B0600070205080204" pitchFamily="34" charset="-128"/>
              <a:cs typeface="+mn-cs"/>
              <a:sym typeface="Arial" panose="020B0604020202020204" pitchFamily="34" charset="0"/>
            </a:endParaRPr>
          </a:p>
        </p:txBody>
      </p:sp>
      <p:sp>
        <p:nvSpPr>
          <p:cNvPr id="5" name="Slide Number Placeholder 4"/>
          <p:cNvSpPr>
            <a:spLocks noGrp="1"/>
          </p:cNvSpPr>
          <p:nvPr>
            <p:ph type="sldNum" sz="quarter" idx="12"/>
          </p:nvPr>
        </p:nvSpPr>
        <p:spPr/>
        <p:txBody>
          <a:bodyPr/>
          <a:lstStyle/>
          <a:p>
            <a:pPr marL="0" marR="0" lvl="0" indent="0" algn="r" defTabSz="914126" rtl="0" eaLnBrk="1" fontAlgn="auto" latinLnBrk="0" hangingPunct="1">
              <a:lnSpc>
                <a:spcPct val="100000"/>
              </a:lnSpc>
              <a:spcBef>
                <a:spcPts val="0"/>
              </a:spcBef>
              <a:spcAft>
                <a:spcPts val="0"/>
              </a:spcAft>
              <a:buClrTx/>
              <a:buSzTx/>
              <a:buFontTx/>
              <a:buNone/>
              <a:tabLst/>
              <a:defRPr/>
            </a:pPr>
            <a:fld id="{1BB4E4D9-2C5A-423A-A8BE-9B5EA07DECC8}" type="slidenum">
              <a:rPr kumimoji="0" lang="en-US" sz="800" b="0" i="0" u="none" strike="noStrike" kern="1200" cap="none" spc="0" normalizeH="0" baseline="0" noProof="0">
                <a:ln>
                  <a:noFill/>
                </a:ln>
                <a:solidFill>
                  <a:srgbClr val="4D5C65"/>
                </a:solidFill>
                <a:effectLst/>
                <a:uLnTx/>
                <a:uFillTx/>
                <a:latin typeface="Arial" panose="020B0604020202020204"/>
                <a:ea typeface="+mn-ea"/>
                <a:cs typeface="Arial" pitchFamily="34" charset="0"/>
              </a:rPr>
              <a:pPr marL="0" marR="0" lvl="0" indent="0" algn="r" defTabSz="914126"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4D5C65"/>
              </a:solidFill>
              <a:effectLst/>
              <a:uLnTx/>
              <a:uFillTx/>
              <a:latin typeface="Arial" panose="020B0604020202020204"/>
              <a:ea typeface="+mn-ea"/>
              <a:cs typeface="Arial" pitchFamily="34" charset="0"/>
            </a:endParaRPr>
          </a:p>
        </p:txBody>
      </p:sp>
      <p:sp>
        <p:nvSpPr>
          <p:cNvPr id="10" name="Title 1"/>
          <p:cNvSpPr>
            <a:spLocks noGrp="1"/>
          </p:cNvSpPr>
          <p:nvPr>
            <p:ph type="title"/>
          </p:nvPr>
        </p:nvSpPr>
        <p:spPr>
          <a:noFill/>
        </p:spPr>
        <p:txBody>
          <a:bodyPr>
            <a:noAutofit/>
          </a:bodyPr>
          <a:lstStyle/>
          <a:p>
            <a:pPr>
              <a:defRPr/>
            </a:pPr>
            <a:r>
              <a:rPr lang="en-GB" sz="3000">
                <a:ea typeface="ＭＳ Ｐゴシック" charset="-128"/>
              </a:rPr>
              <a:t>Statutory and Tax Ledger Closing:  </a:t>
            </a:r>
            <a:br>
              <a:rPr lang="en-GB" sz="3000">
                <a:ea typeface="ＭＳ Ｐゴシック" charset="-128"/>
              </a:rPr>
            </a:br>
            <a:r>
              <a:rPr lang="en-GB" sz="3000">
                <a:ea typeface="ＭＳ Ｐゴシック" charset="-128"/>
              </a:rPr>
              <a:t>4 Core Principles</a:t>
            </a:r>
            <a:endParaRPr lang="en-US" sz="3000" i="1">
              <a:ea typeface="ＭＳ Ｐゴシック" pitchFamily="80" charset="-128"/>
            </a:endParaRPr>
          </a:p>
        </p:txBody>
      </p:sp>
      <p:pic>
        <p:nvPicPr>
          <p:cNvPr id="14" name="Picture 13">
            <a:extLst>
              <a:ext uri="{FF2B5EF4-FFF2-40B4-BE49-F238E27FC236}">
                <a16:creationId xmlns:a16="http://schemas.microsoft.com/office/drawing/2014/main" id="{0DC9D6CA-976A-4922-B224-92352B009E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0081" y="1463421"/>
            <a:ext cx="11035980" cy="4626864"/>
          </a:xfrm>
          <a:prstGeom prst="rect">
            <a:avLst/>
          </a:prstGeom>
        </p:spPr>
      </p:pic>
      <p:pic>
        <p:nvPicPr>
          <p:cNvPr id="20" name="Picture 19">
            <a:extLst>
              <a:ext uri="{FF2B5EF4-FFF2-40B4-BE49-F238E27FC236}">
                <a16:creationId xmlns:a16="http://schemas.microsoft.com/office/drawing/2014/main" id="{B134D916-D4A5-462A-BAAF-3AD9D7A80F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75421" y="3718810"/>
            <a:ext cx="725207" cy="674044"/>
          </a:xfrm>
          <a:prstGeom prst="rect">
            <a:avLst/>
          </a:prstGeom>
        </p:spPr>
      </p:pic>
      <p:pic>
        <p:nvPicPr>
          <p:cNvPr id="21" name="Picture 20">
            <a:extLst>
              <a:ext uri="{FF2B5EF4-FFF2-40B4-BE49-F238E27FC236}">
                <a16:creationId xmlns:a16="http://schemas.microsoft.com/office/drawing/2014/main" id="{3F615071-0554-482C-A778-E8189F6120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78885" y="2963742"/>
            <a:ext cx="725207" cy="674044"/>
          </a:xfrm>
          <a:prstGeom prst="rect">
            <a:avLst/>
          </a:prstGeom>
        </p:spPr>
      </p:pic>
      <p:pic>
        <p:nvPicPr>
          <p:cNvPr id="22" name="Picture 21">
            <a:extLst>
              <a:ext uri="{FF2B5EF4-FFF2-40B4-BE49-F238E27FC236}">
                <a16:creationId xmlns:a16="http://schemas.microsoft.com/office/drawing/2014/main" id="{C5388C08-55DD-4739-B1C2-C646E2C5DC9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51396" y="2228750"/>
            <a:ext cx="725207" cy="674044"/>
          </a:xfrm>
          <a:prstGeom prst="rect">
            <a:avLst/>
          </a:prstGeom>
        </p:spPr>
      </p:pic>
      <p:pic>
        <p:nvPicPr>
          <p:cNvPr id="23" name="Picture 22">
            <a:extLst>
              <a:ext uri="{FF2B5EF4-FFF2-40B4-BE49-F238E27FC236}">
                <a16:creationId xmlns:a16="http://schemas.microsoft.com/office/drawing/2014/main" id="{DEC3291A-5545-4392-B4A0-C1404D4708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708503" y="1484614"/>
            <a:ext cx="725207" cy="674044"/>
          </a:xfrm>
          <a:prstGeom prst="rect">
            <a:avLst/>
          </a:prstGeom>
        </p:spPr>
      </p:pic>
      <p:pic>
        <p:nvPicPr>
          <p:cNvPr id="24" name="Picture 23">
            <a:extLst>
              <a:ext uri="{FF2B5EF4-FFF2-40B4-BE49-F238E27FC236}">
                <a16:creationId xmlns:a16="http://schemas.microsoft.com/office/drawing/2014/main" id="{72DA4370-F22A-42AF-8B43-1F2DB35D6CD4}"/>
              </a:ext>
            </a:extLst>
          </p:cNvPr>
          <p:cNvPicPr>
            <a:picLocks noChangeAspect="1"/>
          </p:cNvPicPr>
          <p:nvPr/>
        </p:nvPicPr>
        <p:blipFill>
          <a:blip r:embed="rId9">
            <a:extLst>
              <a:ext uri="{BEBA8EAE-BF5A-486C-A8C5-ECC9F3942E4B}">
                <a14:imgProps xmlns:a14="http://schemas.microsoft.com/office/drawing/2010/main">
                  <a14:imgLayer r:embed="rId10">
                    <a14:imgEffect>
                      <a14:artisticGlowEdges/>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120699" y="3835228"/>
            <a:ext cx="458186" cy="458186"/>
          </a:xfrm>
          <a:prstGeom prst="rect">
            <a:avLst/>
          </a:prstGeom>
        </p:spPr>
      </p:pic>
      <p:pic>
        <p:nvPicPr>
          <p:cNvPr id="25" name="Picture 24">
            <a:extLst>
              <a:ext uri="{FF2B5EF4-FFF2-40B4-BE49-F238E27FC236}">
                <a16:creationId xmlns:a16="http://schemas.microsoft.com/office/drawing/2014/main" id="{B30678F6-D639-4B01-AC48-22438B715566}"/>
              </a:ext>
            </a:extLst>
          </p:cNvPr>
          <p:cNvPicPr>
            <a:picLocks noChangeAspect="1"/>
          </p:cNvPicPr>
          <p:nvPr/>
        </p:nvPicPr>
        <p:blipFill>
          <a:blip r:embed="rId9">
            <a:extLst>
              <a:ext uri="{BEBA8EAE-BF5A-486C-A8C5-ECC9F3942E4B}">
                <a14:imgProps xmlns:a14="http://schemas.microsoft.com/office/drawing/2010/main">
                  <a14:imgLayer r:embed="rId10">
                    <a14:imgEffect>
                      <a14:artisticGlowEdges/>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712395" y="3082622"/>
            <a:ext cx="458186" cy="458186"/>
          </a:xfrm>
          <a:prstGeom prst="rect">
            <a:avLst/>
          </a:prstGeom>
        </p:spPr>
      </p:pic>
      <p:sp>
        <p:nvSpPr>
          <p:cNvPr id="6" name="Rectangle 5">
            <a:extLst>
              <a:ext uri="{FF2B5EF4-FFF2-40B4-BE49-F238E27FC236}">
                <a16:creationId xmlns:a16="http://schemas.microsoft.com/office/drawing/2014/main" id="{DD2999F5-6F94-427F-86E8-7D5F2BF930CE}"/>
              </a:ext>
            </a:extLst>
          </p:cNvPr>
          <p:cNvSpPr/>
          <p:nvPr/>
        </p:nvSpPr>
        <p:spPr>
          <a:xfrm>
            <a:off x="3006411" y="1456570"/>
            <a:ext cx="7575692" cy="738664"/>
          </a:xfrm>
          <a:prstGeom prst="rect">
            <a:avLst/>
          </a:prstGeom>
        </p:spPr>
        <p:txBody>
          <a:bodyPr wrap="square">
            <a:spAutoFit/>
          </a:bodyPr>
          <a:lstStyle/>
          <a:p>
            <a:pPr marL="177747" marR="0" lvl="1" indent="0" algn="l" defTabSz="91412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mn-ea"/>
                <a:cs typeface="+mn-cs"/>
              </a:rPr>
              <a:t>1. Closing activities of </a:t>
            </a: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STAT/TAX</a:t>
            </a:r>
            <a:r>
              <a:rPr kumimoji="0" lang="en-US" sz="1400" b="0" i="0" u="none" strike="noStrike" kern="1200" cap="none" spc="0" normalizeH="0" baseline="0" noProof="0">
                <a:ln>
                  <a:noFill/>
                </a:ln>
                <a:solidFill>
                  <a:srgbClr val="FFFFFF"/>
                </a:solidFill>
                <a:effectLst/>
                <a:uLnTx/>
                <a:uFillTx/>
                <a:latin typeface="Arial" panose="020B0604020202020204"/>
                <a:ea typeface="+mn-ea"/>
                <a:cs typeface="+mn-cs"/>
              </a:rPr>
              <a:t> </a:t>
            </a: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not to conflict with IFRS closing/reporting</a:t>
            </a:r>
            <a:r>
              <a:rPr kumimoji="0" lang="en-US" sz="1400" b="0" i="0" u="none" strike="noStrike" kern="1200" cap="none" spc="0" normalizeH="0" baseline="0" noProof="0">
                <a:ln>
                  <a:noFill/>
                </a:ln>
                <a:solidFill>
                  <a:srgbClr val="FFFFFF"/>
                </a:solidFill>
                <a:effectLst/>
                <a:uLnTx/>
                <a:uFillTx/>
                <a:latin typeface="Arial" panose="020B0604020202020204"/>
                <a:ea typeface="+mn-ea"/>
                <a:cs typeface="+mn-cs"/>
              </a:rPr>
              <a:t>, i.e. close current period of STAT/TAX Ledgers before opening the next period of IFRS Ledger </a:t>
            </a: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 business rationale</a:t>
            </a:r>
            <a:r>
              <a:rPr kumimoji="0" lang="en-US" sz="1400" b="0" i="0" u="none" strike="noStrike" kern="1200" cap="none" spc="0" normalizeH="0" baseline="0" noProof="0">
                <a:ln>
                  <a:noFill/>
                </a:ln>
                <a:solidFill>
                  <a:srgbClr val="FFFFFF"/>
                </a:solidFill>
                <a:effectLst/>
                <a:uLnTx/>
                <a:uFillTx/>
                <a:latin typeface="Arial" panose="020B0604020202020204"/>
                <a:ea typeface="+mn-ea"/>
                <a:cs typeface="+mn-cs"/>
              </a:rPr>
              <a:t>.</a:t>
            </a:r>
          </a:p>
        </p:txBody>
      </p:sp>
      <p:pic>
        <p:nvPicPr>
          <p:cNvPr id="27" name="Picture 26">
            <a:extLst>
              <a:ext uri="{FF2B5EF4-FFF2-40B4-BE49-F238E27FC236}">
                <a16:creationId xmlns:a16="http://schemas.microsoft.com/office/drawing/2014/main" id="{193A46EC-D7C8-4480-9F14-F30D3BFBBC3E}"/>
              </a:ext>
            </a:extLst>
          </p:cNvPr>
          <p:cNvPicPr>
            <a:picLocks noChangeAspect="1"/>
          </p:cNvPicPr>
          <p:nvPr/>
        </p:nvPicPr>
        <p:blipFill>
          <a:blip r:embed="rId11" cstate="print">
            <a:biLevel thresh="25000"/>
            <a:extLst>
              <a:ext uri="{28A0092B-C50C-407E-A947-70E740481C1C}">
                <a14:useLocalDpi xmlns:a14="http://schemas.microsoft.com/office/drawing/2010/main" val="0"/>
              </a:ext>
            </a:extLst>
          </a:blip>
          <a:stretch>
            <a:fillRect/>
          </a:stretch>
        </p:blipFill>
        <p:spPr>
          <a:xfrm>
            <a:off x="10879796" y="1556930"/>
            <a:ext cx="425420" cy="547700"/>
          </a:xfrm>
          <a:prstGeom prst="rect">
            <a:avLst/>
          </a:prstGeom>
        </p:spPr>
      </p:pic>
      <p:pic>
        <p:nvPicPr>
          <p:cNvPr id="28" name="Picture 27">
            <a:extLst>
              <a:ext uri="{FF2B5EF4-FFF2-40B4-BE49-F238E27FC236}">
                <a16:creationId xmlns:a16="http://schemas.microsoft.com/office/drawing/2014/main" id="{DD0413B5-A076-4452-8794-8109C141552E}"/>
              </a:ext>
            </a:extLst>
          </p:cNvPr>
          <p:cNvPicPr>
            <a:picLocks noChangeAspect="1"/>
          </p:cNvPicPr>
          <p:nvPr/>
        </p:nvPicPr>
        <p:blipFill>
          <a:blip r:embed="rId11" cstate="print">
            <a:biLevel thresh="25000"/>
            <a:extLst>
              <a:ext uri="{28A0092B-C50C-407E-A947-70E740481C1C}">
                <a14:useLocalDpi xmlns:a14="http://schemas.microsoft.com/office/drawing/2010/main" val="0"/>
              </a:ext>
            </a:extLst>
          </a:blip>
          <a:stretch>
            <a:fillRect/>
          </a:stretch>
        </p:blipFill>
        <p:spPr>
          <a:xfrm>
            <a:off x="10218890" y="2323258"/>
            <a:ext cx="425420" cy="547700"/>
          </a:xfrm>
          <a:prstGeom prst="rect">
            <a:avLst/>
          </a:prstGeom>
        </p:spPr>
      </p:pic>
      <p:sp>
        <p:nvSpPr>
          <p:cNvPr id="7" name="Rectangle 6">
            <a:extLst>
              <a:ext uri="{FF2B5EF4-FFF2-40B4-BE49-F238E27FC236}">
                <a16:creationId xmlns:a16="http://schemas.microsoft.com/office/drawing/2014/main" id="{2AC8C83A-E67F-40BE-8EB4-CB2D77E31BB1}"/>
              </a:ext>
            </a:extLst>
          </p:cNvPr>
          <p:cNvSpPr/>
          <p:nvPr/>
        </p:nvSpPr>
        <p:spPr>
          <a:xfrm>
            <a:off x="2598208" y="2262706"/>
            <a:ext cx="7705884" cy="7386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2. Monthly closing deadlines of STAT and TAX Ledgers are as below – Business Rationale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srgbClr val="FFFFFF"/>
                </a:solidFill>
                <a:latin typeface="Arial" panose="020B0604020202020204"/>
              </a:rPr>
              <a:t>IFRS - WD3,  STAT/TAX - WD7 (JT only exception)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srgbClr val="FFFFFF"/>
                </a:solidFill>
                <a:latin typeface="Arial" panose="020B0604020202020204"/>
              </a:rPr>
              <a:t>IFRS - WD3,  STAT/TAX - WD10 (All JTI)</a:t>
            </a:r>
            <a:endPar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9" name="Rectangle 28">
            <a:extLst>
              <a:ext uri="{FF2B5EF4-FFF2-40B4-BE49-F238E27FC236}">
                <a16:creationId xmlns:a16="http://schemas.microsoft.com/office/drawing/2014/main" id="{2F2E3949-ECE5-4956-9B9C-2ADCA70D45DC}"/>
              </a:ext>
            </a:extLst>
          </p:cNvPr>
          <p:cNvSpPr/>
          <p:nvPr/>
        </p:nvSpPr>
        <p:spPr>
          <a:xfrm>
            <a:off x="1764603" y="3081802"/>
            <a:ext cx="7881037"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3. Closing activities need to run on a monthly basis for Fixed Assets and Material ledger (ML) or more specifically Cost of Goods Manufactured (COGM) functionality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 technical requirement.</a:t>
            </a:r>
          </a:p>
        </p:txBody>
      </p:sp>
      <p:sp>
        <p:nvSpPr>
          <p:cNvPr id="30" name="Rectangle 29">
            <a:extLst>
              <a:ext uri="{FF2B5EF4-FFF2-40B4-BE49-F238E27FC236}">
                <a16:creationId xmlns:a16="http://schemas.microsoft.com/office/drawing/2014/main" id="{0F831F9A-F687-4910-8B96-7178EBDA29F5}"/>
              </a:ext>
            </a:extLst>
          </p:cNvPr>
          <p:cNvSpPr/>
          <p:nvPr/>
        </p:nvSpPr>
        <p:spPr>
          <a:xfrm>
            <a:off x="1424727" y="3835228"/>
            <a:ext cx="744775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4. Material Ledger closing activities (COGM) for STAT and TAX ledgers - after IFRS books are closed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 technical requirement.</a:t>
            </a:r>
          </a:p>
        </p:txBody>
      </p:sp>
    </p:spTree>
    <p:extLst>
      <p:ext uri="{BB962C8B-B14F-4D97-AF65-F5344CB8AC3E}">
        <p14:creationId xmlns:p14="http://schemas.microsoft.com/office/powerpoint/2010/main" val="1265138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4" hidden="1"/>
          <p:cNvGraphicFramePr>
            <a:graphicFrameLocks noChangeAspect="1"/>
          </p:cNvGraphicFramePr>
          <p:nvPr>
            <p:custDataLst>
              <p:tags r:id="rId1"/>
            </p:custDataLst>
          </p:nvPr>
        </p:nvGraphicFramePr>
        <p:xfrm>
          <a:off x="2072736" y="643664"/>
          <a:ext cx="128950" cy="128950"/>
        </p:xfrm>
        <a:graphic>
          <a:graphicData uri="http://schemas.openxmlformats.org/presentationml/2006/ole">
            <mc:AlternateContent xmlns:mc="http://schemas.openxmlformats.org/markup-compatibility/2006">
              <mc:Choice xmlns:v="urn:schemas-microsoft-com:vml" Requires="v">
                <p:oleObj name="think-cell Slide" r:id="rId5" imgW="216" imgH="216" progId="TCLayout.ActiveDocument.1">
                  <p:embed/>
                </p:oleObj>
              </mc:Choice>
              <mc:Fallback>
                <p:oleObj name="think-cell Slide" r:id="rId5" imgW="216" imgH="216" progId="TCLayout.ActiveDocument.1">
                  <p:embed/>
                  <p:pic>
                    <p:nvPicPr>
                      <p:cNvPr id="8" name="Object 4" hidden="1"/>
                      <p:cNvPicPr/>
                      <p:nvPr/>
                    </p:nvPicPr>
                    <p:blipFill>
                      <a:blip r:embed="rId6"/>
                      <a:stretch>
                        <a:fillRect/>
                      </a:stretch>
                    </p:blipFill>
                    <p:spPr>
                      <a:xfrm>
                        <a:off x="2072736" y="643664"/>
                        <a:ext cx="128950" cy="128950"/>
                      </a:xfrm>
                      <a:prstGeom prst="rect">
                        <a:avLst/>
                      </a:prstGeom>
                    </p:spPr>
                  </p:pic>
                </p:oleObj>
              </mc:Fallback>
            </mc:AlternateContent>
          </a:graphicData>
        </a:graphic>
      </p:graphicFrame>
      <p:sp>
        <p:nvSpPr>
          <p:cNvPr id="3" name="Rectangle 2" hidden="1"/>
          <p:cNvSpPr/>
          <p:nvPr>
            <p:custDataLst>
              <p:tags r:id="rId2"/>
            </p:custDataLst>
          </p:nvPr>
        </p:nvSpPr>
        <p:spPr bwMode="auto">
          <a:xfrm>
            <a:off x="1144289" y="893"/>
            <a:ext cx="158709" cy="158709"/>
          </a:xfrm>
          <a:prstGeom prst="rect">
            <a:avLst/>
          </a:prstGeom>
          <a:solidFill>
            <a:schemeClr val="bg2"/>
          </a:solidFill>
          <a:ln>
            <a:noFill/>
          </a:ln>
          <a:effectLst/>
        </p:spPr>
        <p:txBody>
          <a:bodyPr vert="horz" wrap="none" lIns="0" tIns="0" rIns="0" bIns="0" numCol="1" spcCol="0" rtlCol="0" anchor="ctr" anchorCtr="0" compatLnSpc="1">
            <a:prstTxWarp prst="textNoShape">
              <a:avLst/>
            </a:prstTxWarp>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122632"/>
              </a:solidFill>
              <a:effectLst/>
              <a:uLnTx/>
              <a:uFillTx/>
              <a:latin typeface="Arial" panose="020B0604020202020204"/>
              <a:ea typeface="ＭＳ Ｐゴシック" panose="020B0600070205080204" pitchFamily="34" charset="-128"/>
              <a:cs typeface="+mn-cs"/>
              <a:sym typeface="Arial" panose="020B0604020202020204" pitchFamily="34" charset="0"/>
            </a:endParaRPr>
          </a:p>
        </p:txBody>
      </p:sp>
      <p:sp>
        <p:nvSpPr>
          <p:cNvPr id="5" name="Slide Number Placeholder 4"/>
          <p:cNvSpPr>
            <a:spLocks noGrp="1"/>
          </p:cNvSpPr>
          <p:nvPr>
            <p:ph type="sldNum" sz="quarter" idx="12"/>
          </p:nvPr>
        </p:nvSpPr>
        <p:spPr/>
        <p:txBody>
          <a:bodyPr/>
          <a:lstStyle/>
          <a:p>
            <a:pPr marL="0" marR="0" lvl="0" indent="0" algn="r" defTabSz="914126" rtl="0" eaLnBrk="1" fontAlgn="auto" latinLnBrk="0" hangingPunct="1">
              <a:lnSpc>
                <a:spcPct val="100000"/>
              </a:lnSpc>
              <a:spcBef>
                <a:spcPts val="0"/>
              </a:spcBef>
              <a:spcAft>
                <a:spcPts val="0"/>
              </a:spcAft>
              <a:buClrTx/>
              <a:buSzTx/>
              <a:buFontTx/>
              <a:buNone/>
              <a:tabLst/>
              <a:defRPr/>
            </a:pPr>
            <a:fld id="{1BB4E4D9-2C5A-423A-A8BE-9B5EA07DECC8}" type="slidenum">
              <a:rPr kumimoji="0" lang="en-US" sz="800" b="0" i="0" u="none" strike="noStrike" kern="1200" cap="none" spc="0" normalizeH="0" baseline="0" noProof="0">
                <a:ln>
                  <a:noFill/>
                </a:ln>
                <a:solidFill>
                  <a:srgbClr val="4D5C65"/>
                </a:solidFill>
                <a:effectLst/>
                <a:uLnTx/>
                <a:uFillTx/>
                <a:latin typeface="Arial" panose="020B0604020202020204"/>
                <a:ea typeface="+mn-ea"/>
                <a:cs typeface="Arial" pitchFamily="34" charset="0"/>
              </a:rPr>
              <a:pPr marL="0" marR="0" lvl="0" indent="0" algn="r" defTabSz="914126"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4D5C65"/>
              </a:solidFill>
              <a:effectLst/>
              <a:uLnTx/>
              <a:uFillTx/>
              <a:latin typeface="Arial" panose="020B0604020202020204"/>
              <a:ea typeface="+mn-ea"/>
              <a:cs typeface="Arial" pitchFamily="34" charset="0"/>
            </a:endParaRPr>
          </a:p>
        </p:txBody>
      </p:sp>
      <p:sp>
        <p:nvSpPr>
          <p:cNvPr id="10" name="Title 1"/>
          <p:cNvSpPr>
            <a:spLocks noGrp="1"/>
          </p:cNvSpPr>
          <p:nvPr>
            <p:ph type="title"/>
          </p:nvPr>
        </p:nvSpPr>
        <p:spPr>
          <a:noFill/>
        </p:spPr>
        <p:txBody>
          <a:bodyPr>
            <a:normAutofit/>
          </a:bodyPr>
          <a:lstStyle/>
          <a:p>
            <a:pPr>
              <a:defRPr/>
            </a:pPr>
            <a:r>
              <a:rPr lang="en-GB" sz="3000">
                <a:ea typeface="ＭＳ Ｐゴシック" charset="-128"/>
              </a:rPr>
              <a:t>Period End Closing: </a:t>
            </a:r>
            <a:r>
              <a:rPr lang="en-GB" sz="3000">
                <a:solidFill>
                  <a:schemeClr val="tx1"/>
                </a:solidFill>
                <a:ea typeface="ＭＳ Ｐゴシック" charset="-128"/>
              </a:rPr>
              <a:t>Statutory and Tax Ledger Closing  Specific Principles</a:t>
            </a:r>
            <a:endParaRPr lang="en-US" sz="3000" i="1">
              <a:solidFill>
                <a:schemeClr val="tx1"/>
              </a:solidFill>
              <a:ea typeface="ＭＳ Ｐゴシック" pitchFamily="80" charset="-128"/>
            </a:endParaRPr>
          </a:p>
        </p:txBody>
      </p:sp>
      <p:sp>
        <p:nvSpPr>
          <p:cNvPr id="28" name="Freeform 27"/>
          <p:cNvSpPr/>
          <p:nvPr/>
        </p:nvSpPr>
        <p:spPr>
          <a:xfrm>
            <a:off x="2671994" y="1591336"/>
            <a:ext cx="2127600" cy="770400"/>
          </a:xfrm>
          <a:custGeom>
            <a:avLst/>
            <a:gdLst>
              <a:gd name="connsiteX0" fmla="*/ 0 w 2400992"/>
              <a:gd name="connsiteY0" fmla="*/ 0 h 422449"/>
              <a:gd name="connsiteX1" fmla="*/ 2400992 w 2400992"/>
              <a:gd name="connsiteY1" fmla="*/ 0 h 422449"/>
              <a:gd name="connsiteX2" fmla="*/ 2400992 w 2400992"/>
              <a:gd name="connsiteY2" fmla="*/ 422449 h 422449"/>
              <a:gd name="connsiteX3" fmla="*/ 0 w 2400992"/>
              <a:gd name="connsiteY3" fmla="*/ 422449 h 422449"/>
              <a:gd name="connsiteX4" fmla="*/ 0 w 2400992"/>
              <a:gd name="connsiteY4" fmla="*/ 0 h 422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422449">
                <a:moveTo>
                  <a:pt x="0" y="0"/>
                </a:moveTo>
                <a:lnTo>
                  <a:pt x="2400992" y="0"/>
                </a:lnTo>
                <a:lnTo>
                  <a:pt x="2400992" y="422449"/>
                </a:lnTo>
                <a:lnTo>
                  <a:pt x="0" y="422449"/>
                </a:lnTo>
                <a:lnTo>
                  <a:pt x="0" y="0"/>
                </a:lnTo>
                <a:close/>
              </a:path>
            </a:pathLst>
          </a:custGeom>
          <a:solidFill>
            <a:schemeClr val="accent3"/>
          </a:solidFill>
          <a:ln w="25400">
            <a:solidFill>
              <a:schemeClr val="accent3">
                <a:lumMod val="5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Fixed Assets </a:t>
            </a:r>
          </a:p>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(Intangible &amp; Tangible)</a:t>
            </a:r>
          </a:p>
        </p:txBody>
      </p:sp>
      <p:sp>
        <p:nvSpPr>
          <p:cNvPr id="29" name="Freeform 28"/>
          <p:cNvSpPr/>
          <p:nvPr/>
        </p:nvSpPr>
        <p:spPr>
          <a:xfrm>
            <a:off x="2671994" y="2371161"/>
            <a:ext cx="2127600" cy="4080437"/>
          </a:xfrm>
          <a:custGeom>
            <a:avLst/>
            <a:gdLst>
              <a:gd name="connsiteX0" fmla="*/ 0 w 2400992"/>
              <a:gd name="connsiteY0" fmla="*/ 0 h 3291941"/>
              <a:gd name="connsiteX1" fmla="*/ 2400992 w 2400992"/>
              <a:gd name="connsiteY1" fmla="*/ 0 h 3291941"/>
              <a:gd name="connsiteX2" fmla="*/ 2400992 w 2400992"/>
              <a:gd name="connsiteY2" fmla="*/ 3291941 h 3291941"/>
              <a:gd name="connsiteX3" fmla="*/ 0 w 2400992"/>
              <a:gd name="connsiteY3" fmla="*/ 3291941 h 3291941"/>
              <a:gd name="connsiteX4" fmla="*/ 0 w 2400992"/>
              <a:gd name="connsiteY4" fmla="*/ 0 h 3291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3291941">
                <a:moveTo>
                  <a:pt x="0" y="0"/>
                </a:moveTo>
                <a:lnTo>
                  <a:pt x="2400992" y="0"/>
                </a:lnTo>
                <a:lnTo>
                  <a:pt x="2400992" y="3291941"/>
                </a:lnTo>
                <a:lnTo>
                  <a:pt x="0" y="3291941"/>
                </a:lnTo>
                <a:lnTo>
                  <a:pt x="0" y="0"/>
                </a:lnTo>
                <a:close/>
              </a:path>
            </a:pathLst>
          </a:custGeom>
          <a:solidFill>
            <a:schemeClr val="accent1">
              <a:lumMod val="20000"/>
              <a:lumOff val="80000"/>
            </a:schemeClr>
          </a:solidFill>
          <a:ln w="25400">
            <a:solidFill>
              <a:schemeClr val="accent3">
                <a:lumMod val="50000"/>
                <a:alpha val="90000"/>
              </a:scheme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rPr>
              <a:t>Capitalization activities – at month end.</a:t>
            </a:r>
          </a:p>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US" sz="1300" b="1" i="0" u="none" strike="noStrike" kern="1200" cap="none" spc="0" normalizeH="0" baseline="0" noProof="0" dirty="0">
                <a:ln>
                  <a:noFill/>
                </a:ln>
                <a:solidFill>
                  <a:srgbClr val="39454B"/>
                </a:solidFill>
                <a:effectLst/>
                <a:uLnTx/>
                <a:uFillTx/>
                <a:latin typeface="Arial" panose="020B0604020202020204"/>
                <a:ea typeface="+mn-ea"/>
                <a:cs typeface="+mn-cs"/>
              </a:rPr>
              <a:t>1 depreciation run </a:t>
            </a:r>
            <a:r>
              <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rPr>
              <a:t>– for </a:t>
            </a:r>
            <a:r>
              <a:rPr kumimoji="0" lang="en-US" sz="1300" b="1" i="0" u="none" strike="noStrike" kern="1200" cap="none" spc="0" normalizeH="0" baseline="0" noProof="0" dirty="0">
                <a:ln>
                  <a:noFill/>
                </a:ln>
                <a:solidFill>
                  <a:srgbClr val="39454B"/>
                </a:solidFill>
                <a:effectLst/>
                <a:uLnTx/>
                <a:uFillTx/>
                <a:latin typeface="Arial" panose="020B0604020202020204"/>
                <a:ea typeface="+mn-ea"/>
                <a:cs typeface="+mn-cs"/>
              </a:rPr>
              <a:t>IFRS, STAT and TAX as per IFRS Key Timings</a:t>
            </a:r>
          </a:p>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rPr>
              <a:t>Depreciation run is </a:t>
            </a:r>
            <a:r>
              <a:rPr kumimoji="0" lang="en-US" sz="1300" b="1" i="0" u="none" strike="noStrike" kern="1200" cap="none" spc="0" normalizeH="0" baseline="0" noProof="0" dirty="0">
                <a:ln>
                  <a:noFill/>
                </a:ln>
                <a:solidFill>
                  <a:srgbClr val="39454B"/>
                </a:solidFill>
                <a:effectLst/>
                <a:uLnTx/>
                <a:uFillTx/>
                <a:latin typeface="Arial" panose="020B0604020202020204"/>
                <a:ea typeface="+mn-ea"/>
                <a:cs typeface="+mn-cs"/>
              </a:rPr>
              <a:t>a pre-requisite for COGM.</a:t>
            </a:r>
          </a:p>
        </p:txBody>
      </p:sp>
      <p:sp>
        <p:nvSpPr>
          <p:cNvPr id="30" name="Freeform 29"/>
          <p:cNvSpPr/>
          <p:nvPr/>
        </p:nvSpPr>
        <p:spPr>
          <a:xfrm>
            <a:off x="5018983" y="1602073"/>
            <a:ext cx="2127600" cy="770400"/>
          </a:xfrm>
          <a:custGeom>
            <a:avLst/>
            <a:gdLst>
              <a:gd name="connsiteX0" fmla="*/ 0 w 2400992"/>
              <a:gd name="connsiteY0" fmla="*/ 0 h 422449"/>
              <a:gd name="connsiteX1" fmla="*/ 2400992 w 2400992"/>
              <a:gd name="connsiteY1" fmla="*/ 0 h 422449"/>
              <a:gd name="connsiteX2" fmla="*/ 2400992 w 2400992"/>
              <a:gd name="connsiteY2" fmla="*/ 422449 h 422449"/>
              <a:gd name="connsiteX3" fmla="*/ 0 w 2400992"/>
              <a:gd name="connsiteY3" fmla="*/ 422449 h 422449"/>
              <a:gd name="connsiteX4" fmla="*/ 0 w 2400992"/>
              <a:gd name="connsiteY4" fmla="*/ 0 h 422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422449">
                <a:moveTo>
                  <a:pt x="0" y="0"/>
                </a:moveTo>
                <a:lnTo>
                  <a:pt x="2400992" y="0"/>
                </a:lnTo>
                <a:lnTo>
                  <a:pt x="2400992" y="422449"/>
                </a:lnTo>
                <a:lnTo>
                  <a:pt x="0" y="422449"/>
                </a:lnTo>
                <a:lnTo>
                  <a:pt x="0" y="0"/>
                </a:lnTo>
                <a:close/>
              </a:path>
            </a:pathLst>
          </a:custGeom>
          <a:solidFill>
            <a:schemeClr val="accent3"/>
          </a:solidFill>
          <a:ln w="25400">
            <a:solidFill>
              <a:schemeClr val="accent3">
                <a:lumMod val="5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rPr>
              <a:t>ML - COGM (Costs of Goods Manufactured) – </a:t>
            </a:r>
            <a:r>
              <a:rPr kumimoji="0" lang="en-US" sz="1400" b="1" i="0" u="sng" strike="noStrike" kern="1200" cap="none" spc="0" normalizeH="0" baseline="0" noProof="0" dirty="0">
                <a:ln>
                  <a:noFill/>
                </a:ln>
                <a:solidFill>
                  <a:srgbClr val="FFFFFF"/>
                </a:solidFill>
                <a:effectLst/>
                <a:uLnTx/>
                <a:uFillTx/>
                <a:latin typeface="Arial" panose="020B0604020202020204"/>
                <a:ea typeface="+mn-ea"/>
                <a:cs typeface="+mn-cs"/>
              </a:rPr>
              <a:t>factories only</a:t>
            </a:r>
          </a:p>
        </p:txBody>
      </p:sp>
      <p:sp>
        <p:nvSpPr>
          <p:cNvPr id="31" name="Freeform 30"/>
          <p:cNvSpPr/>
          <p:nvPr/>
        </p:nvSpPr>
        <p:spPr>
          <a:xfrm>
            <a:off x="5018983" y="2371163"/>
            <a:ext cx="2127600" cy="4080437"/>
          </a:xfrm>
          <a:custGeom>
            <a:avLst/>
            <a:gdLst>
              <a:gd name="connsiteX0" fmla="*/ 0 w 2400992"/>
              <a:gd name="connsiteY0" fmla="*/ 0 h 3291941"/>
              <a:gd name="connsiteX1" fmla="*/ 2400992 w 2400992"/>
              <a:gd name="connsiteY1" fmla="*/ 0 h 3291941"/>
              <a:gd name="connsiteX2" fmla="*/ 2400992 w 2400992"/>
              <a:gd name="connsiteY2" fmla="*/ 3291941 h 3291941"/>
              <a:gd name="connsiteX3" fmla="*/ 0 w 2400992"/>
              <a:gd name="connsiteY3" fmla="*/ 3291941 h 3291941"/>
              <a:gd name="connsiteX4" fmla="*/ 0 w 2400992"/>
              <a:gd name="connsiteY4" fmla="*/ 0 h 3291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3291941">
                <a:moveTo>
                  <a:pt x="0" y="0"/>
                </a:moveTo>
                <a:lnTo>
                  <a:pt x="2400992" y="0"/>
                </a:lnTo>
                <a:lnTo>
                  <a:pt x="2400992" y="3291941"/>
                </a:lnTo>
                <a:lnTo>
                  <a:pt x="0" y="3291941"/>
                </a:lnTo>
                <a:lnTo>
                  <a:pt x="0" y="0"/>
                </a:lnTo>
                <a:close/>
              </a:path>
            </a:pathLst>
          </a:custGeom>
          <a:solidFill>
            <a:schemeClr val="accent1">
              <a:lumMod val="20000"/>
              <a:lumOff val="80000"/>
            </a:schemeClr>
          </a:solidFill>
          <a:ln w="25400">
            <a:solidFill>
              <a:schemeClr val="accent3">
                <a:lumMod val="50000"/>
                <a:alpha val="90000"/>
              </a:scheme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GB" sz="1300" b="0" i="0" u="none" strike="noStrike" kern="1200" cap="none" spc="0" normalizeH="0" baseline="0" noProof="0">
                <a:ln>
                  <a:noFill/>
                </a:ln>
                <a:solidFill>
                  <a:srgbClr val="39454B"/>
                </a:solidFill>
                <a:effectLst/>
                <a:uLnTx/>
                <a:uFillTx/>
                <a:latin typeface="Arial" panose="020B0604020202020204"/>
                <a:ea typeface="+mn-ea"/>
                <a:cs typeface="+mn-cs"/>
              </a:rPr>
              <a:t>Postings impacting inventory valuation executed before monthly ML close and in accordance with deadlines set for IFRS, STAT and TAX ledgers.</a:t>
            </a:r>
            <a:endParaRPr kumimoji="0" lang="en-US" sz="1300" b="0" i="0" u="none" strike="noStrike" kern="1200" cap="none" spc="0" normalizeH="0" baseline="0" noProof="0">
              <a:ln>
                <a:noFill/>
              </a:ln>
              <a:solidFill>
                <a:srgbClr val="39454B"/>
              </a:solidFill>
              <a:effectLst/>
              <a:uLnTx/>
              <a:uFillTx/>
              <a:latin typeface="Arial" panose="020B0604020202020204"/>
              <a:ea typeface="+mn-ea"/>
              <a:cs typeface="+mn-cs"/>
            </a:endParaRPr>
          </a:p>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GB" sz="1300" b="1" i="0" u="none" strike="noStrike" kern="1200" cap="none" spc="0" normalizeH="0" baseline="0" noProof="0">
                <a:ln>
                  <a:noFill/>
                </a:ln>
                <a:solidFill>
                  <a:srgbClr val="39454B"/>
                </a:solidFill>
                <a:effectLst/>
                <a:uLnTx/>
                <a:uFillTx/>
                <a:latin typeface="Arial" panose="020B0604020202020204"/>
                <a:ea typeface="+mn-ea"/>
                <a:cs typeface="+mn-cs"/>
              </a:rPr>
              <a:t>3 separate runs for IFRS, STAT and TAX </a:t>
            </a:r>
            <a:r>
              <a:rPr kumimoji="0" lang="en-GB" sz="1300" b="0" i="0" u="none" strike="noStrike" kern="1200" cap="none" spc="0" normalizeH="0" baseline="0" noProof="0">
                <a:ln>
                  <a:noFill/>
                </a:ln>
                <a:solidFill>
                  <a:srgbClr val="39454B"/>
                </a:solidFill>
                <a:effectLst/>
                <a:uLnTx/>
                <a:uFillTx/>
                <a:latin typeface="Arial" panose="020B0604020202020204"/>
                <a:ea typeface="+mn-ea"/>
                <a:cs typeface="+mn-cs"/>
              </a:rPr>
              <a:t>as per respective Key Timings of the close of each of the mentioned ledgers.</a:t>
            </a:r>
          </a:p>
        </p:txBody>
      </p:sp>
      <p:sp>
        <p:nvSpPr>
          <p:cNvPr id="32" name="Freeform 31"/>
          <p:cNvSpPr/>
          <p:nvPr/>
        </p:nvSpPr>
        <p:spPr>
          <a:xfrm>
            <a:off x="7365972" y="1602073"/>
            <a:ext cx="2127600" cy="770400"/>
          </a:xfrm>
          <a:custGeom>
            <a:avLst/>
            <a:gdLst>
              <a:gd name="connsiteX0" fmla="*/ 0 w 2400992"/>
              <a:gd name="connsiteY0" fmla="*/ 0 h 422449"/>
              <a:gd name="connsiteX1" fmla="*/ 2400992 w 2400992"/>
              <a:gd name="connsiteY1" fmla="*/ 0 h 422449"/>
              <a:gd name="connsiteX2" fmla="*/ 2400992 w 2400992"/>
              <a:gd name="connsiteY2" fmla="*/ 422449 h 422449"/>
              <a:gd name="connsiteX3" fmla="*/ 0 w 2400992"/>
              <a:gd name="connsiteY3" fmla="*/ 422449 h 422449"/>
              <a:gd name="connsiteX4" fmla="*/ 0 w 2400992"/>
              <a:gd name="connsiteY4" fmla="*/ 0 h 422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422449">
                <a:moveTo>
                  <a:pt x="0" y="0"/>
                </a:moveTo>
                <a:lnTo>
                  <a:pt x="2400992" y="0"/>
                </a:lnTo>
                <a:lnTo>
                  <a:pt x="2400992" y="422449"/>
                </a:lnTo>
                <a:lnTo>
                  <a:pt x="0" y="422449"/>
                </a:lnTo>
                <a:lnTo>
                  <a:pt x="0" y="0"/>
                </a:lnTo>
                <a:close/>
              </a:path>
            </a:pathLst>
          </a:custGeom>
          <a:solidFill>
            <a:schemeClr val="accent3"/>
          </a:solidFill>
          <a:ln w="25400">
            <a:solidFill>
              <a:schemeClr val="accent3">
                <a:lumMod val="5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All other journals not affecting Product Cost </a:t>
            </a:r>
          </a:p>
        </p:txBody>
      </p:sp>
      <p:sp>
        <p:nvSpPr>
          <p:cNvPr id="33" name="Freeform 32"/>
          <p:cNvSpPr/>
          <p:nvPr/>
        </p:nvSpPr>
        <p:spPr>
          <a:xfrm>
            <a:off x="7365972" y="2373888"/>
            <a:ext cx="2127600" cy="4080437"/>
          </a:xfrm>
          <a:custGeom>
            <a:avLst/>
            <a:gdLst>
              <a:gd name="connsiteX0" fmla="*/ 0 w 2400992"/>
              <a:gd name="connsiteY0" fmla="*/ 0 h 3291941"/>
              <a:gd name="connsiteX1" fmla="*/ 2400992 w 2400992"/>
              <a:gd name="connsiteY1" fmla="*/ 0 h 3291941"/>
              <a:gd name="connsiteX2" fmla="*/ 2400992 w 2400992"/>
              <a:gd name="connsiteY2" fmla="*/ 3291941 h 3291941"/>
              <a:gd name="connsiteX3" fmla="*/ 0 w 2400992"/>
              <a:gd name="connsiteY3" fmla="*/ 3291941 h 3291941"/>
              <a:gd name="connsiteX4" fmla="*/ 0 w 2400992"/>
              <a:gd name="connsiteY4" fmla="*/ 0 h 3291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3291941">
                <a:moveTo>
                  <a:pt x="0" y="0"/>
                </a:moveTo>
                <a:lnTo>
                  <a:pt x="2400992" y="0"/>
                </a:lnTo>
                <a:lnTo>
                  <a:pt x="2400992" y="3291941"/>
                </a:lnTo>
                <a:lnTo>
                  <a:pt x="0" y="3291941"/>
                </a:lnTo>
                <a:lnTo>
                  <a:pt x="0" y="0"/>
                </a:lnTo>
                <a:close/>
              </a:path>
            </a:pathLst>
          </a:custGeom>
          <a:solidFill>
            <a:schemeClr val="accent1">
              <a:lumMod val="20000"/>
              <a:lumOff val="80000"/>
            </a:schemeClr>
          </a:solidFill>
          <a:ln w="25400">
            <a:solidFill>
              <a:schemeClr val="accent3">
                <a:lumMod val="50000"/>
                <a:alpha val="90000"/>
              </a:scheme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rPr>
              <a:t>As a guideline, given low expected volume, materiality and often temporary nature, do not require monthly attention and sufficient to be posted on the final posting period to complete STAT and/or TAX reporting.</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endPar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endParaRPr>
          </a:p>
        </p:txBody>
      </p:sp>
      <p:sp>
        <p:nvSpPr>
          <p:cNvPr id="34" name="Freeform 33"/>
          <p:cNvSpPr/>
          <p:nvPr/>
        </p:nvSpPr>
        <p:spPr>
          <a:xfrm>
            <a:off x="9712960" y="1602073"/>
            <a:ext cx="2127600" cy="770400"/>
          </a:xfrm>
          <a:custGeom>
            <a:avLst/>
            <a:gdLst>
              <a:gd name="connsiteX0" fmla="*/ 0 w 2400992"/>
              <a:gd name="connsiteY0" fmla="*/ 0 h 422449"/>
              <a:gd name="connsiteX1" fmla="*/ 2400992 w 2400992"/>
              <a:gd name="connsiteY1" fmla="*/ 0 h 422449"/>
              <a:gd name="connsiteX2" fmla="*/ 2400992 w 2400992"/>
              <a:gd name="connsiteY2" fmla="*/ 422449 h 422449"/>
              <a:gd name="connsiteX3" fmla="*/ 0 w 2400992"/>
              <a:gd name="connsiteY3" fmla="*/ 422449 h 422449"/>
              <a:gd name="connsiteX4" fmla="*/ 0 w 2400992"/>
              <a:gd name="connsiteY4" fmla="*/ 0 h 422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422449">
                <a:moveTo>
                  <a:pt x="0" y="0"/>
                </a:moveTo>
                <a:lnTo>
                  <a:pt x="2400992" y="0"/>
                </a:lnTo>
                <a:lnTo>
                  <a:pt x="2400992" y="422449"/>
                </a:lnTo>
                <a:lnTo>
                  <a:pt x="0" y="422449"/>
                </a:lnTo>
                <a:lnTo>
                  <a:pt x="0" y="0"/>
                </a:lnTo>
                <a:close/>
              </a:path>
            </a:pathLst>
          </a:custGeom>
          <a:solidFill>
            <a:schemeClr val="accent3"/>
          </a:solidFill>
          <a:ln w="25400">
            <a:solidFill>
              <a:schemeClr val="accent3">
                <a:lumMod val="5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Corporate Tax Pack preparation</a:t>
            </a:r>
          </a:p>
        </p:txBody>
      </p:sp>
      <p:sp>
        <p:nvSpPr>
          <p:cNvPr id="35" name="Freeform 34"/>
          <p:cNvSpPr/>
          <p:nvPr/>
        </p:nvSpPr>
        <p:spPr>
          <a:xfrm>
            <a:off x="9712960" y="2377165"/>
            <a:ext cx="2127600" cy="4080437"/>
          </a:xfrm>
          <a:custGeom>
            <a:avLst/>
            <a:gdLst>
              <a:gd name="connsiteX0" fmla="*/ 0 w 2400992"/>
              <a:gd name="connsiteY0" fmla="*/ 0 h 3291941"/>
              <a:gd name="connsiteX1" fmla="*/ 2400992 w 2400992"/>
              <a:gd name="connsiteY1" fmla="*/ 0 h 3291941"/>
              <a:gd name="connsiteX2" fmla="*/ 2400992 w 2400992"/>
              <a:gd name="connsiteY2" fmla="*/ 3291941 h 3291941"/>
              <a:gd name="connsiteX3" fmla="*/ 0 w 2400992"/>
              <a:gd name="connsiteY3" fmla="*/ 3291941 h 3291941"/>
              <a:gd name="connsiteX4" fmla="*/ 0 w 2400992"/>
              <a:gd name="connsiteY4" fmla="*/ 0 h 3291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3291941">
                <a:moveTo>
                  <a:pt x="0" y="0"/>
                </a:moveTo>
                <a:lnTo>
                  <a:pt x="2400992" y="0"/>
                </a:lnTo>
                <a:lnTo>
                  <a:pt x="2400992" y="3291941"/>
                </a:lnTo>
                <a:lnTo>
                  <a:pt x="0" y="3291941"/>
                </a:lnTo>
                <a:lnTo>
                  <a:pt x="0" y="0"/>
                </a:lnTo>
                <a:close/>
              </a:path>
            </a:pathLst>
          </a:custGeom>
          <a:solidFill>
            <a:schemeClr val="accent1">
              <a:lumMod val="20000"/>
              <a:lumOff val="80000"/>
            </a:schemeClr>
          </a:solidFill>
          <a:ln w="25400">
            <a:solidFill>
              <a:schemeClr val="accent3">
                <a:lumMod val="50000"/>
                <a:alpha val="90000"/>
              </a:scheme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0" marR="0" lvl="1" indent="0" algn="l" defTabSz="533240" rtl="0" eaLnBrk="1" fontAlgn="auto" latinLnBrk="0" hangingPunct="1">
              <a:lnSpc>
                <a:spcPct val="90000"/>
              </a:lnSpc>
              <a:spcBef>
                <a:spcPts val="600"/>
              </a:spcBef>
              <a:spcAft>
                <a:spcPts val="0"/>
              </a:spcAft>
              <a:buClrTx/>
              <a:buSzTx/>
              <a:buFontTx/>
              <a:buNone/>
              <a:tabLst/>
              <a:defRPr/>
            </a:pPr>
            <a:r>
              <a:rPr kumimoji="0" lang="en-US" sz="1300" b="1" i="0" u="none" strike="noStrike" kern="1200" cap="none" spc="0" normalizeH="0" baseline="0" noProof="0" dirty="0">
                <a:ln>
                  <a:noFill/>
                </a:ln>
                <a:solidFill>
                  <a:srgbClr val="39454B"/>
                </a:solidFill>
                <a:effectLst/>
                <a:uLnTx/>
                <a:uFillTx/>
                <a:latin typeface="Arial" panose="020B0604020202020204"/>
                <a:ea typeface="+mn-ea"/>
                <a:cs typeface="+mn-cs"/>
              </a:rPr>
              <a:t>Populate temporary differences as follows:</a:t>
            </a:r>
          </a:p>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rPr>
              <a:t>Ones coming from AA, COGM, GR timing and any other automated solutions will be available in IFRS and TAX ledgers for already closed periods. The figures for the last not yet closed TAX period should be an estimate.</a:t>
            </a:r>
          </a:p>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rPr>
              <a:t>If there are any additional differences, they should be reported in the Tax Pack, however are not required to be posted in the TAX ledger quarterly, if not required for local tax reporting. </a:t>
            </a:r>
          </a:p>
        </p:txBody>
      </p:sp>
      <p:sp>
        <p:nvSpPr>
          <p:cNvPr id="36" name="Freeform 35"/>
          <p:cNvSpPr/>
          <p:nvPr/>
        </p:nvSpPr>
        <p:spPr>
          <a:xfrm>
            <a:off x="325005" y="1581911"/>
            <a:ext cx="2127600" cy="770400"/>
          </a:xfrm>
          <a:custGeom>
            <a:avLst/>
            <a:gdLst>
              <a:gd name="connsiteX0" fmla="*/ 0 w 2400992"/>
              <a:gd name="connsiteY0" fmla="*/ 0 h 422449"/>
              <a:gd name="connsiteX1" fmla="*/ 2400992 w 2400992"/>
              <a:gd name="connsiteY1" fmla="*/ 0 h 422449"/>
              <a:gd name="connsiteX2" fmla="*/ 2400992 w 2400992"/>
              <a:gd name="connsiteY2" fmla="*/ 422449 h 422449"/>
              <a:gd name="connsiteX3" fmla="*/ 0 w 2400992"/>
              <a:gd name="connsiteY3" fmla="*/ 422449 h 422449"/>
              <a:gd name="connsiteX4" fmla="*/ 0 w 2400992"/>
              <a:gd name="connsiteY4" fmla="*/ 0 h 422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422449">
                <a:moveTo>
                  <a:pt x="0" y="0"/>
                </a:moveTo>
                <a:lnTo>
                  <a:pt x="2400992" y="0"/>
                </a:lnTo>
                <a:lnTo>
                  <a:pt x="2400992" y="422449"/>
                </a:lnTo>
                <a:lnTo>
                  <a:pt x="0" y="422449"/>
                </a:lnTo>
                <a:lnTo>
                  <a:pt x="0" y="0"/>
                </a:lnTo>
                <a:close/>
              </a:path>
            </a:pathLst>
          </a:custGeom>
          <a:solidFill>
            <a:schemeClr val="accent3"/>
          </a:solidFill>
          <a:ln w="25400">
            <a:solidFill>
              <a:schemeClr val="accent3">
                <a:lumMod val="5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AR, AP, CM, FSCM</a:t>
            </a:r>
          </a:p>
        </p:txBody>
      </p:sp>
      <p:sp>
        <p:nvSpPr>
          <p:cNvPr id="37" name="Freeform 36"/>
          <p:cNvSpPr/>
          <p:nvPr/>
        </p:nvSpPr>
        <p:spPr>
          <a:xfrm>
            <a:off x="325005" y="2361736"/>
            <a:ext cx="2127600" cy="4080437"/>
          </a:xfrm>
          <a:custGeom>
            <a:avLst/>
            <a:gdLst>
              <a:gd name="connsiteX0" fmla="*/ 0 w 2400992"/>
              <a:gd name="connsiteY0" fmla="*/ 0 h 3291941"/>
              <a:gd name="connsiteX1" fmla="*/ 2400992 w 2400992"/>
              <a:gd name="connsiteY1" fmla="*/ 0 h 3291941"/>
              <a:gd name="connsiteX2" fmla="*/ 2400992 w 2400992"/>
              <a:gd name="connsiteY2" fmla="*/ 3291941 h 3291941"/>
              <a:gd name="connsiteX3" fmla="*/ 0 w 2400992"/>
              <a:gd name="connsiteY3" fmla="*/ 3291941 h 3291941"/>
              <a:gd name="connsiteX4" fmla="*/ 0 w 2400992"/>
              <a:gd name="connsiteY4" fmla="*/ 0 h 3291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992" h="3291941">
                <a:moveTo>
                  <a:pt x="0" y="0"/>
                </a:moveTo>
                <a:lnTo>
                  <a:pt x="2400992" y="0"/>
                </a:lnTo>
                <a:lnTo>
                  <a:pt x="2400992" y="3291941"/>
                </a:lnTo>
                <a:lnTo>
                  <a:pt x="0" y="3291941"/>
                </a:lnTo>
                <a:lnTo>
                  <a:pt x="0" y="0"/>
                </a:lnTo>
                <a:close/>
              </a:path>
            </a:pathLst>
          </a:custGeom>
          <a:solidFill>
            <a:schemeClr val="accent1">
              <a:lumMod val="20000"/>
              <a:lumOff val="80000"/>
            </a:schemeClr>
          </a:solidFill>
          <a:ln w="25400">
            <a:solidFill>
              <a:schemeClr val="accent3">
                <a:lumMod val="50000"/>
                <a:alpha val="90000"/>
              </a:scheme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US" sz="1300" b="1" i="0" u="none" strike="noStrike" kern="1200" cap="none" spc="0" normalizeH="0" baseline="0" noProof="0" dirty="0">
                <a:ln>
                  <a:noFill/>
                </a:ln>
                <a:solidFill>
                  <a:srgbClr val="39454B">
                    <a:hueOff val="0"/>
                    <a:satOff val="0"/>
                    <a:lumOff val="0"/>
                    <a:alphaOff val="0"/>
                  </a:srgbClr>
                </a:solidFill>
                <a:effectLst/>
                <a:uLnTx/>
                <a:uFillTx/>
                <a:latin typeface="Arial" panose="020B0604020202020204"/>
                <a:ea typeface="+mn-ea"/>
                <a:cs typeface="+mn-cs"/>
              </a:rPr>
              <a:t>Monthly basis </a:t>
            </a:r>
            <a:r>
              <a:rPr kumimoji="0" lang="en-US" sz="1300" b="0" i="0" u="none" strike="noStrike" kern="1200" cap="none" spc="0" normalizeH="0" baseline="0" noProof="0" dirty="0">
                <a:ln>
                  <a:noFill/>
                </a:ln>
                <a:solidFill>
                  <a:srgbClr val="39454B">
                    <a:hueOff val="0"/>
                    <a:satOff val="0"/>
                    <a:lumOff val="0"/>
                    <a:alphaOff val="0"/>
                  </a:srgbClr>
                </a:solidFill>
                <a:effectLst/>
                <a:uLnTx/>
                <a:uFillTx/>
                <a:latin typeface="Arial" panose="020B0604020202020204"/>
                <a:ea typeface="+mn-ea"/>
                <a:cs typeface="+mn-cs"/>
              </a:rPr>
              <a:t>due to flow-through postings system design.</a:t>
            </a:r>
          </a:p>
          <a:p>
            <a:pPr marL="114266" marR="0" lvl="1" indent="-114266" algn="l" defTabSz="533240" rtl="0" eaLnBrk="1" fontAlgn="auto" latinLnBrk="0" hangingPunct="1">
              <a:lnSpc>
                <a:spcPct val="90000"/>
              </a:lnSpc>
              <a:spcBef>
                <a:spcPts val="600"/>
              </a:spcBef>
              <a:spcAft>
                <a:spcPts val="0"/>
              </a:spcAft>
              <a:buClrTx/>
              <a:buSzTx/>
              <a:buFontTx/>
              <a:buChar char="••"/>
              <a:tabLst/>
              <a:defRPr/>
            </a:pPr>
            <a:r>
              <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rPr>
              <a:t>As per </a:t>
            </a:r>
            <a:r>
              <a:rPr kumimoji="0" lang="en-US" sz="1300" b="1" i="0" u="none" strike="noStrike" kern="1200" cap="none" spc="0" normalizeH="0" baseline="0" noProof="0" dirty="0">
                <a:ln>
                  <a:noFill/>
                </a:ln>
                <a:solidFill>
                  <a:srgbClr val="39454B"/>
                </a:solidFill>
                <a:effectLst/>
                <a:uLnTx/>
                <a:uFillTx/>
                <a:latin typeface="Arial" panose="020B0604020202020204"/>
                <a:ea typeface="+mn-ea"/>
                <a:cs typeface="+mn-cs"/>
              </a:rPr>
              <a:t>IFRS</a:t>
            </a:r>
            <a:r>
              <a:rPr kumimoji="0" lang="en-US" sz="1300" b="0" i="0" u="none" strike="noStrike" kern="1200" cap="none" spc="0" normalizeH="0" baseline="0" noProof="0" dirty="0">
                <a:ln>
                  <a:noFill/>
                </a:ln>
                <a:solidFill>
                  <a:srgbClr val="39454B"/>
                </a:solidFill>
                <a:effectLst/>
                <a:uLnTx/>
                <a:uFillTx/>
                <a:latin typeface="Arial" panose="020B0604020202020204"/>
                <a:ea typeface="+mn-ea"/>
                <a:cs typeface="+mn-cs"/>
              </a:rPr>
              <a:t> </a:t>
            </a:r>
            <a:r>
              <a:rPr kumimoji="0" lang="en-US" sz="1300" b="1" i="0" u="none" strike="noStrike" kern="1200" cap="none" spc="0" normalizeH="0" baseline="0" noProof="0" dirty="0">
                <a:ln>
                  <a:noFill/>
                </a:ln>
                <a:solidFill>
                  <a:srgbClr val="39454B"/>
                </a:solidFill>
                <a:effectLst/>
                <a:uLnTx/>
                <a:uFillTx/>
                <a:latin typeface="Arial" panose="020B0604020202020204"/>
                <a:ea typeface="+mn-ea"/>
                <a:cs typeface="+mn-cs"/>
              </a:rPr>
              <a:t>Key Timings in IFRS, STAT and TAX ledgers.</a:t>
            </a:r>
          </a:p>
        </p:txBody>
      </p:sp>
    </p:spTree>
    <p:extLst>
      <p:ext uri="{BB962C8B-B14F-4D97-AF65-F5344CB8AC3E}">
        <p14:creationId xmlns:p14="http://schemas.microsoft.com/office/powerpoint/2010/main" val="233618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iRY0kXLcSkOcDLv.ihxWs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iRY0kXLcSkOcDLv.ihxWsg"/>
</p:tagLst>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4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3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2.xml><?xml version="1.0" encoding="utf-8"?>
<ds:datastoreItem xmlns:ds="http://schemas.openxmlformats.org/officeDocument/2006/customXml" ds:itemID="{E3BC77B7-89BE-45D2-B43A-94AB4C5F40F4}">
  <ds:schemaRefs>
    <ds:schemaRef ds:uri="91871c47-af2e-43ea-ad3f-7bb4c536bc45"/>
    <ds:schemaRef ds:uri="http://purl.org/dc/terms/"/>
    <ds:schemaRef ds:uri="http://purl.org/dc/elements/1.1/"/>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cb52ee0d-5346-4ae8-a9f9-d746adffeb6b"/>
    <ds:schemaRef ds:uri="ba249638-b5c4-4b59-8094-70d8491c2e9c"/>
    <ds:schemaRef ds:uri="http://schemas.microsoft.com/office/2006/metadata/properties"/>
  </ds:schemaRefs>
</ds:datastoreItem>
</file>

<file path=customXml/itemProps3.xml><?xml version="1.0" encoding="utf-8"?>
<ds:datastoreItem xmlns:ds="http://schemas.openxmlformats.org/officeDocument/2006/customXml" ds:itemID="{AD09CD49-5488-499E-A522-8C6A25D01318}"/>
</file>

<file path=docProps/app.xml><?xml version="1.0" encoding="utf-8"?>
<Properties xmlns="http://schemas.openxmlformats.org/officeDocument/2006/extended-properties" xmlns:vt="http://schemas.openxmlformats.org/officeDocument/2006/docPropsVTypes">
  <Template>S4F Template</Template>
  <TotalTime>214</TotalTime>
  <Words>478</Words>
  <Application>Microsoft Office PowerPoint</Application>
  <PresentationFormat>Widescreen</PresentationFormat>
  <Paragraphs>37</Paragraphs>
  <Slides>3</Slides>
  <Notes>2</Notes>
  <HiddenSlides>0</HiddenSlides>
  <MMClips>0</MMClips>
  <ScaleCrop>false</ScaleCrop>
  <HeadingPairs>
    <vt:vector size="8" baseType="variant">
      <vt:variant>
        <vt:lpstr>Fonts Used</vt:lpstr>
      </vt:variant>
      <vt:variant>
        <vt:i4>3</vt:i4>
      </vt:variant>
      <vt:variant>
        <vt:lpstr>Theme</vt:lpstr>
      </vt:variant>
      <vt:variant>
        <vt:i4>5</vt:i4>
      </vt:variant>
      <vt:variant>
        <vt:lpstr>Embedded OLE Servers</vt:lpstr>
      </vt:variant>
      <vt:variant>
        <vt:i4>1</vt:i4>
      </vt:variant>
      <vt:variant>
        <vt:lpstr>Slide Titles</vt:lpstr>
      </vt:variant>
      <vt:variant>
        <vt:i4>3</vt:i4>
      </vt:variant>
    </vt:vector>
  </HeadingPairs>
  <TitlesOfParts>
    <vt:vector size="12" baseType="lpstr">
      <vt:lpstr>Articulate Extrabold</vt:lpstr>
      <vt:lpstr>Arial</vt:lpstr>
      <vt:lpstr>Calibri</vt:lpstr>
      <vt:lpstr>1_S4F-ERP Clean IFRS Stat &amp; Tax Rep</vt:lpstr>
      <vt:lpstr>S4F-ERP Period End Closing</vt:lpstr>
      <vt:lpstr>1_S4F-ERP Period End Closing</vt:lpstr>
      <vt:lpstr>4_S4F-ERP Clean IFRS Stat &amp; Tax Rep</vt:lpstr>
      <vt:lpstr>3_S4F-ERP Clean IFRS Stat &amp; Tax Rep</vt:lpstr>
      <vt:lpstr>think-cell Slide</vt:lpstr>
      <vt:lpstr>Course Structure</vt:lpstr>
      <vt:lpstr>Statutory and Tax Ledger Closing:   4 Core Principles</vt:lpstr>
      <vt:lpstr>Period End Closing: Statutory and Tax Ledger Closing  Specific Principles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1</cp:revision>
  <dcterms:created xsi:type="dcterms:W3CDTF">2019-04-11T09:35:08Z</dcterms:created>
  <dcterms:modified xsi:type="dcterms:W3CDTF">2024-04-22T14:44:20Z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1309400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2021-07-20T10:03:37Z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8e2a02aa-9917-4175-a589-78d3484cf2fa</vt:lpwstr>
  </property>
  <property fmtid="{D5CDD505-2E9C-101B-9397-08002B2CF9AE}" pid="14" name="MSIP_Label_b020b37f-db72-473e-ae54-fb16df408069_ContentBits">
    <vt:lpwstr>0</vt:lpwstr>
  </property>
  <property fmtid="{D5CDD505-2E9C-101B-9397-08002B2CF9AE}" pid="15" name="MediaServiceImageTags">
    <vt:lpwstr/>
  </property>
</Properties>
</file>