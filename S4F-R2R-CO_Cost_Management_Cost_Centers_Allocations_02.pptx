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sldIdLst>
    <p:sldId id="2321" r:id="rId6"/>
    <p:sldId id="2312" r:id="rId7"/>
    <p:sldId id="2305" r:id="rId8"/>
    <p:sldId id="3015" r:id="rId9"/>
    <p:sldId id="3017" r:id="rId10"/>
    <p:sldId id="3016" r:id="rId11"/>
    <p:sldId id="2306" r:id="rId12"/>
    <p:sldId id="2147378359" r:id="rId13"/>
    <p:sldId id="2147378360" r:id="rId14"/>
    <p:sldId id="2309" r:id="rId15"/>
    <p:sldId id="2310" r:id="rId16"/>
    <p:sldId id="2311" r:id="rId17"/>
    <p:sldId id="1586" r:id="rId18"/>
    <p:sldId id="1587" r:id="rId19"/>
    <p:sldId id="301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0D8118-D55A-4618-9C0F-4842F801CB31}" v="9" dt="2024-05-02T09:31:34.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96" y="12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hais, Helene" userId="S::gvamarchh@corp.jti.com::17418108-8412-4e41-8311-0d6f205b872e" providerId="AD" clId="Web-{1570AB1C-731E-B9FF-3AD0-857A92DBE7DF}"/>
    <pc:docChg chg="modSld">
      <pc:chgData name="Marchais, Helene" userId="S::gvamarchh@corp.jti.com::17418108-8412-4e41-8311-0d6f205b872e" providerId="AD" clId="Web-{1570AB1C-731E-B9FF-3AD0-857A92DBE7DF}" dt="2020-03-16T15:05:31.818" v="2" actId="1076"/>
      <pc:docMkLst>
        <pc:docMk/>
      </pc:docMkLst>
      <pc:sldChg chg="modSp">
        <pc:chgData name="Marchais, Helene" userId="S::gvamarchh@corp.jti.com::17418108-8412-4e41-8311-0d6f205b872e" providerId="AD" clId="Web-{1570AB1C-731E-B9FF-3AD0-857A92DBE7DF}" dt="2020-03-16T15:05:31.818" v="2" actId="1076"/>
        <pc:sldMkLst>
          <pc:docMk/>
          <pc:sldMk cId="4277183635" sldId="2307"/>
        </pc:sldMkLst>
        <pc:spChg chg="mod">
          <ac:chgData name="Marchais, Helene" userId="S::gvamarchh@corp.jti.com::17418108-8412-4e41-8311-0d6f205b872e" providerId="AD" clId="Web-{1570AB1C-731E-B9FF-3AD0-857A92DBE7DF}" dt="2020-03-16T15:05:31.537" v="0" actId="1076"/>
          <ac:spMkLst>
            <pc:docMk/>
            <pc:sldMk cId="4277183635" sldId="2307"/>
            <ac:spMk id="14" creationId="{C4E05469-597F-4944-B2FA-1654F557E37F}"/>
          </ac:spMkLst>
        </pc:spChg>
        <pc:spChg chg="mod">
          <ac:chgData name="Marchais, Helene" userId="S::gvamarchh@corp.jti.com::17418108-8412-4e41-8311-0d6f205b872e" providerId="AD" clId="Web-{1570AB1C-731E-B9FF-3AD0-857A92DBE7DF}" dt="2020-03-16T15:05:31.677" v="1" actId="1076"/>
          <ac:spMkLst>
            <pc:docMk/>
            <pc:sldMk cId="4277183635" sldId="2307"/>
            <ac:spMk id="16" creationId="{95E6B22E-E7D4-41B8-89D1-8F4322537FE4}"/>
          </ac:spMkLst>
        </pc:spChg>
        <pc:spChg chg="mod">
          <ac:chgData name="Marchais, Helene" userId="S::gvamarchh@corp.jti.com::17418108-8412-4e41-8311-0d6f205b872e" providerId="AD" clId="Web-{1570AB1C-731E-B9FF-3AD0-857A92DBE7DF}" dt="2020-03-16T15:05:31.818" v="2" actId="1076"/>
          <ac:spMkLst>
            <pc:docMk/>
            <pc:sldMk cId="4277183635" sldId="2307"/>
            <ac:spMk id="18" creationId="{2BECACC1-59A5-4F82-BE3B-21187D8772AE}"/>
          </ac:spMkLst>
        </pc:spChg>
      </pc:sldChg>
    </pc:docChg>
  </pc:docChgLst>
  <pc:docChgLst>
    <pc:chgData name="O'Neill, Shauna" userId="1d0a8ccc-c260-429c-86e4-d406a5ac1d3d" providerId="ADAL" clId="{D90D8118-D55A-4618-9C0F-4842F801CB31}"/>
    <pc:docChg chg="custSel delSld modSld">
      <pc:chgData name="O'Neill, Shauna" userId="1d0a8ccc-c260-429c-86e4-d406a5ac1d3d" providerId="ADAL" clId="{D90D8118-D55A-4618-9C0F-4842F801CB31}" dt="2024-05-02T09:33:05.027" v="49" actId="478"/>
      <pc:docMkLst>
        <pc:docMk/>
      </pc:docMkLst>
      <pc:sldChg chg="modSp mod modClrScheme chgLayout">
        <pc:chgData name="O'Neill, Shauna" userId="1d0a8ccc-c260-429c-86e4-d406a5ac1d3d" providerId="ADAL" clId="{D90D8118-D55A-4618-9C0F-4842F801CB31}" dt="2024-05-02T09:32:01.676" v="42" actId="700"/>
        <pc:sldMkLst>
          <pc:docMk/>
          <pc:sldMk cId="1574161130" sldId="1586"/>
        </pc:sldMkLst>
        <pc:spChg chg="mod ord">
          <ac:chgData name="O'Neill, Shauna" userId="1d0a8ccc-c260-429c-86e4-d406a5ac1d3d" providerId="ADAL" clId="{D90D8118-D55A-4618-9C0F-4842F801CB31}" dt="2024-05-02T09:32:01.676" v="42" actId="700"/>
          <ac:spMkLst>
            <pc:docMk/>
            <pc:sldMk cId="1574161130" sldId="1586"/>
            <ac:spMk id="2" creationId="{6FB09898-A7AE-4DA0-900A-D279ED7A02A4}"/>
          </ac:spMkLst>
        </pc:spChg>
        <pc:spChg chg="mod ord">
          <ac:chgData name="O'Neill, Shauna" userId="1d0a8ccc-c260-429c-86e4-d406a5ac1d3d" providerId="ADAL" clId="{D90D8118-D55A-4618-9C0F-4842F801CB31}" dt="2024-05-02T09:32:01.676" v="42" actId="700"/>
          <ac:spMkLst>
            <pc:docMk/>
            <pc:sldMk cId="1574161130" sldId="1586"/>
            <ac:spMk id="5" creationId="{3012A21F-3FBD-4B95-929A-B6F451AF7DE8}"/>
          </ac:spMkLst>
        </pc:spChg>
      </pc:sldChg>
      <pc:sldChg chg="modSp mod modClrScheme chgLayout">
        <pc:chgData name="O'Neill, Shauna" userId="1d0a8ccc-c260-429c-86e4-d406a5ac1d3d" providerId="ADAL" clId="{D90D8118-D55A-4618-9C0F-4842F801CB31}" dt="2024-05-02T09:32:01.676" v="42" actId="700"/>
        <pc:sldMkLst>
          <pc:docMk/>
          <pc:sldMk cId="1292740389" sldId="1587"/>
        </pc:sldMkLst>
        <pc:spChg chg="mod ord">
          <ac:chgData name="O'Neill, Shauna" userId="1d0a8ccc-c260-429c-86e4-d406a5ac1d3d" providerId="ADAL" clId="{D90D8118-D55A-4618-9C0F-4842F801CB31}" dt="2024-05-02T09:32:01.676" v="42" actId="700"/>
          <ac:spMkLst>
            <pc:docMk/>
            <pc:sldMk cId="1292740389" sldId="1587"/>
            <ac:spMk id="2" creationId="{6FB09898-A7AE-4DA0-900A-D279ED7A02A4}"/>
          </ac:spMkLst>
        </pc:spChg>
        <pc:spChg chg="mod ord">
          <ac:chgData name="O'Neill, Shauna" userId="1d0a8ccc-c260-429c-86e4-d406a5ac1d3d" providerId="ADAL" clId="{D90D8118-D55A-4618-9C0F-4842F801CB31}" dt="2024-05-02T09:32:01.676" v="42" actId="700"/>
          <ac:spMkLst>
            <pc:docMk/>
            <pc:sldMk cId="1292740389" sldId="1587"/>
            <ac:spMk id="5" creationId="{3012A21F-3FBD-4B95-929A-B6F451AF7DE8}"/>
          </ac:spMkLst>
        </pc:spChg>
      </pc:sldChg>
      <pc:sldChg chg="delSp modSp mod modClrScheme chgLayout">
        <pc:chgData name="O'Neill, Shauna" userId="1d0a8ccc-c260-429c-86e4-d406a5ac1d3d" providerId="ADAL" clId="{D90D8118-D55A-4618-9C0F-4842F801CB31}" dt="2024-05-02T09:33:05.027" v="49" actId="478"/>
        <pc:sldMkLst>
          <pc:docMk/>
          <pc:sldMk cId="3106576446" sldId="2305"/>
        </pc:sldMkLst>
        <pc:spChg chg="mod ord">
          <ac:chgData name="O'Neill, Shauna" userId="1d0a8ccc-c260-429c-86e4-d406a5ac1d3d" providerId="ADAL" clId="{D90D8118-D55A-4618-9C0F-4842F801CB31}" dt="2024-05-02T09:29:28.922" v="1" actId="700"/>
          <ac:spMkLst>
            <pc:docMk/>
            <pc:sldMk cId="3106576446" sldId="2305"/>
            <ac:spMk id="2" creationId="{129A1021-9F75-414F-9F9A-E0B884C7558E}"/>
          </ac:spMkLst>
        </pc:spChg>
        <pc:spChg chg="del mod ord">
          <ac:chgData name="O'Neill, Shauna" userId="1d0a8ccc-c260-429c-86e4-d406a5ac1d3d" providerId="ADAL" clId="{D90D8118-D55A-4618-9C0F-4842F801CB31}" dt="2024-05-02T09:33:05.027" v="49" actId="478"/>
          <ac:spMkLst>
            <pc:docMk/>
            <pc:sldMk cId="3106576446" sldId="2305"/>
            <ac:spMk id="4" creationId="{54A6DE59-7DF8-46F6-B8F5-3236E3DAF463}"/>
          </ac:spMkLst>
        </pc:spChg>
        <pc:spChg chg="mod ord">
          <ac:chgData name="O'Neill, Shauna" userId="1d0a8ccc-c260-429c-86e4-d406a5ac1d3d" providerId="ADAL" clId="{D90D8118-D55A-4618-9C0F-4842F801CB31}" dt="2024-05-02T09:29:28.922" v="1" actId="700"/>
          <ac:spMkLst>
            <pc:docMk/>
            <pc:sldMk cId="3106576446" sldId="2305"/>
            <ac:spMk id="5" creationId="{D0548F23-DEA9-4C38-A6BF-6668960667E5}"/>
          </ac:spMkLst>
        </pc:spChg>
      </pc:sldChg>
      <pc:sldChg chg="delSp modSp mod modClrScheme chgLayout">
        <pc:chgData name="O'Neill, Shauna" userId="1d0a8ccc-c260-429c-86e4-d406a5ac1d3d" providerId="ADAL" clId="{D90D8118-D55A-4618-9C0F-4842F801CB31}" dt="2024-05-02T09:32:32.079" v="43" actId="478"/>
        <pc:sldMkLst>
          <pc:docMk/>
          <pc:sldMk cId="2495267719" sldId="2306"/>
        </pc:sldMkLst>
        <pc:spChg chg="mod ord">
          <ac:chgData name="O'Neill, Shauna" userId="1d0a8ccc-c260-429c-86e4-d406a5ac1d3d" providerId="ADAL" clId="{D90D8118-D55A-4618-9C0F-4842F801CB31}" dt="2024-05-02T09:29:28.922" v="1" actId="700"/>
          <ac:spMkLst>
            <pc:docMk/>
            <pc:sldMk cId="2495267719" sldId="2306"/>
            <ac:spMk id="2" creationId="{129A1021-9F75-414F-9F9A-E0B884C7558E}"/>
          </ac:spMkLst>
        </pc:spChg>
        <pc:spChg chg="del mod ord">
          <ac:chgData name="O'Neill, Shauna" userId="1d0a8ccc-c260-429c-86e4-d406a5ac1d3d" providerId="ADAL" clId="{D90D8118-D55A-4618-9C0F-4842F801CB31}" dt="2024-05-02T09:32:32.079" v="43" actId="478"/>
          <ac:spMkLst>
            <pc:docMk/>
            <pc:sldMk cId="2495267719" sldId="2306"/>
            <ac:spMk id="4" creationId="{54A6DE59-7DF8-46F6-B8F5-3236E3DAF463}"/>
          </ac:spMkLst>
        </pc:spChg>
        <pc:spChg chg="mod ord">
          <ac:chgData name="O'Neill, Shauna" userId="1d0a8ccc-c260-429c-86e4-d406a5ac1d3d" providerId="ADAL" clId="{D90D8118-D55A-4618-9C0F-4842F801CB31}" dt="2024-05-02T09:29:28.922" v="1" actId="700"/>
          <ac:spMkLst>
            <pc:docMk/>
            <pc:sldMk cId="2495267719" sldId="2306"/>
            <ac:spMk id="5" creationId="{D0548F23-DEA9-4C38-A6BF-6668960667E5}"/>
          </ac:spMkLst>
        </pc:spChg>
      </pc:sldChg>
      <pc:sldChg chg="del">
        <pc:chgData name="O'Neill, Shauna" userId="1d0a8ccc-c260-429c-86e4-d406a5ac1d3d" providerId="ADAL" clId="{D90D8118-D55A-4618-9C0F-4842F801CB31}" dt="2024-05-02T09:29:06.511" v="0" actId="47"/>
        <pc:sldMkLst>
          <pc:docMk/>
          <pc:sldMk cId="4277183635" sldId="2307"/>
        </pc:sldMkLst>
      </pc:sldChg>
      <pc:sldChg chg="delSp modSp mod modClrScheme chgLayout">
        <pc:chgData name="O'Neill, Shauna" userId="1d0a8ccc-c260-429c-86e4-d406a5ac1d3d" providerId="ADAL" clId="{D90D8118-D55A-4618-9C0F-4842F801CB31}" dt="2024-05-02T09:32:39.667" v="44" actId="478"/>
        <pc:sldMkLst>
          <pc:docMk/>
          <pc:sldMk cId="2912374496" sldId="2309"/>
        </pc:sldMkLst>
        <pc:spChg chg="mod ord">
          <ac:chgData name="O'Neill, Shauna" userId="1d0a8ccc-c260-429c-86e4-d406a5ac1d3d" providerId="ADAL" clId="{D90D8118-D55A-4618-9C0F-4842F801CB31}" dt="2024-05-02T09:32:01.676" v="42" actId="700"/>
          <ac:spMkLst>
            <pc:docMk/>
            <pc:sldMk cId="2912374496" sldId="2309"/>
            <ac:spMk id="2" creationId="{129A1021-9F75-414F-9F9A-E0B884C7558E}"/>
          </ac:spMkLst>
        </pc:spChg>
        <pc:spChg chg="del mod ord">
          <ac:chgData name="O'Neill, Shauna" userId="1d0a8ccc-c260-429c-86e4-d406a5ac1d3d" providerId="ADAL" clId="{D90D8118-D55A-4618-9C0F-4842F801CB31}" dt="2024-05-02T09:32:39.667" v="44" actId="478"/>
          <ac:spMkLst>
            <pc:docMk/>
            <pc:sldMk cId="2912374496" sldId="2309"/>
            <ac:spMk id="4" creationId="{54A6DE59-7DF8-46F6-B8F5-3236E3DAF463}"/>
          </ac:spMkLst>
        </pc:spChg>
        <pc:spChg chg="mod ord">
          <ac:chgData name="O'Neill, Shauna" userId="1d0a8ccc-c260-429c-86e4-d406a5ac1d3d" providerId="ADAL" clId="{D90D8118-D55A-4618-9C0F-4842F801CB31}" dt="2024-05-02T09:32:01.676" v="42" actId="700"/>
          <ac:spMkLst>
            <pc:docMk/>
            <pc:sldMk cId="2912374496" sldId="2309"/>
            <ac:spMk id="5" creationId="{D0548F23-DEA9-4C38-A6BF-6668960667E5}"/>
          </ac:spMkLst>
        </pc:spChg>
      </pc:sldChg>
      <pc:sldChg chg="delSp modSp mod modClrScheme chgLayout">
        <pc:chgData name="O'Neill, Shauna" userId="1d0a8ccc-c260-429c-86e4-d406a5ac1d3d" providerId="ADAL" clId="{D90D8118-D55A-4618-9C0F-4842F801CB31}" dt="2024-05-02T09:32:44.771" v="45" actId="478"/>
        <pc:sldMkLst>
          <pc:docMk/>
          <pc:sldMk cId="2187885245" sldId="2310"/>
        </pc:sldMkLst>
        <pc:spChg chg="mod ord">
          <ac:chgData name="O'Neill, Shauna" userId="1d0a8ccc-c260-429c-86e4-d406a5ac1d3d" providerId="ADAL" clId="{D90D8118-D55A-4618-9C0F-4842F801CB31}" dt="2024-05-02T09:32:01.676" v="42" actId="700"/>
          <ac:spMkLst>
            <pc:docMk/>
            <pc:sldMk cId="2187885245" sldId="2310"/>
            <ac:spMk id="2" creationId="{129A1021-9F75-414F-9F9A-E0B884C7558E}"/>
          </ac:spMkLst>
        </pc:spChg>
        <pc:spChg chg="del mod ord">
          <ac:chgData name="O'Neill, Shauna" userId="1d0a8ccc-c260-429c-86e4-d406a5ac1d3d" providerId="ADAL" clId="{D90D8118-D55A-4618-9C0F-4842F801CB31}" dt="2024-05-02T09:32:44.771" v="45" actId="478"/>
          <ac:spMkLst>
            <pc:docMk/>
            <pc:sldMk cId="2187885245" sldId="2310"/>
            <ac:spMk id="4" creationId="{54A6DE59-7DF8-46F6-B8F5-3236E3DAF463}"/>
          </ac:spMkLst>
        </pc:spChg>
        <pc:spChg chg="mod ord">
          <ac:chgData name="O'Neill, Shauna" userId="1d0a8ccc-c260-429c-86e4-d406a5ac1d3d" providerId="ADAL" clId="{D90D8118-D55A-4618-9C0F-4842F801CB31}" dt="2024-05-02T09:32:01.676" v="42" actId="700"/>
          <ac:spMkLst>
            <pc:docMk/>
            <pc:sldMk cId="2187885245" sldId="2310"/>
            <ac:spMk id="5" creationId="{D0548F23-DEA9-4C38-A6BF-6668960667E5}"/>
          </ac:spMkLst>
        </pc:spChg>
      </pc:sldChg>
      <pc:sldChg chg="delSp modSp mod modClrScheme chgLayout">
        <pc:chgData name="O'Neill, Shauna" userId="1d0a8ccc-c260-429c-86e4-d406a5ac1d3d" providerId="ADAL" clId="{D90D8118-D55A-4618-9C0F-4842F801CB31}" dt="2024-05-02T09:32:49.832" v="46" actId="478"/>
        <pc:sldMkLst>
          <pc:docMk/>
          <pc:sldMk cId="1044693856" sldId="2311"/>
        </pc:sldMkLst>
        <pc:spChg chg="mod ord">
          <ac:chgData name="O'Neill, Shauna" userId="1d0a8ccc-c260-429c-86e4-d406a5ac1d3d" providerId="ADAL" clId="{D90D8118-D55A-4618-9C0F-4842F801CB31}" dt="2024-05-02T09:32:01.676" v="42" actId="700"/>
          <ac:spMkLst>
            <pc:docMk/>
            <pc:sldMk cId="1044693856" sldId="2311"/>
            <ac:spMk id="2" creationId="{129A1021-9F75-414F-9F9A-E0B884C7558E}"/>
          </ac:spMkLst>
        </pc:spChg>
        <pc:spChg chg="del mod ord">
          <ac:chgData name="O'Neill, Shauna" userId="1d0a8ccc-c260-429c-86e4-d406a5ac1d3d" providerId="ADAL" clId="{D90D8118-D55A-4618-9C0F-4842F801CB31}" dt="2024-05-02T09:32:49.832" v="46" actId="478"/>
          <ac:spMkLst>
            <pc:docMk/>
            <pc:sldMk cId="1044693856" sldId="2311"/>
            <ac:spMk id="4" creationId="{54A6DE59-7DF8-46F6-B8F5-3236E3DAF463}"/>
          </ac:spMkLst>
        </pc:spChg>
        <pc:spChg chg="mod ord">
          <ac:chgData name="O'Neill, Shauna" userId="1d0a8ccc-c260-429c-86e4-d406a5ac1d3d" providerId="ADAL" clId="{D90D8118-D55A-4618-9C0F-4842F801CB31}" dt="2024-05-02T09:32:01.676" v="42" actId="700"/>
          <ac:spMkLst>
            <pc:docMk/>
            <pc:sldMk cId="1044693856" sldId="2311"/>
            <ac:spMk id="5" creationId="{D0548F23-DEA9-4C38-A6BF-6668960667E5}"/>
          </ac:spMkLst>
        </pc:spChg>
      </pc:sldChg>
      <pc:sldChg chg="delSp modSp mod modClrScheme chgLayout">
        <pc:chgData name="O'Neill, Shauna" userId="1d0a8ccc-c260-429c-86e4-d406a5ac1d3d" providerId="ADAL" clId="{D90D8118-D55A-4618-9C0F-4842F801CB31}" dt="2024-05-02T09:33:02.515" v="48" actId="478"/>
        <pc:sldMkLst>
          <pc:docMk/>
          <pc:sldMk cId="1641585612" sldId="2312"/>
        </pc:sldMkLst>
        <pc:spChg chg="mod ord">
          <ac:chgData name="O'Neill, Shauna" userId="1d0a8ccc-c260-429c-86e4-d406a5ac1d3d" providerId="ADAL" clId="{D90D8118-D55A-4618-9C0F-4842F801CB31}" dt="2024-05-02T09:29:28.922" v="1" actId="700"/>
          <ac:spMkLst>
            <pc:docMk/>
            <pc:sldMk cId="1641585612" sldId="2312"/>
            <ac:spMk id="2" creationId="{129A1021-9F75-414F-9F9A-E0B884C7558E}"/>
          </ac:spMkLst>
        </pc:spChg>
        <pc:spChg chg="del mod ord">
          <ac:chgData name="O'Neill, Shauna" userId="1d0a8ccc-c260-429c-86e4-d406a5ac1d3d" providerId="ADAL" clId="{D90D8118-D55A-4618-9C0F-4842F801CB31}" dt="2024-05-02T09:33:02.515" v="48" actId="478"/>
          <ac:spMkLst>
            <pc:docMk/>
            <pc:sldMk cId="1641585612" sldId="2312"/>
            <ac:spMk id="4" creationId="{54A6DE59-7DF8-46F6-B8F5-3236E3DAF463}"/>
          </ac:spMkLst>
        </pc:spChg>
        <pc:spChg chg="mod ord">
          <ac:chgData name="O'Neill, Shauna" userId="1d0a8ccc-c260-429c-86e4-d406a5ac1d3d" providerId="ADAL" clId="{D90D8118-D55A-4618-9C0F-4842F801CB31}" dt="2024-05-02T09:29:28.922" v="1" actId="700"/>
          <ac:spMkLst>
            <pc:docMk/>
            <pc:sldMk cId="1641585612" sldId="2312"/>
            <ac:spMk id="5" creationId="{D0548F23-DEA9-4C38-A6BF-6668960667E5}"/>
          </ac:spMkLst>
        </pc:spChg>
      </pc:sldChg>
      <pc:sldChg chg="addSp delSp modSp mod modClrScheme chgLayout">
        <pc:chgData name="O'Neill, Shauna" userId="1d0a8ccc-c260-429c-86e4-d406a5ac1d3d" providerId="ADAL" clId="{D90D8118-D55A-4618-9C0F-4842F801CB31}" dt="2024-05-02T09:32:58.152" v="47" actId="478"/>
        <pc:sldMkLst>
          <pc:docMk/>
          <pc:sldMk cId="3598183146" sldId="2321"/>
        </pc:sldMkLst>
        <pc:spChg chg="del mod ord">
          <ac:chgData name="O'Neill, Shauna" userId="1d0a8ccc-c260-429c-86e4-d406a5ac1d3d" providerId="ADAL" clId="{D90D8118-D55A-4618-9C0F-4842F801CB31}" dt="2024-05-02T09:32:58.152" v="47" actId="478"/>
          <ac:spMkLst>
            <pc:docMk/>
            <pc:sldMk cId="3598183146" sldId="2321"/>
            <ac:spMk id="2" creationId="{00000000-0000-0000-0000-000000000000}"/>
          </ac:spMkLst>
        </pc:spChg>
        <pc:spChg chg="mod ord">
          <ac:chgData name="O'Neill, Shauna" userId="1d0a8ccc-c260-429c-86e4-d406a5ac1d3d" providerId="ADAL" clId="{D90D8118-D55A-4618-9C0F-4842F801CB31}" dt="2024-05-02T09:29:34.860" v="2" actId="700"/>
          <ac:spMkLst>
            <pc:docMk/>
            <pc:sldMk cId="3598183146" sldId="2321"/>
            <ac:spMk id="3" creationId="{00000000-0000-0000-0000-000000000000}"/>
          </ac:spMkLst>
        </pc:spChg>
        <pc:spChg chg="add del mod">
          <ac:chgData name="O'Neill, Shauna" userId="1d0a8ccc-c260-429c-86e4-d406a5ac1d3d" providerId="ADAL" clId="{D90D8118-D55A-4618-9C0F-4842F801CB31}" dt="2024-05-02T09:29:44.662" v="5" actId="478"/>
          <ac:spMkLst>
            <pc:docMk/>
            <pc:sldMk cId="3598183146" sldId="2321"/>
            <ac:spMk id="9" creationId="{B44CA0CC-E1BF-9BE4-9D52-3A416D4C598F}"/>
          </ac:spMkLst>
        </pc:spChg>
        <pc:spChg chg="add del mod">
          <ac:chgData name="O'Neill, Shauna" userId="1d0a8ccc-c260-429c-86e4-d406a5ac1d3d" providerId="ADAL" clId="{D90D8118-D55A-4618-9C0F-4842F801CB31}" dt="2024-05-02T09:30:07.139" v="7"/>
          <ac:spMkLst>
            <pc:docMk/>
            <pc:sldMk cId="3598183146" sldId="2321"/>
            <ac:spMk id="10" creationId="{3C69ACFB-7C5E-9D89-FA1A-247ED350CB6D}"/>
          </ac:spMkLst>
        </pc:spChg>
        <pc:spChg chg="add del mod">
          <ac:chgData name="O'Neill, Shauna" userId="1d0a8ccc-c260-429c-86e4-d406a5ac1d3d" providerId="ADAL" clId="{D90D8118-D55A-4618-9C0F-4842F801CB31}" dt="2024-05-02T09:30:13.722" v="9"/>
          <ac:spMkLst>
            <pc:docMk/>
            <pc:sldMk cId="3598183146" sldId="2321"/>
            <ac:spMk id="11" creationId="{2A5B19C0-5C39-4F84-4864-F1020A0E8F53}"/>
          </ac:spMkLst>
        </pc:spChg>
        <pc:spChg chg="add del mod">
          <ac:chgData name="O'Neill, Shauna" userId="1d0a8ccc-c260-429c-86e4-d406a5ac1d3d" providerId="ADAL" clId="{D90D8118-D55A-4618-9C0F-4842F801CB31}" dt="2024-05-02T09:31:06.423" v="37" actId="478"/>
          <ac:spMkLst>
            <pc:docMk/>
            <pc:sldMk cId="3598183146" sldId="2321"/>
            <ac:spMk id="13" creationId="{6407123C-0821-4E0F-F54C-32B187E107B4}"/>
          </ac:spMkLst>
        </pc:spChg>
        <pc:spChg chg="add mod">
          <ac:chgData name="O'Neill, Shauna" userId="1d0a8ccc-c260-429c-86e4-d406a5ac1d3d" providerId="ADAL" clId="{D90D8118-D55A-4618-9C0F-4842F801CB31}" dt="2024-05-02T09:31:37.028" v="40" actId="1076"/>
          <ac:spMkLst>
            <pc:docMk/>
            <pc:sldMk cId="3598183146" sldId="2321"/>
            <ac:spMk id="14" creationId="{4652C250-F1C2-F566-EBE8-730532363DB4}"/>
          </ac:spMkLst>
        </pc:spChg>
        <pc:spChg chg="del mod ord">
          <ac:chgData name="O'Neill, Shauna" userId="1d0a8ccc-c260-429c-86e4-d406a5ac1d3d" providerId="ADAL" clId="{D90D8118-D55A-4618-9C0F-4842F801CB31}" dt="2024-05-02T09:29:41.703" v="4" actId="478"/>
          <ac:spMkLst>
            <pc:docMk/>
            <pc:sldMk cId="3598183146" sldId="2321"/>
            <ac:spMk id="34" creationId="{00000000-0000-0000-0000-000000000000}"/>
          </ac:spMkLst>
        </pc:spChg>
        <pc:spChg chg="mod">
          <ac:chgData name="O'Neill, Shauna" userId="1d0a8ccc-c260-429c-86e4-d406a5ac1d3d" providerId="ADAL" clId="{D90D8118-D55A-4618-9C0F-4842F801CB31}" dt="2024-05-02T09:29:38.239" v="3" actId="14100"/>
          <ac:spMkLst>
            <pc:docMk/>
            <pc:sldMk cId="3598183146" sldId="2321"/>
            <ac:spMk id="38" creationId="{00000000-0000-0000-0000-000000000000}"/>
          </ac:spMkLst>
        </pc:spChg>
        <pc:picChg chg="add del mod">
          <ac:chgData name="O'Neill, Shauna" userId="1d0a8ccc-c260-429c-86e4-d406a5ac1d3d" providerId="ADAL" clId="{D90D8118-D55A-4618-9C0F-4842F801CB31}" dt="2024-05-02T09:30:26.402" v="12" actId="478"/>
          <ac:picMkLst>
            <pc:docMk/>
            <pc:sldMk cId="3598183146" sldId="2321"/>
            <ac:picMk id="12" creationId="{5CFE9318-568D-35C2-8288-705A926E47AB}"/>
          </ac:picMkLst>
        </pc:picChg>
      </pc:sldChg>
      <pc:sldChg chg="modSp mod modClrScheme chgLayout">
        <pc:chgData name="O'Neill, Shauna" userId="1d0a8ccc-c260-429c-86e4-d406a5ac1d3d" providerId="ADAL" clId="{D90D8118-D55A-4618-9C0F-4842F801CB31}" dt="2024-05-02T09:32:01.676" v="42" actId="700"/>
        <pc:sldMkLst>
          <pc:docMk/>
          <pc:sldMk cId="1157099029" sldId="3014"/>
        </pc:sldMkLst>
        <pc:spChg chg="mod ord">
          <ac:chgData name="O'Neill, Shauna" userId="1d0a8ccc-c260-429c-86e4-d406a5ac1d3d" providerId="ADAL" clId="{D90D8118-D55A-4618-9C0F-4842F801CB31}" dt="2024-05-02T09:32:01.676" v="42" actId="700"/>
          <ac:spMkLst>
            <pc:docMk/>
            <pc:sldMk cId="1157099029" sldId="3014"/>
            <ac:spMk id="2" creationId="{6FB09898-A7AE-4DA0-900A-D279ED7A02A4}"/>
          </ac:spMkLst>
        </pc:spChg>
        <pc:spChg chg="mod ord">
          <ac:chgData name="O'Neill, Shauna" userId="1d0a8ccc-c260-429c-86e4-d406a5ac1d3d" providerId="ADAL" clId="{D90D8118-D55A-4618-9C0F-4842F801CB31}" dt="2024-05-02T09:32:01.676" v="42" actId="700"/>
          <ac:spMkLst>
            <pc:docMk/>
            <pc:sldMk cId="1157099029" sldId="3014"/>
            <ac:spMk id="5" creationId="{3012A21F-3FBD-4B95-929A-B6F451AF7DE8}"/>
          </ac:spMkLst>
        </pc:spChg>
      </pc:sldChg>
      <pc:sldChg chg="addSp delSp modSp mod modClrScheme chgLayout">
        <pc:chgData name="O'Neill, Shauna" userId="1d0a8ccc-c260-429c-86e4-d406a5ac1d3d" providerId="ADAL" clId="{D90D8118-D55A-4618-9C0F-4842F801CB31}" dt="2024-05-02T09:31:41.024" v="41" actId="478"/>
        <pc:sldMkLst>
          <pc:docMk/>
          <pc:sldMk cId="1365199068" sldId="3015"/>
        </pc:sldMkLst>
        <pc:spChg chg="mod ord">
          <ac:chgData name="O'Neill, Shauna" userId="1d0a8ccc-c260-429c-86e4-d406a5ac1d3d" providerId="ADAL" clId="{D90D8118-D55A-4618-9C0F-4842F801CB31}" dt="2024-05-02T09:29:28.922" v="1" actId="700"/>
          <ac:spMkLst>
            <pc:docMk/>
            <pc:sldMk cId="1365199068" sldId="3015"/>
            <ac:spMk id="2" creationId="{CDBFFEC0-636C-4396-8321-0119BBF354DB}"/>
          </ac:spMkLst>
        </pc:spChg>
        <pc:spChg chg="add del mod">
          <ac:chgData name="O'Neill, Shauna" userId="1d0a8ccc-c260-429c-86e4-d406a5ac1d3d" providerId="ADAL" clId="{D90D8118-D55A-4618-9C0F-4842F801CB31}" dt="2024-05-02T09:31:41.024" v="41" actId="478"/>
          <ac:spMkLst>
            <pc:docMk/>
            <pc:sldMk cId="1365199068" sldId="3015"/>
            <ac:spMk id="3" creationId="{0631887A-D299-1397-2413-89896C4B5FC4}"/>
          </ac:spMkLst>
        </pc:spChg>
        <pc:spChg chg="mod ord">
          <ac:chgData name="O'Neill, Shauna" userId="1d0a8ccc-c260-429c-86e4-d406a5ac1d3d" providerId="ADAL" clId="{D90D8118-D55A-4618-9C0F-4842F801CB31}" dt="2024-05-02T09:29:28.922" v="1" actId="700"/>
          <ac:spMkLst>
            <pc:docMk/>
            <pc:sldMk cId="1365199068" sldId="3015"/>
            <ac:spMk id="5" creationId="{22D88D8D-6D13-4390-8ADA-ECAB1214C63C}"/>
          </ac:spMkLst>
        </pc:spChg>
      </pc:sldChg>
      <pc:sldChg chg="modSp mod modClrScheme chgLayout">
        <pc:chgData name="O'Neill, Shauna" userId="1d0a8ccc-c260-429c-86e4-d406a5ac1d3d" providerId="ADAL" clId="{D90D8118-D55A-4618-9C0F-4842F801CB31}" dt="2024-05-02T09:29:28.922" v="1" actId="700"/>
        <pc:sldMkLst>
          <pc:docMk/>
          <pc:sldMk cId="3203677334" sldId="3016"/>
        </pc:sldMkLst>
        <pc:spChg chg="mod ord">
          <ac:chgData name="O'Neill, Shauna" userId="1d0a8ccc-c260-429c-86e4-d406a5ac1d3d" providerId="ADAL" clId="{D90D8118-D55A-4618-9C0F-4842F801CB31}" dt="2024-05-02T09:29:28.922" v="1" actId="700"/>
          <ac:spMkLst>
            <pc:docMk/>
            <pc:sldMk cId="3203677334" sldId="3016"/>
            <ac:spMk id="2" creationId="{CDBFFEC0-636C-4396-8321-0119BBF354DB}"/>
          </ac:spMkLst>
        </pc:spChg>
        <pc:spChg chg="mod ord">
          <ac:chgData name="O'Neill, Shauna" userId="1d0a8ccc-c260-429c-86e4-d406a5ac1d3d" providerId="ADAL" clId="{D90D8118-D55A-4618-9C0F-4842F801CB31}" dt="2024-05-02T09:29:28.922" v="1" actId="700"/>
          <ac:spMkLst>
            <pc:docMk/>
            <pc:sldMk cId="3203677334" sldId="3016"/>
            <ac:spMk id="5" creationId="{22D88D8D-6D13-4390-8ADA-ECAB1214C63C}"/>
          </ac:spMkLst>
        </pc:spChg>
      </pc:sldChg>
      <pc:sldChg chg="modSp mod modClrScheme chgLayout">
        <pc:chgData name="O'Neill, Shauna" userId="1d0a8ccc-c260-429c-86e4-d406a5ac1d3d" providerId="ADAL" clId="{D90D8118-D55A-4618-9C0F-4842F801CB31}" dt="2024-05-02T09:29:28.922" v="1" actId="700"/>
        <pc:sldMkLst>
          <pc:docMk/>
          <pc:sldMk cId="2989062473" sldId="3017"/>
        </pc:sldMkLst>
        <pc:spChg chg="mod ord">
          <ac:chgData name="O'Neill, Shauna" userId="1d0a8ccc-c260-429c-86e4-d406a5ac1d3d" providerId="ADAL" clId="{D90D8118-D55A-4618-9C0F-4842F801CB31}" dt="2024-05-02T09:29:28.922" v="1" actId="700"/>
          <ac:spMkLst>
            <pc:docMk/>
            <pc:sldMk cId="2989062473" sldId="3017"/>
            <ac:spMk id="2" creationId="{CDBFFEC0-636C-4396-8321-0119BBF354DB}"/>
          </ac:spMkLst>
        </pc:spChg>
        <pc:spChg chg="mod ord">
          <ac:chgData name="O'Neill, Shauna" userId="1d0a8ccc-c260-429c-86e4-d406a5ac1d3d" providerId="ADAL" clId="{D90D8118-D55A-4618-9C0F-4842F801CB31}" dt="2024-05-02T09:29:28.922" v="1" actId="700"/>
          <ac:spMkLst>
            <pc:docMk/>
            <pc:sldMk cId="2989062473" sldId="3017"/>
            <ac:spMk id="5" creationId="{22D88D8D-6D13-4390-8ADA-ECAB1214C63C}"/>
          </ac:spMkLst>
        </pc:spChg>
      </pc:sldChg>
    </pc:docChg>
  </pc:docChgLst>
  <pc:docChgLst>
    <pc:chgData name="Zakrevskaya, Julia" userId="S::cstzakrej@corp.jti.com::79016554-fc06-4349-8d4d-7fef3d29d8b9" providerId="AD" clId="Web-{A1C4CBAB-C3AD-A79C-B932-A085A368F1F8}"/>
    <pc:docChg chg="mod">
      <pc:chgData name="Zakrevskaya, Julia" userId="S::cstzakrej@corp.jti.com::79016554-fc06-4349-8d4d-7fef3d29d8b9" providerId="AD" clId="Web-{A1C4CBAB-C3AD-A79C-B932-A085A368F1F8}" dt="2022-04-29T07:01:52.474" v="0" actId="33475"/>
      <pc:docMkLst>
        <pc:docMk/>
      </pc:docMkLst>
    </pc:docChg>
  </pc:docChgLst>
  <pc:docChgLst>
    <pc:chgData name="O'Neill, Shauna" userId="1d0a8ccc-c260-429c-86e4-d406a5ac1d3d" providerId="ADAL" clId="{FDC2BFC9-7B41-4ACF-9F06-E01DE518C688}"/>
    <pc:docChg chg="custSel addSld modSld">
      <pc:chgData name="O'Neill, Shauna" userId="1d0a8ccc-c260-429c-86e4-d406a5ac1d3d" providerId="ADAL" clId="{FDC2BFC9-7B41-4ACF-9F06-E01DE518C688}" dt="2020-03-13T16:41:12.901" v="209" actId="14100"/>
      <pc:docMkLst>
        <pc:docMk/>
      </pc:docMkLst>
      <pc:sldChg chg="addSp delSp modSp add modAnim">
        <pc:chgData name="O'Neill, Shauna" userId="1d0a8ccc-c260-429c-86e4-d406a5ac1d3d" providerId="ADAL" clId="{FDC2BFC9-7B41-4ACF-9F06-E01DE518C688}" dt="2020-03-13T16:41:05.228" v="208" actId="14100"/>
        <pc:sldMkLst>
          <pc:docMk/>
          <pc:sldMk cId="1365199068" sldId="3015"/>
        </pc:sldMkLst>
        <pc:spChg chg="mod">
          <ac:chgData name="O'Neill, Shauna" userId="1d0a8ccc-c260-429c-86e4-d406a5ac1d3d" providerId="ADAL" clId="{FDC2BFC9-7B41-4ACF-9F06-E01DE518C688}" dt="2020-03-13T16:07:58.534" v="37" actId="20577"/>
          <ac:spMkLst>
            <pc:docMk/>
            <pc:sldMk cId="1365199068" sldId="3015"/>
            <ac:spMk id="2" creationId="{CDBFFEC0-636C-4396-8321-0119BBF354DB}"/>
          </ac:spMkLst>
        </pc:spChg>
        <pc:spChg chg="del">
          <ac:chgData name="O'Neill, Shauna" userId="1d0a8ccc-c260-429c-86e4-d406a5ac1d3d" providerId="ADAL" clId="{FDC2BFC9-7B41-4ACF-9F06-E01DE518C688}" dt="2020-03-13T16:08:06.067" v="39" actId="478"/>
          <ac:spMkLst>
            <pc:docMk/>
            <pc:sldMk cId="1365199068" sldId="3015"/>
            <ac:spMk id="3" creationId="{D9FBB884-C56A-4557-967F-8E7BE01473B6}"/>
          </ac:spMkLst>
        </pc:spChg>
        <pc:spChg chg="del">
          <ac:chgData name="O'Neill, Shauna" userId="1d0a8ccc-c260-429c-86e4-d406a5ac1d3d" providerId="ADAL" clId="{FDC2BFC9-7B41-4ACF-9F06-E01DE518C688}" dt="2020-03-13T16:37:00.489" v="144"/>
          <ac:spMkLst>
            <pc:docMk/>
            <pc:sldMk cId="1365199068" sldId="3015"/>
            <ac:spMk id="4" creationId="{E7FB5F9F-7C30-4599-B338-F0843050E3EF}"/>
          </ac:spMkLst>
        </pc:spChg>
        <pc:spChg chg="add mod">
          <ac:chgData name="O'Neill, Shauna" userId="1d0a8ccc-c260-429c-86e4-d406a5ac1d3d" providerId="ADAL" clId="{FDC2BFC9-7B41-4ACF-9F06-E01DE518C688}" dt="2020-03-13T16:39:08.170" v="203" actId="14100"/>
          <ac:spMkLst>
            <pc:docMk/>
            <pc:sldMk cId="1365199068" sldId="3015"/>
            <ac:spMk id="6" creationId="{E6FDC692-C432-4438-92F3-BFD1AF5F34E0}"/>
          </ac:spMkLst>
        </pc:spChg>
        <pc:graphicFrameChg chg="add mod">
          <ac:chgData name="O'Neill, Shauna" userId="1d0a8ccc-c260-429c-86e4-d406a5ac1d3d" providerId="ADAL" clId="{FDC2BFC9-7B41-4ACF-9F06-E01DE518C688}" dt="2020-03-13T16:41:05.228" v="208" actId="14100"/>
          <ac:graphicFrameMkLst>
            <pc:docMk/>
            <pc:sldMk cId="1365199068" sldId="3015"/>
            <ac:graphicFrameMk id="9" creationId="{00EB4662-FC2A-474A-AF1D-9B7FD07909C8}"/>
          </ac:graphicFrameMkLst>
        </pc:graphicFrameChg>
      </pc:sldChg>
      <pc:sldChg chg="addSp delSp modSp add delAnim">
        <pc:chgData name="O'Neill, Shauna" userId="1d0a8ccc-c260-429c-86e4-d406a5ac1d3d" providerId="ADAL" clId="{FDC2BFC9-7B41-4ACF-9F06-E01DE518C688}" dt="2020-03-13T16:38:37.933" v="196" actId="14100"/>
        <pc:sldMkLst>
          <pc:docMk/>
          <pc:sldMk cId="3203677334" sldId="3016"/>
        </pc:sldMkLst>
        <pc:spChg chg="mod">
          <ac:chgData name="O'Neill, Shauna" userId="1d0a8ccc-c260-429c-86e4-d406a5ac1d3d" providerId="ADAL" clId="{FDC2BFC9-7B41-4ACF-9F06-E01DE518C688}" dt="2020-03-13T16:38:28.640" v="193" actId="20577"/>
          <ac:spMkLst>
            <pc:docMk/>
            <pc:sldMk cId="3203677334" sldId="3016"/>
            <ac:spMk id="2" creationId="{CDBFFEC0-636C-4396-8321-0119BBF354DB}"/>
          </ac:spMkLst>
        </pc:spChg>
        <pc:spChg chg="del">
          <ac:chgData name="O'Neill, Shauna" userId="1d0a8ccc-c260-429c-86e4-d406a5ac1d3d" providerId="ADAL" clId="{FDC2BFC9-7B41-4ACF-9F06-E01DE518C688}" dt="2020-03-13T16:29:44.994" v="45" actId="478"/>
          <ac:spMkLst>
            <pc:docMk/>
            <pc:sldMk cId="3203677334" sldId="3016"/>
            <ac:spMk id="4" creationId="{E7FB5F9F-7C30-4599-B338-F0843050E3EF}"/>
          </ac:spMkLst>
        </pc:spChg>
        <pc:spChg chg="del">
          <ac:chgData name="O'Neill, Shauna" userId="1d0a8ccc-c260-429c-86e4-d406a5ac1d3d" providerId="ADAL" clId="{FDC2BFC9-7B41-4ACF-9F06-E01DE518C688}" dt="2020-03-13T16:37:16.933" v="146" actId="478"/>
          <ac:spMkLst>
            <pc:docMk/>
            <pc:sldMk cId="3203677334" sldId="3016"/>
            <ac:spMk id="6" creationId="{E6FDC692-C432-4438-92F3-BFD1AF5F34E0}"/>
          </ac:spMkLst>
        </pc:spChg>
        <pc:picChg chg="add mod">
          <ac:chgData name="O'Neill, Shauna" userId="1d0a8ccc-c260-429c-86e4-d406a5ac1d3d" providerId="ADAL" clId="{FDC2BFC9-7B41-4ACF-9F06-E01DE518C688}" dt="2020-03-13T16:38:37.933" v="196" actId="14100"/>
          <ac:picMkLst>
            <pc:docMk/>
            <pc:sldMk cId="3203677334" sldId="3016"/>
            <ac:picMk id="3" creationId="{77424E6B-A8A3-4019-967B-9E0C00403259}"/>
          </ac:picMkLst>
        </pc:picChg>
      </pc:sldChg>
      <pc:sldChg chg="modSp add">
        <pc:chgData name="O'Neill, Shauna" userId="1d0a8ccc-c260-429c-86e4-d406a5ac1d3d" providerId="ADAL" clId="{FDC2BFC9-7B41-4ACF-9F06-E01DE518C688}" dt="2020-03-13T16:41:12.901" v="209" actId="14100"/>
        <pc:sldMkLst>
          <pc:docMk/>
          <pc:sldMk cId="2989062473" sldId="3017"/>
        </pc:sldMkLst>
        <pc:spChg chg="mod">
          <ac:chgData name="O'Neill, Shauna" userId="1d0a8ccc-c260-429c-86e4-d406a5ac1d3d" providerId="ADAL" clId="{FDC2BFC9-7B41-4ACF-9F06-E01DE518C688}" dt="2020-03-13T16:38:03.102" v="165" actId="404"/>
          <ac:spMkLst>
            <pc:docMk/>
            <pc:sldMk cId="2989062473" sldId="3017"/>
            <ac:spMk id="2" creationId="{CDBFFEC0-636C-4396-8321-0119BBF354DB}"/>
          </ac:spMkLst>
        </pc:spChg>
        <pc:spChg chg="mod">
          <ac:chgData name="O'Neill, Shauna" userId="1d0a8ccc-c260-429c-86e4-d406a5ac1d3d" providerId="ADAL" clId="{FDC2BFC9-7B41-4ACF-9F06-E01DE518C688}" dt="2020-03-13T16:41:12.901" v="209" actId="14100"/>
          <ac:spMkLst>
            <pc:docMk/>
            <pc:sldMk cId="2989062473" sldId="3017"/>
            <ac:spMk id="6" creationId="{E6FDC692-C432-4438-92F3-BFD1AF5F34E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5A01DE-1140-424A-B743-F24A71C4CC23}" type="doc">
      <dgm:prSet loTypeId="urn:microsoft.com/office/officeart/2005/8/layout/hList1" loCatId="list" qsTypeId="urn:microsoft.com/office/officeart/2005/8/quickstyle/simple1" qsCatId="simple" csTypeId="urn:microsoft.com/office/officeart/2005/8/colors/accent3_5" csCatId="accent3" phldr="1"/>
      <dgm:spPr/>
      <dgm:t>
        <a:bodyPr/>
        <a:lstStyle/>
        <a:p>
          <a:endParaRPr lang="en-US"/>
        </a:p>
      </dgm:t>
    </dgm:pt>
    <dgm:pt modelId="{A75807F1-3FE4-4F41-AF18-6D902C25BE7C}">
      <dgm:prSet phldrT="[Text]" custT="1"/>
      <dgm:spPr>
        <a:xfrm>
          <a:off x="3487" y="11256"/>
          <a:ext cx="3400349" cy="979200"/>
        </a:xfrm>
        <a:prstGeom prst="rect">
          <a:avLst/>
        </a:prstGeom>
        <a:solidFill>
          <a:srgbClr val="00BDB7">
            <a:alpha val="90000"/>
            <a:hueOff val="0"/>
            <a:satOff val="0"/>
            <a:lumOff val="0"/>
            <a:alphaOff val="0"/>
          </a:srgbClr>
        </a:solidFill>
        <a:ln w="12700" cap="flat" cmpd="sng" algn="ctr">
          <a:solidFill>
            <a:srgbClr val="00BDB7">
              <a:alpha val="90000"/>
              <a:hueOff val="0"/>
              <a:satOff val="0"/>
              <a:lumOff val="0"/>
              <a:alphaOff val="0"/>
            </a:srgbClr>
          </a:solidFill>
          <a:prstDash val="solid"/>
          <a:miter lim="800000"/>
        </a:ln>
        <a:effectLst/>
      </dgm:spPr>
      <dgm:t>
        <a:bodyPr/>
        <a:lstStyle/>
        <a:p>
          <a:pPr>
            <a:buNone/>
          </a:pPr>
          <a:r>
            <a:rPr lang="en-GB" sz="1700" dirty="0">
              <a:solidFill>
                <a:srgbClr val="FFFFFF"/>
              </a:solidFill>
              <a:latin typeface="Arial" panose="020B0604020202020204"/>
              <a:ea typeface="+mn-ea"/>
              <a:cs typeface="+mn-cs"/>
            </a:rPr>
            <a:t>Allocation of costs is unknown</a:t>
          </a:r>
          <a:endParaRPr lang="en-US" sz="1700" dirty="0">
            <a:solidFill>
              <a:srgbClr val="FFFFFF"/>
            </a:solidFill>
            <a:latin typeface="Arial" panose="020B0604020202020204"/>
            <a:ea typeface="+mn-ea"/>
            <a:cs typeface="+mn-cs"/>
          </a:endParaRPr>
        </a:p>
      </dgm:t>
    </dgm:pt>
    <dgm:pt modelId="{605FE224-C8D6-4314-9DA8-6ACC04549746}" type="parTrans" cxnId="{A5C93F84-4E5F-4CA0-BCF0-4AEDF2F9F33E}">
      <dgm:prSet/>
      <dgm:spPr/>
      <dgm:t>
        <a:bodyPr/>
        <a:lstStyle/>
        <a:p>
          <a:endParaRPr lang="en-US" sz="1700">
            <a:latin typeface="+mn-lt"/>
          </a:endParaRPr>
        </a:p>
      </dgm:t>
    </dgm:pt>
    <dgm:pt modelId="{28CA172B-69DC-4A69-A009-4AE330390EF9}" type="sibTrans" cxnId="{A5C93F84-4E5F-4CA0-BCF0-4AEDF2F9F33E}">
      <dgm:prSet/>
      <dgm:spPr/>
      <dgm:t>
        <a:bodyPr/>
        <a:lstStyle/>
        <a:p>
          <a:endParaRPr lang="en-US" sz="1700">
            <a:latin typeface="+mn-lt"/>
          </a:endParaRPr>
        </a:p>
      </dgm:t>
    </dgm:pt>
    <dgm:pt modelId="{5EB6CB4F-A739-4AD2-A111-0BE5C9B29678}">
      <dgm:prSet phldrT="[Text]" custT="1"/>
      <dgm:spPr>
        <a:xfrm>
          <a:off x="3487"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gm:spPr>
      <dgm:t>
        <a:bodyPr/>
        <a:lstStyle/>
        <a:p>
          <a:pPr>
            <a:buChar char="•"/>
          </a:pPr>
          <a:r>
            <a:rPr lang="en-US" sz="1700">
              <a:solidFill>
                <a:srgbClr val="122632"/>
              </a:solidFill>
              <a:latin typeface="Arial" panose="020B0604020202020204"/>
              <a:ea typeface="ＭＳ Ｐゴシック" charset="0"/>
              <a:cs typeface="+mn-cs"/>
            </a:rPr>
            <a:t>When the purchase requisition / purchase order is created, the allocation of costs between the markets / factories / functions / brands is not known</a:t>
          </a:r>
          <a:endParaRPr lang="en-US" sz="1700" dirty="0">
            <a:solidFill>
              <a:srgbClr val="000000">
                <a:hueOff val="0"/>
                <a:satOff val="0"/>
                <a:lumOff val="0"/>
                <a:alphaOff val="0"/>
              </a:srgbClr>
            </a:solidFill>
            <a:latin typeface="Arial" panose="020B0604020202020204"/>
            <a:ea typeface="+mn-ea"/>
            <a:cs typeface="+mn-cs"/>
          </a:endParaRPr>
        </a:p>
      </dgm:t>
    </dgm:pt>
    <dgm:pt modelId="{EFA60804-145B-4733-B33B-146171290C31}" type="parTrans" cxnId="{0F0F6259-EED1-478E-B716-8B2A068B7781}">
      <dgm:prSet/>
      <dgm:spPr/>
      <dgm:t>
        <a:bodyPr/>
        <a:lstStyle/>
        <a:p>
          <a:endParaRPr lang="en-US" sz="1700">
            <a:latin typeface="+mn-lt"/>
          </a:endParaRPr>
        </a:p>
      </dgm:t>
    </dgm:pt>
    <dgm:pt modelId="{73115934-0E02-49C4-99A5-63427FA13F34}" type="sibTrans" cxnId="{0F0F6259-EED1-478E-B716-8B2A068B7781}">
      <dgm:prSet/>
      <dgm:spPr/>
      <dgm:t>
        <a:bodyPr/>
        <a:lstStyle/>
        <a:p>
          <a:endParaRPr lang="en-US" sz="1700">
            <a:latin typeface="+mn-lt"/>
          </a:endParaRPr>
        </a:p>
      </dgm:t>
    </dgm:pt>
    <dgm:pt modelId="{4853B408-394B-4BF7-A5D8-2BC5D7B5DD42}">
      <dgm:prSet phldrT="[Text]" custT="1"/>
      <dgm:spPr>
        <a:xfrm>
          <a:off x="3879886" y="11256"/>
          <a:ext cx="3400349" cy="979200"/>
        </a:xfrm>
        <a:prstGeom prst="rect">
          <a:avLst/>
        </a:prstGeom>
        <a:solidFill>
          <a:srgbClr val="00BDB7">
            <a:alpha val="90000"/>
            <a:hueOff val="0"/>
            <a:satOff val="0"/>
            <a:lumOff val="0"/>
            <a:alphaOff val="-20000"/>
          </a:srgbClr>
        </a:solidFill>
        <a:ln w="12700" cap="flat" cmpd="sng" algn="ctr">
          <a:solidFill>
            <a:srgbClr val="00BDB7">
              <a:alpha val="90000"/>
              <a:hueOff val="0"/>
              <a:satOff val="0"/>
              <a:lumOff val="0"/>
              <a:alphaOff val="-20000"/>
            </a:srgbClr>
          </a:solidFill>
          <a:prstDash val="solid"/>
          <a:miter lim="800000"/>
        </a:ln>
        <a:effectLst/>
      </dgm:spPr>
      <dgm:t>
        <a:bodyPr/>
        <a:lstStyle/>
        <a:p>
          <a:pPr>
            <a:buClrTx/>
            <a:buSzTx/>
            <a:buFontTx/>
            <a:buNone/>
          </a:pPr>
          <a:r>
            <a:rPr kumimoji="0" lang="en-US" sz="1700" b="0" i="0" u="none" strike="noStrike" cap="none" spc="0" normalizeH="0" baseline="0" noProof="0" dirty="0">
              <a:ln/>
              <a:solidFill>
                <a:srgbClr val="FFFFFF"/>
              </a:solidFill>
              <a:effectLst/>
              <a:uLnTx/>
              <a:uFillTx/>
              <a:latin typeface="Arial" panose="020B0604020202020204"/>
              <a:ea typeface="+mn-ea"/>
              <a:cs typeface="+mn-cs"/>
            </a:rPr>
            <a:t>Allocation of costs is variable</a:t>
          </a:r>
          <a:endParaRPr lang="en-US" sz="1700" dirty="0">
            <a:solidFill>
              <a:srgbClr val="FFFFFF"/>
            </a:solidFill>
            <a:latin typeface="Arial" panose="020B0604020202020204"/>
            <a:ea typeface="+mn-ea"/>
            <a:cs typeface="+mn-cs"/>
          </a:endParaRPr>
        </a:p>
      </dgm:t>
    </dgm:pt>
    <dgm:pt modelId="{9768BD16-13F0-4A62-833C-E28A807B406D}" type="parTrans" cxnId="{7C9C8F0E-C8C9-49E6-AFA6-194BCA2077D4}">
      <dgm:prSet/>
      <dgm:spPr/>
      <dgm:t>
        <a:bodyPr/>
        <a:lstStyle/>
        <a:p>
          <a:endParaRPr lang="en-US" sz="1700">
            <a:latin typeface="+mn-lt"/>
          </a:endParaRPr>
        </a:p>
      </dgm:t>
    </dgm:pt>
    <dgm:pt modelId="{19E545C5-ED06-497B-96A0-FE9E3ECEC778}" type="sibTrans" cxnId="{7C9C8F0E-C8C9-49E6-AFA6-194BCA2077D4}">
      <dgm:prSet/>
      <dgm:spPr/>
      <dgm:t>
        <a:bodyPr/>
        <a:lstStyle/>
        <a:p>
          <a:endParaRPr lang="en-US" sz="1700">
            <a:latin typeface="+mn-lt"/>
          </a:endParaRPr>
        </a:p>
      </dgm:t>
    </dgm:pt>
    <dgm:pt modelId="{ABB67F71-A556-4E19-94EC-FD5A7FE3FE29}">
      <dgm:prSet phldrT="[Text]" custT="1"/>
      <dgm:spPr>
        <a:xfrm>
          <a:off x="3879886"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gm:spPr>
      <dgm:t>
        <a:bodyPr/>
        <a:lstStyle/>
        <a:p>
          <a:pPr>
            <a:buChar char="•"/>
          </a:pPr>
          <a:r>
            <a:rPr lang="en-US" sz="1700">
              <a:solidFill>
                <a:srgbClr val="122632"/>
              </a:solidFill>
              <a:latin typeface="Arial" panose="020B0604020202020204"/>
              <a:ea typeface="ＭＳ Ｐゴシック" charset="0"/>
              <a:cs typeface="+mn-cs"/>
            </a:rPr>
            <a:t>The allocation of costs may change throughout the year, and it is not practical to try to achieve this in the purchase order</a:t>
          </a:r>
          <a:endParaRPr lang="en-US" sz="1700" dirty="0">
            <a:solidFill>
              <a:srgbClr val="000000">
                <a:hueOff val="0"/>
                <a:satOff val="0"/>
                <a:lumOff val="0"/>
                <a:alphaOff val="0"/>
              </a:srgbClr>
            </a:solidFill>
            <a:latin typeface="Arial" panose="020B0604020202020204"/>
            <a:ea typeface="+mn-ea"/>
            <a:cs typeface="+mn-cs"/>
          </a:endParaRPr>
        </a:p>
      </dgm:t>
    </dgm:pt>
    <dgm:pt modelId="{1BCCBC32-8A60-4C0B-AB0E-DF465BC504F7}" type="parTrans" cxnId="{4B47FE4F-4E40-49C8-87B1-51F8DF0F1036}">
      <dgm:prSet/>
      <dgm:spPr/>
      <dgm:t>
        <a:bodyPr/>
        <a:lstStyle/>
        <a:p>
          <a:endParaRPr lang="en-US" sz="1700">
            <a:latin typeface="+mn-lt"/>
          </a:endParaRPr>
        </a:p>
      </dgm:t>
    </dgm:pt>
    <dgm:pt modelId="{1467648D-666F-4512-BBE9-840C0BE347F3}" type="sibTrans" cxnId="{4B47FE4F-4E40-49C8-87B1-51F8DF0F1036}">
      <dgm:prSet/>
      <dgm:spPr/>
      <dgm:t>
        <a:bodyPr/>
        <a:lstStyle/>
        <a:p>
          <a:endParaRPr lang="en-US" sz="1700">
            <a:latin typeface="+mn-lt"/>
          </a:endParaRPr>
        </a:p>
      </dgm:t>
    </dgm:pt>
    <dgm:pt modelId="{C59DC0ED-DF8E-447D-8A4F-AB1D88A3A2AA}">
      <dgm:prSet phldrT="[Text]" custT="1"/>
      <dgm:spPr>
        <a:xfrm>
          <a:off x="7756285" y="11256"/>
          <a:ext cx="3400349" cy="979200"/>
        </a:xfrm>
        <a:prstGeom prst="rect">
          <a:avLst/>
        </a:prstGeom>
        <a:solidFill>
          <a:srgbClr val="00BDB7">
            <a:alpha val="90000"/>
            <a:hueOff val="0"/>
            <a:satOff val="0"/>
            <a:lumOff val="0"/>
            <a:alphaOff val="-40000"/>
          </a:srgbClr>
        </a:solidFill>
        <a:ln w="12700" cap="flat" cmpd="sng" algn="ctr">
          <a:solidFill>
            <a:srgbClr val="00BDB7">
              <a:alpha val="90000"/>
              <a:hueOff val="0"/>
              <a:satOff val="0"/>
              <a:lumOff val="0"/>
              <a:alphaOff val="-40000"/>
            </a:srgbClr>
          </a:solidFill>
          <a:prstDash val="solid"/>
          <a:miter lim="800000"/>
        </a:ln>
        <a:effectLst/>
      </dgm:spPr>
      <dgm:t>
        <a:bodyPr/>
        <a:lstStyle/>
        <a:p>
          <a:pPr>
            <a:buClrTx/>
            <a:buSzTx/>
            <a:buFontTx/>
            <a:buNone/>
          </a:pPr>
          <a:r>
            <a:rPr kumimoji="0" lang="en-US" sz="1700" b="0" i="0" u="none" strike="noStrike" cap="none" spc="0" normalizeH="0" baseline="0" noProof="0" dirty="0">
              <a:ln/>
              <a:solidFill>
                <a:srgbClr val="FFFFFF"/>
              </a:solidFill>
              <a:effectLst/>
              <a:uLnTx/>
              <a:uFillTx/>
              <a:latin typeface="Arial" panose="020B0604020202020204"/>
              <a:ea typeface="+mn-ea"/>
              <a:cs typeface="+mn-cs"/>
            </a:rPr>
            <a:t>Allocation of costs is based on a separate calculation</a:t>
          </a:r>
          <a:endParaRPr lang="en-US" sz="1700" dirty="0">
            <a:solidFill>
              <a:srgbClr val="FFFFFF"/>
            </a:solidFill>
            <a:latin typeface="Arial" panose="020B0604020202020204"/>
            <a:ea typeface="+mn-ea"/>
            <a:cs typeface="+mn-cs"/>
          </a:endParaRPr>
        </a:p>
      </dgm:t>
    </dgm:pt>
    <dgm:pt modelId="{2D98CFA2-2A4E-4703-8E08-6F8432AF362E}" type="parTrans" cxnId="{A52C6D9F-85DE-41C7-AD16-29F96A6E496A}">
      <dgm:prSet/>
      <dgm:spPr/>
      <dgm:t>
        <a:bodyPr/>
        <a:lstStyle/>
        <a:p>
          <a:endParaRPr lang="en-US" sz="1700">
            <a:latin typeface="+mn-lt"/>
          </a:endParaRPr>
        </a:p>
      </dgm:t>
    </dgm:pt>
    <dgm:pt modelId="{21056F7A-CEBA-403D-BE33-09C3B649AA10}" type="sibTrans" cxnId="{A52C6D9F-85DE-41C7-AD16-29F96A6E496A}">
      <dgm:prSet/>
      <dgm:spPr/>
      <dgm:t>
        <a:bodyPr/>
        <a:lstStyle/>
        <a:p>
          <a:endParaRPr lang="en-US" sz="1700">
            <a:latin typeface="+mn-lt"/>
          </a:endParaRPr>
        </a:p>
      </dgm:t>
    </dgm:pt>
    <dgm:pt modelId="{4210A1B2-ABD8-43E9-8143-48BFF12E9B69}">
      <dgm:prSet phldrT="[Text]" custT="1"/>
      <dgm:spPr>
        <a:xfrm>
          <a:off x="7756285"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gm:spPr>
      <dgm:t>
        <a:bodyPr/>
        <a:lstStyle/>
        <a:p>
          <a:pPr>
            <a:buChar char="•"/>
          </a:pPr>
          <a:r>
            <a:rPr lang="en-US" sz="1700">
              <a:solidFill>
                <a:srgbClr val="122632"/>
              </a:solidFill>
              <a:latin typeface="Arial" panose="020B0604020202020204"/>
              <a:ea typeface="ＭＳ Ｐゴシック" charset="0"/>
              <a:cs typeface="+mn-cs"/>
            </a:rPr>
            <a:t>The allocation of costs may be achieved through calculation of another key measure – for example market research across all brands is allocated using net revenue</a:t>
          </a:r>
          <a:endParaRPr lang="en-US" sz="1700" dirty="0">
            <a:solidFill>
              <a:srgbClr val="000000">
                <a:hueOff val="0"/>
                <a:satOff val="0"/>
                <a:lumOff val="0"/>
                <a:alphaOff val="0"/>
              </a:srgbClr>
            </a:solidFill>
            <a:latin typeface="Arial" panose="020B0604020202020204"/>
            <a:ea typeface="+mn-ea"/>
            <a:cs typeface="+mn-cs"/>
          </a:endParaRPr>
        </a:p>
      </dgm:t>
    </dgm:pt>
    <dgm:pt modelId="{305F4B8F-BFEB-4D81-B612-0CC7515F4196}" type="parTrans" cxnId="{703870B1-0B6C-4759-B126-156CC4CE666D}">
      <dgm:prSet/>
      <dgm:spPr/>
      <dgm:t>
        <a:bodyPr/>
        <a:lstStyle/>
        <a:p>
          <a:endParaRPr lang="en-US" sz="1700">
            <a:latin typeface="+mn-lt"/>
          </a:endParaRPr>
        </a:p>
      </dgm:t>
    </dgm:pt>
    <dgm:pt modelId="{B2566107-2586-4B8E-A45E-4B8E83A13724}" type="sibTrans" cxnId="{703870B1-0B6C-4759-B126-156CC4CE666D}">
      <dgm:prSet/>
      <dgm:spPr/>
      <dgm:t>
        <a:bodyPr/>
        <a:lstStyle/>
        <a:p>
          <a:endParaRPr lang="en-US" sz="1700">
            <a:latin typeface="+mn-lt"/>
          </a:endParaRPr>
        </a:p>
      </dgm:t>
    </dgm:pt>
    <dgm:pt modelId="{58F60A31-9784-4B5A-A66B-1A78108E242B}" type="pres">
      <dgm:prSet presAssocID="{075A01DE-1140-424A-B743-F24A71C4CC23}" presName="Name0" presStyleCnt="0">
        <dgm:presLayoutVars>
          <dgm:dir/>
          <dgm:animLvl val="lvl"/>
          <dgm:resizeHandles val="exact"/>
        </dgm:presLayoutVars>
      </dgm:prSet>
      <dgm:spPr/>
    </dgm:pt>
    <dgm:pt modelId="{320373B0-5641-4E73-8910-C0CC894CDB69}" type="pres">
      <dgm:prSet presAssocID="{A75807F1-3FE4-4F41-AF18-6D902C25BE7C}" presName="composite" presStyleCnt="0"/>
      <dgm:spPr/>
    </dgm:pt>
    <dgm:pt modelId="{D1130A33-4337-4F36-957C-36C6E4A39C25}" type="pres">
      <dgm:prSet presAssocID="{A75807F1-3FE4-4F41-AF18-6D902C25BE7C}" presName="parTx" presStyleLbl="alignNode1" presStyleIdx="0" presStyleCnt="3">
        <dgm:presLayoutVars>
          <dgm:chMax val="0"/>
          <dgm:chPref val="0"/>
          <dgm:bulletEnabled val="1"/>
        </dgm:presLayoutVars>
      </dgm:prSet>
      <dgm:spPr/>
    </dgm:pt>
    <dgm:pt modelId="{3879B4DA-2770-4137-8584-CA6DB32A2EBB}" type="pres">
      <dgm:prSet presAssocID="{A75807F1-3FE4-4F41-AF18-6D902C25BE7C}" presName="desTx" presStyleLbl="alignAccFollowNode1" presStyleIdx="0" presStyleCnt="3">
        <dgm:presLayoutVars>
          <dgm:bulletEnabled val="1"/>
        </dgm:presLayoutVars>
      </dgm:prSet>
      <dgm:spPr/>
    </dgm:pt>
    <dgm:pt modelId="{2E2E9E29-B10A-4EE6-AD49-39593914699B}" type="pres">
      <dgm:prSet presAssocID="{28CA172B-69DC-4A69-A009-4AE330390EF9}" presName="space" presStyleCnt="0"/>
      <dgm:spPr/>
    </dgm:pt>
    <dgm:pt modelId="{260DEBAC-4ED1-4BC1-A6E6-CDE64C804200}" type="pres">
      <dgm:prSet presAssocID="{4853B408-394B-4BF7-A5D8-2BC5D7B5DD42}" presName="composite" presStyleCnt="0"/>
      <dgm:spPr/>
    </dgm:pt>
    <dgm:pt modelId="{54D8C547-04CD-4FF5-9659-97837AD7F7C1}" type="pres">
      <dgm:prSet presAssocID="{4853B408-394B-4BF7-A5D8-2BC5D7B5DD42}" presName="parTx" presStyleLbl="alignNode1" presStyleIdx="1" presStyleCnt="3">
        <dgm:presLayoutVars>
          <dgm:chMax val="0"/>
          <dgm:chPref val="0"/>
          <dgm:bulletEnabled val="1"/>
        </dgm:presLayoutVars>
      </dgm:prSet>
      <dgm:spPr/>
    </dgm:pt>
    <dgm:pt modelId="{161FB017-8AC9-4986-8002-E4773D8E25CB}" type="pres">
      <dgm:prSet presAssocID="{4853B408-394B-4BF7-A5D8-2BC5D7B5DD42}" presName="desTx" presStyleLbl="alignAccFollowNode1" presStyleIdx="1" presStyleCnt="3">
        <dgm:presLayoutVars>
          <dgm:bulletEnabled val="1"/>
        </dgm:presLayoutVars>
      </dgm:prSet>
      <dgm:spPr/>
    </dgm:pt>
    <dgm:pt modelId="{2F2F57AE-A966-40D3-883B-2D3AB75FE401}" type="pres">
      <dgm:prSet presAssocID="{19E545C5-ED06-497B-96A0-FE9E3ECEC778}" presName="space" presStyleCnt="0"/>
      <dgm:spPr/>
    </dgm:pt>
    <dgm:pt modelId="{4B7BC23B-A967-45D9-BFEE-62F217FF78B9}" type="pres">
      <dgm:prSet presAssocID="{C59DC0ED-DF8E-447D-8A4F-AB1D88A3A2AA}" presName="composite" presStyleCnt="0"/>
      <dgm:spPr/>
    </dgm:pt>
    <dgm:pt modelId="{A93EB1F4-AD93-4210-B3C9-8B4BA46F267C}" type="pres">
      <dgm:prSet presAssocID="{C59DC0ED-DF8E-447D-8A4F-AB1D88A3A2AA}" presName="parTx" presStyleLbl="alignNode1" presStyleIdx="2" presStyleCnt="3">
        <dgm:presLayoutVars>
          <dgm:chMax val="0"/>
          <dgm:chPref val="0"/>
          <dgm:bulletEnabled val="1"/>
        </dgm:presLayoutVars>
      </dgm:prSet>
      <dgm:spPr/>
    </dgm:pt>
    <dgm:pt modelId="{12E6AAB1-5500-4A5A-BA4F-A5F0B787BF54}" type="pres">
      <dgm:prSet presAssocID="{C59DC0ED-DF8E-447D-8A4F-AB1D88A3A2AA}" presName="desTx" presStyleLbl="alignAccFollowNode1" presStyleIdx="2" presStyleCnt="3">
        <dgm:presLayoutVars>
          <dgm:bulletEnabled val="1"/>
        </dgm:presLayoutVars>
      </dgm:prSet>
      <dgm:spPr/>
    </dgm:pt>
  </dgm:ptLst>
  <dgm:cxnLst>
    <dgm:cxn modelId="{7C9C8F0E-C8C9-49E6-AFA6-194BCA2077D4}" srcId="{075A01DE-1140-424A-B743-F24A71C4CC23}" destId="{4853B408-394B-4BF7-A5D8-2BC5D7B5DD42}" srcOrd="1" destOrd="0" parTransId="{9768BD16-13F0-4A62-833C-E28A807B406D}" sibTransId="{19E545C5-ED06-497B-96A0-FE9E3ECEC778}"/>
    <dgm:cxn modelId="{B16D2E3A-E475-4308-8FDE-C8D43AD68728}" type="presOf" srcId="{4210A1B2-ABD8-43E9-8143-48BFF12E9B69}" destId="{12E6AAB1-5500-4A5A-BA4F-A5F0B787BF54}" srcOrd="0" destOrd="0" presId="urn:microsoft.com/office/officeart/2005/8/layout/hList1"/>
    <dgm:cxn modelId="{FC70114B-C95A-4C0F-981D-62C09E717C93}" type="presOf" srcId="{A75807F1-3FE4-4F41-AF18-6D902C25BE7C}" destId="{D1130A33-4337-4F36-957C-36C6E4A39C25}" srcOrd="0" destOrd="0" presId="urn:microsoft.com/office/officeart/2005/8/layout/hList1"/>
    <dgm:cxn modelId="{C34DB56C-8919-4178-907D-73E4E0DAA1FE}" type="presOf" srcId="{ABB67F71-A556-4E19-94EC-FD5A7FE3FE29}" destId="{161FB017-8AC9-4986-8002-E4773D8E25CB}" srcOrd="0" destOrd="0" presId="urn:microsoft.com/office/officeart/2005/8/layout/hList1"/>
    <dgm:cxn modelId="{4B47FE4F-4E40-49C8-87B1-51F8DF0F1036}" srcId="{4853B408-394B-4BF7-A5D8-2BC5D7B5DD42}" destId="{ABB67F71-A556-4E19-94EC-FD5A7FE3FE29}" srcOrd="0" destOrd="0" parTransId="{1BCCBC32-8A60-4C0B-AB0E-DF465BC504F7}" sibTransId="{1467648D-666F-4512-BBE9-840C0BE347F3}"/>
    <dgm:cxn modelId="{0F0F6259-EED1-478E-B716-8B2A068B7781}" srcId="{A75807F1-3FE4-4F41-AF18-6D902C25BE7C}" destId="{5EB6CB4F-A739-4AD2-A111-0BE5C9B29678}" srcOrd="0" destOrd="0" parTransId="{EFA60804-145B-4733-B33B-146171290C31}" sibTransId="{73115934-0E02-49C4-99A5-63427FA13F34}"/>
    <dgm:cxn modelId="{A5C93F84-4E5F-4CA0-BCF0-4AEDF2F9F33E}" srcId="{075A01DE-1140-424A-B743-F24A71C4CC23}" destId="{A75807F1-3FE4-4F41-AF18-6D902C25BE7C}" srcOrd="0" destOrd="0" parTransId="{605FE224-C8D6-4314-9DA8-6ACC04549746}" sibTransId="{28CA172B-69DC-4A69-A009-4AE330390EF9}"/>
    <dgm:cxn modelId="{0E44CD96-F36C-4C23-8F4A-0340422B7AFE}" type="presOf" srcId="{075A01DE-1140-424A-B743-F24A71C4CC23}" destId="{58F60A31-9784-4B5A-A66B-1A78108E242B}" srcOrd="0" destOrd="0" presId="urn:microsoft.com/office/officeart/2005/8/layout/hList1"/>
    <dgm:cxn modelId="{A52C6D9F-85DE-41C7-AD16-29F96A6E496A}" srcId="{075A01DE-1140-424A-B743-F24A71C4CC23}" destId="{C59DC0ED-DF8E-447D-8A4F-AB1D88A3A2AA}" srcOrd="2" destOrd="0" parTransId="{2D98CFA2-2A4E-4703-8E08-6F8432AF362E}" sibTransId="{21056F7A-CEBA-403D-BE33-09C3B649AA10}"/>
    <dgm:cxn modelId="{703870B1-0B6C-4759-B126-156CC4CE666D}" srcId="{C59DC0ED-DF8E-447D-8A4F-AB1D88A3A2AA}" destId="{4210A1B2-ABD8-43E9-8143-48BFF12E9B69}" srcOrd="0" destOrd="0" parTransId="{305F4B8F-BFEB-4D81-B612-0CC7515F4196}" sibTransId="{B2566107-2586-4B8E-A45E-4B8E83A13724}"/>
    <dgm:cxn modelId="{A19D9BB9-7A5E-4E9D-9463-2A2D52BF2419}" type="presOf" srcId="{C59DC0ED-DF8E-447D-8A4F-AB1D88A3A2AA}" destId="{A93EB1F4-AD93-4210-B3C9-8B4BA46F267C}" srcOrd="0" destOrd="0" presId="urn:microsoft.com/office/officeart/2005/8/layout/hList1"/>
    <dgm:cxn modelId="{B126F6CE-1FDA-4A02-BB80-BA6F4DCBDC62}" type="presOf" srcId="{4853B408-394B-4BF7-A5D8-2BC5D7B5DD42}" destId="{54D8C547-04CD-4FF5-9659-97837AD7F7C1}" srcOrd="0" destOrd="0" presId="urn:microsoft.com/office/officeart/2005/8/layout/hList1"/>
    <dgm:cxn modelId="{F89085F8-5302-4D24-94CF-D0168720104F}" type="presOf" srcId="{5EB6CB4F-A739-4AD2-A111-0BE5C9B29678}" destId="{3879B4DA-2770-4137-8584-CA6DB32A2EBB}" srcOrd="0" destOrd="0" presId="urn:microsoft.com/office/officeart/2005/8/layout/hList1"/>
    <dgm:cxn modelId="{035768D1-89CA-4242-BD6E-ECA20A0C110C}" type="presParOf" srcId="{58F60A31-9784-4B5A-A66B-1A78108E242B}" destId="{320373B0-5641-4E73-8910-C0CC894CDB69}" srcOrd="0" destOrd="0" presId="urn:microsoft.com/office/officeart/2005/8/layout/hList1"/>
    <dgm:cxn modelId="{74B2ADA0-C10C-4A7C-933A-7DDE6A3A4231}" type="presParOf" srcId="{320373B0-5641-4E73-8910-C0CC894CDB69}" destId="{D1130A33-4337-4F36-957C-36C6E4A39C25}" srcOrd="0" destOrd="0" presId="urn:microsoft.com/office/officeart/2005/8/layout/hList1"/>
    <dgm:cxn modelId="{EE4BA605-B665-4A90-B3AE-6BE9FBB5F60F}" type="presParOf" srcId="{320373B0-5641-4E73-8910-C0CC894CDB69}" destId="{3879B4DA-2770-4137-8584-CA6DB32A2EBB}" srcOrd="1" destOrd="0" presId="urn:microsoft.com/office/officeart/2005/8/layout/hList1"/>
    <dgm:cxn modelId="{2EB93386-696F-4D6C-9C83-18767FFFF561}" type="presParOf" srcId="{58F60A31-9784-4B5A-A66B-1A78108E242B}" destId="{2E2E9E29-B10A-4EE6-AD49-39593914699B}" srcOrd="1" destOrd="0" presId="urn:microsoft.com/office/officeart/2005/8/layout/hList1"/>
    <dgm:cxn modelId="{9A1DF987-FBC4-438D-A648-7D8267DD2586}" type="presParOf" srcId="{58F60A31-9784-4B5A-A66B-1A78108E242B}" destId="{260DEBAC-4ED1-4BC1-A6E6-CDE64C804200}" srcOrd="2" destOrd="0" presId="urn:microsoft.com/office/officeart/2005/8/layout/hList1"/>
    <dgm:cxn modelId="{605A4A60-17F8-4494-A706-F9E11CE13CAD}" type="presParOf" srcId="{260DEBAC-4ED1-4BC1-A6E6-CDE64C804200}" destId="{54D8C547-04CD-4FF5-9659-97837AD7F7C1}" srcOrd="0" destOrd="0" presId="urn:microsoft.com/office/officeart/2005/8/layout/hList1"/>
    <dgm:cxn modelId="{26C0D658-4BA6-450C-801E-71F488B9E573}" type="presParOf" srcId="{260DEBAC-4ED1-4BC1-A6E6-CDE64C804200}" destId="{161FB017-8AC9-4986-8002-E4773D8E25CB}" srcOrd="1" destOrd="0" presId="urn:microsoft.com/office/officeart/2005/8/layout/hList1"/>
    <dgm:cxn modelId="{A9436143-4C3B-45FA-A279-722BF461B600}" type="presParOf" srcId="{58F60A31-9784-4B5A-A66B-1A78108E242B}" destId="{2F2F57AE-A966-40D3-883B-2D3AB75FE401}" srcOrd="3" destOrd="0" presId="urn:microsoft.com/office/officeart/2005/8/layout/hList1"/>
    <dgm:cxn modelId="{A2163EFC-F0A6-4E63-829E-EF3C24CCE091}" type="presParOf" srcId="{58F60A31-9784-4B5A-A66B-1A78108E242B}" destId="{4B7BC23B-A967-45D9-BFEE-62F217FF78B9}" srcOrd="4" destOrd="0" presId="urn:microsoft.com/office/officeart/2005/8/layout/hList1"/>
    <dgm:cxn modelId="{7F24C2B9-C810-46F8-8324-4DA856228473}" type="presParOf" srcId="{4B7BC23B-A967-45D9-BFEE-62F217FF78B9}" destId="{A93EB1F4-AD93-4210-B3C9-8B4BA46F267C}" srcOrd="0" destOrd="0" presId="urn:microsoft.com/office/officeart/2005/8/layout/hList1"/>
    <dgm:cxn modelId="{720B20EF-C401-4F60-A766-66B42C16658B}" type="presParOf" srcId="{4B7BC23B-A967-45D9-BFEE-62F217FF78B9}" destId="{12E6AAB1-5500-4A5A-BA4F-A5F0B787BF5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DDAEFC-B83F-4A82-9841-6FB3B33EE2BA}" type="doc">
      <dgm:prSet loTypeId="urn:microsoft.com/office/officeart/2008/layout/VerticalCurvedList" loCatId="list" qsTypeId="urn:microsoft.com/office/officeart/2005/8/quickstyle/simple1" qsCatId="simple" csTypeId="urn:microsoft.com/office/officeart/2005/8/colors/accent3_2" csCatId="accent3" phldr="1"/>
      <dgm:spPr/>
      <dgm:t>
        <a:bodyPr/>
        <a:lstStyle/>
        <a:p>
          <a:endParaRPr lang="ru-RU"/>
        </a:p>
      </dgm:t>
    </dgm:pt>
    <dgm:pt modelId="{5E6F087D-9270-48D0-BA79-003C3E27544D}">
      <dgm:prSet phldrT="[Text]"/>
      <dgm:spPr/>
      <dgm:t>
        <a:bodyPr/>
        <a:lstStyle/>
        <a:p>
          <a:pPr>
            <a:buClrTx/>
            <a:buSzTx/>
            <a:buFont typeface="Wingdings" panose="05000000000000000000" pitchFamily="2" charset="2"/>
            <a:buChar char="v"/>
          </a:pPr>
          <a:r>
            <a:rPr lang="en-US" dirty="0">
              <a:latin typeface="Meiryo UI" panose="020B0604030504040204" pitchFamily="50" charset="-128"/>
              <a:ea typeface="Meiryo UI" panose="020B0604030504040204" pitchFamily="50" charset="-128"/>
            </a:rPr>
            <a:t>It is not practical / possible to split the costs between the relevant markets / factories / functions when the expense is originally recognized </a:t>
          </a:r>
          <a:endParaRPr lang="ru-RU" dirty="0">
            <a:latin typeface="Meiryo UI" panose="020B0604030504040204" pitchFamily="50" charset="-128"/>
            <a:ea typeface="Meiryo UI" panose="020B0604030504040204" pitchFamily="50" charset="-128"/>
          </a:endParaRPr>
        </a:p>
      </dgm:t>
    </dgm:pt>
    <dgm:pt modelId="{4CF5F921-7FA6-4EB1-BC56-7C67307F37ED}" type="parTrans" cxnId="{819FD219-A5A4-4D13-9277-BF4B54EBC5BD}">
      <dgm:prSet/>
      <dgm:spPr/>
      <dgm:t>
        <a:bodyPr/>
        <a:lstStyle/>
        <a:p>
          <a:endParaRPr lang="ru-RU"/>
        </a:p>
      </dgm:t>
    </dgm:pt>
    <dgm:pt modelId="{EE33F14A-2798-4A21-ABEE-26FC8C40BD8D}" type="sibTrans" cxnId="{819FD219-A5A4-4D13-9277-BF4B54EBC5BD}">
      <dgm:prSet/>
      <dgm:spPr/>
      <dgm:t>
        <a:bodyPr/>
        <a:lstStyle/>
        <a:p>
          <a:endParaRPr lang="ru-RU"/>
        </a:p>
      </dgm:t>
    </dgm:pt>
    <dgm:pt modelId="{99325AAB-916B-48FF-888D-50332E859034}">
      <dgm:prSet phldrT="[Text]"/>
      <dgm:spPr/>
      <dgm:t>
        <a:bodyPr spcFirstLastPara="0" vert="horz" wrap="square" lIns="728073" tIns="50800" rIns="50800" bIns="50800" numCol="1" spcCol="1270" anchor="ctr" anchorCtr="0"/>
        <a:lstStyle/>
        <a:p>
          <a:pPr>
            <a:buClrTx/>
            <a:buSzTx/>
            <a:buFont typeface="Wingdings" panose="05000000000000000000" pitchFamily="2" charset="2"/>
            <a:buChar char="v"/>
          </a:pPr>
          <a:r>
            <a:rPr lang="en-US">
              <a:latin typeface="Meiryo UI" panose="020B0604030504040204" pitchFamily="50" charset="-128"/>
              <a:ea typeface="Meiryo UI" panose="020B0604030504040204" pitchFamily="50" charset="-128"/>
            </a:rPr>
            <a:t>There is a recurring requirement to allocate the costs between relevant markets / factories / functions</a:t>
          </a:r>
          <a:endParaRPr lang="ru-RU">
            <a:latin typeface="Meiryo UI" panose="020B0604030504040204" pitchFamily="50" charset="-128"/>
            <a:ea typeface="Meiryo UI" panose="020B0604030504040204" pitchFamily="50" charset="-128"/>
          </a:endParaRPr>
        </a:p>
      </dgm:t>
    </dgm:pt>
    <dgm:pt modelId="{6BC86284-A0DF-4F39-99D0-C1F982B0B611}" type="parTrans" cxnId="{26A27701-EF63-440A-AA44-9CFB75EE8C49}">
      <dgm:prSet/>
      <dgm:spPr/>
      <dgm:t>
        <a:bodyPr/>
        <a:lstStyle/>
        <a:p>
          <a:endParaRPr lang="ru-RU"/>
        </a:p>
      </dgm:t>
    </dgm:pt>
    <dgm:pt modelId="{21D4516E-C6B7-4435-A689-8056F29A8E96}" type="sibTrans" cxnId="{26A27701-EF63-440A-AA44-9CFB75EE8C49}">
      <dgm:prSet/>
      <dgm:spPr/>
      <dgm:t>
        <a:bodyPr/>
        <a:lstStyle/>
        <a:p>
          <a:endParaRPr lang="ru-RU"/>
        </a:p>
      </dgm:t>
    </dgm:pt>
    <dgm:pt modelId="{23CBF696-AFC6-49C5-978A-3E6311EB198E}">
      <dgm:prSet phldrT="[Text]"/>
      <dgm:spPr/>
      <dgm:t>
        <a:bodyPr/>
        <a:lstStyle/>
        <a:p>
          <a:pPr>
            <a:buClrTx/>
            <a:buSzTx/>
            <a:buFont typeface="Wingdings" panose="05000000000000000000" pitchFamily="2" charset="2"/>
            <a:buChar char="v"/>
          </a:pPr>
          <a:r>
            <a:rPr kumimoji="0" lang="en-GB" b="0" i="0" u="none" strike="noStrike" cap="none" normalizeH="0" baseline="0" dirty="0">
              <a:ln/>
              <a:effectLst/>
              <a:latin typeface="Meiryo UI" panose="020B0604030504040204" pitchFamily="50" charset="-128"/>
              <a:ea typeface="Meiryo UI" panose="020B0604030504040204" pitchFamily="50" charset="-128"/>
            </a:rPr>
            <a:t>I</a:t>
          </a:r>
          <a:r>
            <a:rPr kumimoji="0" lang="en-US" b="0" i="0" u="none" strike="noStrike" cap="none" normalizeH="0" baseline="0" dirty="0">
              <a:ln/>
              <a:effectLst/>
              <a:latin typeface="Meiryo UI" panose="020B0604030504040204" pitchFamily="50" charset="-128"/>
              <a:ea typeface="Meiryo UI" panose="020B0604030504040204" pitchFamily="50" charset="-128"/>
            </a:rPr>
            <a:t>t is deemed necessary for management accounting purposes to allocate the costs</a:t>
          </a:r>
          <a:endParaRPr lang="ru-RU" dirty="0">
            <a:latin typeface="Meiryo UI" panose="020B0604030504040204" pitchFamily="50" charset="-128"/>
            <a:ea typeface="Meiryo UI" panose="020B0604030504040204" pitchFamily="50" charset="-128"/>
          </a:endParaRPr>
        </a:p>
      </dgm:t>
    </dgm:pt>
    <dgm:pt modelId="{0DCEB5A9-7EA9-4B7B-82F8-18F91F516F9C}" type="parTrans" cxnId="{23144FE7-7B3B-40B5-A7A4-02B31866A0C3}">
      <dgm:prSet/>
      <dgm:spPr/>
      <dgm:t>
        <a:bodyPr/>
        <a:lstStyle/>
        <a:p>
          <a:endParaRPr lang="ru-RU"/>
        </a:p>
      </dgm:t>
    </dgm:pt>
    <dgm:pt modelId="{9C66F87D-AA7B-4136-AEE1-C776C3633022}" type="sibTrans" cxnId="{23144FE7-7B3B-40B5-A7A4-02B31866A0C3}">
      <dgm:prSet/>
      <dgm:spPr/>
      <dgm:t>
        <a:bodyPr/>
        <a:lstStyle/>
        <a:p>
          <a:endParaRPr lang="ru-RU"/>
        </a:p>
      </dgm:t>
    </dgm:pt>
    <dgm:pt modelId="{77CA898C-4619-44AB-8709-9782706F4E22}" type="pres">
      <dgm:prSet presAssocID="{57DDAEFC-B83F-4A82-9841-6FB3B33EE2BA}" presName="Name0" presStyleCnt="0">
        <dgm:presLayoutVars>
          <dgm:chMax val="7"/>
          <dgm:chPref val="7"/>
          <dgm:dir/>
        </dgm:presLayoutVars>
      </dgm:prSet>
      <dgm:spPr/>
    </dgm:pt>
    <dgm:pt modelId="{A8C77922-98A9-4A92-A6D0-180317FBBEDA}" type="pres">
      <dgm:prSet presAssocID="{57DDAEFC-B83F-4A82-9841-6FB3B33EE2BA}" presName="Name1" presStyleCnt="0"/>
      <dgm:spPr/>
    </dgm:pt>
    <dgm:pt modelId="{19EEE537-9A8D-4039-95DE-E5D044F8A06D}" type="pres">
      <dgm:prSet presAssocID="{57DDAEFC-B83F-4A82-9841-6FB3B33EE2BA}" presName="cycle" presStyleCnt="0"/>
      <dgm:spPr/>
    </dgm:pt>
    <dgm:pt modelId="{320F3CDD-3E1F-4563-9332-005642FD2BA3}" type="pres">
      <dgm:prSet presAssocID="{57DDAEFC-B83F-4A82-9841-6FB3B33EE2BA}" presName="srcNode" presStyleLbl="node1" presStyleIdx="0" presStyleCnt="3"/>
      <dgm:spPr/>
    </dgm:pt>
    <dgm:pt modelId="{BCFE6121-FB28-4255-9AAA-D38C98B4E113}" type="pres">
      <dgm:prSet presAssocID="{57DDAEFC-B83F-4A82-9841-6FB3B33EE2BA}" presName="conn" presStyleLbl="parChTrans1D2" presStyleIdx="0" presStyleCnt="1"/>
      <dgm:spPr/>
    </dgm:pt>
    <dgm:pt modelId="{ACB9A3EB-25C8-433C-8661-8B4968F5F5DB}" type="pres">
      <dgm:prSet presAssocID="{57DDAEFC-B83F-4A82-9841-6FB3B33EE2BA}" presName="extraNode" presStyleLbl="node1" presStyleIdx="0" presStyleCnt="3"/>
      <dgm:spPr/>
    </dgm:pt>
    <dgm:pt modelId="{9E0F7CA6-0B07-4CDA-AF66-6AF5B2AC8DAC}" type="pres">
      <dgm:prSet presAssocID="{57DDAEFC-B83F-4A82-9841-6FB3B33EE2BA}" presName="dstNode" presStyleLbl="node1" presStyleIdx="0" presStyleCnt="3"/>
      <dgm:spPr/>
    </dgm:pt>
    <dgm:pt modelId="{FD961A9D-8AEB-4E5C-BE95-FB68B5515F14}" type="pres">
      <dgm:prSet presAssocID="{5E6F087D-9270-48D0-BA79-003C3E27544D}" presName="text_1" presStyleLbl="node1" presStyleIdx="0" presStyleCnt="3">
        <dgm:presLayoutVars>
          <dgm:bulletEnabled val="1"/>
        </dgm:presLayoutVars>
      </dgm:prSet>
      <dgm:spPr/>
    </dgm:pt>
    <dgm:pt modelId="{0779737F-1F55-4596-9A76-2651870F1E7C}" type="pres">
      <dgm:prSet presAssocID="{5E6F087D-9270-48D0-BA79-003C3E27544D}" presName="accent_1" presStyleCnt="0"/>
      <dgm:spPr/>
    </dgm:pt>
    <dgm:pt modelId="{70938958-EA2D-4AC8-9D9A-F03C9C2468FE}" type="pres">
      <dgm:prSet presAssocID="{5E6F087D-9270-48D0-BA79-003C3E27544D}" presName="accentRepeatNode" presStyleLbl="solidFgAcc1" presStyleIdx="0" presStyleCnt="3"/>
      <dgm:spPr/>
    </dgm:pt>
    <dgm:pt modelId="{DFB1F441-41EF-492A-9BF2-F0E65C17363D}" type="pres">
      <dgm:prSet presAssocID="{99325AAB-916B-48FF-888D-50332E859034}" presName="text_2" presStyleLbl="node1" presStyleIdx="1" presStyleCnt="3">
        <dgm:presLayoutVars>
          <dgm:bulletEnabled val="1"/>
        </dgm:presLayoutVars>
      </dgm:prSet>
      <dgm:spPr>
        <a:xfrm>
          <a:off x="969999" y="1834515"/>
          <a:ext cx="8864771" cy="917257"/>
        </a:xfrm>
        <a:prstGeom prst="rect">
          <a:avLst/>
        </a:prstGeom>
      </dgm:spPr>
    </dgm:pt>
    <dgm:pt modelId="{25C48F0B-479C-4A32-84FC-92E745AF678F}" type="pres">
      <dgm:prSet presAssocID="{99325AAB-916B-48FF-888D-50332E859034}" presName="accent_2" presStyleCnt="0"/>
      <dgm:spPr/>
    </dgm:pt>
    <dgm:pt modelId="{F7BAD0AE-AEE5-4349-8828-FD458C8C3C7B}" type="pres">
      <dgm:prSet presAssocID="{99325AAB-916B-48FF-888D-50332E859034}" presName="accentRepeatNode" presStyleLbl="solidFgAcc1" presStyleIdx="1" presStyleCnt="3"/>
      <dgm:spPr/>
    </dgm:pt>
    <dgm:pt modelId="{DA7A6316-19A5-47B1-A34B-AADB2F934699}" type="pres">
      <dgm:prSet presAssocID="{23CBF696-AFC6-49C5-978A-3E6311EB198E}" presName="text_3" presStyleLbl="node1" presStyleIdx="2" presStyleCnt="3">
        <dgm:presLayoutVars>
          <dgm:bulletEnabled val="1"/>
        </dgm:presLayoutVars>
      </dgm:prSet>
      <dgm:spPr/>
    </dgm:pt>
    <dgm:pt modelId="{D1DC667B-0775-4243-8AB8-4983D43C8E80}" type="pres">
      <dgm:prSet presAssocID="{23CBF696-AFC6-49C5-978A-3E6311EB198E}" presName="accent_3" presStyleCnt="0"/>
      <dgm:spPr/>
    </dgm:pt>
    <dgm:pt modelId="{ADA2DF69-976D-4879-8F8F-8EEA8C8E310E}" type="pres">
      <dgm:prSet presAssocID="{23CBF696-AFC6-49C5-978A-3E6311EB198E}" presName="accentRepeatNode" presStyleLbl="solidFgAcc1" presStyleIdx="2" presStyleCnt="3"/>
      <dgm:spPr/>
    </dgm:pt>
  </dgm:ptLst>
  <dgm:cxnLst>
    <dgm:cxn modelId="{26A27701-EF63-440A-AA44-9CFB75EE8C49}" srcId="{57DDAEFC-B83F-4A82-9841-6FB3B33EE2BA}" destId="{99325AAB-916B-48FF-888D-50332E859034}" srcOrd="1" destOrd="0" parTransId="{6BC86284-A0DF-4F39-99D0-C1F982B0B611}" sibTransId="{21D4516E-C6B7-4435-A689-8056F29A8E96}"/>
    <dgm:cxn modelId="{0E8CD409-CC39-4662-8154-53362572BF44}" type="presOf" srcId="{99325AAB-916B-48FF-888D-50332E859034}" destId="{DFB1F441-41EF-492A-9BF2-F0E65C17363D}" srcOrd="0" destOrd="0" presId="urn:microsoft.com/office/officeart/2008/layout/VerticalCurvedList"/>
    <dgm:cxn modelId="{819FD219-A5A4-4D13-9277-BF4B54EBC5BD}" srcId="{57DDAEFC-B83F-4A82-9841-6FB3B33EE2BA}" destId="{5E6F087D-9270-48D0-BA79-003C3E27544D}" srcOrd="0" destOrd="0" parTransId="{4CF5F921-7FA6-4EB1-BC56-7C67307F37ED}" sibTransId="{EE33F14A-2798-4A21-ABEE-26FC8C40BD8D}"/>
    <dgm:cxn modelId="{54EFA359-A4E9-4D58-BCE5-025913591ABB}" type="presOf" srcId="{EE33F14A-2798-4A21-ABEE-26FC8C40BD8D}" destId="{BCFE6121-FB28-4255-9AAA-D38C98B4E113}" srcOrd="0" destOrd="0" presId="urn:microsoft.com/office/officeart/2008/layout/VerticalCurvedList"/>
    <dgm:cxn modelId="{336D887D-7306-4ABB-8484-D490B14B6103}" type="presOf" srcId="{23CBF696-AFC6-49C5-978A-3E6311EB198E}" destId="{DA7A6316-19A5-47B1-A34B-AADB2F934699}" srcOrd="0" destOrd="0" presId="urn:microsoft.com/office/officeart/2008/layout/VerticalCurvedList"/>
    <dgm:cxn modelId="{AD62E2CD-5729-430B-A7A2-A6435DD02281}" type="presOf" srcId="{5E6F087D-9270-48D0-BA79-003C3E27544D}" destId="{FD961A9D-8AEB-4E5C-BE95-FB68B5515F14}" srcOrd="0" destOrd="0" presId="urn:microsoft.com/office/officeart/2008/layout/VerticalCurvedList"/>
    <dgm:cxn modelId="{E41542D9-4466-4FA6-BC94-637E77A4A194}" type="presOf" srcId="{57DDAEFC-B83F-4A82-9841-6FB3B33EE2BA}" destId="{77CA898C-4619-44AB-8709-9782706F4E22}" srcOrd="0" destOrd="0" presId="urn:microsoft.com/office/officeart/2008/layout/VerticalCurvedList"/>
    <dgm:cxn modelId="{23144FE7-7B3B-40B5-A7A4-02B31866A0C3}" srcId="{57DDAEFC-B83F-4A82-9841-6FB3B33EE2BA}" destId="{23CBF696-AFC6-49C5-978A-3E6311EB198E}" srcOrd="2" destOrd="0" parTransId="{0DCEB5A9-7EA9-4B7B-82F8-18F91F516F9C}" sibTransId="{9C66F87D-AA7B-4136-AEE1-C776C3633022}"/>
    <dgm:cxn modelId="{11986FAE-4B49-4B82-9D10-04DFFD377E6F}" type="presParOf" srcId="{77CA898C-4619-44AB-8709-9782706F4E22}" destId="{A8C77922-98A9-4A92-A6D0-180317FBBEDA}" srcOrd="0" destOrd="0" presId="urn:microsoft.com/office/officeart/2008/layout/VerticalCurvedList"/>
    <dgm:cxn modelId="{25087D70-24EF-4A1F-83B7-DF4F362A7B34}" type="presParOf" srcId="{A8C77922-98A9-4A92-A6D0-180317FBBEDA}" destId="{19EEE537-9A8D-4039-95DE-E5D044F8A06D}" srcOrd="0" destOrd="0" presId="urn:microsoft.com/office/officeart/2008/layout/VerticalCurvedList"/>
    <dgm:cxn modelId="{4B8AB0C5-327C-43CD-A9C1-C38D38AFC196}" type="presParOf" srcId="{19EEE537-9A8D-4039-95DE-E5D044F8A06D}" destId="{320F3CDD-3E1F-4563-9332-005642FD2BA3}" srcOrd="0" destOrd="0" presId="urn:microsoft.com/office/officeart/2008/layout/VerticalCurvedList"/>
    <dgm:cxn modelId="{16BCCA23-1D9E-4DE0-A76B-4D4AF68F513F}" type="presParOf" srcId="{19EEE537-9A8D-4039-95DE-E5D044F8A06D}" destId="{BCFE6121-FB28-4255-9AAA-D38C98B4E113}" srcOrd="1" destOrd="0" presId="urn:microsoft.com/office/officeart/2008/layout/VerticalCurvedList"/>
    <dgm:cxn modelId="{31DCD67A-0D59-4842-9D60-0CE7900F00B1}" type="presParOf" srcId="{19EEE537-9A8D-4039-95DE-E5D044F8A06D}" destId="{ACB9A3EB-25C8-433C-8661-8B4968F5F5DB}" srcOrd="2" destOrd="0" presId="urn:microsoft.com/office/officeart/2008/layout/VerticalCurvedList"/>
    <dgm:cxn modelId="{7A43025D-3DBB-4180-92E5-B22B9C8AA550}" type="presParOf" srcId="{19EEE537-9A8D-4039-95DE-E5D044F8A06D}" destId="{9E0F7CA6-0B07-4CDA-AF66-6AF5B2AC8DAC}" srcOrd="3" destOrd="0" presId="urn:microsoft.com/office/officeart/2008/layout/VerticalCurvedList"/>
    <dgm:cxn modelId="{2FA6B538-E19F-4E27-972F-B75424501DC7}" type="presParOf" srcId="{A8C77922-98A9-4A92-A6D0-180317FBBEDA}" destId="{FD961A9D-8AEB-4E5C-BE95-FB68B5515F14}" srcOrd="1" destOrd="0" presId="urn:microsoft.com/office/officeart/2008/layout/VerticalCurvedList"/>
    <dgm:cxn modelId="{7D083897-0828-4F83-8762-17306C1D9302}" type="presParOf" srcId="{A8C77922-98A9-4A92-A6D0-180317FBBEDA}" destId="{0779737F-1F55-4596-9A76-2651870F1E7C}" srcOrd="2" destOrd="0" presId="urn:microsoft.com/office/officeart/2008/layout/VerticalCurvedList"/>
    <dgm:cxn modelId="{A3CB471E-A74B-4E03-8307-ED92B3109DD8}" type="presParOf" srcId="{0779737F-1F55-4596-9A76-2651870F1E7C}" destId="{70938958-EA2D-4AC8-9D9A-F03C9C2468FE}" srcOrd="0" destOrd="0" presId="urn:microsoft.com/office/officeart/2008/layout/VerticalCurvedList"/>
    <dgm:cxn modelId="{1B0E40F6-C8E7-4ED8-9509-8911614C6264}" type="presParOf" srcId="{A8C77922-98A9-4A92-A6D0-180317FBBEDA}" destId="{DFB1F441-41EF-492A-9BF2-F0E65C17363D}" srcOrd="3" destOrd="0" presId="urn:microsoft.com/office/officeart/2008/layout/VerticalCurvedList"/>
    <dgm:cxn modelId="{9FF3E412-AF07-4115-AC84-C260671BDCD3}" type="presParOf" srcId="{A8C77922-98A9-4A92-A6D0-180317FBBEDA}" destId="{25C48F0B-479C-4A32-84FC-92E745AF678F}" srcOrd="4" destOrd="0" presId="urn:microsoft.com/office/officeart/2008/layout/VerticalCurvedList"/>
    <dgm:cxn modelId="{64914E54-F575-42E4-AA89-39F25E20DA14}" type="presParOf" srcId="{25C48F0B-479C-4A32-84FC-92E745AF678F}" destId="{F7BAD0AE-AEE5-4349-8828-FD458C8C3C7B}" srcOrd="0" destOrd="0" presId="urn:microsoft.com/office/officeart/2008/layout/VerticalCurvedList"/>
    <dgm:cxn modelId="{709ACF87-1498-4188-8D8E-F14B3B351E27}" type="presParOf" srcId="{A8C77922-98A9-4A92-A6D0-180317FBBEDA}" destId="{DA7A6316-19A5-47B1-A34B-AADB2F934699}" srcOrd="5" destOrd="0" presId="urn:microsoft.com/office/officeart/2008/layout/VerticalCurvedList"/>
    <dgm:cxn modelId="{12DD4FBC-09FD-46DA-A5F8-A8D8B48EF16C}" type="presParOf" srcId="{A8C77922-98A9-4A92-A6D0-180317FBBEDA}" destId="{D1DC667B-0775-4243-8AB8-4983D43C8E80}" srcOrd="6" destOrd="0" presId="urn:microsoft.com/office/officeart/2008/layout/VerticalCurvedList"/>
    <dgm:cxn modelId="{7BA529C0-FC66-45CB-AC0C-68FD9202418A}" type="presParOf" srcId="{D1DC667B-0775-4243-8AB8-4983D43C8E80}" destId="{ADA2DF69-976D-4879-8F8F-8EEA8C8E310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ru-RU"/>
        </a:p>
      </dgm:t>
    </dgm:pt>
    <dgm:pt modelId="{C4F8EE94-BFBD-4BE0-BF75-7753AF0F9B56}">
      <dgm:prSet phldrT="[Text]" custT="1"/>
      <dgm:spPr>
        <a:xfrm>
          <a:off x="0" y="4325"/>
          <a:ext cx="1551677" cy="620670"/>
        </a:xfrm>
        <a:prstGeom prst="rect">
          <a:avLst/>
        </a:prstGeom>
        <a:solidFill>
          <a:srgbClr val="88D5B8">
            <a:shade val="50000"/>
            <a:hueOff val="0"/>
            <a:satOff val="0"/>
            <a:lumOff val="0"/>
            <a:alphaOff val="0"/>
          </a:srgbClr>
        </a:solidFill>
        <a:ln w="12700" cap="flat" cmpd="sng" algn="ctr">
          <a:solidFill>
            <a:srgbClr val="88D5B8">
              <a:shade val="50000"/>
              <a:hueOff val="0"/>
              <a:satOff val="0"/>
              <a:lumOff val="0"/>
              <a:alphaOff val="0"/>
            </a:srgbClr>
          </a:solidFill>
          <a:prstDash val="solid"/>
          <a:miter lim="800000"/>
        </a:ln>
        <a:effectLst/>
      </dgm:spPr>
      <dgm:t>
        <a:bodyPr/>
        <a:lstStyle/>
        <a:p>
          <a:pPr>
            <a:buNone/>
          </a:pPr>
          <a:r>
            <a:rPr lang="en-US" sz="1800" dirty="0">
              <a:solidFill>
                <a:srgbClr val="FFFFFF"/>
              </a:solidFill>
              <a:latin typeface="Arial"/>
              <a:ea typeface="+mn-ea"/>
              <a:cs typeface="+mn-cs"/>
            </a:rPr>
            <a:t>Cost Center A</a:t>
          </a:r>
          <a:endParaRPr lang="ru-RU" sz="1800" dirty="0">
            <a:solidFill>
              <a:srgbClr val="FFFFFF"/>
            </a:solidFill>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2E51156-1F71-43A7-B0B0-6082A4381210}">
      <dgm:prSet/>
      <dgm:spPr>
        <a:xfrm>
          <a:off x="0" y="624996"/>
          <a:ext cx="1551677" cy="1405440"/>
        </a:xfrm>
        <a:prstGeom prst="rect">
          <a:avLst/>
        </a:prstGeom>
        <a:solidFill>
          <a:srgbClr val="88D5B8">
            <a:alpha val="90000"/>
            <a:tint val="55000"/>
            <a:hueOff val="0"/>
            <a:satOff val="0"/>
            <a:lumOff val="0"/>
            <a:alphaOff val="0"/>
          </a:srgbClr>
        </a:solidFill>
        <a:ln w="12700" cap="flat" cmpd="sng" algn="ctr">
          <a:solidFill>
            <a:srgbClr val="88D5B8">
              <a:alpha val="90000"/>
              <a:tint val="55000"/>
              <a:hueOff val="0"/>
              <a:satOff val="0"/>
              <a:lumOff val="0"/>
              <a:alphaOff val="0"/>
            </a:srgbClr>
          </a:solidFill>
          <a:prstDash val="solid"/>
          <a:miter lim="800000"/>
        </a:ln>
        <a:effectLst/>
      </dgm:spPr>
      <dgm:t>
        <a:bodyPr/>
        <a:lstStyle/>
        <a:p>
          <a:pPr>
            <a:buChar char="•"/>
          </a:pPr>
          <a:endParaRPr lang="ru-RU">
            <a:solidFill>
              <a:srgbClr val="39454B">
                <a:hueOff val="0"/>
                <a:satOff val="0"/>
                <a:lumOff val="0"/>
                <a:alphaOff val="0"/>
              </a:srgbClr>
            </a:solidFill>
            <a:latin typeface="Arial"/>
            <a:ea typeface="+mn-ea"/>
            <a:cs typeface="+mn-cs"/>
          </a:endParaRPr>
        </a:p>
      </dgm:t>
    </dgm:pt>
    <dgm:pt modelId="{19C332F3-6BFF-4EDE-B973-2312036727B1}" type="parTrans" cxnId="{118DACC7-EE0D-4CBA-9D52-A8FF204AFE95}">
      <dgm:prSet/>
      <dgm:spPr/>
      <dgm:t>
        <a:bodyPr/>
        <a:lstStyle/>
        <a:p>
          <a:endParaRPr lang="ru-RU"/>
        </a:p>
      </dgm:t>
    </dgm:pt>
    <dgm:pt modelId="{A53381A5-4F50-4F36-873B-CA6F02DC64F9}" type="sibTrans" cxnId="{118DACC7-EE0D-4CBA-9D52-A8FF204AFE95}">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dgm:pt>
  </dgm:ptLst>
  <dgm:cxnLst>
    <dgm:cxn modelId="{A3C11C1D-FAF5-4D08-A798-AD8D0D3DE01D}" type="presOf" srcId="{C4F8EE94-BFBD-4BE0-BF75-7753AF0F9B56}" destId="{1ADE8F52-70CF-486A-88DD-4465AA2C791D}" srcOrd="0" destOrd="0" presId="urn:microsoft.com/office/officeart/2005/8/layout/hList1"/>
    <dgm:cxn modelId="{7F2A0122-1714-4C41-A240-C415D3BBA5AB}" srcId="{6BDEB296-C495-40D3-B94C-75AAF5510F7A}" destId="{C4F8EE94-BFBD-4BE0-BF75-7753AF0F9B56}" srcOrd="0" destOrd="0" parTransId="{B0CCFAA2-3696-4690-86B1-71A36C198814}" sibTransId="{87BAA8DD-37BD-466E-AD39-C4859B14B3B1}"/>
    <dgm:cxn modelId="{464AC63E-B423-497C-92A5-6D5F6CC260EB}" type="presOf" srcId="{6BDEB296-C495-40D3-B94C-75AAF5510F7A}" destId="{3EA27C3F-50DA-4B7A-A838-FE4878C29359}" srcOrd="0" destOrd="0" presId="urn:microsoft.com/office/officeart/2005/8/layout/hList1"/>
    <dgm:cxn modelId="{118DACC7-EE0D-4CBA-9D52-A8FF204AFE95}" srcId="{C4F8EE94-BFBD-4BE0-BF75-7753AF0F9B56}" destId="{32E51156-1F71-43A7-B0B0-6082A4381210}" srcOrd="0" destOrd="0" parTransId="{19C332F3-6BFF-4EDE-B973-2312036727B1}" sibTransId="{A53381A5-4F50-4F36-873B-CA6F02DC64F9}"/>
    <dgm:cxn modelId="{81E995D4-28D7-4819-ACD0-AE10855977AE}" type="presOf" srcId="{32E51156-1F71-43A7-B0B0-6082A4381210}" destId="{9FFE5A68-2A4C-4D84-B16E-A2764A39CC84}" srcOrd="0" destOrd="0" presId="urn:microsoft.com/office/officeart/2005/8/layout/hList1"/>
    <dgm:cxn modelId="{63221D83-3ACB-4FFC-8CCF-30AE8610E110}" type="presParOf" srcId="{3EA27C3F-50DA-4B7A-A838-FE4878C29359}" destId="{FF9BC19F-7F20-43E4-9CCC-324FA0E76F83}" srcOrd="0" destOrd="0" presId="urn:microsoft.com/office/officeart/2005/8/layout/hList1"/>
    <dgm:cxn modelId="{4084D3EB-B77A-4077-9277-C92B9B053EE1}" type="presParOf" srcId="{FF9BC19F-7F20-43E4-9CCC-324FA0E76F83}" destId="{1ADE8F52-70CF-486A-88DD-4465AA2C791D}" srcOrd="0" destOrd="0" presId="urn:microsoft.com/office/officeart/2005/8/layout/hList1"/>
    <dgm:cxn modelId="{57F8A1F0-E923-4C4F-BB24-7CB510045CCF}"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ru-RU"/>
        </a:p>
      </dgm:t>
    </dgm:pt>
    <dgm:pt modelId="{C4F8EE94-BFBD-4BE0-BF75-7753AF0F9B56}">
      <dgm:prSet phldrT="[Text]" custT="1"/>
      <dgm:spPr>
        <a:xfrm>
          <a:off x="0" y="4325"/>
          <a:ext cx="1551677" cy="620670"/>
        </a:xfrm>
        <a:prstGeom prst="rect">
          <a:avLst/>
        </a:prstGeom>
        <a:solidFill>
          <a:srgbClr val="88D5B8">
            <a:shade val="50000"/>
            <a:hueOff val="0"/>
            <a:satOff val="0"/>
            <a:lumOff val="0"/>
            <a:alphaOff val="0"/>
          </a:srgbClr>
        </a:solidFill>
        <a:ln w="12700" cap="flat" cmpd="sng" algn="ctr">
          <a:solidFill>
            <a:srgbClr val="88D5B8">
              <a:shade val="50000"/>
              <a:hueOff val="0"/>
              <a:satOff val="0"/>
              <a:lumOff val="0"/>
              <a:alphaOff val="0"/>
            </a:srgbClr>
          </a:solidFill>
          <a:prstDash val="solid"/>
          <a:miter lim="800000"/>
        </a:ln>
        <a:effectLst/>
      </dgm:spPr>
      <dgm:t>
        <a:bodyPr/>
        <a:lstStyle/>
        <a:p>
          <a:pPr>
            <a:buNone/>
          </a:pPr>
          <a:r>
            <a:rPr lang="en-US" sz="1800" dirty="0">
              <a:solidFill>
                <a:srgbClr val="FFFFFF"/>
              </a:solidFill>
              <a:latin typeface="Arial"/>
              <a:ea typeface="+mn-ea"/>
              <a:cs typeface="+mn-cs"/>
            </a:rPr>
            <a:t>Cost Center B</a:t>
          </a:r>
          <a:endParaRPr lang="ru-RU" sz="1800" dirty="0">
            <a:solidFill>
              <a:srgbClr val="FFFFFF"/>
            </a:solidFill>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a:xfrm>
          <a:off x="0" y="624996"/>
          <a:ext cx="1551677" cy="1405440"/>
        </a:xfrm>
        <a:prstGeom prst="rect">
          <a:avLst/>
        </a:prstGeom>
        <a:solidFill>
          <a:srgbClr val="88D5B8">
            <a:alpha val="90000"/>
            <a:tint val="55000"/>
            <a:hueOff val="0"/>
            <a:satOff val="0"/>
            <a:lumOff val="0"/>
            <a:alphaOff val="0"/>
          </a:srgbClr>
        </a:solidFill>
        <a:ln w="12700" cap="flat" cmpd="sng" algn="ctr">
          <a:solidFill>
            <a:srgbClr val="88D5B8">
              <a:alpha val="90000"/>
              <a:tint val="55000"/>
              <a:hueOff val="0"/>
              <a:satOff val="0"/>
              <a:lumOff val="0"/>
              <a:alphaOff val="0"/>
            </a:srgbClr>
          </a:solidFill>
          <a:prstDash val="solid"/>
          <a:miter lim="800000"/>
        </a:ln>
        <a:effectLst/>
      </dgm:spPr>
    </dgm:pt>
  </dgm:ptLst>
  <dgm:cxnLst>
    <dgm:cxn modelId="{7F2A0122-1714-4C41-A240-C415D3BBA5AB}" srcId="{6BDEB296-C495-40D3-B94C-75AAF5510F7A}" destId="{C4F8EE94-BFBD-4BE0-BF75-7753AF0F9B56}" srcOrd="0" destOrd="0" parTransId="{B0CCFAA2-3696-4690-86B1-71A36C198814}" sibTransId="{87BAA8DD-37BD-466E-AD39-C4859B14B3B1}"/>
    <dgm:cxn modelId="{CA1B413C-30D5-4C77-BD14-C5183E47C094}" type="presOf" srcId="{6BDEB296-C495-40D3-B94C-75AAF5510F7A}" destId="{3EA27C3F-50DA-4B7A-A838-FE4878C29359}" srcOrd="0" destOrd="0" presId="urn:microsoft.com/office/officeart/2005/8/layout/hList1"/>
    <dgm:cxn modelId="{7E0EAF59-2A78-4B26-B5B1-2AA48A937304}" type="presOf" srcId="{C4F8EE94-BFBD-4BE0-BF75-7753AF0F9B56}" destId="{1ADE8F52-70CF-486A-88DD-4465AA2C791D}" srcOrd="0" destOrd="0" presId="urn:microsoft.com/office/officeart/2005/8/layout/hList1"/>
    <dgm:cxn modelId="{A69388B4-7440-4799-80B5-4E37D3350745}" type="presParOf" srcId="{3EA27C3F-50DA-4B7A-A838-FE4878C29359}" destId="{FF9BC19F-7F20-43E4-9CCC-324FA0E76F83}" srcOrd="0" destOrd="0" presId="urn:microsoft.com/office/officeart/2005/8/layout/hList1"/>
    <dgm:cxn modelId="{C9D09AFC-3A0F-4E6F-9C8A-BB1975A6ACA7}" type="presParOf" srcId="{FF9BC19F-7F20-43E4-9CCC-324FA0E76F83}" destId="{1ADE8F52-70CF-486A-88DD-4465AA2C791D}" srcOrd="0" destOrd="0" presId="urn:microsoft.com/office/officeart/2005/8/layout/hList1"/>
    <dgm:cxn modelId="{63D966C9-37BB-4F9E-A249-0851FAF13E1C}"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ru-RU"/>
        </a:p>
      </dgm:t>
    </dgm:pt>
    <dgm:pt modelId="{C4F8EE94-BFBD-4BE0-BF75-7753AF0F9B56}">
      <dgm:prSet phldrT="[Text]" custT="1"/>
      <dgm:spPr>
        <a:xfrm>
          <a:off x="0" y="4325"/>
          <a:ext cx="1551677" cy="620670"/>
        </a:xfrm>
        <a:prstGeom prst="rect">
          <a:avLst/>
        </a:prstGeom>
        <a:solidFill>
          <a:srgbClr val="5F5F5F">
            <a:hueOff val="0"/>
            <a:satOff val="0"/>
            <a:lumOff val="0"/>
            <a:alphaOff val="0"/>
          </a:srgbClr>
        </a:solidFill>
        <a:ln w="12700" cap="flat" cmpd="sng" algn="ctr">
          <a:solidFill>
            <a:srgbClr val="5F5F5F">
              <a:hueOff val="0"/>
              <a:satOff val="0"/>
              <a:lumOff val="0"/>
              <a:alphaOff val="0"/>
            </a:srgbClr>
          </a:solidFill>
          <a:prstDash val="solid"/>
          <a:miter lim="800000"/>
        </a:ln>
        <a:effectLst/>
      </dgm:spPr>
      <dgm:t>
        <a:bodyPr/>
        <a:lstStyle/>
        <a:p>
          <a:pPr>
            <a:buNone/>
          </a:pPr>
          <a:r>
            <a:rPr lang="en-US" sz="1800" dirty="0">
              <a:solidFill>
                <a:srgbClr val="FFFFFF"/>
              </a:solidFill>
              <a:latin typeface="Arial"/>
              <a:ea typeface="+mn-ea"/>
              <a:cs typeface="+mn-cs"/>
            </a:rPr>
            <a:t>Cost Center A</a:t>
          </a:r>
          <a:endParaRPr lang="ru-RU" sz="1800" dirty="0">
            <a:solidFill>
              <a:srgbClr val="FFFFFF"/>
            </a:solidFill>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2E51156-1F71-43A7-B0B0-6082A4381210}">
      <dgm:prSet/>
      <dgm:spPr>
        <a:xfrm>
          <a:off x="0" y="624996"/>
          <a:ext cx="1551677" cy="1405440"/>
        </a:xfrm>
        <a:prstGeom prst="rect">
          <a:avLst/>
        </a:prstGeom>
        <a:solidFill>
          <a:srgbClr val="5F5F5F">
            <a:alpha val="90000"/>
            <a:tint val="40000"/>
            <a:hueOff val="0"/>
            <a:satOff val="0"/>
            <a:lumOff val="0"/>
            <a:alphaOff val="0"/>
          </a:srgbClr>
        </a:solidFill>
        <a:ln w="12700" cap="flat" cmpd="sng" algn="ctr">
          <a:solidFill>
            <a:srgbClr val="5F5F5F">
              <a:alpha val="90000"/>
              <a:tint val="40000"/>
              <a:hueOff val="0"/>
              <a:satOff val="0"/>
              <a:lumOff val="0"/>
              <a:alphaOff val="0"/>
            </a:srgbClr>
          </a:solidFill>
          <a:prstDash val="solid"/>
          <a:miter lim="800000"/>
        </a:ln>
        <a:effectLst/>
      </dgm:spPr>
      <dgm:t>
        <a:bodyPr/>
        <a:lstStyle/>
        <a:p>
          <a:pPr>
            <a:buChar char="•"/>
          </a:pPr>
          <a:endParaRPr lang="ru-RU">
            <a:solidFill>
              <a:srgbClr val="39454B">
                <a:hueOff val="0"/>
                <a:satOff val="0"/>
                <a:lumOff val="0"/>
                <a:alphaOff val="0"/>
              </a:srgbClr>
            </a:solidFill>
            <a:latin typeface="Arial"/>
            <a:ea typeface="+mn-ea"/>
            <a:cs typeface="+mn-cs"/>
          </a:endParaRPr>
        </a:p>
      </dgm:t>
    </dgm:pt>
    <dgm:pt modelId="{19C332F3-6BFF-4EDE-B973-2312036727B1}" type="parTrans" cxnId="{118DACC7-EE0D-4CBA-9D52-A8FF204AFE95}">
      <dgm:prSet/>
      <dgm:spPr/>
      <dgm:t>
        <a:bodyPr/>
        <a:lstStyle/>
        <a:p>
          <a:endParaRPr lang="ru-RU"/>
        </a:p>
      </dgm:t>
    </dgm:pt>
    <dgm:pt modelId="{A53381A5-4F50-4F36-873B-CA6F02DC64F9}" type="sibTrans" cxnId="{118DACC7-EE0D-4CBA-9D52-A8FF204AFE95}">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dgm:pt>
  </dgm:ptLst>
  <dgm:cxnLst>
    <dgm:cxn modelId="{7F2A0122-1714-4C41-A240-C415D3BBA5AB}" srcId="{6BDEB296-C495-40D3-B94C-75AAF5510F7A}" destId="{C4F8EE94-BFBD-4BE0-BF75-7753AF0F9B56}" srcOrd="0" destOrd="0" parTransId="{B0CCFAA2-3696-4690-86B1-71A36C198814}" sibTransId="{87BAA8DD-37BD-466E-AD39-C4859B14B3B1}"/>
    <dgm:cxn modelId="{4BDC9480-F8AB-4B80-8E16-CF13B9DEEAEB}" type="presOf" srcId="{C4F8EE94-BFBD-4BE0-BF75-7753AF0F9B56}" destId="{1ADE8F52-70CF-486A-88DD-4465AA2C791D}" srcOrd="0" destOrd="0" presId="urn:microsoft.com/office/officeart/2005/8/layout/hList1"/>
    <dgm:cxn modelId="{E14E56A5-3622-4367-A376-FCD603C6C870}" type="presOf" srcId="{6BDEB296-C495-40D3-B94C-75AAF5510F7A}" destId="{3EA27C3F-50DA-4B7A-A838-FE4878C29359}" srcOrd="0" destOrd="0" presId="urn:microsoft.com/office/officeart/2005/8/layout/hList1"/>
    <dgm:cxn modelId="{118DACC7-EE0D-4CBA-9D52-A8FF204AFE95}" srcId="{C4F8EE94-BFBD-4BE0-BF75-7753AF0F9B56}" destId="{32E51156-1F71-43A7-B0B0-6082A4381210}" srcOrd="0" destOrd="0" parTransId="{19C332F3-6BFF-4EDE-B973-2312036727B1}" sibTransId="{A53381A5-4F50-4F36-873B-CA6F02DC64F9}"/>
    <dgm:cxn modelId="{37C913FB-5A05-4CA4-9BC7-1D61C70DD96D}" type="presOf" srcId="{32E51156-1F71-43A7-B0B0-6082A4381210}" destId="{9FFE5A68-2A4C-4D84-B16E-A2764A39CC84}" srcOrd="0" destOrd="0" presId="urn:microsoft.com/office/officeart/2005/8/layout/hList1"/>
    <dgm:cxn modelId="{86F325F3-3964-4318-B7B2-80C42848F6E2}" type="presParOf" srcId="{3EA27C3F-50DA-4B7A-A838-FE4878C29359}" destId="{FF9BC19F-7F20-43E4-9CCC-324FA0E76F83}" srcOrd="0" destOrd="0" presId="urn:microsoft.com/office/officeart/2005/8/layout/hList1"/>
    <dgm:cxn modelId="{6E429268-C4F2-415C-8135-0A56EC874929}" type="presParOf" srcId="{FF9BC19F-7F20-43E4-9CCC-324FA0E76F83}" destId="{1ADE8F52-70CF-486A-88DD-4465AA2C791D}" srcOrd="0" destOrd="0" presId="urn:microsoft.com/office/officeart/2005/8/layout/hList1"/>
    <dgm:cxn modelId="{D7D7F955-1168-4473-917B-FE5C516A1074}"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ru-RU"/>
        </a:p>
      </dgm:t>
    </dgm:pt>
    <dgm:pt modelId="{C4F8EE94-BFBD-4BE0-BF75-7753AF0F9B56}">
      <dgm:prSet phldrT="[Text]" custT="1"/>
      <dgm:spPr>
        <a:xfrm>
          <a:off x="0" y="4325"/>
          <a:ext cx="1551677" cy="620670"/>
        </a:xfrm>
        <a:prstGeom prst="rect">
          <a:avLst/>
        </a:prstGeom>
        <a:solidFill>
          <a:srgbClr val="5F5F5F">
            <a:hueOff val="0"/>
            <a:satOff val="0"/>
            <a:lumOff val="0"/>
            <a:alphaOff val="0"/>
          </a:srgbClr>
        </a:solidFill>
        <a:ln w="12700" cap="flat" cmpd="sng" algn="ctr">
          <a:solidFill>
            <a:srgbClr val="5F5F5F">
              <a:hueOff val="0"/>
              <a:satOff val="0"/>
              <a:lumOff val="0"/>
              <a:alphaOff val="0"/>
            </a:srgbClr>
          </a:solidFill>
          <a:prstDash val="solid"/>
          <a:miter lim="800000"/>
        </a:ln>
        <a:effectLst/>
      </dgm:spPr>
      <dgm:t>
        <a:bodyPr/>
        <a:lstStyle/>
        <a:p>
          <a:pPr>
            <a:buNone/>
          </a:pPr>
          <a:r>
            <a:rPr lang="en-US" sz="1800" dirty="0">
              <a:solidFill>
                <a:srgbClr val="FFFFFF"/>
              </a:solidFill>
              <a:latin typeface="Arial"/>
              <a:ea typeface="+mn-ea"/>
              <a:cs typeface="+mn-cs"/>
            </a:rPr>
            <a:t>Cost Center B</a:t>
          </a:r>
          <a:endParaRPr lang="ru-RU" sz="1800" dirty="0">
            <a:solidFill>
              <a:srgbClr val="FFFFFF"/>
            </a:solidFill>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a:xfrm>
          <a:off x="0" y="624996"/>
          <a:ext cx="1551677" cy="1405440"/>
        </a:xfrm>
        <a:prstGeom prst="rect">
          <a:avLst/>
        </a:prstGeom>
        <a:solidFill>
          <a:srgbClr val="5F5F5F">
            <a:alpha val="90000"/>
            <a:tint val="40000"/>
            <a:hueOff val="0"/>
            <a:satOff val="0"/>
            <a:lumOff val="0"/>
            <a:alphaOff val="0"/>
          </a:srgbClr>
        </a:solidFill>
        <a:ln w="12700" cap="flat" cmpd="sng" algn="ctr">
          <a:solidFill>
            <a:srgbClr val="5F5F5F">
              <a:alpha val="90000"/>
              <a:tint val="40000"/>
              <a:hueOff val="0"/>
              <a:satOff val="0"/>
              <a:lumOff val="0"/>
              <a:alphaOff val="0"/>
            </a:srgbClr>
          </a:solidFill>
          <a:prstDash val="solid"/>
          <a:miter lim="800000"/>
        </a:ln>
        <a:effectLst/>
      </dgm:spPr>
    </dgm:pt>
  </dgm:ptLst>
  <dgm:cxnLst>
    <dgm:cxn modelId="{7F2A0122-1714-4C41-A240-C415D3BBA5AB}" srcId="{6BDEB296-C495-40D3-B94C-75AAF5510F7A}" destId="{C4F8EE94-BFBD-4BE0-BF75-7753AF0F9B56}" srcOrd="0" destOrd="0" parTransId="{B0CCFAA2-3696-4690-86B1-71A36C198814}" sibTransId="{87BAA8DD-37BD-466E-AD39-C4859B14B3B1}"/>
    <dgm:cxn modelId="{1C55EE4D-FAEB-4A45-ADB3-67B59CF64C9C}" type="presOf" srcId="{C4F8EE94-BFBD-4BE0-BF75-7753AF0F9B56}" destId="{1ADE8F52-70CF-486A-88DD-4465AA2C791D}" srcOrd="0" destOrd="0" presId="urn:microsoft.com/office/officeart/2005/8/layout/hList1"/>
    <dgm:cxn modelId="{65415F89-4CBC-4E5F-8B6B-182E018C2840}" type="presOf" srcId="{6BDEB296-C495-40D3-B94C-75AAF5510F7A}" destId="{3EA27C3F-50DA-4B7A-A838-FE4878C29359}" srcOrd="0" destOrd="0" presId="urn:microsoft.com/office/officeart/2005/8/layout/hList1"/>
    <dgm:cxn modelId="{FF345C9E-AED2-4484-ADE4-5C4A5D4A563F}" type="presParOf" srcId="{3EA27C3F-50DA-4B7A-A838-FE4878C29359}" destId="{FF9BC19F-7F20-43E4-9CCC-324FA0E76F83}" srcOrd="0" destOrd="0" presId="urn:microsoft.com/office/officeart/2005/8/layout/hList1"/>
    <dgm:cxn modelId="{FF13AE06-DDAB-439A-BA4D-9F5C5B00C054}" type="presParOf" srcId="{FF9BC19F-7F20-43E4-9CCC-324FA0E76F83}" destId="{1ADE8F52-70CF-486A-88DD-4465AA2C791D}" srcOrd="0" destOrd="0" presId="urn:microsoft.com/office/officeart/2005/8/layout/hList1"/>
    <dgm:cxn modelId="{1793D7B8-93BB-44BB-851A-D487D053F0A1}"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130A33-4337-4F36-957C-36C6E4A39C25}">
      <dsp:nvSpPr>
        <dsp:cNvPr id="0" name=""/>
        <dsp:cNvSpPr/>
      </dsp:nvSpPr>
      <dsp:spPr>
        <a:xfrm>
          <a:off x="3487" y="11256"/>
          <a:ext cx="3400349" cy="979200"/>
        </a:xfrm>
        <a:prstGeom prst="rect">
          <a:avLst/>
        </a:prstGeom>
        <a:solidFill>
          <a:srgbClr val="00BDB7">
            <a:alpha val="90000"/>
            <a:hueOff val="0"/>
            <a:satOff val="0"/>
            <a:lumOff val="0"/>
            <a:alphaOff val="0"/>
          </a:srgbClr>
        </a:solidFill>
        <a:ln w="12700" cap="flat" cmpd="sng" algn="ctr">
          <a:solidFill>
            <a:srgbClr val="00BDB7">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GB" sz="1700" kern="1200" dirty="0">
              <a:solidFill>
                <a:srgbClr val="FFFFFF"/>
              </a:solidFill>
              <a:latin typeface="Arial" panose="020B0604020202020204"/>
              <a:ea typeface="+mn-ea"/>
              <a:cs typeface="+mn-cs"/>
            </a:rPr>
            <a:t>Allocation of costs is unknown</a:t>
          </a:r>
          <a:endParaRPr lang="en-US" sz="1700" kern="1200" dirty="0">
            <a:solidFill>
              <a:srgbClr val="FFFFFF"/>
            </a:solidFill>
            <a:latin typeface="Arial" panose="020B0604020202020204"/>
            <a:ea typeface="+mn-ea"/>
            <a:cs typeface="+mn-cs"/>
          </a:endParaRPr>
        </a:p>
      </dsp:txBody>
      <dsp:txXfrm>
        <a:off x="3487" y="11256"/>
        <a:ext cx="3400349" cy="979200"/>
      </dsp:txXfrm>
    </dsp:sp>
    <dsp:sp modelId="{3879B4DA-2770-4137-8584-CA6DB32A2EBB}">
      <dsp:nvSpPr>
        <dsp:cNvPr id="0" name=""/>
        <dsp:cNvSpPr/>
      </dsp:nvSpPr>
      <dsp:spPr>
        <a:xfrm>
          <a:off x="3487"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122632"/>
              </a:solidFill>
              <a:latin typeface="Arial" panose="020B0604020202020204"/>
              <a:ea typeface="ＭＳ Ｐゴシック" charset="0"/>
              <a:cs typeface="+mn-cs"/>
            </a:rPr>
            <a:t>When the purchase requisition / purchase order is created, the allocation of costs between the markets / factories / functions / brands is not known</a:t>
          </a:r>
          <a:endParaRPr lang="en-US" sz="1700" kern="1200" dirty="0">
            <a:solidFill>
              <a:srgbClr val="000000">
                <a:hueOff val="0"/>
                <a:satOff val="0"/>
                <a:lumOff val="0"/>
                <a:alphaOff val="0"/>
              </a:srgbClr>
            </a:solidFill>
            <a:latin typeface="Arial" panose="020B0604020202020204"/>
            <a:ea typeface="+mn-ea"/>
            <a:cs typeface="+mn-cs"/>
          </a:endParaRPr>
        </a:p>
      </dsp:txBody>
      <dsp:txXfrm>
        <a:off x="3487" y="990456"/>
        <a:ext cx="3400349" cy="1586610"/>
      </dsp:txXfrm>
    </dsp:sp>
    <dsp:sp modelId="{54D8C547-04CD-4FF5-9659-97837AD7F7C1}">
      <dsp:nvSpPr>
        <dsp:cNvPr id="0" name=""/>
        <dsp:cNvSpPr/>
      </dsp:nvSpPr>
      <dsp:spPr>
        <a:xfrm>
          <a:off x="3879886" y="11256"/>
          <a:ext cx="3400349" cy="979200"/>
        </a:xfrm>
        <a:prstGeom prst="rect">
          <a:avLst/>
        </a:prstGeom>
        <a:solidFill>
          <a:srgbClr val="00BDB7">
            <a:alpha val="90000"/>
            <a:hueOff val="0"/>
            <a:satOff val="0"/>
            <a:lumOff val="0"/>
            <a:alphaOff val="-20000"/>
          </a:srgbClr>
        </a:solidFill>
        <a:ln w="12700" cap="flat" cmpd="sng" algn="ctr">
          <a:solidFill>
            <a:srgbClr val="00BDB7">
              <a:alpha val="90000"/>
              <a:hueOff val="0"/>
              <a:satOff val="0"/>
              <a:lumOff val="0"/>
              <a:alphaOff val="-2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ClrTx/>
            <a:buSzTx/>
            <a:buFontTx/>
            <a:buNone/>
          </a:pPr>
          <a:r>
            <a:rPr kumimoji="0" lang="en-US" sz="1700" b="0" i="0" u="none" strike="noStrike" kern="1200" cap="none" spc="0" normalizeH="0" baseline="0" noProof="0" dirty="0">
              <a:ln/>
              <a:solidFill>
                <a:srgbClr val="FFFFFF"/>
              </a:solidFill>
              <a:effectLst/>
              <a:uLnTx/>
              <a:uFillTx/>
              <a:latin typeface="Arial" panose="020B0604020202020204"/>
              <a:ea typeface="+mn-ea"/>
              <a:cs typeface="+mn-cs"/>
            </a:rPr>
            <a:t>Allocation of costs is variable</a:t>
          </a:r>
          <a:endParaRPr lang="en-US" sz="1700" kern="1200" dirty="0">
            <a:solidFill>
              <a:srgbClr val="FFFFFF"/>
            </a:solidFill>
            <a:latin typeface="Arial" panose="020B0604020202020204"/>
            <a:ea typeface="+mn-ea"/>
            <a:cs typeface="+mn-cs"/>
          </a:endParaRPr>
        </a:p>
      </dsp:txBody>
      <dsp:txXfrm>
        <a:off x="3879886" y="11256"/>
        <a:ext cx="3400349" cy="979200"/>
      </dsp:txXfrm>
    </dsp:sp>
    <dsp:sp modelId="{161FB017-8AC9-4986-8002-E4773D8E25CB}">
      <dsp:nvSpPr>
        <dsp:cNvPr id="0" name=""/>
        <dsp:cNvSpPr/>
      </dsp:nvSpPr>
      <dsp:spPr>
        <a:xfrm>
          <a:off x="3879886"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122632"/>
              </a:solidFill>
              <a:latin typeface="Arial" panose="020B0604020202020204"/>
              <a:ea typeface="ＭＳ Ｐゴシック" charset="0"/>
              <a:cs typeface="+mn-cs"/>
            </a:rPr>
            <a:t>The allocation of costs may change throughout the year, and it is not practical to try to achieve this in the purchase order</a:t>
          </a:r>
          <a:endParaRPr lang="en-US" sz="1700" kern="1200" dirty="0">
            <a:solidFill>
              <a:srgbClr val="000000">
                <a:hueOff val="0"/>
                <a:satOff val="0"/>
                <a:lumOff val="0"/>
                <a:alphaOff val="0"/>
              </a:srgbClr>
            </a:solidFill>
            <a:latin typeface="Arial" panose="020B0604020202020204"/>
            <a:ea typeface="+mn-ea"/>
            <a:cs typeface="+mn-cs"/>
          </a:endParaRPr>
        </a:p>
      </dsp:txBody>
      <dsp:txXfrm>
        <a:off x="3879886" y="990456"/>
        <a:ext cx="3400349" cy="1586610"/>
      </dsp:txXfrm>
    </dsp:sp>
    <dsp:sp modelId="{A93EB1F4-AD93-4210-B3C9-8B4BA46F267C}">
      <dsp:nvSpPr>
        <dsp:cNvPr id="0" name=""/>
        <dsp:cNvSpPr/>
      </dsp:nvSpPr>
      <dsp:spPr>
        <a:xfrm>
          <a:off x="7756285" y="11256"/>
          <a:ext cx="3400349" cy="979200"/>
        </a:xfrm>
        <a:prstGeom prst="rect">
          <a:avLst/>
        </a:prstGeom>
        <a:solidFill>
          <a:srgbClr val="00BDB7">
            <a:alpha val="90000"/>
            <a:hueOff val="0"/>
            <a:satOff val="0"/>
            <a:lumOff val="0"/>
            <a:alphaOff val="-40000"/>
          </a:srgbClr>
        </a:solidFill>
        <a:ln w="12700" cap="flat" cmpd="sng" algn="ctr">
          <a:solidFill>
            <a:srgbClr val="00BDB7">
              <a:alpha val="90000"/>
              <a:hueOff val="0"/>
              <a:satOff val="0"/>
              <a:lumOff val="0"/>
              <a:alpha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ClrTx/>
            <a:buSzTx/>
            <a:buFontTx/>
            <a:buNone/>
          </a:pPr>
          <a:r>
            <a:rPr kumimoji="0" lang="en-US" sz="1700" b="0" i="0" u="none" strike="noStrike" kern="1200" cap="none" spc="0" normalizeH="0" baseline="0" noProof="0" dirty="0">
              <a:ln/>
              <a:solidFill>
                <a:srgbClr val="FFFFFF"/>
              </a:solidFill>
              <a:effectLst/>
              <a:uLnTx/>
              <a:uFillTx/>
              <a:latin typeface="Arial" panose="020B0604020202020204"/>
              <a:ea typeface="+mn-ea"/>
              <a:cs typeface="+mn-cs"/>
            </a:rPr>
            <a:t>Allocation of costs is based on a separate calculation</a:t>
          </a:r>
          <a:endParaRPr lang="en-US" sz="1700" kern="1200" dirty="0">
            <a:solidFill>
              <a:srgbClr val="FFFFFF"/>
            </a:solidFill>
            <a:latin typeface="Arial" panose="020B0604020202020204"/>
            <a:ea typeface="+mn-ea"/>
            <a:cs typeface="+mn-cs"/>
          </a:endParaRPr>
        </a:p>
      </dsp:txBody>
      <dsp:txXfrm>
        <a:off x="7756285" y="11256"/>
        <a:ext cx="3400349" cy="979200"/>
      </dsp:txXfrm>
    </dsp:sp>
    <dsp:sp modelId="{12E6AAB1-5500-4A5A-BA4F-A5F0B787BF54}">
      <dsp:nvSpPr>
        <dsp:cNvPr id="0" name=""/>
        <dsp:cNvSpPr/>
      </dsp:nvSpPr>
      <dsp:spPr>
        <a:xfrm>
          <a:off x="7756285" y="990456"/>
          <a:ext cx="3400349" cy="1586610"/>
        </a:xfrm>
        <a:prstGeom prst="rect">
          <a:avLst/>
        </a:prstGeom>
        <a:solidFill>
          <a:srgbClr val="00BDB7">
            <a:alpha val="90000"/>
            <a:tint val="40000"/>
            <a:hueOff val="0"/>
            <a:satOff val="0"/>
            <a:lumOff val="0"/>
            <a:alphaOff val="0"/>
          </a:srgbClr>
        </a:solidFill>
        <a:ln w="12700" cap="flat" cmpd="sng" algn="ctr">
          <a:solidFill>
            <a:srgbClr val="00BDB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122632"/>
              </a:solidFill>
              <a:latin typeface="Arial" panose="020B0604020202020204"/>
              <a:ea typeface="ＭＳ Ｐゴシック" charset="0"/>
              <a:cs typeface="+mn-cs"/>
            </a:rPr>
            <a:t>The allocation of costs may be achieved through calculation of another key measure – for example market research across all brands is allocated using net revenue</a:t>
          </a:r>
          <a:endParaRPr lang="en-US" sz="1700" kern="1200" dirty="0">
            <a:solidFill>
              <a:srgbClr val="000000">
                <a:hueOff val="0"/>
                <a:satOff val="0"/>
                <a:lumOff val="0"/>
                <a:alphaOff val="0"/>
              </a:srgbClr>
            </a:solidFill>
            <a:latin typeface="Arial" panose="020B0604020202020204"/>
            <a:ea typeface="+mn-ea"/>
            <a:cs typeface="+mn-cs"/>
          </a:endParaRPr>
        </a:p>
      </dsp:txBody>
      <dsp:txXfrm>
        <a:off x="7756285" y="990456"/>
        <a:ext cx="3400349" cy="15866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E6121-FB28-4255-9AAA-D38C98B4E113}">
      <dsp:nvSpPr>
        <dsp:cNvPr id="0" name=""/>
        <dsp:cNvSpPr/>
      </dsp:nvSpPr>
      <dsp:spPr>
        <a:xfrm>
          <a:off x="-5185098" y="-794241"/>
          <a:ext cx="6174771" cy="6174771"/>
        </a:xfrm>
        <a:prstGeom prst="blockArc">
          <a:avLst>
            <a:gd name="adj1" fmla="val 18900000"/>
            <a:gd name="adj2" fmla="val 2700000"/>
            <a:gd name="adj3" fmla="val 350"/>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961A9D-8AEB-4E5C-BE95-FB68B5515F14}">
      <dsp:nvSpPr>
        <dsp:cNvPr id="0" name=""/>
        <dsp:cNvSpPr/>
      </dsp:nvSpPr>
      <dsp:spPr>
        <a:xfrm>
          <a:off x="636576" y="458628"/>
          <a:ext cx="9198194" cy="9172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8073" tIns="45720" rIns="45720" bIns="45720" numCol="1" spcCol="1270" anchor="ctr" anchorCtr="0">
          <a:noAutofit/>
        </a:bodyPr>
        <a:lstStyle/>
        <a:p>
          <a:pPr marL="0" lvl="0" indent="0" algn="l" defTabSz="800100">
            <a:lnSpc>
              <a:spcPct val="90000"/>
            </a:lnSpc>
            <a:spcBef>
              <a:spcPct val="0"/>
            </a:spcBef>
            <a:spcAft>
              <a:spcPct val="35000"/>
            </a:spcAft>
            <a:buClrTx/>
            <a:buSzTx/>
            <a:buFont typeface="Wingdings" panose="05000000000000000000" pitchFamily="2" charset="2"/>
            <a:buNone/>
          </a:pPr>
          <a:r>
            <a:rPr lang="en-US" sz="1800" kern="1200" dirty="0">
              <a:latin typeface="Meiryo UI" panose="020B0604030504040204" pitchFamily="50" charset="-128"/>
              <a:ea typeface="Meiryo UI" panose="020B0604030504040204" pitchFamily="50" charset="-128"/>
            </a:rPr>
            <a:t>It is not practical / possible to split the costs between the relevant markets / factories / functions when the expense is originally recognized </a:t>
          </a:r>
          <a:endParaRPr lang="ru-RU" sz="1800" kern="1200" dirty="0">
            <a:latin typeface="Meiryo UI" panose="020B0604030504040204" pitchFamily="50" charset="-128"/>
            <a:ea typeface="Meiryo UI" panose="020B0604030504040204" pitchFamily="50" charset="-128"/>
          </a:endParaRPr>
        </a:p>
      </dsp:txBody>
      <dsp:txXfrm>
        <a:off x="636576" y="458628"/>
        <a:ext cx="9198194" cy="917257"/>
      </dsp:txXfrm>
    </dsp:sp>
    <dsp:sp modelId="{70938958-EA2D-4AC8-9D9A-F03C9C2468FE}">
      <dsp:nvSpPr>
        <dsp:cNvPr id="0" name=""/>
        <dsp:cNvSpPr/>
      </dsp:nvSpPr>
      <dsp:spPr>
        <a:xfrm>
          <a:off x="63290" y="343971"/>
          <a:ext cx="1146572" cy="114657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B1F441-41EF-492A-9BF2-F0E65C17363D}">
      <dsp:nvSpPr>
        <dsp:cNvPr id="0" name=""/>
        <dsp:cNvSpPr/>
      </dsp:nvSpPr>
      <dsp:spPr>
        <a:xfrm>
          <a:off x="969999" y="1834515"/>
          <a:ext cx="8864771" cy="9172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8073" tIns="50800" rIns="50800" bIns="50800" numCol="1" spcCol="1270" anchor="ctr" anchorCtr="0">
          <a:noAutofit/>
        </a:bodyPr>
        <a:lstStyle/>
        <a:p>
          <a:pPr marL="0" lvl="0" indent="0" algn="l" defTabSz="800100">
            <a:lnSpc>
              <a:spcPct val="90000"/>
            </a:lnSpc>
            <a:spcBef>
              <a:spcPct val="0"/>
            </a:spcBef>
            <a:spcAft>
              <a:spcPct val="35000"/>
            </a:spcAft>
            <a:buClrTx/>
            <a:buSzTx/>
            <a:buFont typeface="Wingdings" panose="05000000000000000000" pitchFamily="2" charset="2"/>
            <a:buNone/>
          </a:pPr>
          <a:r>
            <a:rPr lang="en-US" sz="1800" kern="1200">
              <a:latin typeface="Meiryo UI" panose="020B0604030504040204" pitchFamily="50" charset="-128"/>
              <a:ea typeface="Meiryo UI" panose="020B0604030504040204" pitchFamily="50" charset="-128"/>
            </a:rPr>
            <a:t>There is a recurring requirement to allocate the costs between relevant markets / factories / functions</a:t>
          </a:r>
          <a:endParaRPr lang="ru-RU" sz="1800" kern="1200">
            <a:latin typeface="Meiryo UI" panose="020B0604030504040204" pitchFamily="50" charset="-128"/>
            <a:ea typeface="Meiryo UI" panose="020B0604030504040204" pitchFamily="50" charset="-128"/>
          </a:endParaRPr>
        </a:p>
      </dsp:txBody>
      <dsp:txXfrm>
        <a:off x="969999" y="1834515"/>
        <a:ext cx="8864771" cy="917257"/>
      </dsp:txXfrm>
    </dsp:sp>
    <dsp:sp modelId="{F7BAD0AE-AEE5-4349-8828-FD458C8C3C7B}">
      <dsp:nvSpPr>
        <dsp:cNvPr id="0" name=""/>
        <dsp:cNvSpPr/>
      </dsp:nvSpPr>
      <dsp:spPr>
        <a:xfrm>
          <a:off x="396713" y="1719858"/>
          <a:ext cx="1146572" cy="114657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7A6316-19A5-47B1-A34B-AADB2F934699}">
      <dsp:nvSpPr>
        <dsp:cNvPr id="0" name=""/>
        <dsp:cNvSpPr/>
      </dsp:nvSpPr>
      <dsp:spPr>
        <a:xfrm>
          <a:off x="636576" y="3210401"/>
          <a:ext cx="9198194" cy="9172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8073" tIns="45720" rIns="45720" bIns="45720" numCol="1" spcCol="1270" anchor="ctr" anchorCtr="0">
          <a:noAutofit/>
        </a:bodyPr>
        <a:lstStyle/>
        <a:p>
          <a:pPr marL="0" lvl="0" indent="0" algn="l" defTabSz="800100">
            <a:lnSpc>
              <a:spcPct val="90000"/>
            </a:lnSpc>
            <a:spcBef>
              <a:spcPct val="0"/>
            </a:spcBef>
            <a:spcAft>
              <a:spcPct val="35000"/>
            </a:spcAft>
            <a:buClrTx/>
            <a:buSzTx/>
            <a:buFont typeface="Wingdings" panose="05000000000000000000" pitchFamily="2" charset="2"/>
            <a:buNone/>
          </a:pPr>
          <a:r>
            <a:rPr kumimoji="0" lang="en-GB" sz="1800" b="0" i="0" u="none" strike="noStrike" kern="1200" cap="none" normalizeH="0" baseline="0" dirty="0">
              <a:ln/>
              <a:effectLst/>
              <a:latin typeface="Meiryo UI" panose="020B0604030504040204" pitchFamily="50" charset="-128"/>
              <a:ea typeface="Meiryo UI" panose="020B0604030504040204" pitchFamily="50" charset="-128"/>
            </a:rPr>
            <a:t>I</a:t>
          </a:r>
          <a:r>
            <a:rPr kumimoji="0" lang="en-US" sz="1800" b="0" i="0" u="none" strike="noStrike" kern="1200" cap="none" normalizeH="0" baseline="0" dirty="0">
              <a:ln/>
              <a:effectLst/>
              <a:latin typeface="Meiryo UI" panose="020B0604030504040204" pitchFamily="50" charset="-128"/>
              <a:ea typeface="Meiryo UI" panose="020B0604030504040204" pitchFamily="50" charset="-128"/>
            </a:rPr>
            <a:t>t is deemed necessary for management accounting purposes to allocate the costs</a:t>
          </a:r>
          <a:endParaRPr lang="ru-RU" sz="1800" kern="1200" dirty="0">
            <a:latin typeface="Meiryo UI" panose="020B0604030504040204" pitchFamily="50" charset="-128"/>
            <a:ea typeface="Meiryo UI" panose="020B0604030504040204" pitchFamily="50" charset="-128"/>
          </a:endParaRPr>
        </a:p>
      </dsp:txBody>
      <dsp:txXfrm>
        <a:off x="636576" y="3210401"/>
        <a:ext cx="9198194" cy="917257"/>
      </dsp:txXfrm>
    </dsp:sp>
    <dsp:sp modelId="{ADA2DF69-976D-4879-8F8F-8EEA8C8E310E}">
      <dsp:nvSpPr>
        <dsp:cNvPr id="0" name=""/>
        <dsp:cNvSpPr/>
      </dsp:nvSpPr>
      <dsp:spPr>
        <a:xfrm>
          <a:off x="63290" y="3095744"/>
          <a:ext cx="1146572" cy="114657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17418"/>
          <a:ext cx="1552790" cy="621116"/>
        </a:xfrm>
        <a:prstGeom prst="rect">
          <a:avLst/>
        </a:prstGeom>
        <a:solidFill>
          <a:srgbClr val="88D5B8">
            <a:shade val="50000"/>
            <a:hueOff val="0"/>
            <a:satOff val="0"/>
            <a:lumOff val="0"/>
            <a:alphaOff val="0"/>
          </a:srgbClr>
        </a:solidFill>
        <a:ln w="12700" cap="flat" cmpd="sng" algn="ctr">
          <a:solidFill>
            <a:srgbClr val="88D5B8">
              <a:shade val="5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Arial"/>
              <a:ea typeface="+mn-ea"/>
              <a:cs typeface="+mn-cs"/>
            </a:rPr>
            <a:t>Cost Center A</a:t>
          </a:r>
          <a:endParaRPr lang="ru-RU" sz="1800" kern="1200" dirty="0">
            <a:solidFill>
              <a:srgbClr val="FFFFFF"/>
            </a:solidFill>
            <a:latin typeface="Arial"/>
            <a:ea typeface="+mn-ea"/>
            <a:cs typeface="+mn-cs"/>
          </a:endParaRPr>
        </a:p>
      </dsp:txBody>
      <dsp:txXfrm>
        <a:off x="0" y="17418"/>
        <a:ext cx="1552790" cy="621116"/>
      </dsp:txXfrm>
    </dsp:sp>
    <dsp:sp modelId="{9FFE5A68-2A4C-4D84-B16E-A2764A39CC84}">
      <dsp:nvSpPr>
        <dsp:cNvPr id="0" name=""/>
        <dsp:cNvSpPr/>
      </dsp:nvSpPr>
      <dsp:spPr>
        <a:xfrm>
          <a:off x="0" y="638534"/>
          <a:ext cx="1552790" cy="1229759"/>
        </a:xfrm>
        <a:prstGeom prst="rect">
          <a:avLst/>
        </a:prstGeom>
        <a:solidFill>
          <a:srgbClr val="88D5B8">
            <a:alpha val="90000"/>
            <a:tint val="55000"/>
            <a:hueOff val="0"/>
            <a:satOff val="0"/>
            <a:lumOff val="0"/>
            <a:alphaOff val="0"/>
          </a:srgbClr>
        </a:solidFill>
        <a:ln w="12700" cap="flat" cmpd="sng" algn="ctr">
          <a:solidFill>
            <a:srgbClr val="88D5B8">
              <a:alpha val="90000"/>
              <a:tint val="55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endParaRPr lang="ru-RU" sz="2800" kern="1200">
            <a:solidFill>
              <a:srgbClr val="39454B">
                <a:hueOff val="0"/>
                <a:satOff val="0"/>
                <a:lumOff val="0"/>
                <a:alphaOff val="0"/>
              </a:srgbClr>
            </a:solidFill>
            <a:latin typeface="Arial"/>
            <a:ea typeface="+mn-ea"/>
            <a:cs typeface="+mn-cs"/>
          </a:endParaRPr>
        </a:p>
      </dsp:txBody>
      <dsp:txXfrm>
        <a:off x="0" y="638534"/>
        <a:ext cx="1552790" cy="12297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17418"/>
          <a:ext cx="1552790" cy="621116"/>
        </a:xfrm>
        <a:prstGeom prst="rect">
          <a:avLst/>
        </a:prstGeom>
        <a:solidFill>
          <a:srgbClr val="88D5B8">
            <a:shade val="50000"/>
            <a:hueOff val="0"/>
            <a:satOff val="0"/>
            <a:lumOff val="0"/>
            <a:alphaOff val="0"/>
          </a:srgbClr>
        </a:solidFill>
        <a:ln w="12700" cap="flat" cmpd="sng" algn="ctr">
          <a:solidFill>
            <a:srgbClr val="88D5B8">
              <a:shade val="5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Arial"/>
              <a:ea typeface="+mn-ea"/>
              <a:cs typeface="+mn-cs"/>
            </a:rPr>
            <a:t>Cost Center B</a:t>
          </a:r>
          <a:endParaRPr lang="ru-RU" sz="1800" kern="1200" dirty="0">
            <a:solidFill>
              <a:srgbClr val="FFFFFF"/>
            </a:solidFill>
            <a:latin typeface="Arial"/>
            <a:ea typeface="+mn-ea"/>
            <a:cs typeface="+mn-cs"/>
          </a:endParaRPr>
        </a:p>
      </dsp:txBody>
      <dsp:txXfrm>
        <a:off x="0" y="17418"/>
        <a:ext cx="1552790" cy="621116"/>
      </dsp:txXfrm>
    </dsp:sp>
    <dsp:sp modelId="{9FFE5A68-2A4C-4D84-B16E-A2764A39CC84}">
      <dsp:nvSpPr>
        <dsp:cNvPr id="0" name=""/>
        <dsp:cNvSpPr/>
      </dsp:nvSpPr>
      <dsp:spPr>
        <a:xfrm>
          <a:off x="0" y="638534"/>
          <a:ext cx="1552790" cy="1229759"/>
        </a:xfrm>
        <a:prstGeom prst="rect">
          <a:avLst/>
        </a:prstGeom>
        <a:solidFill>
          <a:srgbClr val="88D5B8">
            <a:alpha val="90000"/>
            <a:tint val="55000"/>
            <a:hueOff val="0"/>
            <a:satOff val="0"/>
            <a:lumOff val="0"/>
            <a:alphaOff val="0"/>
          </a:srgbClr>
        </a:solidFill>
        <a:ln w="12700" cap="flat" cmpd="sng" algn="ctr">
          <a:solidFill>
            <a:srgbClr val="88D5B8">
              <a:alpha val="90000"/>
              <a:tint val="55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17418"/>
          <a:ext cx="1552790" cy="621116"/>
        </a:xfrm>
        <a:prstGeom prst="rect">
          <a:avLst/>
        </a:prstGeom>
        <a:solidFill>
          <a:srgbClr val="5F5F5F">
            <a:hueOff val="0"/>
            <a:satOff val="0"/>
            <a:lumOff val="0"/>
            <a:alphaOff val="0"/>
          </a:srgbClr>
        </a:solidFill>
        <a:ln w="12700" cap="flat" cmpd="sng" algn="ctr">
          <a:solidFill>
            <a:srgbClr val="5F5F5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Arial"/>
              <a:ea typeface="+mn-ea"/>
              <a:cs typeface="+mn-cs"/>
            </a:rPr>
            <a:t>Cost Center A</a:t>
          </a:r>
          <a:endParaRPr lang="ru-RU" sz="1800" kern="1200" dirty="0">
            <a:solidFill>
              <a:srgbClr val="FFFFFF"/>
            </a:solidFill>
            <a:latin typeface="Arial"/>
            <a:ea typeface="+mn-ea"/>
            <a:cs typeface="+mn-cs"/>
          </a:endParaRPr>
        </a:p>
      </dsp:txBody>
      <dsp:txXfrm>
        <a:off x="0" y="17418"/>
        <a:ext cx="1552790" cy="621116"/>
      </dsp:txXfrm>
    </dsp:sp>
    <dsp:sp modelId="{9FFE5A68-2A4C-4D84-B16E-A2764A39CC84}">
      <dsp:nvSpPr>
        <dsp:cNvPr id="0" name=""/>
        <dsp:cNvSpPr/>
      </dsp:nvSpPr>
      <dsp:spPr>
        <a:xfrm>
          <a:off x="0" y="638534"/>
          <a:ext cx="1552790" cy="1229759"/>
        </a:xfrm>
        <a:prstGeom prst="rect">
          <a:avLst/>
        </a:prstGeom>
        <a:solidFill>
          <a:srgbClr val="5F5F5F">
            <a:alpha val="90000"/>
            <a:tint val="40000"/>
            <a:hueOff val="0"/>
            <a:satOff val="0"/>
            <a:lumOff val="0"/>
            <a:alphaOff val="0"/>
          </a:srgbClr>
        </a:solidFill>
        <a:ln w="12700" cap="flat" cmpd="sng" algn="ctr">
          <a:solidFill>
            <a:srgbClr val="5F5F5F">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endParaRPr lang="ru-RU" sz="2800" kern="1200">
            <a:solidFill>
              <a:srgbClr val="39454B">
                <a:hueOff val="0"/>
                <a:satOff val="0"/>
                <a:lumOff val="0"/>
                <a:alphaOff val="0"/>
              </a:srgbClr>
            </a:solidFill>
            <a:latin typeface="Arial"/>
            <a:ea typeface="+mn-ea"/>
            <a:cs typeface="+mn-cs"/>
          </a:endParaRPr>
        </a:p>
      </dsp:txBody>
      <dsp:txXfrm>
        <a:off x="0" y="638534"/>
        <a:ext cx="1552790" cy="12297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17418"/>
          <a:ext cx="1552790" cy="621116"/>
        </a:xfrm>
        <a:prstGeom prst="rect">
          <a:avLst/>
        </a:prstGeom>
        <a:solidFill>
          <a:srgbClr val="5F5F5F">
            <a:hueOff val="0"/>
            <a:satOff val="0"/>
            <a:lumOff val="0"/>
            <a:alphaOff val="0"/>
          </a:srgbClr>
        </a:solidFill>
        <a:ln w="12700" cap="flat" cmpd="sng" algn="ctr">
          <a:solidFill>
            <a:srgbClr val="5F5F5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Arial"/>
              <a:ea typeface="+mn-ea"/>
              <a:cs typeface="+mn-cs"/>
            </a:rPr>
            <a:t>Cost Center B</a:t>
          </a:r>
          <a:endParaRPr lang="ru-RU" sz="1800" kern="1200" dirty="0">
            <a:solidFill>
              <a:srgbClr val="FFFFFF"/>
            </a:solidFill>
            <a:latin typeface="Arial"/>
            <a:ea typeface="+mn-ea"/>
            <a:cs typeface="+mn-cs"/>
          </a:endParaRPr>
        </a:p>
      </dsp:txBody>
      <dsp:txXfrm>
        <a:off x="0" y="17418"/>
        <a:ext cx="1552790" cy="621116"/>
      </dsp:txXfrm>
    </dsp:sp>
    <dsp:sp modelId="{9FFE5A68-2A4C-4D84-B16E-A2764A39CC84}">
      <dsp:nvSpPr>
        <dsp:cNvPr id="0" name=""/>
        <dsp:cNvSpPr/>
      </dsp:nvSpPr>
      <dsp:spPr>
        <a:xfrm>
          <a:off x="0" y="638534"/>
          <a:ext cx="1552790" cy="1229759"/>
        </a:xfrm>
        <a:prstGeom prst="rect">
          <a:avLst/>
        </a:prstGeom>
        <a:solidFill>
          <a:srgbClr val="5F5F5F">
            <a:alpha val="90000"/>
            <a:tint val="40000"/>
            <a:hueOff val="0"/>
            <a:satOff val="0"/>
            <a:lumOff val="0"/>
            <a:alphaOff val="0"/>
          </a:srgbClr>
        </a:solidFill>
        <a:ln w="12700" cap="flat" cmpd="sng" algn="ctr">
          <a:solidFill>
            <a:srgbClr val="5F5F5F">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16874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626391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033238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474286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dirty="0"/>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213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6A2304-23DC-2B46-BD14-F082077842FF}" type="slidenum">
              <a:rPr lang="en-US" smtClean="0"/>
              <a:t>‹#›</a:t>
            </a:fld>
            <a:endParaRPr lang="en-US"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Tree>
    <p:extLst>
      <p:ext uri="{BB962C8B-B14F-4D97-AF65-F5344CB8AC3E}">
        <p14:creationId xmlns:p14="http://schemas.microsoft.com/office/powerpoint/2010/main" val="139732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2" y="1284770"/>
            <a:ext cx="12193200" cy="4990620"/>
          </a:xfrm>
          <a:prstGeom prst="rect">
            <a:avLst/>
          </a:prstGeom>
        </p:spPr>
      </p:pic>
      <p:sp>
        <p:nvSpPr>
          <p:cNvPr id="6" name="Rectangle 5"/>
          <p:cNvSpPr/>
          <p:nvPr userDrawn="1"/>
        </p:nvSpPr>
        <p:spPr>
          <a:xfrm>
            <a:off x="-92" y="4837393"/>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23783" y="4837393"/>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735408" y="4985893"/>
            <a:ext cx="1143000" cy="1143000"/>
          </a:xfrm>
          <a:prstGeom prst="rect">
            <a:avLst/>
          </a:prstGeom>
        </p:spPr>
      </p:pic>
    </p:spTree>
    <p:extLst>
      <p:ext uri="{BB962C8B-B14F-4D97-AF65-F5344CB8AC3E}">
        <p14:creationId xmlns:p14="http://schemas.microsoft.com/office/powerpoint/2010/main" val="3014227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379499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42572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570575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Tree>
    <p:extLst>
      <p:ext uri="{BB962C8B-B14F-4D97-AF65-F5344CB8AC3E}">
        <p14:creationId xmlns:p14="http://schemas.microsoft.com/office/powerpoint/2010/main" val="123220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7" name="Group 20">
            <a:extLst>
              <a:ext uri="{FF2B5EF4-FFF2-40B4-BE49-F238E27FC236}">
                <a16:creationId xmlns:a16="http://schemas.microsoft.com/office/drawing/2014/main" id="{10AAE099-A88A-CD65-7153-D0230BFDD831}"/>
              </a:ext>
            </a:extLst>
          </p:cNvPr>
          <p:cNvGrpSpPr/>
          <p:nvPr/>
        </p:nvGrpSpPr>
        <p:grpSpPr>
          <a:xfrm>
            <a:off x="1115377" y="4481716"/>
            <a:ext cx="902611" cy="902611"/>
            <a:chOff x="4492144" y="190843"/>
            <a:chExt cx="855656" cy="855656"/>
          </a:xfrm>
        </p:grpSpPr>
        <p:sp>
          <p:nvSpPr>
            <p:cNvPr id="14" name="Oval 22">
              <a:extLst>
                <a:ext uri="{FF2B5EF4-FFF2-40B4-BE49-F238E27FC236}">
                  <a16:creationId xmlns:a16="http://schemas.microsoft.com/office/drawing/2014/main" id="{55D888FB-8669-1B5C-16FE-90506AFE9BB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Oval 23">
              <a:extLst>
                <a:ext uri="{FF2B5EF4-FFF2-40B4-BE49-F238E27FC236}">
                  <a16:creationId xmlns:a16="http://schemas.microsoft.com/office/drawing/2014/main" id="{A1FDAAE3-2283-3C56-CA29-22B15BD98A47}"/>
                </a:ext>
              </a:extLst>
            </p:cNvPr>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pic>
        <p:nvPicPr>
          <p:cNvPr id="6" name="Picture 21">
            <a:extLst>
              <a:ext uri="{FF2B5EF4-FFF2-40B4-BE49-F238E27FC236}">
                <a16:creationId xmlns:a16="http://schemas.microsoft.com/office/drawing/2014/main" id="{BD129A2B-A03E-C019-87FE-7F48447F4A0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303082" y="4680042"/>
            <a:ext cx="505958" cy="505958"/>
          </a:xfrm>
          <a:prstGeom prst="rect">
            <a:avLst/>
          </a:prstGeom>
        </p:spPr>
      </p:pic>
    </p:spTree>
    <p:extLst>
      <p:ext uri="{BB962C8B-B14F-4D97-AF65-F5344CB8AC3E}">
        <p14:creationId xmlns:p14="http://schemas.microsoft.com/office/powerpoint/2010/main" val="14276748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4727966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292852F-8351-3457-A049-CCA14D71CD2A}"/>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593000" y="405536"/>
            <a:ext cx="1371600" cy="649224"/>
          </a:xfrm>
          <a:prstGeom prst="rect">
            <a:avLst/>
          </a:prstGeom>
        </p:spPr>
      </p:pic>
    </p:spTree>
    <p:extLst>
      <p:ext uri="{BB962C8B-B14F-4D97-AF65-F5344CB8AC3E}">
        <p14:creationId xmlns:p14="http://schemas.microsoft.com/office/powerpoint/2010/main" val="52050612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0.xml"/><Relationship Id="rId5" Type="http://schemas.openxmlformats.org/officeDocument/2006/relationships/image" Target="../media/image19.sv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18" Type="http://schemas.openxmlformats.org/officeDocument/2006/relationships/diagramLayout" Target="../diagrams/layout6.xml"/><Relationship Id="rId3" Type="http://schemas.openxmlformats.org/officeDocument/2006/relationships/diagramLayout" Target="../diagrams/layout3.xml"/><Relationship Id="rId21" Type="http://schemas.microsoft.com/office/2007/relationships/diagramDrawing" Target="../diagrams/drawing6.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diagramData" Target="../diagrams/data6.xml"/><Relationship Id="rId2" Type="http://schemas.openxmlformats.org/officeDocument/2006/relationships/diagramData" Target="../diagrams/data3.xml"/><Relationship Id="rId16" Type="http://schemas.microsoft.com/office/2007/relationships/diagramDrawing" Target="../diagrams/drawing5.xml"/><Relationship Id="rId20" Type="http://schemas.openxmlformats.org/officeDocument/2006/relationships/diagramColors" Target="../diagrams/colors6.xml"/><Relationship Id="rId1" Type="http://schemas.openxmlformats.org/officeDocument/2006/relationships/slideLayout" Target="../slideLayouts/slideLayout10.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19" Type="http://schemas.openxmlformats.org/officeDocument/2006/relationships/diagramQuickStyle" Target="../diagrams/quickStyle6.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70582"/>
            <a:ext cx="12192000" cy="497242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7206832" y="2293969"/>
            <a:ext cx="4771781" cy="3293449"/>
            <a:chOff x="6011091" y="1724042"/>
            <a:chExt cx="4771781" cy="3293449"/>
          </a:xfrm>
        </p:grpSpPr>
        <p:cxnSp>
          <p:nvCxnSpPr>
            <p:cNvPr id="5" name="Elbow Connector 4"/>
            <p:cNvCxnSpPr>
              <a:cxnSpLocks/>
            </p:cNvCxnSpPr>
            <p:nvPr/>
          </p:nvCxnSpPr>
          <p:spPr>
            <a:xfrm flipV="1">
              <a:off x="6011091" y="1953919"/>
              <a:ext cx="1521085" cy="1112592"/>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a:cxnSpLocks/>
            </p:cNvCxnSpPr>
            <p:nvPr/>
          </p:nvCxnSpPr>
          <p:spPr>
            <a:xfrm>
              <a:off x="6011091" y="3070832"/>
              <a:ext cx="1521084" cy="174612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1724042"/>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Allocations Overview</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2" y="4606844"/>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Reporting</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67064" y="2444590"/>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err="1">
                  <a:ln>
                    <a:noFill/>
                  </a:ln>
                  <a:solidFill>
                    <a:srgbClr val="FFFFFF"/>
                  </a:solidFill>
                  <a:effectLst/>
                  <a:uLnTx/>
                  <a:uFillTx/>
                  <a:latin typeface="Arial" charset="0"/>
                  <a:ea typeface="Arial" charset="0"/>
                  <a:cs typeface="Arial" charset="0"/>
                </a:rPr>
                <a:t>MyRequest</a:t>
              </a: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 Templates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84329" y="3170993"/>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Statistical Key Figures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60" name="Group 59">
            <a:extLst>
              <a:ext uri="{FF2B5EF4-FFF2-40B4-BE49-F238E27FC236}">
                <a16:creationId xmlns:a16="http://schemas.microsoft.com/office/drawing/2014/main" id="{DEFCF2E8-BE93-4567-BB80-FD248077702C}"/>
              </a:ext>
            </a:extLst>
          </p:cNvPr>
          <p:cNvGrpSpPr/>
          <p:nvPr/>
        </p:nvGrpSpPr>
        <p:grpSpPr>
          <a:xfrm>
            <a:off x="571776" y="2586817"/>
            <a:ext cx="6635055" cy="2208261"/>
            <a:chOff x="4381175" y="2883731"/>
            <a:chExt cx="7294886" cy="2427864"/>
          </a:xfrm>
        </p:grpSpPr>
        <p:grpSp>
          <p:nvGrpSpPr>
            <p:cNvPr id="61" name="Group 60">
              <a:extLst>
                <a:ext uri="{FF2B5EF4-FFF2-40B4-BE49-F238E27FC236}">
                  <a16:creationId xmlns:a16="http://schemas.microsoft.com/office/drawing/2014/main" id="{BF02D3C5-86A7-494D-AEDC-42314CAF2030}"/>
                </a:ext>
              </a:extLst>
            </p:cNvPr>
            <p:cNvGrpSpPr/>
            <p:nvPr/>
          </p:nvGrpSpPr>
          <p:grpSpPr>
            <a:xfrm>
              <a:off x="7444303" y="2883731"/>
              <a:ext cx="4231758" cy="2427864"/>
              <a:chOff x="7444303" y="2883731"/>
              <a:chExt cx="4231758" cy="2427864"/>
            </a:xfrm>
          </p:grpSpPr>
          <p:sp>
            <p:nvSpPr>
              <p:cNvPr id="71" name="TextBox 70">
                <a:extLst>
                  <a:ext uri="{FF2B5EF4-FFF2-40B4-BE49-F238E27FC236}">
                    <a16:creationId xmlns:a16="http://schemas.microsoft.com/office/drawing/2014/main" id="{6B5CC2B1-4711-420E-947D-97A4181B5FE8}"/>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72" name="Group 71">
                <a:extLst>
                  <a:ext uri="{FF2B5EF4-FFF2-40B4-BE49-F238E27FC236}">
                    <a16:creationId xmlns:a16="http://schemas.microsoft.com/office/drawing/2014/main" id="{518FB8B0-FC50-407F-8107-039079D3F620}"/>
                  </a:ext>
                </a:extLst>
              </p:cNvPr>
              <p:cNvGrpSpPr/>
              <p:nvPr/>
            </p:nvGrpSpPr>
            <p:grpSpPr>
              <a:xfrm>
                <a:off x="7444303" y="2883731"/>
                <a:ext cx="4231757" cy="1393150"/>
                <a:chOff x="7444303" y="2883731"/>
                <a:chExt cx="4231757" cy="1393150"/>
              </a:xfrm>
            </p:grpSpPr>
            <p:sp>
              <p:nvSpPr>
                <p:cNvPr id="73" name="TextBox 72">
                  <a:extLst>
                    <a:ext uri="{FF2B5EF4-FFF2-40B4-BE49-F238E27FC236}">
                      <a16:creationId xmlns:a16="http://schemas.microsoft.com/office/drawing/2014/main" id="{A2A373BB-D10F-4BC8-8B49-68E5321DF67A}"/>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4" name="TextBox 73">
                  <a:extLst>
                    <a:ext uri="{FF2B5EF4-FFF2-40B4-BE49-F238E27FC236}">
                      <a16:creationId xmlns:a16="http://schemas.microsoft.com/office/drawing/2014/main" id="{5EDB3059-5552-42C8-845F-09A7007D1AA0}"/>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62" name="Group 61">
              <a:extLst>
                <a:ext uri="{FF2B5EF4-FFF2-40B4-BE49-F238E27FC236}">
                  <a16:creationId xmlns:a16="http://schemas.microsoft.com/office/drawing/2014/main" id="{85D6A0E5-AB4B-4B23-954A-EF7FCB8D17A4}"/>
                </a:ext>
              </a:extLst>
            </p:cNvPr>
            <p:cNvGrpSpPr/>
            <p:nvPr/>
          </p:nvGrpSpPr>
          <p:grpSpPr>
            <a:xfrm>
              <a:off x="4381175" y="3076671"/>
              <a:ext cx="2917844" cy="1931716"/>
              <a:chOff x="4372240" y="3074237"/>
              <a:chExt cx="2917844" cy="1931716"/>
            </a:xfrm>
          </p:grpSpPr>
          <p:cxnSp>
            <p:nvCxnSpPr>
              <p:cNvPr id="63" name="Elbow Connector 31">
                <a:extLst>
                  <a:ext uri="{FF2B5EF4-FFF2-40B4-BE49-F238E27FC236}">
                    <a16:creationId xmlns:a16="http://schemas.microsoft.com/office/drawing/2014/main" id="{96A2D64D-9E0D-463D-934B-E41EBC073445}"/>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4" name="Elbow Connector 37">
                <a:extLst>
                  <a:ext uri="{FF2B5EF4-FFF2-40B4-BE49-F238E27FC236}">
                    <a16:creationId xmlns:a16="http://schemas.microsoft.com/office/drawing/2014/main" id="{EE072B93-35FC-45B0-A0DB-0247F86BDD26}"/>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923351AF-A205-493C-9CC3-5BDB9D8C060B}"/>
                  </a:ext>
                </a:extLst>
              </p:cNvPr>
              <p:cNvGrpSpPr/>
              <p:nvPr/>
            </p:nvGrpSpPr>
            <p:grpSpPr>
              <a:xfrm>
                <a:off x="4372240" y="3074237"/>
                <a:ext cx="1850100" cy="1850100"/>
                <a:chOff x="4401574" y="3295146"/>
                <a:chExt cx="624164" cy="624164"/>
              </a:xfrm>
            </p:grpSpPr>
            <p:grpSp>
              <p:nvGrpSpPr>
                <p:cNvPr id="67" name="Group 66">
                  <a:extLst>
                    <a:ext uri="{FF2B5EF4-FFF2-40B4-BE49-F238E27FC236}">
                      <a16:creationId xmlns:a16="http://schemas.microsoft.com/office/drawing/2014/main" id="{D7801DE1-5267-4C71-AAC0-3D2E8D61C7A2}"/>
                    </a:ext>
                  </a:extLst>
                </p:cNvPr>
                <p:cNvGrpSpPr/>
                <p:nvPr/>
              </p:nvGrpSpPr>
              <p:grpSpPr>
                <a:xfrm>
                  <a:off x="4401574" y="3295146"/>
                  <a:ext cx="624164" cy="624164"/>
                  <a:chOff x="4492144" y="190843"/>
                  <a:chExt cx="855656" cy="855656"/>
                </a:xfrm>
              </p:grpSpPr>
              <p:sp>
                <p:nvSpPr>
                  <p:cNvPr id="69" name="Oval 68">
                    <a:extLst>
                      <a:ext uri="{FF2B5EF4-FFF2-40B4-BE49-F238E27FC236}">
                        <a16:creationId xmlns:a16="http://schemas.microsoft.com/office/drawing/2014/main" id="{55D01FEC-D646-4A96-8871-3522546D9D92}"/>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0" name="Oval 69">
                    <a:extLst>
                      <a:ext uri="{FF2B5EF4-FFF2-40B4-BE49-F238E27FC236}">
                        <a16:creationId xmlns:a16="http://schemas.microsoft.com/office/drawing/2014/main" id="{A49A3B6A-1396-43FA-A207-89EE4FE4EE98}"/>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68" name="Picture 67">
                  <a:extLst>
                    <a:ext uri="{FF2B5EF4-FFF2-40B4-BE49-F238E27FC236}">
                      <a16:creationId xmlns:a16="http://schemas.microsoft.com/office/drawing/2014/main" id="{1EB96970-B0C1-4F5B-A728-B67C937FC8C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66" name="Straight Connector 65">
                <a:extLst>
                  <a:ext uri="{FF2B5EF4-FFF2-40B4-BE49-F238E27FC236}">
                    <a16:creationId xmlns:a16="http://schemas.microsoft.com/office/drawing/2014/main" id="{EB0D80D6-FF4B-4707-86E2-56E4F264C244}"/>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cxnSp>
        <p:nvCxnSpPr>
          <p:cNvPr id="75" name="Straight Connector 74">
            <a:extLst>
              <a:ext uri="{FF2B5EF4-FFF2-40B4-BE49-F238E27FC236}">
                <a16:creationId xmlns:a16="http://schemas.microsoft.com/office/drawing/2014/main" id="{630282B5-AD28-43D0-853B-E6F1D2519FF7}"/>
              </a:ext>
            </a:extLst>
          </p:cNvPr>
          <p:cNvCxnSpPr/>
          <p:nvPr/>
        </p:nvCxnSpPr>
        <p:spPr>
          <a:xfrm>
            <a:off x="7978346" y="4725130"/>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76" name="Rounded Rectangle 39">
            <a:extLst>
              <a:ext uri="{FF2B5EF4-FFF2-40B4-BE49-F238E27FC236}">
                <a16:creationId xmlns:a16="http://schemas.microsoft.com/office/drawing/2014/main" id="{06421EF5-21C9-4952-A347-9F54D1EF5DA9}"/>
              </a:ext>
            </a:extLst>
          </p:cNvPr>
          <p:cNvSpPr/>
          <p:nvPr/>
        </p:nvSpPr>
        <p:spPr>
          <a:xfrm>
            <a:off x="8862803" y="4491596"/>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Direct MCA</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14" name="Title 33">
            <a:extLst>
              <a:ext uri="{FF2B5EF4-FFF2-40B4-BE49-F238E27FC236}">
                <a16:creationId xmlns:a16="http://schemas.microsoft.com/office/drawing/2014/main" id="{4652C250-F1C2-F566-EBE8-730532363DB4}"/>
              </a:ext>
            </a:extLst>
          </p:cNvPr>
          <p:cNvSpPr txBox="1">
            <a:spLocks/>
          </p:cNvSpPr>
          <p:nvPr/>
        </p:nvSpPr>
        <p:spPr>
          <a:xfrm>
            <a:off x="841137" y="157738"/>
            <a:ext cx="10048861"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GB"/>
              <a:t>Course Structure</a:t>
            </a:r>
            <a:endParaRPr lang="en-GB" dirty="0"/>
          </a:p>
        </p:txBody>
      </p:sp>
    </p:spTree>
    <p:extLst>
      <p:ext uri="{BB962C8B-B14F-4D97-AF65-F5344CB8AC3E}">
        <p14:creationId xmlns:p14="http://schemas.microsoft.com/office/powerpoint/2010/main" val="3598183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Allocations - Overview</a:t>
            </a:r>
            <a:endParaRPr lang="en-US" dirty="0"/>
          </a:p>
        </p:txBody>
      </p:sp>
      <p:sp>
        <p:nvSpPr>
          <p:cNvPr id="6" name="Rectangle: Rounded Corners 5">
            <a:extLst>
              <a:ext uri="{FF2B5EF4-FFF2-40B4-BE49-F238E27FC236}">
                <a16:creationId xmlns:a16="http://schemas.microsoft.com/office/drawing/2014/main" id="{6E71052F-BB9C-40D4-BFC5-2C7EA34520CD}"/>
              </a:ext>
            </a:extLst>
          </p:cNvPr>
          <p:cNvSpPr/>
          <p:nvPr/>
        </p:nvSpPr>
        <p:spPr>
          <a:xfrm>
            <a:off x="515938" y="1483771"/>
            <a:ext cx="11160124" cy="1184066"/>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rPr>
              <a:t>Allocations are used today to transfer expenses between markets / factories / functions from a management accounting standpoint impacting OCC of the receiving market / factory / function</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rPr>
              <a:t>These allocations are often performed using manual journals which is inefficient</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GB" sz="1700" b="0" i="0" u="none" strike="noStrike" kern="0" cap="none" spc="0" normalizeH="0" baseline="0" noProof="0" dirty="0">
                <a:ln>
                  <a:noFill/>
                </a:ln>
                <a:solidFill>
                  <a:srgbClr val="000000"/>
                </a:solidFill>
                <a:effectLst/>
                <a:uLnTx/>
                <a:uFillTx/>
                <a:latin typeface="Arial" panose="020B0604020202020204"/>
                <a:ea typeface="+mn-ea"/>
                <a:cs typeface="+mn-cs"/>
              </a:rPr>
              <a:t>T</a:t>
            </a:r>
            <a:r>
              <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rPr>
              <a:t>he impact on Free Cash Flow (FCF) by market should be considered for cross-market allocations</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aphicFrame>
        <p:nvGraphicFramePr>
          <p:cNvPr id="7" name="Diagram 6">
            <a:extLst>
              <a:ext uri="{FF2B5EF4-FFF2-40B4-BE49-F238E27FC236}">
                <a16:creationId xmlns:a16="http://schemas.microsoft.com/office/drawing/2014/main" id="{7DDF989E-0BA2-4F97-A714-82629B615730}"/>
              </a:ext>
            </a:extLst>
          </p:cNvPr>
          <p:cNvGraphicFramePr/>
          <p:nvPr/>
        </p:nvGraphicFramePr>
        <p:xfrm>
          <a:off x="515936" y="3634992"/>
          <a:ext cx="11160123" cy="2588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Arrow: Pentagon 7">
            <a:extLst>
              <a:ext uri="{FF2B5EF4-FFF2-40B4-BE49-F238E27FC236}">
                <a16:creationId xmlns:a16="http://schemas.microsoft.com/office/drawing/2014/main" id="{F592AA0E-0622-4B69-94B4-0C709E3AFCE0}"/>
              </a:ext>
            </a:extLst>
          </p:cNvPr>
          <p:cNvSpPr/>
          <p:nvPr/>
        </p:nvSpPr>
        <p:spPr>
          <a:xfrm>
            <a:off x="515936" y="2917791"/>
            <a:ext cx="3186882" cy="467248"/>
          </a:xfrm>
          <a:prstGeom prst="homePlat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700" b="0" i="0" u="none" strike="noStrike" kern="0" cap="none" spc="0" normalizeH="0" baseline="0" noProof="0" dirty="0">
                <a:ln>
                  <a:noFill/>
                </a:ln>
                <a:solidFill>
                  <a:srgbClr val="000000"/>
                </a:solidFill>
                <a:effectLst/>
                <a:uLnTx/>
                <a:uFillTx/>
                <a:latin typeface="Arial" panose="020B0604020202020204"/>
                <a:ea typeface="+mn-ea"/>
                <a:cs typeface="+mn-cs"/>
              </a:rPr>
              <a:t>Why do we use allocations?</a:t>
            </a: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9" name="Graphic 8" descr="Head with Gears">
            <a:extLst>
              <a:ext uri="{FF2B5EF4-FFF2-40B4-BE49-F238E27FC236}">
                <a16:creationId xmlns:a16="http://schemas.microsoft.com/office/drawing/2014/main" id="{512CF604-AC27-40D9-BD65-55AFF94E47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92896" y="2873829"/>
            <a:ext cx="555171" cy="555171"/>
          </a:xfrm>
          <a:prstGeom prst="rect">
            <a:avLst/>
          </a:prstGeom>
        </p:spPr>
      </p:pic>
    </p:spTree>
    <p:extLst>
      <p:ext uri="{BB962C8B-B14F-4D97-AF65-F5344CB8AC3E}">
        <p14:creationId xmlns:p14="http://schemas.microsoft.com/office/powerpoint/2010/main" val="164158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D905AAD-9EE4-4C20-8178-F46658D5B5B1}"/>
              </a:ext>
            </a:extLst>
          </p:cNvPr>
          <p:cNvGrpSpPr/>
          <p:nvPr/>
        </p:nvGrpSpPr>
        <p:grpSpPr>
          <a:xfrm>
            <a:off x="776167" y="4242161"/>
            <a:ext cx="10618666" cy="2231237"/>
            <a:chOff x="776167" y="4185501"/>
            <a:chExt cx="10618666" cy="2287897"/>
          </a:xfrm>
        </p:grpSpPr>
        <p:sp>
          <p:nvSpPr>
            <p:cNvPr id="7" name="Snip Diagonal Corner Rectangle 7">
              <a:extLst>
                <a:ext uri="{FF2B5EF4-FFF2-40B4-BE49-F238E27FC236}">
                  <a16:creationId xmlns:a16="http://schemas.microsoft.com/office/drawing/2014/main" id="{F3C5072D-5ED0-4CE8-8DAC-5D67BE49B076}"/>
                </a:ext>
              </a:extLst>
            </p:cNvPr>
            <p:cNvSpPr/>
            <p:nvPr/>
          </p:nvSpPr>
          <p:spPr bwMode="auto">
            <a:xfrm>
              <a:off x="776167" y="4185501"/>
              <a:ext cx="10618666" cy="2287897"/>
            </a:xfrm>
            <a:prstGeom prst="snip2DiagRect">
              <a:avLst/>
            </a:prstGeom>
            <a:solidFill>
              <a:srgbClr val="88D5B8">
                <a:lumMod val="40000"/>
                <a:lumOff val="60000"/>
              </a:srgbClr>
            </a:solidFill>
            <a:ln w="6350" cap="flat" cmpd="sng" algn="ctr">
              <a:solidFill>
                <a:srgbClr val="00BDB7"/>
              </a:solidFill>
              <a:prstDash val="solid"/>
              <a:miter lim="800000"/>
            </a:ln>
            <a:effectLst>
              <a:outerShdw blurRad="50800" dist="38100" dir="2700000" algn="tl" rotWithShape="0">
                <a:prstClr val="black">
                  <a:alpha val="40000"/>
                </a:prstClr>
              </a:outerShdw>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400" b="1" i="0"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000000"/>
                </a:solidFill>
                <a:effectLst/>
                <a:uLnTx/>
                <a:uFillTx/>
                <a:latin typeface="Arial" panose="020B0604020202020204"/>
                <a:ea typeface="ＭＳ Ｐゴシック" charset="0"/>
                <a:cs typeface="+mn-cs"/>
              </a:endParaRPr>
            </a:p>
          </p:txBody>
        </p:sp>
        <p:sp>
          <p:nvSpPr>
            <p:cNvPr id="10" name="TextBox 9">
              <a:extLst>
                <a:ext uri="{FF2B5EF4-FFF2-40B4-BE49-F238E27FC236}">
                  <a16:creationId xmlns:a16="http://schemas.microsoft.com/office/drawing/2014/main" id="{F8EE0AF9-24E6-4F3C-B05A-C38003A7F464}"/>
                </a:ext>
              </a:extLst>
            </p:cNvPr>
            <p:cNvSpPr txBox="1"/>
            <p:nvPr/>
          </p:nvSpPr>
          <p:spPr>
            <a:xfrm>
              <a:off x="2008353" y="4315211"/>
              <a:ext cx="9049845" cy="2158187"/>
            </a:xfrm>
            <a:prstGeom prst="rect">
              <a:avLst/>
            </a:prstGeom>
            <a:noFill/>
          </p:spPr>
          <p:txBody>
            <a:bodyPr wrap="square" lIns="0" tIns="0" rIns="0" bIns="0" rtlCol="0">
              <a:no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The rules defined in the cycle can be: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 </a:t>
              </a:r>
              <a:r>
                <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fixed amount or fixed %</a:t>
              </a: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 which is updated periodically</a:t>
              </a: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 </a:t>
              </a:r>
              <a:r>
                <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Statistical Key Figure </a:t>
              </a: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 a key of allocations populated in SAP such as headcount per cost center, square meters per cost center etc.</a:t>
              </a: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Based on split of costs between cost centers / profit centers / WBS elements in other accounts</a:t>
              </a:r>
            </a:p>
          </p:txBody>
        </p:sp>
      </p:grpSp>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 - Introduction</a:t>
            </a:r>
            <a:endParaRPr lang="en-US" dirty="0"/>
          </a:p>
        </p:txBody>
      </p:sp>
      <p:grpSp>
        <p:nvGrpSpPr>
          <p:cNvPr id="11" name="Group 10">
            <a:extLst>
              <a:ext uri="{FF2B5EF4-FFF2-40B4-BE49-F238E27FC236}">
                <a16:creationId xmlns:a16="http://schemas.microsoft.com/office/drawing/2014/main" id="{0965259E-FC8A-4CC7-9D56-2A03AAD42E26}"/>
              </a:ext>
            </a:extLst>
          </p:cNvPr>
          <p:cNvGrpSpPr/>
          <p:nvPr/>
        </p:nvGrpSpPr>
        <p:grpSpPr>
          <a:xfrm>
            <a:off x="776167" y="1472665"/>
            <a:ext cx="10618666" cy="2653298"/>
            <a:chOff x="776167" y="772997"/>
            <a:chExt cx="10618666" cy="3242821"/>
          </a:xfrm>
        </p:grpSpPr>
        <p:sp>
          <p:nvSpPr>
            <p:cNvPr id="6" name="Snip Diagonal Corner Rectangle 6">
              <a:extLst>
                <a:ext uri="{FF2B5EF4-FFF2-40B4-BE49-F238E27FC236}">
                  <a16:creationId xmlns:a16="http://schemas.microsoft.com/office/drawing/2014/main" id="{1739F3EB-8C8C-447B-965B-9513345E3184}"/>
                </a:ext>
              </a:extLst>
            </p:cNvPr>
            <p:cNvSpPr/>
            <p:nvPr/>
          </p:nvSpPr>
          <p:spPr bwMode="auto">
            <a:xfrm>
              <a:off x="776167" y="772997"/>
              <a:ext cx="10618666" cy="3242821"/>
            </a:xfrm>
            <a:prstGeom prst="snip1Rect">
              <a:avLst/>
            </a:prstGeom>
            <a:solidFill>
              <a:srgbClr val="B0D838">
                <a:lumMod val="20000"/>
                <a:lumOff val="80000"/>
              </a:srgbClr>
            </a:solidFill>
            <a:ln w="6350" cap="flat" cmpd="sng" algn="ctr">
              <a:solidFill>
                <a:srgbClr val="B0D838"/>
              </a:solidFill>
              <a:prstDash val="solid"/>
              <a:miter lim="800000"/>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400" b="1" i="0"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000000"/>
                </a:solidFill>
                <a:effectLst/>
                <a:uLnTx/>
                <a:uFillTx/>
                <a:latin typeface="Arial" panose="020B0604020202020204"/>
                <a:ea typeface="ＭＳ Ｐゴシック" charset="0"/>
                <a:cs typeface="+mn-cs"/>
              </a:endParaRPr>
            </a:p>
          </p:txBody>
        </p:sp>
        <p:sp>
          <p:nvSpPr>
            <p:cNvPr id="8" name="TextBox 7">
              <a:extLst>
                <a:ext uri="{FF2B5EF4-FFF2-40B4-BE49-F238E27FC236}">
                  <a16:creationId xmlns:a16="http://schemas.microsoft.com/office/drawing/2014/main" id="{04D9CA57-C121-4AAC-B9CC-57E5AB93AE5D}"/>
                </a:ext>
              </a:extLst>
            </p:cNvPr>
            <p:cNvSpPr txBox="1"/>
            <p:nvPr/>
          </p:nvSpPr>
          <p:spPr>
            <a:xfrm>
              <a:off x="896379" y="915013"/>
              <a:ext cx="10399242" cy="3067811"/>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 Allocation Cycles</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Ability to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collect costs</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 against a cost center and allocate these costs to multiple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centers / WBS elements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based on the rules defined in the cycle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The cycles are executed on a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monthly basis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by BSC as per the rules defined – eliminating the need to submit journals each month through the MyRequest system (note: GSC cycles are executed by GSC Finance)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Allocation cycle entries in S/4 HANA will generate FI postings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and therefore are visible in FI reports. They can be performed in a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specific ledger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only (for example IFRS ledger only for management accounting allocations) if needed, or can impact all ledgers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For markets, BSC will create allocation cycles in SAP on receipt of a MyRequest template</a:t>
              </a: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742950" marR="0" lvl="1"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p:txBody>
        </p:sp>
      </p:grpSp>
      <p:pic>
        <p:nvPicPr>
          <p:cNvPr id="9" name="Picture 8">
            <a:extLst>
              <a:ext uri="{FF2B5EF4-FFF2-40B4-BE49-F238E27FC236}">
                <a16:creationId xmlns:a16="http://schemas.microsoft.com/office/drawing/2014/main" id="{A6EC84FC-BCF5-47CA-B3A6-46A868AEBB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382" y="4741682"/>
            <a:ext cx="775756" cy="792086"/>
          </a:xfrm>
          <a:prstGeom prst="rect">
            <a:avLst/>
          </a:prstGeom>
        </p:spPr>
      </p:pic>
    </p:spTree>
    <p:extLst>
      <p:ext uri="{BB962C8B-B14F-4D97-AF65-F5344CB8AC3E}">
        <p14:creationId xmlns:p14="http://schemas.microsoft.com/office/powerpoint/2010/main" val="310657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2D88D8D-6D13-4390-8ADA-ECAB1214C63C}"/>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2" name="Title 1">
            <a:extLst>
              <a:ext uri="{FF2B5EF4-FFF2-40B4-BE49-F238E27FC236}">
                <a16:creationId xmlns:a16="http://schemas.microsoft.com/office/drawing/2014/main" id="{CDBFFEC0-636C-4396-8321-0119BBF354DB}"/>
              </a:ext>
            </a:extLst>
          </p:cNvPr>
          <p:cNvSpPr>
            <a:spLocks noGrp="1"/>
          </p:cNvSpPr>
          <p:nvPr>
            <p:ph type="title"/>
          </p:nvPr>
        </p:nvSpPr>
        <p:spPr/>
        <p:txBody>
          <a:bodyPr/>
          <a:lstStyle/>
          <a:p>
            <a:r>
              <a:rPr lang="en-GB" dirty="0"/>
              <a:t>Management Allocations Simplification</a:t>
            </a:r>
            <a:endParaRPr lang="en-US" dirty="0"/>
          </a:p>
        </p:txBody>
      </p:sp>
      <p:sp>
        <p:nvSpPr>
          <p:cNvPr id="6" name="Rectangle: Rounded Corners 5">
            <a:extLst>
              <a:ext uri="{FF2B5EF4-FFF2-40B4-BE49-F238E27FC236}">
                <a16:creationId xmlns:a16="http://schemas.microsoft.com/office/drawing/2014/main" id="{E6FDC692-C432-4438-92F3-BFD1AF5F34E0}"/>
              </a:ext>
            </a:extLst>
          </p:cNvPr>
          <p:cNvSpPr/>
          <p:nvPr/>
        </p:nvSpPr>
        <p:spPr>
          <a:xfrm>
            <a:off x="515937" y="1533525"/>
            <a:ext cx="11437938" cy="4695825"/>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lvl="1"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rPr>
              <a:t>Corporate FP&amp;A have issued a new communication on management accounting allocations.</a:t>
            </a:r>
          </a:p>
          <a:p>
            <a:pPr marL="285750" lvl="1" indent="-285750" defTabSz="711200" fontAlgn="base">
              <a:lnSpc>
                <a:spcPct val="90000"/>
              </a:lnSpc>
              <a:spcBef>
                <a:spcPct val="0"/>
              </a:spcBef>
              <a:spcAft>
                <a:spcPct val="15000"/>
              </a:spcAft>
              <a:buFont typeface="Wingdings" panose="05000000000000000000" pitchFamily="2" charset="2"/>
              <a:buChar char="v"/>
              <a:defRPr/>
            </a:pPr>
            <a:endParaRPr kumimoji="0" lang="en-US" sz="1400" b="0" i="0" u="none" strike="noStrike" kern="0" cap="none" spc="0" normalizeH="0" baseline="0" noProof="0" dirty="0">
              <a:ln>
                <a:noFill/>
              </a:ln>
              <a:solidFill>
                <a:srgbClr val="000000"/>
              </a:solidFill>
              <a:effectLst/>
              <a:uLnTx/>
              <a:uFillTx/>
              <a:latin typeface="Arial" panose="020B0604020202020204"/>
            </a:endParaRPr>
          </a:p>
          <a:p>
            <a:r>
              <a:rPr lang="en-US" sz="1400" dirty="0"/>
              <a:t>From 1</a:t>
            </a:r>
            <a:r>
              <a:rPr lang="en-US" sz="600" dirty="0"/>
              <a:t>st </a:t>
            </a:r>
            <a:r>
              <a:rPr lang="en-US" sz="1400" dirty="0"/>
              <a:t>April 2020, we will stop allocating shared costs across different Market / Factory / Leaf Origin / Function hosted within the same legal entity. </a:t>
            </a:r>
          </a:p>
          <a:p>
            <a:endParaRPr lang="en-US" sz="1100" dirty="0"/>
          </a:p>
          <a:p>
            <a:r>
              <a:rPr lang="en-US" sz="1200" kern="0" dirty="0">
                <a:solidFill>
                  <a:srgbClr val="000000"/>
                </a:solidFill>
              </a:rPr>
              <a:t>As part of Transformation, IT, Indirect Procurement, Treasury, Tax, Security and AIT functions across JTI will be Verticalized under respective Global Functions. With this upcoming Verticalization, virtually every entity will host a combination of Market / Factory / Leaf Origin and Global Functions.</a:t>
            </a:r>
          </a:p>
          <a:p>
            <a:r>
              <a:rPr lang="en-US" sz="1200" kern="0" dirty="0">
                <a:solidFill>
                  <a:srgbClr val="000000"/>
                </a:solidFill>
              </a:rPr>
              <a:t>In order to avoid the proliferation of management allocations, to align cost accountability with the ARCI model, and to ensure efficient planning and actuals posting processes, the following guidance will be implemented starting on 1st of April 2020:</a:t>
            </a:r>
          </a:p>
          <a:p>
            <a:endParaRPr lang="en-US" sz="1200" kern="0" dirty="0">
              <a:solidFill>
                <a:srgbClr val="000000"/>
              </a:solidFill>
            </a:endParaRPr>
          </a:p>
          <a:p>
            <a:pPr marL="171450" indent="-171450">
              <a:buFont typeface="Wingdings" panose="05000000000000000000" pitchFamily="2" charset="2"/>
              <a:buChar char="v"/>
            </a:pPr>
            <a:r>
              <a:rPr lang="en-US" sz="1200" kern="0" dirty="0">
                <a:solidFill>
                  <a:srgbClr val="000000"/>
                </a:solidFill>
              </a:rPr>
              <a:t>Newly verticalized functions will not allocate their costs to other functions they provide service to, and they should not receive any management allocation for shared costs (such as rent, utilities and P&amp;C support and other service costs).</a:t>
            </a:r>
          </a:p>
          <a:p>
            <a:pPr marL="171450" indent="-171450">
              <a:buFont typeface="Wingdings" panose="05000000000000000000" pitchFamily="2" charset="2"/>
              <a:buChar char="v"/>
            </a:pPr>
            <a:r>
              <a:rPr lang="en-US" sz="1200" kern="0" dirty="0">
                <a:solidFill>
                  <a:srgbClr val="000000"/>
                </a:solidFill>
              </a:rPr>
              <a:t>Rent, utilities, P&amp;C services and all other service costs will not be allocated between the different management accountabilities hosted within an entity (e.g. Market / Factory / Leaf Origin / Function / Region). </a:t>
            </a:r>
          </a:p>
          <a:p>
            <a:pPr marL="171450" indent="-171450">
              <a:buFont typeface="Wingdings" panose="05000000000000000000" pitchFamily="2" charset="2"/>
              <a:buChar char="v"/>
            </a:pPr>
            <a:r>
              <a:rPr lang="en-US" sz="1200" kern="0" dirty="0">
                <a:solidFill>
                  <a:srgbClr val="000000"/>
                </a:solidFill>
              </a:rPr>
              <a:t>Existing management allocations of rent, utilities, P&amp;C services and other service costs outside the verticalized scope will also cease, to reflect the above guidance.</a:t>
            </a:r>
          </a:p>
          <a:p>
            <a:endParaRPr lang="en-US" sz="1200" kern="0" dirty="0">
              <a:solidFill>
                <a:srgbClr val="000000"/>
              </a:solidFill>
            </a:endParaRPr>
          </a:p>
          <a:p>
            <a:r>
              <a:rPr lang="en-US" sz="1200" kern="0" dirty="0">
                <a:solidFill>
                  <a:srgbClr val="000000"/>
                </a:solidFill>
              </a:rPr>
              <a:t>Benefits include:</a:t>
            </a:r>
          </a:p>
          <a:p>
            <a:pPr marL="171450" indent="-171450">
              <a:buFont typeface="Wingdings" panose="05000000000000000000" pitchFamily="2" charset="2"/>
              <a:buChar char="ü"/>
            </a:pPr>
            <a:r>
              <a:rPr lang="en-US" sz="1200" kern="0" dirty="0">
                <a:solidFill>
                  <a:srgbClr val="000000"/>
                </a:solidFill>
              </a:rPr>
              <a:t>Reducing overall transactional processes and complexity when planning which currently results in minimal benefit for JTI.</a:t>
            </a:r>
          </a:p>
          <a:p>
            <a:pPr marL="171450" indent="-171450">
              <a:buFont typeface="Wingdings" panose="05000000000000000000" pitchFamily="2" charset="2"/>
              <a:buChar char="ü"/>
            </a:pPr>
            <a:r>
              <a:rPr lang="en-US" sz="1200" kern="0" dirty="0">
                <a:solidFill>
                  <a:srgbClr val="000000"/>
                </a:solidFill>
              </a:rPr>
              <a:t> It will lead to increased cost transparency and ownership.</a:t>
            </a:r>
          </a:p>
          <a:p>
            <a:endParaRPr lang="en-US" sz="1200" kern="0" dirty="0">
              <a:solidFill>
                <a:srgbClr val="000000"/>
              </a:solidFill>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aphicFrame>
        <p:nvGraphicFramePr>
          <p:cNvPr id="9" name="Object 8">
            <a:extLst>
              <a:ext uri="{FF2B5EF4-FFF2-40B4-BE49-F238E27FC236}">
                <a16:creationId xmlns:a16="http://schemas.microsoft.com/office/drawing/2014/main" id="{00EB4662-FC2A-474A-AF1D-9B7FD07909C8}"/>
              </a:ext>
            </a:extLst>
          </p:cNvPr>
          <p:cNvGraphicFramePr>
            <a:graphicFrameLocks noChangeAspect="1"/>
          </p:cNvGraphicFramePr>
          <p:nvPr>
            <p:extLst>
              <p:ext uri="{D42A27DB-BD31-4B8C-83A1-F6EECF244321}">
                <p14:modId xmlns:p14="http://schemas.microsoft.com/office/powerpoint/2010/main" val="183112927"/>
              </p:ext>
            </p:extLst>
          </p:nvPr>
        </p:nvGraphicFramePr>
        <p:xfrm>
          <a:off x="9480548" y="4833938"/>
          <a:ext cx="2044702" cy="1282480"/>
        </p:xfrm>
        <a:graphic>
          <a:graphicData uri="http://schemas.openxmlformats.org/presentationml/2006/ole">
            <mc:AlternateContent xmlns:mc="http://schemas.openxmlformats.org/markup-compatibility/2006">
              <mc:Choice xmlns:v="urn:schemas-microsoft-com:vml" Requires="v">
                <p:oleObj name="Acrobat Document" showAsIcon="1" r:id="rId2" imgW="914400" imgH="806400" progId="AcroExch.Document.DC">
                  <p:embed/>
                </p:oleObj>
              </mc:Choice>
              <mc:Fallback>
                <p:oleObj name="Acrobat Document" showAsIcon="1" r:id="rId2" imgW="914400" imgH="806400" progId="AcroExch.Document.DC">
                  <p:embed/>
                  <p:pic>
                    <p:nvPicPr>
                      <p:cNvPr id="9" name="Object 8">
                        <a:extLst>
                          <a:ext uri="{FF2B5EF4-FFF2-40B4-BE49-F238E27FC236}">
                            <a16:creationId xmlns:a16="http://schemas.microsoft.com/office/drawing/2014/main" id="{00EB4662-FC2A-474A-AF1D-9B7FD07909C8}"/>
                          </a:ext>
                        </a:extLst>
                      </p:cNvPr>
                      <p:cNvPicPr/>
                      <p:nvPr/>
                    </p:nvPicPr>
                    <p:blipFill>
                      <a:blip r:embed="rId3"/>
                      <a:stretch>
                        <a:fillRect/>
                      </a:stretch>
                    </p:blipFill>
                    <p:spPr>
                      <a:xfrm>
                        <a:off x="9480548" y="4833938"/>
                        <a:ext cx="2044702" cy="1282480"/>
                      </a:xfrm>
                      <a:prstGeom prst="rect">
                        <a:avLst/>
                      </a:prstGeom>
                    </p:spPr>
                  </p:pic>
                </p:oleObj>
              </mc:Fallback>
            </mc:AlternateContent>
          </a:graphicData>
        </a:graphic>
      </p:graphicFrame>
    </p:spTree>
    <p:extLst>
      <p:ext uri="{BB962C8B-B14F-4D97-AF65-F5344CB8AC3E}">
        <p14:creationId xmlns:p14="http://schemas.microsoft.com/office/powerpoint/2010/main" val="136519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2D88D8D-6D13-4390-8ADA-ECAB1214C63C}"/>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2" name="Title 1">
            <a:extLst>
              <a:ext uri="{FF2B5EF4-FFF2-40B4-BE49-F238E27FC236}">
                <a16:creationId xmlns:a16="http://schemas.microsoft.com/office/drawing/2014/main" id="{CDBFFEC0-636C-4396-8321-0119BBF354DB}"/>
              </a:ext>
            </a:extLst>
          </p:cNvPr>
          <p:cNvSpPr>
            <a:spLocks noGrp="1"/>
          </p:cNvSpPr>
          <p:nvPr>
            <p:ph type="title"/>
          </p:nvPr>
        </p:nvSpPr>
        <p:spPr/>
        <p:txBody>
          <a:bodyPr/>
          <a:lstStyle/>
          <a:p>
            <a:r>
              <a:rPr lang="en-GB" sz="2800" dirty="0"/>
              <a:t>Management Allocations Simplification Examples</a:t>
            </a:r>
            <a:endParaRPr lang="en-US" sz="2800" dirty="0"/>
          </a:p>
        </p:txBody>
      </p:sp>
      <p:sp>
        <p:nvSpPr>
          <p:cNvPr id="6" name="Rectangle: Rounded Corners 5">
            <a:extLst>
              <a:ext uri="{FF2B5EF4-FFF2-40B4-BE49-F238E27FC236}">
                <a16:creationId xmlns:a16="http://schemas.microsoft.com/office/drawing/2014/main" id="{E6FDC692-C432-4438-92F3-BFD1AF5F34E0}"/>
              </a:ext>
            </a:extLst>
          </p:cNvPr>
          <p:cNvSpPr/>
          <p:nvPr/>
        </p:nvSpPr>
        <p:spPr>
          <a:xfrm>
            <a:off x="515937" y="1533525"/>
            <a:ext cx="11160124" cy="4867275"/>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lvl="1" indent="-285750" defTabSz="711200" fontAlgn="base">
              <a:lnSpc>
                <a:spcPct val="90000"/>
              </a:lnSpc>
              <a:spcBef>
                <a:spcPct val="0"/>
              </a:spcBef>
              <a:spcAft>
                <a:spcPct val="15000"/>
              </a:spcAft>
              <a:buFont typeface="Wingdings" panose="05000000000000000000" pitchFamily="2" charset="2"/>
              <a:buChar char="v"/>
              <a:defRPr/>
            </a:pPr>
            <a:r>
              <a:rPr lang="en-US" kern="0" dirty="0">
                <a:solidFill>
                  <a:srgbClr val="000000"/>
                </a:solidFill>
              </a:rPr>
              <a:t>Example 1: Building rent costs are managed by General Service in entity XXXX. General Service in entity XXXX is a function reporting hierarchically to Market General Manager. Building rent costs should be therefore planned and reported fully with the Market OCC within the same entity.</a:t>
            </a:r>
          </a:p>
          <a:p>
            <a:pPr marL="285750" lvl="1" indent="-285750" defTabSz="711200" fontAlgn="base">
              <a:lnSpc>
                <a:spcPct val="90000"/>
              </a:lnSpc>
              <a:spcBef>
                <a:spcPct val="0"/>
              </a:spcBef>
              <a:spcAft>
                <a:spcPct val="15000"/>
              </a:spcAft>
              <a:buFont typeface="Wingdings" panose="05000000000000000000" pitchFamily="2" charset="2"/>
              <a:buChar char="v"/>
              <a:defRPr/>
            </a:pPr>
            <a:endParaRPr lang="en-US" kern="0" dirty="0">
              <a:solidFill>
                <a:srgbClr val="000000"/>
              </a:solidFill>
            </a:endParaRPr>
          </a:p>
          <a:p>
            <a:pPr marL="285750" lvl="1" indent="-285750" defTabSz="711200" fontAlgn="base">
              <a:lnSpc>
                <a:spcPct val="90000"/>
              </a:lnSpc>
              <a:spcBef>
                <a:spcPct val="0"/>
              </a:spcBef>
              <a:spcAft>
                <a:spcPct val="15000"/>
              </a:spcAft>
              <a:buFont typeface="Wingdings" panose="05000000000000000000" pitchFamily="2" charset="2"/>
              <a:buChar char="v"/>
              <a:defRPr/>
            </a:pPr>
            <a:r>
              <a:rPr lang="en-US" kern="0" dirty="0">
                <a:solidFill>
                  <a:srgbClr val="000000"/>
                </a:solidFill>
              </a:rPr>
              <a:t>Example 2: Payroll team in entity YYYY is reporting hierarchically to Factory General Manager. Therefore, Payroll service costs and departmental costs will be planned and reported fully with Factory OCC within the same entity2</a:t>
            </a:r>
          </a:p>
          <a:p>
            <a:pPr marL="285750" lvl="1" indent="-285750" defTabSz="711200" fontAlgn="base">
              <a:lnSpc>
                <a:spcPct val="90000"/>
              </a:lnSpc>
              <a:spcBef>
                <a:spcPct val="0"/>
              </a:spcBef>
              <a:spcAft>
                <a:spcPct val="15000"/>
              </a:spcAft>
              <a:buFont typeface="Wingdings" panose="05000000000000000000" pitchFamily="2" charset="2"/>
              <a:buChar char="v"/>
              <a:defRPr/>
            </a:pPr>
            <a:endParaRPr lang="en-US" kern="0" dirty="0">
              <a:solidFill>
                <a:srgbClr val="000000"/>
              </a:solidFill>
            </a:endParaRPr>
          </a:p>
          <a:p>
            <a:pPr marL="285750" lvl="1" indent="-285750" defTabSz="711200" fontAlgn="base">
              <a:lnSpc>
                <a:spcPct val="90000"/>
              </a:lnSpc>
              <a:spcBef>
                <a:spcPct val="0"/>
              </a:spcBef>
              <a:spcAft>
                <a:spcPct val="15000"/>
              </a:spcAft>
              <a:buFont typeface="Wingdings" panose="05000000000000000000" pitchFamily="2" charset="2"/>
              <a:buChar char="v"/>
              <a:defRPr/>
            </a:pPr>
            <a:r>
              <a:rPr lang="en-US" kern="0" dirty="0">
                <a:solidFill>
                  <a:srgbClr val="000000"/>
                </a:solidFill>
              </a:rPr>
              <a:t>Example 3: Local IT in entity ZZZZ is verticalized under Global IT function. Full costs of local IT department and IT infrastructures will be reported under Global IT function within the same entity.</a:t>
            </a:r>
          </a:p>
          <a:p>
            <a:pPr marL="285750" lvl="1" indent="-285750" defTabSz="711200" fontAlgn="base">
              <a:lnSpc>
                <a:spcPct val="90000"/>
              </a:lnSpc>
              <a:spcBef>
                <a:spcPct val="0"/>
              </a:spcBef>
              <a:spcAft>
                <a:spcPct val="15000"/>
              </a:spcAft>
              <a:buFont typeface="Wingdings" panose="05000000000000000000" pitchFamily="2" charset="2"/>
              <a:buChar char="v"/>
              <a:defRPr/>
            </a:pPr>
            <a:endParaRPr lang="en-US" kern="0" dirty="0">
              <a:solidFill>
                <a:srgbClr val="000000"/>
              </a:solidFill>
            </a:endParaRPr>
          </a:p>
          <a:p>
            <a:pPr marL="0" lvl="1" defTabSz="711200" fontAlgn="base">
              <a:lnSpc>
                <a:spcPct val="90000"/>
              </a:lnSpc>
              <a:spcBef>
                <a:spcPct val="0"/>
              </a:spcBef>
              <a:spcAft>
                <a:spcPct val="15000"/>
              </a:spcAft>
              <a:defRPr/>
            </a:pPr>
            <a:r>
              <a:rPr lang="en-US" kern="0" dirty="0">
                <a:solidFill>
                  <a:srgbClr val="000000"/>
                </a:solidFill>
              </a:rPr>
              <a:t>Note: the CIEM (Community Investment in Emerging Markets) process is not in scope of this guideline and is expected to continue as is</a:t>
            </a:r>
            <a:endParaRPr lang="en-US" sz="1600" kern="0" dirty="0">
              <a:solidFill>
                <a:srgbClr val="000000"/>
              </a:solidFill>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906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2D88D8D-6D13-4390-8ADA-ECAB1214C63C}"/>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2" name="Title 1">
            <a:extLst>
              <a:ext uri="{FF2B5EF4-FFF2-40B4-BE49-F238E27FC236}">
                <a16:creationId xmlns:a16="http://schemas.microsoft.com/office/drawing/2014/main" id="{CDBFFEC0-636C-4396-8321-0119BBF354DB}"/>
              </a:ext>
            </a:extLst>
          </p:cNvPr>
          <p:cNvSpPr>
            <a:spLocks noGrp="1"/>
          </p:cNvSpPr>
          <p:nvPr>
            <p:ph type="title"/>
          </p:nvPr>
        </p:nvSpPr>
        <p:spPr/>
        <p:txBody>
          <a:bodyPr/>
          <a:lstStyle/>
          <a:p>
            <a:r>
              <a:rPr lang="en-GB" dirty="0"/>
              <a:t>Cost Accountability Matrix</a:t>
            </a:r>
            <a:endParaRPr lang="en-US" dirty="0"/>
          </a:p>
        </p:txBody>
      </p:sp>
      <p:pic>
        <p:nvPicPr>
          <p:cNvPr id="3" name="Picture 2">
            <a:extLst>
              <a:ext uri="{FF2B5EF4-FFF2-40B4-BE49-F238E27FC236}">
                <a16:creationId xmlns:a16="http://schemas.microsoft.com/office/drawing/2014/main" id="{77424E6B-A8A3-4019-967B-9E0C00403259}"/>
              </a:ext>
            </a:extLst>
          </p:cNvPr>
          <p:cNvPicPr>
            <a:picLocks noChangeAspect="1"/>
          </p:cNvPicPr>
          <p:nvPr/>
        </p:nvPicPr>
        <p:blipFill>
          <a:blip r:embed="rId2"/>
          <a:stretch>
            <a:fillRect/>
          </a:stretch>
        </p:blipFill>
        <p:spPr>
          <a:xfrm>
            <a:off x="939592" y="1429795"/>
            <a:ext cx="10080833" cy="4967567"/>
          </a:xfrm>
          <a:prstGeom prst="rect">
            <a:avLst/>
          </a:prstGeom>
        </p:spPr>
      </p:pic>
    </p:spTree>
    <p:extLst>
      <p:ext uri="{BB962C8B-B14F-4D97-AF65-F5344CB8AC3E}">
        <p14:creationId xmlns:p14="http://schemas.microsoft.com/office/powerpoint/2010/main" val="3203677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Other Allocation cycles and their usage in JTI</a:t>
            </a:r>
            <a:endParaRPr lang="en-US" dirty="0"/>
          </a:p>
        </p:txBody>
      </p:sp>
      <p:grpSp>
        <p:nvGrpSpPr>
          <p:cNvPr id="14" name="Group 13">
            <a:extLst>
              <a:ext uri="{FF2B5EF4-FFF2-40B4-BE49-F238E27FC236}">
                <a16:creationId xmlns:a16="http://schemas.microsoft.com/office/drawing/2014/main" id="{F1C943BD-4579-4512-B3A5-CD512D1D211E}"/>
              </a:ext>
            </a:extLst>
          </p:cNvPr>
          <p:cNvGrpSpPr/>
          <p:nvPr/>
        </p:nvGrpSpPr>
        <p:grpSpPr>
          <a:xfrm>
            <a:off x="515939" y="1539624"/>
            <a:ext cx="10832247" cy="4757897"/>
            <a:chOff x="515938" y="1539624"/>
            <a:chExt cx="11160123" cy="5031465"/>
          </a:xfrm>
        </p:grpSpPr>
        <p:sp>
          <p:nvSpPr>
            <p:cNvPr id="15" name="Rounded Rectangle 28">
              <a:extLst>
                <a:ext uri="{FF2B5EF4-FFF2-40B4-BE49-F238E27FC236}">
                  <a16:creationId xmlns:a16="http://schemas.microsoft.com/office/drawing/2014/main" id="{1B873D79-1ED1-4C36-B091-BECC542C5B4A}"/>
                </a:ext>
              </a:extLst>
            </p:cNvPr>
            <p:cNvSpPr/>
            <p:nvPr/>
          </p:nvSpPr>
          <p:spPr bwMode="auto">
            <a:xfrm>
              <a:off x="515938" y="1539624"/>
              <a:ext cx="11160123" cy="645894"/>
            </a:xfrm>
            <a:prstGeom prst="roundRect">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We have seen examples of profit center allocation cycles, cost center allocation cycles and CO-PA allocation cycles in use at JTI over the last 15 years. However, in S/4HANA we will no longer maintain all different types of cycles …..</a:t>
              </a:r>
            </a:p>
          </p:txBody>
        </p:sp>
        <p:sp>
          <p:nvSpPr>
            <p:cNvPr id="16" name="Freeform 11">
              <a:extLst>
                <a:ext uri="{FF2B5EF4-FFF2-40B4-BE49-F238E27FC236}">
                  <a16:creationId xmlns:a16="http://schemas.microsoft.com/office/drawing/2014/main" id="{045593DE-DB19-448F-8990-4E2AF9EDA19B}"/>
                </a:ext>
              </a:extLst>
            </p:cNvPr>
            <p:cNvSpPr/>
            <p:nvPr/>
          </p:nvSpPr>
          <p:spPr>
            <a:xfrm>
              <a:off x="873727" y="2428509"/>
              <a:ext cx="3327008" cy="414258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spcFirstLastPara="0" vert="horz" wrap="square" lIns="146051" tIns="922100" rIns="147836" bIns="922101" numCol="1" spcCol="1270" anchor="ctr" anchorCtr="0">
              <a:noAutofit/>
            </a:bodyPr>
            <a:lstStyle/>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US" sz="2300" b="1" i="0" u="none" strike="noStrike" kern="0" cap="none" spc="0" normalizeH="0" baseline="0" noProof="0" dirty="0">
                  <a:ln>
                    <a:noFill/>
                  </a:ln>
                  <a:solidFill>
                    <a:srgbClr val="000000"/>
                  </a:solidFill>
                  <a:effectLst/>
                  <a:uLnTx/>
                  <a:uFillTx/>
                  <a:latin typeface="Arial" panose="020B0604020202020204"/>
                  <a:ea typeface="+mn-ea"/>
                  <a:cs typeface="+mn-cs"/>
                </a:rPr>
                <a:t>Profit center allocation cycles</a:t>
              </a:r>
            </a:p>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US" sz="2300" b="0" i="0" u="none" strike="noStrike" kern="0" cap="none" spc="0" normalizeH="0" baseline="0" noProof="0" dirty="0">
                  <a:ln>
                    <a:noFill/>
                  </a:ln>
                  <a:solidFill>
                    <a:srgbClr val="000000"/>
                  </a:solidFill>
                  <a:effectLst/>
                  <a:uLnTx/>
                  <a:uFillTx/>
                  <a:latin typeface="Arial" panose="020B0604020202020204"/>
                  <a:ea typeface="+mn-ea"/>
                  <a:cs typeface="+mn-cs"/>
                </a:rPr>
                <a:t>will no longer be used due to the removal of branded profit centers and increased usage of CO-PA in S/4HANA</a:t>
              </a:r>
            </a:p>
            <a:p>
              <a:pPr marL="0" marR="0" lvl="0" indent="0" algn="ctr" defTabSz="1022350" rtl="0" eaLnBrk="1" fontAlgn="base" latinLnBrk="0" hangingPunct="1">
                <a:lnSpc>
                  <a:spcPct val="90000"/>
                </a:lnSpc>
                <a:spcBef>
                  <a:spcPct val="0"/>
                </a:spcBef>
                <a:spcAft>
                  <a:spcPct val="35000"/>
                </a:spcAft>
                <a:buClrTx/>
                <a:buSzTx/>
                <a:buFontTx/>
                <a:buNone/>
                <a:tabLst/>
                <a:defRPr/>
              </a:pPr>
              <a:endParaRPr kumimoji="0" lang="en-US" sz="23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7" name="Freeform 12">
              <a:extLst>
                <a:ext uri="{FF2B5EF4-FFF2-40B4-BE49-F238E27FC236}">
                  <a16:creationId xmlns:a16="http://schemas.microsoft.com/office/drawing/2014/main" id="{70BC64D9-AC82-4AF0-83C0-BA563FAFC230}"/>
                </a:ext>
              </a:extLst>
            </p:cNvPr>
            <p:cNvSpPr/>
            <p:nvPr/>
          </p:nvSpPr>
          <p:spPr>
            <a:xfrm>
              <a:off x="4450259" y="2428509"/>
              <a:ext cx="3327008" cy="414258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spcFirstLastPara="0" vert="horz" wrap="square" lIns="146051" tIns="922100" rIns="147836" bIns="922101" numCol="1" spcCol="1270" anchor="ctr" anchorCtr="0">
              <a:noAutofit/>
            </a:bodyPr>
            <a:lstStyle/>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US" sz="2300" b="1" i="0" u="none" strike="noStrike" kern="0" cap="none" spc="0" normalizeH="0" baseline="0" noProof="0" dirty="0">
                  <a:ln>
                    <a:noFill/>
                  </a:ln>
                  <a:solidFill>
                    <a:srgbClr val="000000"/>
                  </a:solidFill>
                  <a:effectLst/>
                  <a:uLnTx/>
                  <a:uFillTx/>
                  <a:latin typeface="Arial" panose="020B0604020202020204"/>
                  <a:ea typeface="+mn-ea"/>
                  <a:cs typeface="+mn-cs"/>
                </a:rPr>
                <a:t>CO-PA allocation cycles</a:t>
              </a:r>
            </a:p>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US" sz="2300" b="0" i="0" u="none" strike="noStrike" kern="0" cap="none" spc="0" normalizeH="0" baseline="0" noProof="0" dirty="0">
                  <a:ln>
                    <a:noFill/>
                  </a:ln>
                  <a:solidFill>
                    <a:srgbClr val="000000"/>
                  </a:solidFill>
                  <a:effectLst/>
                  <a:uLnTx/>
                  <a:uFillTx/>
                  <a:latin typeface="Arial" panose="020B0604020202020204"/>
                  <a:ea typeface="+mn-ea"/>
                  <a:cs typeface="+mn-cs"/>
                </a:rPr>
                <a:t>will not be used as they can only be recorded with document currency as USD, thus creating issues for FX restatement</a:t>
              </a:r>
            </a:p>
          </p:txBody>
        </p:sp>
        <p:sp>
          <p:nvSpPr>
            <p:cNvPr id="18" name="Freeform 13">
              <a:extLst>
                <a:ext uri="{FF2B5EF4-FFF2-40B4-BE49-F238E27FC236}">
                  <a16:creationId xmlns:a16="http://schemas.microsoft.com/office/drawing/2014/main" id="{D721C000-04DF-427F-AB88-107039632C63}"/>
                </a:ext>
              </a:extLst>
            </p:cNvPr>
            <p:cNvSpPr/>
            <p:nvPr/>
          </p:nvSpPr>
          <p:spPr>
            <a:xfrm>
              <a:off x="8026792" y="2428509"/>
              <a:ext cx="3327008" cy="414258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rotWithShape="1">
              <a:gsLst>
                <a:gs pos="0">
                  <a:srgbClr val="B0D838">
                    <a:lumMod val="110000"/>
                    <a:satMod val="105000"/>
                    <a:tint val="67000"/>
                  </a:srgbClr>
                </a:gs>
                <a:gs pos="50000">
                  <a:srgbClr val="B0D838">
                    <a:lumMod val="105000"/>
                    <a:satMod val="103000"/>
                    <a:tint val="73000"/>
                  </a:srgbClr>
                </a:gs>
                <a:gs pos="100000">
                  <a:srgbClr val="B0D838">
                    <a:lumMod val="105000"/>
                    <a:satMod val="109000"/>
                    <a:tint val="81000"/>
                  </a:srgbClr>
                </a:gs>
              </a:gsLst>
              <a:lin ang="5400000" scaled="0"/>
            </a:gradFill>
            <a:ln w="6350" cap="flat" cmpd="sng" algn="ctr">
              <a:solidFill>
                <a:srgbClr val="B0D838"/>
              </a:solidFill>
              <a:prstDash val="solid"/>
              <a:miter lim="800000"/>
            </a:ln>
            <a:effectLst/>
          </p:spPr>
          <p:txBody>
            <a:bodyPr spcFirstLastPara="0" vert="horz" wrap="square" lIns="146051" tIns="922100" rIns="147836" bIns="922101" numCol="1" spcCol="1270" anchor="ctr" anchorCtr="0">
              <a:noAutofit/>
            </a:bodyPr>
            <a:lstStyle/>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GB" sz="2300" b="1" i="0" u="none" strike="noStrike" kern="0" cap="none" spc="0" normalizeH="0" baseline="0" noProof="0" dirty="0">
                  <a:ln>
                    <a:noFill/>
                  </a:ln>
                  <a:solidFill>
                    <a:srgbClr val="000000"/>
                  </a:solidFill>
                  <a:effectLst/>
                  <a:uLnTx/>
                  <a:uFillTx/>
                  <a:latin typeface="Arial" panose="020B0604020202020204"/>
                  <a:ea typeface="+mn-ea"/>
                  <a:cs typeface="+mn-cs"/>
                </a:rPr>
                <a:t>Cost center allocation cycles</a:t>
              </a:r>
            </a:p>
            <a:p>
              <a:pPr marL="0" marR="0" lvl="0" indent="0" algn="ctr" defTabSz="1022350" rtl="0" eaLnBrk="1" fontAlgn="base" latinLnBrk="0" hangingPunct="1">
                <a:lnSpc>
                  <a:spcPct val="90000"/>
                </a:lnSpc>
                <a:spcBef>
                  <a:spcPct val="0"/>
                </a:spcBef>
                <a:spcAft>
                  <a:spcPct val="35000"/>
                </a:spcAft>
                <a:buClrTx/>
                <a:buSzTx/>
                <a:buFontTx/>
                <a:buNone/>
                <a:tabLst/>
                <a:defRPr/>
              </a:pPr>
              <a:r>
                <a:rPr kumimoji="0" lang="en-GB" sz="2300" b="0" i="0" u="none" strike="noStrike" kern="0" cap="none" spc="0" normalizeH="0" baseline="0" noProof="0" dirty="0">
                  <a:ln>
                    <a:noFill/>
                  </a:ln>
                  <a:solidFill>
                    <a:srgbClr val="000000"/>
                  </a:solidFill>
                  <a:effectLst/>
                  <a:uLnTx/>
                  <a:uFillTx/>
                  <a:latin typeface="Arial" panose="020B0604020202020204"/>
                  <a:ea typeface="+mn-ea"/>
                  <a:cs typeface="+mn-cs"/>
                </a:rPr>
                <a:t>will continue to be used and can allocate costs to cost centers and WBS + cost center</a:t>
              </a:r>
              <a:endParaRPr kumimoji="0" lang="en-US" sz="23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19" name="Graphic 18" descr="Warning">
              <a:extLst>
                <a:ext uri="{FF2B5EF4-FFF2-40B4-BE49-F238E27FC236}">
                  <a16:creationId xmlns:a16="http://schemas.microsoft.com/office/drawing/2014/main" id="{ACC13635-F52B-42FE-B068-969C0B1542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4616" y="2590113"/>
              <a:ext cx="550147" cy="550147"/>
            </a:xfrm>
            <a:prstGeom prst="rect">
              <a:avLst/>
            </a:prstGeom>
          </p:spPr>
        </p:pic>
        <p:pic>
          <p:nvPicPr>
            <p:cNvPr id="20" name="Graphic 19" descr="Warning">
              <a:extLst>
                <a:ext uri="{FF2B5EF4-FFF2-40B4-BE49-F238E27FC236}">
                  <a16:creationId xmlns:a16="http://schemas.microsoft.com/office/drawing/2014/main" id="{DAA71177-0874-4C70-B6C3-289A21C898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23455" y="2590113"/>
              <a:ext cx="550147" cy="550147"/>
            </a:xfrm>
            <a:prstGeom prst="rect">
              <a:avLst/>
            </a:prstGeom>
          </p:spPr>
        </p:pic>
        <p:pic>
          <p:nvPicPr>
            <p:cNvPr id="21" name="Graphic 20" descr="Thumbs Up Sign">
              <a:extLst>
                <a:ext uri="{FF2B5EF4-FFF2-40B4-BE49-F238E27FC236}">
                  <a16:creationId xmlns:a16="http://schemas.microsoft.com/office/drawing/2014/main" id="{FBCB4110-B05B-4921-8417-215246FC38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5622" y="2590113"/>
              <a:ext cx="625510" cy="625510"/>
            </a:xfrm>
            <a:prstGeom prst="rect">
              <a:avLst/>
            </a:prstGeom>
          </p:spPr>
        </p:pic>
      </p:grpSp>
    </p:spTree>
    <p:extLst>
      <p:ext uri="{BB962C8B-B14F-4D97-AF65-F5344CB8AC3E}">
        <p14:creationId xmlns:p14="http://schemas.microsoft.com/office/powerpoint/2010/main" val="249526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4E32FE1-D013-6F50-6897-0D1F1E76778A}"/>
              </a:ext>
            </a:extLst>
          </p:cNvPr>
          <p:cNvSpPr txBox="1">
            <a:spLocks/>
          </p:cNvSpPr>
          <p:nvPr/>
        </p:nvSpPr>
        <p:spPr>
          <a:xfrm>
            <a:off x="1511276" y="210344"/>
            <a:ext cx="8470924"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 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 Center Allocation - Introduction</a:t>
            </a:r>
          </a:p>
        </p:txBody>
      </p:sp>
      <p:graphicFrame>
        <p:nvGraphicFramePr>
          <p:cNvPr id="3" name="Content Placeholder 5">
            <a:extLst>
              <a:ext uri="{FF2B5EF4-FFF2-40B4-BE49-F238E27FC236}">
                <a16:creationId xmlns:a16="http://schemas.microsoft.com/office/drawing/2014/main" id="{4AEBA731-655D-7F4C-64A6-B8BB140853AB}"/>
              </a:ext>
            </a:extLst>
          </p:cNvPr>
          <p:cNvGraphicFramePr>
            <a:graphicFrameLocks noGrp="1"/>
          </p:cNvGraphicFramePr>
          <p:nvPr>
            <p:ph idx="1"/>
          </p:nvPr>
        </p:nvGraphicFramePr>
        <p:xfrm>
          <a:off x="1146969" y="1906836"/>
          <a:ext cx="9898062" cy="4586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テキスト ボックス 5">
            <a:extLst>
              <a:ext uri="{FF2B5EF4-FFF2-40B4-BE49-F238E27FC236}">
                <a16:creationId xmlns:a16="http://schemas.microsoft.com/office/drawing/2014/main" id="{8BFA2C12-60CE-6529-D800-3281393EA0DC}"/>
              </a:ext>
            </a:extLst>
          </p:cNvPr>
          <p:cNvSpPr txBox="1"/>
          <p:nvPr/>
        </p:nvSpPr>
        <p:spPr>
          <a:xfrm>
            <a:off x="604875" y="1429035"/>
            <a:ext cx="10935192"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Cost center allocations will be used for </a:t>
            </a:r>
            <a:r>
              <a:rPr kumimoji="0" lang="en-US" altLang="ja-JP" sz="18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Opex</a:t>
            </a: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where:</a:t>
            </a:r>
          </a:p>
        </p:txBody>
      </p:sp>
      <p:sp>
        <p:nvSpPr>
          <p:cNvPr id="2" name="Slide Number Placeholder 4">
            <a:extLst>
              <a:ext uri="{FF2B5EF4-FFF2-40B4-BE49-F238E27FC236}">
                <a16:creationId xmlns:a16="http://schemas.microsoft.com/office/drawing/2014/main" id="{FFE22EB0-9C7F-4836-969C-3C12DF66324E}"/>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26879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4E32FE1-D013-6F50-6897-0D1F1E76778A}"/>
              </a:ext>
            </a:extLst>
          </p:cNvPr>
          <p:cNvSpPr txBox="1">
            <a:spLocks/>
          </p:cNvSpPr>
          <p:nvPr/>
        </p:nvSpPr>
        <p:spPr>
          <a:xfrm>
            <a:off x="1511276" y="210344"/>
            <a:ext cx="8470924"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 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 Center Allocation - Maintenance Process</a:t>
            </a:r>
          </a:p>
        </p:txBody>
      </p:sp>
      <p:sp>
        <p:nvSpPr>
          <p:cNvPr id="8" name="テキスト ボックス 7">
            <a:extLst>
              <a:ext uri="{FF2B5EF4-FFF2-40B4-BE49-F238E27FC236}">
                <a16:creationId xmlns:a16="http://schemas.microsoft.com/office/drawing/2014/main" id="{04E604C0-3DC8-20CA-E999-D3BB8B09E5BC}"/>
              </a:ext>
            </a:extLst>
          </p:cNvPr>
          <p:cNvSpPr txBox="1"/>
          <p:nvPr/>
        </p:nvSpPr>
        <p:spPr>
          <a:xfrm>
            <a:off x="604875" y="1429035"/>
            <a:ext cx="9597458"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Followings are process flow for Cost Center Allocation Cycle Maintenance;</a:t>
            </a:r>
          </a:p>
        </p:txBody>
      </p:sp>
      <p:sp>
        <p:nvSpPr>
          <p:cNvPr id="33" name="Rectangle 5">
            <a:extLst>
              <a:ext uri="{FF2B5EF4-FFF2-40B4-BE49-F238E27FC236}">
                <a16:creationId xmlns:a16="http://schemas.microsoft.com/office/drawing/2014/main" id="{B3837518-9D55-BCB3-30D3-C4AC2B50CDA4}"/>
              </a:ext>
            </a:extLst>
          </p:cNvPr>
          <p:cNvSpPr/>
          <p:nvPr/>
        </p:nvSpPr>
        <p:spPr>
          <a:xfrm>
            <a:off x="2319885" y="2456623"/>
            <a:ext cx="2257419" cy="136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Request for CC cycle creation creation/change is submitted by a market</a:t>
            </a:r>
          </a:p>
        </p:txBody>
      </p:sp>
      <p:sp>
        <p:nvSpPr>
          <p:cNvPr id="34" name="Oval 6">
            <a:extLst>
              <a:ext uri="{FF2B5EF4-FFF2-40B4-BE49-F238E27FC236}">
                <a16:creationId xmlns:a16="http://schemas.microsoft.com/office/drawing/2014/main" id="{A88A8902-B20E-255C-BA98-C8B81EF3B5B9}"/>
              </a:ext>
            </a:extLst>
          </p:cNvPr>
          <p:cNvSpPr/>
          <p:nvPr/>
        </p:nvSpPr>
        <p:spPr>
          <a:xfrm>
            <a:off x="3758160" y="2208973"/>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My Request</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5" name="Parallelogram 7">
            <a:extLst>
              <a:ext uri="{FF2B5EF4-FFF2-40B4-BE49-F238E27FC236}">
                <a16:creationId xmlns:a16="http://schemas.microsoft.com/office/drawing/2014/main" id="{77D3EB42-B58B-D4B2-B662-1B5633DE4399}"/>
              </a:ext>
            </a:extLst>
          </p:cNvPr>
          <p:cNvSpPr/>
          <p:nvPr/>
        </p:nvSpPr>
        <p:spPr>
          <a:xfrm>
            <a:off x="1661864" y="2208973"/>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Market</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9" name="Rectangle 11">
            <a:extLst>
              <a:ext uri="{FF2B5EF4-FFF2-40B4-BE49-F238E27FC236}">
                <a16:creationId xmlns:a16="http://schemas.microsoft.com/office/drawing/2014/main" id="{669C59CF-F77F-A005-E95D-82CD66016064}"/>
              </a:ext>
            </a:extLst>
          </p:cNvPr>
          <p:cNvSpPr/>
          <p:nvPr/>
        </p:nvSpPr>
        <p:spPr>
          <a:xfrm>
            <a:off x="6522645" y="2450312"/>
            <a:ext cx="2257419" cy="136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Request is processed and cycle is created/changed in S/4 PROD</a:t>
            </a:r>
            <a:endParaRPr kumimoji="0" lang="ru-RU"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40" name="Oval 12">
            <a:extLst>
              <a:ext uri="{FF2B5EF4-FFF2-40B4-BE49-F238E27FC236}">
                <a16:creationId xmlns:a16="http://schemas.microsoft.com/office/drawing/2014/main" id="{C77DC52F-E462-7D69-CC85-F489D8B73773}"/>
              </a:ext>
            </a:extLst>
          </p:cNvPr>
          <p:cNvSpPr/>
          <p:nvPr/>
        </p:nvSpPr>
        <p:spPr>
          <a:xfrm>
            <a:off x="7960920" y="2202662"/>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SAP S/4</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1" name="Parallelogram 13">
            <a:extLst>
              <a:ext uri="{FF2B5EF4-FFF2-40B4-BE49-F238E27FC236}">
                <a16:creationId xmlns:a16="http://schemas.microsoft.com/office/drawing/2014/main" id="{E8820F94-3A01-7CC1-4A32-F81FA4EB969A}"/>
              </a:ext>
            </a:extLst>
          </p:cNvPr>
          <p:cNvSpPr/>
          <p:nvPr/>
        </p:nvSpPr>
        <p:spPr>
          <a:xfrm>
            <a:off x="5864624" y="2202662"/>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GBS</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2" name="Rectangle 14">
            <a:extLst>
              <a:ext uri="{FF2B5EF4-FFF2-40B4-BE49-F238E27FC236}">
                <a16:creationId xmlns:a16="http://schemas.microsoft.com/office/drawing/2014/main" id="{9C6B8418-C525-E2F1-236B-02F6F31CD679}"/>
              </a:ext>
            </a:extLst>
          </p:cNvPr>
          <p:cNvSpPr/>
          <p:nvPr/>
        </p:nvSpPr>
        <p:spPr>
          <a:xfrm>
            <a:off x="8630850" y="4997188"/>
            <a:ext cx="2257419" cy="136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Market updates SKF values on periodical basis if needed</a:t>
            </a:r>
            <a:endParaRPr kumimoji="0" lang="ru-RU" sz="1400" b="0" i="0" u="none" strike="noStrike" kern="1200" cap="none" spc="0" normalizeH="0" baseline="0" noProof="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43" name="Oval 15">
            <a:extLst>
              <a:ext uri="{FF2B5EF4-FFF2-40B4-BE49-F238E27FC236}">
                <a16:creationId xmlns:a16="http://schemas.microsoft.com/office/drawing/2014/main" id="{87EE798B-7788-F7AF-82BB-44A615D598E7}"/>
              </a:ext>
            </a:extLst>
          </p:cNvPr>
          <p:cNvSpPr/>
          <p:nvPr/>
        </p:nvSpPr>
        <p:spPr>
          <a:xfrm>
            <a:off x="10069125" y="4749538"/>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SAP S/4</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4" name="Parallelogram 16">
            <a:extLst>
              <a:ext uri="{FF2B5EF4-FFF2-40B4-BE49-F238E27FC236}">
                <a16:creationId xmlns:a16="http://schemas.microsoft.com/office/drawing/2014/main" id="{7A6689CE-767B-A3B8-ABB7-84B40C456745}"/>
              </a:ext>
            </a:extLst>
          </p:cNvPr>
          <p:cNvSpPr/>
          <p:nvPr/>
        </p:nvSpPr>
        <p:spPr>
          <a:xfrm>
            <a:off x="7972829" y="4749538"/>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Market</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5" name="Rectangle 20">
            <a:extLst>
              <a:ext uri="{FF2B5EF4-FFF2-40B4-BE49-F238E27FC236}">
                <a16:creationId xmlns:a16="http://schemas.microsoft.com/office/drawing/2014/main" id="{1836DC8B-C874-DCF8-F6B0-148D770BBD8E}"/>
              </a:ext>
            </a:extLst>
          </p:cNvPr>
          <p:cNvSpPr/>
          <p:nvPr/>
        </p:nvSpPr>
        <p:spPr>
          <a:xfrm>
            <a:off x="5057389" y="4997188"/>
            <a:ext cx="2257419" cy="136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GBS executes CC allocation cycle at the period end</a:t>
            </a:r>
            <a:endParaRPr kumimoji="0" lang="ru-RU" sz="1400" b="0" i="0" u="none" strike="noStrike" kern="1200" cap="none" spc="0" normalizeH="0" baseline="0" noProof="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46" name="Oval 21">
            <a:extLst>
              <a:ext uri="{FF2B5EF4-FFF2-40B4-BE49-F238E27FC236}">
                <a16:creationId xmlns:a16="http://schemas.microsoft.com/office/drawing/2014/main" id="{3EA2BED8-6505-10FC-0BE9-7DE731C84E49}"/>
              </a:ext>
            </a:extLst>
          </p:cNvPr>
          <p:cNvSpPr/>
          <p:nvPr/>
        </p:nvSpPr>
        <p:spPr>
          <a:xfrm>
            <a:off x="6495664" y="4749538"/>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SAP S/4</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47" name="Parallelogram 22">
            <a:extLst>
              <a:ext uri="{FF2B5EF4-FFF2-40B4-BE49-F238E27FC236}">
                <a16:creationId xmlns:a16="http://schemas.microsoft.com/office/drawing/2014/main" id="{24AD4AFE-4789-B923-6426-F5627AD41A5C}"/>
              </a:ext>
            </a:extLst>
          </p:cNvPr>
          <p:cNvSpPr/>
          <p:nvPr/>
        </p:nvSpPr>
        <p:spPr>
          <a:xfrm>
            <a:off x="4399368" y="4749538"/>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GBS</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cxnSp>
        <p:nvCxnSpPr>
          <p:cNvPr id="48" name="Straight Arrow Connector 23">
            <a:extLst>
              <a:ext uri="{FF2B5EF4-FFF2-40B4-BE49-F238E27FC236}">
                <a16:creationId xmlns:a16="http://schemas.microsoft.com/office/drawing/2014/main" id="{3246A1C8-3C91-D63A-92D1-860ED246E12B}"/>
              </a:ext>
            </a:extLst>
          </p:cNvPr>
          <p:cNvCxnSpPr>
            <a:cxnSpLocks/>
            <a:stCxn id="33" idx="3"/>
            <a:endCxn id="39" idx="1"/>
          </p:cNvCxnSpPr>
          <p:nvPr/>
        </p:nvCxnSpPr>
        <p:spPr>
          <a:xfrm flipV="1">
            <a:off x="4577304" y="3134312"/>
            <a:ext cx="1945341" cy="6311"/>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26">
            <a:extLst>
              <a:ext uri="{FF2B5EF4-FFF2-40B4-BE49-F238E27FC236}">
                <a16:creationId xmlns:a16="http://schemas.microsoft.com/office/drawing/2014/main" id="{9589334A-F940-5151-6941-6C2D931C92CF}"/>
              </a:ext>
            </a:extLst>
          </p:cNvPr>
          <p:cNvCxnSpPr>
            <a:cxnSpLocks/>
            <a:stCxn id="42" idx="1"/>
            <a:endCxn id="45" idx="3"/>
          </p:cNvCxnSpPr>
          <p:nvPr/>
        </p:nvCxnSpPr>
        <p:spPr>
          <a:xfrm flipH="1">
            <a:off x="7314808" y="5681188"/>
            <a:ext cx="1316042" cy="0"/>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25">
            <a:extLst>
              <a:ext uri="{FF2B5EF4-FFF2-40B4-BE49-F238E27FC236}">
                <a16:creationId xmlns:a16="http://schemas.microsoft.com/office/drawing/2014/main" id="{977E0E26-ABAC-818F-F49C-54CB2DF4773E}"/>
              </a:ext>
            </a:extLst>
          </p:cNvPr>
          <p:cNvSpPr/>
          <p:nvPr/>
        </p:nvSpPr>
        <p:spPr>
          <a:xfrm>
            <a:off x="1483928" y="4997188"/>
            <a:ext cx="2257419" cy="136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Market checks the results of cost center allocation and impact on P&amp;L</a:t>
            </a:r>
            <a:endParaRPr kumimoji="0" lang="ru-RU"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53" name="Oval 28">
            <a:extLst>
              <a:ext uri="{FF2B5EF4-FFF2-40B4-BE49-F238E27FC236}">
                <a16:creationId xmlns:a16="http://schemas.microsoft.com/office/drawing/2014/main" id="{55430FE5-D30E-2D34-F7B3-1DB7645E3053}"/>
              </a:ext>
            </a:extLst>
          </p:cNvPr>
          <p:cNvSpPr/>
          <p:nvPr/>
        </p:nvSpPr>
        <p:spPr>
          <a:xfrm>
            <a:off x="2922203" y="4749538"/>
            <a:ext cx="1209675" cy="4953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SAP S/4</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4" name="Parallelogram 29">
            <a:extLst>
              <a:ext uri="{FF2B5EF4-FFF2-40B4-BE49-F238E27FC236}">
                <a16:creationId xmlns:a16="http://schemas.microsoft.com/office/drawing/2014/main" id="{54EF2289-BB86-69F6-1891-E1FD56C2AB81}"/>
              </a:ext>
            </a:extLst>
          </p:cNvPr>
          <p:cNvSpPr/>
          <p:nvPr/>
        </p:nvSpPr>
        <p:spPr>
          <a:xfrm>
            <a:off x="825907" y="4749538"/>
            <a:ext cx="1571625" cy="495300"/>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Market</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cxnSp>
        <p:nvCxnSpPr>
          <p:cNvPr id="55" name="Straight Arrow Connector 30">
            <a:extLst>
              <a:ext uri="{FF2B5EF4-FFF2-40B4-BE49-F238E27FC236}">
                <a16:creationId xmlns:a16="http://schemas.microsoft.com/office/drawing/2014/main" id="{23E44274-FB73-3F1B-5C0F-686B2E2395FE}"/>
              </a:ext>
            </a:extLst>
          </p:cNvPr>
          <p:cNvCxnSpPr>
            <a:cxnSpLocks/>
          </p:cNvCxnSpPr>
          <p:nvPr/>
        </p:nvCxnSpPr>
        <p:spPr>
          <a:xfrm flipH="1">
            <a:off x="3747565" y="5597243"/>
            <a:ext cx="1309824" cy="0"/>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 name="コネクタ: カギ線 9">
            <a:extLst>
              <a:ext uri="{FF2B5EF4-FFF2-40B4-BE49-F238E27FC236}">
                <a16:creationId xmlns:a16="http://schemas.microsoft.com/office/drawing/2014/main" id="{8BBE4D18-DA31-6204-F31F-38CB8125A643}"/>
              </a:ext>
            </a:extLst>
          </p:cNvPr>
          <p:cNvCxnSpPr>
            <a:cxnSpLocks/>
            <a:stCxn id="39" idx="3"/>
            <a:endCxn id="42" idx="0"/>
          </p:cNvCxnSpPr>
          <p:nvPr/>
        </p:nvCxnSpPr>
        <p:spPr>
          <a:xfrm>
            <a:off x="8780064" y="3134312"/>
            <a:ext cx="979496" cy="1862876"/>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843988ED-5703-5429-3DD1-B41F9900353B}"/>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555108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Allocations for </a:t>
            </a:r>
            <a:r>
              <a:rPr lang="en-GB" dirty="0" err="1"/>
              <a:t>OpEx</a:t>
            </a:r>
            <a:endParaRPr lang="en-US" dirty="0"/>
          </a:p>
        </p:txBody>
      </p:sp>
      <p:graphicFrame>
        <p:nvGraphicFramePr>
          <p:cNvPr id="6" name="Table 5">
            <a:extLst>
              <a:ext uri="{FF2B5EF4-FFF2-40B4-BE49-F238E27FC236}">
                <a16:creationId xmlns:a16="http://schemas.microsoft.com/office/drawing/2014/main" id="{975268AC-9B63-4236-881E-F0AAAF889C85}"/>
              </a:ext>
            </a:extLst>
          </p:cNvPr>
          <p:cNvGraphicFramePr>
            <a:graphicFrameLocks noGrp="1"/>
          </p:cNvGraphicFramePr>
          <p:nvPr/>
        </p:nvGraphicFramePr>
        <p:xfrm>
          <a:off x="6166720" y="4475531"/>
          <a:ext cx="5204784" cy="2072640"/>
        </p:xfrm>
        <a:graphic>
          <a:graphicData uri="http://schemas.openxmlformats.org/drawingml/2006/table">
            <a:tbl>
              <a:tblPr firstRow="1" bandRow="1"/>
              <a:tblGrid>
                <a:gridCol w="599840">
                  <a:extLst>
                    <a:ext uri="{9D8B030D-6E8A-4147-A177-3AD203B41FA5}">
                      <a16:colId xmlns:a16="http://schemas.microsoft.com/office/drawing/2014/main" val="1738195229"/>
                    </a:ext>
                  </a:extLst>
                </a:gridCol>
                <a:gridCol w="1110343">
                  <a:extLst>
                    <a:ext uri="{9D8B030D-6E8A-4147-A177-3AD203B41FA5}">
                      <a16:colId xmlns:a16="http://schemas.microsoft.com/office/drawing/2014/main" val="1185855416"/>
                    </a:ext>
                  </a:extLst>
                </a:gridCol>
                <a:gridCol w="1149531">
                  <a:extLst>
                    <a:ext uri="{9D8B030D-6E8A-4147-A177-3AD203B41FA5}">
                      <a16:colId xmlns:a16="http://schemas.microsoft.com/office/drawing/2014/main" val="3564467507"/>
                    </a:ext>
                  </a:extLst>
                </a:gridCol>
                <a:gridCol w="1210150">
                  <a:extLst>
                    <a:ext uri="{9D8B030D-6E8A-4147-A177-3AD203B41FA5}">
                      <a16:colId xmlns:a16="http://schemas.microsoft.com/office/drawing/2014/main" val="1909753261"/>
                    </a:ext>
                  </a:extLst>
                </a:gridCol>
                <a:gridCol w="1134920">
                  <a:extLst>
                    <a:ext uri="{9D8B030D-6E8A-4147-A177-3AD203B41FA5}">
                      <a16:colId xmlns:a16="http://schemas.microsoft.com/office/drawing/2014/main" val="501845515"/>
                    </a:ext>
                  </a:extLst>
                </a:gridCol>
              </a:tblGrid>
              <a:tr h="54459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DR/CR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Account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dirty="0"/>
                        <a:t>Cost center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Profit Center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Amount</a:t>
                      </a:r>
                    </a:p>
                    <a:p>
                      <a:r>
                        <a:rPr lang="en-US" sz="1600"/>
                        <a:t>EUR </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356535567"/>
                  </a:ext>
                </a:extLst>
              </a:tr>
              <a:tr h="54459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Electricity</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General Services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France Market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(500)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939708156"/>
                  </a:ext>
                </a:extLst>
              </a:tr>
              <a:tr h="315293">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IT Dept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Global IT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200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2695043547"/>
                  </a:ext>
                </a:extLst>
              </a:tr>
              <a:tr h="54459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WWDF France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WWDF France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dirty="0"/>
                        <a:t>300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865250958"/>
                  </a:ext>
                </a:extLst>
              </a:tr>
            </a:tbl>
          </a:graphicData>
        </a:graphic>
      </p:graphicFrame>
      <p:graphicFrame>
        <p:nvGraphicFramePr>
          <p:cNvPr id="7" name="Table 6">
            <a:extLst>
              <a:ext uri="{FF2B5EF4-FFF2-40B4-BE49-F238E27FC236}">
                <a16:creationId xmlns:a16="http://schemas.microsoft.com/office/drawing/2014/main" id="{6335B06F-659D-47E8-AA31-EA1A7E3D7F1A}"/>
              </a:ext>
            </a:extLst>
          </p:cNvPr>
          <p:cNvGraphicFramePr>
            <a:graphicFrameLocks noGrp="1"/>
          </p:cNvGraphicFramePr>
          <p:nvPr/>
        </p:nvGraphicFramePr>
        <p:xfrm>
          <a:off x="772063" y="1950821"/>
          <a:ext cx="5081885" cy="1846938"/>
        </p:xfrm>
        <a:graphic>
          <a:graphicData uri="http://schemas.openxmlformats.org/drawingml/2006/table">
            <a:tbl>
              <a:tblPr firstRow="1" bandRow="1"/>
              <a:tblGrid>
                <a:gridCol w="547286">
                  <a:extLst>
                    <a:ext uri="{9D8B030D-6E8A-4147-A177-3AD203B41FA5}">
                      <a16:colId xmlns:a16="http://schemas.microsoft.com/office/drawing/2014/main" val="1738195229"/>
                    </a:ext>
                  </a:extLst>
                </a:gridCol>
                <a:gridCol w="1306134">
                  <a:extLst>
                    <a:ext uri="{9D8B030D-6E8A-4147-A177-3AD203B41FA5}">
                      <a16:colId xmlns:a16="http://schemas.microsoft.com/office/drawing/2014/main" val="1185855416"/>
                    </a:ext>
                  </a:extLst>
                </a:gridCol>
                <a:gridCol w="1139277">
                  <a:extLst>
                    <a:ext uri="{9D8B030D-6E8A-4147-A177-3AD203B41FA5}">
                      <a16:colId xmlns:a16="http://schemas.microsoft.com/office/drawing/2014/main" val="3564467507"/>
                    </a:ext>
                  </a:extLst>
                </a:gridCol>
                <a:gridCol w="981067">
                  <a:extLst>
                    <a:ext uri="{9D8B030D-6E8A-4147-A177-3AD203B41FA5}">
                      <a16:colId xmlns:a16="http://schemas.microsoft.com/office/drawing/2014/main" val="1909753261"/>
                    </a:ext>
                  </a:extLst>
                </a:gridCol>
                <a:gridCol w="1108121">
                  <a:extLst>
                    <a:ext uri="{9D8B030D-6E8A-4147-A177-3AD203B41FA5}">
                      <a16:colId xmlns:a16="http://schemas.microsoft.com/office/drawing/2014/main" val="501845515"/>
                    </a:ext>
                  </a:extLst>
                </a:gridCol>
              </a:tblGrid>
              <a:tr h="615646">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DR/CR</a:t>
                      </a:r>
                      <a:endParaRPr lang="en-US" sz="160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Account</a:t>
                      </a:r>
                      <a:endParaRPr lang="en-US" sz="160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dirty="0"/>
                        <a:t>Cost center</a:t>
                      </a:r>
                      <a:endParaRPr lang="en-US" sz="16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dirty="0"/>
                        <a:t>Profit Center</a:t>
                      </a:r>
                      <a:endParaRPr lang="en-US" sz="16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dirty="0"/>
                        <a:t>Amount</a:t>
                      </a:r>
                    </a:p>
                    <a:p>
                      <a:r>
                        <a:rPr lang="en-US" sz="1600" dirty="0"/>
                        <a:t>EUR </a:t>
                      </a:r>
                      <a:endParaRPr lang="en-US" sz="16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356535567"/>
                  </a:ext>
                </a:extLst>
              </a:tr>
              <a:tr h="61564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GRIR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eaLnBrk="1"/>
                      <a:endParaRPr lang="en-US" sz="16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dirty="0"/>
                        <a:t>France Market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(1000)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939708156"/>
                  </a:ext>
                </a:extLst>
              </a:tr>
              <a:tr h="61564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General Services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France Market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dirty="0"/>
                        <a:t>1000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865250958"/>
                  </a:ext>
                </a:extLst>
              </a:tr>
            </a:tbl>
          </a:graphicData>
        </a:graphic>
      </p:graphicFrame>
      <p:sp>
        <p:nvSpPr>
          <p:cNvPr id="8" name="TextBox 7">
            <a:extLst>
              <a:ext uri="{FF2B5EF4-FFF2-40B4-BE49-F238E27FC236}">
                <a16:creationId xmlns:a16="http://schemas.microsoft.com/office/drawing/2014/main" id="{EA4EA7B9-4E9C-4ECD-B628-E1BD3FCB21BA}"/>
              </a:ext>
            </a:extLst>
          </p:cNvPr>
          <p:cNvSpPr txBox="1"/>
          <p:nvPr/>
        </p:nvSpPr>
        <p:spPr>
          <a:xfrm>
            <a:off x="772063" y="1426382"/>
            <a:ext cx="5081885" cy="447265"/>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1. Goods receipt for electricity costs</a:t>
            </a:r>
          </a:p>
        </p:txBody>
      </p:sp>
      <p:sp>
        <p:nvSpPr>
          <p:cNvPr id="9" name="TextBox 8">
            <a:extLst>
              <a:ext uri="{FF2B5EF4-FFF2-40B4-BE49-F238E27FC236}">
                <a16:creationId xmlns:a16="http://schemas.microsoft.com/office/drawing/2014/main" id="{8D3EE689-5C35-4679-B621-14A06D9D5404}"/>
              </a:ext>
            </a:extLst>
          </p:cNvPr>
          <p:cNvSpPr txBox="1"/>
          <p:nvPr/>
        </p:nvSpPr>
        <p:spPr>
          <a:xfrm>
            <a:off x="6166720" y="1435418"/>
            <a:ext cx="5204785" cy="444174"/>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2. Total balance on General Services cost center</a:t>
            </a:r>
          </a:p>
        </p:txBody>
      </p:sp>
      <p:sp>
        <p:nvSpPr>
          <p:cNvPr id="10" name="TextBox 9">
            <a:extLst>
              <a:ext uri="{FF2B5EF4-FFF2-40B4-BE49-F238E27FC236}">
                <a16:creationId xmlns:a16="http://schemas.microsoft.com/office/drawing/2014/main" id="{2B57AE8C-1292-44DC-B792-9E54BAADADE0}"/>
              </a:ext>
            </a:extLst>
          </p:cNvPr>
          <p:cNvSpPr txBox="1"/>
          <p:nvPr/>
        </p:nvSpPr>
        <p:spPr>
          <a:xfrm>
            <a:off x="6166720" y="1947136"/>
            <a:ext cx="5204785" cy="1850623"/>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pic>
        <p:nvPicPr>
          <p:cNvPr id="11" name="Picture 10">
            <a:extLst>
              <a:ext uri="{FF2B5EF4-FFF2-40B4-BE49-F238E27FC236}">
                <a16:creationId xmlns:a16="http://schemas.microsoft.com/office/drawing/2014/main" id="{49EDBE39-3B0C-40DA-A8D2-CF835E41AAB8}"/>
              </a:ext>
            </a:extLst>
          </p:cNvPr>
          <p:cNvPicPr>
            <a:picLocks noChangeAspect="1"/>
          </p:cNvPicPr>
          <p:nvPr/>
        </p:nvPicPr>
        <p:blipFill>
          <a:blip r:embed="rId2"/>
          <a:stretch>
            <a:fillRect/>
          </a:stretch>
        </p:blipFill>
        <p:spPr>
          <a:xfrm>
            <a:off x="8438606" y="3541530"/>
            <a:ext cx="528502" cy="231219"/>
          </a:xfrm>
          <a:prstGeom prst="rect">
            <a:avLst/>
          </a:prstGeom>
        </p:spPr>
      </p:pic>
      <p:sp>
        <p:nvSpPr>
          <p:cNvPr id="12" name="TextBox 11">
            <a:extLst>
              <a:ext uri="{FF2B5EF4-FFF2-40B4-BE49-F238E27FC236}">
                <a16:creationId xmlns:a16="http://schemas.microsoft.com/office/drawing/2014/main" id="{83F3FC43-07BE-42AC-A9CF-0BBF01A4CB8C}"/>
              </a:ext>
            </a:extLst>
          </p:cNvPr>
          <p:cNvSpPr txBox="1"/>
          <p:nvPr/>
        </p:nvSpPr>
        <p:spPr>
          <a:xfrm>
            <a:off x="6311107" y="2279006"/>
            <a:ext cx="4779259" cy="417503"/>
          </a:xfrm>
          <a:prstGeom prst="rect">
            <a:avLst/>
          </a:prstGeom>
          <a:noFill/>
          <a:ln>
            <a:solidFill>
              <a:srgbClr val="122632"/>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 General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Reporting Period: 1 to 3 2019</a:t>
            </a:r>
          </a:p>
        </p:txBody>
      </p:sp>
      <p:graphicFrame>
        <p:nvGraphicFramePr>
          <p:cNvPr id="13" name="Table 12">
            <a:extLst>
              <a:ext uri="{FF2B5EF4-FFF2-40B4-BE49-F238E27FC236}">
                <a16:creationId xmlns:a16="http://schemas.microsoft.com/office/drawing/2014/main" id="{154F9D7B-884B-4E6D-AFDD-E97C406A5154}"/>
              </a:ext>
            </a:extLst>
          </p:cNvPr>
          <p:cNvGraphicFramePr>
            <a:graphicFrameLocks noGrp="1"/>
          </p:cNvGraphicFramePr>
          <p:nvPr/>
        </p:nvGraphicFramePr>
        <p:xfrm>
          <a:off x="6317228" y="2812077"/>
          <a:ext cx="4773138" cy="670560"/>
        </p:xfrm>
        <a:graphic>
          <a:graphicData uri="http://schemas.openxmlformats.org/drawingml/2006/table">
            <a:tbl>
              <a:tblPr firstRow="1" bandRow="1"/>
              <a:tblGrid>
                <a:gridCol w="2388406">
                  <a:extLst>
                    <a:ext uri="{9D8B030D-6E8A-4147-A177-3AD203B41FA5}">
                      <a16:colId xmlns:a16="http://schemas.microsoft.com/office/drawing/2014/main" val="2401848360"/>
                    </a:ext>
                  </a:extLst>
                </a:gridCol>
                <a:gridCol w="2384732">
                  <a:extLst>
                    <a:ext uri="{9D8B030D-6E8A-4147-A177-3AD203B41FA5}">
                      <a16:colId xmlns:a16="http://schemas.microsoft.com/office/drawing/2014/main" val="1412338377"/>
                    </a:ext>
                  </a:extLst>
                </a:gridCol>
              </a:tblGrid>
              <a:tr h="323566">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a:t>Cost element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a:t>Actual Amount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extLst>
                  <a:ext uri="{0D108BD9-81ED-4DB2-BD59-A6C34878D82A}">
                    <a16:rowId xmlns:a16="http://schemas.microsoft.com/office/drawing/2014/main" val="1382815699"/>
                  </a:ext>
                </a:extLst>
              </a:tr>
              <a:tr h="32356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a:t>Electricity</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a:t>1000 EUR</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920727843"/>
                  </a:ext>
                </a:extLst>
              </a:tr>
            </a:tbl>
          </a:graphicData>
        </a:graphic>
      </p:graphicFrame>
      <p:sp>
        <p:nvSpPr>
          <p:cNvPr id="14" name="TextBox 13">
            <a:extLst>
              <a:ext uri="{FF2B5EF4-FFF2-40B4-BE49-F238E27FC236}">
                <a16:creationId xmlns:a16="http://schemas.microsoft.com/office/drawing/2014/main" id="{48071EA5-B576-45B3-83EC-819ACA5C8995}"/>
              </a:ext>
            </a:extLst>
          </p:cNvPr>
          <p:cNvSpPr txBox="1"/>
          <p:nvPr/>
        </p:nvSpPr>
        <p:spPr>
          <a:xfrm>
            <a:off x="772063" y="4049644"/>
            <a:ext cx="5081887" cy="365880"/>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3. Allocation cycle</a:t>
            </a:r>
          </a:p>
        </p:txBody>
      </p:sp>
      <p:sp>
        <p:nvSpPr>
          <p:cNvPr id="15" name="TextBox 14">
            <a:extLst>
              <a:ext uri="{FF2B5EF4-FFF2-40B4-BE49-F238E27FC236}">
                <a16:creationId xmlns:a16="http://schemas.microsoft.com/office/drawing/2014/main" id="{F85FA7BD-C28A-4D93-A93D-F09BFE8811C7}"/>
              </a:ext>
            </a:extLst>
          </p:cNvPr>
          <p:cNvSpPr txBox="1"/>
          <p:nvPr/>
        </p:nvSpPr>
        <p:spPr>
          <a:xfrm>
            <a:off x="772064" y="4475532"/>
            <a:ext cx="5081886" cy="2044772"/>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Allocation Cycle: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
        <p:nvSpPr>
          <p:cNvPr id="16" name="TextBox 15">
            <a:extLst>
              <a:ext uri="{FF2B5EF4-FFF2-40B4-BE49-F238E27FC236}">
                <a16:creationId xmlns:a16="http://schemas.microsoft.com/office/drawing/2014/main" id="{A36AB543-105B-4626-AE45-2F9BE717B6DA}"/>
              </a:ext>
            </a:extLst>
          </p:cNvPr>
          <p:cNvSpPr txBox="1"/>
          <p:nvPr/>
        </p:nvSpPr>
        <p:spPr>
          <a:xfrm>
            <a:off x="914400" y="4852124"/>
            <a:ext cx="2704011" cy="193734"/>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Sending cost center</a:t>
            </a:r>
          </a:p>
        </p:txBody>
      </p:sp>
      <p:sp>
        <p:nvSpPr>
          <p:cNvPr id="17" name="TextBox 16">
            <a:extLst>
              <a:ext uri="{FF2B5EF4-FFF2-40B4-BE49-F238E27FC236}">
                <a16:creationId xmlns:a16="http://schemas.microsoft.com/office/drawing/2014/main" id="{14A1094A-59DF-40ED-A09D-D41B597B52DC}"/>
              </a:ext>
            </a:extLst>
          </p:cNvPr>
          <p:cNvSpPr txBox="1"/>
          <p:nvPr/>
        </p:nvSpPr>
        <p:spPr>
          <a:xfrm>
            <a:off x="3627513" y="4852124"/>
            <a:ext cx="1718530" cy="206851"/>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General Services</a:t>
            </a:r>
          </a:p>
        </p:txBody>
      </p:sp>
      <p:sp>
        <p:nvSpPr>
          <p:cNvPr id="18" name="TextBox 17">
            <a:extLst>
              <a:ext uri="{FF2B5EF4-FFF2-40B4-BE49-F238E27FC236}">
                <a16:creationId xmlns:a16="http://schemas.microsoft.com/office/drawing/2014/main" id="{2B52D059-8806-4448-A80E-82E8F4D028D5}"/>
              </a:ext>
            </a:extLst>
          </p:cNvPr>
          <p:cNvSpPr txBox="1"/>
          <p:nvPr/>
        </p:nvSpPr>
        <p:spPr>
          <a:xfrm>
            <a:off x="914400" y="5097219"/>
            <a:ext cx="2704011" cy="214867"/>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Receiving cost centers</a:t>
            </a:r>
          </a:p>
        </p:txBody>
      </p:sp>
      <p:sp>
        <p:nvSpPr>
          <p:cNvPr id="19" name="TextBox 18">
            <a:extLst>
              <a:ext uri="{FF2B5EF4-FFF2-40B4-BE49-F238E27FC236}">
                <a16:creationId xmlns:a16="http://schemas.microsoft.com/office/drawing/2014/main" id="{09E2555C-F716-400B-888D-691E5FC63C99}"/>
              </a:ext>
            </a:extLst>
          </p:cNvPr>
          <p:cNvSpPr txBox="1"/>
          <p:nvPr/>
        </p:nvSpPr>
        <p:spPr>
          <a:xfrm>
            <a:off x="3627513" y="5097262"/>
            <a:ext cx="1718530" cy="188410"/>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IT Dept, WWDF</a:t>
            </a:r>
          </a:p>
        </p:txBody>
      </p:sp>
      <p:sp>
        <p:nvSpPr>
          <p:cNvPr id="20" name="TextBox 19">
            <a:extLst>
              <a:ext uri="{FF2B5EF4-FFF2-40B4-BE49-F238E27FC236}">
                <a16:creationId xmlns:a16="http://schemas.microsoft.com/office/drawing/2014/main" id="{A7932DAF-0A2B-411D-8AE4-7C2E32C45AA7}"/>
              </a:ext>
            </a:extLst>
          </p:cNvPr>
          <p:cNvSpPr txBox="1"/>
          <p:nvPr/>
        </p:nvSpPr>
        <p:spPr>
          <a:xfrm>
            <a:off x="914400" y="5353026"/>
            <a:ext cx="2704011" cy="185608"/>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Sender rule</a:t>
            </a:r>
          </a:p>
        </p:txBody>
      </p:sp>
      <p:sp>
        <p:nvSpPr>
          <p:cNvPr id="21" name="TextBox 20">
            <a:extLst>
              <a:ext uri="{FF2B5EF4-FFF2-40B4-BE49-F238E27FC236}">
                <a16:creationId xmlns:a16="http://schemas.microsoft.com/office/drawing/2014/main" id="{60CA7DC8-2B46-4BF8-BD44-9EDEC559190F}"/>
              </a:ext>
            </a:extLst>
          </p:cNvPr>
          <p:cNvSpPr txBox="1"/>
          <p:nvPr/>
        </p:nvSpPr>
        <p:spPr>
          <a:xfrm>
            <a:off x="3627513" y="5323959"/>
            <a:ext cx="1718530" cy="225475"/>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Posted amounts</a:t>
            </a:r>
          </a:p>
        </p:txBody>
      </p:sp>
      <p:sp>
        <p:nvSpPr>
          <p:cNvPr id="22" name="TextBox 21">
            <a:extLst>
              <a:ext uri="{FF2B5EF4-FFF2-40B4-BE49-F238E27FC236}">
                <a16:creationId xmlns:a16="http://schemas.microsoft.com/office/drawing/2014/main" id="{13AAA3C1-26B6-46C9-8958-783CAF7F4224}"/>
              </a:ext>
            </a:extLst>
          </p:cNvPr>
          <p:cNvSpPr txBox="1"/>
          <p:nvPr/>
        </p:nvSpPr>
        <p:spPr>
          <a:xfrm>
            <a:off x="914400" y="5596114"/>
            <a:ext cx="2704011" cy="20834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rule</a:t>
            </a:r>
          </a:p>
        </p:txBody>
      </p:sp>
      <p:sp>
        <p:nvSpPr>
          <p:cNvPr id="23" name="TextBox 22">
            <a:extLst>
              <a:ext uri="{FF2B5EF4-FFF2-40B4-BE49-F238E27FC236}">
                <a16:creationId xmlns:a16="http://schemas.microsoft.com/office/drawing/2014/main" id="{79D7F42C-95E4-4466-B5AE-53161D22412F}"/>
              </a:ext>
            </a:extLst>
          </p:cNvPr>
          <p:cNvSpPr txBox="1"/>
          <p:nvPr/>
        </p:nvSpPr>
        <p:spPr>
          <a:xfrm>
            <a:off x="3627513" y="5587721"/>
            <a:ext cx="1718530" cy="213590"/>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Fixed percentage</a:t>
            </a:r>
          </a:p>
        </p:txBody>
      </p:sp>
      <p:sp>
        <p:nvSpPr>
          <p:cNvPr id="24" name="TextBox 23">
            <a:extLst>
              <a:ext uri="{FF2B5EF4-FFF2-40B4-BE49-F238E27FC236}">
                <a16:creationId xmlns:a16="http://schemas.microsoft.com/office/drawing/2014/main" id="{64D343C5-25B9-4705-AC91-22218F007197}"/>
              </a:ext>
            </a:extLst>
          </p:cNvPr>
          <p:cNvSpPr txBox="1"/>
          <p:nvPr/>
        </p:nvSpPr>
        <p:spPr>
          <a:xfrm>
            <a:off x="914400" y="5861955"/>
            <a:ext cx="2712021" cy="18327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1 %</a:t>
            </a:r>
          </a:p>
        </p:txBody>
      </p:sp>
      <p:sp>
        <p:nvSpPr>
          <p:cNvPr id="25" name="TextBox 24">
            <a:extLst>
              <a:ext uri="{FF2B5EF4-FFF2-40B4-BE49-F238E27FC236}">
                <a16:creationId xmlns:a16="http://schemas.microsoft.com/office/drawing/2014/main" id="{EDD8BC22-5FF8-4B70-8F27-2B441FD02EBF}"/>
              </a:ext>
            </a:extLst>
          </p:cNvPr>
          <p:cNvSpPr txBox="1"/>
          <p:nvPr/>
        </p:nvSpPr>
        <p:spPr>
          <a:xfrm>
            <a:off x="3627513" y="5839598"/>
            <a:ext cx="1718530" cy="196342"/>
          </a:xfrm>
          <a:prstGeom prst="rect">
            <a:avLst/>
          </a:prstGeom>
          <a:solidFill>
            <a:srgbClr val="FFFFFF"/>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20%</a:t>
            </a:r>
          </a:p>
        </p:txBody>
      </p:sp>
      <p:sp>
        <p:nvSpPr>
          <p:cNvPr id="26" name="TextBox 25">
            <a:extLst>
              <a:ext uri="{FF2B5EF4-FFF2-40B4-BE49-F238E27FC236}">
                <a16:creationId xmlns:a16="http://schemas.microsoft.com/office/drawing/2014/main" id="{2F1B4E7F-A461-4A7B-AEF2-59DFBFEA2B05}"/>
              </a:ext>
            </a:extLst>
          </p:cNvPr>
          <p:cNvSpPr txBox="1"/>
          <p:nvPr/>
        </p:nvSpPr>
        <p:spPr>
          <a:xfrm>
            <a:off x="914400" y="6101671"/>
            <a:ext cx="2704011" cy="16062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2 %</a:t>
            </a:r>
          </a:p>
        </p:txBody>
      </p:sp>
      <p:sp>
        <p:nvSpPr>
          <p:cNvPr id="27" name="TextBox 26">
            <a:extLst>
              <a:ext uri="{FF2B5EF4-FFF2-40B4-BE49-F238E27FC236}">
                <a16:creationId xmlns:a16="http://schemas.microsoft.com/office/drawing/2014/main" id="{79B38A57-FF84-4AB9-A8AB-CAE2CBC795D1}"/>
              </a:ext>
            </a:extLst>
          </p:cNvPr>
          <p:cNvSpPr txBox="1"/>
          <p:nvPr/>
        </p:nvSpPr>
        <p:spPr>
          <a:xfrm>
            <a:off x="3618411" y="6074229"/>
            <a:ext cx="1727632" cy="184488"/>
          </a:xfrm>
          <a:prstGeom prst="rect">
            <a:avLst/>
          </a:prstGeom>
          <a:solidFill>
            <a:srgbClr val="FFFFFF"/>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30%</a:t>
            </a:r>
          </a:p>
        </p:txBody>
      </p:sp>
      <p:sp>
        <p:nvSpPr>
          <p:cNvPr id="28" name="TextBox 27">
            <a:extLst>
              <a:ext uri="{FF2B5EF4-FFF2-40B4-BE49-F238E27FC236}">
                <a16:creationId xmlns:a16="http://schemas.microsoft.com/office/drawing/2014/main" id="{E8D825EC-F44C-46D2-ABC4-3A2B00ED47E9}"/>
              </a:ext>
            </a:extLst>
          </p:cNvPr>
          <p:cNvSpPr txBox="1"/>
          <p:nvPr/>
        </p:nvSpPr>
        <p:spPr>
          <a:xfrm>
            <a:off x="6166719" y="4049643"/>
            <a:ext cx="5204785" cy="358344"/>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4. Allocation cycle postings</a:t>
            </a:r>
          </a:p>
        </p:txBody>
      </p:sp>
      <p:pic>
        <p:nvPicPr>
          <p:cNvPr id="29" name="Picture 28">
            <a:extLst>
              <a:ext uri="{FF2B5EF4-FFF2-40B4-BE49-F238E27FC236}">
                <a16:creationId xmlns:a16="http://schemas.microsoft.com/office/drawing/2014/main" id="{F36E250E-5B3F-48E1-8DCE-F5910BB3149E}"/>
              </a:ext>
            </a:extLst>
          </p:cNvPr>
          <p:cNvPicPr>
            <a:picLocks noChangeAspect="1"/>
          </p:cNvPicPr>
          <p:nvPr/>
        </p:nvPicPr>
        <p:blipFill>
          <a:blip r:embed="rId2"/>
          <a:stretch>
            <a:fillRect/>
          </a:stretch>
        </p:blipFill>
        <p:spPr>
          <a:xfrm>
            <a:off x="3048754" y="6275691"/>
            <a:ext cx="528502" cy="231219"/>
          </a:xfrm>
          <a:prstGeom prst="rect">
            <a:avLst/>
          </a:prstGeom>
        </p:spPr>
      </p:pic>
    </p:spTree>
    <p:extLst>
      <p:ext uri="{BB962C8B-B14F-4D97-AF65-F5344CB8AC3E}">
        <p14:creationId xmlns:p14="http://schemas.microsoft.com/office/powerpoint/2010/main" val="291237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anim calcmode="lin" valueType="num">
                                      <p:cBhvr>
                                        <p:cTn id="67" dur="1000" fill="hold"/>
                                        <p:tgtEl>
                                          <p:spTgt spid="18"/>
                                        </p:tgtEl>
                                        <p:attrNameLst>
                                          <p:attrName>ppt_x</p:attrName>
                                        </p:attrNameLst>
                                      </p:cBhvr>
                                      <p:tavLst>
                                        <p:tav tm="0">
                                          <p:val>
                                            <p:strVal val="#ppt_x"/>
                                          </p:val>
                                        </p:tav>
                                        <p:tav tm="100000">
                                          <p:val>
                                            <p:strVal val="#ppt_x"/>
                                          </p:val>
                                        </p:tav>
                                      </p:tavLst>
                                    </p:anim>
                                    <p:anim calcmode="lin" valueType="num">
                                      <p:cBhvr>
                                        <p:cTn id="68" dur="1000" fill="hold"/>
                                        <p:tgtEl>
                                          <p:spTgt spid="1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anim calcmode="lin" valueType="num">
                                      <p:cBhvr>
                                        <p:cTn id="72" dur="1000" fill="hold"/>
                                        <p:tgtEl>
                                          <p:spTgt spid="19"/>
                                        </p:tgtEl>
                                        <p:attrNameLst>
                                          <p:attrName>ppt_x</p:attrName>
                                        </p:attrNameLst>
                                      </p:cBhvr>
                                      <p:tavLst>
                                        <p:tav tm="0">
                                          <p:val>
                                            <p:strVal val="#ppt_x"/>
                                          </p:val>
                                        </p:tav>
                                        <p:tav tm="100000">
                                          <p:val>
                                            <p:strVal val="#ppt_x"/>
                                          </p:val>
                                        </p:tav>
                                      </p:tavLst>
                                    </p:anim>
                                    <p:anim calcmode="lin" valueType="num">
                                      <p:cBhvr>
                                        <p:cTn id="73" dur="1000" fill="hold"/>
                                        <p:tgtEl>
                                          <p:spTgt spid="1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1000"/>
                                        <p:tgtEl>
                                          <p:spTgt spid="20"/>
                                        </p:tgtEl>
                                      </p:cBhvr>
                                    </p:animEffect>
                                    <p:anim calcmode="lin" valueType="num">
                                      <p:cBhvr>
                                        <p:cTn id="77" dur="1000" fill="hold"/>
                                        <p:tgtEl>
                                          <p:spTgt spid="20"/>
                                        </p:tgtEl>
                                        <p:attrNameLst>
                                          <p:attrName>ppt_x</p:attrName>
                                        </p:attrNameLst>
                                      </p:cBhvr>
                                      <p:tavLst>
                                        <p:tav tm="0">
                                          <p:val>
                                            <p:strVal val="#ppt_x"/>
                                          </p:val>
                                        </p:tav>
                                        <p:tav tm="100000">
                                          <p:val>
                                            <p:strVal val="#ppt_x"/>
                                          </p:val>
                                        </p:tav>
                                      </p:tavLst>
                                    </p:anim>
                                    <p:anim calcmode="lin" valueType="num">
                                      <p:cBhvr>
                                        <p:cTn id="78" dur="1000" fill="hold"/>
                                        <p:tgtEl>
                                          <p:spTgt spid="20"/>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1000"/>
                                        <p:tgtEl>
                                          <p:spTgt spid="21"/>
                                        </p:tgtEl>
                                      </p:cBhvr>
                                    </p:animEffect>
                                    <p:anim calcmode="lin" valueType="num">
                                      <p:cBhvr>
                                        <p:cTn id="82" dur="1000" fill="hold"/>
                                        <p:tgtEl>
                                          <p:spTgt spid="21"/>
                                        </p:tgtEl>
                                        <p:attrNameLst>
                                          <p:attrName>ppt_x</p:attrName>
                                        </p:attrNameLst>
                                      </p:cBhvr>
                                      <p:tavLst>
                                        <p:tav tm="0">
                                          <p:val>
                                            <p:strVal val="#ppt_x"/>
                                          </p:val>
                                        </p:tav>
                                        <p:tav tm="100000">
                                          <p:val>
                                            <p:strVal val="#ppt_x"/>
                                          </p:val>
                                        </p:tav>
                                      </p:tavLst>
                                    </p:anim>
                                    <p:anim calcmode="lin" valueType="num">
                                      <p:cBhvr>
                                        <p:cTn id="83" dur="1000" fill="hold"/>
                                        <p:tgtEl>
                                          <p:spTgt spid="21"/>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1000"/>
                                        <p:tgtEl>
                                          <p:spTgt spid="22"/>
                                        </p:tgtEl>
                                      </p:cBhvr>
                                    </p:animEffect>
                                    <p:anim calcmode="lin" valueType="num">
                                      <p:cBhvr>
                                        <p:cTn id="87" dur="1000" fill="hold"/>
                                        <p:tgtEl>
                                          <p:spTgt spid="22"/>
                                        </p:tgtEl>
                                        <p:attrNameLst>
                                          <p:attrName>ppt_x</p:attrName>
                                        </p:attrNameLst>
                                      </p:cBhvr>
                                      <p:tavLst>
                                        <p:tav tm="0">
                                          <p:val>
                                            <p:strVal val="#ppt_x"/>
                                          </p:val>
                                        </p:tav>
                                        <p:tav tm="100000">
                                          <p:val>
                                            <p:strVal val="#ppt_x"/>
                                          </p:val>
                                        </p:tav>
                                      </p:tavLst>
                                    </p:anim>
                                    <p:anim calcmode="lin" valueType="num">
                                      <p:cBhvr>
                                        <p:cTn id="88" dur="1000" fill="hold"/>
                                        <p:tgtEl>
                                          <p:spTgt spid="22"/>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1000"/>
                                        <p:tgtEl>
                                          <p:spTgt spid="23"/>
                                        </p:tgtEl>
                                      </p:cBhvr>
                                    </p:animEffect>
                                    <p:anim calcmode="lin" valueType="num">
                                      <p:cBhvr>
                                        <p:cTn id="92" dur="1000" fill="hold"/>
                                        <p:tgtEl>
                                          <p:spTgt spid="23"/>
                                        </p:tgtEl>
                                        <p:attrNameLst>
                                          <p:attrName>ppt_x</p:attrName>
                                        </p:attrNameLst>
                                      </p:cBhvr>
                                      <p:tavLst>
                                        <p:tav tm="0">
                                          <p:val>
                                            <p:strVal val="#ppt_x"/>
                                          </p:val>
                                        </p:tav>
                                        <p:tav tm="100000">
                                          <p:val>
                                            <p:strVal val="#ppt_x"/>
                                          </p:val>
                                        </p:tav>
                                      </p:tavLst>
                                    </p:anim>
                                    <p:anim calcmode="lin" valueType="num">
                                      <p:cBhvr>
                                        <p:cTn id="93" dur="1000" fill="hold"/>
                                        <p:tgtEl>
                                          <p:spTgt spid="23"/>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1000"/>
                                        <p:tgtEl>
                                          <p:spTgt spid="24"/>
                                        </p:tgtEl>
                                      </p:cBhvr>
                                    </p:animEffect>
                                    <p:anim calcmode="lin" valueType="num">
                                      <p:cBhvr>
                                        <p:cTn id="97" dur="1000" fill="hold"/>
                                        <p:tgtEl>
                                          <p:spTgt spid="24"/>
                                        </p:tgtEl>
                                        <p:attrNameLst>
                                          <p:attrName>ppt_x</p:attrName>
                                        </p:attrNameLst>
                                      </p:cBhvr>
                                      <p:tavLst>
                                        <p:tav tm="0">
                                          <p:val>
                                            <p:strVal val="#ppt_x"/>
                                          </p:val>
                                        </p:tav>
                                        <p:tav tm="100000">
                                          <p:val>
                                            <p:strVal val="#ppt_x"/>
                                          </p:val>
                                        </p:tav>
                                      </p:tavLst>
                                    </p:anim>
                                    <p:anim calcmode="lin" valueType="num">
                                      <p:cBhvr>
                                        <p:cTn id="98" dur="1000" fill="hold"/>
                                        <p:tgtEl>
                                          <p:spTgt spid="24"/>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1000"/>
                                        <p:tgtEl>
                                          <p:spTgt spid="25"/>
                                        </p:tgtEl>
                                      </p:cBhvr>
                                    </p:animEffect>
                                    <p:anim calcmode="lin" valueType="num">
                                      <p:cBhvr>
                                        <p:cTn id="102" dur="1000" fill="hold"/>
                                        <p:tgtEl>
                                          <p:spTgt spid="25"/>
                                        </p:tgtEl>
                                        <p:attrNameLst>
                                          <p:attrName>ppt_x</p:attrName>
                                        </p:attrNameLst>
                                      </p:cBhvr>
                                      <p:tavLst>
                                        <p:tav tm="0">
                                          <p:val>
                                            <p:strVal val="#ppt_x"/>
                                          </p:val>
                                        </p:tav>
                                        <p:tav tm="100000">
                                          <p:val>
                                            <p:strVal val="#ppt_x"/>
                                          </p:val>
                                        </p:tav>
                                      </p:tavLst>
                                    </p:anim>
                                    <p:anim calcmode="lin" valueType="num">
                                      <p:cBhvr>
                                        <p:cTn id="103" dur="1000" fill="hold"/>
                                        <p:tgtEl>
                                          <p:spTgt spid="25"/>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1000"/>
                                        <p:tgtEl>
                                          <p:spTgt spid="26"/>
                                        </p:tgtEl>
                                      </p:cBhvr>
                                    </p:animEffect>
                                    <p:anim calcmode="lin" valueType="num">
                                      <p:cBhvr>
                                        <p:cTn id="107" dur="1000" fill="hold"/>
                                        <p:tgtEl>
                                          <p:spTgt spid="26"/>
                                        </p:tgtEl>
                                        <p:attrNameLst>
                                          <p:attrName>ppt_x</p:attrName>
                                        </p:attrNameLst>
                                      </p:cBhvr>
                                      <p:tavLst>
                                        <p:tav tm="0">
                                          <p:val>
                                            <p:strVal val="#ppt_x"/>
                                          </p:val>
                                        </p:tav>
                                        <p:tav tm="100000">
                                          <p:val>
                                            <p:strVal val="#ppt_x"/>
                                          </p:val>
                                        </p:tav>
                                      </p:tavLst>
                                    </p:anim>
                                    <p:anim calcmode="lin" valueType="num">
                                      <p:cBhvr>
                                        <p:cTn id="108" dur="1000" fill="hold"/>
                                        <p:tgtEl>
                                          <p:spTgt spid="26"/>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1000"/>
                                        <p:tgtEl>
                                          <p:spTgt spid="27"/>
                                        </p:tgtEl>
                                      </p:cBhvr>
                                    </p:animEffect>
                                    <p:anim calcmode="lin" valueType="num">
                                      <p:cBhvr>
                                        <p:cTn id="112" dur="1000" fill="hold"/>
                                        <p:tgtEl>
                                          <p:spTgt spid="27"/>
                                        </p:tgtEl>
                                        <p:attrNameLst>
                                          <p:attrName>ppt_x</p:attrName>
                                        </p:attrNameLst>
                                      </p:cBhvr>
                                      <p:tavLst>
                                        <p:tav tm="0">
                                          <p:val>
                                            <p:strVal val="#ppt_x"/>
                                          </p:val>
                                        </p:tav>
                                        <p:tav tm="100000">
                                          <p:val>
                                            <p:strVal val="#ppt_x"/>
                                          </p:val>
                                        </p:tav>
                                      </p:tavLst>
                                    </p:anim>
                                    <p:anim calcmode="lin" valueType="num">
                                      <p:cBhvr>
                                        <p:cTn id="113" dur="1000" fill="hold"/>
                                        <p:tgtEl>
                                          <p:spTgt spid="27"/>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1000"/>
                                        <p:tgtEl>
                                          <p:spTgt spid="29"/>
                                        </p:tgtEl>
                                      </p:cBhvr>
                                    </p:animEffect>
                                    <p:anim calcmode="lin" valueType="num">
                                      <p:cBhvr>
                                        <p:cTn id="117" dur="1000" fill="hold"/>
                                        <p:tgtEl>
                                          <p:spTgt spid="29"/>
                                        </p:tgtEl>
                                        <p:attrNameLst>
                                          <p:attrName>ppt_x</p:attrName>
                                        </p:attrNameLst>
                                      </p:cBhvr>
                                      <p:tavLst>
                                        <p:tav tm="0">
                                          <p:val>
                                            <p:strVal val="#ppt_x"/>
                                          </p:val>
                                        </p:tav>
                                        <p:tav tm="100000">
                                          <p:val>
                                            <p:strVal val="#ppt_x"/>
                                          </p:val>
                                        </p:tav>
                                      </p:tavLst>
                                    </p:anim>
                                    <p:anim calcmode="lin" valueType="num">
                                      <p:cBhvr>
                                        <p:cTn id="11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1000"/>
                                        <p:tgtEl>
                                          <p:spTgt spid="28"/>
                                        </p:tgtEl>
                                      </p:cBhvr>
                                    </p:animEffect>
                                    <p:anim calcmode="lin" valueType="num">
                                      <p:cBhvr>
                                        <p:cTn id="124" dur="1000" fill="hold"/>
                                        <p:tgtEl>
                                          <p:spTgt spid="28"/>
                                        </p:tgtEl>
                                        <p:attrNameLst>
                                          <p:attrName>ppt_x</p:attrName>
                                        </p:attrNameLst>
                                      </p:cBhvr>
                                      <p:tavLst>
                                        <p:tav tm="0">
                                          <p:val>
                                            <p:strVal val="#ppt_x"/>
                                          </p:val>
                                        </p:tav>
                                        <p:tav tm="100000">
                                          <p:val>
                                            <p:strVal val="#ppt_x"/>
                                          </p:val>
                                        </p:tav>
                                      </p:tavLst>
                                    </p:anim>
                                    <p:anim calcmode="lin" valueType="num">
                                      <p:cBhvr>
                                        <p:cTn id="125" dur="1000" fill="hold"/>
                                        <p:tgtEl>
                                          <p:spTgt spid="28"/>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6"/>
                                        </p:tgtEl>
                                        <p:attrNameLst>
                                          <p:attrName>style.visibility</p:attrName>
                                        </p:attrNameLst>
                                      </p:cBhvr>
                                      <p:to>
                                        <p:strVal val="visible"/>
                                      </p:to>
                                    </p:set>
                                    <p:animEffect transition="in" filter="fade">
                                      <p:cBhvr>
                                        <p:cTn id="128" dur="1000"/>
                                        <p:tgtEl>
                                          <p:spTgt spid="6"/>
                                        </p:tgtEl>
                                      </p:cBhvr>
                                    </p:animEffect>
                                    <p:anim calcmode="lin" valueType="num">
                                      <p:cBhvr>
                                        <p:cTn id="129" dur="1000" fill="hold"/>
                                        <p:tgtEl>
                                          <p:spTgt spid="6"/>
                                        </p:tgtEl>
                                        <p:attrNameLst>
                                          <p:attrName>ppt_x</p:attrName>
                                        </p:attrNameLst>
                                      </p:cBhvr>
                                      <p:tavLst>
                                        <p:tav tm="0">
                                          <p:val>
                                            <p:strVal val="#ppt_x"/>
                                          </p:val>
                                        </p:tav>
                                        <p:tav tm="100000">
                                          <p:val>
                                            <p:strVal val="#ppt_x"/>
                                          </p:val>
                                        </p:tav>
                                      </p:tavLst>
                                    </p:anim>
                                    <p:anim calcmode="lin" valueType="num">
                                      <p:cBhvr>
                                        <p:cTn id="1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4" grpId="0" animBg="1"/>
      <p:bldP spid="15" grpId="0" animBg="1"/>
      <p:bldP spid="16" grpId="0"/>
      <p:bldP spid="17" grpId="0" animBg="1"/>
      <p:bldP spid="18" grpId="0"/>
      <p:bldP spid="19" grpId="0" animBg="1"/>
      <p:bldP spid="20" grpId="0"/>
      <p:bldP spid="21" grpId="0" animBg="1"/>
      <p:bldP spid="22" grpId="0"/>
      <p:bldP spid="23" grpId="0" animBg="1"/>
      <p:bldP spid="24" grpId="0"/>
      <p:bldP spid="25" grpId="0" animBg="1"/>
      <p:bldP spid="26" grpId="0"/>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Allocations for </a:t>
            </a:r>
            <a:r>
              <a:rPr lang="en-GB" dirty="0" err="1"/>
              <a:t>OpEx</a:t>
            </a:r>
            <a:endParaRPr lang="en-US" dirty="0"/>
          </a:p>
        </p:txBody>
      </p:sp>
      <p:grpSp>
        <p:nvGrpSpPr>
          <p:cNvPr id="6" name="Group 5">
            <a:extLst>
              <a:ext uri="{FF2B5EF4-FFF2-40B4-BE49-F238E27FC236}">
                <a16:creationId xmlns:a16="http://schemas.microsoft.com/office/drawing/2014/main" id="{4921D766-034A-4389-A6AD-6187F6951679}"/>
              </a:ext>
            </a:extLst>
          </p:cNvPr>
          <p:cNvGrpSpPr/>
          <p:nvPr/>
        </p:nvGrpSpPr>
        <p:grpSpPr>
          <a:xfrm>
            <a:off x="726038" y="1477282"/>
            <a:ext cx="10739923" cy="4820239"/>
            <a:chOff x="639277" y="970961"/>
            <a:chExt cx="10732228" cy="5201239"/>
          </a:xfrm>
        </p:grpSpPr>
        <p:sp>
          <p:nvSpPr>
            <p:cNvPr id="7" name="TextBox 6">
              <a:extLst>
                <a:ext uri="{FF2B5EF4-FFF2-40B4-BE49-F238E27FC236}">
                  <a16:creationId xmlns:a16="http://schemas.microsoft.com/office/drawing/2014/main" id="{1BBE5C28-389F-4EFC-A550-A7E2CB85B8AB}"/>
                </a:ext>
              </a:extLst>
            </p:cNvPr>
            <p:cNvSpPr txBox="1"/>
            <p:nvPr/>
          </p:nvSpPr>
          <p:spPr>
            <a:xfrm>
              <a:off x="772063" y="970961"/>
              <a:ext cx="10599442" cy="1524575"/>
            </a:xfrm>
            <a:prstGeom prst="rect">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200" b="1" i="0" u="none" strike="noStrike" kern="0" cap="none" spc="0" normalizeH="0" baseline="0" noProof="0" dirty="0">
                  <a:ln>
                    <a:noFill/>
                  </a:ln>
                  <a:solidFill>
                    <a:srgbClr val="39454B"/>
                  </a:solidFill>
                  <a:effectLst/>
                  <a:uLnTx/>
                  <a:uFillTx/>
                  <a:latin typeface="Arial" panose="020B0604020202020204"/>
                  <a:ea typeface="+mn-ea"/>
                  <a:cs typeface="+mn-cs"/>
                </a:rPr>
                <a:t>Distribution</a:t>
              </a:r>
              <a:r>
                <a:rPr kumimoji="0" lang="en-US" sz="2200" b="0" i="0" u="none" strike="noStrike" kern="0" cap="none" spc="0" normalizeH="0" baseline="0" noProof="0" dirty="0">
                  <a:ln>
                    <a:noFill/>
                  </a:ln>
                  <a:solidFill>
                    <a:srgbClr val="39454B"/>
                  </a:solidFill>
                  <a:effectLst/>
                  <a:uLnTx/>
                  <a:uFillTx/>
                  <a:latin typeface="Arial" panose="020B0604020202020204"/>
                  <a:ea typeface="+mn-ea"/>
                  <a:cs typeface="+mn-cs"/>
                </a:rPr>
                <a:t> – the same underlying account is used to perform the allocation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2200" b="0" i="0" u="none" strike="noStrike" kern="0" cap="none" spc="0" normalizeH="0" baseline="0" noProof="0" dirty="0">
                <a:ln>
                  <a:noFill/>
                </a:ln>
                <a:solidFill>
                  <a:srgbClr val="39454B"/>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200" b="1" i="0" u="none" strike="noStrike" kern="0" cap="none" spc="0" normalizeH="0" baseline="0" noProof="0" dirty="0">
                  <a:ln>
                    <a:noFill/>
                  </a:ln>
                  <a:solidFill>
                    <a:srgbClr val="39454B"/>
                  </a:solidFill>
                  <a:effectLst/>
                  <a:uLnTx/>
                  <a:uFillTx/>
                  <a:latin typeface="Arial" panose="020B0604020202020204"/>
                  <a:ea typeface="+mn-ea"/>
                  <a:cs typeface="+mn-cs"/>
                </a:rPr>
                <a:t>Assessment</a:t>
              </a:r>
              <a:r>
                <a:rPr kumimoji="0" lang="en-US" sz="2200" b="0" i="0" u="none" strike="noStrike" kern="0" cap="none" spc="0" normalizeH="0" baseline="0" noProof="0" dirty="0">
                  <a:ln>
                    <a:noFill/>
                  </a:ln>
                  <a:solidFill>
                    <a:srgbClr val="39454B"/>
                  </a:solidFill>
                  <a:effectLst/>
                  <a:uLnTx/>
                  <a:uFillTx/>
                  <a:latin typeface="Arial" panose="020B0604020202020204"/>
                  <a:ea typeface="+mn-ea"/>
                  <a:cs typeface="+mn-cs"/>
                </a:rPr>
                <a:t> – a secondary cost account is used, therefore the costs are still visible on the original account and only the cost centers are impacted</a:t>
              </a:r>
            </a:p>
          </p:txBody>
        </p:sp>
        <p:sp>
          <p:nvSpPr>
            <p:cNvPr id="8" name="Round Diagonal Corner Rectangle 7">
              <a:extLst>
                <a:ext uri="{FF2B5EF4-FFF2-40B4-BE49-F238E27FC236}">
                  <a16:creationId xmlns:a16="http://schemas.microsoft.com/office/drawing/2014/main" id="{A695F569-CA9E-4EC4-B2E3-3FDE75CB00F8}"/>
                </a:ext>
              </a:extLst>
            </p:cNvPr>
            <p:cNvSpPr/>
            <p:nvPr/>
          </p:nvSpPr>
          <p:spPr bwMode="auto">
            <a:xfrm>
              <a:off x="639277" y="2959098"/>
              <a:ext cx="5039211" cy="3213102"/>
            </a:xfrm>
            <a:prstGeom prst="round2DiagRect">
              <a:avLst/>
            </a:prstGeom>
            <a:solidFill>
              <a:srgbClr val="B0D838">
                <a:lumMod val="20000"/>
                <a:lumOff val="80000"/>
              </a:srgbClr>
            </a:solidFill>
            <a:ln>
              <a:solidFill>
                <a:srgbClr val="39454B">
                  <a:shade val="95000"/>
                  <a:satMod val="10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rPr>
                <a:t>Distribution </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p:txBody>
        </p:sp>
        <p:sp>
          <p:nvSpPr>
            <p:cNvPr id="9" name="Round Diagonal Corner Rectangle 8">
              <a:extLst>
                <a:ext uri="{FF2B5EF4-FFF2-40B4-BE49-F238E27FC236}">
                  <a16:creationId xmlns:a16="http://schemas.microsoft.com/office/drawing/2014/main" id="{1313A948-E95F-41FD-A5C2-9DD02B1AD40B}"/>
                </a:ext>
              </a:extLst>
            </p:cNvPr>
            <p:cNvSpPr/>
            <p:nvPr/>
          </p:nvSpPr>
          <p:spPr bwMode="auto">
            <a:xfrm>
              <a:off x="6332294" y="2949528"/>
              <a:ext cx="5039211" cy="3213102"/>
            </a:xfrm>
            <a:prstGeom prst="round2DiagRect">
              <a:avLst/>
            </a:prstGeom>
            <a:solidFill>
              <a:srgbClr val="BEE6D4"/>
            </a:solidFill>
            <a:ln>
              <a:solidFill>
                <a:srgbClr val="39454B">
                  <a:shade val="95000"/>
                  <a:satMod val="105000"/>
                </a:srgbClr>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122632"/>
                  </a:solidFill>
                  <a:effectLst/>
                  <a:uLnTx/>
                  <a:uFillTx/>
                  <a:latin typeface="Arial" panose="020B0604020202020204"/>
                  <a:ea typeface="ＭＳ Ｐゴシック" charset="0"/>
                  <a:cs typeface="+mn-cs"/>
                </a:rPr>
                <a:t>Assessment </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graphicFrame>
          <p:nvGraphicFramePr>
            <p:cNvPr id="10" name="Diagram 9">
              <a:extLst>
                <a:ext uri="{FF2B5EF4-FFF2-40B4-BE49-F238E27FC236}">
                  <a16:creationId xmlns:a16="http://schemas.microsoft.com/office/drawing/2014/main" id="{92ABEE67-BC6B-4B35-9DDB-18358B9ED54E}"/>
                </a:ext>
              </a:extLst>
            </p:cNvPr>
            <p:cNvGraphicFramePr/>
            <p:nvPr/>
          </p:nvGraphicFramePr>
          <p:xfrm>
            <a:off x="996790" y="3688704"/>
            <a:ext cx="1551677" cy="2034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a:extLst>
                <a:ext uri="{FF2B5EF4-FFF2-40B4-BE49-F238E27FC236}">
                  <a16:creationId xmlns:a16="http://schemas.microsoft.com/office/drawing/2014/main" id="{276489BF-AD3E-446F-858D-D717CBDD45BF}"/>
                </a:ext>
              </a:extLst>
            </p:cNvPr>
            <p:cNvGraphicFramePr/>
            <p:nvPr/>
          </p:nvGraphicFramePr>
          <p:xfrm>
            <a:off x="3773862" y="3688704"/>
            <a:ext cx="1551677" cy="20347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extBox 11">
              <a:extLst>
                <a:ext uri="{FF2B5EF4-FFF2-40B4-BE49-F238E27FC236}">
                  <a16:creationId xmlns:a16="http://schemas.microsoft.com/office/drawing/2014/main" id="{02841D42-8B74-4610-9067-5D70AA2CF439}"/>
                </a:ext>
              </a:extLst>
            </p:cNvPr>
            <p:cNvSpPr txBox="1"/>
            <p:nvPr/>
          </p:nvSpPr>
          <p:spPr>
            <a:xfrm>
              <a:off x="996790" y="4301067"/>
              <a:ext cx="1551677" cy="1422399"/>
            </a:xfrm>
            <a:prstGeom prst="rect">
              <a:avLst/>
            </a:prstGeom>
            <a:no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511310   </a:t>
              </a:r>
              <a:r>
                <a:rPr kumimoji="0" lang="en-US" sz="1400" b="0"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100 USD</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511310   </a:t>
              </a:r>
              <a:r>
                <a:rPr kumimoji="0" lang="en-US" sz="1400" b="0"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-30 USD</a:t>
              </a:r>
              <a:endParaRPr kumimoji="0" lang="en-US" sz="1400" b="1"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p:txBody>
        </p:sp>
        <p:sp>
          <p:nvSpPr>
            <p:cNvPr id="13" name="Arrow: Right 20">
              <a:extLst>
                <a:ext uri="{FF2B5EF4-FFF2-40B4-BE49-F238E27FC236}">
                  <a16:creationId xmlns:a16="http://schemas.microsoft.com/office/drawing/2014/main" id="{DF863244-898A-4BA1-8653-326B6EF2BAEB}"/>
                </a:ext>
              </a:extLst>
            </p:cNvPr>
            <p:cNvSpPr/>
            <p:nvPr/>
          </p:nvSpPr>
          <p:spPr bwMode="auto">
            <a:xfrm>
              <a:off x="2634215" y="4810891"/>
              <a:ext cx="1053899" cy="927403"/>
            </a:xfrm>
            <a:prstGeom prst="rightArrow">
              <a:avLst>
                <a:gd name="adj1" fmla="val 47133"/>
                <a:gd name="adj2" fmla="val 50000"/>
              </a:avLst>
            </a:prstGeom>
            <a:gradFill rotWithShape="1">
              <a:gsLst>
                <a:gs pos="0">
                  <a:srgbClr val="FFFFFF">
                    <a:lumMod val="65000"/>
                  </a:srgbClr>
                </a:gs>
                <a:gs pos="35000">
                  <a:srgbClr val="39454B">
                    <a:tint val="37000"/>
                    <a:satMod val="300000"/>
                  </a:srgbClr>
                </a:gs>
                <a:gs pos="100000">
                  <a:srgbClr val="39454B">
                    <a:tint val="15000"/>
                    <a:satMod val="350000"/>
                  </a:srgbClr>
                </a:gs>
              </a:gsLst>
              <a:lin ang="5400000" scaled="0"/>
            </a:gra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Allocation</a:t>
              </a:r>
            </a:p>
          </p:txBody>
        </p:sp>
        <p:sp>
          <p:nvSpPr>
            <p:cNvPr id="14" name="TextBox 13">
              <a:extLst>
                <a:ext uri="{FF2B5EF4-FFF2-40B4-BE49-F238E27FC236}">
                  <a16:creationId xmlns:a16="http://schemas.microsoft.com/office/drawing/2014/main" id="{CC8A5C6D-9C65-431D-9339-29E7521971F2}"/>
                </a:ext>
              </a:extLst>
            </p:cNvPr>
            <p:cNvSpPr txBox="1"/>
            <p:nvPr/>
          </p:nvSpPr>
          <p:spPr>
            <a:xfrm>
              <a:off x="3767566" y="4315895"/>
              <a:ext cx="1551677" cy="1422399"/>
            </a:xfrm>
            <a:prstGeom prst="rect">
              <a:avLst/>
            </a:prstGeom>
            <a:no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511310   </a:t>
              </a:r>
              <a:r>
                <a:rPr kumimoji="0" lang="en-US" sz="1400" b="0"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30 USD</a:t>
              </a:r>
              <a:endParaRPr kumimoji="0" lang="en-US" sz="1400" b="1"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p:txBody>
        </p:sp>
        <p:graphicFrame>
          <p:nvGraphicFramePr>
            <p:cNvPr id="15" name="Diagram 14">
              <a:extLst>
                <a:ext uri="{FF2B5EF4-FFF2-40B4-BE49-F238E27FC236}">
                  <a16:creationId xmlns:a16="http://schemas.microsoft.com/office/drawing/2014/main" id="{ABB1CE55-F80F-4DEA-ABCE-5FF839EEB40F}"/>
                </a:ext>
              </a:extLst>
            </p:cNvPr>
            <p:cNvGraphicFramePr/>
            <p:nvPr/>
          </p:nvGraphicFramePr>
          <p:xfrm>
            <a:off x="6711790" y="3673876"/>
            <a:ext cx="1551677" cy="203476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6" name="Diagram 15">
              <a:extLst>
                <a:ext uri="{FF2B5EF4-FFF2-40B4-BE49-F238E27FC236}">
                  <a16:creationId xmlns:a16="http://schemas.microsoft.com/office/drawing/2014/main" id="{FE5826C5-BC20-46A1-8680-B5659F7A2803}"/>
                </a:ext>
              </a:extLst>
            </p:cNvPr>
            <p:cNvGraphicFramePr/>
            <p:nvPr/>
          </p:nvGraphicFramePr>
          <p:xfrm>
            <a:off x="9488862" y="3673876"/>
            <a:ext cx="1551677" cy="2034762"/>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7" name="TextBox 16">
              <a:extLst>
                <a:ext uri="{FF2B5EF4-FFF2-40B4-BE49-F238E27FC236}">
                  <a16:creationId xmlns:a16="http://schemas.microsoft.com/office/drawing/2014/main" id="{B48AF5DA-2759-43F6-BA21-5871A97D4E01}"/>
                </a:ext>
              </a:extLst>
            </p:cNvPr>
            <p:cNvSpPr txBox="1"/>
            <p:nvPr/>
          </p:nvSpPr>
          <p:spPr>
            <a:xfrm>
              <a:off x="6711790" y="4286239"/>
              <a:ext cx="1551677" cy="1422399"/>
            </a:xfrm>
            <a:prstGeom prst="rect">
              <a:avLst/>
            </a:prstGeom>
            <a:solidFill>
              <a:srgbClr val="81C5B4">
                <a:lumMod val="20000"/>
                <a:lumOff val="80000"/>
              </a:srgbClr>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511310   </a:t>
              </a:r>
              <a:r>
                <a:rPr kumimoji="0" lang="en-US" sz="1400" b="0"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100 USD</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920000   </a:t>
              </a:r>
              <a:r>
                <a:rPr kumimoji="0" lang="en-US" sz="1400" b="0"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-30 USD</a:t>
              </a:r>
              <a:endParaRPr kumimoji="0" lang="en-US" sz="1400" b="1" i="1"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p:txBody>
        </p:sp>
        <p:sp>
          <p:nvSpPr>
            <p:cNvPr id="18" name="Arrow: Right 20">
              <a:extLst>
                <a:ext uri="{FF2B5EF4-FFF2-40B4-BE49-F238E27FC236}">
                  <a16:creationId xmlns:a16="http://schemas.microsoft.com/office/drawing/2014/main" id="{55514128-8DFE-49D5-848F-D5062810A616}"/>
                </a:ext>
              </a:extLst>
            </p:cNvPr>
            <p:cNvSpPr/>
            <p:nvPr/>
          </p:nvSpPr>
          <p:spPr bwMode="auto">
            <a:xfrm>
              <a:off x="8349215" y="4810891"/>
              <a:ext cx="1053899" cy="912575"/>
            </a:xfrm>
            <a:prstGeom prst="rightArrow">
              <a:avLst>
                <a:gd name="adj1" fmla="val 47133"/>
                <a:gd name="adj2" fmla="val 50000"/>
              </a:avLst>
            </a:prstGeom>
            <a:gradFill rotWithShape="1">
              <a:gsLst>
                <a:gs pos="0">
                  <a:srgbClr val="FFFFFF">
                    <a:lumMod val="65000"/>
                  </a:srgbClr>
                </a:gs>
                <a:gs pos="35000">
                  <a:srgbClr val="39454B">
                    <a:tint val="37000"/>
                    <a:satMod val="300000"/>
                  </a:srgbClr>
                </a:gs>
                <a:gs pos="100000">
                  <a:srgbClr val="39454B">
                    <a:tint val="15000"/>
                    <a:satMod val="350000"/>
                  </a:srgbClr>
                </a:gs>
              </a:gsLst>
              <a:lin ang="5400000" scaled="0"/>
            </a:gra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Allocation</a:t>
              </a:r>
            </a:p>
          </p:txBody>
        </p:sp>
        <p:sp>
          <p:nvSpPr>
            <p:cNvPr id="19" name="TextBox 18">
              <a:extLst>
                <a:ext uri="{FF2B5EF4-FFF2-40B4-BE49-F238E27FC236}">
                  <a16:creationId xmlns:a16="http://schemas.microsoft.com/office/drawing/2014/main" id="{E88BC8C9-D4DA-4711-8980-DE7B7BDF3C16}"/>
                </a:ext>
              </a:extLst>
            </p:cNvPr>
            <p:cNvSpPr txBox="1"/>
            <p:nvPr/>
          </p:nvSpPr>
          <p:spPr>
            <a:xfrm>
              <a:off x="9482566" y="4301067"/>
              <a:ext cx="1551677" cy="1422399"/>
            </a:xfrm>
            <a:prstGeom prst="rect">
              <a:avLst/>
            </a:prstGeom>
            <a:solidFill>
              <a:srgbClr val="81C5B4">
                <a:lumMod val="20000"/>
                <a:lumOff val="80000"/>
              </a:srgbClr>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r>
                <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9454B"/>
                  </a:solidFill>
                  <a:effectLst/>
                  <a:uLnTx/>
                  <a:uFillTx/>
                  <a:latin typeface="Arial" panose="020B0604020202020204"/>
                  <a:ea typeface="ＭＳ Ｐゴシック" pitchFamily="80" charset="-128"/>
                  <a:cs typeface="+mn-cs"/>
                </a:rPr>
                <a:t> Account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latin typeface="Arial" panose="020B0604020202020204"/>
                  <a:ea typeface="ＭＳ Ｐゴシック" pitchFamily="80" charset="-128"/>
                  <a:cs typeface="+mn-cs"/>
                </a:rPr>
                <a:t> </a:t>
              </a:r>
              <a:r>
                <a:rPr kumimoji="0" lang="en-US" sz="1400" b="0" i="0" u="none" strike="noStrike" kern="0" cap="none" spc="0" normalizeH="0" baseline="0" noProof="0">
                  <a:ln>
                    <a:noFill/>
                  </a:ln>
                  <a:solidFill>
                    <a:srgbClr val="39454B"/>
                  </a:solidFill>
                  <a:effectLst/>
                  <a:uLnTx/>
                  <a:uFillTx/>
                  <a:latin typeface="Arial" panose="020B0604020202020204"/>
                  <a:ea typeface="ＭＳ Ｐゴシック" pitchFamily="80" charset="-128"/>
                  <a:cs typeface="+mn-cs"/>
                </a:rPr>
                <a:t>920000   </a:t>
              </a:r>
              <a:r>
                <a:rPr kumimoji="0" lang="en-US" sz="1400" b="0" i="1" u="none" strike="noStrike" kern="0" cap="none" spc="0" normalizeH="0" baseline="0" noProof="0">
                  <a:ln>
                    <a:noFill/>
                  </a:ln>
                  <a:solidFill>
                    <a:srgbClr val="39454B"/>
                  </a:solidFill>
                  <a:effectLst/>
                  <a:uLnTx/>
                  <a:uFillTx/>
                  <a:latin typeface="Arial" panose="020B0604020202020204"/>
                  <a:ea typeface="ＭＳ Ｐゴシック" pitchFamily="80" charset="-128"/>
                  <a:cs typeface="+mn-cs"/>
                </a:rPr>
                <a:t> 30 USD</a:t>
              </a:r>
              <a:endParaRPr kumimoji="0" lang="en-US" sz="1400" b="1" i="1" u="none" strike="noStrike" kern="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grpSp>
    </p:spTree>
    <p:extLst>
      <p:ext uri="{BB962C8B-B14F-4D97-AF65-F5344CB8AC3E}">
        <p14:creationId xmlns:p14="http://schemas.microsoft.com/office/powerpoint/2010/main" val="2187885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US" dirty="0"/>
              <a:t>Secondary cost accounts in S/4 HANA</a:t>
            </a:r>
          </a:p>
        </p:txBody>
      </p:sp>
      <p:grpSp>
        <p:nvGrpSpPr>
          <p:cNvPr id="6" name="Group 5">
            <a:extLst>
              <a:ext uri="{FF2B5EF4-FFF2-40B4-BE49-F238E27FC236}">
                <a16:creationId xmlns:a16="http://schemas.microsoft.com/office/drawing/2014/main" id="{198F29A3-48D5-4940-80F5-B41525CFF259}"/>
              </a:ext>
            </a:extLst>
          </p:cNvPr>
          <p:cNvGrpSpPr/>
          <p:nvPr/>
        </p:nvGrpSpPr>
        <p:grpSpPr>
          <a:xfrm>
            <a:off x="515938" y="1498862"/>
            <a:ext cx="10954838" cy="4994011"/>
            <a:chOff x="515938" y="1498862"/>
            <a:chExt cx="10954838" cy="4994011"/>
          </a:xfrm>
        </p:grpSpPr>
        <p:sp>
          <p:nvSpPr>
            <p:cNvPr id="7" name="Round Single Corner Rectangle 6">
              <a:extLst>
                <a:ext uri="{FF2B5EF4-FFF2-40B4-BE49-F238E27FC236}">
                  <a16:creationId xmlns:a16="http://schemas.microsoft.com/office/drawing/2014/main" id="{E734A220-B5A4-4A0D-91AA-A95F96DFE563}"/>
                </a:ext>
              </a:extLst>
            </p:cNvPr>
            <p:cNvSpPr/>
            <p:nvPr/>
          </p:nvSpPr>
          <p:spPr bwMode="auto">
            <a:xfrm>
              <a:off x="515938" y="1498862"/>
              <a:ext cx="6393909" cy="4994011"/>
            </a:xfrm>
            <a:prstGeom prst="round1Rect">
              <a:avLst/>
            </a:prstGeom>
            <a:solidFill>
              <a:srgbClr val="D5EBE6"/>
            </a:solidFill>
            <a:ln w="12700" cap="flat" cmpd="sng" algn="ctr">
              <a:solidFill>
                <a:srgbClr val="D5EBE6">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In SAP ECC, secondary cost elements exist only in the CO (Controlling) module</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At JTI they are used mainly by GSC for product costing assessment cycles, and also by markets using assessment cycles for opex or marketing allocations</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Secondary cost elements are also used currently for indirect MCA entries</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In S/4 HANA secondary cost elements become GL accounts, however they can only be used for allocation purposes</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US" sz="1700" b="0" i="0" u="none" strike="noStrike" kern="0" cap="none" spc="0" normalizeH="0" baseline="0" noProof="0" dirty="0">
                  <a:ln>
                    <a:noFill/>
                  </a:ln>
                  <a:solidFill>
                    <a:srgbClr val="39454B"/>
                  </a:solidFill>
                  <a:effectLst/>
                  <a:uLnTx/>
                  <a:uFillTx/>
                  <a:latin typeface="Arial" panose="020B0604020202020204"/>
                  <a:ea typeface="ＭＳ Ｐゴシック" charset="0"/>
                  <a:cs typeface="+mn-cs"/>
                </a:rPr>
                <a:t>This will mean that where an assessment cycle is used, it will be possible to view the accounting document for this, and it will be visible in GPM reports in all relevant currencies</a:t>
              </a:r>
            </a:p>
          </p:txBody>
        </p:sp>
        <p:pic>
          <p:nvPicPr>
            <p:cNvPr id="8" name="Picture 7">
              <a:extLst>
                <a:ext uri="{FF2B5EF4-FFF2-40B4-BE49-F238E27FC236}">
                  <a16:creationId xmlns:a16="http://schemas.microsoft.com/office/drawing/2014/main" id="{2C1DA5C5-73C6-44F8-BAC2-FD5F4C026FC6}"/>
                </a:ext>
              </a:extLst>
            </p:cNvPr>
            <p:cNvPicPr>
              <a:picLocks noChangeAspect="1"/>
            </p:cNvPicPr>
            <p:nvPr/>
          </p:nvPicPr>
          <p:blipFill rotWithShape="1">
            <a:blip r:embed="rId2"/>
            <a:srcRect l="1184" r="29536"/>
            <a:stretch/>
          </p:blipFill>
          <p:spPr>
            <a:xfrm>
              <a:off x="7260773" y="1690690"/>
              <a:ext cx="4210003" cy="4448175"/>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1044693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012A21F-3FBD-4B95-929A-B6F451AF7D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6FB09898-A7AE-4DA0-900A-D279ED7A02A4}"/>
              </a:ext>
            </a:extLst>
          </p:cNvPr>
          <p:cNvSpPr>
            <a:spLocks noGrp="1"/>
          </p:cNvSpPr>
          <p:nvPr>
            <p:ph type="title"/>
          </p:nvPr>
        </p:nvSpPr>
        <p:spPr/>
        <p:txBody>
          <a:bodyPr/>
          <a:lstStyle/>
          <a:p>
            <a:r>
              <a:rPr lang="en-GB" dirty="0"/>
              <a:t>Controlling Transactions Reflected in G/L (1/2)</a:t>
            </a:r>
          </a:p>
        </p:txBody>
      </p:sp>
      <p:pic>
        <p:nvPicPr>
          <p:cNvPr id="4" name="Picture 3">
            <a:extLst>
              <a:ext uri="{FF2B5EF4-FFF2-40B4-BE49-F238E27FC236}">
                <a16:creationId xmlns:a16="http://schemas.microsoft.com/office/drawing/2014/main" id="{948A159B-F1E3-4074-8395-13D623259762}"/>
              </a:ext>
            </a:extLst>
          </p:cNvPr>
          <p:cNvPicPr>
            <a:picLocks noChangeAspect="1"/>
          </p:cNvPicPr>
          <p:nvPr/>
        </p:nvPicPr>
        <p:blipFill>
          <a:blip r:embed="rId2"/>
          <a:stretch>
            <a:fillRect/>
          </a:stretch>
        </p:blipFill>
        <p:spPr>
          <a:xfrm>
            <a:off x="3534894" y="2754990"/>
            <a:ext cx="7781026" cy="4035566"/>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2B7F6E58-95C8-4698-84DE-EAB523208EF7}"/>
              </a:ext>
            </a:extLst>
          </p:cNvPr>
          <p:cNvPicPr>
            <a:picLocks noChangeAspect="1"/>
          </p:cNvPicPr>
          <p:nvPr/>
        </p:nvPicPr>
        <p:blipFill>
          <a:blip r:embed="rId3"/>
          <a:stretch>
            <a:fillRect/>
          </a:stretch>
        </p:blipFill>
        <p:spPr>
          <a:xfrm>
            <a:off x="327122" y="1476522"/>
            <a:ext cx="5784668" cy="1952478"/>
          </a:xfrm>
          <a:prstGeom prst="rect">
            <a:avLst/>
          </a:prstGeom>
          <a:effectLst>
            <a:outerShdw blurRad="50800" dist="38100" dir="5400000" algn="t" rotWithShape="0">
              <a:prstClr val="black">
                <a:alpha val="40000"/>
              </a:prstClr>
            </a:outerShdw>
          </a:effectLst>
        </p:spPr>
      </p:pic>
      <p:sp>
        <p:nvSpPr>
          <p:cNvPr id="10" name="Rectangle 9">
            <a:extLst>
              <a:ext uri="{FF2B5EF4-FFF2-40B4-BE49-F238E27FC236}">
                <a16:creationId xmlns:a16="http://schemas.microsoft.com/office/drawing/2014/main" id="{EA9FD505-A255-4003-89BD-A2C03E987C26}"/>
              </a:ext>
            </a:extLst>
          </p:cNvPr>
          <p:cNvSpPr/>
          <p:nvPr/>
        </p:nvSpPr>
        <p:spPr>
          <a:xfrm>
            <a:off x="3420329" y="2207247"/>
            <a:ext cx="547653" cy="12085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AE673516-B337-4E05-B16A-6187EA0B207D}"/>
              </a:ext>
            </a:extLst>
          </p:cNvPr>
          <p:cNvSpPr/>
          <p:nvPr/>
        </p:nvSpPr>
        <p:spPr>
          <a:xfrm>
            <a:off x="4182729" y="5025186"/>
            <a:ext cx="495300" cy="8953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Callout: Bent Line 12">
            <a:extLst>
              <a:ext uri="{FF2B5EF4-FFF2-40B4-BE49-F238E27FC236}">
                <a16:creationId xmlns:a16="http://schemas.microsoft.com/office/drawing/2014/main" id="{D58C7FB3-FF8E-4213-B5D2-5861F44FE676}"/>
              </a:ext>
            </a:extLst>
          </p:cNvPr>
          <p:cNvSpPr/>
          <p:nvPr/>
        </p:nvSpPr>
        <p:spPr>
          <a:xfrm>
            <a:off x="6344320" y="1528397"/>
            <a:ext cx="2162175" cy="829287"/>
          </a:xfrm>
          <a:prstGeom prst="borderCallout2">
            <a:avLst>
              <a:gd name="adj1" fmla="val 15765"/>
              <a:gd name="adj2" fmla="val -403"/>
              <a:gd name="adj3" fmla="val 18750"/>
              <a:gd name="adj4" fmla="val -16667"/>
              <a:gd name="adj5" fmla="val 42812"/>
              <a:gd name="adj6" fmla="val -23759"/>
            </a:avLst>
          </a:prstGeom>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Controlling document from a Cost Center Allocation cycle – posted in Cost Center Accounting in CO</a:t>
            </a:r>
          </a:p>
        </p:txBody>
      </p:sp>
      <p:sp>
        <p:nvSpPr>
          <p:cNvPr id="34" name="Callout: Bent Line 33">
            <a:extLst>
              <a:ext uri="{FF2B5EF4-FFF2-40B4-BE49-F238E27FC236}">
                <a16:creationId xmlns:a16="http://schemas.microsoft.com/office/drawing/2014/main" id="{4C533280-2FFD-467E-95C2-9F4A39AD52AC}"/>
              </a:ext>
            </a:extLst>
          </p:cNvPr>
          <p:cNvSpPr/>
          <p:nvPr/>
        </p:nvSpPr>
        <p:spPr>
          <a:xfrm>
            <a:off x="9702703" y="2467327"/>
            <a:ext cx="2162175" cy="831218"/>
          </a:xfrm>
          <a:prstGeom prst="borderCallout2">
            <a:avLst>
              <a:gd name="adj1" fmla="val 15765"/>
              <a:gd name="adj2" fmla="val -403"/>
              <a:gd name="adj3" fmla="val 18750"/>
              <a:gd name="adj4" fmla="val -16667"/>
              <a:gd name="adj5" fmla="val 38220"/>
              <a:gd name="adj6" fmla="val -28605"/>
            </a:avLst>
          </a:prstGeom>
          <a:solidFill>
            <a:schemeClr val="lt1">
              <a:alpha val="40000"/>
            </a:schemeClr>
          </a:solid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Accounting document from the above CO transaction – posted in General Ledger in FI</a:t>
            </a:r>
          </a:p>
        </p:txBody>
      </p:sp>
      <p:sp>
        <p:nvSpPr>
          <p:cNvPr id="35" name="Rectangle 34">
            <a:extLst>
              <a:ext uri="{FF2B5EF4-FFF2-40B4-BE49-F238E27FC236}">
                <a16:creationId xmlns:a16="http://schemas.microsoft.com/office/drawing/2014/main" id="{F2C4D6F5-70AD-417D-82DD-5592099B2370}"/>
              </a:ext>
            </a:extLst>
          </p:cNvPr>
          <p:cNvSpPr/>
          <p:nvPr/>
        </p:nvSpPr>
        <p:spPr>
          <a:xfrm>
            <a:off x="3694154" y="3500628"/>
            <a:ext cx="4516395" cy="75847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25D4E695-7D92-4399-ABF9-093822471466}"/>
              </a:ext>
            </a:extLst>
          </p:cNvPr>
          <p:cNvSpPr/>
          <p:nvPr/>
        </p:nvSpPr>
        <p:spPr>
          <a:xfrm>
            <a:off x="7459045" y="5783171"/>
            <a:ext cx="3872653" cy="1413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Callout: Bent Line 17">
            <a:extLst>
              <a:ext uri="{FF2B5EF4-FFF2-40B4-BE49-F238E27FC236}">
                <a16:creationId xmlns:a16="http://schemas.microsoft.com/office/drawing/2014/main" id="{6A503FFE-5A0F-48BE-8713-B6F4A1B3A66E}"/>
              </a:ext>
            </a:extLst>
          </p:cNvPr>
          <p:cNvSpPr/>
          <p:nvPr/>
        </p:nvSpPr>
        <p:spPr>
          <a:xfrm>
            <a:off x="1934157" y="4926398"/>
            <a:ext cx="1439920" cy="1411195"/>
          </a:xfrm>
          <a:prstGeom prst="borderCallout2">
            <a:avLst>
              <a:gd name="adj1" fmla="val 58769"/>
              <a:gd name="adj2" fmla="val 98829"/>
              <a:gd name="adj3" fmla="val 104301"/>
              <a:gd name="adj4" fmla="val 110341"/>
              <a:gd name="adj5" fmla="val 104311"/>
              <a:gd name="adj6" fmla="val 155750"/>
            </a:avLst>
          </a:prstGeom>
          <a:ln w="19050"/>
        </p:spPr>
        <p:style>
          <a:lnRef idx="2">
            <a:schemeClr val="accent1"/>
          </a:lnRef>
          <a:fillRef idx="1">
            <a:schemeClr val="lt1"/>
          </a:fillRef>
          <a:effectRef idx="0">
            <a:schemeClr val="accent1"/>
          </a:effectRef>
          <a:fontRef idx="minor">
            <a:schemeClr val="dk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All FI documents are subject to Document Splitting – refer to Document Splitting explained later in this document.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9F18040E-FA2D-442E-95C8-D6B576480A8D}"/>
              </a:ext>
            </a:extLst>
          </p:cNvPr>
          <p:cNvSpPr/>
          <p:nvPr/>
        </p:nvSpPr>
        <p:spPr>
          <a:xfrm>
            <a:off x="4192254" y="5947216"/>
            <a:ext cx="495300" cy="74294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7416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012A21F-3FBD-4B95-929A-B6F451AF7D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6FB09898-A7AE-4DA0-900A-D279ED7A02A4}"/>
              </a:ext>
            </a:extLst>
          </p:cNvPr>
          <p:cNvSpPr>
            <a:spLocks noGrp="1"/>
          </p:cNvSpPr>
          <p:nvPr>
            <p:ph type="title"/>
          </p:nvPr>
        </p:nvSpPr>
        <p:spPr/>
        <p:txBody>
          <a:bodyPr/>
          <a:lstStyle/>
          <a:p>
            <a:r>
              <a:rPr lang="en-GB" dirty="0"/>
              <a:t>Controlling Transactions Reflected in G/L (2/2)</a:t>
            </a:r>
          </a:p>
        </p:txBody>
      </p:sp>
      <p:pic>
        <p:nvPicPr>
          <p:cNvPr id="1026" name="Picture 2" descr="C:\Users\cstwangw\AppData\Local\Temp\SNAGHTML98dd3d.PNG">
            <a:extLst>
              <a:ext uri="{FF2B5EF4-FFF2-40B4-BE49-F238E27FC236}">
                <a16:creationId xmlns:a16="http://schemas.microsoft.com/office/drawing/2014/main" id="{6593CAFD-9C45-44E0-A544-F79033379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146" y="1443385"/>
            <a:ext cx="11680979" cy="397122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06F60753-A09B-4FBA-8475-51EE0FDFD580}"/>
              </a:ext>
            </a:extLst>
          </p:cNvPr>
          <p:cNvSpPr/>
          <p:nvPr/>
        </p:nvSpPr>
        <p:spPr>
          <a:xfrm>
            <a:off x="10269204" y="1443384"/>
            <a:ext cx="817896" cy="30921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334EBE1A-BD79-46CA-B6DE-283145CD261E}"/>
              </a:ext>
            </a:extLst>
          </p:cNvPr>
          <p:cNvSpPr/>
          <p:nvPr/>
        </p:nvSpPr>
        <p:spPr>
          <a:xfrm>
            <a:off x="5278103" y="1597991"/>
            <a:ext cx="1989471" cy="30921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FF4598C7-F8B1-428E-9D91-03517E4E1B13}"/>
              </a:ext>
            </a:extLst>
          </p:cNvPr>
          <p:cNvSpPr/>
          <p:nvPr/>
        </p:nvSpPr>
        <p:spPr>
          <a:xfrm>
            <a:off x="7991475" y="2249096"/>
            <a:ext cx="4057650" cy="3165518"/>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46EA4311-A9DC-4903-85F7-5ACE2E24D105}"/>
              </a:ext>
            </a:extLst>
          </p:cNvPr>
          <p:cNvSpPr/>
          <p:nvPr/>
        </p:nvSpPr>
        <p:spPr>
          <a:xfrm>
            <a:off x="561976" y="2249096"/>
            <a:ext cx="7277100" cy="31655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Callout: Line 8">
            <a:extLst>
              <a:ext uri="{FF2B5EF4-FFF2-40B4-BE49-F238E27FC236}">
                <a16:creationId xmlns:a16="http://schemas.microsoft.com/office/drawing/2014/main" id="{2BF1A617-B5DB-4E72-9F64-6F6BA945EFE6}"/>
              </a:ext>
            </a:extLst>
          </p:cNvPr>
          <p:cNvSpPr/>
          <p:nvPr/>
        </p:nvSpPr>
        <p:spPr>
          <a:xfrm>
            <a:off x="1057275" y="5756504"/>
            <a:ext cx="6591300" cy="653822"/>
          </a:xfrm>
          <a:prstGeom prst="borderCallout1">
            <a:avLst>
              <a:gd name="adj1" fmla="val -669"/>
              <a:gd name="adj2" fmla="val 49973"/>
              <a:gd name="adj3" fmla="val -53749"/>
              <a:gd name="adj4" fmla="val 5004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All G/L items can be displayed using G/L Account Line Item Browser, which reflects the real-time information stored in ACDOCA table. The above example is showing the same document from previous slide originated from Cost Center Allocation.</a:t>
            </a:r>
          </a:p>
        </p:txBody>
      </p:sp>
      <p:sp>
        <p:nvSpPr>
          <p:cNvPr id="23" name="Callout: Line 22">
            <a:extLst>
              <a:ext uri="{FF2B5EF4-FFF2-40B4-BE49-F238E27FC236}">
                <a16:creationId xmlns:a16="http://schemas.microsoft.com/office/drawing/2014/main" id="{2C14884E-A86A-4045-8267-41413DEC298F}"/>
              </a:ext>
            </a:extLst>
          </p:cNvPr>
          <p:cNvSpPr/>
          <p:nvPr/>
        </p:nvSpPr>
        <p:spPr>
          <a:xfrm>
            <a:off x="8629651" y="5720768"/>
            <a:ext cx="2924174" cy="653822"/>
          </a:xfrm>
          <a:prstGeom prst="borderCallout1">
            <a:avLst>
              <a:gd name="adj1" fmla="val -669"/>
              <a:gd name="adj2" fmla="val 49973"/>
              <a:gd name="adj3" fmla="val -45008"/>
              <a:gd name="adj4" fmla="val 49615"/>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Users can use the “Sidebar” functionality to slice and dice the information and provide analysis on the “fly”.</a:t>
            </a:r>
          </a:p>
        </p:txBody>
      </p:sp>
    </p:spTree>
    <p:extLst>
      <p:ext uri="{BB962C8B-B14F-4D97-AF65-F5344CB8AC3E}">
        <p14:creationId xmlns:p14="http://schemas.microsoft.com/office/powerpoint/2010/main" val="129274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22CA5D1-2D5C-460B-A83A-1C7E1DA9A430}"/>
              </a:ext>
            </a:extLst>
          </p:cNvPr>
          <p:cNvGrpSpPr/>
          <p:nvPr/>
        </p:nvGrpSpPr>
        <p:grpSpPr>
          <a:xfrm>
            <a:off x="4963963" y="1501772"/>
            <a:ext cx="6712098" cy="4341044"/>
            <a:chOff x="2718602" y="2485436"/>
            <a:chExt cx="5852776" cy="3542168"/>
          </a:xfrm>
        </p:grpSpPr>
        <p:sp>
          <p:nvSpPr>
            <p:cNvPr id="13" name="Rectangle: Rounded Corners 12">
              <a:extLst>
                <a:ext uri="{FF2B5EF4-FFF2-40B4-BE49-F238E27FC236}">
                  <a16:creationId xmlns:a16="http://schemas.microsoft.com/office/drawing/2014/main" id="{236E788C-C2A6-47F2-8CCA-1093EA0BCB1A}"/>
                </a:ext>
              </a:extLst>
            </p:cNvPr>
            <p:cNvSpPr/>
            <p:nvPr/>
          </p:nvSpPr>
          <p:spPr>
            <a:xfrm>
              <a:off x="2801526" y="3716778"/>
              <a:ext cx="5724000" cy="2265106"/>
            </a:xfrm>
            <a:prstGeom prst="roundRect">
              <a:avLst>
                <a:gd name="adj" fmla="val 6705"/>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BFBF3C76-FB23-45FE-87CF-0779EB37DCAE}"/>
                </a:ext>
              </a:extLst>
            </p:cNvPr>
            <p:cNvSpPr txBox="1"/>
            <p:nvPr/>
          </p:nvSpPr>
          <p:spPr>
            <a:xfrm>
              <a:off x="4409836" y="2533249"/>
              <a:ext cx="3187811" cy="25198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rPr>
                <a:t>A Basic example of Document Splitting </a:t>
              </a:r>
              <a:r>
                <a:rPr kumimoji="0" lang="en-GB" sz="1200" b="0" i="1" u="none" strike="noStrike" kern="1200" cap="none" spc="0" normalizeH="0" baseline="30000" noProof="0" dirty="0">
                  <a:ln>
                    <a:noFill/>
                  </a:ln>
                  <a:solidFill>
                    <a:srgbClr val="FF0000"/>
                  </a:solidFill>
                  <a:effectLst/>
                  <a:uLnTx/>
                  <a:uFillTx/>
                  <a:latin typeface="Arial" panose="020B0604020202020204"/>
                  <a:ea typeface="+mn-ea"/>
                  <a:cs typeface="+mn-cs"/>
                </a:rPr>
                <a:t>1)</a:t>
              </a:r>
              <a:endParaRPr kumimoji="0" lang="en-GB" sz="1200" b="1" i="0" u="sng"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B46BA576-EC39-4574-AD6D-F9BB9CE4A30E}"/>
                </a:ext>
              </a:extLst>
            </p:cNvPr>
            <p:cNvSpPr/>
            <p:nvPr/>
          </p:nvSpPr>
          <p:spPr>
            <a:xfrm>
              <a:off x="2806834" y="2789130"/>
              <a:ext cx="5686926" cy="888265"/>
            </a:xfrm>
            <a:prstGeom prst="roundRect">
              <a:avLst>
                <a:gd name="adj" fmla="val 10938"/>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1862EF53-EF13-4659-B0C6-978CD63121B9}"/>
                </a:ext>
              </a:extLst>
            </p:cNvPr>
            <p:cNvPicPr>
              <a:picLocks noChangeAspect="1"/>
            </p:cNvPicPr>
            <p:nvPr/>
          </p:nvPicPr>
          <p:blipFill>
            <a:blip r:embed="rId2"/>
            <a:stretch>
              <a:fillRect/>
            </a:stretch>
          </p:blipFill>
          <p:spPr>
            <a:xfrm>
              <a:off x="4333300" y="2823824"/>
              <a:ext cx="4096412" cy="792398"/>
            </a:xfrm>
            <a:prstGeom prst="rect">
              <a:avLst/>
            </a:prstGeom>
          </p:spPr>
        </p:pic>
        <p:pic>
          <p:nvPicPr>
            <p:cNvPr id="18" name="Picture 17">
              <a:extLst>
                <a:ext uri="{FF2B5EF4-FFF2-40B4-BE49-F238E27FC236}">
                  <a16:creationId xmlns:a16="http://schemas.microsoft.com/office/drawing/2014/main" id="{CC997751-017B-49D6-B830-63819C106F7C}"/>
                </a:ext>
              </a:extLst>
            </p:cNvPr>
            <p:cNvPicPr>
              <a:picLocks noChangeAspect="1"/>
            </p:cNvPicPr>
            <p:nvPr/>
          </p:nvPicPr>
          <p:blipFill>
            <a:blip r:embed="rId3"/>
            <a:stretch>
              <a:fillRect/>
            </a:stretch>
          </p:blipFill>
          <p:spPr>
            <a:xfrm>
              <a:off x="4333300" y="3765680"/>
              <a:ext cx="4096412" cy="1521164"/>
            </a:xfrm>
            <a:prstGeom prst="rect">
              <a:avLst/>
            </a:prstGeom>
          </p:spPr>
        </p:pic>
        <p:sp>
          <p:nvSpPr>
            <p:cNvPr id="19" name="TextBox 18">
              <a:extLst>
                <a:ext uri="{FF2B5EF4-FFF2-40B4-BE49-F238E27FC236}">
                  <a16:creationId xmlns:a16="http://schemas.microsoft.com/office/drawing/2014/main" id="{531E1303-33B5-40A8-B4CA-3EBB4D450FA9}"/>
                </a:ext>
              </a:extLst>
            </p:cNvPr>
            <p:cNvSpPr txBox="1"/>
            <p:nvPr/>
          </p:nvSpPr>
          <p:spPr>
            <a:xfrm>
              <a:off x="2801527" y="2857214"/>
              <a:ext cx="1465138" cy="792398"/>
            </a:xfrm>
            <a:prstGeom prst="rect">
              <a:avLst/>
            </a:prstGeom>
            <a:noFill/>
          </p:spPr>
          <p:txBody>
            <a:bodyPr wrap="square" lIns="72000" tIns="0" rIns="36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Document in </a:t>
              </a: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Entry View </a:t>
              </a: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(what was originally posted)</a:t>
              </a:r>
            </a:p>
          </p:txBody>
        </p:sp>
        <p:sp>
          <p:nvSpPr>
            <p:cNvPr id="22" name="Rectangle 21">
              <a:extLst>
                <a:ext uri="{FF2B5EF4-FFF2-40B4-BE49-F238E27FC236}">
                  <a16:creationId xmlns:a16="http://schemas.microsoft.com/office/drawing/2014/main" id="{5437188B-B765-4913-99EC-03C6942981DC}"/>
                </a:ext>
              </a:extLst>
            </p:cNvPr>
            <p:cNvSpPr/>
            <p:nvPr/>
          </p:nvSpPr>
          <p:spPr>
            <a:xfrm>
              <a:off x="7750810" y="3065474"/>
              <a:ext cx="612000" cy="1788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79053460-3F3A-4D64-B1A7-199914CB7CA1}"/>
                </a:ext>
              </a:extLst>
            </p:cNvPr>
            <p:cNvSpPr txBox="1"/>
            <p:nvPr/>
          </p:nvSpPr>
          <p:spPr>
            <a:xfrm>
              <a:off x="2801527" y="3740836"/>
              <a:ext cx="1465138" cy="792398"/>
            </a:xfrm>
            <a:prstGeom prst="rect">
              <a:avLst/>
            </a:prstGeom>
            <a:noFill/>
          </p:spPr>
          <p:txBody>
            <a:bodyPr wrap="square" lIns="72000" tIns="0" rIns="3600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Document in </a:t>
              </a: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Ledger View </a:t>
              </a: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(after document splitting)</a:t>
              </a:r>
            </a:p>
          </p:txBody>
        </p:sp>
        <p:sp>
          <p:nvSpPr>
            <p:cNvPr id="25" name="Rectangle 24">
              <a:extLst>
                <a:ext uri="{FF2B5EF4-FFF2-40B4-BE49-F238E27FC236}">
                  <a16:creationId xmlns:a16="http://schemas.microsoft.com/office/drawing/2014/main" id="{D30BEE17-39B4-41C3-B18E-04E1766445D1}"/>
                </a:ext>
              </a:extLst>
            </p:cNvPr>
            <p:cNvSpPr/>
            <p:nvPr/>
          </p:nvSpPr>
          <p:spPr>
            <a:xfrm>
              <a:off x="4406020" y="4793622"/>
              <a:ext cx="4023691" cy="1731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25">
              <a:extLst>
                <a:ext uri="{FF2B5EF4-FFF2-40B4-BE49-F238E27FC236}">
                  <a16:creationId xmlns:a16="http://schemas.microsoft.com/office/drawing/2014/main" id="{F7C0485D-6595-429B-8D2C-B40F5EB78A48}"/>
                </a:ext>
              </a:extLst>
            </p:cNvPr>
            <p:cNvSpPr/>
            <p:nvPr/>
          </p:nvSpPr>
          <p:spPr>
            <a:xfrm flipV="1">
              <a:off x="4380141" y="4655982"/>
              <a:ext cx="4023691" cy="480827"/>
            </a:xfrm>
            <a:prstGeom prst="rect">
              <a:avLst/>
            </a:prstGeom>
            <a:solidFill>
              <a:schemeClr val="accent5">
                <a:alpha val="35000"/>
              </a:schemeClr>
            </a:solidFill>
            <a:ln w="31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CFC9CECB-4996-48DB-8672-BCDC131F7E0E}"/>
                </a:ext>
              </a:extLst>
            </p:cNvPr>
            <p:cNvSpPr/>
            <p:nvPr/>
          </p:nvSpPr>
          <p:spPr>
            <a:xfrm>
              <a:off x="7141209" y="4985342"/>
              <a:ext cx="962025" cy="1602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D54671AF-7FDA-45C4-AFBD-33CE7F58E988}"/>
                </a:ext>
              </a:extLst>
            </p:cNvPr>
            <p:cNvSpPr/>
            <p:nvPr/>
          </p:nvSpPr>
          <p:spPr>
            <a:xfrm flipV="1">
              <a:off x="4380141" y="3936340"/>
              <a:ext cx="4023691" cy="665750"/>
            </a:xfrm>
            <a:prstGeom prst="rect">
              <a:avLst/>
            </a:prstGeom>
            <a:solidFill>
              <a:srgbClr val="92D050">
                <a:alpha val="28000"/>
              </a:srgbClr>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406B8DFF-ADA4-4B41-9744-D2257E849DC7}"/>
                </a:ext>
              </a:extLst>
            </p:cNvPr>
            <p:cNvSpPr/>
            <p:nvPr/>
          </p:nvSpPr>
          <p:spPr>
            <a:xfrm>
              <a:off x="4406020" y="4300400"/>
              <a:ext cx="4023691" cy="1731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531D774F-A521-4AA3-886A-9E3C63F73B44}"/>
                </a:ext>
              </a:extLst>
            </p:cNvPr>
            <p:cNvSpPr/>
            <p:nvPr/>
          </p:nvSpPr>
          <p:spPr>
            <a:xfrm>
              <a:off x="7141210" y="4485898"/>
              <a:ext cx="962025" cy="1602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81832ADE-F942-4C77-A4E0-4637390DB4CA}"/>
                </a:ext>
              </a:extLst>
            </p:cNvPr>
            <p:cNvSpPr txBox="1"/>
            <p:nvPr/>
          </p:nvSpPr>
          <p:spPr>
            <a:xfrm>
              <a:off x="2775646" y="4330390"/>
              <a:ext cx="1382639" cy="1272669"/>
            </a:xfrm>
            <a:prstGeom prst="rect">
              <a:avLst/>
            </a:prstGeom>
            <a:noFill/>
          </p:spPr>
          <p:txBody>
            <a:bodyPr wrap="square" lIns="36000" tIns="36000" rIns="36000" bIns="36000" rtlCol="0">
              <a:noAutofit/>
            </a:body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Item 1 which didn’t have PC on input now is assigned with a PC – note the “Account” shown on ledger view is the G/L account instead of vendor as on Entry View.</a:t>
              </a:r>
            </a:p>
          </p:txBody>
        </p:sp>
        <p:sp>
          <p:nvSpPr>
            <p:cNvPr id="32" name="Rectangle 31">
              <a:extLst>
                <a:ext uri="{FF2B5EF4-FFF2-40B4-BE49-F238E27FC236}">
                  <a16:creationId xmlns:a16="http://schemas.microsoft.com/office/drawing/2014/main" id="{F6928D1C-AE10-4416-A738-4FCB6ABC9342}"/>
                </a:ext>
              </a:extLst>
            </p:cNvPr>
            <p:cNvSpPr/>
            <p:nvPr/>
          </p:nvSpPr>
          <p:spPr>
            <a:xfrm>
              <a:off x="4406020" y="3976484"/>
              <a:ext cx="3697214" cy="1414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E2A49A2F-E264-4EC4-BF56-507DAB18CD89}"/>
                </a:ext>
              </a:extLst>
            </p:cNvPr>
            <p:cNvSpPr/>
            <p:nvPr/>
          </p:nvSpPr>
          <p:spPr>
            <a:xfrm>
              <a:off x="4406021" y="3074998"/>
              <a:ext cx="3325740" cy="17889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2C28F014-054D-4B3C-AE9E-737B047AEDBD}"/>
                </a:ext>
              </a:extLst>
            </p:cNvPr>
            <p:cNvSpPr txBox="1"/>
            <p:nvPr/>
          </p:nvSpPr>
          <p:spPr>
            <a:xfrm>
              <a:off x="4158285" y="5270814"/>
              <a:ext cx="4335475" cy="502153"/>
            </a:xfrm>
            <a:prstGeom prst="rect">
              <a:avLst/>
            </a:prstGeom>
            <a:noFill/>
          </p:spPr>
          <p:txBody>
            <a:bodyPr wrap="square" lIns="36000" tIns="36000" rIns="36000" bIns="36000" rtlCol="0">
              <a:noAutofit/>
            </a:body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Items 4&amp;5 are created to make the total balances posted to each PC to be come zero.</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As a result, every G/L item is now assigned with a PC and the total account balances per PC is always zero.</a:t>
              </a:r>
              <a:endParaRPr kumimoji="0" lang="en-GB" sz="1050" b="0" i="1" u="none" strike="noStrike" kern="1200" cap="none" spc="0" normalizeH="0" baseline="30000" noProof="0" dirty="0">
                <a:ln>
                  <a:noFill/>
                </a:ln>
                <a:solidFill>
                  <a:srgbClr val="FF0000"/>
                </a:solidFill>
                <a:effectLst/>
                <a:uLnTx/>
                <a:uFillTx/>
                <a:latin typeface="Arial" panose="020B0604020202020204"/>
                <a:ea typeface="+mn-ea"/>
                <a:cs typeface="+mn-cs"/>
              </a:endParaRPr>
            </a:p>
          </p:txBody>
        </p:sp>
        <p:sp>
          <p:nvSpPr>
            <p:cNvPr id="36" name="Rectangle: Rounded Corners 35">
              <a:extLst>
                <a:ext uri="{FF2B5EF4-FFF2-40B4-BE49-F238E27FC236}">
                  <a16:creationId xmlns:a16="http://schemas.microsoft.com/office/drawing/2014/main" id="{795F1390-98F7-4E7F-9420-5263FCBCCB18}"/>
                </a:ext>
              </a:extLst>
            </p:cNvPr>
            <p:cNvSpPr/>
            <p:nvPr/>
          </p:nvSpPr>
          <p:spPr>
            <a:xfrm>
              <a:off x="2718602" y="2485436"/>
              <a:ext cx="5852776" cy="3542168"/>
            </a:xfrm>
            <a:prstGeom prst="roundRect">
              <a:avLst>
                <a:gd name="adj" fmla="val 5360"/>
              </a:avLst>
            </a:pr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Slide Number Placeholder 4">
            <a:extLst>
              <a:ext uri="{FF2B5EF4-FFF2-40B4-BE49-F238E27FC236}">
                <a16:creationId xmlns:a16="http://schemas.microsoft.com/office/drawing/2014/main" id="{3012A21F-3FBD-4B95-929A-B6F451AF7D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6FB09898-A7AE-4DA0-900A-D279ED7A02A4}"/>
              </a:ext>
            </a:extLst>
          </p:cNvPr>
          <p:cNvSpPr>
            <a:spLocks noGrp="1"/>
          </p:cNvSpPr>
          <p:nvPr>
            <p:ph type="title"/>
          </p:nvPr>
        </p:nvSpPr>
        <p:spPr/>
        <p:txBody>
          <a:bodyPr/>
          <a:lstStyle/>
          <a:p>
            <a:r>
              <a:rPr lang="en-GB" dirty="0"/>
              <a:t>Document splitting at a glance</a:t>
            </a:r>
          </a:p>
        </p:txBody>
      </p:sp>
      <p:sp>
        <p:nvSpPr>
          <p:cNvPr id="12" name="TextBox 11">
            <a:extLst>
              <a:ext uri="{FF2B5EF4-FFF2-40B4-BE49-F238E27FC236}">
                <a16:creationId xmlns:a16="http://schemas.microsoft.com/office/drawing/2014/main" id="{7B60E3BE-F648-4419-91CB-A620719BB93D}"/>
              </a:ext>
            </a:extLst>
          </p:cNvPr>
          <p:cNvSpPr txBox="1"/>
          <p:nvPr/>
        </p:nvSpPr>
        <p:spPr>
          <a:xfrm>
            <a:off x="818138" y="1661619"/>
            <a:ext cx="3540502" cy="434104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Document splitting functionality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enables population of Profit Centers (PC)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where line items have to be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split to inherit proper PC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characteristics according to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pre-defined rules.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In document splitting, the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system may creates additional clearing lines</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In JTI with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PC being reorganized</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to represent Market/Factory/Function, Document Splitting enables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Free Cash Flow by Market</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which is compiled by using </a:t>
            </a: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GL movements by PCs.</a:t>
            </a:r>
            <a:endPar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688EA16C-34AF-4BD2-AE91-F799ABC298CA}"/>
              </a:ext>
            </a:extLst>
          </p:cNvPr>
          <p:cNvSpPr txBox="1"/>
          <p:nvPr/>
        </p:nvSpPr>
        <p:spPr>
          <a:xfrm>
            <a:off x="515939" y="6186696"/>
            <a:ext cx="10847184" cy="307885"/>
          </a:xfrm>
          <a:prstGeom prst="rect">
            <a:avLst/>
          </a:prstGeom>
          <a:solidFill>
            <a:schemeClr val="bg1">
              <a:lumMod val="95000"/>
            </a:schemeClr>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50" b="0" i="1" u="none" strike="noStrike" kern="1200" cap="none" spc="0" normalizeH="0" baseline="30000" noProof="0" dirty="0">
                <a:ln>
                  <a:noFill/>
                </a:ln>
                <a:solidFill>
                  <a:srgbClr val="FF0000"/>
                </a:solidFill>
                <a:effectLst/>
                <a:uLnTx/>
                <a:uFillTx/>
                <a:latin typeface="Arial" panose="020B0604020202020204"/>
                <a:ea typeface="+mn-ea"/>
                <a:cs typeface="+mn-cs"/>
              </a:rPr>
              <a:t>1)</a:t>
            </a:r>
            <a:r>
              <a:rPr kumimoji="0" lang="en-GB" sz="850" b="0" i="1" u="none" strike="noStrike" kern="1200" cap="none" spc="0" normalizeH="0" baseline="0" noProof="0" dirty="0">
                <a:ln>
                  <a:noFill/>
                </a:ln>
                <a:solidFill>
                  <a:srgbClr val="000000"/>
                </a:solidFill>
                <a:effectLst/>
                <a:uLnTx/>
                <a:uFillTx/>
                <a:latin typeface="Arial" panose="020B0604020202020204"/>
                <a:ea typeface="+mn-ea"/>
                <a:cs typeface="+mn-cs"/>
              </a:rPr>
              <a:t> Note in this example only shows that PCs are assigned during Document Splitting. There are different scenarios and many Document Splitting rules set up to determine how the PCs are determined/assigned and how the amounts should be split to different PCs. These are explained in Free Cash Flow course. </a:t>
            </a:r>
          </a:p>
        </p:txBody>
      </p:sp>
    </p:spTree>
    <p:extLst>
      <p:ext uri="{BB962C8B-B14F-4D97-AF65-F5344CB8AC3E}">
        <p14:creationId xmlns:p14="http://schemas.microsoft.com/office/powerpoint/2010/main" val="1157099029"/>
      </p:ext>
    </p:extLst>
  </p:cSld>
  <p:clrMapOvr>
    <a:masterClrMapping/>
  </p:clrMapOvr>
</p:sld>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1_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62DC52-9E85-4C0B-A6FD-D7399E3BE626}">
  <ds:schemaRefs>
    <ds:schemaRef ds:uri="http://schemas.microsoft.com/sharepoint/v3/contenttype/forms"/>
  </ds:schemaRefs>
</ds:datastoreItem>
</file>

<file path=customXml/itemProps2.xml><?xml version="1.0" encoding="utf-8"?>
<ds:datastoreItem xmlns:ds="http://schemas.openxmlformats.org/officeDocument/2006/customXml" ds:itemID="{9D39208E-A025-498E-803D-BEC4CFBD281C}">
  <ds:schemaRefs>
    <ds:schemaRef ds:uri="http://schemas.microsoft.com/office/infopath/2007/PartnerControls"/>
    <ds:schemaRef ds:uri="http://purl.org/dc/elements/1.1/"/>
    <ds:schemaRef ds:uri="http://www.w3.org/XML/1998/namespace"/>
    <ds:schemaRef ds:uri="http://schemas.openxmlformats.org/package/2006/metadata/core-properties"/>
    <ds:schemaRef ds:uri="91871c47-af2e-43ea-ad3f-7bb4c536bc45"/>
    <ds:schemaRef ds:uri="http://schemas.microsoft.com/office/2006/documentManagement/types"/>
    <ds:schemaRef ds:uri="http://schemas.microsoft.com/office/2006/metadata/properties"/>
    <ds:schemaRef ds:uri="http://purl.org/dc/dcmitype/"/>
    <ds:schemaRef ds:uri="cb52ee0d-5346-4ae8-a9f9-d746adffeb6b"/>
    <ds:schemaRef ds:uri="ba249638-b5c4-4b59-8094-70d8491c2e9c"/>
    <ds:schemaRef ds:uri="http://purl.org/dc/terms/"/>
  </ds:schemaRefs>
</ds:datastoreItem>
</file>

<file path=customXml/itemProps3.xml><?xml version="1.0" encoding="utf-8"?>
<ds:datastoreItem xmlns:ds="http://schemas.openxmlformats.org/officeDocument/2006/customXml" ds:itemID="{A6E6A5CF-5C59-4F2B-BFE3-021EC28D915E}"/>
</file>

<file path=docProps/app.xml><?xml version="1.0" encoding="utf-8"?>
<Properties xmlns="http://schemas.openxmlformats.org/officeDocument/2006/extended-properties" xmlns:vt="http://schemas.openxmlformats.org/officeDocument/2006/docPropsVTypes">
  <TotalTime>91</TotalTime>
  <Words>1874</Words>
  <Application>Microsoft Office PowerPoint</Application>
  <PresentationFormat>Widescreen</PresentationFormat>
  <Paragraphs>272</Paragraphs>
  <Slides>15</Slides>
  <Notes>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2" baseType="lpstr">
      <vt:lpstr>Meiryo UI</vt:lpstr>
      <vt:lpstr>Arial</vt:lpstr>
      <vt:lpstr>Courier New</vt:lpstr>
      <vt:lpstr>Wingdings</vt:lpstr>
      <vt:lpstr>S4F-ERP G&amp;A &amp; Marketing Cost Management</vt:lpstr>
      <vt:lpstr>1_S4F-ERP G&amp;A &amp; Marketing Cost Management</vt:lpstr>
      <vt:lpstr>Acrobat Document</vt:lpstr>
      <vt:lpstr>PowerPoint Presentation</vt:lpstr>
      <vt:lpstr>Cost Center Allocations - Overview</vt:lpstr>
      <vt:lpstr>Cost Center Allocation - Introduction</vt:lpstr>
      <vt:lpstr>Management Allocations Simplification</vt:lpstr>
      <vt:lpstr>Management Allocations Simplification Examples</vt:lpstr>
      <vt:lpstr>Cost Accountability Matrix</vt:lpstr>
      <vt:lpstr>Other Allocation cycles and their usage in JTI</vt:lpstr>
      <vt:lpstr>PowerPoint Presentation</vt:lpstr>
      <vt:lpstr>PowerPoint Presentation</vt:lpstr>
      <vt:lpstr>Cost Center Allocations for OpEx</vt:lpstr>
      <vt:lpstr>Cost Center Allocations for OpEx</vt:lpstr>
      <vt:lpstr>Secondary cost accounts in S/4 HANA</vt:lpstr>
      <vt:lpstr>Controlling Transactions Reflected in G/L (1/2)</vt:lpstr>
      <vt:lpstr>Controlling Transactions Reflected in G/L (2/2)</vt:lpstr>
      <vt:lpstr>Document splitting at a glance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4</cp:revision>
  <dcterms:created xsi:type="dcterms:W3CDTF">2019-10-09T10:39:42Z</dcterms:created>
  <dcterms:modified xsi:type="dcterms:W3CDTF">2024-05-02T09:33:08Z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1275800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2022-04-29T07:01:52Z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e34f6753-4d62-4bc8-8a89-22398e6195e0</vt:lpwstr>
  </property>
  <property fmtid="{D5CDD505-2E9C-101B-9397-08002B2CF9AE}" pid="14" name="MSIP_Label_b020b37f-db72-473e-ae54-fb16df408069_ContentBits">
    <vt:lpwstr>0</vt:lpwstr>
  </property>
  <property fmtid="{D5CDD505-2E9C-101B-9397-08002B2CF9AE}" pid="15" name="MediaServiceImageTags">
    <vt:lpwstr/>
  </property>
  <property fmtid="{D5CDD505-2E9C-101B-9397-08002B2CF9AE}" pid="16" name="_SourceUrl">
    <vt:lpwstr/>
  </property>
  <property fmtid="{D5CDD505-2E9C-101B-9397-08002B2CF9AE}" pid="17" name="_SharedFileIndex">
    <vt:lpwstr/>
  </property>
</Properties>
</file>