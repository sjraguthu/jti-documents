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3.xml" ContentType="application/vnd.openxmlformats-officedocument.theme+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4.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5.xml" ContentType="application/vnd.openxmlformats-officedocument.theme+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6.xml" ContentType="application/vnd.openxmlformats-officedocument.theme+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7.xml" ContentType="application/vnd.openxmlformats-officedocument.theme+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theme/theme8.xml" ContentType="application/vnd.openxmlformats-officedocument.theme+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theme/theme9.xml" ContentType="application/vnd.openxmlformats-officedocument.theme+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theme/theme10.xml" ContentType="application/vnd.openxmlformats-officedocument.theme+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theme/theme11.xml" ContentType="application/vnd.openxmlformats-officedocument.theme+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theme/theme12.xml" ContentType="application/vnd.openxmlformats-officedocument.theme+xml"/>
  <Override PartName="/ppt/theme/theme1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68" r:id="rId4"/>
    <p:sldMasterId id="2147483811" r:id="rId5"/>
    <p:sldMasterId id="2147483816" r:id="rId6"/>
    <p:sldMasterId id="2147483821" r:id="rId7"/>
    <p:sldMasterId id="2147483826" r:id="rId8"/>
    <p:sldMasterId id="2147483831" r:id="rId9"/>
    <p:sldMasterId id="2147483836" r:id="rId10"/>
    <p:sldMasterId id="2147483841" r:id="rId11"/>
    <p:sldMasterId id="2147483846" r:id="rId12"/>
    <p:sldMasterId id="2147483851" r:id="rId13"/>
    <p:sldMasterId id="2147483861" r:id="rId14"/>
    <p:sldMasterId id="2147483883" r:id="rId15"/>
  </p:sldMasterIdLst>
  <p:notesMasterIdLst>
    <p:notesMasterId r:id="rId37"/>
  </p:notesMasterIdLst>
  <p:sldIdLst>
    <p:sldId id="403" r:id="rId16"/>
    <p:sldId id="429" r:id="rId17"/>
    <p:sldId id="9768" r:id="rId18"/>
    <p:sldId id="9891" r:id="rId19"/>
    <p:sldId id="9936" r:id="rId20"/>
    <p:sldId id="9937" r:id="rId21"/>
    <p:sldId id="9938" r:id="rId22"/>
    <p:sldId id="9793" r:id="rId23"/>
    <p:sldId id="9700" r:id="rId24"/>
    <p:sldId id="9939" r:id="rId25"/>
    <p:sldId id="9704" r:id="rId26"/>
    <p:sldId id="9705" r:id="rId27"/>
    <p:sldId id="9706" r:id="rId28"/>
    <p:sldId id="9794" r:id="rId29"/>
    <p:sldId id="9911" r:id="rId30"/>
    <p:sldId id="471" r:id="rId31"/>
    <p:sldId id="9713" r:id="rId32"/>
    <p:sldId id="9886" r:id="rId33"/>
    <p:sldId id="9717" r:id="rId34"/>
    <p:sldId id="9710" r:id="rId35"/>
    <p:sldId id="9718" r:id="rId3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4F3F2"/>
    <a:srgbClr val="74D9D5"/>
    <a:srgbClr val="606F77"/>
    <a:srgbClr val="33C1BA"/>
    <a:srgbClr val="1A3140"/>
    <a:srgbClr val="6698D4"/>
    <a:srgbClr val="E9BA1C"/>
    <a:srgbClr val="ABACAF"/>
    <a:srgbClr val="A7E6E4"/>
    <a:srgbClr val="E9554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B783884-8212-4304-89A2-2677ABCFBCE5}" v="1" dt="2021-08-16T12:30:19.73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0504" autoAdjust="0"/>
    <p:restoredTop sz="94660"/>
  </p:normalViewPr>
  <p:slideViewPr>
    <p:cSldViewPr snapToGrid="0" showGuides="1">
      <p:cViewPr varScale="1">
        <p:scale>
          <a:sx n="88" d="100"/>
          <a:sy n="88" d="100"/>
        </p:scale>
        <p:origin x="447" y="57"/>
      </p:cViewPr>
      <p:guideLst>
        <p:guide orient="horz" pos="2160"/>
        <p:guide pos="3840"/>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Master" Target="slideMasters/slideMaster10.xml"/><Relationship Id="rId18" Type="http://schemas.openxmlformats.org/officeDocument/2006/relationships/slide" Target="slides/slide3.xml"/><Relationship Id="rId26" Type="http://schemas.openxmlformats.org/officeDocument/2006/relationships/slide" Target="slides/slide11.xml"/><Relationship Id="rId39" Type="http://schemas.openxmlformats.org/officeDocument/2006/relationships/viewProps" Target="viewProps.xml"/><Relationship Id="rId21" Type="http://schemas.openxmlformats.org/officeDocument/2006/relationships/slide" Target="slides/slide6.xml"/><Relationship Id="rId34" Type="http://schemas.openxmlformats.org/officeDocument/2006/relationships/slide" Target="slides/slide19.xml"/><Relationship Id="rId42" Type="http://schemas.microsoft.com/office/2016/11/relationships/changesInfo" Target="changesInfos/changesInfo1.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1.xml"/><Relationship Id="rId20" Type="http://schemas.openxmlformats.org/officeDocument/2006/relationships/slide" Target="slides/slide5.xml"/><Relationship Id="rId29" Type="http://schemas.openxmlformats.org/officeDocument/2006/relationships/slide" Target="slides/slide14.xml"/><Relationship Id="rId41"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Master" Target="slideMasters/slideMaster8.xml"/><Relationship Id="rId24" Type="http://schemas.openxmlformats.org/officeDocument/2006/relationships/slide" Target="slides/slide9.xml"/><Relationship Id="rId32" Type="http://schemas.openxmlformats.org/officeDocument/2006/relationships/slide" Target="slides/slide17.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Master" Target="slideMasters/slideMaster2.xml"/><Relationship Id="rId15" Type="http://schemas.openxmlformats.org/officeDocument/2006/relationships/slideMaster" Target="slideMasters/slideMaster12.xml"/><Relationship Id="rId23" Type="http://schemas.openxmlformats.org/officeDocument/2006/relationships/slide" Target="slides/slide8.xml"/><Relationship Id="rId28" Type="http://schemas.openxmlformats.org/officeDocument/2006/relationships/slide" Target="slides/slide13.xml"/><Relationship Id="rId36" Type="http://schemas.openxmlformats.org/officeDocument/2006/relationships/slide" Target="slides/slide21.xml"/><Relationship Id="rId10" Type="http://schemas.openxmlformats.org/officeDocument/2006/relationships/slideMaster" Target="slideMasters/slideMaster7.xml"/><Relationship Id="rId19" Type="http://schemas.openxmlformats.org/officeDocument/2006/relationships/slide" Target="slides/slide4.xml"/><Relationship Id="rId31" Type="http://schemas.openxmlformats.org/officeDocument/2006/relationships/slide" Target="slides/slide16.xml"/><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slideMaster" Target="slideMasters/slideMaster11.xml"/><Relationship Id="rId22" Type="http://schemas.openxmlformats.org/officeDocument/2006/relationships/slide" Target="slides/slide7.xml"/><Relationship Id="rId27" Type="http://schemas.openxmlformats.org/officeDocument/2006/relationships/slide" Target="slides/slide12.xml"/><Relationship Id="rId30" Type="http://schemas.openxmlformats.org/officeDocument/2006/relationships/slide" Target="slides/slide15.xml"/><Relationship Id="rId35" Type="http://schemas.openxmlformats.org/officeDocument/2006/relationships/slide" Target="slides/slide20.xml"/><Relationship Id="rId43" Type="http://schemas.microsoft.com/office/2015/10/relationships/revisionInfo" Target="revisionInfo.xml"/><Relationship Id="rId8" Type="http://schemas.openxmlformats.org/officeDocument/2006/relationships/slideMaster" Target="slideMasters/slideMaster5.xml"/><Relationship Id="rId3" Type="http://schemas.openxmlformats.org/officeDocument/2006/relationships/customXml" Target="../customXml/item3.xml"/><Relationship Id="rId12" Type="http://schemas.openxmlformats.org/officeDocument/2006/relationships/slideMaster" Target="slideMasters/slideMaster9.xml"/><Relationship Id="rId17" Type="http://schemas.openxmlformats.org/officeDocument/2006/relationships/slide" Target="slides/slide2.xml"/><Relationship Id="rId25" Type="http://schemas.openxmlformats.org/officeDocument/2006/relationships/slide" Target="slides/slide10.xml"/><Relationship Id="rId33" Type="http://schemas.openxmlformats.org/officeDocument/2006/relationships/slide" Target="slides/slide18.xml"/><Relationship Id="rId38"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hin" userId="756c833d-598f-4cad-8d19-f539895d089d" providerId="ADAL" clId="{B1B1D182-23C0-463A-A194-E4983FEF9DD8}"/>
    <pc:docChg chg="undo custSel addSld delSld modSld delMainMaster">
      <pc:chgData name="Sahin" userId="756c833d-598f-4cad-8d19-f539895d089d" providerId="ADAL" clId="{B1B1D182-23C0-463A-A194-E4983FEF9DD8}" dt="2021-08-05T10:12:26.464" v="23" actId="1076"/>
      <pc:docMkLst>
        <pc:docMk/>
      </pc:docMkLst>
      <pc:sldChg chg="add del">
        <pc:chgData name="Sahin" userId="756c833d-598f-4cad-8d19-f539895d089d" providerId="ADAL" clId="{B1B1D182-23C0-463A-A194-E4983FEF9DD8}" dt="2021-08-05T10:10:50.376" v="15"/>
        <pc:sldMkLst>
          <pc:docMk/>
          <pc:sldMk cId="1859003141" sldId="403"/>
        </pc:sldMkLst>
      </pc:sldChg>
      <pc:sldChg chg="add del">
        <pc:chgData name="Sahin" userId="756c833d-598f-4cad-8d19-f539895d089d" providerId="ADAL" clId="{B1B1D182-23C0-463A-A194-E4983FEF9DD8}" dt="2021-08-05T10:10:50.376" v="15"/>
        <pc:sldMkLst>
          <pc:docMk/>
          <pc:sldMk cId="3895677526" sldId="429"/>
        </pc:sldMkLst>
      </pc:sldChg>
      <pc:sldChg chg="add del">
        <pc:chgData name="Sahin" userId="756c833d-598f-4cad-8d19-f539895d089d" providerId="ADAL" clId="{B1B1D182-23C0-463A-A194-E4983FEF9DD8}" dt="2021-08-05T10:10:50.376" v="15"/>
        <pc:sldMkLst>
          <pc:docMk/>
          <pc:sldMk cId="632875332" sldId="471"/>
        </pc:sldMkLst>
      </pc:sldChg>
      <pc:sldChg chg="modSp add del mod">
        <pc:chgData name="Sahin" userId="756c833d-598f-4cad-8d19-f539895d089d" providerId="ADAL" clId="{B1B1D182-23C0-463A-A194-E4983FEF9DD8}" dt="2021-08-05T10:10:50.376" v="15"/>
        <pc:sldMkLst>
          <pc:docMk/>
          <pc:sldMk cId="1114214123" sldId="9682"/>
        </pc:sldMkLst>
        <pc:spChg chg="mod">
          <ac:chgData name="Sahin" userId="756c833d-598f-4cad-8d19-f539895d089d" providerId="ADAL" clId="{B1B1D182-23C0-463A-A194-E4983FEF9DD8}" dt="2021-08-05T10:10:50.376" v="15"/>
          <ac:spMkLst>
            <pc:docMk/>
            <pc:sldMk cId="1114214123" sldId="9682"/>
            <ac:spMk id="2" creationId="{3E89F410-8E0A-42FA-AE73-FFA248B030B5}"/>
          </ac:spMkLst>
        </pc:spChg>
      </pc:sldChg>
      <pc:sldChg chg="modSp add del mod">
        <pc:chgData name="Sahin" userId="756c833d-598f-4cad-8d19-f539895d089d" providerId="ADAL" clId="{B1B1D182-23C0-463A-A194-E4983FEF9DD8}" dt="2021-08-05T10:10:50.376" v="15"/>
        <pc:sldMkLst>
          <pc:docMk/>
          <pc:sldMk cId="2225429861" sldId="9700"/>
        </pc:sldMkLst>
        <pc:spChg chg="mod">
          <ac:chgData name="Sahin" userId="756c833d-598f-4cad-8d19-f539895d089d" providerId="ADAL" clId="{B1B1D182-23C0-463A-A194-E4983FEF9DD8}" dt="2021-08-05T10:10:50.376" v="15"/>
          <ac:spMkLst>
            <pc:docMk/>
            <pc:sldMk cId="2225429861" sldId="9700"/>
            <ac:spMk id="2" creationId="{42ED9763-6471-408C-BFC9-33D075E8EAA1}"/>
          </ac:spMkLst>
        </pc:spChg>
      </pc:sldChg>
      <pc:sldChg chg="add del">
        <pc:chgData name="Sahin" userId="756c833d-598f-4cad-8d19-f539895d089d" providerId="ADAL" clId="{B1B1D182-23C0-463A-A194-E4983FEF9DD8}" dt="2021-08-05T10:10:50.376" v="15"/>
        <pc:sldMkLst>
          <pc:docMk/>
          <pc:sldMk cId="2501293759" sldId="9704"/>
        </pc:sldMkLst>
      </pc:sldChg>
      <pc:sldChg chg="modSp add del mod">
        <pc:chgData name="Sahin" userId="756c833d-598f-4cad-8d19-f539895d089d" providerId="ADAL" clId="{B1B1D182-23C0-463A-A194-E4983FEF9DD8}" dt="2021-08-05T10:10:50.376" v="15"/>
        <pc:sldMkLst>
          <pc:docMk/>
          <pc:sldMk cId="164780060" sldId="9705"/>
        </pc:sldMkLst>
        <pc:spChg chg="mod">
          <ac:chgData name="Sahin" userId="756c833d-598f-4cad-8d19-f539895d089d" providerId="ADAL" clId="{B1B1D182-23C0-463A-A194-E4983FEF9DD8}" dt="2021-08-05T10:10:50.376" v="15"/>
          <ac:spMkLst>
            <pc:docMk/>
            <pc:sldMk cId="164780060" sldId="9705"/>
            <ac:spMk id="2" creationId="{FB2AF787-C16C-4BE8-BCE7-697F354D376B}"/>
          </ac:spMkLst>
        </pc:spChg>
      </pc:sldChg>
      <pc:sldChg chg="add del">
        <pc:chgData name="Sahin" userId="756c833d-598f-4cad-8d19-f539895d089d" providerId="ADAL" clId="{B1B1D182-23C0-463A-A194-E4983FEF9DD8}" dt="2021-08-05T10:10:50.376" v="15"/>
        <pc:sldMkLst>
          <pc:docMk/>
          <pc:sldMk cId="636951013" sldId="9706"/>
        </pc:sldMkLst>
      </pc:sldChg>
      <pc:sldChg chg="add del">
        <pc:chgData name="Sahin" userId="756c833d-598f-4cad-8d19-f539895d089d" providerId="ADAL" clId="{B1B1D182-23C0-463A-A194-E4983FEF9DD8}" dt="2021-08-05T10:10:50.376" v="15"/>
        <pc:sldMkLst>
          <pc:docMk/>
          <pc:sldMk cId="2082969369" sldId="9710"/>
        </pc:sldMkLst>
      </pc:sldChg>
      <pc:sldChg chg="add del">
        <pc:chgData name="Sahin" userId="756c833d-598f-4cad-8d19-f539895d089d" providerId="ADAL" clId="{B1B1D182-23C0-463A-A194-E4983FEF9DD8}" dt="2021-08-05T10:10:50.376" v="15"/>
        <pc:sldMkLst>
          <pc:docMk/>
          <pc:sldMk cId="3553814305" sldId="9713"/>
        </pc:sldMkLst>
      </pc:sldChg>
      <pc:sldChg chg="add del">
        <pc:chgData name="Sahin" userId="756c833d-598f-4cad-8d19-f539895d089d" providerId="ADAL" clId="{B1B1D182-23C0-463A-A194-E4983FEF9DD8}" dt="2021-08-05T10:10:50.376" v="15"/>
        <pc:sldMkLst>
          <pc:docMk/>
          <pc:sldMk cId="3715754929" sldId="9717"/>
        </pc:sldMkLst>
      </pc:sldChg>
      <pc:sldChg chg="modSp add del mod">
        <pc:chgData name="Sahin" userId="756c833d-598f-4cad-8d19-f539895d089d" providerId="ADAL" clId="{B1B1D182-23C0-463A-A194-E4983FEF9DD8}" dt="2021-08-05T10:10:50.376" v="15"/>
        <pc:sldMkLst>
          <pc:docMk/>
          <pc:sldMk cId="753327463" sldId="9718"/>
        </pc:sldMkLst>
        <pc:spChg chg="mod">
          <ac:chgData name="Sahin" userId="756c833d-598f-4cad-8d19-f539895d089d" providerId="ADAL" clId="{B1B1D182-23C0-463A-A194-E4983FEF9DD8}" dt="2021-08-05T10:10:50.376" v="15"/>
          <ac:spMkLst>
            <pc:docMk/>
            <pc:sldMk cId="753327463" sldId="9718"/>
            <ac:spMk id="6" creationId="{FE6081F0-EC95-4A69-B079-BD30AFE6C9C9}"/>
          </ac:spMkLst>
        </pc:spChg>
      </pc:sldChg>
      <pc:sldChg chg="add del">
        <pc:chgData name="Sahin" userId="756c833d-598f-4cad-8d19-f539895d089d" providerId="ADAL" clId="{B1B1D182-23C0-463A-A194-E4983FEF9DD8}" dt="2021-08-05T10:10:50.376" v="15"/>
        <pc:sldMkLst>
          <pc:docMk/>
          <pc:sldMk cId="2998246804" sldId="9727"/>
        </pc:sldMkLst>
      </pc:sldChg>
      <pc:sldChg chg="add del">
        <pc:chgData name="Sahin" userId="756c833d-598f-4cad-8d19-f539895d089d" providerId="ADAL" clId="{B1B1D182-23C0-463A-A194-E4983FEF9DD8}" dt="2021-08-05T10:10:50.376" v="15"/>
        <pc:sldMkLst>
          <pc:docMk/>
          <pc:sldMk cId="35902400" sldId="9728"/>
        </pc:sldMkLst>
      </pc:sldChg>
      <pc:sldChg chg="del">
        <pc:chgData name="Sahin" userId="756c833d-598f-4cad-8d19-f539895d089d" providerId="ADAL" clId="{B1B1D182-23C0-463A-A194-E4983FEF9DD8}" dt="2021-08-05T10:10:36.681" v="0" actId="47"/>
        <pc:sldMkLst>
          <pc:docMk/>
          <pc:sldMk cId="318692997" sldId="9740"/>
        </pc:sldMkLst>
      </pc:sldChg>
      <pc:sldChg chg="del">
        <pc:chgData name="Sahin" userId="756c833d-598f-4cad-8d19-f539895d089d" providerId="ADAL" clId="{B1B1D182-23C0-463A-A194-E4983FEF9DD8}" dt="2021-08-05T10:10:36.681" v="0" actId="47"/>
        <pc:sldMkLst>
          <pc:docMk/>
          <pc:sldMk cId="1668839023" sldId="9743"/>
        </pc:sldMkLst>
      </pc:sldChg>
      <pc:sldChg chg="del">
        <pc:chgData name="Sahin" userId="756c833d-598f-4cad-8d19-f539895d089d" providerId="ADAL" clId="{B1B1D182-23C0-463A-A194-E4983FEF9DD8}" dt="2021-08-05T10:10:36.681" v="0" actId="47"/>
        <pc:sldMkLst>
          <pc:docMk/>
          <pc:sldMk cId="2074457283" sldId="9745"/>
        </pc:sldMkLst>
      </pc:sldChg>
      <pc:sldChg chg="del">
        <pc:chgData name="Sahin" userId="756c833d-598f-4cad-8d19-f539895d089d" providerId="ADAL" clId="{B1B1D182-23C0-463A-A194-E4983FEF9DD8}" dt="2021-08-05T10:10:36.681" v="0" actId="47"/>
        <pc:sldMkLst>
          <pc:docMk/>
          <pc:sldMk cId="1856070001" sldId="9754"/>
        </pc:sldMkLst>
      </pc:sldChg>
      <pc:sldChg chg="del">
        <pc:chgData name="Sahin" userId="756c833d-598f-4cad-8d19-f539895d089d" providerId="ADAL" clId="{B1B1D182-23C0-463A-A194-E4983FEF9DD8}" dt="2021-08-05T10:10:36.681" v="0" actId="47"/>
        <pc:sldMkLst>
          <pc:docMk/>
          <pc:sldMk cId="3478765278" sldId="9757"/>
        </pc:sldMkLst>
      </pc:sldChg>
      <pc:sldChg chg="del">
        <pc:chgData name="Sahin" userId="756c833d-598f-4cad-8d19-f539895d089d" providerId="ADAL" clId="{B1B1D182-23C0-463A-A194-E4983FEF9DD8}" dt="2021-08-05T10:10:36.681" v="0" actId="47"/>
        <pc:sldMkLst>
          <pc:docMk/>
          <pc:sldMk cId="2561942432" sldId="9758"/>
        </pc:sldMkLst>
      </pc:sldChg>
      <pc:sldChg chg="del">
        <pc:chgData name="Sahin" userId="756c833d-598f-4cad-8d19-f539895d089d" providerId="ADAL" clId="{B1B1D182-23C0-463A-A194-E4983FEF9DD8}" dt="2021-08-05T10:10:36.681" v="0" actId="47"/>
        <pc:sldMkLst>
          <pc:docMk/>
          <pc:sldMk cId="1120128092" sldId="9759"/>
        </pc:sldMkLst>
      </pc:sldChg>
      <pc:sldChg chg="del">
        <pc:chgData name="Sahin" userId="756c833d-598f-4cad-8d19-f539895d089d" providerId="ADAL" clId="{B1B1D182-23C0-463A-A194-E4983FEF9DD8}" dt="2021-08-05T10:10:36.681" v="0" actId="47"/>
        <pc:sldMkLst>
          <pc:docMk/>
          <pc:sldMk cId="4181230910" sldId="9760"/>
        </pc:sldMkLst>
      </pc:sldChg>
      <pc:sldChg chg="del">
        <pc:chgData name="Sahin" userId="756c833d-598f-4cad-8d19-f539895d089d" providerId="ADAL" clId="{B1B1D182-23C0-463A-A194-E4983FEF9DD8}" dt="2021-08-05T10:10:36.681" v="0" actId="47"/>
        <pc:sldMkLst>
          <pc:docMk/>
          <pc:sldMk cId="410879042" sldId="9761"/>
        </pc:sldMkLst>
      </pc:sldChg>
      <pc:sldChg chg="del">
        <pc:chgData name="Sahin" userId="756c833d-598f-4cad-8d19-f539895d089d" providerId="ADAL" clId="{B1B1D182-23C0-463A-A194-E4983FEF9DD8}" dt="2021-08-05T10:10:36.681" v="0" actId="47"/>
        <pc:sldMkLst>
          <pc:docMk/>
          <pc:sldMk cId="1945062221" sldId="9766"/>
        </pc:sldMkLst>
      </pc:sldChg>
      <pc:sldChg chg="add del">
        <pc:chgData name="Sahin" userId="756c833d-598f-4cad-8d19-f539895d089d" providerId="ADAL" clId="{B1B1D182-23C0-463A-A194-E4983FEF9DD8}" dt="2021-08-05T10:10:50.376" v="15"/>
        <pc:sldMkLst>
          <pc:docMk/>
          <pc:sldMk cId="3741477459" sldId="9768"/>
        </pc:sldMkLst>
      </pc:sldChg>
      <pc:sldChg chg="add del">
        <pc:chgData name="Sahin" userId="756c833d-598f-4cad-8d19-f539895d089d" providerId="ADAL" clId="{B1B1D182-23C0-463A-A194-E4983FEF9DD8}" dt="2021-08-05T10:10:50.376" v="15"/>
        <pc:sldMkLst>
          <pc:docMk/>
          <pc:sldMk cId="2231170876" sldId="9775"/>
        </pc:sldMkLst>
      </pc:sldChg>
      <pc:sldChg chg="add del">
        <pc:chgData name="Sahin" userId="756c833d-598f-4cad-8d19-f539895d089d" providerId="ADAL" clId="{B1B1D182-23C0-463A-A194-E4983FEF9DD8}" dt="2021-08-05T10:10:50.376" v="15"/>
        <pc:sldMkLst>
          <pc:docMk/>
          <pc:sldMk cId="2093252109" sldId="9776"/>
        </pc:sldMkLst>
      </pc:sldChg>
      <pc:sldChg chg="add del">
        <pc:chgData name="Sahin" userId="756c833d-598f-4cad-8d19-f539895d089d" providerId="ADAL" clId="{B1B1D182-23C0-463A-A194-E4983FEF9DD8}" dt="2021-08-05T10:10:50.376" v="15"/>
        <pc:sldMkLst>
          <pc:docMk/>
          <pc:sldMk cId="3180960839" sldId="9792"/>
        </pc:sldMkLst>
      </pc:sldChg>
      <pc:sldChg chg="add del">
        <pc:chgData name="Sahin" userId="756c833d-598f-4cad-8d19-f539895d089d" providerId="ADAL" clId="{B1B1D182-23C0-463A-A194-E4983FEF9DD8}" dt="2021-08-05T10:10:50.376" v="15"/>
        <pc:sldMkLst>
          <pc:docMk/>
          <pc:sldMk cId="1132955285" sldId="9793"/>
        </pc:sldMkLst>
      </pc:sldChg>
      <pc:sldChg chg="add del">
        <pc:chgData name="Sahin" userId="756c833d-598f-4cad-8d19-f539895d089d" providerId="ADAL" clId="{B1B1D182-23C0-463A-A194-E4983FEF9DD8}" dt="2021-08-05T10:10:50.376" v="15"/>
        <pc:sldMkLst>
          <pc:docMk/>
          <pc:sldMk cId="1065449517" sldId="9794"/>
        </pc:sldMkLst>
      </pc:sldChg>
      <pc:sldChg chg="modSp add del mod">
        <pc:chgData name="Sahin" userId="756c833d-598f-4cad-8d19-f539895d089d" providerId="ADAL" clId="{B1B1D182-23C0-463A-A194-E4983FEF9DD8}" dt="2021-08-05T10:12:06.348" v="20" actId="1076"/>
        <pc:sldMkLst>
          <pc:docMk/>
          <pc:sldMk cId="1202352668" sldId="9795"/>
        </pc:sldMkLst>
        <pc:spChg chg="mod">
          <ac:chgData name="Sahin" userId="756c833d-598f-4cad-8d19-f539895d089d" providerId="ADAL" clId="{B1B1D182-23C0-463A-A194-E4983FEF9DD8}" dt="2021-08-05T10:11:35.061" v="17"/>
          <ac:spMkLst>
            <pc:docMk/>
            <pc:sldMk cId="1202352668" sldId="9795"/>
            <ac:spMk id="2" creationId="{4151BD11-DDE9-4B86-958A-4026E4B175EA}"/>
          </ac:spMkLst>
        </pc:spChg>
        <pc:spChg chg="mod">
          <ac:chgData name="Sahin" userId="756c833d-598f-4cad-8d19-f539895d089d" providerId="ADAL" clId="{B1B1D182-23C0-463A-A194-E4983FEF9DD8}" dt="2021-08-05T10:12:06.348" v="20" actId="1076"/>
          <ac:spMkLst>
            <pc:docMk/>
            <pc:sldMk cId="1202352668" sldId="9795"/>
            <ac:spMk id="3" creationId="{BA7B2A61-69D8-4DAC-98D2-427A57478EE8}"/>
          </ac:spMkLst>
        </pc:spChg>
        <pc:spChg chg="mod">
          <ac:chgData name="Sahin" userId="756c833d-598f-4cad-8d19-f539895d089d" providerId="ADAL" clId="{B1B1D182-23C0-463A-A194-E4983FEF9DD8}" dt="2021-08-05T10:11:35.061" v="17"/>
          <ac:spMkLst>
            <pc:docMk/>
            <pc:sldMk cId="1202352668" sldId="9795"/>
            <ac:spMk id="4" creationId="{3514B1AF-06EE-4960-9EC0-9CC965A4E43A}"/>
          </ac:spMkLst>
        </pc:spChg>
        <pc:spChg chg="mod">
          <ac:chgData name="Sahin" userId="756c833d-598f-4cad-8d19-f539895d089d" providerId="ADAL" clId="{B1B1D182-23C0-463A-A194-E4983FEF9DD8}" dt="2021-08-05T10:11:35.061" v="17"/>
          <ac:spMkLst>
            <pc:docMk/>
            <pc:sldMk cId="1202352668" sldId="9795"/>
            <ac:spMk id="5" creationId="{7A0F50F6-1E26-4934-8867-D84C82112D03}"/>
          </ac:spMkLst>
        </pc:spChg>
        <pc:spChg chg="mod">
          <ac:chgData name="Sahin" userId="756c833d-598f-4cad-8d19-f539895d089d" providerId="ADAL" clId="{B1B1D182-23C0-463A-A194-E4983FEF9DD8}" dt="2021-08-05T10:11:35.061" v="17"/>
          <ac:spMkLst>
            <pc:docMk/>
            <pc:sldMk cId="1202352668" sldId="9795"/>
            <ac:spMk id="6" creationId="{3DD3FB80-4565-47CB-8228-49AD1EBC3E61}"/>
          </ac:spMkLst>
        </pc:spChg>
      </pc:sldChg>
      <pc:sldChg chg="modSp add del mod">
        <pc:chgData name="Sahin" userId="756c833d-598f-4cad-8d19-f539895d089d" providerId="ADAL" clId="{B1B1D182-23C0-463A-A194-E4983FEF9DD8}" dt="2021-08-05T10:12:26.464" v="23" actId="1076"/>
        <pc:sldMkLst>
          <pc:docMk/>
          <pc:sldMk cId="1725125852" sldId="9800"/>
        </pc:sldMkLst>
        <pc:spChg chg="mod">
          <ac:chgData name="Sahin" userId="756c833d-598f-4cad-8d19-f539895d089d" providerId="ADAL" clId="{B1B1D182-23C0-463A-A194-E4983FEF9DD8}" dt="2021-08-05T10:11:23.782" v="16"/>
          <ac:spMkLst>
            <pc:docMk/>
            <pc:sldMk cId="1725125852" sldId="9800"/>
            <ac:spMk id="2" creationId="{F681C088-CEE0-42B7-8833-04BD4DD9D358}"/>
          </ac:spMkLst>
        </pc:spChg>
        <pc:spChg chg="mod">
          <ac:chgData name="Sahin" userId="756c833d-598f-4cad-8d19-f539895d089d" providerId="ADAL" clId="{B1B1D182-23C0-463A-A194-E4983FEF9DD8}" dt="2021-08-05T10:12:26.464" v="23" actId="1076"/>
          <ac:spMkLst>
            <pc:docMk/>
            <pc:sldMk cId="1725125852" sldId="9800"/>
            <ac:spMk id="3" creationId="{62021B5A-0627-4A3B-B7F0-E2E4D2E020C6}"/>
          </ac:spMkLst>
        </pc:spChg>
        <pc:spChg chg="mod">
          <ac:chgData name="Sahin" userId="756c833d-598f-4cad-8d19-f539895d089d" providerId="ADAL" clId="{B1B1D182-23C0-463A-A194-E4983FEF9DD8}" dt="2021-08-05T10:11:23.782" v="16"/>
          <ac:spMkLst>
            <pc:docMk/>
            <pc:sldMk cId="1725125852" sldId="9800"/>
            <ac:spMk id="4" creationId="{406E12EB-178F-43A0-92F6-7CBC4754BC62}"/>
          </ac:spMkLst>
        </pc:spChg>
        <pc:spChg chg="mod">
          <ac:chgData name="Sahin" userId="756c833d-598f-4cad-8d19-f539895d089d" providerId="ADAL" clId="{B1B1D182-23C0-463A-A194-E4983FEF9DD8}" dt="2021-08-05T10:11:23.782" v="16"/>
          <ac:spMkLst>
            <pc:docMk/>
            <pc:sldMk cId="1725125852" sldId="9800"/>
            <ac:spMk id="5" creationId="{E6EE462B-863A-4834-8BD2-539640EBD720}"/>
          </ac:spMkLst>
        </pc:spChg>
      </pc:sldChg>
      <pc:sldChg chg="modSp add del mod">
        <pc:chgData name="Sahin" userId="756c833d-598f-4cad-8d19-f539895d089d" providerId="ADAL" clId="{B1B1D182-23C0-463A-A194-E4983FEF9DD8}" dt="2021-08-05T10:12:20.686" v="22" actId="1076"/>
        <pc:sldMkLst>
          <pc:docMk/>
          <pc:sldMk cId="597882611" sldId="9802"/>
        </pc:sldMkLst>
        <pc:spChg chg="mod">
          <ac:chgData name="Sahin" userId="756c833d-598f-4cad-8d19-f539895d089d" providerId="ADAL" clId="{B1B1D182-23C0-463A-A194-E4983FEF9DD8}" dt="2021-08-05T10:11:23.782" v="16"/>
          <ac:spMkLst>
            <pc:docMk/>
            <pc:sldMk cId="597882611" sldId="9802"/>
            <ac:spMk id="2" creationId="{F681C088-CEE0-42B7-8833-04BD4DD9D358}"/>
          </ac:spMkLst>
        </pc:spChg>
        <pc:spChg chg="mod">
          <ac:chgData name="Sahin" userId="756c833d-598f-4cad-8d19-f539895d089d" providerId="ADAL" clId="{B1B1D182-23C0-463A-A194-E4983FEF9DD8}" dt="2021-08-05T10:12:20.686" v="22" actId="1076"/>
          <ac:spMkLst>
            <pc:docMk/>
            <pc:sldMk cId="597882611" sldId="9802"/>
            <ac:spMk id="3" creationId="{62021B5A-0627-4A3B-B7F0-E2E4D2E020C6}"/>
          </ac:spMkLst>
        </pc:spChg>
        <pc:spChg chg="mod">
          <ac:chgData name="Sahin" userId="756c833d-598f-4cad-8d19-f539895d089d" providerId="ADAL" clId="{B1B1D182-23C0-463A-A194-E4983FEF9DD8}" dt="2021-08-05T10:11:23.782" v="16"/>
          <ac:spMkLst>
            <pc:docMk/>
            <pc:sldMk cId="597882611" sldId="9802"/>
            <ac:spMk id="4" creationId="{406E12EB-178F-43A0-92F6-7CBC4754BC62}"/>
          </ac:spMkLst>
        </pc:spChg>
        <pc:spChg chg="mod">
          <ac:chgData name="Sahin" userId="756c833d-598f-4cad-8d19-f539895d089d" providerId="ADAL" clId="{B1B1D182-23C0-463A-A194-E4983FEF9DD8}" dt="2021-08-05T10:11:23.782" v="16"/>
          <ac:spMkLst>
            <pc:docMk/>
            <pc:sldMk cId="597882611" sldId="9802"/>
            <ac:spMk id="6" creationId="{A88ABB4F-97CA-4F8F-9B6A-0A51E547479F}"/>
          </ac:spMkLst>
        </pc:spChg>
        <pc:spChg chg="mod">
          <ac:chgData name="Sahin" userId="756c833d-598f-4cad-8d19-f539895d089d" providerId="ADAL" clId="{B1B1D182-23C0-463A-A194-E4983FEF9DD8}" dt="2021-08-05T10:11:23.782" v="16"/>
          <ac:spMkLst>
            <pc:docMk/>
            <pc:sldMk cId="597882611" sldId="9802"/>
            <ac:spMk id="8" creationId="{7AD2DBB4-25DA-4900-A09A-57278A399CB3}"/>
          </ac:spMkLst>
        </pc:spChg>
      </pc:sldChg>
      <pc:sldChg chg="del">
        <pc:chgData name="Sahin" userId="756c833d-598f-4cad-8d19-f539895d089d" providerId="ADAL" clId="{B1B1D182-23C0-463A-A194-E4983FEF9DD8}" dt="2021-08-05T10:10:36.681" v="0" actId="47"/>
        <pc:sldMkLst>
          <pc:docMk/>
          <pc:sldMk cId="562021211" sldId="9808"/>
        </pc:sldMkLst>
      </pc:sldChg>
      <pc:sldChg chg="del">
        <pc:chgData name="Sahin" userId="756c833d-598f-4cad-8d19-f539895d089d" providerId="ADAL" clId="{B1B1D182-23C0-463A-A194-E4983FEF9DD8}" dt="2021-08-05T10:10:36.681" v="0" actId="47"/>
        <pc:sldMkLst>
          <pc:docMk/>
          <pc:sldMk cId="2320665204" sldId="9809"/>
        </pc:sldMkLst>
      </pc:sldChg>
      <pc:sldChg chg="modSp add del mod">
        <pc:chgData name="Sahin" userId="756c833d-598f-4cad-8d19-f539895d089d" providerId="ADAL" clId="{B1B1D182-23C0-463A-A194-E4983FEF9DD8}" dt="2021-08-05T10:12:10.630" v="21" actId="1076"/>
        <pc:sldMkLst>
          <pc:docMk/>
          <pc:sldMk cId="199866137" sldId="9813"/>
        </pc:sldMkLst>
        <pc:spChg chg="mod">
          <ac:chgData name="Sahin" userId="756c833d-598f-4cad-8d19-f539895d089d" providerId="ADAL" clId="{B1B1D182-23C0-463A-A194-E4983FEF9DD8}" dt="2021-08-05T10:11:35.061" v="17"/>
          <ac:spMkLst>
            <pc:docMk/>
            <pc:sldMk cId="199866137" sldId="9813"/>
            <ac:spMk id="2" creationId="{98202B19-0812-4054-BB6D-6EB0DBEF3A64}"/>
          </ac:spMkLst>
        </pc:spChg>
        <pc:spChg chg="mod">
          <ac:chgData name="Sahin" userId="756c833d-598f-4cad-8d19-f539895d089d" providerId="ADAL" clId="{B1B1D182-23C0-463A-A194-E4983FEF9DD8}" dt="2021-08-05T10:12:10.630" v="21" actId="1076"/>
          <ac:spMkLst>
            <pc:docMk/>
            <pc:sldMk cId="199866137" sldId="9813"/>
            <ac:spMk id="3" creationId="{8A6129FD-34E9-4746-B514-D3FAB95AB637}"/>
          </ac:spMkLst>
        </pc:spChg>
        <pc:spChg chg="mod">
          <ac:chgData name="Sahin" userId="756c833d-598f-4cad-8d19-f539895d089d" providerId="ADAL" clId="{B1B1D182-23C0-463A-A194-E4983FEF9DD8}" dt="2021-08-05T10:11:35.061" v="17"/>
          <ac:spMkLst>
            <pc:docMk/>
            <pc:sldMk cId="199866137" sldId="9813"/>
            <ac:spMk id="4" creationId="{953181A2-E1C5-4AEC-94ED-F4F1275EC6EA}"/>
          </ac:spMkLst>
        </pc:spChg>
        <pc:spChg chg="mod">
          <ac:chgData name="Sahin" userId="756c833d-598f-4cad-8d19-f539895d089d" providerId="ADAL" clId="{B1B1D182-23C0-463A-A194-E4983FEF9DD8}" dt="2021-08-05T10:11:35.061" v="17"/>
          <ac:spMkLst>
            <pc:docMk/>
            <pc:sldMk cId="199866137" sldId="9813"/>
            <ac:spMk id="5" creationId="{38AFC02F-3BB5-43E2-A80B-09110098F03F}"/>
          </ac:spMkLst>
        </pc:spChg>
        <pc:spChg chg="mod">
          <ac:chgData name="Sahin" userId="756c833d-598f-4cad-8d19-f539895d089d" providerId="ADAL" clId="{B1B1D182-23C0-463A-A194-E4983FEF9DD8}" dt="2021-08-05T10:11:35.061" v="17"/>
          <ac:spMkLst>
            <pc:docMk/>
            <pc:sldMk cId="199866137" sldId="9813"/>
            <ac:spMk id="6" creationId="{7825BA6F-A327-4251-AF37-3C448178145D}"/>
          </ac:spMkLst>
        </pc:spChg>
      </pc:sldChg>
      <pc:sldChg chg="add del">
        <pc:chgData name="Sahin" userId="756c833d-598f-4cad-8d19-f539895d089d" providerId="ADAL" clId="{B1B1D182-23C0-463A-A194-E4983FEF9DD8}" dt="2021-08-05T10:10:50.376" v="15"/>
        <pc:sldMkLst>
          <pc:docMk/>
          <pc:sldMk cId="1800231796" sldId="9886"/>
        </pc:sldMkLst>
      </pc:sldChg>
      <pc:sldChg chg="add del">
        <pc:chgData name="Sahin" userId="756c833d-598f-4cad-8d19-f539895d089d" providerId="ADAL" clId="{B1B1D182-23C0-463A-A194-E4983FEF9DD8}" dt="2021-08-05T10:10:50.376" v="15"/>
        <pc:sldMkLst>
          <pc:docMk/>
          <pc:sldMk cId="3499798562" sldId="9891"/>
        </pc:sldMkLst>
      </pc:sldChg>
      <pc:sldChg chg="del">
        <pc:chgData name="Sahin" userId="756c833d-598f-4cad-8d19-f539895d089d" providerId="ADAL" clId="{B1B1D182-23C0-463A-A194-E4983FEF9DD8}" dt="2021-08-05T10:10:36.681" v="0" actId="47"/>
        <pc:sldMkLst>
          <pc:docMk/>
          <pc:sldMk cId="687680458" sldId="9898"/>
        </pc:sldMkLst>
      </pc:sldChg>
      <pc:sldChg chg="del">
        <pc:chgData name="Sahin" userId="756c833d-598f-4cad-8d19-f539895d089d" providerId="ADAL" clId="{B1B1D182-23C0-463A-A194-E4983FEF9DD8}" dt="2021-08-05T10:10:36.681" v="0" actId="47"/>
        <pc:sldMkLst>
          <pc:docMk/>
          <pc:sldMk cId="15545496" sldId="9899"/>
        </pc:sldMkLst>
      </pc:sldChg>
      <pc:sldChg chg="del">
        <pc:chgData name="Sahin" userId="756c833d-598f-4cad-8d19-f539895d089d" providerId="ADAL" clId="{B1B1D182-23C0-463A-A194-E4983FEF9DD8}" dt="2021-08-05T10:10:36.681" v="0" actId="47"/>
        <pc:sldMkLst>
          <pc:docMk/>
          <pc:sldMk cId="740944494" sldId="9900"/>
        </pc:sldMkLst>
      </pc:sldChg>
      <pc:sldChg chg="add del">
        <pc:chgData name="Sahin" userId="756c833d-598f-4cad-8d19-f539895d089d" providerId="ADAL" clId="{B1B1D182-23C0-463A-A194-E4983FEF9DD8}" dt="2021-08-05T10:10:50.376" v="15"/>
        <pc:sldMkLst>
          <pc:docMk/>
          <pc:sldMk cId="1399352657" sldId="9905"/>
        </pc:sldMkLst>
      </pc:sldChg>
      <pc:sldChg chg="add del">
        <pc:chgData name="Sahin" userId="756c833d-598f-4cad-8d19-f539895d089d" providerId="ADAL" clId="{B1B1D182-23C0-463A-A194-E4983FEF9DD8}" dt="2021-08-05T10:10:50.376" v="15"/>
        <pc:sldMkLst>
          <pc:docMk/>
          <pc:sldMk cId="477146678" sldId="9907"/>
        </pc:sldMkLst>
      </pc:sldChg>
      <pc:sldChg chg="add del">
        <pc:chgData name="Sahin" userId="756c833d-598f-4cad-8d19-f539895d089d" providerId="ADAL" clId="{B1B1D182-23C0-463A-A194-E4983FEF9DD8}" dt="2021-08-05T10:10:50.376" v="15"/>
        <pc:sldMkLst>
          <pc:docMk/>
          <pc:sldMk cId="2571253694" sldId="9908"/>
        </pc:sldMkLst>
      </pc:sldChg>
      <pc:sldChg chg="modSp add del mod">
        <pc:chgData name="Sahin" userId="756c833d-598f-4cad-8d19-f539895d089d" providerId="ADAL" clId="{B1B1D182-23C0-463A-A194-E4983FEF9DD8}" dt="2021-08-05T10:11:35.061" v="17"/>
        <pc:sldMkLst>
          <pc:docMk/>
          <pc:sldMk cId="229346728" sldId="9909"/>
        </pc:sldMkLst>
        <pc:spChg chg="mod">
          <ac:chgData name="Sahin" userId="756c833d-598f-4cad-8d19-f539895d089d" providerId="ADAL" clId="{B1B1D182-23C0-463A-A194-E4983FEF9DD8}" dt="2021-08-05T10:11:35.061" v="17"/>
          <ac:spMkLst>
            <pc:docMk/>
            <pc:sldMk cId="229346728" sldId="9909"/>
            <ac:spMk id="2" creationId="{EB0201A1-FA33-4E62-8F52-BAC7C375B3CE}"/>
          </ac:spMkLst>
        </pc:spChg>
        <pc:spChg chg="mod">
          <ac:chgData name="Sahin" userId="756c833d-598f-4cad-8d19-f539895d089d" providerId="ADAL" clId="{B1B1D182-23C0-463A-A194-E4983FEF9DD8}" dt="2021-08-05T10:11:35.061" v="17"/>
          <ac:spMkLst>
            <pc:docMk/>
            <pc:sldMk cId="229346728" sldId="9909"/>
            <ac:spMk id="3" creationId="{219AE0B5-652D-4091-807F-016D895F3ADE}"/>
          </ac:spMkLst>
        </pc:spChg>
        <pc:spChg chg="mod">
          <ac:chgData name="Sahin" userId="756c833d-598f-4cad-8d19-f539895d089d" providerId="ADAL" clId="{B1B1D182-23C0-463A-A194-E4983FEF9DD8}" dt="2021-08-05T10:11:35.061" v="17"/>
          <ac:spMkLst>
            <pc:docMk/>
            <pc:sldMk cId="229346728" sldId="9909"/>
            <ac:spMk id="4" creationId="{7BF43A41-E0B8-434B-AAAC-4179E14CFE43}"/>
          </ac:spMkLst>
        </pc:spChg>
      </pc:sldChg>
      <pc:sldChg chg="add del">
        <pc:chgData name="Sahin" userId="756c833d-598f-4cad-8d19-f539895d089d" providerId="ADAL" clId="{B1B1D182-23C0-463A-A194-E4983FEF9DD8}" dt="2021-08-05T10:10:50.376" v="15"/>
        <pc:sldMkLst>
          <pc:docMk/>
          <pc:sldMk cId="2296517129" sldId="9911"/>
        </pc:sldMkLst>
      </pc:sldChg>
      <pc:sldChg chg="del">
        <pc:chgData name="Sahin" userId="756c833d-598f-4cad-8d19-f539895d089d" providerId="ADAL" clId="{B1B1D182-23C0-463A-A194-E4983FEF9DD8}" dt="2021-08-05T10:10:36.681" v="0" actId="47"/>
        <pc:sldMkLst>
          <pc:docMk/>
          <pc:sldMk cId="3779728694" sldId="9913"/>
        </pc:sldMkLst>
      </pc:sldChg>
      <pc:sldChg chg="del">
        <pc:chgData name="Sahin" userId="756c833d-598f-4cad-8d19-f539895d089d" providerId="ADAL" clId="{B1B1D182-23C0-463A-A194-E4983FEF9DD8}" dt="2021-08-05T10:10:36.681" v="0" actId="47"/>
        <pc:sldMkLst>
          <pc:docMk/>
          <pc:sldMk cId="3584365065" sldId="9914"/>
        </pc:sldMkLst>
      </pc:sldChg>
      <pc:sldChg chg="del">
        <pc:chgData name="Sahin" userId="756c833d-598f-4cad-8d19-f539895d089d" providerId="ADAL" clId="{B1B1D182-23C0-463A-A194-E4983FEF9DD8}" dt="2021-08-05T10:10:36.681" v="0" actId="47"/>
        <pc:sldMkLst>
          <pc:docMk/>
          <pc:sldMk cId="458298295" sldId="9915"/>
        </pc:sldMkLst>
      </pc:sldChg>
      <pc:sldChg chg="del">
        <pc:chgData name="Sahin" userId="756c833d-598f-4cad-8d19-f539895d089d" providerId="ADAL" clId="{B1B1D182-23C0-463A-A194-E4983FEF9DD8}" dt="2021-08-05T10:10:36.681" v="0" actId="47"/>
        <pc:sldMkLst>
          <pc:docMk/>
          <pc:sldMk cId="2673959832" sldId="9916"/>
        </pc:sldMkLst>
      </pc:sldChg>
      <pc:sldChg chg="del">
        <pc:chgData name="Sahin" userId="756c833d-598f-4cad-8d19-f539895d089d" providerId="ADAL" clId="{B1B1D182-23C0-463A-A194-E4983FEF9DD8}" dt="2021-08-05T10:10:36.681" v="0" actId="47"/>
        <pc:sldMkLst>
          <pc:docMk/>
          <pc:sldMk cId="560481621" sldId="9917"/>
        </pc:sldMkLst>
      </pc:sldChg>
      <pc:sldChg chg="del">
        <pc:chgData name="Sahin" userId="756c833d-598f-4cad-8d19-f539895d089d" providerId="ADAL" clId="{B1B1D182-23C0-463A-A194-E4983FEF9DD8}" dt="2021-08-05T10:10:36.681" v="0" actId="47"/>
        <pc:sldMkLst>
          <pc:docMk/>
          <pc:sldMk cId="1434468065" sldId="9920"/>
        </pc:sldMkLst>
      </pc:sldChg>
      <pc:sldChg chg="add del">
        <pc:chgData name="Sahin" userId="756c833d-598f-4cad-8d19-f539895d089d" providerId="ADAL" clId="{B1B1D182-23C0-463A-A194-E4983FEF9DD8}" dt="2021-08-05T10:10:50.376" v="15"/>
        <pc:sldMkLst>
          <pc:docMk/>
          <pc:sldMk cId="1708118" sldId="9922"/>
        </pc:sldMkLst>
      </pc:sldChg>
      <pc:sldChg chg="del">
        <pc:chgData name="Sahin" userId="756c833d-598f-4cad-8d19-f539895d089d" providerId="ADAL" clId="{B1B1D182-23C0-463A-A194-E4983FEF9DD8}" dt="2021-08-05T10:10:36.681" v="0" actId="47"/>
        <pc:sldMkLst>
          <pc:docMk/>
          <pc:sldMk cId="502610624" sldId="9928"/>
        </pc:sldMkLst>
      </pc:sldChg>
      <pc:sldChg chg="del">
        <pc:chgData name="Sahin" userId="756c833d-598f-4cad-8d19-f539895d089d" providerId="ADAL" clId="{B1B1D182-23C0-463A-A194-E4983FEF9DD8}" dt="2021-08-05T10:10:36.681" v="0" actId="47"/>
        <pc:sldMkLst>
          <pc:docMk/>
          <pc:sldMk cId="1690632982" sldId="9929"/>
        </pc:sldMkLst>
      </pc:sldChg>
      <pc:sldChg chg="del">
        <pc:chgData name="Sahin" userId="756c833d-598f-4cad-8d19-f539895d089d" providerId="ADAL" clId="{B1B1D182-23C0-463A-A194-E4983FEF9DD8}" dt="2021-08-05T10:10:36.681" v="0" actId="47"/>
        <pc:sldMkLst>
          <pc:docMk/>
          <pc:sldMk cId="3465660737" sldId="9930"/>
        </pc:sldMkLst>
      </pc:sldChg>
      <pc:sldChg chg="add del">
        <pc:chgData name="Sahin" userId="756c833d-598f-4cad-8d19-f539895d089d" providerId="ADAL" clId="{B1B1D182-23C0-463A-A194-E4983FEF9DD8}" dt="2021-08-05T10:10:50.376" v="15"/>
        <pc:sldMkLst>
          <pc:docMk/>
          <pc:sldMk cId="4294764763" sldId="9936"/>
        </pc:sldMkLst>
      </pc:sldChg>
      <pc:sldChg chg="add del">
        <pc:chgData name="Sahin" userId="756c833d-598f-4cad-8d19-f539895d089d" providerId="ADAL" clId="{B1B1D182-23C0-463A-A194-E4983FEF9DD8}" dt="2021-08-05T10:10:50.376" v="15"/>
        <pc:sldMkLst>
          <pc:docMk/>
          <pc:sldMk cId="2396297959" sldId="9937"/>
        </pc:sldMkLst>
      </pc:sldChg>
      <pc:sldChg chg="add del">
        <pc:chgData name="Sahin" userId="756c833d-598f-4cad-8d19-f539895d089d" providerId="ADAL" clId="{B1B1D182-23C0-463A-A194-E4983FEF9DD8}" dt="2021-08-05T10:10:50.376" v="15"/>
        <pc:sldMkLst>
          <pc:docMk/>
          <pc:sldMk cId="3669085498" sldId="9938"/>
        </pc:sldMkLst>
      </pc:sldChg>
      <pc:sldChg chg="modSp add del mod">
        <pc:chgData name="Sahin" userId="756c833d-598f-4cad-8d19-f539895d089d" providerId="ADAL" clId="{B1B1D182-23C0-463A-A194-E4983FEF9DD8}" dt="2021-08-05T10:10:50.376" v="15"/>
        <pc:sldMkLst>
          <pc:docMk/>
          <pc:sldMk cId="1331165123" sldId="9939"/>
        </pc:sldMkLst>
        <pc:spChg chg="mod">
          <ac:chgData name="Sahin" userId="756c833d-598f-4cad-8d19-f539895d089d" providerId="ADAL" clId="{B1B1D182-23C0-463A-A194-E4983FEF9DD8}" dt="2021-08-05T10:10:50.376" v="15"/>
          <ac:spMkLst>
            <pc:docMk/>
            <pc:sldMk cId="1331165123" sldId="9939"/>
            <ac:spMk id="2" creationId="{EB0201A1-FA33-4E62-8F52-BAC7C375B3CE}"/>
          </ac:spMkLst>
        </pc:spChg>
      </pc:sldChg>
      <pc:sldChg chg="del">
        <pc:chgData name="Sahin" userId="756c833d-598f-4cad-8d19-f539895d089d" providerId="ADAL" clId="{B1B1D182-23C0-463A-A194-E4983FEF9DD8}" dt="2021-08-05T10:10:36.681" v="0" actId="47"/>
        <pc:sldMkLst>
          <pc:docMk/>
          <pc:sldMk cId="2245964906" sldId="9941"/>
        </pc:sldMkLst>
      </pc:sldChg>
      <pc:sldChg chg="del">
        <pc:chgData name="Sahin" userId="756c833d-598f-4cad-8d19-f539895d089d" providerId="ADAL" clId="{B1B1D182-23C0-463A-A194-E4983FEF9DD8}" dt="2021-08-05T10:10:36.681" v="0" actId="47"/>
        <pc:sldMkLst>
          <pc:docMk/>
          <pc:sldMk cId="1105667910" sldId="9942"/>
        </pc:sldMkLst>
      </pc:sldChg>
      <pc:sldChg chg="add del">
        <pc:chgData name="Sahin" userId="756c833d-598f-4cad-8d19-f539895d089d" providerId="ADAL" clId="{B1B1D182-23C0-463A-A194-E4983FEF9DD8}" dt="2021-08-05T10:10:50.376" v="15"/>
        <pc:sldMkLst>
          <pc:docMk/>
          <pc:sldMk cId="1923514222" sldId="9943"/>
        </pc:sldMkLst>
      </pc:sldChg>
      <pc:sldChg chg="add del">
        <pc:chgData name="Sahin" userId="756c833d-598f-4cad-8d19-f539895d089d" providerId="ADAL" clId="{B1B1D182-23C0-463A-A194-E4983FEF9DD8}" dt="2021-08-05T10:10:50.376" v="15"/>
        <pc:sldMkLst>
          <pc:docMk/>
          <pc:sldMk cId="3021318728" sldId="9944"/>
        </pc:sldMkLst>
      </pc:sldChg>
      <pc:sldChg chg="del">
        <pc:chgData name="Sahin" userId="756c833d-598f-4cad-8d19-f539895d089d" providerId="ADAL" clId="{B1B1D182-23C0-463A-A194-E4983FEF9DD8}" dt="2021-08-05T10:10:36.681" v="0" actId="47"/>
        <pc:sldMkLst>
          <pc:docMk/>
          <pc:sldMk cId="380061964" sldId="9945"/>
        </pc:sldMkLst>
      </pc:sldChg>
      <pc:sldChg chg="del">
        <pc:chgData name="Sahin" userId="756c833d-598f-4cad-8d19-f539895d089d" providerId="ADAL" clId="{B1B1D182-23C0-463A-A194-E4983FEF9DD8}" dt="2021-08-05T10:10:36.681" v="0" actId="47"/>
        <pc:sldMkLst>
          <pc:docMk/>
          <pc:sldMk cId="786616077" sldId="9946"/>
        </pc:sldMkLst>
      </pc:sldChg>
      <pc:sldChg chg="del">
        <pc:chgData name="Sahin" userId="756c833d-598f-4cad-8d19-f539895d089d" providerId="ADAL" clId="{B1B1D182-23C0-463A-A194-E4983FEF9DD8}" dt="2021-08-05T10:10:36.681" v="0" actId="47"/>
        <pc:sldMkLst>
          <pc:docMk/>
          <pc:sldMk cId="2454167220" sldId="9947"/>
        </pc:sldMkLst>
      </pc:sldChg>
      <pc:sldChg chg="del">
        <pc:chgData name="Sahin" userId="756c833d-598f-4cad-8d19-f539895d089d" providerId="ADAL" clId="{B1B1D182-23C0-463A-A194-E4983FEF9DD8}" dt="2021-08-05T10:10:36.681" v="0" actId="47"/>
        <pc:sldMkLst>
          <pc:docMk/>
          <pc:sldMk cId="919672795" sldId="9948"/>
        </pc:sldMkLst>
      </pc:sldChg>
      <pc:sldChg chg="modSp add del mod">
        <pc:chgData name="Sahin" userId="756c833d-598f-4cad-8d19-f539895d089d" providerId="ADAL" clId="{B1B1D182-23C0-463A-A194-E4983FEF9DD8}" dt="2021-08-05T10:11:23.782" v="16"/>
        <pc:sldMkLst>
          <pc:docMk/>
          <pc:sldMk cId="872154544" sldId="9949"/>
        </pc:sldMkLst>
        <pc:spChg chg="mod">
          <ac:chgData name="Sahin" userId="756c833d-598f-4cad-8d19-f539895d089d" providerId="ADAL" clId="{B1B1D182-23C0-463A-A194-E4983FEF9DD8}" dt="2021-08-05T10:11:23.782" v="16"/>
          <ac:spMkLst>
            <pc:docMk/>
            <pc:sldMk cId="872154544" sldId="9949"/>
            <ac:spMk id="2" creationId="{EB0201A1-FA33-4E62-8F52-BAC7C375B3CE}"/>
          </ac:spMkLst>
        </pc:spChg>
        <pc:spChg chg="mod">
          <ac:chgData name="Sahin" userId="756c833d-598f-4cad-8d19-f539895d089d" providerId="ADAL" clId="{B1B1D182-23C0-463A-A194-E4983FEF9DD8}" dt="2021-08-05T10:11:23.782" v="16"/>
          <ac:spMkLst>
            <pc:docMk/>
            <pc:sldMk cId="872154544" sldId="9949"/>
            <ac:spMk id="3" creationId="{219AE0B5-652D-4091-807F-016D895F3ADE}"/>
          </ac:spMkLst>
        </pc:spChg>
        <pc:spChg chg="mod">
          <ac:chgData name="Sahin" userId="756c833d-598f-4cad-8d19-f539895d089d" providerId="ADAL" clId="{B1B1D182-23C0-463A-A194-E4983FEF9DD8}" dt="2021-08-05T10:11:23.782" v="16"/>
          <ac:spMkLst>
            <pc:docMk/>
            <pc:sldMk cId="872154544" sldId="9949"/>
            <ac:spMk id="4" creationId="{7BF43A41-E0B8-434B-AAAC-4179E14CFE43}"/>
          </ac:spMkLst>
        </pc:spChg>
      </pc:sldChg>
      <pc:sldChg chg="modSp add del">
        <pc:chgData name="Sahin" userId="756c833d-598f-4cad-8d19-f539895d089d" providerId="ADAL" clId="{B1B1D182-23C0-463A-A194-E4983FEF9DD8}" dt="2021-08-05T10:11:35.061" v="17"/>
        <pc:sldMkLst>
          <pc:docMk/>
          <pc:sldMk cId="3055384025" sldId="9950"/>
        </pc:sldMkLst>
        <pc:spChg chg="mod">
          <ac:chgData name="Sahin" userId="756c833d-598f-4cad-8d19-f539895d089d" providerId="ADAL" clId="{B1B1D182-23C0-463A-A194-E4983FEF9DD8}" dt="2021-08-05T10:11:35.061" v="17"/>
          <ac:spMkLst>
            <pc:docMk/>
            <pc:sldMk cId="3055384025" sldId="9950"/>
            <ac:spMk id="2" creationId="{EB0201A1-FA33-4E62-8F52-BAC7C375B3CE}"/>
          </ac:spMkLst>
        </pc:spChg>
        <pc:spChg chg="mod">
          <ac:chgData name="Sahin" userId="756c833d-598f-4cad-8d19-f539895d089d" providerId="ADAL" clId="{B1B1D182-23C0-463A-A194-E4983FEF9DD8}" dt="2021-08-05T10:11:35.061" v="17"/>
          <ac:spMkLst>
            <pc:docMk/>
            <pc:sldMk cId="3055384025" sldId="9950"/>
            <ac:spMk id="3" creationId="{219AE0B5-652D-4091-807F-016D895F3ADE}"/>
          </ac:spMkLst>
        </pc:spChg>
        <pc:spChg chg="mod">
          <ac:chgData name="Sahin" userId="756c833d-598f-4cad-8d19-f539895d089d" providerId="ADAL" clId="{B1B1D182-23C0-463A-A194-E4983FEF9DD8}" dt="2021-08-05T10:11:35.061" v="17"/>
          <ac:spMkLst>
            <pc:docMk/>
            <pc:sldMk cId="3055384025" sldId="9950"/>
            <ac:spMk id="4" creationId="{4FF255EA-9E39-4EC8-B2DA-7C5461E88A99}"/>
          </ac:spMkLst>
        </pc:spChg>
      </pc:sldChg>
      <pc:sldChg chg="modSp add del mod">
        <pc:chgData name="Sahin" userId="756c833d-598f-4cad-8d19-f539895d089d" providerId="ADAL" clId="{B1B1D182-23C0-463A-A194-E4983FEF9DD8}" dt="2021-08-05T10:10:50.376" v="15"/>
        <pc:sldMkLst>
          <pc:docMk/>
          <pc:sldMk cId="294407998" sldId="9951"/>
        </pc:sldMkLst>
        <pc:spChg chg="mod">
          <ac:chgData name="Sahin" userId="756c833d-598f-4cad-8d19-f539895d089d" providerId="ADAL" clId="{B1B1D182-23C0-463A-A194-E4983FEF9DD8}" dt="2021-08-05T10:10:50.376" v="15"/>
          <ac:spMkLst>
            <pc:docMk/>
            <pc:sldMk cId="294407998" sldId="9951"/>
            <ac:spMk id="2" creationId="{DB1B0A1B-59E6-436B-A61C-0FDC014CA0DC}"/>
          </ac:spMkLst>
        </pc:spChg>
      </pc:sldChg>
      <pc:sldChg chg="add del">
        <pc:chgData name="Sahin" userId="756c833d-598f-4cad-8d19-f539895d089d" providerId="ADAL" clId="{B1B1D182-23C0-463A-A194-E4983FEF9DD8}" dt="2021-08-05T10:10:50.376" v="15"/>
        <pc:sldMkLst>
          <pc:docMk/>
          <pc:sldMk cId="857827325" sldId="9952"/>
        </pc:sldMkLst>
      </pc:sldChg>
      <pc:sldChg chg="add del">
        <pc:chgData name="Sahin" userId="756c833d-598f-4cad-8d19-f539895d089d" providerId="ADAL" clId="{B1B1D182-23C0-463A-A194-E4983FEF9DD8}" dt="2021-08-05T10:10:50.376" v="15"/>
        <pc:sldMkLst>
          <pc:docMk/>
          <pc:sldMk cId="2626709998" sldId="9953"/>
        </pc:sldMkLst>
      </pc:sldChg>
      <pc:sldChg chg="delSp modSp add del mod">
        <pc:chgData name="Sahin" userId="756c833d-598f-4cad-8d19-f539895d089d" providerId="ADAL" clId="{B1B1D182-23C0-463A-A194-E4983FEF9DD8}" dt="2021-08-05T10:11:51.977" v="19" actId="478"/>
        <pc:sldMkLst>
          <pc:docMk/>
          <pc:sldMk cId="4075434862" sldId="9954"/>
        </pc:sldMkLst>
        <pc:spChg chg="mod">
          <ac:chgData name="Sahin" userId="756c833d-598f-4cad-8d19-f539895d089d" providerId="ADAL" clId="{B1B1D182-23C0-463A-A194-E4983FEF9DD8}" dt="2021-08-05T10:11:48.543" v="18"/>
          <ac:spMkLst>
            <pc:docMk/>
            <pc:sldMk cId="4075434862" sldId="9954"/>
            <ac:spMk id="2" creationId="{EB0201A1-FA33-4E62-8F52-BAC7C375B3CE}"/>
          </ac:spMkLst>
        </pc:spChg>
        <pc:spChg chg="mod">
          <ac:chgData name="Sahin" userId="756c833d-598f-4cad-8d19-f539895d089d" providerId="ADAL" clId="{B1B1D182-23C0-463A-A194-E4983FEF9DD8}" dt="2021-08-05T10:11:48.543" v="18"/>
          <ac:spMkLst>
            <pc:docMk/>
            <pc:sldMk cId="4075434862" sldId="9954"/>
            <ac:spMk id="3" creationId="{219AE0B5-652D-4091-807F-016D895F3ADE}"/>
          </ac:spMkLst>
        </pc:spChg>
        <pc:spChg chg="mod">
          <ac:chgData name="Sahin" userId="756c833d-598f-4cad-8d19-f539895d089d" providerId="ADAL" clId="{B1B1D182-23C0-463A-A194-E4983FEF9DD8}" dt="2021-08-05T10:11:48.543" v="18"/>
          <ac:spMkLst>
            <pc:docMk/>
            <pc:sldMk cId="4075434862" sldId="9954"/>
            <ac:spMk id="4" creationId="{4FF255EA-9E39-4EC8-B2DA-7C5461E88A99}"/>
          </ac:spMkLst>
        </pc:spChg>
        <pc:spChg chg="del">
          <ac:chgData name="Sahin" userId="756c833d-598f-4cad-8d19-f539895d089d" providerId="ADAL" clId="{B1B1D182-23C0-463A-A194-E4983FEF9DD8}" dt="2021-08-05T10:11:51.977" v="19" actId="478"/>
          <ac:spMkLst>
            <pc:docMk/>
            <pc:sldMk cId="4075434862" sldId="9954"/>
            <ac:spMk id="46" creationId="{AB85F186-8C25-452F-B39C-15B4FCDCCA3A}"/>
          </ac:spMkLst>
        </pc:spChg>
        <pc:spChg chg="del">
          <ac:chgData name="Sahin" userId="756c833d-598f-4cad-8d19-f539895d089d" providerId="ADAL" clId="{B1B1D182-23C0-463A-A194-E4983FEF9DD8}" dt="2021-08-05T10:11:51.977" v="19" actId="478"/>
          <ac:spMkLst>
            <pc:docMk/>
            <pc:sldMk cId="4075434862" sldId="9954"/>
            <ac:spMk id="48" creationId="{A05EEED4-B89D-4B09-8C52-5A0C53C41E68}"/>
          </ac:spMkLst>
        </pc:spChg>
      </pc:sldChg>
      <pc:sldMasterChg chg="del delSldLayout">
        <pc:chgData name="Sahin" userId="756c833d-598f-4cad-8d19-f539895d089d" providerId="ADAL" clId="{B1B1D182-23C0-463A-A194-E4983FEF9DD8}" dt="2021-08-05T10:10:36.681" v="0" actId="47"/>
        <pc:sldMasterMkLst>
          <pc:docMk/>
          <pc:sldMasterMk cId="1583574900" sldId="2147483648"/>
        </pc:sldMasterMkLst>
        <pc:sldLayoutChg chg="del">
          <pc:chgData name="Sahin" userId="756c833d-598f-4cad-8d19-f539895d089d" providerId="ADAL" clId="{B1B1D182-23C0-463A-A194-E4983FEF9DD8}" dt="2021-08-05T10:10:36.681" v="0" actId="47"/>
          <pc:sldLayoutMkLst>
            <pc:docMk/>
            <pc:sldMasterMk cId="1583574900" sldId="2147483648"/>
            <pc:sldLayoutMk cId="1650472377" sldId="2147483650"/>
          </pc:sldLayoutMkLst>
        </pc:sldLayoutChg>
        <pc:sldLayoutChg chg="del">
          <pc:chgData name="Sahin" userId="756c833d-598f-4cad-8d19-f539895d089d" providerId="ADAL" clId="{B1B1D182-23C0-463A-A194-E4983FEF9DD8}" dt="2021-08-05T10:10:36.681" v="0" actId="47"/>
          <pc:sldLayoutMkLst>
            <pc:docMk/>
            <pc:sldMasterMk cId="1583574900" sldId="2147483648"/>
            <pc:sldLayoutMk cId="1636589590" sldId="2147483654"/>
          </pc:sldLayoutMkLst>
        </pc:sldLayoutChg>
        <pc:sldLayoutChg chg="del">
          <pc:chgData name="Sahin" userId="756c833d-598f-4cad-8d19-f539895d089d" providerId="ADAL" clId="{B1B1D182-23C0-463A-A194-E4983FEF9DD8}" dt="2021-08-05T10:10:36.681" v="0" actId="47"/>
          <pc:sldLayoutMkLst>
            <pc:docMk/>
            <pc:sldMasterMk cId="1583574900" sldId="2147483648"/>
            <pc:sldLayoutMk cId="2202305574" sldId="2147483655"/>
          </pc:sldLayoutMkLst>
        </pc:sldLayoutChg>
        <pc:sldLayoutChg chg="del">
          <pc:chgData name="Sahin" userId="756c833d-598f-4cad-8d19-f539895d089d" providerId="ADAL" clId="{B1B1D182-23C0-463A-A194-E4983FEF9DD8}" dt="2021-08-05T10:10:36.681" v="0" actId="47"/>
          <pc:sldLayoutMkLst>
            <pc:docMk/>
            <pc:sldMasterMk cId="1583574900" sldId="2147483648"/>
            <pc:sldLayoutMk cId="1882155853" sldId="2147483657"/>
          </pc:sldLayoutMkLst>
        </pc:sldLayoutChg>
        <pc:sldLayoutChg chg="del">
          <pc:chgData name="Sahin" userId="756c833d-598f-4cad-8d19-f539895d089d" providerId="ADAL" clId="{B1B1D182-23C0-463A-A194-E4983FEF9DD8}" dt="2021-08-05T10:10:36.681" v="0" actId="47"/>
          <pc:sldLayoutMkLst>
            <pc:docMk/>
            <pc:sldMasterMk cId="1583574900" sldId="2147483648"/>
            <pc:sldLayoutMk cId="1265934994" sldId="2147483664"/>
          </pc:sldLayoutMkLst>
        </pc:sldLayoutChg>
        <pc:sldLayoutChg chg="del">
          <pc:chgData name="Sahin" userId="756c833d-598f-4cad-8d19-f539895d089d" providerId="ADAL" clId="{B1B1D182-23C0-463A-A194-E4983FEF9DD8}" dt="2021-08-05T10:10:36.681" v="0" actId="47"/>
          <pc:sldLayoutMkLst>
            <pc:docMk/>
            <pc:sldMasterMk cId="1583574900" sldId="2147483648"/>
            <pc:sldLayoutMk cId="3792690241" sldId="2147483668"/>
          </pc:sldLayoutMkLst>
        </pc:sldLayoutChg>
        <pc:sldLayoutChg chg="del">
          <pc:chgData name="Sahin" userId="756c833d-598f-4cad-8d19-f539895d089d" providerId="ADAL" clId="{B1B1D182-23C0-463A-A194-E4983FEF9DD8}" dt="2021-08-05T10:10:36.681" v="0" actId="47"/>
          <pc:sldLayoutMkLst>
            <pc:docMk/>
            <pc:sldMasterMk cId="1583574900" sldId="2147483648"/>
            <pc:sldLayoutMk cId="1239496803" sldId="2147483679"/>
          </pc:sldLayoutMkLst>
        </pc:sldLayoutChg>
        <pc:sldLayoutChg chg="del">
          <pc:chgData name="Sahin" userId="756c833d-598f-4cad-8d19-f539895d089d" providerId="ADAL" clId="{B1B1D182-23C0-463A-A194-E4983FEF9DD8}" dt="2021-08-05T10:10:36.681" v="0" actId="47"/>
          <pc:sldLayoutMkLst>
            <pc:docMk/>
            <pc:sldMasterMk cId="1583574900" sldId="2147483648"/>
            <pc:sldLayoutMk cId="1669711868" sldId="2147483684"/>
          </pc:sldLayoutMkLst>
        </pc:sldLayoutChg>
        <pc:sldLayoutChg chg="del">
          <pc:chgData name="Sahin" userId="756c833d-598f-4cad-8d19-f539895d089d" providerId="ADAL" clId="{B1B1D182-23C0-463A-A194-E4983FEF9DD8}" dt="2021-08-05T10:10:36.681" v="0" actId="47"/>
          <pc:sldLayoutMkLst>
            <pc:docMk/>
            <pc:sldMasterMk cId="1583574900" sldId="2147483648"/>
            <pc:sldLayoutMk cId="0" sldId="2147483685"/>
          </pc:sldLayoutMkLst>
        </pc:sldLayoutChg>
        <pc:sldLayoutChg chg="del">
          <pc:chgData name="Sahin" userId="756c833d-598f-4cad-8d19-f539895d089d" providerId="ADAL" clId="{B1B1D182-23C0-463A-A194-E4983FEF9DD8}" dt="2021-08-05T10:10:36.681" v="0" actId="47"/>
          <pc:sldLayoutMkLst>
            <pc:docMk/>
            <pc:sldMasterMk cId="1583574900" sldId="2147483648"/>
            <pc:sldLayoutMk cId="1063780236" sldId="2147483686"/>
          </pc:sldLayoutMkLst>
        </pc:sldLayoutChg>
        <pc:sldLayoutChg chg="del">
          <pc:chgData name="Sahin" userId="756c833d-598f-4cad-8d19-f539895d089d" providerId="ADAL" clId="{B1B1D182-23C0-463A-A194-E4983FEF9DD8}" dt="2021-08-05T10:10:36.681" v="0" actId="47"/>
          <pc:sldLayoutMkLst>
            <pc:docMk/>
            <pc:sldMasterMk cId="1583574900" sldId="2147483648"/>
            <pc:sldLayoutMk cId="673999311" sldId="2147483688"/>
          </pc:sldLayoutMkLst>
        </pc:sldLayoutChg>
        <pc:sldLayoutChg chg="del">
          <pc:chgData name="Sahin" userId="756c833d-598f-4cad-8d19-f539895d089d" providerId="ADAL" clId="{B1B1D182-23C0-463A-A194-E4983FEF9DD8}" dt="2021-08-05T10:10:36.681" v="0" actId="47"/>
          <pc:sldLayoutMkLst>
            <pc:docMk/>
            <pc:sldMasterMk cId="1583574900" sldId="2147483648"/>
            <pc:sldLayoutMk cId="0" sldId="2147483691"/>
          </pc:sldLayoutMkLst>
        </pc:sldLayoutChg>
        <pc:sldLayoutChg chg="del">
          <pc:chgData name="Sahin" userId="756c833d-598f-4cad-8d19-f539895d089d" providerId="ADAL" clId="{B1B1D182-23C0-463A-A194-E4983FEF9DD8}" dt="2021-08-05T10:10:36.681" v="0" actId="47"/>
          <pc:sldLayoutMkLst>
            <pc:docMk/>
            <pc:sldMasterMk cId="1583574900" sldId="2147483648"/>
            <pc:sldLayoutMk cId="0" sldId="2147483692"/>
          </pc:sldLayoutMkLst>
        </pc:sldLayoutChg>
        <pc:sldLayoutChg chg="del">
          <pc:chgData name="Sahin" userId="756c833d-598f-4cad-8d19-f539895d089d" providerId="ADAL" clId="{B1B1D182-23C0-463A-A194-E4983FEF9DD8}" dt="2021-08-05T10:10:36.681" v="0" actId="47"/>
          <pc:sldLayoutMkLst>
            <pc:docMk/>
            <pc:sldMasterMk cId="1583574900" sldId="2147483648"/>
            <pc:sldLayoutMk cId="1283683246" sldId="2147483693"/>
          </pc:sldLayoutMkLst>
        </pc:sldLayoutChg>
        <pc:sldLayoutChg chg="del">
          <pc:chgData name="Sahin" userId="756c833d-598f-4cad-8d19-f539895d089d" providerId="ADAL" clId="{B1B1D182-23C0-463A-A194-E4983FEF9DD8}" dt="2021-08-05T10:10:36.681" v="0" actId="47"/>
          <pc:sldLayoutMkLst>
            <pc:docMk/>
            <pc:sldMasterMk cId="1583574900" sldId="2147483648"/>
            <pc:sldLayoutMk cId="0" sldId="2147483695"/>
          </pc:sldLayoutMkLst>
        </pc:sldLayoutChg>
        <pc:sldLayoutChg chg="del">
          <pc:chgData name="Sahin" userId="756c833d-598f-4cad-8d19-f539895d089d" providerId="ADAL" clId="{B1B1D182-23C0-463A-A194-E4983FEF9DD8}" dt="2021-08-05T10:10:36.681" v="0" actId="47"/>
          <pc:sldLayoutMkLst>
            <pc:docMk/>
            <pc:sldMasterMk cId="1583574900" sldId="2147483648"/>
            <pc:sldLayoutMk cId="0" sldId="2147483696"/>
          </pc:sldLayoutMkLst>
        </pc:sldLayoutChg>
        <pc:sldLayoutChg chg="del">
          <pc:chgData name="Sahin" userId="756c833d-598f-4cad-8d19-f539895d089d" providerId="ADAL" clId="{B1B1D182-23C0-463A-A194-E4983FEF9DD8}" dt="2021-08-05T10:10:36.681" v="0" actId="47"/>
          <pc:sldLayoutMkLst>
            <pc:docMk/>
            <pc:sldMasterMk cId="1583574900" sldId="2147483648"/>
            <pc:sldLayoutMk cId="0" sldId="2147483698"/>
          </pc:sldLayoutMkLst>
        </pc:sldLayoutChg>
        <pc:sldLayoutChg chg="del">
          <pc:chgData name="Sahin" userId="756c833d-598f-4cad-8d19-f539895d089d" providerId="ADAL" clId="{B1B1D182-23C0-463A-A194-E4983FEF9DD8}" dt="2021-08-05T10:10:36.681" v="0" actId="47"/>
          <pc:sldLayoutMkLst>
            <pc:docMk/>
            <pc:sldMasterMk cId="1583574900" sldId="2147483648"/>
            <pc:sldLayoutMk cId="0" sldId="2147483699"/>
          </pc:sldLayoutMkLst>
        </pc:sldLayoutChg>
        <pc:sldLayoutChg chg="del">
          <pc:chgData name="Sahin" userId="756c833d-598f-4cad-8d19-f539895d089d" providerId="ADAL" clId="{B1B1D182-23C0-463A-A194-E4983FEF9DD8}" dt="2021-08-05T10:10:36.681" v="0" actId="47"/>
          <pc:sldLayoutMkLst>
            <pc:docMk/>
            <pc:sldMasterMk cId="1583574900" sldId="2147483648"/>
            <pc:sldLayoutMk cId="0" sldId="2147483700"/>
          </pc:sldLayoutMkLst>
        </pc:sldLayoutChg>
        <pc:sldLayoutChg chg="del">
          <pc:chgData name="Sahin" userId="756c833d-598f-4cad-8d19-f539895d089d" providerId="ADAL" clId="{B1B1D182-23C0-463A-A194-E4983FEF9DD8}" dt="2021-08-05T10:10:36.681" v="0" actId="47"/>
          <pc:sldLayoutMkLst>
            <pc:docMk/>
            <pc:sldMasterMk cId="1583574900" sldId="2147483648"/>
            <pc:sldLayoutMk cId="0" sldId="2147483701"/>
          </pc:sldLayoutMkLst>
        </pc:sldLayoutChg>
        <pc:sldLayoutChg chg="del">
          <pc:chgData name="Sahin" userId="756c833d-598f-4cad-8d19-f539895d089d" providerId="ADAL" clId="{B1B1D182-23C0-463A-A194-E4983FEF9DD8}" dt="2021-08-05T10:10:36.681" v="0" actId="47"/>
          <pc:sldLayoutMkLst>
            <pc:docMk/>
            <pc:sldMasterMk cId="1583574900" sldId="2147483648"/>
            <pc:sldLayoutMk cId="0" sldId="2147483717"/>
          </pc:sldLayoutMkLst>
        </pc:sldLayoutChg>
        <pc:sldLayoutChg chg="del">
          <pc:chgData name="Sahin" userId="756c833d-598f-4cad-8d19-f539895d089d" providerId="ADAL" clId="{B1B1D182-23C0-463A-A194-E4983FEF9DD8}" dt="2021-08-05T10:10:36.681" v="0" actId="47"/>
          <pc:sldLayoutMkLst>
            <pc:docMk/>
            <pc:sldMasterMk cId="1583574900" sldId="2147483648"/>
            <pc:sldLayoutMk cId="3060827595" sldId="2147483867"/>
          </pc:sldLayoutMkLst>
        </pc:sldLayoutChg>
        <pc:sldLayoutChg chg="del">
          <pc:chgData name="Sahin" userId="756c833d-598f-4cad-8d19-f539895d089d" providerId="ADAL" clId="{B1B1D182-23C0-463A-A194-E4983FEF9DD8}" dt="2021-08-05T10:10:36.681" v="0" actId="47"/>
          <pc:sldLayoutMkLst>
            <pc:docMk/>
            <pc:sldMasterMk cId="1583574900" sldId="2147483648"/>
            <pc:sldLayoutMk cId="3966339483" sldId="2147483883"/>
          </pc:sldLayoutMkLst>
        </pc:sldLayoutChg>
      </pc:sldMasterChg>
    </pc:docChg>
  </pc:docChgLst>
  <pc:docChgLst>
    <pc:chgData name="Sahin" userId="756c833d-598f-4cad-8d19-f539895d089d" providerId="ADAL" clId="{CA176E88-81BD-45DE-ADA7-D6624CAAD02B}"/>
    <pc:docChg chg="addSld delSld modSld">
      <pc:chgData name="Sahin" userId="756c833d-598f-4cad-8d19-f539895d089d" providerId="ADAL" clId="{CA176E88-81BD-45DE-ADA7-D6624CAAD02B}" dt="2021-06-02T12:52:42.888" v="16"/>
      <pc:docMkLst>
        <pc:docMk/>
      </pc:docMkLst>
      <pc:sldChg chg="add">
        <pc:chgData name="Sahin" userId="756c833d-598f-4cad-8d19-f539895d089d" providerId="ADAL" clId="{CA176E88-81BD-45DE-ADA7-D6624CAAD02B}" dt="2021-06-02T12:49:16.260" v="0"/>
        <pc:sldMkLst>
          <pc:docMk/>
          <pc:sldMk cId="3895677526" sldId="429"/>
        </pc:sldMkLst>
      </pc:sldChg>
      <pc:sldChg chg="del">
        <pc:chgData name="Sahin" userId="756c833d-598f-4cad-8d19-f539895d089d" providerId="ADAL" clId="{CA176E88-81BD-45DE-ADA7-D6624CAAD02B}" dt="2021-06-02T12:49:18.901" v="1" actId="47"/>
        <pc:sldMkLst>
          <pc:docMk/>
          <pc:sldMk cId="3238137082" sldId="9765"/>
        </pc:sldMkLst>
      </pc:sldChg>
      <pc:sldChg chg="addSp delSp modSp">
        <pc:chgData name="Sahin" userId="756c833d-598f-4cad-8d19-f539895d089d" providerId="ADAL" clId="{CA176E88-81BD-45DE-ADA7-D6624CAAD02B}" dt="2021-06-02T12:52:42.888" v="16"/>
        <pc:sldMkLst>
          <pc:docMk/>
          <pc:sldMk cId="3180960839" sldId="9792"/>
        </pc:sldMkLst>
        <pc:spChg chg="add del mod">
          <ac:chgData name="Sahin" userId="756c833d-598f-4cad-8d19-f539895d089d" providerId="ADAL" clId="{CA176E88-81BD-45DE-ADA7-D6624CAAD02B}" dt="2021-06-02T12:52:42.888" v="16"/>
          <ac:spMkLst>
            <pc:docMk/>
            <pc:sldMk cId="3180960839" sldId="9792"/>
            <ac:spMk id="2" creationId="{207A06A1-BE82-4422-81E9-34F9E5C84FCA}"/>
          </ac:spMkLst>
        </pc:spChg>
      </pc:sldChg>
      <pc:sldChg chg="modSp">
        <pc:chgData name="Sahin" userId="756c833d-598f-4cad-8d19-f539895d089d" providerId="ADAL" clId="{CA176E88-81BD-45DE-ADA7-D6624CAAD02B}" dt="2021-06-02T12:50:20.263" v="2"/>
        <pc:sldMkLst>
          <pc:docMk/>
          <pc:sldMk cId="1132955285" sldId="9793"/>
        </pc:sldMkLst>
        <pc:spChg chg="mod">
          <ac:chgData name="Sahin" userId="756c833d-598f-4cad-8d19-f539895d089d" providerId="ADAL" clId="{CA176E88-81BD-45DE-ADA7-D6624CAAD02B}" dt="2021-06-02T12:50:20.263" v="2"/>
          <ac:spMkLst>
            <pc:docMk/>
            <pc:sldMk cId="1132955285" sldId="9793"/>
            <ac:spMk id="2" creationId="{728C645B-1E4F-4F30-BEE9-17B84D464E0A}"/>
          </ac:spMkLst>
        </pc:spChg>
      </pc:sldChg>
      <pc:sldChg chg="modSp">
        <pc:chgData name="Sahin" userId="756c833d-598f-4cad-8d19-f539895d089d" providerId="ADAL" clId="{CA176E88-81BD-45DE-ADA7-D6624CAAD02B}" dt="2021-06-02T12:50:25.458" v="3"/>
        <pc:sldMkLst>
          <pc:docMk/>
          <pc:sldMk cId="1065449517" sldId="9794"/>
        </pc:sldMkLst>
        <pc:spChg chg="mod">
          <ac:chgData name="Sahin" userId="756c833d-598f-4cad-8d19-f539895d089d" providerId="ADAL" clId="{CA176E88-81BD-45DE-ADA7-D6624CAAD02B}" dt="2021-06-02T12:50:25.458" v="3"/>
          <ac:spMkLst>
            <pc:docMk/>
            <pc:sldMk cId="1065449517" sldId="9794"/>
            <ac:spMk id="2" creationId="{A7CD8B86-EC67-4D2A-ACD0-738E25EFEB51}"/>
          </ac:spMkLst>
        </pc:spChg>
      </pc:sldChg>
      <pc:sldChg chg="modSp">
        <pc:chgData name="Sahin" userId="756c833d-598f-4cad-8d19-f539895d089d" providerId="ADAL" clId="{CA176E88-81BD-45DE-ADA7-D6624CAAD02B}" dt="2021-06-02T12:51:13.800" v="6"/>
        <pc:sldMkLst>
          <pc:docMk/>
          <pc:sldMk cId="1434468065" sldId="9920"/>
        </pc:sldMkLst>
        <pc:spChg chg="mod">
          <ac:chgData name="Sahin" userId="756c833d-598f-4cad-8d19-f539895d089d" providerId="ADAL" clId="{CA176E88-81BD-45DE-ADA7-D6624CAAD02B}" dt="2021-06-02T12:51:13.800" v="6"/>
          <ac:spMkLst>
            <pc:docMk/>
            <pc:sldMk cId="1434468065" sldId="9920"/>
            <ac:spMk id="2" creationId="{540C5359-758E-4B6B-BFA6-F17F26D819CD}"/>
          </ac:spMkLst>
        </pc:spChg>
      </pc:sldChg>
      <pc:sldChg chg="modSp">
        <pc:chgData name="Sahin" userId="756c833d-598f-4cad-8d19-f539895d089d" providerId="ADAL" clId="{CA176E88-81BD-45DE-ADA7-D6624CAAD02B}" dt="2021-06-02T12:52:14.236" v="12"/>
        <pc:sldMkLst>
          <pc:docMk/>
          <pc:sldMk cId="502610624" sldId="9928"/>
        </pc:sldMkLst>
        <pc:spChg chg="mod">
          <ac:chgData name="Sahin" userId="756c833d-598f-4cad-8d19-f539895d089d" providerId="ADAL" clId="{CA176E88-81BD-45DE-ADA7-D6624CAAD02B}" dt="2021-06-02T12:52:14.236" v="12"/>
          <ac:spMkLst>
            <pc:docMk/>
            <pc:sldMk cId="502610624" sldId="9928"/>
            <ac:spMk id="2" creationId="{540C5359-758E-4B6B-BFA6-F17F26D819CD}"/>
          </ac:spMkLst>
        </pc:spChg>
        <pc:spChg chg="mod">
          <ac:chgData name="Sahin" userId="756c833d-598f-4cad-8d19-f539895d089d" providerId="ADAL" clId="{CA176E88-81BD-45DE-ADA7-D6624CAAD02B}" dt="2021-06-02T12:52:14.236" v="12"/>
          <ac:spMkLst>
            <pc:docMk/>
            <pc:sldMk cId="502610624" sldId="9928"/>
            <ac:spMk id="3" creationId="{0301E7DA-AFF3-4B8D-BDF7-AF581512E34A}"/>
          </ac:spMkLst>
        </pc:spChg>
      </pc:sldChg>
      <pc:sldChg chg="modSp">
        <pc:chgData name="Sahin" userId="756c833d-598f-4cad-8d19-f539895d089d" providerId="ADAL" clId="{CA176E88-81BD-45DE-ADA7-D6624CAAD02B}" dt="2021-06-02T12:52:20.075" v="13"/>
        <pc:sldMkLst>
          <pc:docMk/>
          <pc:sldMk cId="1690632982" sldId="9929"/>
        </pc:sldMkLst>
        <pc:spChg chg="mod">
          <ac:chgData name="Sahin" userId="756c833d-598f-4cad-8d19-f539895d089d" providerId="ADAL" clId="{CA176E88-81BD-45DE-ADA7-D6624CAAD02B}" dt="2021-06-02T12:52:20.075" v="13"/>
          <ac:spMkLst>
            <pc:docMk/>
            <pc:sldMk cId="1690632982" sldId="9929"/>
            <ac:spMk id="2" creationId="{540C5359-758E-4B6B-BFA6-F17F26D819CD}"/>
          </ac:spMkLst>
        </pc:spChg>
        <pc:spChg chg="mod">
          <ac:chgData name="Sahin" userId="756c833d-598f-4cad-8d19-f539895d089d" providerId="ADAL" clId="{CA176E88-81BD-45DE-ADA7-D6624CAAD02B}" dt="2021-06-02T12:52:20.075" v="13"/>
          <ac:spMkLst>
            <pc:docMk/>
            <pc:sldMk cId="1690632982" sldId="9929"/>
            <ac:spMk id="3" creationId="{0301E7DA-AFF3-4B8D-BDF7-AF581512E34A}"/>
          </ac:spMkLst>
        </pc:spChg>
      </pc:sldChg>
      <pc:sldChg chg="modSp">
        <pc:chgData name="Sahin" userId="756c833d-598f-4cad-8d19-f539895d089d" providerId="ADAL" clId="{CA176E88-81BD-45DE-ADA7-D6624CAAD02B}" dt="2021-06-02T12:52:33.851" v="14"/>
        <pc:sldMkLst>
          <pc:docMk/>
          <pc:sldMk cId="3465660737" sldId="9930"/>
        </pc:sldMkLst>
        <pc:spChg chg="mod">
          <ac:chgData name="Sahin" userId="756c833d-598f-4cad-8d19-f539895d089d" providerId="ADAL" clId="{CA176E88-81BD-45DE-ADA7-D6624CAAD02B}" dt="2021-06-02T12:52:33.851" v="14"/>
          <ac:spMkLst>
            <pc:docMk/>
            <pc:sldMk cId="3465660737" sldId="9930"/>
            <ac:spMk id="2" creationId="{540C5359-758E-4B6B-BFA6-F17F26D819CD}"/>
          </ac:spMkLst>
        </pc:spChg>
        <pc:spChg chg="mod">
          <ac:chgData name="Sahin" userId="756c833d-598f-4cad-8d19-f539895d089d" providerId="ADAL" clId="{CA176E88-81BD-45DE-ADA7-D6624CAAD02B}" dt="2021-06-02T12:52:33.851" v="14"/>
          <ac:spMkLst>
            <pc:docMk/>
            <pc:sldMk cId="3465660737" sldId="9930"/>
            <ac:spMk id="3" creationId="{0301E7DA-AFF3-4B8D-BDF7-AF581512E34A}"/>
          </ac:spMkLst>
        </pc:spChg>
      </pc:sldChg>
      <pc:sldChg chg="modSp">
        <pc:chgData name="Sahin" userId="756c833d-598f-4cad-8d19-f539895d089d" providerId="ADAL" clId="{CA176E88-81BD-45DE-ADA7-D6624CAAD02B}" dt="2021-06-02T12:50:33.861" v="4"/>
        <pc:sldMkLst>
          <pc:docMk/>
          <pc:sldMk cId="1923514222" sldId="9943"/>
        </pc:sldMkLst>
        <pc:spChg chg="mod">
          <ac:chgData name="Sahin" userId="756c833d-598f-4cad-8d19-f539895d089d" providerId="ADAL" clId="{CA176E88-81BD-45DE-ADA7-D6624CAAD02B}" dt="2021-06-02T12:50:33.861" v="4"/>
          <ac:spMkLst>
            <pc:docMk/>
            <pc:sldMk cId="1923514222" sldId="9943"/>
            <ac:spMk id="2" creationId="{A3203D0E-3170-4CE6-A64A-62B2FFF3CBFD}"/>
          </ac:spMkLst>
        </pc:spChg>
      </pc:sldChg>
      <pc:sldChg chg="modSp">
        <pc:chgData name="Sahin" userId="756c833d-598f-4cad-8d19-f539895d089d" providerId="ADAL" clId="{CA176E88-81BD-45DE-ADA7-D6624CAAD02B}" dt="2021-06-02T12:51:23.267" v="7"/>
        <pc:sldMkLst>
          <pc:docMk/>
          <pc:sldMk cId="380061964" sldId="9945"/>
        </pc:sldMkLst>
        <pc:spChg chg="mod">
          <ac:chgData name="Sahin" userId="756c833d-598f-4cad-8d19-f539895d089d" providerId="ADAL" clId="{CA176E88-81BD-45DE-ADA7-D6624CAAD02B}" dt="2021-06-02T12:51:23.267" v="7"/>
          <ac:spMkLst>
            <pc:docMk/>
            <pc:sldMk cId="380061964" sldId="9945"/>
            <ac:spMk id="2" creationId="{B5502CE4-59DE-4333-9137-E745B3654CCB}"/>
          </ac:spMkLst>
        </pc:spChg>
        <pc:spChg chg="mod">
          <ac:chgData name="Sahin" userId="756c833d-598f-4cad-8d19-f539895d089d" providerId="ADAL" clId="{CA176E88-81BD-45DE-ADA7-D6624CAAD02B}" dt="2021-06-02T12:51:23.267" v="7"/>
          <ac:spMkLst>
            <pc:docMk/>
            <pc:sldMk cId="380061964" sldId="9945"/>
            <ac:spMk id="3" creationId="{41F10AB5-9A7C-498B-960D-42B9E734016E}"/>
          </ac:spMkLst>
        </pc:spChg>
      </pc:sldChg>
      <pc:sldChg chg="modSp">
        <pc:chgData name="Sahin" userId="756c833d-598f-4cad-8d19-f539895d089d" providerId="ADAL" clId="{CA176E88-81BD-45DE-ADA7-D6624CAAD02B}" dt="2021-06-02T12:51:53.889" v="9"/>
        <pc:sldMkLst>
          <pc:docMk/>
          <pc:sldMk cId="786616077" sldId="9946"/>
        </pc:sldMkLst>
        <pc:spChg chg="mod">
          <ac:chgData name="Sahin" userId="756c833d-598f-4cad-8d19-f539895d089d" providerId="ADAL" clId="{CA176E88-81BD-45DE-ADA7-D6624CAAD02B}" dt="2021-06-02T12:51:53.889" v="9"/>
          <ac:spMkLst>
            <pc:docMk/>
            <pc:sldMk cId="786616077" sldId="9946"/>
            <ac:spMk id="2" creationId="{FEC0263F-E3E9-4CD2-90E1-827C99B59F5E}"/>
          </ac:spMkLst>
        </pc:spChg>
        <pc:spChg chg="mod">
          <ac:chgData name="Sahin" userId="756c833d-598f-4cad-8d19-f539895d089d" providerId="ADAL" clId="{CA176E88-81BD-45DE-ADA7-D6624CAAD02B}" dt="2021-06-02T12:51:42.126" v="8"/>
          <ac:spMkLst>
            <pc:docMk/>
            <pc:sldMk cId="786616077" sldId="9946"/>
            <ac:spMk id="3" creationId="{D3347CDD-522C-4699-82BA-9F86836A7FAA}"/>
          </ac:spMkLst>
        </pc:spChg>
      </pc:sldChg>
      <pc:sldChg chg="modSp">
        <pc:chgData name="Sahin" userId="756c833d-598f-4cad-8d19-f539895d089d" providerId="ADAL" clId="{CA176E88-81BD-45DE-ADA7-D6624CAAD02B}" dt="2021-06-02T12:52:02.650" v="10"/>
        <pc:sldMkLst>
          <pc:docMk/>
          <pc:sldMk cId="2454167220" sldId="9947"/>
        </pc:sldMkLst>
        <pc:spChg chg="mod">
          <ac:chgData name="Sahin" userId="756c833d-598f-4cad-8d19-f539895d089d" providerId="ADAL" clId="{CA176E88-81BD-45DE-ADA7-D6624CAAD02B}" dt="2021-06-02T12:52:02.650" v="10"/>
          <ac:spMkLst>
            <pc:docMk/>
            <pc:sldMk cId="2454167220" sldId="9947"/>
            <ac:spMk id="2" creationId="{34AEAA35-1442-4656-B894-F135F8B59FCB}"/>
          </ac:spMkLst>
        </pc:spChg>
        <pc:spChg chg="mod">
          <ac:chgData name="Sahin" userId="756c833d-598f-4cad-8d19-f539895d089d" providerId="ADAL" clId="{CA176E88-81BD-45DE-ADA7-D6624CAAD02B}" dt="2021-06-02T12:52:02.650" v="10"/>
          <ac:spMkLst>
            <pc:docMk/>
            <pc:sldMk cId="2454167220" sldId="9947"/>
            <ac:spMk id="3" creationId="{6C175F0A-ED65-4CF5-8C86-7A245CC6741D}"/>
          </ac:spMkLst>
        </pc:spChg>
      </pc:sldChg>
      <pc:sldChg chg="modSp">
        <pc:chgData name="Sahin" userId="756c833d-598f-4cad-8d19-f539895d089d" providerId="ADAL" clId="{CA176E88-81BD-45DE-ADA7-D6624CAAD02B}" dt="2021-06-02T12:52:07.720" v="11"/>
        <pc:sldMkLst>
          <pc:docMk/>
          <pc:sldMk cId="919672795" sldId="9948"/>
        </pc:sldMkLst>
        <pc:spChg chg="mod">
          <ac:chgData name="Sahin" userId="756c833d-598f-4cad-8d19-f539895d089d" providerId="ADAL" clId="{CA176E88-81BD-45DE-ADA7-D6624CAAD02B}" dt="2021-06-02T12:52:07.720" v="11"/>
          <ac:spMkLst>
            <pc:docMk/>
            <pc:sldMk cId="919672795" sldId="9948"/>
            <ac:spMk id="2" creationId="{10F834D1-859F-4CA6-B240-5DDABD97D113}"/>
          </ac:spMkLst>
        </pc:spChg>
        <pc:spChg chg="mod">
          <ac:chgData name="Sahin" userId="756c833d-598f-4cad-8d19-f539895d089d" providerId="ADAL" clId="{CA176E88-81BD-45DE-ADA7-D6624CAAD02B}" dt="2021-06-02T12:52:07.720" v="11"/>
          <ac:spMkLst>
            <pc:docMk/>
            <pc:sldMk cId="919672795" sldId="9948"/>
            <ac:spMk id="3" creationId="{BF715607-F6D3-4030-A063-383B35B254B8}"/>
          </ac:spMkLst>
        </pc:spChg>
      </pc:sldChg>
    </pc:docChg>
  </pc:docChgLst>
  <pc:docChgLst>
    <pc:chgData name="Sar, Sahin" userId="756c833d-598f-4cad-8d19-f539895d089d" providerId="ADAL" clId="{0E4161BD-EB08-459E-9227-798F755B6123}"/>
    <pc:docChg chg="modSld">
      <pc:chgData name="Sar, Sahin" userId="756c833d-598f-4cad-8d19-f539895d089d" providerId="ADAL" clId="{0E4161BD-EB08-459E-9227-798F755B6123}" dt="2021-06-23T12:59:25.759" v="6" actId="1076"/>
      <pc:docMkLst>
        <pc:docMk/>
      </pc:docMkLst>
      <pc:sldChg chg="modSp mod">
        <pc:chgData name="Sar, Sahin" userId="756c833d-598f-4cad-8d19-f539895d089d" providerId="ADAL" clId="{0E4161BD-EB08-459E-9227-798F755B6123}" dt="2021-06-23T12:59:08.842" v="5" actId="1076"/>
        <pc:sldMkLst>
          <pc:docMk/>
          <pc:sldMk cId="3779728694" sldId="9913"/>
        </pc:sldMkLst>
        <pc:spChg chg="mod">
          <ac:chgData name="Sar, Sahin" userId="756c833d-598f-4cad-8d19-f539895d089d" providerId="ADAL" clId="{0E4161BD-EB08-459E-9227-798F755B6123}" dt="2021-06-23T12:59:02.313" v="3" actId="20577"/>
          <ac:spMkLst>
            <pc:docMk/>
            <pc:sldMk cId="3779728694" sldId="9913"/>
            <ac:spMk id="6" creationId="{07419B75-91DA-4FBF-8555-7EAC4EC9858C}"/>
          </ac:spMkLst>
        </pc:spChg>
        <pc:picChg chg="mod">
          <ac:chgData name="Sar, Sahin" userId="756c833d-598f-4cad-8d19-f539895d089d" providerId="ADAL" clId="{0E4161BD-EB08-459E-9227-798F755B6123}" dt="2021-06-23T12:59:08.842" v="5" actId="1076"/>
          <ac:picMkLst>
            <pc:docMk/>
            <pc:sldMk cId="3779728694" sldId="9913"/>
            <ac:picMk id="14" creationId="{7C00E5BD-BD6C-4C82-A226-690B61335083}"/>
          </ac:picMkLst>
        </pc:picChg>
      </pc:sldChg>
      <pc:sldChg chg="modSp mod">
        <pc:chgData name="Sar, Sahin" userId="756c833d-598f-4cad-8d19-f539895d089d" providerId="ADAL" clId="{0E4161BD-EB08-459E-9227-798F755B6123}" dt="2021-06-23T12:59:25.759" v="6" actId="1076"/>
        <pc:sldMkLst>
          <pc:docMk/>
          <pc:sldMk cId="458298295" sldId="9915"/>
        </pc:sldMkLst>
        <pc:spChg chg="mod">
          <ac:chgData name="Sar, Sahin" userId="756c833d-598f-4cad-8d19-f539895d089d" providerId="ADAL" clId="{0E4161BD-EB08-459E-9227-798F755B6123}" dt="2021-06-23T12:59:25.759" v="6" actId="1076"/>
          <ac:spMkLst>
            <pc:docMk/>
            <pc:sldMk cId="458298295" sldId="9915"/>
            <ac:spMk id="8" creationId="{6C5D0129-4C84-48AC-8197-721A0AF3E56F}"/>
          </ac:spMkLst>
        </pc:spChg>
      </pc:sldChg>
    </pc:docChg>
  </pc:docChgLst>
  <pc:docChgLst>
    <pc:chgData name="Zakrevskaya, Julia" userId="79016554-fc06-4349-8d4d-7fef3d29d8b9" providerId="ADAL" clId="{BB783884-8212-4304-89A2-2677ABCFBCE5}"/>
    <pc:docChg chg="modSld sldOrd">
      <pc:chgData name="Zakrevskaya, Julia" userId="79016554-fc06-4349-8d4d-7fef3d29d8b9" providerId="ADAL" clId="{BB783884-8212-4304-89A2-2677ABCFBCE5}" dt="2021-08-16T12:30:10.807" v="1"/>
      <pc:docMkLst>
        <pc:docMk/>
      </pc:docMkLst>
      <pc:sldChg chg="ord">
        <pc:chgData name="Zakrevskaya, Julia" userId="79016554-fc06-4349-8d4d-7fef3d29d8b9" providerId="ADAL" clId="{BB783884-8212-4304-89A2-2677ABCFBCE5}" dt="2021-08-16T12:30:10.807" v="1"/>
        <pc:sldMkLst>
          <pc:docMk/>
          <pc:sldMk cId="1800231796" sldId="9886"/>
        </pc:sldMkLst>
      </pc:sldChg>
    </pc:docChg>
  </pc:docChgLst>
  <pc:docChgLst>
    <pc:chgData name="Sar, Sahin" userId="756c833d-598f-4cad-8d19-f539895d089d" providerId="ADAL" clId="{CA176E88-81BD-45DE-ADA7-D6624CAAD02B}"/>
    <pc:docChg chg="modSld">
      <pc:chgData name="Sar, Sahin" userId="756c833d-598f-4cad-8d19-f539895d089d" providerId="ADAL" clId="{CA176E88-81BD-45DE-ADA7-D6624CAAD02B}" dt="2021-06-02T06:19:02.637" v="1" actId="1076"/>
      <pc:docMkLst>
        <pc:docMk/>
      </pc:docMkLst>
      <pc:sldChg chg="modSp mod">
        <pc:chgData name="Sar, Sahin" userId="756c833d-598f-4cad-8d19-f539895d089d" providerId="ADAL" clId="{CA176E88-81BD-45DE-ADA7-D6624CAAD02B}" dt="2021-06-02T06:19:02.637" v="1" actId="1076"/>
        <pc:sldMkLst>
          <pc:docMk/>
          <pc:sldMk cId="2396297959" sldId="9937"/>
        </pc:sldMkLst>
        <pc:spChg chg="mod">
          <ac:chgData name="Sar, Sahin" userId="756c833d-598f-4cad-8d19-f539895d089d" providerId="ADAL" clId="{CA176E88-81BD-45DE-ADA7-D6624CAAD02B}" dt="2021-06-02T06:19:02.637" v="1" actId="1076"/>
          <ac:spMkLst>
            <pc:docMk/>
            <pc:sldMk cId="2396297959" sldId="9937"/>
            <ac:spMk id="3" creationId="{8A6129FD-34E9-4746-B514-D3FAB95AB637}"/>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4E1E23D-2135-45DD-A20A-19E8AD7994AD}" type="doc">
      <dgm:prSet loTypeId="urn:microsoft.com/office/officeart/2005/8/layout/process2" loCatId="process" qsTypeId="urn:microsoft.com/office/officeart/2005/8/quickstyle/simple1" qsCatId="simple" csTypeId="urn:microsoft.com/office/officeart/2005/8/colors/accent1_2" csCatId="accent1" phldr="1"/>
      <dgm:spPr/>
    </dgm:pt>
    <dgm:pt modelId="{EAB9B722-992A-410F-BA57-78CB3E848126}">
      <dgm:prSet phldrT="[Text]"/>
      <dgm:spPr>
        <a:solidFill>
          <a:schemeClr val="accent2">
            <a:lumMod val="20000"/>
            <a:lumOff val="80000"/>
          </a:schemeClr>
        </a:solidFill>
        <a:ln>
          <a:solidFill>
            <a:schemeClr val="accent2"/>
          </a:solidFill>
        </a:ln>
      </dgm:spPr>
      <dgm:t>
        <a:bodyPr/>
        <a:lstStyle/>
        <a:p>
          <a:r>
            <a:rPr lang="en-US" noProof="0" dirty="0">
              <a:solidFill>
                <a:schemeClr val="accent2">
                  <a:lumMod val="50000"/>
                </a:schemeClr>
              </a:solidFill>
            </a:rPr>
            <a:t>Customer Inquiry</a:t>
          </a:r>
        </a:p>
      </dgm:t>
    </dgm:pt>
    <dgm:pt modelId="{35139BE5-79A9-46A5-83E5-D22383674689}" type="parTrans" cxnId="{723893F2-5F3C-401A-AF43-0DD22FE40CBA}">
      <dgm:prSet/>
      <dgm:spPr/>
      <dgm:t>
        <a:bodyPr/>
        <a:lstStyle/>
        <a:p>
          <a:endParaRPr lang="en-US" noProof="0" dirty="0"/>
        </a:p>
      </dgm:t>
    </dgm:pt>
    <dgm:pt modelId="{F34822FA-A7F5-4118-974E-811925296889}" type="sibTrans" cxnId="{723893F2-5F3C-401A-AF43-0DD22FE40CBA}">
      <dgm:prSet/>
      <dgm:spPr>
        <a:solidFill>
          <a:schemeClr val="accent2"/>
        </a:solidFill>
      </dgm:spPr>
      <dgm:t>
        <a:bodyPr/>
        <a:lstStyle/>
        <a:p>
          <a:endParaRPr lang="en-US" noProof="0" dirty="0"/>
        </a:p>
      </dgm:t>
    </dgm:pt>
    <dgm:pt modelId="{2CF0BFDB-1E00-4D9B-8E0C-C65EAF06C637}">
      <dgm:prSet phldrT="[Text]"/>
      <dgm:spPr>
        <a:solidFill>
          <a:schemeClr val="accent2">
            <a:lumMod val="40000"/>
            <a:lumOff val="60000"/>
          </a:schemeClr>
        </a:solidFill>
        <a:ln>
          <a:solidFill>
            <a:schemeClr val="accent2"/>
          </a:solidFill>
        </a:ln>
      </dgm:spPr>
      <dgm:t>
        <a:bodyPr/>
        <a:lstStyle/>
        <a:p>
          <a:r>
            <a:rPr lang="en-US" noProof="0" dirty="0">
              <a:solidFill>
                <a:schemeClr val="accent2">
                  <a:lumMod val="50000"/>
                </a:schemeClr>
              </a:solidFill>
            </a:rPr>
            <a:t>Customer Quotation</a:t>
          </a:r>
        </a:p>
      </dgm:t>
    </dgm:pt>
    <dgm:pt modelId="{BDBCD512-CF7D-4E69-8E48-4E1C4447F82E}" type="parTrans" cxnId="{F1DD4D92-A641-491B-B84C-1CDC3E58CC52}">
      <dgm:prSet/>
      <dgm:spPr/>
      <dgm:t>
        <a:bodyPr/>
        <a:lstStyle/>
        <a:p>
          <a:endParaRPr lang="en-US" noProof="0" dirty="0"/>
        </a:p>
      </dgm:t>
    </dgm:pt>
    <dgm:pt modelId="{59E02D68-99E1-43AF-9BAA-067823914310}" type="sibTrans" cxnId="{F1DD4D92-A641-491B-B84C-1CDC3E58CC52}">
      <dgm:prSet/>
      <dgm:spPr>
        <a:solidFill>
          <a:schemeClr val="accent2"/>
        </a:solidFill>
      </dgm:spPr>
      <dgm:t>
        <a:bodyPr/>
        <a:lstStyle/>
        <a:p>
          <a:endParaRPr lang="en-US" noProof="0" dirty="0"/>
        </a:p>
      </dgm:t>
    </dgm:pt>
    <dgm:pt modelId="{AECDE890-739C-4E55-99B7-475105EC3DBB}">
      <dgm:prSet phldrT="[Text]"/>
      <dgm:spPr>
        <a:solidFill>
          <a:schemeClr val="accent2"/>
        </a:solidFill>
      </dgm:spPr>
      <dgm:t>
        <a:bodyPr/>
        <a:lstStyle/>
        <a:p>
          <a:r>
            <a:rPr lang="en-US" noProof="0" dirty="0"/>
            <a:t>Sales Order</a:t>
          </a:r>
        </a:p>
      </dgm:t>
    </dgm:pt>
    <dgm:pt modelId="{57365100-AC0C-4AEF-8DFB-15C37F236EA4}" type="parTrans" cxnId="{CEF63E6C-376D-4C8B-836A-76D327E642C5}">
      <dgm:prSet/>
      <dgm:spPr/>
      <dgm:t>
        <a:bodyPr/>
        <a:lstStyle/>
        <a:p>
          <a:endParaRPr lang="en-US" noProof="0" dirty="0"/>
        </a:p>
      </dgm:t>
    </dgm:pt>
    <dgm:pt modelId="{B9FF2384-0420-4070-B006-EC77F13D14F8}" type="sibTrans" cxnId="{CEF63E6C-376D-4C8B-836A-76D327E642C5}">
      <dgm:prSet/>
      <dgm:spPr>
        <a:solidFill>
          <a:schemeClr val="accent2"/>
        </a:solidFill>
      </dgm:spPr>
      <dgm:t>
        <a:bodyPr/>
        <a:lstStyle/>
        <a:p>
          <a:endParaRPr lang="en-US" noProof="0" dirty="0"/>
        </a:p>
      </dgm:t>
    </dgm:pt>
    <dgm:pt modelId="{7AA95157-4A7F-4A65-8192-FF28F7011F71}">
      <dgm:prSet phldrT="[Text]"/>
      <dgm:spPr>
        <a:solidFill>
          <a:schemeClr val="accent3"/>
        </a:solidFill>
      </dgm:spPr>
      <dgm:t>
        <a:bodyPr/>
        <a:lstStyle/>
        <a:p>
          <a:r>
            <a:rPr lang="en-US" noProof="0" dirty="0"/>
            <a:t>Outbound Delivery</a:t>
          </a:r>
        </a:p>
      </dgm:t>
    </dgm:pt>
    <dgm:pt modelId="{793AA3D3-57FA-4924-A600-2765D247A289}" type="parTrans" cxnId="{86BA69E4-9E4E-415F-A2EE-0182BD067F51}">
      <dgm:prSet/>
      <dgm:spPr/>
      <dgm:t>
        <a:bodyPr/>
        <a:lstStyle/>
        <a:p>
          <a:endParaRPr lang="en-US" noProof="0" dirty="0"/>
        </a:p>
      </dgm:t>
    </dgm:pt>
    <dgm:pt modelId="{C05477AC-AA37-4463-BF31-90B11E651B24}" type="sibTrans" cxnId="{86BA69E4-9E4E-415F-A2EE-0182BD067F51}">
      <dgm:prSet/>
      <dgm:spPr>
        <a:solidFill>
          <a:schemeClr val="accent2"/>
        </a:solidFill>
      </dgm:spPr>
      <dgm:t>
        <a:bodyPr/>
        <a:lstStyle/>
        <a:p>
          <a:endParaRPr lang="en-US" noProof="0" dirty="0"/>
        </a:p>
      </dgm:t>
    </dgm:pt>
    <dgm:pt modelId="{A9D5D507-67A7-4F8D-A96E-613E9B8EF555}">
      <dgm:prSet phldrT="[Text]"/>
      <dgm:spPr>
        <a:solidFill>
          <a:schemeClr val="accent5"/>
        </a:solidFill>
      </dgm:spPr>
      <dgm:t>
        <a:bodyPr/>
        <a:lstStyle/>
        <a:p>
          <a:r>
            <a:rPr lang="en-US" noProof="0" dirty="0"/>
            <a:t>Billing document (Invoice)</a:t>
          </a:r>
        </a:p>
      </dgm:t>
    </dgm:pt>
    <dgm:pt modelId="{BEDFDB46-A418-451A-8F47-E368C3E4227E}" type="parTrans" cxnId="{2B4E2495-FC58-4CD4-A34E-CFECD1A36DE8}">
      <dgm:prSet/>
      <dgm:spPr/>
      <dgm:t>
        <a:bodyPr/>
        <a:lstStyle/>
        <a:p>
          <a:endParaRPr lang="en-US" noProof="0" dirty="0"/>
        </a:p>
      </dgm:t>
    </dgm:pt>
    <dgm:pt modelId="{6C30B666-D478-49ED-9F21-D6FF387DF9D4}" type="sibTrans" cxnId="{2B4E2495-FC58-4CD4-A34E-CFECD1A36DE8}">
      <dgm:prSet/>
      <dgm:spPr>
        <a:solidFill>
          <a:schemeClr val="accent2"/>
        </a:solidFill>
      </dgm:spPr>
      <dgm:t>
        <a:bodyPr/>
        <a:lstStyle/>
        <a:p>
          <a:endParaRPr lang="en-US" noProof="0" dirty="0"/>
        </a:p>
      </dgm:t>
    </dgm:pt>
    <dgm:pt modelId="{8A3FB070-FC3D-4E1F-9A1B-F1933AE92B8D}">
      <dgm:prSet phldrT="[Text]"/>
      <dgm:spPr>
        <a:solidFill>
          <a:schemeClr val="accent2"/>
        </a:solidFill>
      </dgm:spPr>
      <dgm:t>
        <a:bodyPr/>
        <a:lstStyle/>
        <a:p>
          <a:r>
            <a:rPr lang="en-US" noProof="0" dirty="0"/>
            <a:t>Credit Memo Request</a:t>
          </a:r>
        </a:p>
      </dgm:t>
    </dgm:pt>
    <dgm:pt modelId="{FF4D840A-524C-4EB0-990B-4D6030B70425}" type="parTrans" cxnId="{77F0B9C2-9A31-430C-8755-45E746D8BF39}">
      <dgm:prSet/>
      <dgm:spPr/>
      <dgm:t>
        <a:bodyPr/>
        <a:lstStyle/>
        <a:p>
          <a:endParaRPr lang="en-US" noProof="0" dirty="0"/>
        </a:p>
      </dgm:t>
    </dgm:pt>
    <dgm:pt modelId="{A45B2FCA-2535-455B-A1E1-65D6A8DD057E}" type="sibTrans" cxnId="{77F0B9C2-9A31-430C-8755-45E746D8BF39}">
      <dgm:prSet/>
      <dgm:spPr/>
      <dgm:t>
        <a:bodyPr/>
        <a:lstStyle/>
        <a:p>
          <a:endParaRPr lang="en-US" noProof="0" dirty="0"/>
        </a:p>
      </dgm:t>
    </dgm:pt>
    <dgm:pt modelId="{A9D37014-453B-4C9B-931A-548967AAED27}" type="pres">
      <dgm:prSet presAssocID="{24E1E23D-2135-45DD-A20A-19E8AD7994AD}" presName="linearFlow" presStyleCnt="0">
        <dgm:presLayoutVars>
          <dgm:resizeHandles val="exact"/>
        </dgm:presLayoutVars>
      </dgm:prSet>
      <dgm:spPr/>
    </dgm:pt>
    <dgm:pt modelId="{4C3A29A8-B39A-4881-84E6-E6A47EF141AB}" type="pres">
      <dgm:prSet presAssocID="{EAB9B722-992A-410F-BA57-78CB3E848126}" presName="node" presStyleLbl="node1" presStyleIdx="0" presStyleCnt="6">
        <dgm:presLayoutVars>
          <dgm:bulletEnabled val="1"/>
        </dgm:presLayoutVars>
      </dgm:prSet>
      <dgm:spPr/>
    </dgm:pt>
    <dgm:pt modelId="{249573B4-9E48-4A46-8E82-E01D01E6AB5F}" type="pres">
      <dgm:prSet presAssocID="{F34822FA-A7F5-4118-974E-811925296889}" presName="sibTrans" presStyleLbl="sibTrans2D1" presStyleIdx="0" presStyleCnt="5"/>
      <dgm:spPr/>
    </dgm:pt>
    <dgm:pt modelId="{AFE4519D-B8B3-4663-8063-E11D3033D2DD}" type="pres">
      <dgm:prSet presAssocID="{F34822FA-A7F5-4118-974E-811925296889}" presName="connectorText" presStyleLbl="sibTrans2D1" presStyleIdx="0" presStyleCnt="5"/>
      <dgm:spPr/>
    </dgm:pt>
    <dgm:pt modelId="{92E44C64-0393-4A7D-AA86-B4C956456721}" type="pres">
      <dgm:prSet presAssocID="{2CF0BFDB-1E00-4D9B-8E0C-C65EAF06C637}" presName="node" presStyleLbl="node1" presStyleIdx="1" presStyleCnt="6">
        <dgm:presLayoutVars>
          <dgm:bulletEnabled val="1"/>
        </dgm:presLayoutVars>
      </dgm:prSet>
      <dgm:spPr/>
    </dgm:pt>
    <dgm:pt modelId="{178EDBD4-30C2-4CD4-887A-2663ABC7509B}" type="pres">
      <dgm:prSet presAssocID="{59E02D68-99E1-43AF-9BAA-067823914310}" presName="sibTrans" presStyleLbl="sibTrans2D1" presStyleIdx="1" presStyleCnt="5"/>
      <dgm:spPr/>
    </dgm:pt>
    <dgm:pt modelId="{67694DB0-C3B4-4AD7-A4E9-5CB81E4D4B78}" type="pres">
      <dgm:prSet presAssocID="{59E02D68-99E1-43AF-9BAA-067823914310}" presName="connectorText" presStyleLbl="sibTrans2D1" presStyleIdx="1" presStyleCnt="5"/>
      <dgm:spPr/>
    </dgm:pt>
    <dgm:pt modelId="{B296EB6E-9BF5-4964-827E-87724C01CB88}" type="pres">
      <dgm:prSet presAssocID="{AECDE890-739C-4E55-99B7-475105EC3DBB}" presName="node" presStyleLbl="node1" presStyleIdx="2" presStyleCnt="6">
        <dgm:presLayoutVars>
          <dgm:bulletEnabled val="1"/>
        </dgm:presLayoutVars>
      </dgm:prSet>
      <dgm:spPr/>
    </dgm:pt>
    <dgm:pt modelId="{BB6F4278-2E6F-4306-B1F9-BAE358AD266A}" type="pres">
      <dgm:prSet presAssocID="{B9FF2384-0420-4070-B006-EC77F13D14F8}" presName="sibTrans" presStyleLbl="sibTrans2D1" presStyleIdx="2" presStyleCnt="5"/>
      <dgm:spPr/>
    </dgm:pt>
    <dgm:pt modelId="{B5B54B2D-B8F1-4981-8948-3674364B8EC1}" type="pres">
      <dgm:prSet presAssocID="{B9FF2384-0420-4070-B006-EC77F13D14F8}" presName="connectorText" presStyleLbl="sibTrans2D1" presStyleIdx="2" presStyleCnt="5"/>
      <dgm:spPr/>
    </dgm:pt>
    <dgm:pt modelId="{5B387369-63FC-4AB3-B3AD-A5C02AC50428}" type="pres">
      <dgm:prSet presAssocID="{7AA95157-4A7F-4A65-8192-FF28F7011F71}" presName="node" presStyleLbl="node1" presStyleIdx="3" presStyleCnt="6">
        <dgm:presLayoutVars>
          <dgm:bulletEnabled val="1"/>
        </dgm:presLayoutVars>
      </dgm:prSet>
      <dgm:spPr/>
    </dgm:pt>
    <dgm:pt modelId="{41C5391C-4E17-4A00-9874-F9069ABCEFE1}" type="pres">
      <dgm:prSet presAssocID="{C05477AC-AA37-4463-BF31-90B11E651B24}" presName="sibTrans" presStyleLbl="sibTrans2D1" presStyleIdx="3" presStyleCnt="5"/>
      <dgm:spPr/>
    </dgm:pt>
    <dgm:pt modelId="{66921C87-C4C5-4698-98E0-6DF9765B0668}" type="pres">
      <dgm:prSet presAssocID="{C05477AC-AA37-4463-BF31-90B11E651B24}" presName="connectorText" presStyleLbl="sibTrans2D1" presStyleIdx="3" presStyleCnt="5"/>
      <dgm:spPr/>
    </dgm:pt>
    <dgm:pt modelId="{C65CB423-62B4-4FBA-984B-3A8361D13A7B}" type="pres">
      <dgm:prSet presAssocID="{A9D5D507-67A7-4F8D-A96E-613E9B8EF555}" presName="node" presStyleLbl="node1" presStyleIdx="4" presStyleCnt="6">
        <dgm:presLayoutVars>
          <dgm:bulletEnabled val="1"/>
        </dgm:presLayoutVars>
      </dgm:prSet>
      <dgm:spPr/>
    </dgm:pt>
    <dgm:pt modelId="{1E893079-90B9-474F-AA74-FB9FE443A5B3}" type="pres">
      <dgm:prSet presAssocID="{6C30B666-D478-49ED-9F21-D6FF387DF9D4}" presName="sibTrans" presStyleLbl="sibTrans2D1" presStyleIdx="4" presStyleCnt="5"/>
      <dgm:spPr/>
    </dgm:pt>
    <dgm:pt modelId="{3ED6F845-0D1B-4E5B-BA39-5404D79A85A1}" type="pres">
      <dgm:prSet presAssocID="{6C30B666-D478-49ED-9F21-D6FF387DF9D4}" presName="connectorText" presStyleLbl="sibTrans2D1" presStyleIdx="4" presStyleCnt="5"/>
      <dgm:spPr/>
    </dgm:pt>
    <dgm:pt modelId="{A5D4A6A0-A40F-4047-8F0F-17E81A9DCD8A}" type="pres">
      <dgm:prSet presAssocID="{8A3FB070-FC3D-4E1F-9A1B-F1933AE92B8D}" presName="node" presStyleLbl="node1" presStyleIdx="5" presStyleCnt="6">
        <dgm:presLayoutVars>
          <dgm:bulletEnabled val="1"/>
        </dgm:presLayoutVars>
      </dgm:prSet>
      <dgm:spPr/>
    </dgm:pt>
  </dgm:ptLst>
  <dgm:cxnLst>
    <dgm:cxn modelId="{D40F1606-C3E5-4552-AE23-FCC668BA0126}" type="presOf" srcId="{AECDE890-739C-4E55-99B7-475105EC3DBB}" destId="{B296EB6E-9BF5-4964-827E-87724C01CB88}" srcOrd="0" destOrd="0" presId="urn:microsoft.com/office/officeart/2005/8/layout/process2"/>
    <dgm:cxn modelId="{3CA3510B-3495-4178-A257-10BB3588F51E}" type="presOf" srcId="{C05477AC-AA37-4463-BF31-90B11E651B24}" destId="{41C5391C-4E17-4A00-9874-F9069ABCEFE1}" srcOrd="0" destOrd="0" presId="urn:microsoft.com/office/officeart/2005/8/layout/process2"/>
    <dgm:cxn modelId="{D3473713-B597-4A0E-BF90-D8C11C33CDF0}" type="presOf" srcId="{C05477AC-AA37-4463-BF31-90B11E651B24}" destId="{66921C87-C4C5-4698-98E0-6DF9765B0668}" srcOrd="1" destOrd="0" presId="urn:microsoft.com/office/officeart/2005/8/layout/process2"/>
    <dgm:cxn modelId="{CB991F1A-B5A4-4CF2-8D11-6ED45B6CD6BB}" type="presOf" srcId="{8A3FB070-FC3D-4E1F-9A1B-F1933AE92B8D}" destId="{A5D4A6A0-A40F-4047-8F0F-17E81A9DCD8A}" srcOrd="0" destOrd="0" presId="urn:microsoft.com/office/officeart/2005/8/layout/process2"/>
    <dgm:cxn modelId="{A35C7629-5B59-4324-8FA5-24F4AD932A24}" type="presOf" srcId="{24E1E23D-2135-45DD-A20A-19E8AD7994AD}" destId="{A9D37014-453B-4C9B-931A-548967AAED27}" srcOrd="0" destOrd="0" presId="urn:microsoft.com/office/officeart/2005/8/layout/process2"/>
    <dgm:cxn modelId="{4863A25D-82E5-4313-BC92-84611E8CA0D0}" type="presOf" srcId="{F34822FA-A7F5-4118-974E-811925296889}" destId="{AFE4519D-B8B3-4663-8063-E11D3033D2DD}" srcOrd="1" destOrd="0" presId="urn:microsoft.com/office/officeart/2005/8/layout/process2"/>
    <dgm:cxn modelId="{2B121264-D7A5-4FDE-80BD-A590BC4C575A}" type="presOf" srcId="{6C30B666-D478-49ED-9F21-D6FF387DF9D4}" destId="{3ED6F845-0D1B-4E5B-BA39-5404D79A85A1}" srcOrd="1" destOrd="0" presId="urn:microsoft.com/office/officeart/2005/8/layout/process2"/>
    <dgm:cxn modelId="{CEF63E6C-376D-4C8B-836A-76D327E642C5}" srcId="{24E1E23D-2135-45DD-A20A-19E8AD7994AD}" destId="{AECDE890-739C-4E55-99B7-475105EC3DBB}" srcOrd="2" destOrd="0" parTransId="{57365100-AC0C-4AEF-8DFB-15C37F236EA4}" sibTransId="{B9FF2384-0420-4070-B006-EC77F13D14F8}"/>
    <dgm:cxn modelId="{CB166F4F-8195-496E-836F-4880C4560D8A}" type="presOf" srcId="{59E02D68-99E1-43AF-9BAA-067823914310}" destId="{178EDBD4-30C2-4CD4-887A-2663ABC7509B}" srcOrd="0" destOrd="0" presId="urn:microsoft.com/office/officeart/2005/8/layout/process2"/>
    <dgm:cxn modelId="{77E4665A-E7C5-4A04-AEEE-A344E9E3F4BE}" type="presOf" srcId="{6C30B666-D478-49ED-9F21-D6FF387DF9D4}" destId="{1E893079-90B9-474F-AA74-FB9FE443A5B3}" srcOrd="0" destOrd="0" presId="urn:microsoft.com/office/officeart/2005/8/layout/process2"/>
    <dgm:cxn modelId="{73D79C8D-F0E2-4044-A49F-D109B08E813D}" type="presOf" srcId="{F34822FA-A7F5-4118-974E-811925296889}" destId="{249573B4-9E48-4A46-8E82-E01D01E6AB5F}" srcOrd="0" destOrd="0" presId="urn:microsoft.com/office/officeart/2005/8/layout/process2"/>
    <dgm:cxn modelId="{01347491-819A-44C3-8CF5-977E6CF28A4E}" type="presOf" srcId="{EAB9B722-992A-410F-BA57-78CB3E848126}" destId="{4C3A29A8-B39A-4881-84E6-E6A47EF141AB}" srcOrd="0" destOrd="0" presId="urn:microsoft.com/office/officeart/2005/8/layout/process2"/>
    <dgm:cxn modelId="{F1DD4D92-A641-491B-B84C-1CDC3E58CC52}" srcId="{24E1E23D-2135-45DD-A20A-19E8AD7994AD}" destId="{2CF0BFDB-1E00-4D9B-8E0C-C65EAF06C637}" srcOrd="1" destOrd="0" parTransId="{BDBCD512-CF7D-4E69-8E48-4E1C4447F82E}" sibTransId="{59E02D68-99E1-43AF-9BAA-067823914310}"/>
    <dgm:cxn modelId="{2B4E2495-FC58-4CD4-A34E-CFECD1A36DE8}" srcId="{24E1E23D-2135-45DD-A20A-19E8AD7994AD}" destId="{A9D5D507-67A7-4F8D-A96E-613E9B8EF555}" srcOrd="4" destOrd="0" parTransId="{BEDFDB46-A418-451A-8F47-E368C3E4227E}" sibTransId="{6C30B666-D478-49ED-9F21-D6FF387DF9D4}"/>
    <dgm:cxn modelId="{EFFD9B97-4F4E-4BCD-BDC8-48CA67968D32}" type="presOf" srcId="{59E02D68-99E1-43AF-9BAA-067823914310}" destId="{67694DB0-C3B4-4AD7-A4E9-5CB81E4D4B78}" srcOrd="1" destOrd="0" presId="urn:microsoft.com/office/officeart/2005/8/layout/process2"/>
    <dgm:cxn modelId="{892FF6B0-7E43-4321-9B2A-04BA8F66CCBA}" type="presOf" srcId="{2CF0BFDB-1E00-4D9B-8E0C-C65EAF06C637}" destId="{92E44C64-0393-4A7D-AA86-B4C956456721}" srcOrd="0" destOrd="0" presId="urn:microsoft.com/office/officeart/2005/8/layout/process2"/>
    <dgm:cxn modelId="{B28FF7BE-33A2-4B55-B5EE-FC4B4D6D9BB5}" type="presOf" srcId="{B9FF2384-0420-4070-B006-EC77F13D14F8}" destId="{B5B54B2D-B8F1-4981-8948-3674364B8EC1}" srcOrd="1" destOrd="0" presId="urn:microsoft.com/office/officeart/2005/8/layout/process2"/>
    <dgm:cxn modelId="{77F0B9C2-9A31-430C-8755-45E746D8BF39}" srcId="{24E1E23D-2135-45DD-A20A-19E8AD7994AD}" destId="{8A3FB070-FC3D-4E1F-9A1B-F1933AE92B8D}" srcOrd="5" destOrd="0" parTransId="{FF4D840A-524C-4EB0-990B-4D6030B70425}" sibTransId="{A45B2FCA-2535-455B-A1E1-65D6A8DD057E}"/>
    <dgm:cxn modelId="{03F8E4DE-D64B-4C99-9799-5BFC0D16DAC8}" type="presOf" srcId="{B9FF2384-0420-4070-B006-EC77F13D14F8}" destId="{BB6F4278-2E6F-4306-B1F9-BAE358AD266A}" srcOrd="0" destOrd="0" presId="urn:microsoft.com/office/officeart/2005/8/layout/process2"/>
    <dgm:cxn modelId="{86BA69E4-9E4E-415F-A2EE-0182BD067F51}" srcId="{24E1E23D-2135-45DD-A20A-19E8AD7994AD}" destId="{7AA95157-4A7F-4A65-8192-FF28F7011F71}" srcOrd="3" destOrd="0" parTransId="{793AA3D3-57FA-4924-A600-2765D247A289}" sibTransId="{C05477AC-AA37-4463-BF31-90B11E651B24}"/>
    <dgm:cxn modelId="{6759A6E9-B45E-4B34-984F-5618C085B7C1}" type="presOf" srcId="{A9D5D507-67A7-4F8D-A96E-613E9B8EF555}" destId="{C65CB423-62B4-4FBA-984B-3A8361D13A7B}" srcOrd="0" destOrd="0" presId="urn:microsoft.com/office/officeart/2005/8/layout/process2"/>
    <dgm:cxn modelId="{723893F2-5F3C-401A-AF43-0DD22FE40CBA}" srcId="{24E1E23D-2135-45DD-A20A-19E8AD7994AD}" destId="{EAB9B722-992A-410F-BA57-78CB3E848126}" srcOrd="0" destOrd="0" parTransId="{35139BE5-79A9-46A5-83E5-D22383674689}" sibTransId="{F34822FA-A7F5-4118-974E-811925296889}"/>
    <dgm:cxn modelId="{08BF32FF-A6B8-4A61-8184-078C0F940138}" type="presOf" srcId="{7AA95157-4A7F-4A65-8192-FF28F7011F71}" destId="{5B387369-63FC-4AB3-B3AD-A5C02AC50428}" srcOrd="0" destOrd="0" presId="urn:microsoft.com/office/officeart/2005/8/layout/process2"/>
    <dgm:cxn modelId="{ABA489F8-DDB5-401C-9797-28E9F6033788}" type="presParOf" srcId="{A9D37014-453B-4C9B-931A-548967AAED27}" destId="{4C3A29A8-B39A-4881-84E6-E6A47EF141AB}" srcOrd="0" destOrd="0" presId="urn:microsoft.com/office/officeart/2005/8/layout/process2"/>
    <dgm:cxn modelId="{714A1A56-4288-4D38-908F-3E860B9E65D2}" type="presParOf" srcId="{A9D37014-453B-4C9B-931A-548967AAED27}" destId="{249573B4-9E48-4A46-8E82-E01D01E6AB5F}" srcOrd="1" destOrd="0" presId="urn:microsoft.com/office/officeart/2005/8/layout/process2"/>
    <dgm:cxn modelId="{3C403511-7EDE-4145-9F57-A52A9A648B37}" type="presParOf" srcId="{249573B4-9E48-4A46-8E82-E01D01E6AB5F}" destId="{AFE4519D-B8B3-4663-8063-E11D3033D2DD}" srcOrd="0" destOrd="0" presId="urn:microsoft.com/office/officeart/2005/8/layout/process2"/>
    <dgm:cxn modelId="{EFA17096-A8DC-4429-97ED-7939D7BBA745}" type="presParOf" srcId="{A9D37014-453B-4C9B-931A-548967AAED27}" destId="{92E44C64-0393-4A7D-AA86-B4C956456721}" srcOrd="2" destOrd="0" presId="urn:microsoft.com/office/officeart/2005/8/layout/process2"/>
    <dgm:cxn modelId="{B5B9123C-C870-4D22-AADB-55490A353123}" type="presParOf" srcId="{A9D37014-453B-4C9B-931A-548967AAED27}" destId="{178EDBD4-30C2-4CD4-887A-2663ABC7509B}" srcOrd="3" destOrd="0" presId="urn:microsoft.com/office/officeart/2005/8/layout/process2"/>
    <dgm:cxn modelId="{955C0237-6BA6-41D6-880C-D8C2284399AD}" type="presParOf" srcId="{178EDBD4-30C2-4CD4-887A-2663ABC7509B}" destId="{67694DB0-C3B4-4AD7-A4E9-5CB81E4D4B78}" srcOrd="0" destOrd="0" presId="urn:microsoft.com/office/officeart/2005/8/layout/process2"/>
    <dgm:cxn modelId="{5F94F6F3-7D94-44F4-B917-CF103660CAC9}" type="presParOf" srcId="{A9D37014-453B-4C9B-931A-548967AAED27}" destId="{B296EB6E-9BF5-4964-827E-87724C01CB88}" srcOrd="4" destOrd="0" presId="urn:microsoft.com/office/officeart/2005/8/layout/process2"/>
    <dgm:cxn modelId="{3A980D47-7C63-4560-A81B-ECF2833601F8}" type="presParOf" srcId="{A9D37014-453B-4C9B-931A-548967AAED27}" destId="{BB6F4278-2E6F-4306-B1F9-BAE358AD266A}" srcOrd="5" destOrd="0" presId="urn:microsoft.com/office/officeart/2005/8/layout/process2"/>
    <dgm:cxn modelId="{3DCFA3E5-23B2-4511-BF48-7E7595C9E212}" type="presParOf" srcId="{BB6F4278-2E6F-4306-B1F9-BAE358AD266A}" destId="{B5B54B2D-B8F1-4981-8948-3674364B8EC1}" srcOrd="0" destOrd="0" presId="urn:microsoft.com/office/officeart/2005/8/layout/process2"/>
    <dgm:cxn modelId="{C526224E-424E-4BB5-8EC5-32E2E9A35B9F}" type="presParOf" srcId="{A9D37014-453B-4C9B-931A-548967AAED27}" destId="{5B387369-63FC-4AB3-B3AD-A5C02AC50428}" srcOrd="6" destOrd="0" presId="urn:microsoft.com/office/officeart/2005/8/layout/process2"/>
    <dgm:cxn modelId="{2438F830-2152-4C47-90E9-FA78A8EB4BCE}" type="presParOf" srcId="{A9D37014-453B-4C9B-931A-548967AAED27}" destId="{41C5391C-4E17-4A00-9874-F9069ABCEFE1}" srcOrd="7" destOrd="0" presId="urn:microsoft.com/office/officeart/2005/8/layout/process2"/>
    <dgm:cxn modelId="{ACFEB0A1-34C9-4A9A-9A91-491E657B0E75}" type="presParOf" srcId="{41C5391C-4E17-4A00-9874-F9069ABCEFE1}" destId="{66921C87-C4C5-4698-98E0-6DF9765B0668}" srcOrd="0" destOrd="0" presId="urn:microsoft.com/office/officeart/2005/8/layout/process2"/>
    <dgm:cxn modelId="{B1F77DD6-7937-47FF-89F6-BF32C6BAF237}" type="presParOf" srcId="{A9D37014-453B-4C9B-931A-548967AAED27}" destId="{C65CB423-62B4-4FBA-984B-3A8361D13A7B}" srcOrd="8" destOrd="0" presId="urn:microsoft.com/office/officeart/2005/8/layout/process2"/>
    <dgm:cxn modelId="{C9A1BB36-2F9B-4553-9502-65C3CB73BADB}" type="presParOf" srcId="{A9D37014-453B-4C9B-931A-548967AAED27}" destId="{1E893079-90B9-474F-AA74-FB9FE443A5B3}" srcOrd="9" destOrd="0" presId="urn:microsoft.com/office/officeart/2005/8/layout/process2"/>
    <dgm:cxn modelId="{6E83782A-B712-4C35-9DF0-3FE0FAE526B7}" type="presParOf" srcId="{1E893079-90B9-474F-AA74-FB9FE443A5B3}" destId="{3ED6F845-0D1B-4E5B-BA39-5404D79A85A1}" srcOrd="0" destOrd="0" presId="urn:microsoft.com/office/officeart/2005/8/layout/process2"/>
    <dgm:cxn modelId="{CFF9F357-C651-49C9-9A16-CA11B2931A18}" type="presParOf" srcId="{A9D37014-453B-4C9B-931A-548967AAED27}" destId="{A5D4A6A0-A40F-4047-8F0F-17E81A9DCD8A}" srcOrd="10" destOrd="0" presId="urn:microsoft.com/office/officeart/2005/8/layout/process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2419AB3-6B2E-4026-A1BA-F99DD165E50E}" type="doc">
      <dgm:prSet loTypeId="urn:microsoft.com/office/officeart/2005/8/layout/cycle4" loCatId="cycle" qsTypeId="urn:microsoft.com/office/officeart/2005/8/quickstyle/simple1" qsCatId="simple" csTypeId="urn:microsoft.com/office/officeart/2005/8/colors/accent3_2" csCatId="accent3" phldr="1"/>
      <dgm:spPr/>
      <dgm:t>
        <a:bodyPr/>
        <a:lstStyle/>
        <a:p>
          <a:endParaRPr lang="en-GB"/>
        </a:p>
      </dgm:t>
    </dgm:pt>
    <dgm:pt modelId="{1AC2FD53-A15E-4F6D-A503-A34C4E4C44F3}">
      <dgm:prSet phldrT="[Text]" custT="1"/>
      <dgm:spPr>
        <a:solidFill>
          <a:schemeClr val="bg2">
            <a:lumMod val="25000"/>
          </a:schemeClr>
        </a:solidFill>
      </dgm:spPr>
      <dgm:t>
        <a:bodyPr/>
        <a:lstStyle/>
        <a:p>
          <a:r>
            <a:rPr lang="en-US" sz="1800" b="1" noProof="0" dirty="0"/>
            <a:t>Ship-to Party</a:t>
          </a:r>
        </a:p>
      </dgm:t>
    </dgm:pt>
    <dgm:pt modelId="{9B261761-C3FE-417A-9B20-0814866DEE35}" type="parTrans" cxnId="{F1234890-4E4A-4103-B372-2C06F58410A9}">
      <dgm:prSet/>
      <dgm:spPr/>
      <dgm:t>
        <a:bodyPr/>
        <a:lstStyle/>
        <a:p>
          <a:endParaRPr lang="en-US" sz="1800" b="1" noProof="0" dirty="0">
            <a:solidFill>
              <a:schemeClr val="accent3">
                <a:lumMod val="50000"/>
              </a:schemeClr>
            </a:solidFill>
          </a:endParaRPr>
        </a:p>
      </dgm:t>
    </dgm:pt>
    <dgm:pt modelId="{598481CE-BBA6-4EDE-9C5B-90C148FFB0CF}" type="sibTrans" cxnId="{F1234890-4E4A-4103-B372-2C06F58410A9}">
      <dgm:prSet/>
      <dgm:spPr/>
      <dgm:t>
        <a:bodyPr/>
        <a:lstStyle/>
        <a:p>
          <a:endParaRPr lang="en-US" sz="1800" b="1" noProof="0" dirty="0">
            <a:solidFill>
              <a:schemeClr val="accent3">
                <a:lumMod val="50000"/>
              </a:schemeClr>
            </a:solidFill>
          </a:endParaRPr>
        </a:p>
      </dgm:t>
    </dgm:pt>
    <dgm:pt modelId="{E332EBEF-EC80-4100-81C6-3253A873F001}">
      <dgm:prSet phldrT="[Text]" custT="1"/>
      <dgm:spPr>
        <a:solidFill>
          <a:schemeClr val="bg2">
            <a:lumMod val="50000"/>
          </a:schemeClr>
        </a:solidFill>
      </dgm:spPr>
      <dgm:t>
        <a:bodyPr/>
        <a:lstStyle/>
        <a:p>
          <a:r>
            <a:rPr lang="en-US" sz="1800" b="1" noProof="0" dirty="0"/>
            <a:t>Payer</a:t>
          </a:r>
        </a:p>
      </dgm:t>
    </dgm:pt>
    <dgm:pt modelId="{C40D4AA5-4309-400A-9DEF-77775240CB9D}" type="parTrans" cxnId="{0E4AE830-51FF-497B-B54B-0F3E7D6117A0}">
      <dgm:prSet/>
      <dgm:spPr/>
      <dgm:t>
        <a:bodyPr/>
        <a:lstStyle/>
        <a:p>
          <a:endParaRPr lang="en-US" sz="1800" b="1" noProof="0" dirty="0">
            <a:solidFill>
              <a:schemeClr val="accent3">
                <a:lumMod val="50000"/>
              </a:schemeClr>
            </a:solidFill>
          </a:endParaRPr>
        </a:p>
      </dgm:t>
    </dgm:pt>
    <dgm:pt modelId="{E277A130-F6AF-4CDB-B169-C2C549FAB3CE}" type="sibTrans" cxnId="{0E4AE830-51FF-497B-B54B-0F3E7D6117A0}">
      <dgm:prSet/>
      <dgm:spPr/>
      <dgm:t>
        <a:bodyPr/>
        <a:lstStyle/>
        <a:p>
          <a:endParaRPr lang="en-US" sz="1800" b="1" noProof="0" dirty="0">
            <a:solidFill>
              <a:schemeClr val="accent3">
                <a:lumMod val="50000"/>
              </a:schemeClr>
            </a:solidFill>
          </a:endParaRPr>
        </a:p>
      </dgm:t>
    </dgm:pt>
    <dgm:pt modelId="{B85033CF-A40D-4AD5-9F25-F3698844D922}">
      <dgm:prSet phldrT="[Text]" custT="1"/>
      <dgm:spPr>
        <a:solidFill>
          <a:schemeClr val="bg2">
            <a:lumMod val="75000"/>
          </a:schemeClr>
        </a:solidFill>
      </dgm:spPr>
      <dgm:t>
        <a:bodyPr/>
        <a:lstStyle/>
        <a:p>
          <a:r>
            <a:rPr lang="en-US" sz="1800" b="1" noProof="0" dirty="0"/>
            <a:t>Bill-to Party</a:t>
          </a:r>
        </a:p>
      </dgm:t>
    </dgm:pt>
    <dgm:pt modelId="{EB731AC2-BC28-4868-A5B8-7348BD14EE6D}" type="parTrans" cxnId="{93418AA4-3D91-452E-BEA9-64421379FDD8}">
      <dgm:prSet/>
      <dgm:spPr/>
      <dgm:t>
        <a:bodyPr/>
        <a:lstStyle/>
        <a:p>
          <a:endParaRPr lang="en-US" sz="1800" b="1" noProof="0" dirty="0">
            <a:solidFill>
              <a:schemeClr val="accent3">
                <a:lumMod val="50000"/>
              </a:schemeClr>
            </a:solidFill>
          </a:endParaRPr>
        </a:p>
      </dgm:t>
    </dgm:pt>
    <dgm:pt modelId="{9B5E9DC1-DCCA-4501-BD4F-386BA003B68B}" type="sibTrans" cxnId="{93418AA4-3D91-452E-BEA9-64421379FDD8}">
      <dgm:prSet/>
      <dgm:spPr/>
      <dgm:t>
        <a:bodyPr/>
        <a:lstStyle/>
        <a:p>
          <a:endParaRPr lang="en-US" sz="1800" b="1" noProof="0" dirty="0">
            <a:solidFill>
              <a:schemeClr val="accent3">
                <a:lumMod val="50000"/>
              </a:schemeClr>
            </a:solidFill>
          </a:endParaRPr>
        </a:p>
      </dgm:t>
    </dgm:pt>
    <dgm:pt modelId="{904E9F43-682A-41D0-BE6A-900F5E3C2216}">
      <dgm:prSet phldrT="[Text]" custT="1"/>
      <dgm:spPr>
        <a:solidFill>
          <a:schemeClr val="bg2">
            <a:lumMod val="10000"/>
          </a:schemeClr>
        </a:solidFill>
      </dgm:spPr>
      <dgm:t>
        <a:bodyPr/>
        <a:lstStyle/>
        <a:p>
          <a:r>
            <a:rPr lang="en-GB" sz="1800" b="1" dirty="0"/>
            <a:t>Sold-to Party</a:t>
          </a:r>
          <a:endParaRPr lang="en-US" sz="1800" b="1" noProof="0" dirty="0"/>
        </a:p>
      </dgm:t>
    </dgm:pt>
    <dgm:pt modelId="{5E7FB68A-6ADB-4D12-9D77-13098FF73A4B}" type="parTrans" cxnId="{C79D7420-3F8B-4B6B-B116-3AC88FA09F16}">
      <dgm:prSet/>
      <dgm:spPr/>
      <dgm:t>
        <a:bodyPr/>
        <a:lstStyle/>
        <a:p>
          <a:endParaRPr lang="en-GB" sz="1800" b="1">
            <a:solidFill>
              <a:schemeClr val="accent3">
                <a:lumMod val="50000"/>
              </a:schemeClr>
            </a:solidFill>
          </a:endParaRPr>
        </a:p>
      </dgm:t>
    </dgm:pt>
    <dgm:pt modelId="{C775B1EF-48B0-4373-B93D-19193C5A09C6}" type="sibTrans" cxnId="{C79D7420-3F8B-4B6B-B116-3AC88FA09F16}">
      <dgm:prSet/>
      <dgm:spPr/>
      <dgm:t>
        <a:bodyPr/>
        <a:lstStyle/>
        <a:p>
          <a:endParaRPr lang="en-GB" sz="1800" b="1">
            <a:solidFill>
              <a:schemeClr val="accent3">
                <a:lumMod val="50000"/>
              </a:schemeClr>
            </a:solidFill>
          </a:endParaRPr>
        </a:p>
      </dgm:t>
    </dgm:pt>
    <dgm:pt modelId="{D15C5E37-D641-4260-A862-D8FA0844CFCC}" type="pres">
      <dgm:prSet presAssocID="{52419AB3-6B2E-4026-A1BA-F99DD165E50E}" presName="cycleMatrixDiagram" presStyleCnt="0">
        <dgm:presLayoutVars>
          <dgm:chMax val="1"/>
          <dgm:dir/>
          <dgm:animLvl val="lvl"/>
          <dgm:resizeHandles val="exact"/>
        </dgm:presLayoutVars>
      </dgm:prSet>
      <dgm:spPr/>
    </dgm:pt>
    <dgm:pt modelId="{4BFA58D2-87C8-42E2-B699-0E180ED9BEC3}" type="pres">
      <dgm:prSet presAssocID="{52419AB3-6B2E-4026-A1BA-F99DD165E50E}" presName="children" presStyleCnt="0"/>
      <dgm:spPr/>
    </dgm:pt>
    <dgm:pt modelId="{EFFCA499-0803-4D12-A23E-5DC566155661}" type="pres">
      <dgm:prSet presAssocID="{52419AB3-6B2E-4026-A1BA-F99DD165E50E}" presName="childPlaceholder" presStyleCnt="0"/>
      <dgm:spPr/>
    </dgm:pt>
    <dgm:pt modelId="{877FCF2C-39AB-4530-83B8-C0D3D5D1AEF3}" type="pres">
      <dgm:prSet presAssocID="{52419AB3-6B2E-4026-A1BA-F99DD165E50E}" presName="circle" presStyleCnt="0"/>
      <dgm:spPr/>
    </dgm:pt>
    <dgm:pt modelId="{BEFC8024-02C1-4918-8F90-612B5F508754}" type="pres">
      <dgm:prSet presAssocID="{52419AB3-6B2E-4026-A1BA-F99DD165E50E}" presName="quadrant1" presStyleLbl="node1" presStyleIdx="0" presStyleCnt="4">
        <dgm:presLayoutVars>
          <dgm:chMax val="1"/>
          <dgm:bulletEnabled val="1"/>
        </dgm:presLayoutVars>
      </dgm:prSet>
      <dgm:spPr/>
    </dgm:pt>
    <dgm:pt modelId="{B580DA3E-CB7A-4524-8E93-2AEE6AF47E6A}" type="pres">
      <dgm:prSet presAssocID="{52419AB3-6B2E-4026-A1BA-F99DD165E50E}" presName="quadrant2" presStyleLbl="node1" presStyleIdx="1" presStyleCnt="4">
        <dgm:presLayoutVars>
          <dgm:chMax val="1"/>
          <dgm:bulletEnabled val="1"/>
        </dgm:presLayoutVars>
      </dgm:prSet>
      <dgm:spPr/>
    </dgm:pt>
    <dgm:pt modelId="{589A9561-89BC-4647-82E5-48754AD319C4}" type="pres">
      <dgm:prSet presAssocID="{52419AB3-6B2E-4026-A1BA-F99DD165E50E}" presName="quadrant3" presStyleLbl="node1" presStyleIdx="2" presStyleCnt="4">
        <dgm:presLayoutVars>
          <dgm:chMax val="1"/>
          <dgm:bulletEnabled val="1"/>
        </dgm:presLayoutVars>
      </dgm:prSet>
      <dgm:spPr/>
    </dgm:pt>
    <dgm:pt modelId="{AD744034-76F6-49D6-A9BD-1FC55D1B83FD}" type="pres">
      <dgm:prSet presAssocID="{52419AB3-6B2E-4026-A1BA-F99DD165E50E}" presName="quadrant4" presStyleLbl="node1" presStyleIdx="3" presStyleCnt="4">
        <dgm:presLayoutVars>
          <dgm:chMax val="1"/>
          <dgm:bulletEnabled val="1"/>
        </dgm:presLayoutVars>
      </dgm:prSet>
      <dgm:spPr/>
    </dgm:pt>
    <dgm:pt modelId="{1FD5DDBD-4D16-4931-BB5B-2D54C3EDBCDA}" type="pres">
      <dgm:prSet presAssocID="{52419AB3-6B2E-4026-A1BA-F99DD165E50E}" presName="quadrantPlaceholder" presStyleCnt="0"/>
      <dgm:spPr/>
    </dgm:pt>
    <dgm:pt modelId="{FFD32AA4-30C5-4E22-8EFA-2040FC7C2851}" type="pres">
      <dgm:prSet presAssocID="{52419AB3-6B2E-4026-A1BA-F99DD165E50E}" presName="center1" presStyleLbl="fgShp" presStyleIdx="0" presStyleCnt="2"/>
      <dgm:spPr>
        <a:noFill/>
        <a:ln>
          <a:noFill/>
        </a:ln>
      </dgm:spPr>
    </dgm:pt>
    <dgm:pt modelId="{2C63CD87-ACF0-491D-B5CA-6606EAF3B5C5}" type="pres">
      <dgm:prSet presAssocID="{52419AB3-6B2E-4026-A1BA-F99DD165E50E}" presName="center2" presStyleLbl="fgShp" presStyleIdx="1" presStyleCnt="2"/>
      <dgm:spPr>
        <a:noFill/>
        <a:ln>
          <a:noFill/>
        </a:ln>
      </dgm:spPr>
    </dgm:pt>
  </dgm:ptLst>
  <dgm:cxnLst>
    <dgm:cxn modelId="{C79D7420-3F8B-4B6B-B116-3AC88FA09F16}" srcId="{52419AB3-6B2E-4026-A1BA-F99DD165E50E}" destId="{904E9F43-682A-41D0-BE6A-900F5E3C2216}" srcOrd="0" destOrd="0" parTransId="{5E7FB68A-6ADB-4D12-9D77-13098FF73A4B}" sibTransId="{C775B1EF-48B0-4373-B93D-19193C5A09C6}"/>
    <dgm:cxn modelId="{50FE0630-E028-4177-9D04-172D9F3C41BD}" type="presOf" srcId="{1AC2FD53-A15E-4F6D-A503-A34C4E4C44F3}" destId="{B580DA3E-CB7A-4524-8E93-2AEE6AF47E6A}" srcOrd="0" destOrd="0" presId="urn:microsoft.com/office/officeart/2005/8/layout/cycle4"/>
    <dgm:cxn modelId="{0E4AE830-51FF-497B-B54B-0F3E7D6117A0}" srcId="{52419AB3-6B2E-4026-A1BA-F99DD165E50E}" destId="{E332EBEF-EC80-4100-81C6-3253A873F001}" srcOrd="2" destOrd="0" parTransId="{C40D4AA5-4309-400A-9DEF-77775240CB9D}" sibTransId="{E277A130-F6AF-4CDB-B169-C2C549FAB3CE}"/>
    <dgm:cxn modelId="{B6063B43-8469-4DA4-A19A-E17BFB677972}" type="presOf" srcId="{904E9F43-682A-41D0-BE6A-900F5E3C2216}" destId="{BEFC8024-02C1-4918-8F90-612B5F508754}" srcOrd="0" destOrd="0" presId="urn:microsoft.com/office/officeart/2005/8/layout/cycle4"/>
    <dgm:cxn modelId="{48010181-E1B9-46D9-9657-9C156242A4FC}" type="presOf" srcId="{B85033CF-A40D-4AD5-9F25-F3698844D922}" destId="{AD744034-76F6-49D6-A9BD-1FC55D1B83FD}" srcOrd="0" destOrd="0" presId="urn:microsoft.com/office/officeart/2005/8/layout/cycle4"/>
    <dgm:cxn modelId="{F1234890-4E4A-4103-B372-2C06F58410A9}" srcId="{52419AB3-6B2E-4026-A1BA-F99DD165E50E}" destId="{1AC2FD53-A15E-4F6D-A503-A34C4E4C44F3}" srcOrd="1" destOrd="0" parTransId="{9B261761-C3FE-417A-9B20-0814866DEE35}" sibTransId="{598481CE-BBA6-4EDE-9C5B-90C148FFB0CF}"/>
    <dgm:cxn modelId="{D5A4F0A0-ECD6-43C6-A242-379AA2B07C03}" type="presOf" srcId="{52419AB3-6B2E-4026-A1BA-F99DD165E50E}" destId="{D15C5E37-D641-4260-A862-D8FA0844CFCC}" srcOrd="0" destOrd="0" presId="urn:microsoft.com/office/officeart/2005/8/layout/cycle4"/>
    <dgm:cxn modelId="{93418AA4-3D91-452E-BEA9-64421379FDD8}" srcId="{52419AB3-6B2E-4026-A1BA-F99DD165E50E}" destId="{B85033CF-A40D-4AD5-9F25-F3698844D922}" srcOrd="3" destOrd="0" parTransId="{EB731AC2-BC28-4868-A5B8-7348BD14EE6D}" sibTransId="{9B5E9DC1-DCCA-4501-BD4F-386BA003B68B}"/>
    <dgm:cxn modelId="{5A1B5BFF-9F42-44DE-9C1B-AC9D62F9F9EE}" type="presOf" srcId="{E332EBEF-EC80-4100-81C6-3253A873F001}" destId="{589A9561-89BC-4647-82E5-48754AD319C4}" srcOrd="0" destOrd="0" presId="urn:microsoft.com/office/officeart/2005/8/layout/cycle4"/>
    <dgm:cxn modelId="{1B8CBBDC-E3E2-4C10-A2EA-5091AEB0817A}" type="presParOf" srcId="{D15C5E37-D641-4260-A862-D8FA0844CFCC}" destId="{4BFA58D2-87C8-42E2-B699-0E180ED9BEC3}" srcOrd="0" destOrd="0" presId="urn:microsoft.com/office/officeart/2005/8/layout/cycle4"/>
    <dgm:cxn modelId="{3964DFA5-F5D5-4181-B66B-BA4925474B44}" type="presParOf" srcId="{4BFA58D2-87C8-42E2-B699-0E180ED9BEC3}" destId="{EFFCA499-0803-4D12-A23E-5DC566155661}" srcOrd="0" destOrd="0" presId="urn:microsoft.com/office/officeart/2005/8/layout/cycle4"/>
    <dgm:cxn modelId="{4D815D54-5D89-4FD2-BB48-FBF16442DA8B}" type="presParOf" srcId="{D15C5E37-D641-4260-A862-D8FA0844CFCC}" destId="{877FCF2C-39AB-4530-83B8-C0D3D5D1AEF3}" srcOrd="1" destOrd="0" presId="urn:microsoft.com/office/officeart/2005/8/layout/cycle4"/>
    <dgm:cxn modelId="{F4446205-A2D9-4433-B352-8FE55777390C}" type="presParOf" srcId="{877FCF2C-39AB-4530-83B8-C0D3D5D1AEF3}" destId="{BEFC8024-02C1-4918-8F90-612B5F508754}" srcOrd="0" destOrd="0" presId="urn:microsoft.com/office/officeart/2005/8/layout/cycle4"/>
    <dgm:cxn modelId="{6FC22706-3214-4AD9-AA41-D917FC3D30AC}" type="presParOf" srcId="{877FCF2C-39AB-4530-83B8-C0D3D5D1AEF3}" destId="{B580DA3E-CB7A-4524-8E93-2AEE6AF47E6A}" srcOrd="1" destOrd="0" presId="urn:microsoft.com/office/officeart/2005/8/layout/cycle4"/>
    <dgm:cxn modelId="{250068FF-54CA-43AC-B6F1-70E4F3027F49}" type="presParOf" srcId="{877FCF2C-39AB-4530-83B8-C0D3D5D1AEF3}" destId="{589A9561-89BC-4647-82E5-48754AD319C4}" srcOrd="2" destOrd="0" presId="urn:microsoft.com/office/officeart/2005/8/layout/cycle4"/>
    <dgm:cxn modelId="{25691594-7F8D-41A0-B01B-C4AFAEE0C9BD}" type="presParOf" srcId="{877FCF2C-39AB-4530-83B8-C0D3D5D1AEF3}" destId="{AD744034-76F6-49D6-A9BD-1FC55D1B83FD}" srcOrd="3" destOrd="0" presId="urn:microsoft.com/office/officeart/2005/8/layout/cycle4"/>
    <dgm:cxn modelId="{1D2E1EE7-3374-4FBC-9594-3E36D02B9E4A}" type="presParOf" srcId="{877FCF2C-39AB-4530-83B8-C0D3D5D1AEF3}" destId="{1FD5DDBD-4D16-4931-BB5B-2D54C3EDBCDA}" srcOrd="4" destOrd="0" presId="urn:microsoft.com/office/officeart/2005/8/layout/cycle4"/>
    <dgm:cxn modelId="{425D589B-ACF8-4F4F-802A-F17F3ED376A4}" type="presParOf" srcId="{D15C5E37-D641-4260-A862-D8FA0844CFCC}" destId="{FFD32AA4-30C5-4E22-8EFA-2040FC7C2851}" srcOrd="2" destOrd="0" presId="urn:microsoft.com/office/officeart/2005/8/layout/cycle4"/>
    <dgm:cxn modelId="{3214EC9B-1472-49F3-8FFF-88EBCE11C47E}" type="presParOf" srcId="{D15C5E37-D641-4260-A862-D8FA0844CFCC}" destId="{2C63CD87-ACF0-491D-B5CA-6606EAF3B5C5}" srcOrd="3" destOrd="0" presId="urn:microsoft.com/office/officeart/2005/8/layout/cycle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C3A29A8-B39A-4881-84E6-E6A47EF141AB}">
      <dsp:nvSpPr>
        <dsp:cNvPr id="0" name=""/>
        <dsp:cNvSpPr/>
      </dsp:nvSpPr>
      <dsp:spPr>
        <a:xfrm>
          <a:off x="488700" y="1698"/>
          <a:ext cx="1356028" cy="503397"/>
        </a:xfrm>
        <a:prstGeom prst="roundRect">
          <a:avLst>
            <a:gd name="adj" fmla="val 10000"/>
          </a:avLst>
        </a:prstGeom>
        <a:solidFill>
          <a:schemeClr val="accent2">
            <a:lumMod val="20000"/>
            <a:lumOff val="80000"/>
          </a:schemeClr>
        </a:solidFill>
        <a:ln w="12700" cap="flat" cmpd="sng" algn="ctr">
          <a:solidFill>
            <a:schemeClr val="accent2"/>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noProof="0" dirty="0">
              <a:solidFill>
                <a:schemeClr val="accent2">
                  <a:lumMod val="50000"/>
                </a:schemeClr>
              </a:solidFill>
            </a:rPr>
            <a:t>Customer Inquiry</a:t>
          </a:r>
        </a:p>
      </dsp:txBody>
      <dsp:txXfrm>
        <a:off x="503444" y="16442"/>
        <a:ext cx="1326540" cy="473909"/>
      </dsp:txXfrm>
    </dsp:sp>
    <dsp:sp modelId="{249573B4-9E48-4A46-8E82-E01D01E6AB5F}">
      <dsp:nvSpPr>
        <dsp:cNvPr id="0" name=""/>
        <dsp:cNvSpPr/>
      </dsp:nvSpPr>
      <dsp:spPr>
        <a:xfrm rot="5400000">
          <a:off x="1072327" y="517681"/>
          <a:ext cx="188774" cy="226529"/>
        </a:xfrm>
        <a:prstGeom prst="rightArrow">
          <a:avLst>
            <a:gd name="adj1" fmla="val 60000"/>
            <a:gd name="adj2" fmla="val 50000"/>
          </a:avLst>
        </a:prstGeom>
        <a:solidFill>
          <a:schemeClr val="accent2"/>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US" sz="1000" kern="1200" noProof="0" dirty="0"/>
        </a:p>
      </dsp:txBody>
      <dsp:txXfrm rot="-5400000">
        <a:off x="1098756" y="536558"/>
        <a:ext cx="135917" cy="132142"/>
      </dsp:txXfrm>
    </dsp:sp>
    <dsp:sp modelId="{92E44C64-0393-4A7D-AA86-B4C956456721}">
      <dsp:nvSpPr>
        <dsp:cNvPr id="0" name=""/>
        <dsp:cNvSpPr/>
      </dsp:nvSpPr>
      <dsp:spPr>
        <a:xfrm>
          <a:off x="488700" y="756795"/>
          <a:ext cx="1356028" cy="503397"/>
        </a:xfrm>
        <a:prstGeom prst="roundRect">
          <a:avLst>
            <a:gd name="adj" fmla="val 10000"/>
          </a:avLst>
        </a:prstGeom>
        <a:solidFill>
          <a:schemeClr val="accent2">
            <a:lumMod val="40000"/>
            <a:lumOff val="60000"/>
          </a:schemeClr>
        </a:solidFill>
        <a:ln w="12700" cap="flat" cmpd="sng" algn="ctr">
          <a:solidFill>
            <a:schemeClr val="accent2"/>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noProof="0" dirty="0">
              <a:solidFill>
                <a:schemeClr val="accent2">
                  <a:lumMod val="50000"/>
                </a:schemeClr>
              </a:solidFill>
            </a:rPr>
            <a:t>Customer Quotation</a:t>
          </a:r>
        </a:p>
      </dsp:txBody>
      <dsp:txXfrm>
        <a:off x="503444" y="771539"/>
        <a:ext cx="1326540" cy="473909"/>
      </dsp:txXfrm>
    </dsp:sp>
    <dsp:sp modelId="{178EDBD4-30C2-4CD4-887A-2663ABC7509B}">
      <dsp:nvSpPr>
        <dsp:cNvPr id="0" name=""/>
        <dsp:cNvSpPr/>
      </dsp:nvSpPr>
      <dsp:spPr>
        <a:xfrm rot="5400000">
          <a:off x="1072327" y="1272778"/>
          <a:ext cx="188774" cy="226529"/>
        </a:xfrm>
        <a:prstGeom prst="rightArrow">
          <a:avLst>
            <a:gd name="adj1" fmla="val 60000"/>
            <a:gd name="adj2" fmla="val 50000"/>
          </a:avLst>
        </a:prstGeom>
        <a:solidFill>
          <a:schemeClr val="accent2"/>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US" sz="1000" kern="1200" noProof="0" dirty="0"/>
        </a:p>
      </dsp:txBody>
      <dsp:txXfrm rot="-5400000">
        <a:off x="1098756" y="1291655"/>
        <a:ext cx="135917" cy="132142"/>
      </dsp:txXfrm>
    </dsp:sp>
    <dsp:sp modelId="{B296EB6E-9BF5-4964-827E-87724C01CB88}">
      <dsp:nvSpPr>
        <dsp:cNvPr id="0" name=""/>
        <dsp:cNvSpPr/>
      </dsp:nvSpPr>
      <dsp:spPr>
        <a:xfrm>
          <a:off x="488700" y="1511892"/>
          <a:ext cx="1356028" cy="503397"/>
        </a:xfrm>
        <a:prstGeom prst="roundRect">
          <a:avLst>
            <a:gd name="adj" fmla="val 10000"/>
          </a:avLst>
        </a:prstGeom>
        <a:solidFill>
          <a:schemeClr val="accent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noProof="0" dirty="0"/>
            <a:t>Sales Order</a:t>
          </a:r>
        </a:p>
      </dsp:txBody>
      <dsp:txXfrm>
        <a:off x="503444" y="1526636"/>
        <a:ext cx="1326540" cy="473909"/>
      </dsp:txXfrm>
    </dsp:sp>
    <dsp:sp modelId="{BB6F4278-2E6F-4306-B1F9-BAE358AD266A}">
      <dsp:nvSpPr>
        <dsp:cNvPr id="0" name=""/>
        <dsp:cNvSpPr/>
      </dsp:nvSpPr>
      <dsp:spPr>
        <a:xfrm rot="5400000">
          <a:off x="1072327" y="2027875"/>
          <a:ext cx="188774" cy="226529"/>
        </a:xfrm>
        <a:prstGeom prst="rightArrow">
          <a:avLst>
            <a:gd name="adj1" fmla="val 60000"/>
            <a:gd name="adj2" fmla="val 50000"/>
          </a:avLst>
        </a:prstGeom>
        <a:solidFill>
          <a:schemeClr val="accent2"/>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US" sz="1000" kern="1200" noProof="0" dirty="0"/>
        </a:p>
      </dsp:txBody>
      <dsp:txXfrm rot="-5400000">
        <a:off x="1098756" y="2046752"/>
        <a:ext cx="135917" cy="132142"/>
      </dsp:txXfrm>
    </dsp:sp>
    <dsp:sp modelId="{5B387369-63FC-4AB3-B3AD-A5C02AC50428}">
      <dsp:nvSpPr>
        <dsp:cNvPr id="0" name=""/>
        <dsp:cNvSpPr/>
      </dsp:nvSpPr>
      <dsp:spPr>
        <a:xfrm>
          <a:off x="488700" y="2266989"/>
          <a:ext cx="1356028" cy="503397"/>
        </a:xfrm>
        <a:prstGeom prst="roundRect">
          <a:avLst>
            <a:gd name="adj" fmla="val 10000"/>
          </a:avLst>
        </a:prstGeom>
        <a:solidFill>
          <a:schemeClr val="accent3"/>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noProof="0" dirty="0"/>
            <a:t>Outbound Delivery</a:t>
          </a:r>
        </a:p>
      </dsp:txBody>
      <dsp:txXfrm>
        <a:off x="503444" y="2281733"/>
        <a:ext cx="1326540" cy="473909"/>
      </dsp:txXfrm>
    </dsp:sp>
    <dsp:sp modelId="{41C5391C-4E17-4A00-9874-F9069ABCEFE1}">
      <dsp:nvSpPr>
        <dsp:cNvPr id="0" name=""/>
        <dsp:cNvSpPr/>
      </dsp:nvSpPr>
      <dsp:spPr>
        <a:xfrm rot="5400000">
          <a:off x="1072327" y="2782972"/>
          <a:ext cx="188774" cy="226529"/>
        </a:xfrm>
        <a:prstGeom prst="rightArrow">
          <a:avLst>
            <a:gd name="adj1" fmla="val 60000"/>
            <a:gd name="adj2" fmla="val 50000"/>
          </a:avLst>
        </a:prstGeom>
        <a:solidFill>
          <a:schemeClr val="accent2"/>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US" sz="1000" kern="1200" noProof="0" dirty="0"/>
        </a:p>
      </dsp:txBody>
      <dsp:txXfrm rot="-5400000">
        <a:off x="1098756" y="2801849"/>
        <a:ext cx="135917" cy="132142"/>
      </dsp:txXfrm>
    </dsp:sp>
    <dsp:sp modelId="{C65CB423-62B4-4FBA-984B-3A8361D13A7B}">
      <dsp:nvSpPr>
        <dsp:cNvPr id="0" name=""/>
        <dsp:cNvSpPr/>
      </dsp:nvSpPr>
      <dsp:spPr>
        <a:xfrm>
          <a:off x="488700" y="3022086"/>
          <a:ext cx="1356028" cy="503397"/>
        </a:xfrm>
        <a:prstGeom prst="roundRect">
          <a:avLst>
            <a:gd name="adj" fmla="val 10000"/>
          </a:avLst>
        </a:prstGeom>
        <a:solidFill>
          <a:schemeClr val="accent5"/>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noProof="0" dirty="0"/>
            <a:t>Billing document (Invoice)</a:t>
          </a:r>
        </a:p>
      </dsp:txBody>
      <dsp:txXfrm>
        <a:off x="503444" y="3036830"/>
        <a:ext cx="1326540" cy="473909"/>
      </dsp:txXfrm>
    </dsp:sp>
    <dsp:sp modelId="{1E893079-90B9-474F-AA74-FB9FE443A5B3}">
      <dsp:nvSpPr>
        <dsp:cNvPr id="0" name=""/>
        <dsp:cNvSpPr/>
      </dsp:nvSpPr>
      <dsp:spPr>
        <a:xfrm rot="5400000">
          <a:off x="1072327" y="3538069"/>
          <a:ext cx="188774" cy="226529"/>
        </a:xfrm>
        <a:prstGeom prst="rightArrow">
          <a:avLst>
            <a:gd name="adj1" fmla="val 60000"/>
            <a:gd name="adj2" fmla="val 50000"/>
          </a:avLst>
        </a:prstGeom>
        <a:solidFill>
          <a:schemeClr val="accent2"/>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US" sz="1000" kern="1200" noProof="0" dirty="0"/>
        </a:p>
      </dsp:txBody>
      <dsp:txXfrm rot="-5400000">
        <a:off x="1098756" y="3556946"/>
        <a:ext cx="135917" cy="132142"/>
      </dsp:txXfrm>
    </dsp:sp>
    <dsp:sp modelId="{A5D4A6A0-A40F-4047-8F0F-17E81A9DCD8A}">
      <dsp:nvSpPr>
        <dsp:cNvPr id="0" name=""/>
        <dsp:cNvSpPr/>
      </dsp:nvSpPr>
      <dsp:spPr>
        <a:xfrm>
          <a:off x="488700" y="3777183"/>
          <a:ext cx="1356028" cy="503397"/>
        </a:xfrm>
        <a:prstGeom prst="roundRect">
          <a:avLst>
            <a:gd name="adj" fmla="val 10000"/>
          </a:avLst>
        </a:prstGeom>
        <a:solidFill>
          <a:schemeClr val="accent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noProof="0" dirty="0"/>
            <a:t>Credit Memo Request</a:t>
          </a:r>
        </a:p>
      </dsp:txBody>
      <dsp:txXfrm>
        <a:off x="503444" y="3791927"/>
        <a:ext cx="1326540" cy="47390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EFC8024-02C1-4918-8F90-612B5F508754}">
      <dsp:nvSpPr>
        <dsp:cNvPr id="0" name=""/>
        <dsp:cNvSpPr/>
      </dsp:nvSpPr>
      <dsp:spPr>
        <a:xfrm>
          <a:off x="728003" y="744346"/>
          <a:ext cx="1522827" cy="1522827"/>
        </a:xfrm>
        <a:prstGeom prst="pieWedge">
          <a:avLst/>
        </a:prstGeom>
        <a:solidFill>
          <a:schemeClr val="bg2">
            <a:lumMod val="1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en-GB" sz="1800" b="1" kern="1200" dirty="0"/>
            <a:t>Sold-to Party</a:t>
          </a:r>
          <a:endParaRPr lang="en-US" sz="1800" b="1" kern="1200" noProof="0" dirty="0"/>
        </a:p>
      </dsp:txBody>
      <dsp:txXfrm>
        <a:off x="1174029" y="1190372"/>
        <a:ext cx="1076801" cy="1076801"/>
      </dsp:txXfrm>
    </dsp:sp>
    <dsp:sp modelId="{B580DA3E-CB7A-4524-8E93-2AEE6AF47E6A}">
      <dsp:nvSpPr>
        <dsp:cNvPr id="0" name=""/>
        <dsp:cNvSpPr/>
      </dsp:nvSpPr>
      <dsp:spPr>
        <a:xfrm rot="5400000">
          <a:off x="2321169" y="744346"/>
          <a:ext cx="1522827" cy="1522827"/>
        </a:xfrm>
        <a:prstGeom prst="pieWedge">
          <a:avLst/>
        </a:prstGeom>
        <a:solidFill>
          <a:schemeClr val="bg2">
            <a:lumMod val="2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en-US" sz="1800" b="1" kern="1200" noProof="0" dirty="0"/>
            <a:t>Ship-to Party</a:t>
          </a:r>
        </a:p>
      </dsp:txBody>
      <dsp:txXfrm rot="-5400000">
        <a:off x="2321169" y="1190372"/>
        <a:ext cx="1076801" cy="1076801"/>
      </dsp:txXfrm>
    </dsp:sp>
    <dsp:sp modelId="{589A9561-89BC-4647-82E5-48754AD319C4}">
      <dsp:nvSpPr>
        <dsp:cNvPr id="0" name=""/>
        <dsp:cNvSpPr/>
      </dsp:nvSpPr>
      <dsp:spPr>
        <a:xfrm rot="10800000">
          <a:off x="2321169" y="2337512"/>
          <a:ext cx="1522827" cy="1522827"/>
        </a:xfrm>
        <a:prstGeom prst="pieWedge">
          <a:avLst/>
        </a:prstGeom>
        <a:solidFill>
          <a:schemeClr val="bg2">
            <a:lumMod val="5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en-US" sz="1800" b="1" kern="1200" noProof="0" dirty="0"/>
            <a:t>Payer</a:t>
          </a:r>
        </a:p>
      </dsp:txBody>
      <dsp:txXfrm rot="10800000">
        <a:off x="2321169" y="2337512"/>
        <a:ext cx="1076801" cy="1076801"/>
      </dsp:txXfrm>
    </dsp:sp>
    <dsp:sp modelId="{AD744034-76F6-49D6-A9BD-1FC55D1B83FD}">
      <dsp:nvSpPr>
        <dsp:cNvPr id="0" name=""/>
        <dsp:cNvSpPr/>
      </dsp:nvSpPr>
      <dsp:spPr>
        <a:xfrm rot="16200000">
          <a:off x="728003" y="2337512"/>
          <a:ext cx="1522827" cy="1522827"/>
        </a:xfrm>
        <a:prstGeom prst="pieWedge">
          <a:avLst/>
        </a:prstGeom>
        <a:solidFill>
          <a:schemeClr val="bg2">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en-US" sz="1800" b="1" kern="1200" noProof="0" dirty="0"/>
            <a:t>Bill-to Party</a:t>
          </a:r>
        </a:p>
      </dsp:txBody>
      <dsp:txXfrm rot="5400000">
        <a:off x="1174029" y="2337512"/>
        <a:ext cx="1076801" cy="1076801"/>
      </dsp:txXfrm>
    </dsp:sp>
    <dsp:sp modelId="{FFD32AA4-30C5-4E22-8EFA-2040FC7C2851}">
      <dsp:nvSpPr>
        <dsp:cNvPr id="0" name=""/>
        <dsp:cNvSpPr/>
      </dsp:nvSpPr>
      <dsp:spPr>
        <a:xfrm>
          <a:off x="2023110" y="1985819"/>
          <a:ext cx="525780" cy="457200"/>
        </a:xfrm>
        <a:prstGeom prst="circularArrow">
          <a:avLst/>
        </a:prstGeom>
        <a:noFill/>
        <a:ln w="12700" cap="flat" cmpd="sng" algn="ctr">
          <a:noFill/>
          <a:prstDash val="solid"/>
          <a:miter lim="800000"/>
        </a:ln>
        <a:effectLst/>
      </dsp:spPr>
      <dsp:style>
        <a:lnRef idx="2">
          <a:scrgbClr r="0" g="0" b="0"/>
        </a:lnRef>
        <a:fillRef idx="1">
          <a:scrgbClr r="0" g="0" b="0"/>
        </a:fillRef>
        <a:effectRef idx="0">
          <a:scrgbClr r="0" g="0" b="0"/>
        </a:effectRef>
        <a:fontRef idx="minor"/>
      </dsp:style>
    </dsp:sp>
    <dsp:sp modelId="{2C63CD87-ACF0-491D-B5CA-6606EAF3B5C5}">
      <dsp:nvSpPr>
        <dsp:cNvPr id="0" name=""/>
        <dsp:cNvSpPr/>
      </dsp:nvSpPr>
      <dsp:spPr>
        <a:xfrm rot="10800000">
          <a:off x="2023110" y="2161666"/>
          <a:ext cx="525780" cy="457200"/>
        </a:xfrm>
        <a:prstGeom prst="circularArrow">
          <a:avLst/>
        </a:prstGeom>
        <a:noFill/>
        <a:ln w="12700" cap="flat" cmpd="sng" algn="ctr">
          <a:noFill/>
          <a:prstDash val="solid"/>
          <a:miter lim="800000"/>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process2">
  <dgm:title val=""/>
  <dgm:desc val=""/>
  <dgm:catLst>
    <dgm:cat type="process"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resizeHandles val="exact"/>
    </dgm:varLst>
    <dgm:alg type="lin">
      <dgm:param type="linDir" val="fromT"/>
    </dgm:alg>
    <dgm:shape xmlns:r="http://schemas.openxmlformats.org/officeDocument/2006/relationships" r:blip="">
      <dgm:adjLst/>
    </dgm:shape>
    <dgm:presOf/>
    <dgm:constrLst>
      <dgm:constr type="h" for="ch" ptType="node" refType="h"/>
      <dgm:constr type="h" for="ch" ptType="sibTrans" refType="h" refFor="ch" refPtType="node" fact="0.5"/>
      <dgm:constr type="w" for="ch" ptType="node"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choose name="Name0">
          <dgm:if name="Name1" axis="root des" ptType="all node" func="maxDepth" op="gt" val="1">
            <dgm:alg type="tx">
              <dgm:param type="parTxLTRAlign" val="l"/>
              <dgm:param type="parTxRTLAlign" val="r"/>
              <dgm:param type="txAnchorVertCh" val="mid"/>
            </dgm:alg>
          </dgm:if>
          <dgm:else name="Name2">
            <dgm:alg type="tx"/>
          </dgm:else>
        </dgm:choose>
        <dgm:shape xmlns:r="http://schemas.openxmlformats.org/officeDocument/2006/relationships" type="roundRect" r:blip="">
          <dgm:adjLst>
            <dgm:adj idx="1" val="0.1"/>
          </dgm:adjLst>
        </dgm:shape>
        <dgm:presOf axis="desOrSelf" ptType="node"/>
        <dgm:constrLst>
          <dgm:constr type="w" refType="h" fact="1.8"/>
          <dgm:constr type="tMarg" refType="primFontSz" fact="0.3"/>
          <dgm:constr type="bMarg" refType="primFontSz" fact="0.3"/>
          <dgm:constr type="lMarg" refType="primFontSz" fact="0.3"/>
          <dgm:constr type="rMarg" refType="primFontSz" fact="0.3"/>
        </dgm:constrLst>
        <dgm:ruleLst>
          <dgm:rule type="primFontSz" val="18" fact="NaN" max="NaN"/>
          <dgm:rule type="w" val="NaN" fact="4" max="NaN"/>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w" refType="h" fact="0.9"/>
            <dgm:constr type="connDist"/>
            <dgm:constr type="wArH" refType="w" fact="0.5"/>
            <dgm:constr type="hArH" refType="w"/>
            <dgm:constr type="stemThick" refType="w" fact="0.6"/>
            <dgm:constr type="begPad" refType="connDist" fact="0.125"/>
            <dgm:constr type="endPad" refType="connDist" fact="0.125"/>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cycle4">
  <dgm:title val=""/>
  <dgm:desc val=""/>
  <dgm:catLst>
    <dgm:cat type="relationship" pri="26000"/>
    <dgm:cat type="cycle" pri="13000"/>
    <dgm:cat type="matrix" pri="40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sampData>
  <dgm:style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cycleMatrixDiagram">
    <dgm:varLst>
      <dgm:chMax val="1"/>
      <dgm:dir/>
      <dgm:animLvl val="lvl"/>
      <dgm:resizeHandles val="exact"/>
    </dgm:varLst>
    <dgm:alg type="composite">
      <dgm:param type="ar" val="1.3"/>
    </dgm:alg>
    <dgm:shape xmlns:r="http://schemas.openxmlformats.org/officeDocument/2006/relationships" r:blip="">
      <dgm:adjLst/>
    </dgm:shape>
    <dgm:presOf/>
    <dgm:constrLst>
      <dgm:constr type="w" for="ch" forName="children" refType="w"/>
      <dgm:constr type="h" for="ch" forName="children" refType="w" refFor="ch" refForName="children" fact="0.77"/>
      <dgm:constr type="ctrX" for="ch" forName="children" refType="w" fact="0.5"/>
      <dgm:constr type="ctrY" for="ch" forName="children" refType="h" fact="0.5"/>
      <dgm:constr type="w" for="ch" forName="circle" refType="w"/>
      <dgm:constr type="h" for="ch" forName="circle" refType="h"/>
      <dgm:constr type="ctrX" for="ch" forName="circle" refType="w" fact="0.5"/>
      <dgm:constr type="ctrY" for="ch" forName="circle" refType="h" fact="0.5"/>
      <dgm:constr type="w" for="ch" forName="center1" refType="w" fact="0.115"/>
      <dgm:constr type="h" for="ch" forName="center1" refType="w" fact="0.1"/>
      <dgm:constr type="ctrX" for="ch" forName="center1" refType="w" fact="0.5"/>
      <dgm:constr type="ctrY" for="ch" forName="center1" refType="h" fact="0.475"/>
      <dgm:constr type="w" for="ch" forName="center2" refType="w" fact="0.115"/>
      <dgm:constr type="h" for="ch" forName="center2" refType="w" fact="0.1"/>
      <dgm:constr type="ctrX" for="ch" forName="center2" refType="w" fact="0.5"/>
      <dgm:constr type="ctrY" for="ch" forName="center2" refType="h" fact="0.525"/>
    </dgm:constrLst>
    <dgm:ruleLst/>
    <dgm:choose name="Name0">
      <dgm:if name="Name1" axis="ch" ptType="node" func="cnt" op="gte" val="1">
        <dgm:layoutNode name="children">
          <dgm:alg type="composite">
            <dgm:param type="ar" val="1.3"/>
          </dgm:alg>
          <dgm:shape xmlns:r="http://schemas.openxmlformats.org/officeDocument/2006/relationships" r:blip="">
            <dgm:adjLst/>
          </dgm:shape>
          <dgm:presOf/>
          <dgm:choose name="Name2">
            <dgm:if name="Name3" func="var" arg="dir" op="equ" val="norm">
              <dgm:constrLst>
                <dgm:constr type="primFontSz" for="des" ptType="node" op="equ" val="65"/>
                <dgm:constr type="w" for="ch" forName="child1group" refType="w" fact="0.38"/>
                <dgm:constr type="h" for="ch" forName="child1group" refType="h" fact="0.32"/>
                <dgm:constr type="t" for="ch" forName="child1group"/>
                <dgm:constr type="l" for="ch" forName="child1group"/>
                <dgm:constr type="w" for="ch" forName="child2group" refType="w" fact="0.38"/>
                <dgm:constr type="h" for="ch" forName="child2group" refType="h" fact="0.32"/>
                <dgm:constr type="t" for="ch" forName="child2group"/>
                <dgm:constr type="r" for="ch" forName="child2group" refType="w"/>
                <dgm:constr type="w" for="ch" forName="child3group" refType="w" fact="0.38"/>
                <dgm:constr type="h" for="ch" forName="child3group" refType="h" fact="0.32"/>
                <dgm:constr type="b" for="ch" forName="child3group" refType="h"/>
                <dgm:constr type="r" for="ch" forName="child3group" refType="w"/>
                <dgm:constr type="w" for="ch" forName="child4group" refType="w" fact="0.38"/>
                <dgm:constr type="h" for="ch" forName="child4group" refType="h" fact="0.32"/>
                <dgm:constr type="b" for="ch" forName="child4group" refType="h"/>
                <dgm:constr type="l" for="ch" forName="child4group"/>
              </dgm:constrLst>
            </dgm:if>
            <dgm:else name="Name4">
              <dgm:constrLst>
                <dgm:constr type="primFontSz" for="des" ptType="node" op="equ" val="65"/>
                <dgm:constr type="w" for="ch" forName="child1group" refType="w" fact="0.38"/>
                <dgm:constr type="h" for="ch" forName="child1group" refType="h" fact="0.32"/>
                <dgm:constr type="t" for="ch" forName="child1group"/>
                <dgm:constr type="r" for="ch" forName="child1group" refType="w"/>
                <dgm:constr type="w" for="ch" forName="child2group" refType="w" fact="0.38"/>
                <dgm:constr type="h" for="ch" forName="child2group" refType="h" fact="0.32"/>
                <dgm:constr type="t" for="ch" forName="child2group"/>
                <dgm:constr type="l" for="ch" forName="child2group"/>
                <dgm:constr type="w" for="ch" forName="child3group" refType="w" fact="0.38"/>
                <dgm:constr type="h" for="ch" forName="child3group" refType="h" fact="0.32"/>
                <dgm:constr type="b" for="ch" forName="child3group" refType="h"/>
                <dgm:constr type="l" for="ch" forName="child3group"/>
                <dgm:constr type="w" for="ch" forName="child4group" refType="w" fact="0.38"/>
                <dgm:constr type="h" for="ch" forName="child4group" refType="h" fact="0.32"/>
                <dgm:constr type="b" for="ch" forName="child4group" refType="h"/>
                <dgm:constr type="r" for="ch" forName="child4group" refType="w"/>
              </dgm:constrLst>
            </dgm:else>
          </dgm:choose>
          <dgm:ruleLst/>
          <dgm:choose name="Name5">
            <dgm:if name="Name6" axis="ch ch" ptType="node node" st="1 1" cnt="1 0" func="cnt" op="gte" val="1">
              <dgm:layoutNode name="child1group">
                <dgm:alg type="composite">
                  <dgm:param type="horzAlign" val="none"/>
                  <dgm:param type="vertAlign" val="none"/>
                </dgm:alg>
                <dgm:shape xmlns:r="http://schemas.openxmlformats.org/officeDocument/2006/relationships" r:blip="">
                  <dgm:adjLst/>
                </dgm:shape>
                <dgm:presOf/>
                <dgm:choose name="Name7">
                  <dgm:if name="Name8" func="var" arg="dir" op="equ" val="norm">
                    <dgm:constrLst>
                      <dgm:constr type="w" for="ch" forName="child1" refType="w"/>
                      <dgm:constr type="h" for="ch" forName="child1" refType="h"/>
                      <dgm:constr type="t" for="ch" forName="child1"/>
                      <dgm:constr type="l" for="ch" forName="child1"/>
                      <dgm:constr type="w" for="ch" forName="child1Text" refType="w" fact="0.7"/>
                      <dgm:constr type="h" for="ch" forName="child1Text" refType="h" fact="0.75"/>
                      <dgm:constr type="t" for="ch" forName="child1Text"/>
                      <dgm:constr type="l" for="ch" forName="child1Text"/>
                    </dgm:constrLst>
                  </dgm:if>
                  <dgm:else name="Name9">
                    <dgm:constrLst>
                      <dgm:constr type="w" for="ch" forName="child1" refType="w"/>
                      <dgm:constr type="h" for="ch" forName="child1" refType="h"/>
                      <dgm:constr type="t" for="ch" forName="child1"/>
                      <dgm:constr type="r" for="ch" forName="child1" refType="w"/>
                      <dgm:constr type="w" for="ch" forName="child1Text" refType="w" fact="0.7"/>
                      <dgm:constr type="h" for="ch" forName="child1Text" refType="h" fact="0.75"/>
                      <dgm:constr type="t" for="ch" forName="child1Text"/>
                      <dgm:constr type="r" for="ch" forName="child1Text" refType="w"/>
                    </dgm:constrLst>
                  </dgm:else>
                </dgm:choose>
                <dgm:ruleLst/>
                <dgm:layoutNode name="child1" styleLbl="bgAcc1">
                  <dgm:alg type="sp"/>
                  <dgm:shape xmlns:r="http://schemas.openxmlformats.org/officeDocument/2006/relationships" type="roundRect" r:blip="" zOrderOff="-2">
                    <dgm:adjLst>
                      <dgm:adj idx="1" val="0.1"/>
                    </dgm:adjLst>
                  </dgm:shape>
                  <dgm:presOf axis="ch des" ptType="node node" st="1 1" cnt="1 0"/>
                  <dgm:constrLst/>
                  <dgm:ruleLst/>
                </dgm:layoutNode>
                <dgm:layoutNode name="child1Text" styleLbl="bgAcc1">
                  <dgm:varLst>
                    <dgm:bulletEnabled val="1"/>
                  </dgm:varLst>
                  <dgm:alg type="tx">
                    <dgm:param type="stBulletLvl" val="1"/>
                  </dgm:alg>
                  <dgm:shape xmlns:r="http://schemas.openxmlformats.org/officeDocument/2006/relationships" type="roundRect" r:blip="" zOrderOff="-2" hideGeom="1">
                    <dgm:adjLst>
                      <dgm:adj idx="1" val="0.1"/>
                    </dgm:adjLst>
                  </dgm:shape>
                  <dgm:presOf axis="ch des"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10"/>
          </dgm:choose>
          <dgm:choose name="Name11">
            <dgm:if name="Name12" axis="ch ch" ptType="node node" st="2 1" cnt="1 0" func="cnt" op="gte" val="1">
              <dgm:layoutNode name="child2group">
                <dgm:alg type="composite">
                  <dgm:param type="horzAlign" val="none"/>
                  <dgm:param type="vertAlign" val="none"/>
                </dgm:alg>
                <dgm:shape xmlns:r="http://schemas.openxmlformats.org/officeDocument/2006/relationships" r:blip="">
                  <dgm:adjLst/>
                </dgm:shape>
                <dgm:choose name="Name13">
                  <dgm:if name="Name14" func="var" arg="dir" op="equ" val="norm">
                    <dgm:constrLst>
                      <dgm:constr type="w" for="ch" forName="child2" refType="w"/>
                      <dgm:constr type="h" for="ch" forName="child2" refType="h"/>
                      <dgm:constr type="t" for="ch" forName="child2"/>
                      <dgm:constr type="r" for="ch" forName="child2" refType="w"/>
                      <dgm:constr type="w" for="ch" forName="child2Text" refType="w" fact="0.7"/>
                      <dgm:constr type="h" for="ch" forName="child2Text" refType="h" fact="0.75"/>
                      <dgm:constr type="t" for="ch" forName="child2Text"/>
                      <dgm:constr type="r" for="ch" forName="child2Text" refType="w"/>
                    </dgm:constrLst>
                  </dgm:if>
                  <dgm:else name="Name15">
                    <dgm:constrLst>
                      <dgm:constr type="w" for="ch" forName="child2" refType="w"/>
                      <dgm:constr type="h" for="ch" forName="child2" refType="h"/>
                      <dgm:constr type="t" for="ch" forName="child2"/>
                      <dgm:constr type="l" for="ch" forName="child2"/>
                      <dgm:constr type="w" for="ch" forName="child2Text" refType="w" fact="0.7"/>
                      <dgm:constr type="h" for="ch" forName="child2Text" refType="h" fact="0.75"/>
                      <dgm:constr type="t" for="ch" forName="child2Text"/>
                      <dgm:constr type="l" for="ch" forName="child2Text"/>
                    </dgm:constrLst>
                  </dgm:else>
                </dgm:choose>
                <dgm:ruleLst/>
                <dgm:layoutNode name="child2" styleLbl="bgAcc1">
                  <dgm:alg type="sp"/>
                  <dgm:shape xmlns:r="http://schemas.openxmlformats.org/officeDocument/2006/relationships" type="roundRect" r:blip="" zOrderOff="-2">
                    <dgm:adjLst>
                      <dgm:adj idx="1" val="0.1"/>
                    </dgm:adjLst>
                  </dgm:shape>
                  <dgm:presOf axis="ch des" ptType="node node" st="2 1" cnt="1 0"/>
                  <dgm:constrLst/>
                  <dgm:ruleLst/>
                </dgm:layoutNode>
                <dgm:layoutNode name="child2Text" styleLbl="bgAcc1">
                  <dgm:varLst>
                    <dgm:bulletEnabled val="1"/>
                  </dgm:varLst>
                  <dgm:alg type="tx">
                    <dgm:param type="stBulletLvl" val="1"/>
                  </dgm:alg>
                  <dgm:shape xmlns:r="http://schemas.openxmlformats.org/officeDocument/2006/relationships" type="roundRect" r:blip="" zOrderOff="-2" hideGeom="1">
                    <dgm:adjLst>
                      <dgm:adj idx="1" val="0.1"/>
                    </dgm:adjLst>
                  </dgm:shape>
                  <dgm:presOf axis="ch des" ptType="node node" st="2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16"/>
          </dgm:choose>
          <dgm:choose name="Name17">
            <dgm:if name="Name18" axis="ch ch" ptType="node node" st="3 1" cnt="1 0" func="cnt" op="gte" val="1">
              <dgm:layoutNode name="child3group">
                <dgm:alg type="composite">
                  <dgm:param type="horzAlign" val="none"/>
                  <dgm:param type="vertAlign" val="none"/>
                </dgm:alg>
                <dgm:shape xmlns:r="http://schemas.openxmlformats.org/officeDocument/2006/relationships" r:blip="">
                  <dgm:adjLst/>
                </dgm:shape>
                <dgm:presOf/>
                <dgm:choose name="Name19">
                  <dgm:if name="Name20" func="var" arg="dir" op="equ" val="norm">
                    <dgm:constrLst>
                      <dgm:constr type="w" for="ch" forName="child3" refType="w"/>
                      <dgm:constr type="h" for="ch" forName="child3" refType="h"/>
                      <dgm:constr type="b" for="ch" forName="child3" refType="h"/>
                      <dgm:constr type="r" for="ch" forName="child3" refType="w"/>
                      <dgm:constr type="w" for="ch" forName="child3Text" refType="w" fact="0.7"/>
                      <dgm:constr type="h" for="ch" forName="child3Text" refType="h" fact="0.75"/>
                      <dgm:constr type="b" for="ch" forName="child3Text" refType="h"/>
                      <dgm:constr type="r" for="ch" forName="child3Text" refType="w"/>
                    </dgm:constrLst>
                  </dgm:if>
                  <dgm:else name="Name21">
                    <dgm:constrLst>
                      <dgm:constr type="w" for="ch" forName="child3" refType="w"/>
                      <dgm:constr type="h" for="ch" forName="child3" refType="h"/>
                      <dgm:constr type="b" for="ch" forName="child3" refType="h"/>
                      <dgm:constr type="l" for="ch" forName="child3"/>
                      <dgm:constr type="w" for="ch" forName="child3Text" refType="w" fact="0.7"/>
                      <dgm:constr type="h" for="ch" forName="child3Text" refType="h" fact="0.75"/>
                      <dgm:constr type="b" for="ch" forName="child3Text" refType="h"/>
                      <dgm:constr type="l" for="ch" forName="child3Text"/>
                    </dgm:constrLst>
                  </dgm:else>
                </dgm:choose>
                <dgm:ruleLst/>
                <dgm:layoutNode name="child3" styleLbl="bgAcc1">
                  <dgm:alg type="sp"/>
                  <dgm:shape xmlns:r="http://schemas.openxmlformats.org/officeDocument/2006/relationships" type="roundRect" r:blip="" zOrderOff="-4">
                    <dgm:adjLst>
                      <dgm:adj idx="1" val="0.1"/>
                    </dgm:adjLst>
                  </dgm:shape>
                  <dgm:presOf axis="ch des" ptType="node node" st="3 1" cnt="1 0"/>
                  <dgm:constrLst/>
                  <dgm:ruleLst/>
                </dgm:layoutNode>
                <dgm:layoutNode name="child3Text" styleLbl="bgAcc1">
                  <dgm:varLst>
                    <dgm:bulletEnabled val="1"/>
                  </dgm:varLst>
                  <dgm:alg type="tx">
                    <dgm:param type="stBulletLvl" val="1"/>
                  </dgm:alg>
                  <dgm:shape xmlns:r="http://schemas.openxmlformats.org/officeDocument/2006/relationships" type="roundRect" r:blip="" zOrderOff="-4" hideGeom="1">
                    <dgm:adjLst>
                      <dgm:adj idx="1" val="0.1"/>
                    </dgm:adjLst>
                  </dgm:shape>
                  <dgm:presOf axis="ch des" ptType="node node" st="3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22"/>
          </dgm:choose>
          <dgm:choose name="Name23">
            <dgm:if name="Name24" axis="ch ch" ptType="node node" st="4 1" cnt="1 0" func="cnt" op="gte" val="1">
              <dgm:layoutNode name="child4group">
                <dgm:alg type="composite">
                  <dgm:param type="horzAlign" val="none"/>
                  <dgm:param type="vertAlign" val="none"/>
                </dgm:alg>
                <dgm:shape xmlns:r="http://schemas.openxmlformats.org/officeDocument/2006/relationships" r:blip="">
                  <dgm:adjLst/>
                </dgm:shape>
                <dgm:presOf/>
                <dgm:choose name="Name25">
                  <dgm:if name="Name26" func="var" arg="dir" op="equ" val="norm">
                    <dgm:constrLst>
                      <dgm:constr type="w" for="ch" forName="child4" refType="w"/>
                      <dgm:constr type="h" for="ch" forName="child4" refType="h"/>
                      <dgm:constr type="b" for="ch" forName="child4" refType="h"/>
                      <dgm:constr type="l" for="ch" forName="child4"/>
                      <dgm:constr type="w" for="ch" forName="child4Text" refType="w" fact="0.7"/>
                      <dgm:constr type="h" for="ch" forName="child4Text" refType="h" fact="0.75"/>
                      <dgm:constr type="b" for="ch" forName="child4Text" refType="h"/>
                      <dgm:constr type="l" for="ch" forName="child4Text"/>
                    </dgm:constrLst>
                  </dgm:if>
                  <dgm:else name="Name27">
                    <dgm:constrLst>
                      <dgm:constr type="w" for="ch" forName="child4" refType="w"/>
                      <dgm:constr type="h" for="ch" forName="child4" refType="h"/>
                      <dgm:constr type="b" for="ch" forName="child4" refType="h"/>
                      <dgm:constr type="r" for="ch" forName="child4" refType="w"/>
                      <dgm:constr type="w" for="ch" forName="child4Text" refType="w" fact="0.7"/>
                      <dgm:constr type="h" for="ch" forName="child4Text" refType="h" fact="0.75"/>
                      <dgm:constr type="b" for="ch" forName="child4Text" refType="h"/>
                      <dgm:constr type="r" for="ch" forName="child4Text" refType="w"/>
                    </dgm:constrLst>
                  </dgm:else>
                </dgm:choose>
                <dgm:ruleLst/>
                <dgm:layoutNode name="child4" styleLbl="bgAcc1">
                  <dgm:alg type="sp"/>
                  <dgm:shape xmlns:r="http://schemas.openxmlformats.org/officeDocument/2006/relationships" type="roundRect" r:blip="" zOrderOff="-4">
                    <dgm:adjLst>
                      <dgm:adj idx="1" val="0.1"/>
                    </dgm:adjLst>
                  </dgm:shape>
                  <dgm:presOf axis="ch des" ptType="node node" st="4 1" cnt="1 0"/>
                  <dgm:constrLst/>
                  <dgm:ruleLst/>
                </dgm:layoutNode>
                <dgm:layoutNode name="child4Text" styleLbl="bgAcc1">
                  <dgm:varLst>
                    <dgm:bulletEnabled val="1"/>
                  </dgm:varLst>
                  <dgm:alg type="tx">
                    <dgm:param type="stBulletLvl" val="1"/>
                  </dgm:alg>
                  <dgm:shape xmlns:r="http://schemas.openxmlformats.org/officeDocument/2006/relationships" type="roundRect" r:blip="" zOrderOff="-4" hideGeom="1">
                    <dgm:adjLst>
                      <dgm:adj idx="1" val="0.1"/>
                    </dgm:adjLst>
                  </dgm:shape>
                  <dgm:presOf axis="ch des" ptType="node node" st="4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28"/>
          </dgm:choose>
          <dgm:layoutNode name="childPlaceholder">
            <dgm:alg type="sp"/>
            <dgm:shape xmlns:r="http://schemas.openxmlformats.org/officeDocument/2006/relationships" r:blip="">
              <dgm:adjLst/>
            </dgm:shape>
            <dgm:presOf/>
            <dgm:constrLst/>
            <dgm:ruleLst/>
          </dgm:layoutNode>
        </dgm:layoutNode>
        <dgm:layoutNode name="circle">
          <dgm:alg type="composite">
            <dgm:param type="ar" val="1"/>
          </dgm:alg>
          <dgm:shape xmlns:r="http://schemas.openxmlformats.org/officeDocument/2006/relationships" r:blip="">
            <dgm:adjLst/>
          </dgm:shape>
          <dgm:presOf/>
          <dgm:choose name="Name29">
            <dgm:if name="Name30" func="var" arg="dir" op="equ" val="norm">
              <dgm:constrLst>
                <dgm:constr type="primFontSz" for="ch" ptType="node" op="equ" val="65"/>
                <dgm:constr type="w" for="ch" forName="quadrant1" refType="w" fact="0.433"/>
                <dgm:constr type="h" for="ch" forName="quadrant1" refType="h" fact="0.433"/>
                <dgm:constr type="b" for="ch" forName="quadrant1" refType="h" fact="0.5"/>
                <dgm:constr type="bOff" for="ch" forName="quadrant1" refType="h" fact="-0.01"/>
                <dgm:constr type="r" for="ch" forName="quadrant1" refType="w" fact="0.5"/>
                <dgm:constr type="rOff" for="ch" forName="quadrant1" refType="w" fact="-0.01"/>
                <dgm:constr type="w" for="ch" forName="quadrant2" refType="w" fact="0.433"/>
                <dgm:constr type="h" for="ch" forName="quadrant2" refType="h" fact="0.433"/>
                <dgm:constr type="b" for="ch" forName="quadrant2" refType="h" fact="0.5"/>
                <dgm:constr type="bOff" for="ch" forName="quadrant2" refType="h" fact="-0.01"/>
                <dgm:constr type="l" for="ch" forName="quadrant2" refType="w" fact="0.5"/>
                <dgm:constr type="lOff" for="ch" forName="quadrant2" refType="w" fact="0.01"/>
                <dgm:constr type="w" for="ch" forName="quadrant3" refType="w" fact="0.433"/>
                <dgm:constr type="h" for="ch" forName="quadrant3" refType="h" fact="0.433"/>
                <dgm:constr type="t" for="ch" forName="quadrant3" refType="h" fact="0.5"/>
                <dgm:constr type="tOff" for="ch" forName="quadrant3" refType="h" fact="0.01"/>
                <dgm:constr type="l" for="ch" forName="quadrant3" refType="w" fact="0.5"/>
                <dgm:constr type="lOff" for="ch" forName="quadrant3" refType="w" fact="0.01"/>
                <dgm:constr type="w" for="ch" forName="quadrant4" refType="w" fact="0.433"/>
                <dgm:constr type="h" for="ch" forName="quadrant4" refType="h" fact="0.433"/>
                <dgm:constr type="t" for="ch" forName="quadrant4" refType="h" fact="0.5"/>
                <dgm:constr type="tOff" for="ch" forName="quadrant4" refType="h" fact="0.01"/>
                <dgm:constr type="r" for="ch" forName="quadrant4" refType="w" fact="0.5"/>
                <dgm:constr type="rOff" for="ch" forName="quadrant4" refType="w" fact="-0.01"/>
              </dgm:constrLst>
            </dgm:if>
            <dgm:else name="Name31">
              <dgm:constrLst>
                <dgm:constr type="primFontSz" for="ch" ptType="node" op="equ" val="65"/>
                <dgm:constr type="w" for="ch" forName="quadrant1" refType="w" fact="0.433"/>
                <dgm:constr type="h" for="ch" forName="quadrant1" refType="h" fact="0.433"/>
                <dgm:constr type="b" for="ch" forName="quadrant1" refType="h" fact="0.5"/>
                <dgm:constr type="bOff" for="ch" forName="quadrant1" refType="h" fact="-0.01"/>
                <dgm:constr type="l" for="ch" forName="quadrant1" refType="w" fact="0.5"/>
                <dgm:constr type="lOff" for="ch" forName="quadrant1" refType="w" fact="0.01"/>
                <dgm:constr type="w" for="ch" forName="quadrant2" refType="w" fact="0.433"/>
                <dgm:constr type="h" for="ch" forName="quadrant2" refType="h" fact="0.433"/>
                <dgm:constr type="b" for="ch" forName="quadrant2" refType="h" fact="0.5"/>
                <dgm:constr type="bOff" for="ch" forName="quadrant2" refType="h" fact="-0.01"/>
                <dgm:constr type="r" for="ch" forName="quadrant2" refType="w" fact="0.5"/>
                <dgm:constr type="rOff" for="ch" forName="quadrant2" refType="w" fact="-0.01"/>
                <dgm:constr type="w" for="ch" forName="quadrant3" refType="w" fact="0.433"/>
                <dgm:constr type="h" for="ch" forName="quadrant3" refType="h" fact="0.433"/>
                <dgm:constr type="t" for="ch" forName="quadrant3" refType="h" fact="0.5"/>
                <dgm:constr type="tOff" for="ch" forName="quadrant3" refType="h" fact="0.01"/>
                <dgm:constr type="r" for="ch" forName="quadrant3" refType="w" fact="0.5"/>
                <dgm:constr type="rOff" for="ch" forName="quadrant3" refType="w" fact="-0.01"/>
                <dgm:constr type="w" for="ch" forName="quadrant4" refType="w" fact="0.433"/>
                <dgm:constr type="h" for="ch" forName="quadrant4" refType="h" fact="0.433"/>
                <dgm:constr type="t" for="ch" forName="quadrant4" refType="h" fact="0.5"/>
                <dgm:constr type="tOff" for="ch" forName="quadrant4" refType="h" fact="0.01"/>
                <dgm:constr type="l" for="ch" forName="quadrant4" refType="w" fact="0.5"/>
                <dgm:constr type="lOff" for="ch" forName="quadrant4" refType="w" fact="0.01"/>
              </dgm:constrLst>
            </dgm:else>
          </dgm:choose>
          <dgm:ruleLst/>
          <dgm:layoutNode name="quadrant1" styleLbl="node1">
            <dgm:varLst>
              <dgm:chMax val="1"/>
              <dgm:bulletEnabled val="1"/>
            </dgm:varLst>
            <dgm:alg type="tx"/>
            <dgm:choose name="Name32">
              <dgm:if name="Name33" func="var" arg="dir" op="equ" val="norm">
                <dgm:shape xmlns:r="http://schemas.openxmlformats.org/officeDocument/2006/relationships" type="pieWedge" r:blip="">
                  <dgm:adjLst/>
                </dgm:shape>
              </dgm:if>
              <dgm:else name="Name34">
                <dgm:shape xmlns:r="http://schemas.openxmlformats.org/officeDocument/2006/relationships" rot="90" type="pieWedge" r:blip="">
                  <dgm:adjLst/>
                </dgm:shape>
              </dgm:else>
            </dgm:choose>
            <dgm:presOf axis="ch" ptType="node" cnt="1"/>
            <dgm:constrLst/>
            <dgm:ruleLst>
              <dgm:rule type="primFontSz" val="5" fact="NaN" max="NaN"/>
            </dgm:ruleLst>
          </dgm:layoutNode>
          <dgm:layoutNode name="quadrant2" styleLbl="node1">
            <dgm:varLst>
              <dgm:chMax val="1"/>
              <dgm:bulletEnabled val="1"/>
            </dgm:varLst>
            <dgm:alg type="tx"/>
            <dgm:choose name="Name35">
              <dgm:if name="Name36" func="var" arg="dir" op="equ" val="norm">
                <dgm:shape xmlns:r="http://schemas.openxmlformats.org/officeDocument/2006/relationships" rot="90" type="pieWedge" r:blip="">
                  <dgm:adjLst/>
                </dgm:shape>
              </dgm:if>
              <dgm:else name="Name37">
                <dgm:shape xmlns:r="http://schemas.openxmlformats.org/officeDocument/2006/relationships" type="pieWedge" r:blip="">
                  <dgm:adjLst/>
                </dgm:shape>
              </dgm:else>
            </dgm:choose>
            <dgm:presOf axis="ch" ptType="node" st="2" cnt="1"/>
            <dgm:constrLst/>
            <dgm:ruleLst>
              <dgm:rule type="primFontSz" val="5" fact="NaN" max="NaN"/>
            </dgm:ruleLst>
          </dgm:layoutNode>
          <dgm:layoutNode name="quadrant3" styleLbl="node1">
            <dgm:varLst>
              <dgm:chMax val="1"/>
              <dgm:bulletEnabled val="1"/>
            </dgm:varLst>
            <dgm:alg type="tx"/>
            <dgm:choose name="Name38">
              <dgm:if name="Name39" func="var" arg="dir" op="equ" val="norm">
                <dgm:shape xmlns:r="http://schemas.openxmlformats.org/officeDocument/2006/relationships" rot="180" type="pieWedge" r:blip="">
                  <dgm:adjLst/>
                </dgm:shape>
              </dgm:if>
              <dgm:else name="Name40">
                <dgm:shape xmlns:r="http://schemas.openxmlformats.org/officeDocument/2006/relationships" rot="270" type="pieWedge" r:blip="">
                  <dgm:adjLst/>
                </dgm:shape>
              </dgm:else>
            </dgm:choose>
            <dgm:presOf axis="ch" ptType="node" st="3" cnt="1"/>
            <dgm:constrLst/>
            <dgm:ruleLst>
              <dgm:rule type="primFontSz" val="5" fact="NaN" max="NaN"/>
            </dgm:ruleLst>
          </dgm:layoutNode>
          <dgm:layoutNode name="quadrant4" styleLbl="node1">
            <dgm:varLst>
              <dgm:chMax val="1"/>
              <dgm:bulletEnabled val="1"/>
            </dgm:varLst>
            <dgm:alg type="tx"/>
            <dgm:choose name="Name41">
              <dgm:if name="Name42" func="var" arg="dir" op="equ" val="norm">
                <dgm:shape xmlns:r="http://schemas.openxmlformats.org/officeDocument/2006/relationships" rot="270" type="pieWedge" r:blip="">
                  <dgm:adjLst/>
                </dgm:shape>
              </dgm:if>
              <dgm:else name="Name43">
                <dgm:shape xmlns:r="http://schemas.openxmlformats.org/officeDocument/2006/relationships" rot="180" type="pieWedge" r:blip="">
                  <dgm:adjLst/>
                </dgm:shape>
              </dgm:else>
            </dgm:choose>
            <dgm:presOf axis="ch" ptType="node" st="4" cnt="1"/>
            <dgm:constrLst/>
            <dgm:ruleLst>
              <dgm:rule type="primFontSz" val="5" fact="NaN" max="NaN"/>
            </dgm:ruleLst>
          </dgm:layoutNode>
          <dgm:layoutNode name="quadrantPlaceholder">
            <dgm:alg type="sp"/>
            <dgm:shape xmlns:r="http://schemas.openxmlformats.org/officeDocument/2006/relationships" r:blip="">
              <dgm:adjLst/>
            </dgm:shape>
            <dgm:presOf/>
            <dgm:constrLst/>
            <dgm:ruleLst/>
          </dgm:layoutNode>
        </dgm:layoutNode>
        <dgm:layoutNode name="center1" styleLbl="fgShp">
          <dgm:alg type="sp"/>
          <dgm:choose name="Name44">
            <dgm:if name="Name45" func="var" arg="dir" op="equ" val="norm">
              <dgm:shape xmlns:r="http://schemas.openxmlformats.org/officeDocument/2006/relationships" type="circularArrow" r:blip="" zOrderOff="16">
                <dgm:adjLst/>
              </dgm:shape>
            </dgm:if>
            <dgm:else name="Name46">
              <dgm:shape xmlns:r="http://schemas.openxmlformats.org/officeDocument/2006/relationships" rot="180" type="leftCircularArrow" r:blip="" zOrderOff="16">
                <dgm:adjLst/>
              </dgm:shape>
            </dgm:else>
          </dgm:choose>
          <dgm:presOf/>
          <dgm:constrLst/>
          <dgm:ruleLst/>
        </dgm:layoutNode>
        <dgm:layoutNode name="center2" styleLbl="fgShp">
          <dgm:alg type="sp"/>
          <dgm:choose name="Name47">
            <dgm:if name="Name48" func="var" arg="dir" op="equ" val="norm">
              <dgm:shape xmlns:r="http://schemas.openxmlformats.org/officeDocument/2006/relationships" rot="180" type="circularArrow" r:blip="" zOrderOff="16">
                <dgm:adjLst/>
              </dgm:shape>
            </dgm:if>
            <dgm:else name="Name49">
              <dgm:shape xmlns:r="http://schemas.openxmlformats.org/officeDocument/2006/relationships" type="leftCircularArrow" r:blip="" zOrderOff="16">
                <dgm:adjLst/>
              </dgm:shape>
            </dgm:else>
          </dgm:choose>
          <dgm:presOf/>
          <dgm:constrLst/>
          <dgm:ruleLst/>
        </dgm:layoutNode>
      </dgm:if>
      <dgm:else name="Name50"/>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1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2D2E298-1248-4401-9F3E-79067294A229}" type="datetimeFigureOut">
              <a:rPr lang="en-GB" smtClean="0"/>
              <a:t>17/07/2026</a:t>
            </a:fld>
            <a:endParaRPr lang="en-GB"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2944EB3-E743-414B-A21A-64E051E5FA09}" type="slidenum">
              <a:rPr lang="en-GB" smtClean="0"/>
              <a:t>‹#›</a:t>
            </a:fld>
            <a:endParaRPr lang="en-GB" dirty="0"/>
          </a:p>
        </p:txBody>
      </p:sp>
    </p:spTree>
    <p:extLst>
      <p:ext uri="{BB962C8B-B14F-4D97-AF65-F5344CB8AC3E}">
        <p14:creationId xmlns:p14="http://schemas.microsoft.com/office/powerpoint/2010/main" val="18446775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2944EB3-E743-414B-A21A-64E051E5FA09}"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9130486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2.xml"/><Relationship Id="rId4" Type="http://schemas.openxmlformats.org/officeDocument/2006/relationships/image" Target="../media/image3.png"/></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5.jpeg"/><Relationship Id="rId1" Type="http://schemas.openxmlformats.org/officeDocument/2006/relationships/slideMaster" Target="../slideMasters/slideMaster3.xml"/><Relationship Id="rId4" Type="http://schemas.openxmlformats.org/officeDocument/2006/relationships/image" Target="../media/image6.png"/></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8.jpeg"/><Relationship Id="rId1" Type="http://schemas.openxmlformats.org/officeDocument/2006/relationships/slideMaster" Target="../slideMasters/slideMaster4.xml"/><Relationship Id="rId4" Type="http://schemas.openxmlformats.org/officeDocument/2006/relationships/image" Target="../media/image9.png"/></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4.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4.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1.jpeg"/><Relationship Id="rId1" Type="http://schemas.openxmlformats.org/officeDocument/2006/relationships/slideMaster" Target="../slideMasters/slideMaster5.xml"/><Relationship Id="rId4" Type="http://schemas.openxmlformats.org/officeDocument/2006/relationships/image" Target="../media/image12.png"/></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5.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5.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5.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4.jpeg"/><Relationship Id="rId1" Type="http://schemas.openxmlformats.org/officeDocument/2006/relationships/slideMaster" Target="../slideMasters/slideMaster6.xml"/><Relationship Id="rId4" Type="http://schemas.openxmlformats.org/officeDocument/2006/relationships/image" Target="../media/image15.png"/></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6.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6.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6.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Master" Target="../slideMasters/slideMaster6.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image" Target="../media/image18.jpeg"/><Relationship Id="rId1" Type="http://schemas.openxmlformats.org/officeDocument/2006/relationships/slideMaster" Target="../slideMasters/slideMaster6.xml"/><Relationship Id="rId4" Type="http://schemas.openxmlformats.org/officeDocument/2006/relationships/image" Target="../media/image16.png"/></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20.jpeg"/><Relationship Id="rId1" Type="http://schemas.openxmlformats.org/officeDocument/2006/relationships/slideMaster" Target="../slideMasters/slideMaster7.xml"/><Relationship Id="rId4" Type="http://schemas.openxmlformats.org/officeDocument/2006/relationships/image" Target="../media/image21.png"/></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7.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7.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7.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23.jpeg"/><Relationship Id="rId1" Type="http://schemas.openxmlformats.org/officeDocument/2006/relationships/slideMaster" Target="../slideMasters/slideMaster8.xml"/><Relationship Id="rId4" Type="http://schemas.openxmlformats.org/officeDocument/2006/relationships/image" Target="../media/image24.png"/></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Master" Target="../slideMasters/slideMaster8.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Master" Target="../slideMasters/slideMaster8.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Master" Target="../slideMasters/slideMaster8.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26.jpeg"/><Relationship Id="rId1" Type="http://schemas.openxmlformats.org/officeDocument/2006/relationships/slideMaster" Target="../slideMasters/slideMaster9.xml"/><Relationship Id="rId4" Type="http://schemas.openxmlformats.org/officeDocument/2006/relationships/image" Target="../media/image27.png"/></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9.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9.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9.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29.jpeg"/><Relationship Id="rId1" Type="http://schemas.openxmlformats.org/officeDocument/2006/relationships/slideMaster" Target="../slideMasters/slideMaster10.xml"/><Relationship Id="rId4" Type="http://schemas.openxmlformats.org/officeDocument/2006/relationships/image" Target="../media/image30.png"/></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Master" Target="../slideMasters/slideMaster10.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Master" Target="../slideMasters/slideMaster10.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Master" Target="../slideMasters/slideMaster10.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32.jpeg"/><Relationship Id="rId1" Type="http://schemas.openxmlformats.org/officeDocument/2006/relationships/slideMaster" Target="../slideMasters/slideMaster11.xml"/><Relationship Id="rId4" Type="http://schemas.openxmlformats.org/officeDocument/2006/relationships/image" Target="../media/image33.png"/></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Master" Target="../slideMasters/slideMaster11.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Master" Target="../slideMasters/slideMaster11.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Master" Target="../slideMasters/slideMaster11.xml"/></Relationships>
</file>

<file path=ppt/slideLayouts/_rels/slideLayout5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5.png"/><Relationship Id="rId1" Type="http://schemas.openxmlformats.org/officeDocument/2006/relationships/slideMaster" Target="../slideMasters/slideMaster12.xml"/><Relationship Id="rId4" Type="http://schemas.openxmlformats.org/officeDocument/2006/relationships/image" Target="../media/image19.emf"/></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image" Target="../media/image36.jpg"/><Relationship Id="rId1" Type="http://schemas.openxmlformats.org/officeDocument/2006/relationships/slideMaster" Target="../slideMasters/slideMaster12.xml"/></Relationships>
</file>

<file path=ppt/slideLayouts/_rels/slideLayout57.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37.png"/><Relationship Id="rId1" Type="http://schemas.openxmlformats.org/officeDocument/2006/relationships/slideMaster" Target="../slideMasters/slideMaster12.xml"/><Relationship Id="rId4" Type="http://schemas.openxmlformats.org/officeDocument/2006/relationships/image" Target="../media/image19.emf"/></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38.jpeg"/><Relationship Id="rId1" Type="http://schemas.openxmlformats.org/officeDocument/2006/relationships/slideMaster" Target="../slideMasters/slideMaster12.xml"/><Relationship Id="rId4" Type="http://schemas.openxmlformats.org/officeDocument/2006/relationships/image" Target="../media/image39.jpeg"/></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40.jpg"/><Relationship Id="rId1" Type="http://schemas.openxmlformats.org/officeDocument/2006/relationships/slideMaster" Target="../slideMasters/slideMaster12.xml"/><Relationship Id="rId4" Type="http://schemas.openxmlformats.org/officeDocument/2006/relationships/image" Target="../media/image39.jpeg"/></Relationships>
</file>

<file path=ppt/slideLayouts/_rels/slideLayout60.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41.png"/><Relationship Id="rId1" Type="http://schemas.openxmlformats.org/officeDocument/2006/relationships/slideMaster" Target="../slideMasters/slideMaster12.xml"/><Relationship Id="rId4" Type="http://schemas.openxmlformats.org/officeDocument/2006/relationships/image" Target="../media/image2.emf"/></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65.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image" Target="../media/image42.jpeg"/><Relationship Id="rId1" Type="http://schemas.openxmlformats.org/officeDocument/2006/relationships/slideMaster" Target="../slideMasters/slideMaster12.xml"/></Relationships>
</file>

<file path=ppt/slideLayouts/_rels/slideLayout6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3.png"/><Relationship Id="rId1" Type="http://schemas.openxmlformats.org/officeDocument/2006/relationships/slideMaster" Target="../slideMasters/slideMaster12.xml"/></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image" Target="../media/image44.jpg"/><Relationship Id="rId1" Type="http://schemas.openxmlformats.org/officeDocument/2006/relationships/slideMaster" Target="../slideMasters/slideMaster12.xml"/></Relationships>
</file>

<file path=ppt/slideLayouts/_rels/slideLayout68.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image" Target="../media/image45.jpg"/><Relationship Id="rId1" Type="http://schemas.openxmlformats.org/officeDocument/2006/relationships/slideMaster" Target="../slideMasters/slideMaster12.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71.xml.rels><?xml version="1.0" encoding="UTF-8" standalone="yes"?>
<Relationships xmlns="http://schemas.openxmlformats.org/package/2006/relationships"><Relationship Id="rId2" Type="http://schemas.openxmlformats.org/officeDocument/2006/relationships/image" Target="../media/image39.jpeg"/><Relationship Id="rId1" Type="http://schemas.openxmlformats.org/officeDocument/2006/relationships/slideMaster" Target="../slideMasters/slideMaster12.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73.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image" Target="../media/image42.jpeg"/><Relationship Id="rId1" Type="http://schemas.openxmlformats.org/officeDocument/2006/relationships/slideMaster" Target="../slideMasters/slideMaster12.xml"/></Relationships>
</file>

<file path=ppt/slideLayouts/_rels/slideLayout74.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image" Target="../media/image42.jpeg"/><Relationship Id="rId1" Type="http://schemas.openxmlformats.org/officeDocument/2006/relationships/slideMaster" Target="../slideMasters/slideMaster12.xml"/></Relationships>
</file>

<file path=ppt/slideLayouts/_rels/slideLayout75.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image" Target="../media/image46.jpg"/><Relationship Id="rId1" Type="http://schemas.openxmlformats.org/officeDocument/2006/relationships/slideMaster" Target="../slideMasters/slideMaster12.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77.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4.jpeg"/><Relationship Id="rId1" Type="http://schemas.openxmlformats.org/officeDocument/2006/relationships/slideMaster" Target="../slideMasters/slideMaster12.xml"/><Relationship Id="rId4" Type="http://schemas.openxmlformats.org/officeDocument/2006/relationships/image" Target="../media/image15.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91090B-E21F-4114-8F6F-6EF6C329D35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5525AA2-682A-4321-84AB-1AC010996D4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350CF15-E6CB-4ECA-9099-4740B0BAC15F}"/>
              </a:ext>
            </a:extLst>
          </p:cNvPr>
          <p:cNvSpPr>
            <a:spLocks noGrp="1"/>
          </p:cNvSpPr>
          <p:nvPr>
            <p:ph type="dt" sz="half" idx="10"/>
          </p:nvPr>
        </p:nvSpPr>
        <p:spPr/>
        <p:txBody>
          <a:bodyPr/>
          <a:lstStyle/>
          <a:p>
            <a:fld id="{73E7DF54-8ACD-41DC-BDB1-8185A13E0CD9}" type="datetimeFigureOut">
              <a:rPr lang="en-US" smtClean="0"/>
              <a:t>7/17/2026</a:t>
            </a:fld>
            <a:endParaRPr lang="en-US"/>
          </a:p>
        </p:txBody>
      </p:sp>
      <p:sp>
        <p:nvSpPr>
          <p:cNvPr id="5" name="Footer Placeholder 4">
            <a:extLst>
              <a:ext uri="{FF2B5EF4-FFF2-40B4-BE49-F238E27FC236}">
                <a16:creationId xmlns:a16="http://schemas.microsoft.com/office/drawing/2014/main" id="{E0AA5791-8C0D-44FA-B556-27DEED9BB5A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4813CDF-A96D-4A83-BF59-6C14593BC620}"/>
              </a:ext>
            </a:extLst>
          </p:cNvPr>
          <p:cNvSpPr>
            <a:spLocks noGrp="1"/>
          </p:cNvSpPr>
          <p:nvPr>
            <p:ph type="sldNum" sz="quarter" idx="12"/>
          </p:nvPr>
        </p:nvSpPr>
        <p:spPr/>
        <p:txBody>
          <a:bodyPr/>
          <a:lstStyle/>
          <a:p>
            <a:fld id="{39AF2C68-7307-4ABC-ACA5-6121DB7623C3}" type="slidenum">
              <a:rPr lang="en-US" smtClean="0"/>
              <a:t>‹#›</a:t>
            </a:fld>
            <a:endParaRPr lang="en-US"/>
          </a:p>
        </p:txBody>
      </p:sp>
    </p:spTree>
    <p:extLst>
      <p:ext uri="{BB962C8B-B14F-4D97-AF65-F5344CB8AC3E}">
        <p14:creationId xmlns:p14="http://schemas.microsoft.com/office/powerpoint/2010/main" val="18147665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DAE91C-59FD-40C5-B3D6-73CF30B85D5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1815B02-101D-4DD7-97B8-E3E73BB4997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14CC2EB-CBD6-49D6-99BF-0524574383F9}"/>
              </a:ext>
            </a:extLst>
          </p:cNvPr>
          <p:cNvSpPr>
            <a:spLocks noGrp="1"/>
          </p:cNvSpPr>
          <p:nvPr>
            <p:ph type="dt" sz="half" idx="10"/>
          </p:nvPr>
        </p:nvSpPr>
        <p:spPr/>
        <p:txBody>
          <a:bodyPr/>
          <a:lstStyle/>
          <a:p>
            <a:fld id="{73E7DF54-8ACD-41DC-BDB1-8185A13E0CD9}" type="datetimeFigureOut">
              <a:rPr lang="en-US" smtClean="0"/>
              <a:t>7/17/2026</a:t>
            </a:fld>
            <a:endParaRPr lang="en-US"/>
          </a:p>
        </p:txBody>
      </p:sp>
      <p:sp>
        <p:nvSpPr>
          <p:cNvPr id="5" name="Footer Placeholder 4">
            <a:extLst>
              <a:ext uri="{FF2B5EF4-FFF2-40B4-BE49-F238E27FC236}">
                <a16:creationId xmlns:a16="http://schemas.microsoft.com/office/drawing/2014/main" id="{BCE21820-8FD5-4450-BF78-65F4C7C7451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CDE80F2-54A3-4023-8470-CF770625C524}"/>
              </a:ext>
            </a:extLst>
          </p:cNvPr>
          <p:cNvSpPr>
            <a:spLocks noGrp="1"/>
          </p:cNvSpPr>
          <p:nvPr>
            <p:ph type="sldNum" sz="quarter" idx="12"/>
          </p:nvPr>
        </p:nvSpPr>
        <p:spPr/>
        <p:txBody>
          <a:bodyPr/>
          <a:lstStyle/>
          <a:p>
            <a:fld id="{39AF2C68-7307-4ABC-ACA5-6121DB7623C3}" type="slidenum">
              <a:rPr lang="en-US" smtClean="0"/>
              <a:t>‹#›</a:t>
            </a:fld>
            <a:endParaRPr lang="en-US"/>
          </a:p>
        </p:txBody>
      </p:sp>
    </p:spTree>
    <p:extLst>
      <p:ext uri="{BB962C8B-B14F-4D97-AF65-F5344CB8AC3E}">
        <p14:creationId xmlns:p14="http://schemas.microsoft.com/office/powerpoint/2010/main" val="13489165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2389F4-F3FE-4E21-AB2F-8839CE6E545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5507F63-49A1-4146-938B-0EBFBD80DB2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3242ACC-56AC-4B83-963E-81D11B749D24}"/>
              </a:ext>
            </a:extLst>
          </p:cNvPr>
          <p:cNvSpPr>
            <a:spLocks noGrp="1"/>
          </p:cNvSpPr>
          <p:nvPr>
            <p:ph type="dt" sz="half" idx="10"/>
          </p:nvPr>
        </p:nvSpPr>
        <p:spPr/>
        <p:txBody>
          <a:bodyPr/>
          <a:lstStyle/>
          <a:p>
            <a:fld id="{73E7DF54-8ACD-41DC-BDB1-8185A13E0CD9}" type="datetimeFigureOut">
              <a:rPr lang="en-US" smtClean="0"/>
              <a:t>7/17/2026</a:t>
            </a:fld>
            <a:endParaRPr lang="en-US"/>
          </a:p>
        </p:txBody>
      </p:sp>
      <p:sp>
        <p:nvSpPr>
          <p:cNvPr id="5" name="Footer Placeholder 4">
            <a:extLst>
              <a:ext uri="{FF2B5EF4-FFF2-40B4-BE49-F238E27FC236}">
                <a16:creationId xmlns:a16="http://schemas.microsoft.com/office/drawing/2014/main" id="{4CDF063F-7143-4E87-B412-13B6025E0E3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6C51457-56BF-4E0E-B995-DAAD10178FDF}"/>
              </a:ext>
            </a:extLst>
          </p:cNvPr>
          <p:cNvSpPr>
            <a:spLocks noGrp="1"/>
          </p:cNvSpPr>
          <p:nvPr>
            <p:ph type="sldNum" sz="quarter" idx="12"/>
          </p:nvPr>
        </p:nvSpPr>
        <p:spPr/>
        <p:txBody>
          <a:bodyPr/>
          <a:lstStyle/>
          <a:p>
            <a:fld id="{39AF2C68-7307-4ABC-ACA5-6121DB7623C3}" type="slidenum">
              <a:rPr lang="en-US" smtClean="0"/>
              <a:t>‹#›</a:t>
            </a:fld>
            <a:endParaRPr lang="en-US"/>
          </a:p>
        </p:txBody>
      </p:sp>
    </p:spTree>
    <p:extLst>
      <p:ext uri="{BB962C8B-B14F-4D97-AF65-F5344CB8AC3E}">
        <p14:creationId xmlns:p14="http://schemas.microsoft.com/office/powerpoint/2010/main" val="24601021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E52CDD-755F-4B59-82D1-9B9683DCDC9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1320F67-4CD7-40A3-B916-3A4747AF60D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A9428D3-406F-4F58-9FDA-E6DB1700F42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3C26811-3F90-4107-8F82-F86ED9DD6D2C}"/>
              </a:ext>
            </a:extLst>
          </p:cNvPr>
          <p:cNvSpPr>
            <a:spLocks noGrp="1"/>
          </p:cNvSpPr>
          <p:nvPr>
            <p:ph type="dt" sz="half" idx="10"/>
          </p:nvPr>
        </p:nvSpPr>
        <p:spPr/>
        <p:txBody>
          <a:bodyPr/>
          <a:lstStyle/>
          <a:p>
            <a:fld id="{73E7DF54-8ACD-41DC-BDB1-8185A13E0CD9}" type="datetimeFigureOut">
              <a:rPr lang="en-US" smtClean="0"/>
              <a:t>7/17/2026</a:t>
            </a:fld>
            <a:endParaRPr lang="en-US"/>
          </a:p>
        </p:txBody>
      </p:sp>
      <p:sp>
        <p:nvSpPr>
          <p:cNvPr id="6" name="Footer Placeholder 5">
            <a:extLst>
              <a:ext uri="{FF2B5EF4-FFF2-40B4-BE49-F238E27FC236}">
                <a16:creationId xmlns:a16="http://schemas.microsoft.com/office/drawing/2014/main" id="{A8450A73-9387-4424-B4BC-21B7084DFAD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966A61E-6B76-4460-A8EA-D680BFE018E0}"/>
              </a:ext>
            </a:extLst>
          </p:cNvPr>
          <p:cNvSpPr>
            <a:spLocks noGrp="1"/>
          </p:cNvSpPr>
          <p:nvPr>
            <p:ph type="sldNum" sz="quarter" idx="12"/>
          </p:nvPr>
        </p:nvSpPr>
        <p:spPr/>
        <p:txBody>
          <a:bodyPr/>
          <a:lstStyle/>
          <a:p>
            <a:fld id="{39AF2C68-7307-4ABC-ACA5-6121DB7623C3}" type="slidenum">
              <a:rPr lang="en-US" smtClean="0"/>
              <a:t>‹#›</a:t>
            </a:fld>
            <a:endParaRPr lang="en-US"/>
          </a:p>
        </p:txBody>
      </p:sp>
    </p:spTree>
    <p:extLst>
      <p:ext uri="{BB962C8B-B14F-4D97-AF65-F5344CB8AC3E}">
        <p14:creationId xmlns:p14="http://schemas.microsoft.com/office/powerpoint/2010/main" val="19822013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95303C-587D-4281-85F4-7D1A75DEB42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35BC034-3B62-42B4-BAFE-15DE02A3CD2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BC25850-2E3D-4BFF-AEE6-3CAA14AC957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4340565-85E8-4CC6-A3C9-D65020A9963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67299BE-DAC0-4D95-BD4E-A3E3DFEE8AA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357D600-0476-4880-9976-830BA6DD677C}"/>
              </a:ext>
            </a:extLst>
          </p:cNvPr>
          <p:cNvSpPr>
            <a:spLocks noGrp="1"/>
          </p:cNvSpPr>
          <p:nvPr>
            <p:ph type="dt" sz="half" idx="10"/>
          </p:nvPr>
        </p:nvSpPr>
        <p:spPr/>
        <p:txBody>
          <a:bodyPr/>
          <a:lstStyle/>
          <a:p>
            <a:fld id="{73E7DF54-8ACD-41DC-BDB1-8185A13E0CD9}" type="datetimeFigureOut">
              <a:rPr lang="en-US" smtClean="0"/>
              <a:t>7/17/2026</a:t>
            </a:fld>
            <a:endParaRPr lang="en-US"/>
          </a:p>
        </p:txBody>
      </p:sp>
      <p:sp>
        <p:nvSpPr>
          <p:cNvPr id="8" name="Footer Placeholder 7">
            <a:extLst>
              <a:ext uri="{FF2B5EF4-FFF2-40B4-BE49-F238E27FC236}">
                <a16:creationId xmlns:a16="http://schemas.microsoft.com/office/drawing/2014/main" id="{F2C4BD19-0C58-4F16-A56D-8442053DF39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FB6E5C8-B44F-43DE-9E7E-9A4F7FF7A865}"/>
              </a:ext>
            </a:extLst>
          </p:cNvPr>
          <p:cNvSpPr>
            <a:spLocks noGrp="1"/>
          </p:cNvSpPr>
          <p:nvPr>
            <p:ph type="sldNum" sz="quarter" idx="12"/>
          </p:nvPr>
        </p:nvSpPr>
        <p:spPr/>
        <p:txBody>
          <a:bodyPr/>
          <a:lstStyle/>
          <a:p>
            <a:fld id="{39AF2C68-7307-4ABC-ACA5-6121DB7623C3}" type="slidenum">
              <a:rPr lang="en-US" smtClean="0"/>
              <a:t>‹#›</a:t>
            </a:fld>
            <a:endParaRPr lang="en-US"/>
          </a:p>
        </p:txBody>
      </p:sp>
    </p:spTree>
    <p:extLst>
      <p:ext uri="{BB962C8B-B14F-4D97-AF65-F5344CB8AC3E}">
        <p14:creationId xmlns:p14="http://schemas.microsoft.com/office/powerpoint/2010/main" val="39191967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4F6F23-DF66-4048-9F17-F6D888A6BF2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1C66488-18B1-4EDC-8D39-0937C9533F52}"/>
              </a:ext>
            </a:extLst>
          </p:cNvPr>
          <p:cNvSpPr>
            <a:spLocks noGrp="1"/>
          </p:cNvSpPr>
          <p:nvPr>
            <p:ph type="dt" sz="half" idx="10"/>
          </p:nvPr>
        </p:nvSpPr>
        <p:spPr/>
        <p:txBody>
          <a:bodyPr/>
          <a:lstStyle/>
          <a:p>
            <a:fld id="{73E7DF54-8ACD-41DC-BDB1-8185A13E0CD9}" type="datetimeFigureOut">
              <a:rPr lang="en-US" smtClean="0"/>
              <a:t>7/17/2026</a:t>
            </a:fld>
            <a:endParaRPr lang="en-US"/>
          </a:p>
        </p:txBody>
      </p:sp>
      <p:sp>
        <p:nvSpPr>
          <p:cNvPr id="4" name="Footer Placeholder 3">
            <a:extLst>
              <a:ext uri="{FF2B5EF4-FFF2-40B4-BE49-F238E27FC236}">
                <a16:creationId xmlns:a16="http://schemas.microsoft.com/office/drawing/2014/main" id="{F82B4A93-FA07-4F81-B0DD-B68D65B828B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F7433A8-A6AC-44F5-83C8-6ABC1320AFEE}"/>
              </a:ext>
            </a:extLst>
          </p:cNvPr>
          <p:cNvSpPr>
            <a:spLocks noGrp="1"/>
          </p:cNvSpPr>
          <p:nvPr>
            <p:ph type="sldNum" sz="quarter" idx="12"/>
          </p:nvPr>
        </p:nvSpPr>
        <p:spPr/>
        <p:txBody>
          <a:bodyPr/>
          <a:lstStyle/>
          <a:p>
            <a:fld id="{39AF2C68-7307-4ABC-ACA5-6121DB7623C3}" type="slidenum">
              <a:rPr lang="en-US" smtClean="0"/>
              <a:t>‹#›</a:t>
            </a:fld>
            <a:endParaRPr lang="en-US"/>
          </a:p>
        </p:txBody>
      </p:sp>
    </p:spTree>
    <p:extLst>
      <p:ext uri="{BB962C8B-B14F-4D97-AF65-F5344CB8AC3E}">
        <p14:creationId xmlns:p14="http://schemas.microsoft.com/office/powerpoint/2010/main" val="39095772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CDB5740-A2A6-4196-9B3E-9CF72EFCF768}"/>
              </a:ext>
            </a:extLst>
          </p:cNvPr>
          <p:cNvSpPr>
            <a:spLocks noGrp="1"/>
          </p:cNvSpPr>
          <p:nvPr>
            <p:ph type="dt" sz="half" idx="10"/>
          </p:nvPr>
        </p:nvSpPr>
        <p:spPr/>
        <p:txBody>
          <a:bodyPr/>
          <a:lstStyle/>
          <a:p>
            <a:fld id="{73E7DF54-8ACD-41DC-BDB1-8185A13E0CD9}" type="datetimeFigureOut">
              <a:rPr lang="en-US" smtClean="0"/>
              <a:t>7/17/2026</a:t>
            </a:fld>
            <a:endParaRPr lang="en-US"/>
          </a:p>
        </p:txBody>
      </p:sp>
      <p:sp>
        <p:nvSpPr>
          <p:cNvPr id="3" name="Footer Placeholder 2">
            <a:extLst>
              <a:ext uri="{FF2B5EF4-FFF2-40B4-BE49-F238E27FC236}">
                <a16:creationId xmlns:a16="http://schemas.microsoft.com/office/drawing/2014/main" id="{D89F43FF-CC5A-4BEA-976B-3C1D0B485BD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8E6E798-5667-4927-8783-54820A053D0B}"/>
              </a:ext>
            </a:extLst>
          </p:cNvPr>
          <p:cNvSpPr>
            <a:spLocks noGrp="1"/>
          </p:cNvSpPr>
          <p:nvPr>
            <p:ph type="sldNum" sz="quarter" idx="12"/>
          </p:nvPr>
        </p:nvSpPr>
        <p:spPr/>
        <p:txBody>
          <a:bodyPr/>
          <a:lstStyle/>
          <a:p>
            <a:fld id="{39AF2C68-7307-4ABC-ACA5-6121DB7623C3}" type="slidenum">
              <a:rPr lang="en-US" smtClean="0"/>
              <a:t>‹#›</a:t>
            </a:fld>
            <a:endParaRPr lang="en-US"/>
          </a:p>
        </p:txBody>
      </p:sp>
    </p:spTree>
    <p:extLst>
      <p:ext uri="{BB962C8B-B14F-4D97-AF65-F5344CB8AC3E}">
        <p14:creationId xmlns:p14="http://schemas.microsoft.com/office/powerpoint/2010/main" val="20104348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04BC44-3E14-42E5-A63B-81BDB79E31B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F3E474E-2DC4-4326-92EE-D372253F438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EF3F3EB-DEC8-461F-95D0-A1E1CC85773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464DDD5-649D-434F-B0D9-B56AE6036CD4}"/>
              </a:ext>
            </a:extLst>
          </p:cNvPr>
          <p:cNvSpPr>
            <a:spLocks noGrp="1"/>
          </p:cNvSpPr>
          <p:nvPr>
            <p:ph type="dt" sz="half" idx="10"/>
          </p:nvPr>
        </p:nvSpPr>
        <p:spPr/>
        <p:txBody>
          <a:bodyPr/>
          <a:lstStyle/>
          <a:p>
            <a:fld id="{73E7DF54-8ACD-41DC-BDB1-8185A13E0CD9}" type="datetimeFigureOut">
              <a:rPr lang="en-US" smtClean="0"/>
              <a:t>7/17/2026</a:t>
            </a:fld>
            <a:endParaRPr lang="en-US"/>
          </a:p>
        </p:txBody>
      </p:sp>
      <p:sp>
        <p:nvSpPr>
          <p:cNvPr id="6" name="Footer Placeholder 5">
            <a:extLst>
              <a:ext uri="{FF2B5EF4-FFF2-40B4-BE49-F238E27FC236}">
                <a16:creationId xmlns:a16="http://schemas.microsoft.com/office/drawing/2014/main" id="{CC36F878-DB5F-4035-A7A9-B200DD8E00D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0FB7682-F821-43B7-8CD1-B90D321625DF}"/>
              </a:ext>
            </a:extLst>
          </p:cNvPr>
          <p:cNvSpPr>
            <a:spLocks noGrp="1"/>
          </p:cNvSpPr>
          <p:nvPr>
            <p:ph type="sldNum" sz="quarter" idx="12"/>
          </p:nvPr>
        </p:nvSpPr>
        <p:spPr/>
        <p:txBody>
          <a:bodyPr/>
          <a:lstStyle/>
          <a:p>
            <a:fld id="{39AF2C68-7307-4ABC-ACA5-6121DB7623C3}" type="slidenum">
              <a:rPr lang="en-US" smtClean="0"/>
              <a:t>‹#›</a:t>
            </a:fld>
            <a:endParaRPr lang="en-US"/>
          </a:p>
        </p:txBody>
      </p:sp>
    </p:spTree>
    <p:extLst>
      <p:ext uri="{BB962C8B-B14F-4D97-AF65-F5344CB8AC3E}">
        <p14:creationId xmlns:p14="http://schemas.microsoft.com/office/powerpoint/2010/main" val="39599005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39A6B0-C5BA-424B-8401-115F830E29B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3340A90-8FF8-4616-81C8-291E37FB201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06B1280-992E-46B1-90BB-B2B52DBB816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5937FEC-65B5-48EF-9BA4-C3F6CFBD6AB4}"/>
              </a:ext>
            </a:extLst>
          </p:cNvPr>
          <p:cNvSpPr>
            <a:spLocks noGrp="1"/>
          </p:cNvSpPr>
          <p:nvPr>
            <p:ph type="dt" sz="half" idx="10"/>
          </p:nvPr>
        </p:nvSpPr>
        <p:spPr/>
        <p:txBody>
          <a:bodyPr/>
          <a:lstStyle/>
          <a:p>
            <a:fld id="{73E7DF54-8ACD-41DC-BDB1-8185A13E0CD9}" type="datetimeFigureOut">
              <a:rPr lang="en-US" smtClean="0"/>
              <a:t>7/17/2026</a:t>
            </a:fld>
            <a:endParaRPr lang="en-US"/>
          </a:p>
        </p:txBody>
      </p:sp>
      <p:sp>
        <p:nvSpPr>
          <p:cNvPr id="6" name="Footer Placeholder 5">
            <a:extLst>
              <a:ext uri="{FF2B5EF4-FFF2-40B4-BE49-F238E27FC236}">
                <a16:creationId xmlns:a16="http://schemas.microsoft.com/office/drawing/2014/main" id="{72A6760E-4241-459A-B246-FA8CFD6CF4B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786516E-756F-4B01-9171-D046E5A4E62D}"/>
              </a:ext>
            </a:extLst>
          </p:cNvPr>
          <p:cNvSpPr>
            <a:spLocks noGrp="1"/>
          </p:cNvSpPr>
          <p:nvPr>
            <p:ph type="sldNum" sz="quarter" idx="12"/>
          </p:nvPr>
        </p:nvSpPr>
        <p:spPr/>
        <p:txBody>
          <a:bodyPr/>
          <a:lstStyle/>
          <a:p>
            <a:fld id="{39AF2C68-7307-4ABC-ACA5-6121DB7623C3}" type="slidenum">
              <a:rPr lang="en-US" smtClean="0"/>
              <a:t>‹#›</a:t>
            </a:fld>
            <a:endParaRPr lang="en-US"/>
          </a:p>
        </p:txBody>
      </p:sp>
    </p:spTree>
    <p:extLst>
      <p:ext uri="{BB962C8B-B14F-4D97-AF65-F5344CB8AC3E}">
        <p14:creationId xmlns:p14="http://schemas.microsoft.com/office/powerpoint/2010/main" val="23092487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2FE12F-98FD-4421-AD29-70B8F102C26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C33577B-5A7F-4249-85C6-F1BB7954E66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B417DC2-75EF-4094-8012-1A6FE51B93A1}"/>
              </a:ext>
            </a:extLst>
          </p:cNvPr>
          <p:cNvSpPr>
            <a:spLocks noGrp="1"/>
          </p:cNvSpPr>
          <p:nvPr>
            <p:ph type="dt" sz="half" idx="10"/>
          </p:nvPr>
        </p:nvSpPr>
        <p:spPr/>
        <p:txBody>
          <a:bodyPr/>
          <a:lstStyle/>
          <a:p>
            <a:fld id="{73E7DF54-8ACD-41DC-BDB1-8185A13E0CD9}" type="datetimeFigureOut">
              <a:rPr lang="en-US" smtClean="0"/>
              <a:t>7/17/2026</a:t>
            </a:fld>
            <a:endParaRPr lang="en-US"/>
          </a:p>
        </p:txBody>
      </p:sp>
      <p:sp>
        <p:nvSpPr>
          <p:cNvPr id="5" name="Footer Placeholder 4">
            <a:extLst>
              <a:ext uri="{FF2B5EF4-FFF2-40B4-BE49-F238E27FC236}">
                <a16:creationId xmlns:a16="http://schemas.microsoft.com/office/drawing/2014/main" id="{D3A90F67-0B0D-434B-B7BA-022509849F9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F6042EA-0C0E-4E71-9BB9-DD1DC15BBC7B}"/>
              </a:ext>
            </a:extLst>
          </p:cNvPr>
          <p:cNvSpPr>
            <a:spLocks noGrp="1"/>
          </p:cNvSpPr>
          <p:nvPr>
            <p:ph type="sldNum" sz="quarter" idx="12"/>
          </p:nvPr>
        </p:nvSpPr>
        <p:spPr/>
        <p:txBody>
          <a:bodyPr/>
          <a:lstStyle/>
          <a:p>
            <a:fld id="{39AF2C68-7307-4ABC-ACA5-6121DB7623C3}" type="slidenum">
              <a:rPr lang="en-US" smtClean="0"/>
              <a:t>‹#›</a:t>
            </a:fld>
            <a:endParaRPr lang="en-US"/>
          </a:p>
        </p:txBody>
      </p:sp>
    </p:spTree>
    <p:extLst>
      <p:ext uri="{BB962C8B-B14F-4D97-AF65-F5344CB8AC3E}">
        <p14:creationId xmlns:p14="http://schemas.microsoft.com/office/powerpoint/2010/main" val="28397037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46761DA-C294-4055-9DAF-529B753C122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143E860-5B68-4996-9DFD-26175C16847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D6A947A-92DD-46B9-B682-D86D386EFA60}"/>
              </a:ext>
            </a:extLst>
          </p:cNvPr>
          <p:cNvSpPr>
            <a:spLocks noGrp="1"/>
          </p:cNvSpPr>
          <p:nvPr>
            <p:ph type="dt" sz="half" idx="10"/>
          </p:nvPr>
        </p:nvSpPr>
        <p:spPr/>
        <p:txBody>
          <a:bodyPr/>
          <a:lstStyle/>
          <a:p>
            <a:fld id="{73E7DF54-8ACD-41DC-BDB1-8185A13E0CD9}" type="datetimeFigureOut">
              <a:rPr lang="en-US" smtClean="0"/>
              <a:t>7/17/2026</a:t>
            </a:fld>
            <a:endParaRPr lang="en-US"/>
          </a:p>
        </p:txBody>
      </p:sp>
      <p:sp>
        <p:nvSpPr>
          <p:cNvPr id="5" name="Footer Placeholder 4">
            <a:extLst>
              <a:ext uri="{FF2B5EF4-FFF2-40B4-BE49-F238E27FC236}">
                <a16:creationId xmlns:a16="http://schemas.microsoft.com/office/drawing/2014/main" id="{7DD15720-7785-42B9-BFE4-3F8639BB034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83494D2-045B-4D6D-BB33-F2AB55940A32}"/>
              </a:ext>
            </a:extLst>
          </p:cNvPr>
          <p:cNvSpPr>
            <a:spLocks noGrp="1"/>
          </p:cNvSpPr>
          <p:nvPr>
            <p:ph type="sldNum" sz="quarter" idx="12"/>
          </p:nvPr>
        </p:nvSpPr>
        <p:spPr/>
        <p:txBody>
          <a:bodyPr/>
          <a:lstStyle/>
          <a:p>
            <a:fld id="{39AF2C68-7307-4ABC-ACA5-6121DB7623C3}" type="slidenum">
              <a:rPr lang="en-US" smtClean="0"/>
              <a:t>‹#›</a:t>
            </a:fld>
            <a:endParaRPr lang="en-US"/>
          </a:p>
        </p:txBody>
      </p:sp>
    </p:spTree>
    <p:extLst>
      <p:ext uri="{BB962C8B-B14F-4D97-AF65-F5344CB8AC3E}">
        <p14:creationId xmlns:p14="http://schemas.microsoft.com/office/powerpoint/2010/main" val="209597670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Image Title">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646816"/>
            <a:ext cx="12189600" cy="4991640"/>
          </a:xfrm>
          <a:prstGeom prst="rect">
            <a:avLst/>
          </a:prstGeom>
        </p:spPr>
      </p:pic>
      <p:sp>
        <p:nvSpPr>
          <p:cNvPr id="6" name="Rectangle 5"/>
          <p:cNvSpPr/>
          <p:nvPr userDrawn="1"/>
        </p:nvSpPr>
        <p:spPr>
          <a:xfrm>
            <a:off x="0" y="4199439"/>
            <a:ext cx="12192000" cy="1440000"/>
          </a:xfrm>
          <a:prstGeom prst="rect">
            <a:avLst/>
          </a:prstGeom>
          <a:solidFill>
            <a:schemeClr val="accent4">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Picture 11">
            <a:extLst>
              <a:ext uri="{FF2B5EF4-FFF2-40B4-BE49-F238E27FC236}">
                <a16:creationId xmlns:a16="http://schemas.microsoft.com/office/drawing/2014/main" id="{6480B215-A81F-481D-8C0E-6BF46A615633}"/>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1038999" y="5879560"/>
            <a:ext cx="829976" cy="621252"/>
          </a:xfrm>
          <a:prstGeom prst="rect">
            <a:avLst/>
          </a:prstGeom>
        </p:spPr>
      </p:pic>
      <p:sp>
        <p:nvSpPr>
          <p:cNvPr id="2" name="Title 1">
            <a:extLst>
              <a:ext uri="{FF2B5EF4-FFF2-40B4-BE49-F238E27FC236}">
                <a16:creationId xmlns:a16="http://schemas.microsoft.com/office/drawing/2014/main" id="{4D6C11B0-82D2-4B1D-A080-5DEC7B98E43A}"/>
              </a:ext>
            </a:extLst>
          </p:cNvPr>
          <p:cNvSpPr>
            <a:spLocks noGrp="1"/>
          </p:cNvSpPr>
          <p:nvPr>
            <p:ph type="ctrTitle"/>
          </p:nvPr>
        </p:nvSpPr>
        <p:spPr>
          <a:xfrm>
            <a:off x="514350" y="4199439"/>
            <a:ext cx="8472253" cy="1440000"/>
          </a:xfrm>
        </p:spPr>
        <p:txBody>
          <a:bodyPr anchor="ctr" anchorCtr="0"/>
          <a:lstStyle>
            <a:lvl1pPr algn="l">
              <a:defRPr sz="4400" b="1" cap="all" baseline="0">
                <a:solidFill>
                  <a:schemeClr val="bg1"/>
                </a:solidFill>
              </a:defRPr>
            </a:lvl1pPr>
          </a:lstStyle>
          <a:p>
            <a:r>
              <a:rPr lang="en-US" dirty="0"/>
              <a:t>Click to edit Master title style</a:t>
            </a:r>
            <a:endParaRPr lang="en-GB" dirty="0"/>
          </a:p>
        </p:txBody>
      </p:sp>
      <p:pic>
        <p:nvPicPr>
          <p:cNvPr id="7" name="Picture 6"/>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10570527" y="4387563"/>
            <a:ext cx="1298448" cy="1063752"/>
          </a:xfrm>
          <a:prstGeom prst="rect">
            <a:avLst/>
          </a:prstGeom>
        </p:spPr>
      </p:pic>
    </p:spTree>
    <p:extLst>
      <p:ext uri="{BB962C8B-B14F-4D97-AF65-F5344CB8AC3E}">
        <p14:creationId xmlns:p14="http://schemas.microsoft.com/office/powerpoint/2010/main" val="324075064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2BE79-9CF6-49D0-828F-83304EE10FA4}"/>
              </a:ext>
            </a:extLst>
          </p:cNvPr>
          <p:cNvSpPr>
            <a:spLocks noGrp="1"/>
          </p:cNvSpPr>
          <p:nvPr>
            <p:ph type="title"/>
          </p:nvPr>
        </p:nvSpPr>
        <p:spPr>
          <a:xfrm>
            <a:off x="1511276" y="210344"/>
            <a:ext cx="8902723" cy="984247"/>
          </a:xfrm>
        </p:spPr>
        <p:txBody>
          <a:bodyPr/>
          <a:lstStyle/>
          <a:p>
            <a:r>
              <a:rPr lang="en-US"/>
              <a:t>Click to edit Master title style</a:t>
            </a:r>
            <a:endParaRPr lang="en-GB" dirty="0"/>
          </a:p>
        </p:txBody>
      </p:sp>
      <p:sp>
        <p:nvSpPr>
          <p:cNvPr id="3" name="Content Placeholder 2">
            <a:extLst>
              <a:ext uri="{FF2B5EF4-FFF2-40B4-BE49-F238E27FC236}">
                <a16:creationId xmlns:a16="http://schemas.microsoft.com/office/drawing/2014/main" id="{15131794-EBBB-48C2-B2AE-5771C52F061C}"/>
              </a:ext>
            </a:extLst>
          </p:cNvPr>
          <p:cNvSpPr>
            <a:spLocks noGrp="1"/>
          </p:cNvSpPr>
          <p:nvPr>
            <p:ph idx="1"/>
          </p:nvPr>
        </p:nvSpPr>
        <p:spPr/>
        <p:txBody>
          <a:bodyPr/>
          <a:lstStyle>
            <a:lvl3pPr marL="400050" indent="-195263">
              <a:defRPr/>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Footer Placeholder 4">
            <a:extLst>
              <a:ext uri="{FF2B5EF4-FFF2-40B4-BE49-F238E27FC236}">
                <a16:creationId xmlns:a16="http://schemas.microsoft.com/office/drawing/2014/main" id="{E9A396C8-82EE-4828-BB90-F70077CC6504}"/>
              </a:ext>
            </a:extLst>
          </p:cNvPr>
          <p:cNvSpPr>
            <a:spLocks noGrp="1"/>
          </p:cNvSpPr>
          <p:nvPr>
            <p:ph type="ftr" sz="quarter" idx="11"/>
          </p:nvPr>
        </p:nvSpPr>
        <p:spPr/>
        <p:txBody>
          <a:bodyPr/>
          <a:lstStyle/>
          <a:p>
            <a:r>
              <a:rPr lang="en-GB" dirty="0"/>
              <a:t>Presentation title in footer</a:t>
            </a:r>
          </a:p>
        </p:txBody>
      </p:sp>
      <p:sp>
        <p:nvSpPr>
          <p:cNvPr id="6" name="Slide Number Placeholder 5">
            <a:extLst>
              <a:ext uri="{FF2B5EF4-FFF2-40B4-BE49-F238E27FC236}">
                <a16:creationId xmlns:a16="http://schemas.microsoft.com/office/drawing/2014/main" id="{033CAEA2-92AB-4512-A9D7-FD0A72486257}"/>
              </a:ext>
            </a:extLst>
          </p:cNvPr>
          <p:cNvSpPr>
            <a:spLocks noGrp="1"/>
          </p:cNvSpPr>
          <p:nvPr>
            <p:ph type="sldNum" sz="quarter" idx="12"/>
          </p:nvPr>
        </p:nvSpPr>
        <p:spPr/>
        <p:txBody>
          <a:bodyPr/>
          <a:lstStyle/>
          <a:p>
            <a:fld id="{F4C94289-3309-4C35-850A-56FD49B3E346}" type="slidenum">
              <a:rPr lang="en-GB" smtClean="0"/>
              <a:t>‹#›</a:t>
            </a:fld>
            <a:endParaRPr lang="en-GB" dirty="0"/>
          </a:p>
        </p:txBody>
      </p:sp>
      <p:sp>
        <p:nvSpPr>
          <p:cNvPr id="14" name="Rectangle 13"/>
          <p:cNvSpPr/>
          <p:nvPr userDrawn="1"/>
        </p:nvSpPr>
        <p:spPr>
          <a:xfrm>
            <a:off x="0" y="678873"/>
            <a:ext cx="207818" cy="5968783"/>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21" name="Group 20"/>
          <p:cNvGrpSpPr/>
          <p:nvPr userDrawn="1"/>
        </p:nvGrpSpPr>
        <p:grpSpPr>
          <a:xfrm>
            <a:off x="515937" y="326276"/>
            <a:ext cx="902611" cy="902611"/>
            <a:chOff x="515937" y="326276"/>
            <a:chExt cx="902611" cy="902611"/>
          </a:xfrm>
        </p:grpSpPr>
        <p:grpSp>
          <p:nvGrpSpPr>
            <p:cNvPr id="17" name="Group 16"/>
            <p:cNvGrpSpPr/>
            <p:nvPr/>
          </p:nvGrpSpPr>
          <p:grpSpPr>
            <a:xfrm>
              <a:off x="515937" y="326276"/>
              <a:ext cx="902611" cy="902611"/>
              <a:chOff x="4492144" y="190843"/>
              <a:chExt cx="855656" cy="855656"/>
            </a:xfrm>
          </p:grpSpPr>
          <p:sp>
            <p:nvSpPr>
              <p:cNvPr id="18" name="Oval 17"/>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Oval 18"/>
              <p:cNvSpPr/>
              <p:nvPr/>
            </p:nvSpPr>
            <p:spPr>
              <a:xfrm>
                <a:off x="4551137" y="249836"/>
                <a:ext cx="737671" cy="737671"/>
              </a:xfrm>
              <a:prstGeom prst="ellipse">
                <a:avLst/>
              </a:prstGeom>
              <a:solidFill>
                <a:schemeClr val="accent4"/>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20" name="Picture 19"/>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716882" y="590129"/>
              <a:ext cx="457200" cy="374904"/>
            </a:xfrm>
            <a:prstGeom prst="rect">
              <a:avLst/>
            </a:prstGeom>
          </p:spPr>
        </p:pic>
      </p:grpSp>
    </p:spTree>
    <p:extLst>
      <p:ext uri="{BB962C8B-B14F-4D97-AF65-F5344CB8AC3E}">
        <p14:creationId xmlns:p14="http://schemas.microsoft.com/office/powerpoint/2010/main" val="394872410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2BE79-9CF6-49D0-828F-83304EE10FA4}"/>
              </a:ext>
            </a:extLst>
          </p:cNvPr>
          <p:cNvSpPr>
            <a:spLocks noGrp="1"/>
          </p:cNvSpPr>
          <p:nvPr>
            <p:ph type="title"/>
          </p:nvPr>
        </p:nvSpPr>
        <p:spPr>
          <a:xfrm>
            <a:off x="1511277" y="210344"/>
            <a:ext cx="8902723" cy="984247"/>
          </a:xfrm>
        </p:spPr>
        <p:txBody>
          <a:bodyPr/>
          <a:lstStyle/>
          <a:p>
            <a:r>
              <a:rPr lang="en-US"/>
              <a:t>Click to edit Master title style</a:t>
            </a:r>
            <a:endParaRPr lang="en-GB" dirty="0"/>
          </a:p>
        </p:txBody>
      </p:sp>
      <p:sp>
        <p:nvSpPr>
          <p:cNvPr id="3" name="Content Placeholder 2">
            <a:extLst>
              <a:ext uri="{FF2B5EF4-FFF2-40B4-BE49-F238E27FC236}">
                <a16:creationId xmlns:a16="http://schemas.microsoft.com/office/drawing/2014/main" id="{15131794-EBBB-48C2-B2AE-5771C52F061C}"/>
              </a:ext>
            </a:extLst>
          </p:cNvPr>
          <p:cNvSpPr>
            <a:spLocks noGrp="1"/>
          </p:cNvSpPr>
          <p:nvPr>
            <p:ph idx="1"/>
          </p:nvPr>
        </p:nvSpPr>
        <p:spPr>
          <a:xfrm>
            <a:off x="515937" y="1695450"/>
            <a:ext cx="4824413" cy="4587081"/>
          </a:xfrm>
        </p:spPr>
        <p:txBody>
          <a:bodyPr/>
          <a:lstStyle>
            <a:lvl1pPr>
              <a:defRPr sz="1400"/>
            </a:lvl1pPr>
            <a:lvl2pPr marL="165100" indent="-165100">
              <a:defRPr sz="1400"/>
            </a:lvl2pPr>
            <a:lvl3pPr marL="344488" indent="-160338">
              <a:defRPr sz="1200"/>
            </a:lvl3pPr>
            <a:lvl4pPr marL="544513" indent="-184150">
              <a:defRPr sz="1100"/>
            </a:lvl4pPr>
            <a:lvl5pPr marL="746125" indent="-176213">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Footer Placeholder 4">
            <a:extLst>
              <a:ext uri="{FF2B5EF4-FFF2-40B4-BE49-F238E27FC236}">
                <a16:creationId xmlns:a16="http://schemas.microsoft.com/office/drawing/2014/main" id="{E9A396C8-82EE-4828-BB90-F70077CC6504}"/>
              </a:ext>
            </a:extLst>
          </p:cNvPr>
          <p:cNvSpPr>
            <a:spLocks noGrp="1"/>
          </p:cNvSpPr>
          <p:nvPr>
            <p:ph type="ftr" sz="quarter" idx="11"/>
          </p:nvPr>
        </p:nvSpPr>
        <p:spPr/>
        <p:txBody>
          <a:bodyPr/>
          <a:lstStyle/>
          <a:p>
            <a:r>
              <a:rPr lang="en-GB" dirty="0"/>
              <a:t>Presentation title in footer</a:t>
            </a:r>
          </a:p>
        </p:txBody>
      </p:sp>
      <p:sp>
        <p:nvSpPr>
          <p:cNvPr id="6" name="Slide Number Placeholder 5">
            <a:extLst>
              <a:ext uri="{FF2B5EF4-FFF2-40B4-BE49-F238E27FC236}">
                <a16:creationId xmlns:a16="http://schemas.microsoft.com/office/drawing/2014/main" id="{033CAEA2-92AB-4512-A9D7-FD0A72486257}"/>
              </a:ext>
            </a:extLst>
          </p:cNvPr>
          <p:cNvSpPr>
            <a:spLocks noGrp="1"/>
          </p:cNvSpPr>
          <p:nvPr>
            <p:ph type="sldNum" sz="quarter" idx="12"/>
          </p:nvPr>
        </p:nvSpPr>
        <p:spPr/>
        <p:txBody>
          <a:bodyPr/>
          <a:lstStyle/>
          <a:p>
            <a:fld id="{F4C94289-3309-4C35-850A-56FD49B3E346}" type="slidenum">
              <a:rPr lang="en-GB" smtClean="0"/>
              <a:t>‹#›</a:t>
            </a:fld>
            <a:endParaRPr lang="en-GB" dirty="0"/>
          </a:p>
        </p:txBody>
      </p:sp>
      <p:sp>
        <p:nvSpPr>
          <p:cNvPr id="7" name="Content Placeholder 2">
            <a:extLst>
              <a:ext uri="{FF2B5EF4-FFF2-40B4-BE49-F238E27FC236}">
                <a16:creationId xmlns:a16="http://schemas.microsoft.com/office/drawing/2014/main" id="{50463241-5450-4976-8525-5C06611D08BF}"/>
              </a:ext>
            </a:extLst>
          </p:cNvPr>
          <p:cNvSpPr>
            <a:spLocks noGrp="1"/>
          </p:cNvSpPr>
          <p:nvPr>
            <p:ph idx="13"/>
          </p:nvPr>
        </p:nvSpPr>
        <p:spPr>
          <a:xfrm>
            <a:off x="5591175" y="1695450"/>
            <a:ext cx="6084886" cy="4587081"/>
          </a:xfrm>
        </p:spPr>
        <p:txBody>
          <a:bodyPr/>
          <a:lstStyle>
            <a:lvl1pPr>
              <a:defRPr sz="1400"/>
            </a:lvl1pPr>
            <a:lvl2pPr marL="165100" indent="-165100">
              <a:defRPr sz="1400"/>
            </a:lvl2pPr>
            <a:lvl3pPr marL="344488" indent="-160338">
              <a:defRPr sz="1200"/>
            </a:lvl3pPr>
            <a:lvl4pPr marL="544513" indent="-184150">
              <a:defRPr sz="1100"/>
            </a:lvl4pPr>
            <a:lvl5pPr marL="746125" indent="-176213">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cxnSp>
        <p:nvCxnSpPr>
          <p:cNvPr id="9" name="Straight Connector 8"/>
          <p:cNvCxnSpPr/>
          <p:nvPr userDrawn="1"/>
        </p:nvCxnSpPr>
        <p:spPr>
          <a:xfrm>
            <a:off x="515938" y="1344706"/>
            <a:ext cx="11160123"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Rectangle 16"/>
          <p:cNvSpPr/>
          <p:nvPr userDrawn="1"/>
        </p:nvSpPr>
        <p:spPr>
          <a:xfrm>
            <a:off x="0" y="678873"/>
            <a:ext cx="207818" cy="5968783"/>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23" name="Group 22"/>
          <p:cNvGrpSpPr/>
          <p:nvPr userDrawn="1"/>
        </p:nvGrpSpPr>
        <p:grpSpPr>
          <a:xfrm>
            <a:off x="515937" y="326276"/>
            <a:ext cx="902611" cy="902611"/>
            <a:chOff x="515937" y="326276"/>
            <a:chExt cx="902611" cy="902611"/>
          </a:xfrm>
        </p:grpSpPr>
        <p:grpSp>
          <p:nvGrpSpPr>
            <p:cNvPr id="24" name="Group 23"/>
            <p:cNvGrpSpPr/>
            <p:nvPr/>
          </p:nvGrpSpPr>
          <p:grpSpPr>
            <a:xfrm>
              <a:off x="515937" y="326276"/>
              <a:ext cx="902611" cy="902611"/>
              <a:chOff x="4492144" y="190843"/>
              <a:chExt cx="855656" cy="855656"/>
            </a:xfrm>
          </p:grpSpPr>
          <p:sp>
            <p:nvSpPr>
              <p:cNvPr id="26" name="Oval 25"/>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Oval 26"/>
              <p:cNvSpPr/>
              <p:nvPr/>
            </p:nvSpPr>
            <p:spPr>
              <a:xfrm>
                <a:off x="4551137" y="249836"/>
                <a:ext cx="737671" cy="737671"/>
              </a:xfrm>
              <a:prstGeom prst="ellipse">
                <a:avLst/>
              </a:prstGeom>
              <a:solidFill>
                <a:schemeClr val="accent4"/>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25" name="Picture 24"/>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716882" y="590129"/>
              <a:ext cx="457200" cy="374904"/>
            </a:xfrm>
            <a:prstGeom prst="rect">
              <a:avLst/>
            </a:prstGeom>
          </p:spPr>
        </p:pic>
      </p:grpSp>
    </p:spTree>
    <p:extLst>
      <p:ext uri="{BB962C8B-B14F-4D97-AF65-F5344CB8AC3E}">
        <p14:creationId xmlns:p14="http://schemas.microsoft.com/office/powerpoint/2010/main" val="101720818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9108513E-D1D6-4909-A6A1-E798C38409CA}"/>
              </a:ext>
            </a:extLst>
          </p:cNvPr>
          <p:cNvSpPr>
            <a:spLocks noGrp="1"/>
          </p:cNvSpPr>
          <p:nvPr>
            <p:ph type="ftr" sz="quarter" idx="11"/>
          </p:nvPr>
        </p:nvSpPr>
        <p:spPr/>
        <p:txBody>
          <a:bodyPr/>
          <a:lstStyle/>
          <a:p>
            <a:r>
              <a:rPr lang="en-GB" dirty="0"/>
              <a:t>Presentation title in footer</a:t>
            </a:r>
          </a:p>
        </p:txBody>
      </p:sp>
      <p:sp>
        <p:nvSpPr>
          <p:cNvPr id="5" name="Slide Number Placeholder 4">
            <a:extLst>
              <a:ext uri="{FF2B5EF4-FFF2-40B4-BE49-F238E27FC236}">
                <a16:creationId xmlns:a16="http://schemas.microsoft.com/office/drawing/2014/main" id="{9881A9FA-9619-43AB-B085-D7F021094F68}"/>
              </a:ext>
            </a:extLst>
          </p:cNvPr>
          <p:cNvSpPr>
            <a:spLocks noGrp="1"/>
          </p:cNvSpPr>
          <p:nvPr>
            <p:ph type="sldNum" sz="quarter" idx="12"/>
          </p:nvPr>
        </p:nvSpPr>
        <p:spPr/>
        <p:txBody>
          <a:bodyPr/>
          <a:lstStyle/>
          <a:p>
            <a:fld id="{F4C94289-3309-4C35-850A-56FD49B3E346}" type="slidenum">
              <a:rPr lang="en-GB" smtClean="0"/>
              <a:t>‹#›</a:t>
            </a:fld>
            <a:endParaRPr lang="en-GB" dirty="0"/>
          </a:p>
        </p:txBody>
      </p:sp>
      <p:sp>
        <p:nvSpPr>
          <p:cNvPr id="6" name="Title 5"/>
          <p:cNvSpPr>
            <a:spLocks noGrp="1"/>
          </p:cNvSpPr>
          <p:nvPr>
            <p:ph type="title"/>
          </p:nvPr>
        </p:nvSpPr>
        <p:spPr>
          <a:xfrm>
            <a:off x="1511277" y="210344"/>
            <a:ext cx="8902723" cy="984247"/>
          </a:xfrm>
        </p:spPr>
        <p:txBody>
          <a:bodyPr/>
          <a:lstStyle/>
          <a:p>
            <a:r>
              <a:rPr lang="en-US"/>
              <a:t>Click to edit Master title style</a:t>
            </a:r>
          </a:p>
        </p:txBody>
      </p:sp>
      <p:sp>
        <p:nvSpPr>
          <p:cNvPr id="14" name="Rectangle 13"/>
          <p:cNvSpPr/>
          <p:nvPr userDrawn="1"/>
        </p:nvSpPr>
        <p:spPr>
          <a:xfrm>
            <a:off x="0" y="678873"/>
            <a:ext cx="207818" cy="5968783"/>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20" name="Group 19"/>
          <p:cNvGrpSpPr/>
          <p:nvPr userDrawn="1"/>
        </p:nvGrpSpPr>
        <p:grpSpPr>
          <a:xfrm>
            <a:off x="515937" y="326276"/>
            <a:ext cx="902611" cy="902611"/>
            <a:chOff x="515937" y="326276"/>
            <a:chExt cx="902611" cy="902611"/>
          </a:xfrm>
        </p:grpSpPr>
        <p:grpSp>
          <p:nvGrpSpPr>
            <p:cNvPr id="21" name="Group 20"/>
            <p:cNvGrpSpPr/>
            <p:nvPr/>
          </p:nvGrpSpPr>
          <p:grpSpPr>
            <a:xfrm>
              <a:off x="515937" y="326276"/>
              <a:ext cx="902611" cy="902611"/>
              <a:chOff x="4492144" y="190843"/>
              <a:chExt cx="855656" cy="855656"/>
            </a:xfrm>
          </p:grpSpPr>
          <p:sp>
            <p:nvSpPr>
              <p:cNvPr id="23" name="Oval 22"/>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Oval 23"/>
              <p:cNvSpPr/>
              <p:nvPr/>
            </p:nvSpPr>
            <p:spPr>
              <a:xfrm>
                <a:off x="4551137" y="249836"/>
                <a:ext cx="737671" cy="737671"/>
              </a:xfrm>
              <a:prstGeom prst="ellipse">
                <a:avLst/>
              </a:prstGeom>
              <a:solidFill>
                <a:schemeClr val="accent4"/>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22" name="Picture 21"/>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716882" y="590129"/>
              <a:ext cx="457200" cy="374904"/>
            </a:xfrm>
            <a:prstGeom prst="rect">
              <a:avLst/>
            </a:prstGeom>
          </p:spPr>
        </p:pic>
      </p:grpSp>
    </p:spTree>
    <p:extLst>
      <p:ext uri="{BB962C8B-B14F-4D97-AF65-F5344CB8AC3E}">
        <p14:creationId xmlns:p14="http://schemas.microsoft.com/office/powerpoint/2010/main" val="215844857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Image Title">
    <p:spTree>
      <p:nvGrpSpPr>
        <p:cNvPr id="1" name=""/>
        <p:cNvGrpSpPr/>
        <p:nvPr/>
      </p:nvGrpSpPr>
      <p:grpSpPr>
        <a:xfrm>
          <a:off x="0" y="0"/>
          <a:ext cx="0" cy="0"/>
          <a:chOff x="0" y="0"/>
          <a:chExt cx="0" cy="0"/>
        </a:xfrm>
      </p:grpSpPr>
      <p:pic>
        <p:nvPicPr>
          <p:cNvPr id="9" name="Picture 8"/>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646814"/>
            <a:ext cx="12192002" cy="4992624"/>
          </a:xfrm>
          <a:prstGeom prst="rect">
            <a:avLst/>
          </a:prstGeom>
        </p:spPr>
      </p:pic>
      <p:sp>
        <p:nvSpPr>
          <p:cNvPr id="6" name="Rectangle 5"/>
          <p:cNvSpPr/>
          <p:nvPr userDrawn="1"/>
        </p:nvSpPr>
        <p:spPr>
          <a:xfrm>
            <a:off x="0" y="4199439"/>
            <a:ext cx="12192000" cy="1440000"/>
          </a:xfrm>
          <a:prstGeom prst="rect">
            <a:avLst/>
          </a:prstGeom>
          <a:solidFill>
            <a:schemeClr val="accent3">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Picture 11">
            <a:extLst>
              <a:ext uri="{FF2B5EF4-FFF2-40B4-BE49-F238E27FC236}">
                <a16:creationId xmlns:a16="http://schemas.microsoft.com/office/drawing/2014/main" id="{6480B215-A81F-481D-8C0E-6BF46A615633}"/>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1038999" y="5879560"/>
            <a:ext cx="829976" cy="621252"/>
          </a:xfrm>
          <a:prstGeom prst="rect">
            <a:avLst/>
          </a:prstGeom>
        </p:spPr>
      </p:pic>
      <p:sp>
        <p:nvSpPr>
          <p:cNvPr id="2" name="Title 1">
            <a:extLst>
              <a:ext uri="{FF2B5EF4-FFF2-40B4-BE49-F238E27FC236}">
                <a16:creationId xmlns:a16="http://schemas.microsoft.com/office/drawing/2014/main" id="{4D6C11B0-82D2-4B1D-A080-5DEC7B98E43A}"/>
              </a:ext>
            </a:extLst>
          </p:cNvPr>
          <p:cNvSpPr>
            <a:spLocks noGrp="1"/>
          </p:cNvSpPr>
          <p:nvPr>
            <p:ph type="ctrTitle"/>
          </p:nvPr>
        </p:nvSpPr>
        <p:spPr>
          <a:xfrm>
            <a:off x="514350" y="4199439"/>
            <a:ext cx="8472253" cy="1440000"/>
          </a:xfrm>
        </p:spPr>
        <p:txBody>
          <a:bodyPr anchor="ctr" anchorCtr="0"/>
          <a:lstStyle>
            <a:lvl1pPr algn="l">
              <a:defRPr sz="4400" b="1" cap="all" baseline="0">
                <a:solidFill>
                  <a:schemeClr val="bg1"/>
                </a:solidFill>
              </a:defRPr>
            </a:lvl1pPr>
          </a:lstStyle>
          <a:p>
            <a:r>
              <a:rPr lang="en-US" dirty="0"/>
              <a:t>Click to edit Master title style</a:t>
            </a:r>
            <a:endParaRPr lang="en-GB" dirty="0"/>
          </a:p>
        </p:txBody>
      </p:sp>
      <p:pic>
        <p:nvPicPr>
          <p:cNvPr id="5" name="Picture 4"/>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10732071" y="4346415"/>
            <a:ext cx="1136904" cy="1146048"/>
          </a:xfrm>
          <a:prstGeom prst="rect">
            <a:avLst/>
          </a:prstGeom>
        </p:spPr>
      </p:pic>
    </p:spTree>
    <p:extLst>
      <p:ext uri="{BB962C8B-B14F-4D97-AF65-F5344CB8AC3E}">
        <p14:creationId xmlns:p14="http://schemas.microsoft.com/office/powerpoint/2010/main" val="337213228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2BE79-9CF6-49D0-828F-83304EE10FA4}"/>
              </a:ext>
            </a:extLst>
          </p:cNvPr>
          <p:cNvSpPr>
            <a:spLocks noGrp="1"/>
          </p:cNvSpPr>
          <p:nvPr>
            <p:ph type="title"/>
          </p:nvPr>
        </p:nvSpPr>
        <p:spPr>
          <a:xfrm>
            <a:off x="1511276" y="210344"/>
            <a:ext cx="8902723" cy="984247"/>
          </a:xfrm>
        </p:spPr>
        <p:txBody>
          <a:bodyPr/>
          <a:lstStyle/>
          <a:p>
            <a:r>
              <a:rPr lang="en-US"/>
              <a:t>Click to edit Master title style</a:t>
            </a:r>
            <a:endParaRPr lang="en-GB" dirty="0"/>
          </a:p>
        </p:txBody>
      </p:sp>
      <p:sp>
        <p:nvSpPr>
          <p:cNvPr id="3" name="Content Placeholder 2">
            <a:extLst>
              <a:ext uri="{FF2B5EF4-FFF2-40B4-BE49-F238E27FC236}">
                <a16:creationId xmlns:a16="http://schemas.microsoft.com/office/drawing/2014/main" id="{15131794-EBBB-48C2-B2AE-5771C52F061C}"/>
              </a:ext>
            </a:extLst>
          </p:cNvPr>
          <p:cNvSpPr>
            <a:spLocks noGrp="1"/>
          </p:cNvSpPr>
          <p:nvPr>
            <p:ph idx="1"/>
          </p:nvPr>
        </p:nvSpPr>
        <p:spPr/>
        <p:txBody>
          <a:bodyPr/>
          <a:lstStyle>
            <a:lvl3pPr marL="400050" indent="-195263">
              <a:defRPr/>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Footer Placeholder 4">
            <a:extLst>
              <a:ext uri="{FF2B5EF4-FFF2-40B4-BE49-F238E27FC236}">
                <a16:creationId xmlns:a16="http://schemas.microsoft.com/office/drawing/2014/main" id="{E9A396C8-82EE-4828-BB90-F70077CC6504}"/>
              </a:ext>
            </a:extLst>
          </p:cNvPr>
          <p:cNvSpPr>
            <a:spLocks noGrp="1"/>
          </p:cNvSpPr>
          <p:nvPr>
            <p:ph type="ftr" sz="quarter" idx="11"/>
          </p:nvPr>
        </p:nvSpPr>
        <p:spPr/>
        <p:txBody>
          <a:bodyPr/>
          <a:lstStyle/>
          <a:p>
            <a:r>
              <a:rPr lang="en-GB" dirty="0"/>
              <a:t>Presentation title in footer</a:t>
            </a:r>
          </a:p>
        </p:txBody>
      </p:sp>
      <p:sp>
        <p:nvSpPr>
          <p:cNvPr id="6" name="Slide Number Placeholder 5">
            <a:extLst>
              <a:ext uri="{FF2B5EF4-FFF2-40B4-BE49-F238E27FC236}">
                <a16:creationId xmlns:a16="http://schemas.microsoft.com/office/drawing/2014/main" id="{033CAEA2-92AB-4512-A9D7-FD0A72486257}"/>
              </a:ext>
            </a:extLst>
          </p:cNvPr>
          <p:cNvSpPr>
            <a:spLocks noGrp="1"/>
          </p:cNvSpPr>
          <p:nvPr>
            <p:ph type="sldNum" sz="quarter" idx="12"/>
          </p:nvPr>
        </p:nvSpPr>
        <p:spPr/>
        <p:txBody>
          <a:bodyPr/>
          <a:lstStyle/>
          <a:p>
            <a:fld id="{F4C94289-3309-4C35-850A-56FD49B3E346}" type="slidenum">
              <a:rPr lang="en-GB" smtClean="0"/>
              <a:t>‹#›</a:t>
            </a:fld>
            <a:endParaRPr lang="en-GB" dirty="0"/>
          </a:p>
        </p:txBody>
      </p:sp>
      <p:sp>
        <p:nvSpPr>
          <p:cNvPr id="14" name="Rectangle 13"/>
          <p:cNvSpPr/>
          <p:nvPr userDrawn="1"/>
        </p:nvSpPr>
        <p:spPr>
          <a:xfrm>
            <a:off x="0" y="678873"/>
            <a:ext cx="207818" cy="5968783"/>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15" name="Group 14"/>
          <p:cNvGrpSpPr/>
          <p:nvPr userDrawn="1"/>
        </p:nvGrpSpPr>
        <p:grpSpPr>
          <a:xfrm>
            <a:off x="515937" y="326276"/>
            <a:ext cx="902611" cy="902611"/>
            <a:chOff x="515937" y="326276"/>
            <a:chExt cx="902611" cy="902611"/>
          </a:xfrm>
        </p:grpSpPr>
        <p:grpSp>
          <p:nvGrpSpPr>
            <p:cNvPr id="17" name="Group 16"/>
            <p:cNvGrpSpPr/>
            <p:nvPr/>
          </p:nvGrpSpPr>
          <p:grpSpPr>
            <a:xfrm>
              <a:off x="515937" y="326276"/>
              <a:ext cx="902611" cy="902611"/>
              <a:chOff x="4492144" y="190843"/>
              <a:chExt cx="855656" cy="855656"/>
            </a:xfrm>
          </p:grpSpPr>
          <p:sp>
            <p:nvSpPr>
              <p:cNvPr id="18" name="Oval 17"/>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Oval 18"/>
              <p:cNvSpPr/>
              <p:nvPr/>
            </p:nvSpPr>
            <p:spPr>
              <a:xfrm>
                <a:off x="4551137" y="249836"/>
                <a:ext cx="737671" cy="737671"/>
              </a:xfrm>
              <a:prstGeom prst="ellipse">
                <a:avLst/>
              </a:prstGeom>
              <a:solidFill>
                <a:schemeClr val="accent3"/>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4" name="Picture 3"/>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737438" y="550582"/>
              <a:ext cx="454152" cy="457200"/>
            </a:xfrm>
            <a:prstGeom prst="rect">
              <a:avLst/>
            </a:prstGeom>
          </p:spPr>
        </p:pic>
      </p:grpSp>
    </p:spTree>
    <p:extLst>
      <p:ext uri="{BB962C8B-B14F-4D97-AF65-F5344CB8AC3E}">
        <p14:creationId xmlns:p14="http://schemas.microsoft.com/office/powerpoint/2010/main" val="11114813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2BE79-9CF6-49D0-828F-83304EE10FA4}"/>
              </a:ext>
            </a:extLst>
          </p:cNvPr>
          <p:cNvSpPr>
            <a:spLocks noGrp="1"/>
          </p:cNvSpPr>
          <p:nvPr>
            <p:ph type="title"/>
          </p:nvPr>
        </p:nvSpPr>
        <p:spPr>
          <a:xfrm>
            <a:off x="1511277" y="210344"/>
            <a:ext cx="8902723" cy="984247"/>
          </a:xfrm>
        </p:spPr>
        <p:txBody>
          <a:bodyPr/>
          <a:lstStyle/>
          <a:p>
            <a:r>
              <a:rPr lang="en-US"/>
              <a:t>Click to edit Master title style</a:t>
            </a:r>
            <a:endParaRPr lang="en-GB" dirty="0"/>
          </a:p>
        </p:txBody>
      </p:sp>
      <p:sp>
        <p:nvSpPr>
          <p:cNvPr id="3" name="Content Placeholder 2">
            <a:extLst>
              <a:ext uri="{FF2B5EF4-FFF2-40B4-BE49-F238E27FC236}">
                <a16:creationId xmlns:a16="http://schemas.microsoft.com/office/drawing/2014/main" id="{15131794-EBBB-48C2-B2AE-5771C52F061C}"/>
              </a:ext>
            </a:extLst>
          </p:cNvPr>
          <p:cNvSpPr>
            <a:spLocks noGrp="1"/>
          </p:cNvSpPr>
          <p:nvPr>
            <p:ph idx="1"/>
          </p:nvPr>
        </p:nvSpPr>
        <p:spPr>
          <a:xfrm>
            <a:off x="515937" y="1695450"/>
            <a:ext cx="4824413" cy="4587081"/>
          </a:xfrm>
        </p:spPr>
        <p:txBody>
          <a:bodyPr/>
          <a:lstStyle>
            <a:lvl1pPr>
              <a:defRPr sz="1400"/>
            </a:lvl1pPr>
            <a:lvl2pPr marL="165100" indent="-165100">
              <a:defRPr sz="1400"/>
            </a:lvl2pPr>
            <a:lvl3pPr marL="344488" indent="-160338">
              <a:defRPr sz="1200"/>
            </a:lvl3pPr>
            <a:lvl4pPr marL="544513" indent="-184150">
              <a:defRPr sz="1100"/>
            </a:lvl4pPr>
            <a:lvl5pPr marL="746125" indent="-176213">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Footer Placeholder 4">
            <a:extLst>
              <a:ext uri="{FF2B5EF4-FFF2-40B4-BE49-F238E27FC236}">
                <a16:creationId xmlns:a16="http://schemas.microsoft.com/office/drawing/2014/main" id="{E9A396C8-82EE-4828-BB90-F70077CC6504}"/>
              </a:ext>
            </a:extLst>
          </p:cNvPr>
          <p:cNvSpPr>
            <a:spLocks noGrp="1"/>
          </p:cNvSpPr>
          <p:nvPr>
            <p:ph type="ftr" sz="quarter" idx="11"/>
          </p:nvPr>
        </p:nvSpPr>
        <p:spPr/>
        <p:txBody>
          <a:bodyPr/>
          <a:lstStyle/>
          <a:p>
            <a:r>
              <a:rPr lang="en-GB" dirty="0"/>
              <a:t>Presentation title in footer</a:t>
            </a:r>
          </a:p>
        </p:txBody>
      </p:sp>
      <p:sp>
        <p:nvSpPr>
          <p:cNvPr id="6" name="Slide Number Placeholder 5">
            <a:extLst>
              <a:ext uri="{FF2B5EF4-FFF2-40B4-BE49-F238E27FC236}">
                <a16:creationId xmlns:a16="http://schemas.microsoft.com/office/drawing/2014/main" id="{033CAEA2-92AB-4512-A9D7-FD0A72486257}"/>
              </a:ext>
            </a:extLst>
          </p:cNvPr>
          <p:cNvSpPr>
            <a:spLocks noGrp="1"/>
          </p:cNvSpPr>
          <p:nvPr>
            <p:ph type="sldNum" sz="quarter" idx="12"/>
          </p:nvPr>
        </p:nvSpPr>
        <p:spPr/>
        <p:txBody>
          <a:bodyPr/>
          <a:lstStyle/>
          <a:p>
            <a:fld id="{F4C94289-3309-4C35-850A-56FD49B3E346}" type="slidenum">
              <a:rPr lang="en-GB" smtClean="0"/>
              <a:t>‹#›</a:t>
            </a:fld>
            <a:endParaRPr lang="en-GB" dirty="0"/>
          </a:p>
        </p:txBody>
      </p:sp>
      <p:sp>
        <p:nvSpPr>
          <p:cNvPr id="7" name="Content Placeholder 2">
            <a:extLst>
              <a:ext uri="{FF2B5EF4-FFF2-40B4-BE49-F238E27FC236}">
                <a16:creationId xmlns:a16="http://schemas.microsoft.com/office/drawing/2014/main" id="{50463241-5450-4976-8525-5C06611D08BF}"/>
              </a:ext>
            </a:extLst>
          </p:cNvPr>
          <p:cNvSpPr>
            <a:spLocks noGrp="1"/>
          </p:cNvSpPr>
          <p:nvPr>
            <p:ph idx="13"/>
          </p:nvPr>
        </p:nvSpPr>
        <p:spPr>
          <a:xfrm>
            <a:off x="5591175" y="1695450"/>
            <a:ext cx="6084886" cy="4587081"/>
          </a:xfrm>
        </p:spPr>
        <p:txBody>
          <a:bodyPr/>
          <a:lstStyle>
            <a:lvl1pPr>
              <a:defRPr sz="1400"/>
            </a:lvl1pPr>
            <a:lvl2pPr marL="165100" indent="-165100">
              <a:defRPr sz="1400"/>
            </a:lvl2pPr>
            <a:lvl3pPr marL="344488" indent="-160338">
              <a:defRPr sz="1200"/>
            </a:lvl3pPr>
            <a:lvl4pPr marL="544513" indent="-184150">
              <a:defRPr sz="1100"/>
            </a:lvl4pPr>
            <a:lvl5pPr marL="746125" indent="-176213">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cxnSp>
        <p:nvCxnSpPr>
          <p:cNvPr id="9" name="Straight Connector 8"/>
          <p:cNvCxnSpPr/>
          <p:nvPr userDrawn="1"/>
        </p:nvCxnSpPr>
        <p:spPr>
          <a:xfrm>
            <a:off x="515938" y="1344706"/>
            <a:ext cx="11160123"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Rectangle 16"/>
          <p:cNvSpPr/>
          <p:nvPr userDrawn="1"/>
        </p:nvSpPr>
        <p:spPr>
          <a:xfrm>
            <a:off x="0" y="678873"/>
            <a:ext cx="207818" cy="5968783"/>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21" name="Group 20"/>
          <p:cNvGrpSpPr/>
          <p:nvPr userDrawn="1"/>
        </p:nvGrpSpPr>
        <p:grpSpPr>
          <a:xfrm>
            <a:off x="515937" y="326276"/>
            <a:ext cx="902611" cy="902611"/>
            <a:chOff x="515937" y="326276"/>
            <a:chExt cx="902611" cy="902611"/>
          </a:xfrm>
        </p:grpSpPr>
        <p:grpSp>
          <p:nvGrpSpPr>
            <p:cNvPr id="22" name="Group 21"/>
            <p:cNvGrpSpPr/>
            <p:nvPr/>
          </p:nvGrpSpPr>
          <p:grpSpPr>
            <a:xfrm>
              <a:off x="515937" y="326276"/>
              <a:ext cx="902611" cy="902611"/>
              <a:chOff x="4492144" y="190843"/>
              <a:chExt cx="855656" cy="855656"/>
            </a:xfrm>
          </p:grpSpPr>
          <p:sp>
            <p:nvSpPr>
              <p:cNvPr id="29" name="Oval 28"/>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 name="Oval 29"/>
              <p:cNvSpPr/>
              <p:nvPr/>
            </p:nvSpPr>
            <p:spPr>
              <a:xfrm>
                <a:off x="4551137" y="249836"/>
                <a:ext cx="737671" cy="737671"/>
              </a:xfrm>
              <a:prstGeom prst="ellipse">
                <a:avLst/>
              </a:prstGeom>
              <a:solidFill>
                <a:schemeClr val="accent3"/>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28" name="Picture 27"/>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737438" y="550582"/>
              <a:ext cx="454152" cy="457200"/>
            </a:xfrm>
            <a:prstGeom prst="rect">
              <a:avLst/>
            </a:prstGeom>
          </p:spPr>
        </p:pic>
      </p:grpSp>
    </p:spTree>
    <p:extLst>
      <p:ext uri="{BB962C8B-B14F-4D97-AF65-F5344CB8AC3E}">
        <p14:creationId xmlns:p14="http://schemas.microsoft.com/office/powerpoint/2010/main" val="26558601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9108513E-D1D6-4909-A6A1-E798C38409CA}"/>
              </a:ext>
            </a:extLst>
          </p:cNvPr>
          <p:cNvSpPr>
            <a:spLocks noGrp="1"/>
          </p:cNvSpPr>
          <p:nvPr>
            <p:ph type="ftr" sz="quarter" idx="11"/>
          </p:nvPr>
        </p:nvSpPr>
        <p:spPr/>
        <p:txBody>
          <a:bodyPr/>
          <a:lstStyle/>
          <a:p>
            <a:r>
              <a:rPr lang="en-GB" dirty="0"/>
              <a:t>Presentation title in footer</a:t>
            </a:r>
          </a:p>
        </p:txBody>
      </p:sp>
      <p:sp>
        <p:nvSpPr>
          <p:cNvPr id="5" name="Slide Number Placeholder 4">
            <a:extLst>
              <a:ext uri="{FF2B5EF4-FFF2-40B4-BE49-F238E27FC236}">
                <a16:creationId xmlns:a16="http://schemas.microsoft.com/office/drawing/2014/main" id="{9881A9FA-9619-43AB-B085-D7F021094F68}"/>
              </a:ext>
            </a:extLst>
          </p:cNvPr>
          <p:cNvSpPr>
            <a:spLocks noGrp="1"/>
          </p:cNvSpPr>
          <p:nvPr>
            <p:ph type="sldNum" sz="quarter" idx="12"/>
          </p:nvPr>
        </p:nvSpPr>
        <p:spPr/>
        <p:txBody>
          <a:bodyPr/>
          <a:lstStyle/>
          <a:p>
            <a:fld id="{F4C94289-3309-4C35-850A-56FD49B3E346}" type="slidenum">
              <a:rPr lang="en-GB" smtClean="0"/>
              <a:t>‹#›</a:t>
            </a:fld>
            <a:endParaRPr lang="en-GB" dirty="0"/>
          </a:p>
        </p:txBody>
      </p:sp>
      <p:sp>
        <p:nvSpPr>
          <p:cNvPr id="6" name="Title 5"/>
          <p:cNvSpPr>
            <a:spLocks noGrp="1"/>
          </p:cNvSpPr>
          <p:nvPr>
            <p:ph type="title"/>
          </p:nvPr>
        </p:nvSpPr>
        <p:spPr>
          <a:xfrm>
            <a:off x="1511277" y="210344"/>
            <a:ext cx="8902723" cy="984247"/>
          </a:xfrm>
        </p:spPr>
        <p:txBody>
          <a:bodyPr/>
          <a:lstStyle/>
          <a:p>
            <a:r>
              <a:rPr lang="en-US"/>
              <a:t>Click to edit Master title style</a:t>
            </a:r>
          </a:p>
        </p:txBody>
      </p:sp>
      <p:sp>
        <p:nvSpPr>
          <p:cNvPr id="14" name="Rectangle 13"/>
          <p:cNvSpPr/>
          <p:nvPr userDrawn="1"/>
        </p:nvSpPr>
        <p:spPr>
          <a:xfrm>
            <a:off x="0" y="678873"/>
            <a:ext cx="207818" cy="5968783"/>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18" name="Group 17"/>
          <p:cNvGrpSpPr/>
          <p:nvPr userDrawn="1"/>
        </p:nvGrpSpPr>
        <p:grpSpPr>
          <a:xfrm>
            <a:off x="515937" y="326276"/>
            <a:ext cx="902611" cy="902611"/>
            <a:chOff x="515937" y="326276"/>
            <a:chExt cx="902611" cy="902611"/>
          </a:xfrm>
        </p:grpSpPr>
        <p:grpSp>
          <p:nvGrpSpPr>
            <p:cNvPr id="19" name="Group 18"/>
            <p:cNvGrpSpPr/>
            <p:nvPr/>
          </p:nvGrpSpPr>
          <p:grpSpPr>
            <a:xfrm>
              <a:off x="515937" y="326276"/>
              <a:ext cx="902611" cy="902611"/>
              <a:chOff x="4492144" y="190843"/>
              <a:chExt cx="855656" cy="855656"/>
            </a:xfrm>
          </p:grpSpPr>
          <p:sp>
            <p:nvSpPr>
              <p:cNvPr id="26" name="Oval 25"/>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Oval 26"/>
              <p:cNvSpPr/>
              <p:nvPr/>
            </p:nvSpPr>
            <p:spPr>
              <a:xfrm>
                <a:off x="4551137" y="249836"/>
                <a:ext cx="737671" cy="737671"/>
              </a:xfrm>
              <a:prstGeom prst="ellipse">
                <a:avLst/>
              </a:prstGeom>
              <a:solidFill>
                <a:schemeClr val="accent3"/>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25" name="Picture 24"/>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737438" y="550582"/>
              <a:ext cx="454152" cy="457200"/>
            </a:xfrm>
            <a:prstGeom prst="rect">
              <a:avLst/>
            </a:prstGeom>
          </p:spPr>
        </p:pic>
      </p:grpSp>
    </p:spTree>
    <p:extLst>
      <p:ext uri="{BB962C8B-B14F-4D97-AF65-F5344CB8AC3E}">
        <p14:creationId xmlns:p14="http://schemas.microsoft.com/office/powerpoint/2010/main" val="403789772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Image Title">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646325"/>
            <a:ext cx="12193200" cy="4993114"/>
          </a:xfrm>
          <a:prstGeom prst="rect">
            <a:avLst/>
          </a:prstGeom>
        </p:spPr>
      </p:pic>
      <p:sp>
        <p:nvSpPr>
          <p:cNvPr id="6" name="Rectangle 5"/>
          <p:cNvSpPr/>
          <p:nvPr userDrawn="1"/>
        </p:nvSpPr>
        <p:spPr>
          <a:xfrm>
            <a:off x="0" y="4199439"/>
            <a:ext cx="12192000" cy="1440000"/>
          </a:xfrm>
          <a:prstGeom prst="rect">
            <a:avLst/>
          </a:prstGeom>
          <a:solidFill>
            <a:srgbClr val="995AB9">
              <a:alpha val="7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Picture 11">
            <a:extLst>
              <a:ext uri="{FF2B5EF4-FFF2-40B4-BE49-F238E27FC236}">
                <a16:creationId xmlns:a16="http://schemas.microsoft.com/office/drawing/2014/main" id="{6480B215-A81F-481D-8C0E-6BF46A615633}"/>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1038999" y="5879560"/>
            <a:ext cx="829976" cy="621252"/>
          </a:xfrm>
          <a:prstGeom prst="rect">
            <a:avLst/>
          </a:prstGeom>
        </p:spPr>
      </p:pic>
      <p:sp>
        <p:nvSpPr>
          <p:cNvPr id="2" name="Title 1">
            <a:extLst>
              <a:ext uri="{FF2B5EF4-FFF2-40B4-BE49-F238E27FC236}">
                <a16:creationId xmlns:a16="http://schemas.microsoft.com/office/drawing/2014/main" id="{4D6C11B0-82D2-4B1D-A080-5DEC7B98E43A}"/>
              </a:ext>
            </a:extLst>
          </p:cNvPr>
          <p:cNvSpPr>
            <a:spLocks noGrp="1"/>
          </p:cNvSpPr>
          <p:nvPr>
            <p:ph type="ctrTitle"/>
          </p:nvPr>
        </p:nvSpPr>
        <p:spPr>
          <a:xfrm>
            <a:off x="514350" y="4199439"/>
            <a:ext cx="8472253" cy="1440000"/>
          </a:xfrm>
        </p:spPr>
        <p:txBody>
          <a:bodyPr anchor="ctr" anchorCtr="0"/>
          <a:lstStyle>
            <a:lvl1pPr algn="l">
              <a:defRPr sz="4400" b="1" cap="all" baseline="0">
                <a:solidFill>
                  <a:schemeClr val="bg1"/>
                </a:solidFill>
              </a:defRPr>
            </a:lvl1pPr>
          </a:lstStyle>
          <a:p>
            <a:r>
              <a:rPr lang="en-US" dirty="0"/>
              <a:t>Click to edit Master title style</a:t>
            </a:r>
            <a:endParaRPr lang="en-GB" dirty="0"/>
          </a:p>
        </p:txBody>
      </p:sp>
      <p:pic>
        <p:nvPicPr>
          <p:cNvPr id="7" name="Picture 6"/>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10719879" y="4344891"/>
            <a:ext cx="1149096" cy="1149096"/>
          </a:xfrm>
          <a:prstGeom prst="rect">
            <a:avLst/>
          </a:prstGeom>
        </p:spPr>
      </p:pic>
    </p:spTree>
    <p:extLst>
      <p:ext uri="{BB962C8B-B14F-4D97-AF65-F5344CB8AC3E}">
        <p14:creationId xmlns:p14="http://schemas.microsoft.com/office/powerpoint/2010/main" val="109963454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2BE79-9CF6-49D0-828F-83304EE10FA4}"/>
              </a:ext>
            </a:extLst>
          </p:cNvPr>
          <p:cNvSpPr>
            <a:spLocks noGrp="1"/>
          </p:cNvSpPr>
          <p:nvPr>
            <p:ph type="title"/>
          </p:nvPr>
        </p:nvSpPr>
        <p:spPr>
          <a:xfrm>
            <a:off x="1511276" y="210344"/>
            <a:ext cx="8902723" cy="984247"/>
          </a:xfrm>
        </p:spPr>
        <p:txBody>
          <a:bodyPr/>
          <a:lstStyle/>
          <a:p>
            <a:r>
              <a:rPr lang="en-US"/>
              <a:t>Click to edit Master title style</a:t>
            </a:r>
            <a:endParaRPr lang="en-GB" dirty="0"/>
          </a:p>
        </p:txBody>
      </p:sp>
      <p:sp>
        <p:nvSpPr>
          <p:cNvPr id="3" name="Content Placeholder 2">
            <a:extLst>
              <a:ext uri="{FF2B5EF4-FFF2-40B4-BE49-F238E27FC236}">
                <a16:creationId xmlns:a16="http://schemas.microsoft.com/office/drawing/2014/main" id="{15131794-EBBB-48C2-B2AE-5771C52F061C}"/>
              </a:ext>
            </a:extLst>
          </p:cNvPr>
          <p:cNvSpPr>
            <a:spLocks noGrp="1"/>
          </p:cNvSpPr>
          <p:nvPr>
            <p:ph idx="1"/>
          </p:nvPr>
        </p:nvSpPr>
        <p:spPr/>
        <p:txBody>
          <a:bodyPr/>
          <a:lstStyle>
            <a:lvl3pPr marL="400050" indent="-195263">
              <a:defRPr/>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Footer Placeholder 4">
            <a:extLst>
              <a:ext uri="{FF2B5EF4-FFF2-40B4-BE49-F238E27FC236}">
                <a16:creationId xmlns:a16="http://schemas.microsoft.com/office/drawing/2014/main" id="{E9A396C8-82EE-4828-BB90-F70077CC6504}"/>
              </a:ext>
            </a:extLst>
          </p:cNvPr>
          <p:cNvSpPr>
            <a:spLocks noGrp="1"/>
          </p:cNvSpPr>
          <p:nvPr>
            <p:ph type="ftr" sz="quarter" idx="11"/>
          </p:nvPr>
        </p:nvSpPr>
        <p:spPr/>
        <p:txBody>
          <a:bodyPr/>
          <a:lstStyle/>
          <a:p>
            <a:r>
              <a:rPr lang="en-GB" dirty="0"/>
              <a:t>Presentation title in footer</a:t>
            </a:r>
          </a:p>
        </p:txBody>
      </p:sp>
      <p:sp>
        <p:nvSpPr>
          <p:cNvPr id="6" name="Slide Number Placeholder 5">
            <a:extLst>
              <a:ext uri="{FF2B5EF4-FFF2-40B4-BE49-F238E27FC236}">
                <a16:creationId xmlns:a16="http://schemas.microsoft.com/office/drawing/2014/main" id="{033CAEA2-92AB-4512-A9D7-FD0A72486257}"/>
              </a:ext>
            </a:extLst>
          </p:cNvPr>
          <p:cNvSpPr>
            <a:spLocks noGrp="1"/>
          </p:cNvSpPr>
          <p:nvPr>
            <p:ph type="sldNum" sz="quarter" idx="12"/>
          </p:nvPr>
        </p:nvSpPr>
        <p:spPr/>
        <p:txBody>
          <a:bodyPr/>
          <a:lstStyle/>
          <a:p>
            <a:fld id="{F4C94289-3309-4C35-850A-56FD49B3E346}" type="slidenum">
              <a:rPr lang="en-GB" smtClean="0"/>
              <a:t>‹#›</a:t>
            </a:fld>
            <a:endParaRPr lang="en-GB" dirty="0"/>
          </a:p>
        </p:txBody>
      </p:sp>
      <p:sp>
        <p:nvSpPr>
          <p:cNvPr id="14" name="Rectangle 13"/>
          <p:cNvSpPr/>
          <p:nvPr userDrawn="1"/>
        </p:nvSpPr>
        <p:spPr>
          <a:xfrm>
            <a:off x="0" y="678873"/>
            <a:ext cx="207818" cy="5968783"/>
          </a:xfrm>
          <a:prstGeom prst="rect">
            <a:avLst/>
          </a:prstGeom>
          <a:solidFill>
            <a:srgbClr val="995AB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21" name="Group 20"/>
          <p:cNvGrpSpPr/>
          <p:nvPr userDrawn="1"/>
        </p:nvGrpSpPr>
        <p:grpSpPr>
          <a:xfrm>
            <a:off x="515937" y="326276"/>
            <a:ext cx="902611" cy="902611"/>
            <a:chOff x="515937" y="326276"/>
            <a:chExt cx="902611" cy="902611"/>
          </a:xfrm>
        </p:grpSpPr>
        <p:grpSp>
          <p:nvGrpSpPr>
            <p:cNvPr id="17" name="Group 16"/>
            <p:cNvGrpSpPr/>
            <p:nvPr/>
          </p:nvGrpSpPr>
          <p:grpSpPr>
            <a:xfrm>
              <a:off x="515937" y="326276"/>
              <a:ext cx="902611" cy="902611"/>
              <a:chOff x="4492144" y="190843"/>
              <a:chExt cx="855656" cy="855656"/>
            </a:xfrm>
          </p:grpSpPr>
          <p:sp>
            <p:nvSpPr>
              <p:cNvPr id="18" name="Oval 17"/>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Oval 18"/>
              <p:cNvSpPr/>
              <p:nvPr/>
            </p:nvSpPr>
            <p:spPr>
              <a:xfrm>
                <a:off x="4551137" y="249836"/>
                <a:ext cx="737671" cy="737671"/>
              </a:xfrm>
              <a:prstGeom prst="ellipse">
                <a:avLst/>
              </a:prstGeom>
              <a:solidFill>
                <a:srgbClr val="995AB9"/>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20" name="Picture 19"/>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753420" y="569630"/>
              <a:ext cx="460248" cy="460248"/>
            </a:xfrm>
            <a:prstGeom prst="rect">
              <a:avLst/>
            </a:prstGeom>
          </p:spPr>
        </p:pic>
      </p:grpSp>
    </p:spTree>
    <p:extLst>
      <p:ext uri="{BB962C8B-B14F-4D97-AF65-F5344CB8AC3E}">
        <p14:creationId xmlns:p14="http://schemas.microsoft.com/office/powerpoint/2010/main" val="99429267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2BE79-9CF6-49D0-828F-83304EE10FA4}"/>
              </a:ext>
            </a:extLst>
          </p:cNvPr>
          <p:cNvSpPr>
            <a:spLocks noGrp="1"/>
          </p:cNvSpPr>
          <p:nvPr>
            <p:ph type="title"/>
          </p:nvPr>
        </p:nvSpPr>
        <p:spPr>
          <a:xfrm>
            <a:off x="1511277" y="210344"/>
            <a:ext cx="8902723" cy="984247"/>
          </a:xfrm>
        </p:spPr>
        <p:txBody>
          <a:bodyPr/>
          <a:lstStyle/>
          <a:p>
            <a:r>
              <a:rPr lang="en-US"/>
              <a:t>Click to edit Master title style</a:t>
            </a:r>
            <a:endParaRPr lang="en-GB" dirty="0"/>
          </a:p>
        </p:txBody>
      </p:sp>
      <p:sp>
        <p:nvSpPr>
          <p:cNvPr id="3" name="Content Placeholder 2">
            <a:extLst>
              <a:ext uri="{FF2B5EF4-FFF2-40B4-BE49-F238E27FC236}">
                <a16:creationId xmlns:a16="http://schemas.microsoft.com/office/drawing/2014/main" id="{15131794-EBBB-48C2-B2AE-5771C52F061C}"/>
              </a:ext>
            </a:extLst>
          </p:cNvPr>
          <p:cNvSpPr>
            <a:spLocks noGrp="1"/>
          </p:cNvSpPr>
          <p:nvPr>
            <p:ph idx="1"/>
          </p:nvPr>
        </p:nvSpPr>
        <p:spPr>
          <a:xfrm>
            <a:off x="515937" y="1695450"/>
            <a:ext cx="4824413" cy="4587081"/>
          </a:xfrm>
        </p:spPr>
        <p:txBody>
          <a:bodyPr/>
          <a:lstStyle>
            <a:lvl1pPr>
              <a:defRPr sz="1400"/>
            </a:lvl1pPr>
            <a:lvl2pPr marL="165100" indent="-165100">
              <a:defRPr sz="1400"/>
            </a:lvl2pPr>
            <a:lvl3pPr marL="344488" indent="-160338">
              <a:defRPr sz="1200"/>
            </a:lvl3pPr>
            <a:lvl4pPr marL="544513" indent="-184150">
              <a:defRPr sz="1100"/>
            </a:lvl4pPr>
            <a:lvl5pPr marL="746125" indent="-176213">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Footer Placeholder 4">
            <a:extLst>
              <a:ext uri="{FF2B5EF4-FFF2-40B4-BE49-F238E27FC236}">
                <a16:creationId xmlns:a16="http://schemas.microsoft.com/office/drawing/2014/main" id="{E9A396C8-82EE-4828-BB90-F70077CC6504}"/>
              </a:ext>
            </a:extLst>
          </p:cNvPr>
          <p:cNvSpPr>
            <a:spLocks noGrp="1"/>
          </p:cNvSpPr>
          <p:nvPr>
            <p:ph type="ftr" sz="quarter" idx="11"/>
          </p:nvPr>
        </p:nvSpPr>
        <p:spPr/>
        <p:txBody>
          <a:bodyPr/>
          <a:lstStyle/>
          <a:p>
            <a:r>
              <a:rPr lang="en-GB" dirty="0"/>
              <a:t>Presentation title in footer</a:t>
            </a:r>
          </a:p>
        </p:txBody>
      </p:sp>
      <p:sp>
        <p:nvSpPr>
          <p:cNvPr id="6" name="Slide Number Placeholder 5">
            <a:extLst>
              <a:ext uri="{FF2B5EF4-FFF2-40B4-BE49-F238E27FC236}">
                <a16:creationId xmlns:a16="http://schemas.microsoft.com/office/drawing/2014/main" id="{033CAEA2-92AB-4512-A9D7-FD0A72486257}"/>
              </a:ext>
            </a:extLst>
          </p:cNvPr>
          <p:cNvSpPr>
            <a:spLocks noGrp="1"/>
          </p:cNvSpPr>
          <p:nvPr>
            <p:ph type="sldNum" sz="quarter" idx="12"/>
          </p:nvPr>
        </p:nvSpPr>
        <p:spPr/>
        <p:txBody>
          <a:bodyPr/>
          <a:lstStyle/>
          <a:p>
            <a:fld id="{F4C94289-3309-4C35-850A-56FD49B3E346}" type="slidenum">
              <a:rPr lang="en-GB" smtClean="0"/>
              <a:t>‹#›</a:t>
            </a:fld>
            <a:endParaRPr lang="en-GB" dirty="0"/>
          </a:p>
        </p:txBody>
      </p:sp>
      <p:sp>
        <p:nvSpPr>
          <p:cNvPr id="7" name="Content Placeholder 2">
            <a:extLst>
              <a:ext uri="{FF2B5EF4-FFF2-40B4-BE49-F238E27FC236}">
                <a16:creationId xmlns:a16="http://schemas.microsoft.com/office/drawing/2014/main" id="{50463241-5450-4976-8525-5C06611D08BF}"/>
              </a:ext>
            </a:extLst>
          </p:cNvPr>
          <p:cNvSpPr>
            <a:spLocks noGrp="1"/>
          </p:cNvSpPr>
          <p:nvPr>
            <p:ph idx="13"/>
          </p:nvPr>
        </p:nvSpPr>
        <p:spPr>
          <a:xfrm>
            <a:off x="5591175" y="1695450"/>
            <a:ext cx="6084886" cy="4587081"/>
          </a:xfrm>
        </p:spPr>
        <p:txBody>
          <a:bodyPr/>
          <a:lstStyle>
            <a:lvl1pPr>
              <a:defRPr sz="1400"/>
            </a:lvl1pPr>
            <a:lvl2pPr marL="165100" indent="-165100">
              <a:defRPr sz="1400"/>
            </a:lvl2pPr>
            <a:lvl3pPr marL="344488" indent="-160338">
              <a:defRPr sz="1200"/>
            </a:lvl3pPr>
            <a:lvl4pPr marL="544513" indent="-184150">
              <a:defRPr sz="1100"/>
            </a:lvl4pPr>
            <a:lvl5pPr marL="746125" indent="-176213">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cxnSp>
        <p:nvCxnSpPr>
          <p:cNvPr id="9" name="Straight Connector 8"/>
          <p:cNvCxnSpPr/>
          <p:nvPr userDrawn="1"/>
        </p:nvCxnSpPr>
        <p:spPr>
          <a:xfrm>
            <a:off x="515938" y="1344706"/>
            <a:ext cx="11160123"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Rectangle 16"/>
          <p:cNvSpPr/>
          <p:nvPr userDrawn="1"/>
        </p:nvSpPr>
        <p:spPr>
          <a:xfrm>
            <a:off x="0" y="678873"/>
            <a:ext cx="207818" cy="5968783"/>
          </a:xfrm>
          <a:prstGeom prst="rect">
            <a:avLst/>
          </a:prstGeom>
          <a:solidFill>
            <a:srgbClr val="995AB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23" name="Group 22"/>
          <p:cNvGrpSpPr/>
          <p:nvPr userDrawn="1"/>
        </p:nvGrpSpPr>
        <p:grpSpPr>
          <a:xfrm>
            <a:off x="515937" y="326276"/>
            <a:ext cx="902611" cy="902611"/>
            <a:chOff x="515937" y="326276"/>
            <a:chExt cx="902611" cy="902611"/>
          </a:xfrm>
        </p:grpSpPr>
        <p:grpSp>
          <p:nvGrpSpPr>
            <p:cNvPr id="24" name="Group 23"/>
            <p:cNvGrpSpPr/>
            <p:nvPr/>
          </p:nvGrpSpPr>
          <p:grpSpPr>
            <a:xfrm>
              <a:off x="515937" y="326276"/>
              <a:ext cx="902611" cy="902611"/>
              <a:chOff x="4492144" y="190843"/>
              <a:chExt cx="855656" cy="855656"/>
            </a:xfrm>
          </p:grpSpPr>
          <p:sp>
            <p:nvSpPr>
              <p:cNvPr id="26" name="Oval 25"/>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Oval 26"/>
              <p:cNvSpPr/>
              <p:nvPr/>
            </p:nvSpPr>
            <p:spPr>
              <a:xfrm>
                <a:off x="4551137" y="249836"/>
                <a:ext cx="737671" cy="737671"/>
              </a:xfrm>
              <a:prstGeom prst="ellipse">
                <a:avLst/>
              </a:prstGeom>
              <a:solidFill>
                <a:srgbClr val="995AB9"/>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25" name="Picture 24"/>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753420" y="569630"/>
              <a:ext cx="460248" cy="460248"/>
            </a:xfrm>
            <a:prstGeom prst="rect">
              <a:avLst/>
            </a:prstGeom>
          </p:spPr>
        </p:pic>
      </p:grpSp>
    </p:spTree>
    <p:extLst>
      <p:ext uri="{BB962C8B-B14F-4D97-AF65-F5344CB8AC3E}">
        <p14:creationId xmlns:p14="http://schemas.microsoft.com/office/powerpoint/2010/main" val="5531630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9108513E-D1D6-4909-A6A1-E798C38409CA}"/>
              </a:ext>
            </a:extLst>
          </p:cNvPr>
          <p:cNvSpPr>
            <a:spLocks noGrp="1"/>
          </p:cNvSpPr>
          <p:nvPr>
            <p:ph type="ftr" sz="quarter" idx="11"/>
          </p:nvPr>
        </p:nvSpPr>
        <p:spPr/>
        <p:txBody>
          <a:bodyPr/>
          <a:lstStyle/>
          <a:p>
            <a:r>
              <a:rPr lang="en-GB" dirty="0"/>
              <a:t>Presentation title in footer</a:t>
            </a:r>
          </a:p>
        </p:txBody>
      </p:sp>
      <p:sp>
        <p:nvSpPr>
          <p:cNvPr id="5" name="Slide Number Placeholder 4">
            <a:extLst>
              <a:ext uri="{FF2B5EF4-FFF2-40B4-BE49-F238E27FC236}">
                <a16:creationId xmlns:a16="http://schemas.microsoft.com/office/drawing/2014/main" id="{9881A9FA-9619-43AB-B085-D7F021094F68}"/>
              </a:ext>
            </a:extLst>
          </p:cNvPr>
          <p:cNvSpPr>
            <a:spLocks noGrp="1"/>
          </p:cNvSpPr>
          <p:nvPr>
            <p:ph type="sldNum" sz="quarter" idx="12"/>
          </p:nvPr>
        </p:nvSpPr>
        <p:spPr/>
        <p:txBody>
          <a:bodyPr/>
          <a:lstStyle/>
          <a:p>
            <a:fld id="{F4C94289-3309-4C35-850A-56FD49B3E346}" type="slidenum">
              <a:rPr lang="en-GB" smtClean="0"/>
              <a:t>‹#›</a:t>
            </a:fld>
            <a:endParaRPr lang="en-GB" dirty="0"/>
          </a:p>
        </p:txBody>
      </p:sp>
      <p:sp>
        <p:nvSpPr>
          <p:cNvPr id="6" name="Title 5"/>
          <p:cNvSpPr>
            <a:spLocks noGrp="1"/>
          </p:cNvSpPr>
          <p:nvPr>
            <p:ph type="title"/>
          </p:nvPr>
        </p:nvSpPr>
        <p:spPr>
          <a:xfrm>
            <a:off x="1511277" y="210344"/>
            <a:ext cx="8902723" cy="984247"/>
          </a:xfrm>
        </p:spPr>
        <p:txBody>
          <a:bodyPr/>
          <a:lstStyle/>
          <a:p>
            <a:r>
              <a:rPr lang="en-US"/>
              <a:t>Click to edit Master title style</a:t>
            </a:r>
          </a:p>
        </p:txBody>
      </p:sp>
      <p:sp>
        <p:nvSpPr>
          <p:cNvPr id="14" name="Rectangle 13"/>
          <p:cNvSpPr/>
          <p:nvPr userDrawn="1"/>
        </p:nvSpPr>
        <p:spPr>
          <a:xfrm>
            <a:off x="0" y="678873"/>
            <a:ext cx="207818" cy="5968783"/>
          </a:xfrm>
          <a:prstGeom prst="rect">
            <a:avLst/>
          </a:prstGeom>
          <a:solidFill>
            <a:srgbClr val="995AB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20" name="Group 19"/>
          <p:cNvGrpSpPr/>
          <p:nvPr userDrawn="1"/>
        </p:nvGrpSpPr>
        <p:grpSpPr>
          <a:xfrm>
            <a:off x="515937" y="326276"/>
            <a:ext cx="902611" cy="902611"/>
            <a:chOff x="515937" y="326276"/>
            <a:chExt cx="902611" cy="902611"/>
          </a:xfrm>
        </p:grpSpPr>
        <p:grpSp>
          <p:nvGrpSpPr>
            <p:cNvPr id="21" name="Group 20"/>
            <p:cNvGrpSpPr/>
            <p:nvPr/>
          </p:nvGrpSpPr>
          <p:grpSpPr>
            <a:xfrm>
              <a:off x="515937" y="326276"/>
              <a:ext cx="902611" cy="902611"/>
              <a:chOff x="4492144" y="190843"/>
              <a:chExt cx="855656" cy="855656"/>
            </a:xfrm>
          </p:grpSpPr>
          <p:sp>
            <p:nvSpPr>
              <p:cNvPr id="23" name="Oval 22"/>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Oval 23"/>
              <p:cNvSpPr/>
              <p:nvPr/>
            </p:nvSpPr>
            <p:spPr>
              <a:xfrm>
                <a:off x="4551137" y="249836"/>
                <a:ext cx="737671" cy="737671"/>
              </a:xfrm>
              <a:prstGeom prst="ellipse">
                <a:avLst/>
              </a:prstGeom>
              <a:solidFill>
                <a:srgbClr val="995AB9"/>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22" name="Picture 21"/>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753420" y="569630"/>
              <a:ext cx="460248" cy="460248"/>
            </a:xfrm>
            <a:prstGeom prst="rect">
              <a:avLst/>
            </a:prstGeom>
          </p:spPr>
        </p:pic>
      </p:grpSp>
    </p:spTree>
    <p:extLst>
      <p:ext uri="{BB962C8B-B14F-4D97-AF65-F5344CB8AC3E}">
        <p14:creationId xmlns:p14="http://schemas.microsoft.com/office/powerpoint/2010/main" val="55653450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Image Title">
    <p:spTree>
      <p:nvGrpSpPr>
        <p:cNvPr id="1" name=""/>
        <p:cNvGrpSpPr/>
        <p:nvPr/>
      </p:nvGrpSpPr>
      <p:grpSpPr>
        <a:xfrm>
          <a:off x="0" y="0"/>
          <a:ext cx="0" cy="0"/>
          <a:chOff x="0" y="0"/>
          <a:chExt cx="0" cy="0"/>
        </a:xfrm>
      </p:grpSpPr>
      <p:pic>
        <p:nvPicPr>
          <p:cNvPr id="5" name="Picture 4"/>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646816"/>
            <a:ext cx="12189600" cy="4991640"/>
          </a:xfrm>
          <a:prstGeom prst="rect">
            <a:avLst/>
          </a:prstGeom>
        </p:spPr>
      </p:pic>
      <p:sp>
        <p:nvSpPr>
          <p:cNvPr id="6" name="Rectangle 5"/>
          <p:cNvSpPr/>
          <p:nvPr userDrawn="1"/>
        </p:nvSpPr>
        <p:spPr>
          <a:xfrm>
            <a:off x="0" y="4199439"/>
            <a:ext cx="12192000" cy="1440000"/>
          </a:xfrm>
          <a:prstGeom prst="rect">
            <a:avLst/>
          </a:prstGeom>
          <a:solidFill>
            <a:schemeClr val="accent6">
              <a:lumMod val="75000"/>
              <a:alpha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Picture 11">
            <a:extLst>
              <a:ext uri="{FF2B5EF4-FFF2-40B4-BE49-F238E27FC236}">
                <a16:creationId xmlns:a16="http://schemas.microsoft.com/office/drawing/2014/main" id="{6480B215-A81F-481D-8C0E-6BF46A615633}"/>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1038999" y="5879560"/>
            <a:ext cx="829976" cy="621252"/>
          </a:xfrm>
          <a:prstGeom prst="rect">
            <a:avLst/>
          </a:prstGeom>
        </p:spPr>
      </p:pic>
      <p:sp>
        <p:nvSpPr>
          <p:cNvPr id="2" name="Title 1">
            <a:extLst>
              <a:ext uri="{FF2B5EF4-FFF2-40B4-BE49-F238E27FC236}">
                <a16:creationId xmlns:a16="http://schemas.microsoft.com/office/drawing/2014/main" id="{4D6C11B0-82D2-4B1D-A080-5DEC7B98E43A}"/>
              </a:ext>
            </a:extLst>
          </p:cNvPr>
          <p:cNvSpPr>
            <a:spLocks noGrp="1"/>
          </p:cNvSpPr>
          <p:nvPr>
            <p:ph type="ctrTitle"/>
          </p:nvPr>
        </p:nvSpPr>
        <p:spPr>
          <a:xfrm>
            <a:off x="514350" y="4199439"/>
            <a:ext cx="8472253" cy="1440000"/>
          </a:xfrm>
        </p:spPr>
        <p:txBody>
          <a:bodyPr anchor="ctr" anchorCtr="0"/>
          <a:lstStyle>
            <a:lvl1pPr algn="l">
              <a:defRPr sz="4400" b="1" cap="all" baseline="0">
                <a:solidFill>
                  <a:schemeClr val="bg1"/>
                </a:solidFill>
              </a:defRPr>
            </a:lvl1pPr>
          </a:lstStyle>
          <a:p>
            <a:r>
              <a:rPr lang="en-US" dirty="0"/>
              <a:t>Click to edit Master title style</a:t>
            </a:r>
            <a:endParaRPr lang="en-GB" dirty="0"/>
          </a:p>
        </p:txBody>
      </p:sp>
      <p:pic>
        <p:nvPicPr>
          <p:cNvPr id="7" name="Picture 6"/>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10701591" y="4335747"/>
            <a:ext cx="1167384" cy="1167384"/>
          </a:xfrm>
          <a:prstGeom prst="rect">
            <a:avLst/>
          </a:prstGeom>
        </p:spPr>
      </p:pic>
    </p:spTree>
    <p:extLst>
      <p:ext uri="{BB962C8B-B14F-4D97-AF65-F5344CB8AC3E}">
        <p14:creationId xmlns:p14="http://schemas.microsoft.com/office/powerpoint/2010/main" val="407779039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2BE79-9CF6-49D0-828F-83304EE10FA4}"/>
              </a:ext>
            </a:extLst>
          </p:cNvPr>
          <p:cNvSpPr>
            <a:spLocks noGrp="1"/>
          </p:cNvSpPr>
          <p:nvPr>
            <p:ph type="title"/>
          </p:nvPr>
        </p:nvSpPr>
        <p:spPr>
          <a:xfrm>
            <a:off x="1511276" y="210344"/>
            <a:ext cx="8902723" cy="984247"/>
          </a:xfrm>
        </p:spPr>
        <p:txBody>
          <a:bodyPr/>
          <a:lstStyle/>
          <a:p>
            <a:r>
              <a:rPr lang="en-US"/>
              <a:t>Click to edit Master title style</a:t>
            </a:r>
            <a:endParaRPr lang="en-GB" dirty="0"/>
          </a:p>
        </p:txBody>
      </p:sp>
      <p:sp>
        <p:nvSpPr>
          <p:cNvPr id="3" name="Content Placeholder 2">
            <a:extLst>
              <a:ext uri="{FF2B5EF4-FFF2-40B4-BE49-F238E27FC236}">
                <a16:creationId xmlns:a16="http://schemas.microsoft.com/office/drawing/2014/main" id="{15131794-EBBB-48C2-B2AE-5771C52F061C}"/>
              </a:ext>
            </a:extLst>
          </p:cNvPr>
          <p:cNvSpPr>
            <a:spLocks noGrp="1"/>
          </p:cNvSpPr>
          <p:nvPr>
            <p:ph idx="1"/>
          </p:nvPr>
        </p:nvSpPr>
        <p:spPr/>
        <p:txBody>
          <a:bodyPr/>
          <a:lstStyle>
            <a:lvl3pPr marL="400050" indent="-195263">
              <a:defRPr/>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Footer Placeholder 4">
            <a:extLst>
              <a:ext uri="{FF2B5EF4-FFF2-40B4-BE49-F238E27FC236}">
                <a16:creationId xmlns:a16="http://schemas.microsoft.com/office/drawing/2014/main" id="{E9A396C8-82EE-4828-BB90-F70077CC6504}"/>
              </a:ext>
            </a:extLst>
          </p:cNvPr>
          <p:cNvSpPr>
            <a:spLocks noGrp="1"/>
          </p:cNvSpPr>
          <p:nvPr>
            <p:ph type="ftr" sz="quarter" idx="11"/>
          </p:nvPr>
        </p:nvSpPr>
        <p:spPr/>
        <p:txBody>
          <a:bodyPr/>
          <a:lstStyle/>
          <a:p>
            <a:r>
              <a:rPr lang="en-GB" dirty="0"/>
              <a:t>Presentation title in footer</a:t>
            </a:r>
          </a:p>
        </p:txBody>
      </p:sp>
      <p:sp>
        <p:nvSpPr>
          <p:cNvPr id="6" name="Slide Number Placeholder 5">
            <a:extLst>
              <a:ext uri="{FF2B5EF4-FFF2-40B4-BE49-F238E27FC236}">
                <a16:creationId xmlns:a16="http://schemas.microsoft.com/office/drawing/2014/main" id="{033CAEA2-92AB-4512-A9D7-FD0A72486257}"/>
              </a:ext>
            </a:extLst>
          </p:cNvPr>
          <p:cNvSpPr>
            <a:spLocks noGrp="1"/>
          </p:cNvSpPr>
          <p:nvPr>
            <p:ph type="sldNum" sz="quarter" idx="12"/>
          </p:nvPr>
        </p:nvSpPr>
        <p:spPr/>
        <p:txBody>
          <a:bodyPr/>
          <a:lstStyle/>
          <a:p>
            <a:fld id="{F4C94289-3309-4C35-850A-56FD49B3E346}" type="slidenum">
              <a:rPr lang="en-GB" smtClean="0"/>
              <a:t>‹#›</a:t>
            </a:fld>
            <a:endParaRPr lang="en-GB" dirty="0"/>
          </a:p>
        </p:txBody>
      </p:sp>
      <p:sp>
        <p:nvSpPr>
          <p:cNvPr id="14" name="Rectangle 13"/>
          <p:cNvSpPr/>
          <p:nvPr userDrawn="1"/>
        </p:nvSpPr>
        <p:spPr>
          <a:xfrm>
            <a:off x="0" y="678873"/>
            <a:ext cx="207818" cy="5968783"/>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21" name="Group 20"/>
          <p:cNvGrpSpPr/>
          <p:nvPr userDrawn="1"/>
        </p:nvGrpSpPr>
        <p:grpSpPr>
          <a:xfrm>
            <a:off x="515937" y="326276"/>
            <a:ext cx="902611" cy="902611"/>
            <a:chOff x="515937" y="326276"/>
            <a:chExt cx="902611" cy="902611"/>
          </a:xfrm>
        </p:grpSpPr>
        <p:grpSp>
          <p:nvGrpSpPr>
            <p:cNvPr id="17" name="Group 16"/>
            <p:cNvGrpSpPr/>
            <p:nvPr/>
          </p:nvGrpSpPr>
          <p:grpSpPr>
            <a:xfrm>
              <a:off x="515937" y="326276"/>
              <a:ext cx="902611" cy="902611"/>
              <a:chOff x="4492144" y="190843"/>
              <a:chExt cx="855656" cy="855656"/>
            </a:xfrm>
          </p:grpSpPr>
          <p:sp>
            <p:nvSpPr>
              <p:cNvPr id="18" name="Oval 17"/>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Oval 18"/>
              <p:cNvSpPr/>
              <p:nvPr/>
            </p:nvSpPr>
            <p:spPr>
              <a:xfrm>
                <a:off x="4551137" y="249836"/>
                <a:ext cx="737671" cy="737671"/>
              </a:xfrm>
              <a:prstGeom prst="ellipse">
                <a:avLst/>
              </a:prstGeom>
              <a:solidFill>
                <a:schemeClr val="accent6">
                  <a:lumMod val="75000"/>
                </a:schemeClr>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20" name="Picture 19"/>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724242" y="517150"/>
              <a:ext cx="486000" cy="486000"/>
            </a:xfrm>
            <a:prstGeom prst="rect">
              <a:avLst/>
            </a:prstGeom>
          </p:spPr>
        </p:pic>
      </p:grpSp>
    </p:spTree>
    <p:extLst>
      <p:ext uri="{BB962C8B-B14F-4D97-AF65-F5344CB8AC3E}">
        <p14:creationId xmlns:p14="http://schemas.microsoft.com/office/powerpoint/2010/main" val="357474855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2BE79-9CF6-49D0-828F-83304EE10FA4}"/>
              </a:ext>
            </a:extLst>
          </p:cNvPr>
          <p:cNvSpPr>
            <a:spLocks noGrp="1"/>
          </p:cNvSpPr>
          <p:nvPr>
            <p:ph type="title"/>
          </p:nvPr>
        </p:nvSpPr>
        <p:spPr>
          <a:xfrm>
            <a:off x="1511277" y="210344"/>
            <a:ext cx="8902723" cy="984247"/>
          </a:xfrm>
        </p:spPr>
        <p:txBody>
          <a:bodyPr/>
          <a:lstStyle/>
          <a:p>
            <a:r>
              <a:rPr lang="en-US"/>
              <a:t>Click to edit Master title style</a:t>
            </a:r>
            <a:endParaRPr lang="en-GB" dirty="0"/>
          </a:p>
        </p:txBody>
      </p:sp>
      <p:sp>
        <p:nvSpPr>
          <p:cNvPr id="3" name="Content Placeholder 2">
            <a:extLst>
              <a:ext uri="{FF2B5EF4-FFF2-40B4-BE49-F238E27FC236}">
                <a16:creationId xmlns:a16="http://schemas.microsoft.com/office/drawing/2014/main" id="{15131794-EBBB-48C2-B2AE-5771C52F061C}"/>
              </a:ext>
            </a:extLst>
          </p:cNvPr>
          <p:cNvSpPr>
            <a:spLocks noGrp="1"/>
          </p:cNvSpPr>
          <p:nvPr>
            <p:ph idx="1"/>
          </p:nvPr>
        </p:nvSpPr>
        <p:spPr>
          <a:xfrm>
            <a:off x="515937" y="1695450"/>
            <a:ext cx="4824413" cy="4587081"/>
          </a:xfrm>
        </p:spPr>
        <p:txBody>
          <a:bodyPr/>
          <a:lstStyle>
            <a:lvl1pPr>
              <a:defRPr sz="1400"/>
            </a:lvl1pPr>
            <a:lvl2pPr marL="165100" indent="-165100">
              <a:defRPr sz="1400"/>
            </a:lvl2pPr>
            <a:lvl3pPr marL="344488" indent="-160338">
              <a:defRPr sz="1200"/>
            </a:lvl3pPr>
            <a:lvl4pPr marL="544513" indent="-184150">
              <a:defRPr sz="1100"/>
            </a:lvl4pPr>
            <a:lvl5pPr marL="746125" indent="-176213">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Footer Placeholder 4">
            <a:extLst>
              <a:ext uri="{FF2B5EF4-FFF2-40B4-BE49-F238E27FC236}">
                <a16:creationId xmlns:a16="http://schemas.microsoft.com/office/drawing/2014/main" id="{E9A396C8-82EE-4828-BB90-F70077CC6504}"/>
              </a:ext>
            </a:extLst>
          </p:cNvPr>
          <p:cNvSpPr>
            <a:spLocks noGrp="1"/>
          </p:cNvSpPr>
          <p:nvPr>
            <p:ph type="ftr" sz="quarter" idx="11"/>
          </p:nvPr>
        </p:nvSpPr>
        <p:spPr/>
        <p:txBody>
          <a:bodyPr/>
          <a:lstStyle/>
          <a:p>
            <a:r>
              <a:rPr lang="en-GB" dirty="0"/>
              <a:t>Presentation title in footer</a:t>
            </a:r>
          </a:p>
        </p:txBody>
      </p:sp>
      <p:sp>
        <p:nvSpPr>
          <p:cNvPr id="6" name="Slide Number Placeholder 5">
            <a:extLst>
              <a:ext uri="{FF2B5EF4-FFF2-40B4-BE49-F238E27FC236}">
                <a16:creationId xmlns:a16="http://schemas.microsoft.com/office/drawing/2014/main" id="{033CAEA2-92AB-4512-A9D7-FD0A72486257}"/>
              </a:ext>
            </a:extLst>
          </p:cNvPr>
          <p:cNvSpPr>
            <a:spLocks noGrp="1"/>
          </p:cNvSpPr>
          <p:nvPr>
            <p:ph type="sldNum" sz="quarter" idx="12"/>
          </p:nvPr>
        </p:nvSpPr>
        <p:spPr/>
        <p:txBody>
          <a:bodyPr/>
          <a:lstStyle/>
          <a:p>
            <a:fld id="{F4C94289-3309-4C35-850A-56FD49B3E346}" type="slidenum">
              <a:rPr lang="en-GB" smtClean="0"/>
              <a:t>‹#›</a:t>
            </a:fld>
            <a:endParaRPr lang="en-GB" dirty="0"/>
          </a:p>
        </p:txBody>
      </p:sp>
      <p:sp>
        <p:nvSpPr>
          <p:cNvPr id="7" name="Content Placeholder 2">
            <a:extLst>
              <a:ext uri="{FF2B5EF4-FFF2-40B4-BE49-F238E27FC236}">
                <a16:creationId xmlns:a16="http://schemas.microsoft.com/office/drawing/2014/main" id="{50463241-5450-4976-8525-5C06611D08BF}"/>
              </a:ext>
            </a:extLst>
          </p:cNvPr>
          <p:cNvSpPr>
            <a:spLocks noGrp="1"/>
          </p:cNvSpPr>
          <p:nvPr>
            <p:ph idx="13"/>
          </p:nvPr>
        </p:nvSpPr>
        <p:spPr>
          <a:xfrm>
            <a:off x="5591175" y="1695450"/>
            <a:ext cx="6084886" cy="4587081"/>
          </a:xfrm>
        </p:spPr>
        <p:txBody>
          <a:bodyPr/>
          <a:lstStyle>
            <a:lvl1pPr>
              <a:defRPr sz="1400"/>
            </a:lvl1pPr>
            <a:lvl2pPr marL="165100" indent="-165100">
              <a:defRPr sz="1400"/>
            </a:lvl2pPr>
            <a:lvl3pPr marL="344488" indent="-160338">
              <a:defRPr sz="1200"/>
            </a:lvl3pPr>
            <a:lvl4pPr marL="544513" indent="-184150">
              <a:defRPr sz="1100"/>
            </a:lvl4pPr>
            <a:lvl5pPr marL="746125" indent="-176213">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cxnSp>
        <p:nvCxnSpPr>
          <p:cNvPr id="9" name="Straight Connector 8"/>
          <p:cNvCxnSpPr/>
          <p:nvPr userDrawn="1"/>
        </p:nvCxnSpPr>
        <p:spPr>
          <a:xfrm>
            <a:off x="515938" y="1344706"/>
            <a:ext cx="11160123"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Rectangle 16"/>
          <p:cNvSpPr/>
          <p:nvPr userDrawn="1"/>
        </p:nvSpPr>
        <p:spPr>
          <a:xfrm>
            <a:off x="0" y="678873"/>
            <a:ext cx="207818" cy="5968783"/>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23" name="Group 22"/>
          <p:cNvGrpSpPr/>
          <p:nvPr userDrawn="1"/>
        </p:nvGrpSpPr>
        <p:grpSpPr>
          <a:xfrm>
            <a:off x="515937" y="326276"/>
            <a:ext cx="902611" cy="902611"/>
            <a:chOff x="515937" y="326276"/>
            <a:chExt cx="902611" cy="902611"/>
          </a:xfrm>
        </p:grpSpPr>
        <p:grpSp>
          <p:nvGrpSpPr>
            <p:cNvPr id="24" name="Group 23"/>
            <p:cNvGrpSpPr/>
            <p:nvPr/>
          </p:nvGrpSpPr>
          <p:grpSpPr>
            <a:xfrm>
              <a:off x="515937" y="326276"/>
              <a:ext cx="902611" cy="902611"/>
              <a:chOff x="4492144" y="190843"/>
              <a:chExt cx="855656" cy="855656"/>
            </a:xfrm>
          </p:grpSpPr>
          <p:sp>
            <p:nvSpPr>
              <p:cNvPr id="26" name="Oval 25"/>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Oval 26"/>
              <p:cNvSpPr/>
              <p:nvPr/>
            </p:nvSpPr>
            <p:spPr>
              <a:xfrm>
                <a:off x="4551137" y="249836"/>
                <a:ext cx="737671" cy="737671"/>
              </a:xfrm>
              <a:prstGeom prst="ellipse">
                <a:avLst/>
              </a:prstGeom>
              <a:solidFill>
                <a:schemeClr val="accent6">
                  <a:lumMod val="75000"/>
                </a:schemeClr>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25" name="Picture 24"/>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724242" y="517150"/>
              <a:ext cx="486000" cy="486000"/>
            </a:xfrm>
            <a:prstGeom prst="rect">
              <a:avLst/>
            </a:prstGeom>
          </p:spPr>
        </p:pic>
      </p:grpSp>
    </p:spTree>
    <p:extLst>
      <p:ext uri="{BB962C8B-B14F-4D97-AF65-F5344CB8AC3E}">
        <p14:creationId xmlns:p14="http://schemas.microsoft.com/office/powerpoint/2010/main" val="117387893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9108513E-D1D6-4909-A6A1-E798C38409CA}"/>
              </a:ext>
            </a:extLst>
          </p:cNvPr>
          <p:cNvSpPr>
            <a:spLocks noGrp="1"/>
          </p:cNvSpPr>
          <p:nvPr>
            <p:ph type="ftr" sz="quarter" idx="11"/>
          </p:nvPr>
        </p:nvSpPr>
        <p:spPr/>
        <p:txBody>
          <a:bodyPr/>
          <a:lstStyle/>
          <a:p>
            <a:r>
              <a:rPr lang="en-GB" dirty="0"/>
              <a:t>Presentation title in footer</a:t>
            </a:r>
          </a:p>
        </p:txBody>
      </p:sp>
      <p:sp>
        <p:nvSpPr>
          <p:cNvPr id="5" name="Slide Number Placeholder 4">
            <a:extLst>
              <a:ext uri="{FF2B5EF4-FFF2-40B4-BE49-F238E27FC236}">
                <a16:creationId xmlns:a16="http://schemas.microsoft.com/office/drawing/2014/main" id="{9881A9FA-9619-43AB-B085-D7F021094F68}"/>
              </a:ext>
            </a:extLst>
          </p:cNvPr>
          <p:cNvSpPr>
            <a:spLocks noGrp="1"/>
          </p:cNvSpPr>
          <p:nvPr>
            <p:ph type="sldNum" sz="quarter" idx="12"/>
          </p:nvPr>
        </p:nvSpPr>
        <p:spPr/>
        <p:txBody>
          <a:bodyPr/>
          <a:lstStyle/>
          <a:p>
            <a:fld id="{F4C94289-3309-4C35-850A-56FD49B3E346}" type="slidenum">
              <a:rPr lang="en-GB" smtClean="0"/>
              <a:t>‹#›</a:t>
            </a:fld>
            <a:endParaRPr lang="en-GB" dirty="0"/>
          </a:p>
        </p:txBody>
      </p:sp>
      <p:sp>
        <p:nvSpPr>
          <p:cNvPr id="6" name="Title 5"/>
          <p:cNvSpPr>
            <a:spLocks noGrp="1"/>
          </p:cNvSpPr>
          <p:nvPr>
            <p:ph type="title"/>
          </p:nvPr>
        </p:nvSpPr>
        <p:spPr>
          <a:xfrm>
            <a:off x="1511277" y="210344"/>
            <a:ext cx="8902723" cy="984247"/>
          </a:xfrm>
        </p:spPr>
        <p:txBody>
          <a:bodyPr/>
          <a:lstStyle/>
          <a:p>
            <a:r>
              <a:rPr lang="en-US"/>
              <a:t>Click to edit Master title style</a:t>
            </a:r>
          </a:p>
        </p:txBody>
      </p:sp>
      <p:sp>
        <p:nvSpPr>
          <p:cNvPr id="14" name="Rectangle 13"/>
          <p:cNvSpPr/>
          <p:nvPr userDrawn="1"/>
        </p:nvSpPr>
        <p:spPr>
          <a:xfrm>
            <a:off x="0" y="678873"/>
            <a:ext cx="207818" cy="5968783"/>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20" name="Group 19"/>
          <p:cNvGrpSpPr/>
          <p:nvPr userDrawn="1"/>
        </p:nvGrpSpPr>
        <p:grpSpPr>
          <a:xfrm>
            <a:off x="515937" y="326276"/>
            <a:ext cx="902611" cy="902611"/>
            <a:chOff x="515937" y="326276"/>
            <a:chExt cx="902611" cy="902611"/>
          </a:xfrm>
        </p:grpSpPr>
        <p:grpSp>
          <p:nvGrpSpPr>
            <p:cNvPr id="21" name="Group 20"/>
            <p:cNvGrpSpPr/>
            <p:nvPr/>
          </p:nvGrpSpPr>
          <p:grpSpPr>
            <a:xfrm>
              <a:off x="515937" y="326276"/>
              <a:ext cx="902611" cy="902611"/>
              <a:chOff x="4492144" y="190843"/>
              <a:chExt cx="855656" cy="855656"/>
            </a:xfrm>
          </p:grpSpPr>
          <p:sp>
            <p:nvSpPr>
              <p:cNvPr id="23" name="Oval 22"/>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Oval 23"/>
              <p:cNvSpPr/>
              <p:nvPr/>
            </p:nvSpPr>
            <p:spPr>
              <a:xfrm>
                <a:off x="4551137" y="249836"/>
                <a:ext cx="737671" cy="737671"/>
              </a:xfrm>
              <a:prstGeom prst="ellipse">
                <a:avLst/>
              </a:prstGeom>
              <a:solidFill>
                <a:schemeClr val="accent6">
                  <a:lumMod val="75000"/>
                </a:schemeClr>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22" name="Picture 21"/>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724242" y="517150"/>
              <a:ext cx="486000" cy="486000"/>
            </a:xfrm>
            <a:prstGeom prst="rect">
              <a:avLst/>
            </a:prstGeom>
          </p:spPr>
        </p:pic>
      </p:grpSp>
    </p:spTree>
    <p:extLst>
      <p:ext uri="{BB962C8B-B14F-4D97-AF65-F5344CB8AC3E}">
        <p14:creationId xmlns:p14="http://schemas.microsoft.com/office/powerpoint/2010/main" val="207429701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Image Title">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646816"/>
            <a:ext cx="12189600" cy="4991640"/>
          </a:xfrm>
          <a:prstGeom prst="rect">
            <a:avLst/>
          </a:prstGeom>
        </p:spPr>
      </p:pic>
      <p:sp>
        <p:nvSpPr>
          <p:cNvPr id="6" name="Rectangle 5"/>
          <p:cNvSpPr/>
          <p:nvPr userDrawn="1"/>
        </p:nvSpPr>
        <p:spPr>
          <a:xfrm>
            <a:off x="0" y="4199439"/>
            <a:ext cx="12192000" cy="1440000"/>
          </a:xfrm>
          <a:prstGeom prst="rect">
            <a:avLst/>
          </a:prstGeom>
          <a:solidFill>
            <a:schemeClr val="accent5">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Picture 11">
            <a:extLst>
              <a:ext uri="{FF2B5EF4-FFF2-40B4-BE49-F238E27FC236}">
                <a16:creationId xmlns:a16="http://schemas.microsoft.com/office/drawing/2014/main" id="{6480B215-A81F-481D-8C0E-6BF46A615633}"/>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1038999" y="5879560"/>
            <a:ext cx="829976" cy="621252"/>
          </a:xfrm>
          <a:prstGeom prst="rect">
            <a:avLst/>
          </a:prstGeom>
        </p:spPr>
      </p:pic>
      <p:sp>
        <p:nvSpPr>
          <p:cNvPr id="2" name="Title 1">
            <a:extLst>
              <a:ext uri="{FF2B5EF4-FFF2-40B4-BE49-F238E27FC236}">
                <a16:creationId xmlns:a16="http://schemas.microsoft.com/office/drawing/2014/main" id="{4D6C11B0-82D2-4B1D-A080-5DEC7B98E43A}"/>
              </a:ext>
            </a:extLst>
          </p:cNvPr>
          <p:cNvSpPr>
            <a:spLocks noGrp="1"/>
          </p:cNvSpPr>
          <p:nvPr>
            <p:ph type="ctrTitle"/>
          </p:nvPr>
        </p:nvSpPr>
        <p:spPr>
          <a:xfrm>
            <a:off x="514350" y="4199439"/>
            <a:ext cx="8472253" cy="1440000"/>
          </a:xfrm>
        </p:spPr>
        <p:txBody>
          <a:bodyPr anchor="ctr" anchorCtr="0"/>
          <a:lstStyle>
            <a:lvl1pPr algn="l">
              <a:defRPr sz="4400" b="1" cap="all" baseline="0">
                <a:solidFill>
                  <a:schemeClr val="bg1"/>
                </a:solidFill>
              </a:defRPr>
            </a:lvl1pPr>
          </a:lstStyle>
          <a:p>
            <a:r>
              <a:rPr lang="en-US" dirty="0"/>
              <a:t>Click to edit Master title style</a:t>
            </a:r>
            <a:endParaRPr lang="en-GB" dirty="0"/>
          </a:p>
        </p:txBody>
      </p:sp>
      <p:pic>
        <p:nvPicPr>
          <p:cNvPr id="7" name="Picture 6"/>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10649775" y="4309839"/>
            <a:ext cx="1219200" cy="1219200"/>
          </a:xfrm>
          <a:prstGeom prst="rect">
            <a:avLst/>
          </a:prstGeom>
        </p:spPr>
      </p:pic>
    </p:spTree>
    <p:extLst>
      <p:ext uri="{BB962C8B-B14F-4D97-AF65-F5344CB8AC3E}">
        <p14:creationId xmlns:p14="http://schemas.microsoft.com/office/powerpoint/2010/main" val="11294399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2BE79-9CF6-49D0-828F-83304EE10FA4}"/>
              </a:ext>
            </a:extLst>
          </p:cNvPr>
          <p:cNvSpPr>
            <a:spLocks noGrp="1"/>
          </p:cNvSpPr>
          <p:nvPr>
            <p:ph type="title"/>
          </p:nvPr>
        </p:nvSpPr>
        <p:spPr>
          <a:xfrm>
            <a:off x="1511276" y="210344"/>
            <a:ext cx="10164785" cy="984247"/>
          </a:xfrm>
        </p:spPr>
        <p:txBody>
          <a:bodyPr/>
          <a:lstStyle/>
          <a:p>
            <a:r>
              <a:rPr lang="en-US"/>
              <a:t>Click to edit Master title style</a:t>
            </a:r>
            <a:endParaRPr lang="en-GB" dirty="0"/>
          </a:p>
        </p:txBody>
      </p:sp>
      <p:sp>
        <p:nvSpPr>
          <p:cNvPr id="3" name="Content Placeholder 2">
            <a:extLst>
              <a:ext uri="{FF2B5EF4-FFF2-40B4-BE49-F238E27FC236}">
                <a16:creationId xmlns:a16="http://schemas.microsoft.com/office/drawing/2014/main" id="{15131794-EBBB-48C2-B2AE-5771C52F061C}"/>
              </a:ext>
            </a:extLst>
          </p:cNvPr>
          <p:cNvSpPr>
            <a:spLocks noGrp="1"/>
          </p:cNvSpPr>
          <p:nvPr>
            <p:ph idx="1"/>
          </p:nvPr>
        </p:nvSpPr>
        <p:spPr/>
        <p:txBody>
          <a:bodyPr/>
          <a:lstStyle>
            <a:lvl3pPr marL="400050" indent="-195263">
              <a:defRPr/>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Footer Placeholder 4">
            <a:extLst>
              <a:ext uri="{FF2B5EF4-FFF2-40B4-BE49-F238E27FC236}">
                <a16:creationId xmlns:a16="http://schemas.microsoft.com/office/drawing/2014/main" id="{E9A396C8-82EE-4828-BB90-F70077CC6504}"/>
              </a:ext>
            </a:extLst>
          </p:cNvPr>
          <p:cNvSpPr>
            <a:spLocks noGrp="1"/>
          </p:cNvSpPr>
          <p:nvPr>
            <p:ph type="ftr" sz="quarter" idx="11"/>
          </p:nvPr>
        </p:nvSpPr>
        <p:spPr/>
        <p:txBody>
          <a:bodyPr/>
          <a:lstStyle/>
          <a:p>
            <a:r>
              <a:rPr lang="en-GB" dirty="0"/>
              <a:t>Presentation title in footer</a:t>
            </a:r>
          </a:p>
        </p:txBody>
      </p:sp>
      <p:sp>
        <p:nvSpPr>
          <p:cNvPr id="6" name="Slide Number Placeholder 5">
            <a:extLst>
              <a:ext uri="{FF2B5EF4-FFF2-40B4-BE49-F238E27FC236}">
                <a16:creationId xmlns:a16="http://schemas.microsoft.com/office/drawing/2014/main" id="{033CAEA2-92AB-4512-A9D7-FD0A72486257}"/>
              </a:ext>
            </a:extLst>
          </p:cNvPr>
          <p:cNvSpPr>
            <a:spLocks noGrp="1"/>
          </p:cNvSpPr>
          <p:nvPr>
            <p:ph type="sldNum" sz="quarter" idx="12"/>
          </p:nvPr>
        </p:nvSpPr>
        <p:spPr/>
        <p:txBody>
          <a:bodyPr/>
          <a:lstStyle/>
          <a:p>
            <a:fld id="{F4C94289-3309-4C35-850A-56FD49B3E346}" type="slidenum">
              <a:rPr lang="en-GB" smtClean="0"/>
              <a:t>‹#›</a:t>
            </a:fld>
            <a:endParaRPr lang="en-GB" dirty="0"/>
          </a:p>
        </p:txBody>
      </p:sp>
      <p:sp>
        <p:nvSpPr>
          <p:cNvPr id="14" name="Rectangle 13"/>
          <p:cNvSpPr/>
          <p:nvPr userDrawn="1"/>
        </p:nvSpPr>
        <p:spPr>
          <a:xfrm>
            <a:off x="0" y="678873"/>
            <a:ext cx="207818" cy="5968783"/>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21" name="Group 20"/>
          <p:cNvGrpSpPr/>
          <p:nvPr userDrawn="1"/>
        </p:nvGrpSpPr>
        <p:grpSpPr>
          <a:xfrm>
            <a:off x="515937" y="326276"/>
            <a:ext cx="902611" cy="902611"/>
            <a:chOff x="515937" y="326276"/>
            <a:chExt cx="902611" cy="902611"/>
          </a:xfrm>
        </p:grpSpPr>
        <p:grpSp>
          <p:nvGrpSpPr>
            <p:cNvPr id="17" name="Group 16"/>
            <p:cNvGrpSpPr/>
            <p:nvPr/>
          </p:nvGrpSpPr>
          <p:grpSpPr>
            <a:xfrm>
              <a:off x="515937" y="326276"/>
              <a:ext cx="902611" cy="902611"/>
              <a:chOff x="4492144" y="190843"/>
              <a:chExt cx="855656" cy="855656"/>
            </a:xfrm>
          </p:grpSpPr>
          <p:sp>
            <p:nvSpPr>
              <p:cNvPr id="18" name="Oval 17"/>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Oval 18"/>
              <p:cNvSpPr/>
              <p:nvPr/>
            </p:nvSpPr>
            <p:spPr>
              <a:xfrm>
                <a:off x="4551137" y="249836"/>
                <a:ext cx="737671" cy="737671"/>
              </a:xfrm>
              <a:prstGeom prst="ellipse">
                <a:avLst/>
              </a:prstGeom>
              <a:solidFill>
                <a:schemeClr val="accent5"/>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20" name="Picture 19"/>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756753" y="547093"/>
              <a:ext cx="482762" cy="482762"/>
            </a:xfrm>
            <a:prstGeom prst="rect">
              <a:avLst/>
            </a:prstGeom>
          </p:spPr>
        </p:pic>
      </p:grpSp>
    </p:spTree>
    <p:extLst>
      <p:ext uri="{BB962C8B-B14F-4D97-AF65-F5344CB8AC3E}">
        <p14:creationId xmlns:p14="http://schemas.microsoft.com/office/powerpoint/2010/main" val="282848641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2BE79-9CF6-49D0-828F-83304EE10FA4}"/>
              </a:ext>
            </a:extLst>
          </p:cNvPr>
          <p:cNvSpPr>
            <a:spLocks noGrp="1"/>
          </p:cNvSpPr>
          <p:nvPr>
            <p:ph type="title"/>
          </p:nvPr>
        </p:nvSpPr>
        <p:spPr>
          <a:xfrm>
            <a:off x="1511277" y="210344"/>
            <a:ext cx="10164784" cy="984247"/>
          </a:xfrm>
        </p:spPr>
        <p:txBody>
          <a:bodyPr/>
          <a:lstStyle/>
          <a:p>
            <a:r>
              <a:rPr lang="en-US" dirty="0"/>
              <a:t>Click to edit Master title style</a:t>
            </a:r>
            <a:endParaRPr lang="en-GB" dirty="0"/>
          </a:p>
        </p:txBody>
      </p:sp>
      <p:sp>
        <p:nvSpPr>
          <p:cNvPr id="3" name="Content Placeholder 2">
            <a:extLst>
              <a:ext uri="{FF2B5EF4-FFF2-40B4-BE49-F238E27FC236}">
                <a16:creationId xmlns:a16="http://schemas.microsoft.com/office/drawing/2014/main" id="{15131794-EBBB-48C2-B2AE-5771C52F061C}"/>
              </a:ext>
            </a:extLst>
          </p:cNvPr>
          <p:cNvSpPr>
            <a:spLocks noGrp="1"/>
          </p:cNvSpPr>
          <p:nvPr>
            <p:ph idx="1"/>
          </p:nvPr>
        </p:nvSpPr>
        <p:spPr>
          <a:xfrm>
            <a:off x="515937" y="1695450"/>
            <a:ext cx="4824413" cy="4587081"/>
          </a:xfrm>
        </p:spPr>
        <p:txBody>
          <a:bodyPr/>
          <a:lstStyle>
            <a:lvl1pPr>
              <a:defRPr sz="1400"/>
            </a:lvl1pPr>
            <a:lvl2pPr marL="165100" indent="-165100">
              <a:defRPr sz="1400"/>
            </a:lvl2pPr>
            <a:lvl3pPr marL="344488" indent="-160338">
              <a:defRPr sz="1200"/>
            </a:lvl3pPr>
            <a:lvl4pPr marL="544513" indent="-184150">
              <a:defRPr sz="1100"/>
            </a:lvl4pPr>
            <a:lvl5pPr marL="746125" indent="-176213">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Footer Placeholder 4">
            <a:extLst>
              <a:ext uri="{FF2B5EF4-FFF2-40B4-BE49-F238E27FC236}">
                <a16:creationId xmlns:a16="http://schemas.microsoft.com/office/drawing/2014/main" id="{E9A396C8-82EE-4828-BB90-F70077CC6504}"/>
              </a:ext>
            </a:extLst>
          </p:cNvPr>
          <p:cNvSpPr>
            <a:spLocks noGrp="1"/>
          </p:cNvSpPr>
          <p:nvPr>
            <p:ph type="ftr" sz="quarter" idx="11"/>
          </p:nvPr>
        </p:nvSpPr>
        <p:spPr/>
        <p:txBody>
          <a:bodyPr/>
          <a:lstStyle/>
          <a:p>
            <a:r>
              <a:rPr lang="en-GB" dirty="0"/>
              <a:t>Presentation title in footer</a:t>
            </a:r>
          </a:p>
        </p:txBody>
      </p:sp>
      <p:sp>
        <p:nvSpPr>
          <p:cNvPr id="6" name="Slide Number Placeholder 5">
            <a:extLst>
              <a:ext uri="{FF2B5EF4-FFF2-40B4-BE49-F238E27FC236}">
                <a16:creationId xmlns:a16="http://schemas.microsoft.com/office/drawing/2014/main" id="{033CAEA2-92AB-4512-A9D7-FD0A72486257}"/>
              </a:ext>
            </a:extLst>
          </p:cNvPr>
          <p:cNvSpPr>
            <a:spLocks noGrp="1"/>
          </p:cNvSpPr>
          <p:nvPr>
            <p:ph type="sldNum" sz="quarter" idx="12"/>
          </p:nvPr>
        </p:nvSpPr>
        <p:spPr/>
        <p:txBody>
          <a:bodyPr/>
          <a:lstStyle/>
          <a:p>
            <a:fld id="{F4C94289-3309-4C35-850A-56FD49B3E346}" type="slidenum">
              <a:rPr lang="en-GB" smtClean="0"/>
              <a:t>‹#›</a:t>
            </a:fld>
            <a:endParaRPr lang="en-GB" dirty="0"/>
          </a:p>
        </p:txBody>
      </p:sp>
      <p:sp>
        <p:nvSpPr>
          <p:cNvPr id="7" name="Content Placeholder 2">
            <a:extLst>
              <a:ext uri="{FF2B5EF4-FFF2-40B4-BE49-F238E27FC236}">
                <a16:creationId xmlns:a16="http://schemas.microsoft.com/office/drawing/2014/main" id="{50463241-5450-4976-8525-5C06611D08BF}"/>
              </a:ext>
            </a:extLst>
          </p:cNvPr>
          <p:cNvSpPr>
            <a:spLocks noGrp="1"/>
          </p:cNvSpPr>
          <p:nvPr>
            <p:ph idx="13"/>
          </p:nvPr>
        </p:nvSpPr>
        <p:spPr>
          <a:xfrm>
            <a:off x="5591175" y="1695450"/>
            <a:ext cx="6084886" cy="4587081"/>
          </a:xfrm>
        </p:spPr>
        <p:txBody>
          <a:bodyPr/>
          <a:lstStyle>
            <a:lvl1pPr>
              <a:defRPr sz="1400"/>
            </a:lvl1pPr>
            <a:lvl2pPr marL="165100" indent="-165100">
              <a:defRPr sz="1400"/>
            </a:lvl2pPr>
            <a:lvl3pPr marL="344488" indent="-160338">
              <a:defRPr sz="1200"/>
            </a:lvl3pPr>
            <a:lvl4pPr marL="544513" indent="-184150">
              <a:defRPr sz="1100"/>
            </a:lvl4pPr>
            <a:lvl5pPr marL="746125" indent="-176213">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cxnSp>
        <p:nvCxnSpPr>
          <p:cNvPr id="9" name="Straight Connector 8"/>
          <p:cNvCxnSpPr/>
          <p:nvPr userDrawn="1"/>
        </p:nvCxnSpPr>
        <p:spPr>
          <a:xfrm>
            <a:off x="515938" y="1344706"/>
            <a:ext cx="11160123"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Rectangle 16"/>
          <p:cNvSpPr/>
          <p:nvPr userDrawn="1"/>
        </p:nvSpPr>
        <p:spPr>
          <a:xfrm>
            <a:off x="0" y="678873"/>
            <a:ext cx="207818" cy="5968783"/>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23" name="Group 22"/>
          <p:cNvGrpSpPr/>
          <p:nvPr userDrawn="1"/>
        </p:nvGrpSpPr>
        <p:grpSpPr>
          <a:xfrm>
            <a:off x="515937" y="326276"/>
            <a:ext cx="902611" cy="902611"/>
            <a:chOff x="515937" y="326276"/>
            <a:chExt cx="902611" cy="902611"/>
          </a:xfrm>
        </p:grpSpPr>
        <p:grpSp>
          <p:nvGrpSpPr>
            <p:cNvPr id="24" name="Group 23"/>
            <p:cNvGrpSpPr/>
            <p:nvPr/>
          </p:nvGrpSpPr>
          <p:grpSpPr>
            <a:xfrm>
              <a:off x="515937" y="326276"/>
              <a:ext cx="902611" cy="902611"/>
              <a:chOff x="4492144" y="190843"/>
              <a:chExt cx="855656" cy="855656"/>
            </a:xfrm>
          </p:grpSpPr>
          <p:sp>
            <p:nvSpPr>
              <p:cNvPr id="26" name="Oval 25"/>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Oval 26"/>
              <p:cNvSpPr/>
              <p:nvPr/>
            </p:nvSpPr>
            <p:spPr>
              <a:xfrm>
                <a:off x="4551137" y="249836"/>
                <a:ext cx="737671" cy="737671"/>
              </a:xfrm>
              <a:prstGeom prst="ellipse">
                <a:avLst/>
              </a:prstGeom>
              <a:solidFill>
                <a:schemeClr val="accent5"/>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25" name="Picture 24"/>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756753" y="547093"/>
              <a:ext cx="482762" cy="482762"/>
            </a:xfrm>
            <a:prstGeom prst="rect">
              <a:avLst/>
            </a:prstGeom>
          </p:spPr>
        </p:pic>
      </p:grpSp>
    </p:spTree>
    <p:extLst>
      <p:ext uri="{BB962C8B-B14F-4D97-AF65-F5344CB8AC3E}">
        <p14:creationId xmlns:p14="http://schemas.microsoft.com/office/powerpoint/2010/main" val="231802966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9108513E-D1D6-4909-A6A1-E798C38409CA}"/>
              </a:ext>
            </a:extLst>
          </p:cNvPr>
          <p:cNvSpPr>
            <a:spLocks noGrp="1"/>
          </p:cNvSpPr>
          <p:nvPr>
            <p:ph type="ftr" sz="quarter" idx="11"/>
          </p:nvPr>
        </p:nvSpPr>
        <p:spPr/>
        <p:txBody>
          <a:bodyPr/>
          <a:lstStyle/>
          <a:p>
            <a:r>
              <a:rPr lang="en-GB" dirty="0"/>
              <a:t>Presentation title in footer</a:t>
            </a:r>
          </a:p>
        </p:txBody>
      </p:sp>
      <p:sp>
        <p:nvSpPr>
          <p:cNvPr id="5" name="Slide Number Placeholder 4">
            <a:extLst>
              <a:ext uri="{FF2B5EF4-FFF2-40B4-BE49-F238E27FC236}">
                <a16:creationId xmlns:a16="http://schemas.microsoft.com/office/drawing/2014/main" id="{9881A9FA-9619-43AB-B085-D7F021094F68}"/>
              </a:ext>
            </a:extLst>
          </p:cNvPr>
          <p:cNvSpPr>
            <a:spLocks noGrp="1"/>
          </p:cNvSpPr>
          <p:nvPr>
            <p:ph type="sldNum" sz="quarter" idx="12"/>
          </p:nvPr>
        </p:nvSpPr>
        <p:spPr/>
        <p:txBody>
          <a:bodyPr/>
          <a:lstStyle/>
          <a:p>
            <a:fld id="{F4C94289-3309-4C35-850A-56FD49B3E346}" type="slidenum">
              <a:rPr lang="en-GB" smtClean="0"/>
              <a:t>‹#›</a:t>
            </a:fld>
            <a:endParaRPr lang="en-GB" dirty="0"/>
          </a:p>
        </p:txBody>
      </p:sp>
      <p:sp>
        <p:nvSpPr>
          <p:cNvPr id="6" name="Title 5"/>
          <p:cNvSpPr>
            <a:spLocks noGrp="1"/>
          </p:cNvSpPr>
          <p:nvPr>
            <p:ph type="title"/>
          </p:nvPr>
        </p:nvSpPr>
        <p:spPr>
          <a:xfrm>
            <a:off x="1511999" y="210344"/>
            <a:ext cx="10166400" cy="982800"/>
          </a:xfrm>
        </p:spPr>
        <p:txBody>
          <a:bodyPr/>
          <a:lstStyle/>
          <a:p>
            <a:r>
              <a:rPr lang="en-US" dirty="0"/>
              <a:t>Click to edit Master title style</a:t>
            </a:r>
          </a:p>
        </p:txBody>
      </p:sp>
      <p:sp>
        <p:nvSpPr>
          <p:cNvPr id="14" name="Rectangle 13"/>
          <p:cNvSpPr/>
          <p:nvPr userDrawn="1"/>
        </p:nvSpPr>
        <p:spPr>
          <a:xfrm>
            <a:off x="0" y="678873"/>
            <a:ext cx="207818" cy="5968783"/>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20" name="Group 19"/>
          <p:cNvGrpSpPr/>
          <p:nvPr userDrawn="1"/>
        </p:nvGrpSpPr>
        <p:grpSpPr>
          <a:xfrm>
            <a:off x="514800" y="327600"/>
            <a:ext cx="903600" cy="903600"/>
            <a:chOff x="515937" y="326276"/>
            <a:chExt cx="902611" cy="902611"/>
          </a:xfrm>
        </p:grpSpPr>
        <p:grpSp>
          <p:nvGrpSpPr>
            <p:cNvPr id="21" name="Group 20"/>
            <p:cNvGrpSpPr/>
            <p:nvPr/>
          </p:nvGrpSpPr>
          <p:grpSpPr>
            <a:xfrm>
              <a:off x="515937" y="326276"/>
              <a:ext cx="902611" cy="902611"/>
              <a:chOff x="4492144" y="190843"/>
              <a:chExt cx="855656" cy="855656"/>
            </a:xfrm>
          </p:grpSpPr>
          <p:sp>
            <p:nvSpPr>
              <p:cNvPr id="23" name="Oval 22"/>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Oval 23"/>
              <p:cNvSpPr/>
              <p:nvPr/>
            </p:nvSpPr>
            <p:spPr>
              <a:xfrm>
                <a:off x="4551137" y="249836"/>
                <a:ext cx="737671" cy="737671"/>
              </a:xfrm>
              <a:prstGeom prst="ellipse">
                <a:avLst/>
              </a:prstGeom>
              <a:solidFill>
                <a:schemeClr val="accent5"/>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22" name="Picture 21"/>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756753" y="547093"/>
              <a:ext cx="482762" cy="482762"/>
            </a:xfrm>
            <a:prstGeom prst="rect">
              <a:avLst/>
            </a:prstGeom>
          </p:spPr>
        </p:pic>
      </p:grpSp>
    </p:spTree>
    <p:extLst>
      <p:ext uri="{BB962C8B-B14F-4D97-AF65-F5344CB8AC3E}">
        <p14:creationId xmlns:p14="http://schemas.microsoft.com/office/powerpoint/2010/main" val="333467790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itle Only no Icon">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9108513E-D1D6-4909-A6A1-E798C38409CA}"/>
              </a:ext>
            </a:extLst>
          </p:cNvPr>
          <p:cNvSpPr>
            <a:spLocks noGrp="1"/>
          </p:cNvSpPr>
          <p:nvPr>
            <p:ph type="ftr" sz="quarter" idx="11"/>
          </p:nvPr>
        </p:nvSpPr>
        <p:spPr/>
        <p:txBody>
          <a:bodyPr/>
          <a:lstStyle/>
          <a:p>
            <a:r>
              <a:rPr lang="en-GB" dirty="0"/>
              <a:t>Presentation title in footer</a:t>
            </a:r>
          </a:p>
        </p:txBody>
      </p:sp>
      <p:sp>
        <p:nvSpPr>
          <p:cNvPr id="5" name="Slide Number Placeholder 4">
            <a:extLst>
              <a:ext uri="{FF2B5EF4-FFF2-40B4-BE49-F238E27FC236}">
                <a16:creationId xmlns:a16="http://schemas.microsoft.com/office/drawing/2014/main" id="{9881A9FA-9619-43AB-B085-D7F021094F68}"/>
              </a:ext>
            </a:extLst>
          </p:cNvPr>
          <p:cNvSpPr>
            <a:spLocks noGrp="1"/>
          </p:cNvSpPr>
          <p:nvPr>
            <p:ph type="sldNum" sz="quarter" idx="12"/>
          </p:nvPr>
        </p:nvSpPr>
        <p:spPr/>
        <p:txBody>
          <a:bodyPr/>
          <a:lstStyle/>
          <a:p>
            <a:fld id="{F4C94289-3309-4C35-850A-56FD49B3E346}" type="slidenum">
              <a:rPr lang="en-GB" smtClean="0"/>
              <a:t>‹#›</a:t>
            </a:fld>
            <a:endParaRPr lang="en-GB" dirty="0"/>
          </a:p>
        </p:txBody>
      </p:sp>
      <p:sp>
        <p:nvSpPr>
          <p:cNvPr id="6" name="Title 5"/>
          <p:cNvSpPr>
            <a:spLocks noGrp="1"/>
          </p:cNvSpPr>
          <p:nvPr>
            <p:ph type="title"/>
          </p:nvPr>
        </p:nvSpPr>
        <p:spPr>
          <a:xfrm>
            <a:off x="1511999" y="210344"/>
            <a:ext cx="10166400" cy="982800"/>
          </a:xfrm>
        </p:spPr>
        <p:txBody>
          <a:bodyPr/>
          <a:lstStyle/>
          <a:p>
            <a:r>
              <a:rPr lang="en-US" dirty="0"/>
              <a:t>Click to edit Master title style</a:t>
            </a:r>
          </a:p>
        </p:txBody>
      </p:sp>
      <p:sp>
        <p:nvSpPr>
          <p:cNvPr id="14" name="Rectangle 13"/>
          <p:cNvSpPr/>
          <p:nvPr userDrawn="1"/>
        </p:nvSpPr>
        <p:spPr>
          <a:xfrm>
            <a:off x="0" y="678873"/>
            <a:ext cx="207818" cy="5968783"/>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Tree>
    <p:extLst>
      <p:ext uri="{BB962C8B-B14F-4D97-AF65-F5344CB8AC3E}">
        <p14:creationId xmlns:p14="http://schemas.microsoft.com/office/powerpoint/2010/main" val="424298632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Divider Course Chapt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FC5285-5510-4434-A3B1-097CC11F2EFD}"/>
              </a:ext>
            </a:extLst>
          </p:cNvPr>
          <p:cNvSpPr>
            <a:spLocks noGrp="1"/>
          </p:cNvSpPr>
          <p:nvPr>
            <p:ph type="title"/>
          </p:nvPr>
        </p:nvSpPr>
        <p:spPr>
          <a:xfrm>
            <a:off x="1778000" y="2825528"/>
            <a:ext cx="9898061" cy="984247"/>
          </a:xfrm>
        </p:spPr>
        <p:txBody>
          <a:bodyPr/>
          <a:lstStyle/>
          <a:p>
            <a:r>
              <a:rPr lang="en-US"/>
              <a:t>Click to edit Master title style</a:t>
            </a:r>
          </a:p>
        </p:txBody>
      </p:sp>
      <p:pic>
        <p:nvPicPr>
          <p:cNvPr id="6" name="Picture 5" descr="A picture containing text&#10;&#10;Description automatically generated">
            <a:extLst>
              <a:ext uri="{FF2B5EF4-FFF2-40B4-BE49-F238E27FC236}">
                <a16:creationId xmlns:a16="http://schemas.microsoft.com/office/drawing/2014/main" id="{A0EA9C09-84D6-4369-829A-95FFFCC4DCB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467106"/>
            <a:ext cx="12192000" cy="4991100"/>
          </a:xfrm>
          <a:prstGeom prst="rect">
            <a:avLst/>
          </a:prstGeom>
        </p:spPr>
      </p:pic>
      <p:sp>
        <p:nvSpPr>
          <p:cNvPr id="7" name="Rectangle 6">
            <a:extLst>
              <a:ext uri="{FF2B5EF4-FFF2-40B4-BE49-F238E27FC236}">
                <a16:creationId xmlns:a16="http://schemas.microsoft.com/office/drawing/2014/main" id="{CBFFA971-7AD3-420C-A998-A5620740FC7C}"/>
              </a:ext>
            </a:extLst>
          </p:cNvPr>
          <p:cNvSpPr/>
          <p:nvPr userDrawn="1"/>
        </p:nvSpPr>
        <p:spPr>
          <a:xfrm>
            <a:off x="7077073" y="0"/>
            <a:ext cx="5114927"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Footer Placeholder 2">
            <a:extLst>
              <a:ext uri="{FF2B5EF4-FFF2-40B4-BE49-F238E27FC236}">
                <a16:creationId xmlns:a16="http://schemas.microsoft.com/office/drawing/2014/main" id="{BD4BCCDE-BDBD-4BE6-B688-19A2DBE9940F}"/>
              </a:ext>
            </a:extLst>
          </p:cNvPr>
          <p:cNvSpPr>
            <a:spLocks noGrp="1"/>
          </p:cNvSpPr>
          <p:nvPr>
            <p:ph type="ftr" sz="quarter" idx="10"/>
          </p:nvPr>
        </p:nvSpPr>
        <p:spPr/>
        <p:txBody>
          <a:bodyPr/>
          <a:lstStyle/>
          <a:p>
            <a:r>
              <a:rPr lang="en-GB"/>
              <a:t>Presentation title in footer</a:t>
            </a:r>
            <a:endParaRPr lang="en-GB" dirty="0"/>
          </a:p>
        </p:txBody>
      </p:sp>
      <p:sp>
        <p:nvSpPr>
          <p:cNvPr id="4" name="Slide Number Placeholder 3">
            <a:extLst>
              <a:ext uri="{FF2B5EF4-FFF2-40B4-BE49-F238E27FC236}">
                <a16:creationId xmlns:a16="http://schemas.microsoft.com/office/drawing/2014/main" id="{7645ACEF-FE10-48B1-9E1B-C8442C623D59}"/>
              </a:ext>
            </a:extLst>
          </p:cNvPr>
          <p:cNvSpPr>
            <a:spLocks noGrp="1"/>
          </p:cNvSpPr>
          <p:nvPr>
            <p:ph type="sldNum" sz="quarter" idx="11"/>
          </p:nvPr>
        </p:nvSpPr>
        <p:spPr/>
        <p:txBody>
          <a:bodyPr/>
          <a:lstStyle/>
          <a:p>
            <a:fld id="{F4C94289-3309-4C35-850A-56FD49B3E346}" type="slidenum">
              <a:rPr lang="en-GB" smtClean="0"/>
              <a:pPr/>
              <a:t>‹#›</a:t>
            </a:fld>
            <a:endParaRPr lang="en-GB" dirty="0"/>
          </a:p>
        </p:txBody>
      </p:sp>
    </p:spTree>
    <p:extLst>
      <p:ext uri="{BB962C8B-B14F-4D97-AF65-F5344CB8AC3E}">
        <p14:creationId xmlns:p14="http://schemas.microsoft.com/office/powerpoint/2010/main" val="196001385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Exercise Layout">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CC60E76C-8DD0-4671-8D44-BA89C2BDC371}"/>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3432461" y="-648"/>
            <a:ext cx="8759952" cy="6858000"/>
          </a:xfrm>
          <a:prstGeom prst="rect">
            <a:avLst/>
          </a:prstGeom>
        </p:spPr>
      </p:pic>
      <p:sp>
        <p:nvSpPr>
          <p:cNvPr id="5" name="Rectangle 4">
            <a:extLst>
              <a:ext uri="{FF2B5EF4-FFF2-40B4-BE49-F238E27FC236}">
                <a16:creationId xmlns:a16="http://schemas.microsoft.com/office/drawing/2014/main" id="{0CDE9CF8-D8E8-44B1-8323-5C8D48BBB491}"/>
              </a:ext>
            </a:extLst>
          </p:cNvPr>
          <p:cNvSpPr/>
          <p:nvPr userDrawn="1"/>
        </p:nvSpPr>
        <p:spPr>
          <a:xfrm>
            <a:off x="0" y="0"/>
            <a:ext cx="3344400"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Footer Placeholder 2">
            <a:extLst>
              <a:ext uri="{FF2B5EF4-FFF2-40B4-BE49-F238E27FC236}">
                <a16:creationId xmlns:a16="http://schemas.microsoft.com/office/drawing/2014/main" id="{F8AF8D39-913C-4E1D-BD5F-15853C5FB156}"/>
              </a:ext>
            </a:extLst>
          </p:cNvPr>
          <p:cNvSpPr>
            <a:spLocks noGrp="1"/>
          </p:cNvSpPr>
          <p:nvPr>
            <p:ph type="ftr" sz="quarter" idx="10"/>
          </p:nvPr>
        </p:nvSpPr>
        <p:spPr/>
        <p:txBody>
          <a:bodyPr/>
          <a:lstStyle/>
          <a:p>
            <a:r>
              <a:rPr lang="en-GB"/>
              <a:t>Presentation title in footer</a:t>
            </a:r>
            <a:endParaRPr lang="en-GB" dirty="0"/>
          </a:p>
        </p:txBody>
      </p:sp>
      <p:sp>
        <p:nvSpPr>
          <p:cNvPr id="4" name="Slide Number Placeholder 3">
            <a:extLst>
              <a:ext uri="{FF2B5EF4-FFF2-40B4-BE49-F238E27FC236}">
                <a16:creationId xmlns:a16="http://schemas.microsoft.com/office/drawing/2014/main" id="{89E43131-1F39-4CA3-962D-A7B8B11A0CA0}"/>
              </a:ext>
            </a:extLst>
          </p:cNvPr>
          <p:cNvSpPr>
            <a:spLocks noGrp="1"/>
          </p:cNvSpPr>
          <p:nvPr>
            <p:ph type="sldNum" sz="quarter" idx="11"/>
          </p:nvPr>
        </p:nvSpPr>
        <p:spPr/>
        <p:txBody>
          <a:bodyPr/>
          <a:lstStyle/>
          <a:p>
            <a:fld id="{F4C94289-3309-4C35-850A-56FD49B3E346}" type="slidenum">
              <a:rPr lang="en-GB" smtClean="0"/>
              <a:pPr/>
              <a:t>‹#›</a:t>
            </a:fld>
            <a:endParaRPr lang="en-GB" dirty="0"/>
          </a:p>
        </p:txBody>
      </p:sp>
      <p:pic>
        <p:nvPicPr>
          <p:cNvPr id="9" name="Picture 8">
            <a:extLst>
              <a:ext uri="{FF2B5EF4-FFF2-40B4-BE49-F238E27FC236}">
                <a16:creationId xmlns:a16="http://schemas.microsoft.com/office/drawing/2014/main" id="{B7BBC1DF-DA7E-45AF-8489-194A36B24C10}"/>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364988" y="584011"/>
            <a:ext cx="576887" cy="430299"/>
          </a:xfrm>
          <a:prstGeom prst="rect">
            <a:avLst/>
          </a:prstGeom>
        </p:spPr>
      </p:pic>
      <p:sp>
        <p:nvSpPr>
          <p:cNvPr id="10" name="Rectangle 9">
            <a:extLst>
              <a:ext uri="{FF2B5EF4-FFF2-40B4-BE49-F238E27FC236}">
                <a16:creationId xmlns:a16="http://schemas.microsoft.com/office/drawing/2014/main" id="{C1180EA0-78B8-480A-9475-84FFF09CD877}"/>
              </a:ext>
            </a:extLst>
          </p:cNvPr>
          <p:cNvSpPr/>
          <p:nvPr userDrawn="1"/>
        </p:nvSpPr>
        <p:spPr>
          <a:xfrm>
            <a:off x="1054839" y="1532944"/>
            <a:ext cx="1150391" cy="104564"/>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1A3140"/>
              </a:solidFill>
            </a:endParaRPr>
          </a:p>
        </p:txBody>
      </p:sp>
      <p:sp>
        <p:nvSpPr>
          <p:cNvPr id="11" name="Rectangle 10">
            <a:extLst>
              <a:ext uri="{FF2B5EF4-FFF2-40B4-BE49-F238E27FC236}">
                <a16:creationId xmlns:a16="http://schemas.microsoft.com/office/drawing/2014/main" id="{30954FA5-4876-4894-8906-FF563A705A61}"/>
              </a:ext>
            </a:extLst>
          </p:cNvPr>
          <p:cNvSpPr/>
          <p:nvPr userDrawn="1"/>
        </p:nvSpPr>
        <p:spPr>
          <a:xfrm>
            <a:off x="1022846" y="3651735"/>
            <a:ext cx="1150391" cy="4571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7" name="Rectangle 16">
            <a:extLst>
              <a:ext uri="{FF2B5EF4-FFF2-40B4-BE49-F238E27FC236}">
                <a16:creationId xmlns:a16="http://schemas.microsoft.com/office/drawing/2014/main" id="{D576FDA1-2EB2-40A0-A7D3-6DC2598082A9}"/>
              </a:ext>
            </a:extLst>
          </p:cNvPr>
          <p:cNvSpPr/>
          <p:nvPr userDrawn="1"/>
        </p:nvSpPr>
        <p:spPr>
          <a:xfrm>
            <a:off x="3432874" y="648"/>
            <a:ext cx="8759126" cy="6857352"/>
          </a:xfrm>
          <a:prstGeom prst="rect">
            <a:avLst/>
          </a:prstGeom>
          <a:gradFill flip="none" rotWithShape="1">
            <a:gsLst>
              <a:gs pos="0">
                <a:schemeClr val="tx1">
                  <a:lumMod val="95000"/>
                  <a:lumOff val="5000"/>
                </a:schemeClr>
              </a:gs>
              <a:gs pos="100000">
                <a:schemeClr val="tx1">
                  <a:lumMod val="50000"/>
                  <a:lumOff val="50000"/>
                  <a:alpha val="2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extBox 11">
            <a:extLst>
              <a:ext uri="{FF2B5EF4-FFF2-40B4-BE49-F238E27FC236}">
                <a16:creationId xmlns:a16="http://schemas.microsoft.com/office/drawing/2014/main" id="{1D31921A-42AC-412F-85C8-9CD8F3CB200F}"/>
              </a:ext>
            </a:extLst>
          </p:cNvPr>
          <p:cNvSpPr txBox="1"/>
          <p:nvPr userDrawn="1"/>
        </p:nvSpPr>
        <p:spPr>
          <a:xfrm>
            <a:off x="412732" y="2096998"/>
            <a:ext cx="2493664" cy="424270"/>
          </a:xfrm>
          <a:prstGeom prst="rect">
            <a:avLst/>
          </a:prstGeom>
          <a:noFill/>
        </p:spPr>
        <p:txBody>
          <a:bodyPr wrap="square" lIns="0" tIns="0" rIns="0" bIns="0" rtlCol="0">
            <a:noAutofit/>
          </a:bodyPr>
          <a:lstStyle/>
          <a:p>
            <a:pPr algn="ctr"/>
            <a:r>
              <a:rPr lang="en-US" sz="1600" spc="1000" dirty="0">
                <a:solidFill>
                  <a:schemeClr val="bg1"/>
                </a:solidFill>
                <a:latin typeface="Arial" charset="0"/>
                <a:ea typeface="Arial" charset="0"/>
                <a:cs typeface="Arial" charset="0"/>
              </a:rPr>
              <a:t>PRACTICAL</a:t>
            </a:r>
          </a:p>
        </p:txBody>
      </p:sp>
      <p:sp>
        <p:nvSpPr>
          <p:cNvPr id="13" name="TextBox 12">
            <a:extLst>
              <a:ext uri="{FF2B5EF4-FFF2-40B4-BE49-F238E27FC236}">
                <a16:creationId xmlns:a16="http://schemas.microsoft.com/office/drawing/2014/main" id="{5478728E-181A-42BC-AEA3-441F2AACACAA}"/>
              </a:ext>
            </a:extLst>
          </p:cNvPr>
          <p:cNvSpPr txBox="1"/>
          <p:nvPr userDrawn="1"/>
        </p:nvSpPr>
        <p:spPr>
          <a:xfrm>
            <a:off x="-6504" y="2588656"/>
            <a:ext cx="3332136" cy="651844"/>
          </a:xfrm>
          <a:prstGeom prst="rect">
            <a:avLst/>
          </a:prstGeom>
          <a:noFill/>
        </p:spPr>
        <p:txBody>
          <a:bodyPr wrap="square" lIns="0" tIns="0" rIns="0" bIns="0" rtlCol="0">
            <a:noAutofit/>
          </a:bodyPr>
          <a:lstStyle/>
          <a:p>
            <a:pPr algn="ctr"/>
            <a:r>
              <a:rPr lang="en-US" sz="3598" b="1" dirty="0">
                <a:solidFill>
                  <a:schemeClr val="bg1"/>
                </a:solidFill>
                <a:latin typeface="Arial" charset="0"/>
                <a:ea typeface="Arial" charset="0"/>
                <a:cs typeface="Arial" charset="0"/>
              </a:rPr>
              <a:t>EXERCISE</a:t>
            </a:r>
          </a:p>
        </p:txBody>
      </p:sp>
      <p:sp>
        <p:nvSpPr>
          <p:cNvPr id="2" name="Title 1">
            <a:extLst>
              <a:ext uri="{FF2B5EF4-FFF2-40B4-BE49-F238E27FC236}">
                <a16:creationId xmlns:a16="http://schemas.microsoft.com/office/drawing/2014/main" id="{F1F38304-721D-4931-851A-967FF7C1CE2F}"/>
              </a:ext>
            </a:extLst>
          </p:cNvPr>
          <p:cNvSpPr>
            <a:spLocks noGrp="1"/>
          </p:cNvSpPr>
          <p:nvPr>
            <p:ph type="title"/>
          </p:nvPr>
        </p:nvSpPr>
        <p:spPr>
          <a:xfrm>
            <a:off x="4590283" y="307036"/>
            <a:ext cx="5888741" cy="984247"/>
          </a:xfrm>
        </p:spPr>
        <p:txBody>
          <a:bodyPr/>
          <a:lstStyle>
            <a:lvl1pPr>
              <a:defRPr>
                <a:solidFill>
                  <a:schemeClr val="bg1"/>
                </a:solidFill>
              </a:defRPr>
            </a:lvl1pPr>
          </a:lstStyle>
          <a:p>
            <a:r>
              <a:rPr lang="en-US" dirty="0"/>
              <a:t>Click to edit Master title style</a:t>
            </a:r>
          </a:p>
        </p:txBody>
      </p:sp>
      <p:grpSp>
        <p:nvGrpSpPr>
          <p:cNvPr id="21" name="Group 20">
            <a:extLst>
              <a:ext uri="{FF2B5EF4-FFF2-40B4-BE49-F238E27FC236}">
                <a16:creationId xmlns:a16="http://schemas.microsoft.com/office/drawing/2014/main" id="{23E0B62D-51C5-4251-9E3B-BFDB74F92E16}"/>
              </a:ext>
            </a:extLst>
          </p:cNvPr>
          <p:cNvGrpSpPr/>
          <p:nvPr userDrawn="1"/>
        </p:nvGrpSpPr>
        <p:grpSpPr>
          <a:xfrm>
            <a:off x="3951843" y="2987742"/>
            <a:ext cx="1276879" cy="1327985"/>
            <a:chOff x="515937" y="326276"/>
            <a:chExt cx="902611" cy="902611"/>
          </a:xfrm>
        </p:grpSpPr>
        <p:grpSp>
          <p:nvGrpSpPr>
            <p:cNvPr id="22" name="Group 21">
              <a:extLst>
                <a:ext uri="{FF2B5EF4-FFF2-40B4-BE49-F238E27FC236}">
                  <a16:creationId xmlns:a16="http://schemas.microsoft.com/office/drawing/2014/main" id="{C394641D-F82B-4D80-BC4E-DD0ABEB6808A}"/>
                </a:ext>
              </a:extLst>
            </p:cNvPr>
            <p:cNvGrpSpPr/>
            <p:nvPr/>
          </p:nvGrpSpPr>
          <p:grpSpPr>
            <a:xfrm>
              <a:off x="515937" y="326276"/>
              <a:ext cx="902611" cy="902611"/>
              <a:chOff x="4492144" y="190843"/>
              <a:chExt cx="855656" cy="855656"/>
            </a:xfrm>
          </p:grpSpPr>
          <p:sp>
            <p:nvSpPr>
              <p:cNvPr id="24" name="Oval 23">
                <a:extLst>
                  <a:ext uri="{FF2B5EF4-FFF2-40B4-BE49-F238E27FC236}">
                    <a16:creationId xmlns:a16="http://schemas.microsoft.com/office/drawing/2014/main" id="{D598798A-3B17-421E-88FC-2B5EF9DE12A3}"/>
                  </a:ext>
                </a:extLst>
              </p:cNvPr>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 name="Oval 24">
                <a:extLst>
                  <a:ext uri="{FF2B5EF4-FFF2-40B4-BE49-F238E27FC236}">
                    <a16:creationId xmlns:a16="http://schemas.microsoft.com/office/drawing/2014/main" id="{6380228A-7A70-449B-A0B9-1513D9852599}"/>
                  </a:ext>
                </a:extLst>
              </p:cNvPr>
              <p:cNvSpPr/>
              <p:nvPr/>
            </p:nvSpPr>
            <p:spPr>
              <a:xfrm>
                <a:off x="4551137" y="249836"/>
                <a:ext cx="737671" cy="737671"/>
              </a:xfrm>
              <a:prstGeom prst="ellipse">
                <a:avLst/>
              </a:prstGeom>
              <a:solidFill>
                <a:schemeClr val="accent5"/>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23" name="Picture 22">
              <a:extLst>
                <a:ext uri="{FF2B5EF4-FFF2-40B4-BE49-F238E27FC236}">
                  <a16:creationId xmlns:a16="http://schemas.microsoft.com/office/drawing/2014/main" id="{DA160F53-37BF-4BC2-9623-36D6C817B98E}"/>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756753" y="547093"/>
              <a:ext cx="482762" cy="482762"/>
            </a:xfrm>
            <a:prstGeom prst="rect">
              <a:avLst/>
            </a:prstGeom>
          </p:spPr>
        </p:pic>
      </p:grpSp>
      <p:sp>
        <p:nvSpPr>
          <p:cNvPr id="26" name="Date Placeholder 1">
            <a:extLst>
              <a:ext uri="{FF2B5EF4-FFF2-40B4-BE49-F238E27FC236}">
                <a16:creationId xmlns:a16="http://schemas.microsoft.com/office/drawing/2014/main" id="{6AAD77EA-12AC-434D-98A3-BBC2AD6FC857}"/>
              </a:ext>
            </a:extLst>
          </p:cNvPr>
          <p:cNvSpPr txBox="1">
            <a:spLocks/>
          </p:cNvSpPr>
          <p:nvPr userDrawn="1"/>
        </p:nvSpPr>
        <p:spPr>
          <a:xfrm>
            <a:off x="0" y="5855768"/>
            <a:ext cx="3343037" cy="365125"/>
          </a:xfrm>
          <a:prstGeom prst="rect">
            <a:avLst/>
          </a:prstGeom>
        </p:spPr>
        <p:txBody>
          <a:bodyPr vert="horz" lIns="0" tIns="0" rIns="0" bIns="0" rtlCol="0" anchor="b" anchorCtr="0">
            <a:noAutofit/>
          </a:bodyPr>
          <a:lstStyle>
            <a:defPPr>
              <a:defRPr lang="en-US"/>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200" i="0" dirty="0">
                <a:solidFill>
                  <a:schemeClr val="bg1"/>
                </a:solidFill>
                <a:latin typeface="+mn-lt"/>
                <a:ea typeface="Roboto" charset="0"/>
                <a:cs typeface="Roboto" charset="0"/>
              </a:rPr>
              <a:t>Simplify, Standardize, Accelerate </a:t>
            </a:r>
          </a:p>
        </p:txBody>
      </p:sp>
    </p:spTree>
    <p:extLst>
      <p:ext uri="{BB962C8B-B14F-4D97-AF65-F5344CB8AC3E}">
        <p14:creationId xmlns:p14="http://schemas.microsoft.com/office/powerpoint/2010/main" val="324425087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Image Title">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646816"/>
            <a:ext cx="12189600" cy="4991640"/>
          </a:xfrm>
          <a:prstGeom prst="rect">
            <a:avLst/>
          </a:prstGeom>
        </p:spPr>
      </p:pic>
      <p:sp>
        <p:nvSpPr>
          <p:cNvPr id="6" name="Rectangle 5"/>
          <p:cNvSpPr/>
          <p:nvPr userDrawn="1"/>
        </p:nvSpPr>
        <p:spPr>
          <a:xfrm>
            <a:off x="0" y="4199439"/>
            <a:ext cx="12192000" cy="1440000"/>
          </a:xfrm>
          <a:prstGeom prst="rect">
            <a:avLst/>
          </a:prstGeom>
          <a:solidFill>
            <a:srgbClr val="B383CA">
              <a:alpha val="7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Picture 11">
            <a:extLst>
              <a:ext uri="{FF2B5EF4-FFF2-40B4-BE49-F238E27FC236}">
                <a16:creationId xmlns:a16="http://schemas.microsoft.com/office/drawing/2014/main" id="{6480B215-A81F-481D-8C0E-6BF46A615633}"/>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1038999" y="5879560"/>
            <a:ext cx="829976" cy="621252"/>
          </a:xfrm>
          <a:prstGeom prst="rect">
            <a:avLst/>
          </a:prstGeom>
        </p:spPr>
      </p:pic>
      <p:sp>
        <p:nvSpPr>
          <p:cNvPr id="2" name="Title 1">
            <a:extLst>
              <a:ext uri="{FF2B5EF4-FFF2-40B4-BE49-F238E27FC236}">
                <a16:creationId xmlns:a16="http://schemas.microsoft.com/office/drawing/2014/main" id="{4D6C11B0-82D2-4B1D-A080-5DEC7B98E43A}"/>
              </a:ext>
            </a:extLst>
          </p:cNvPr>
          <p:cNvSpPr>
            <a:spLocks noGrp="1"/>
          </p:cNvSpPr>
          <p:nvPr>
            <p:ph type="ctrTitle"/>
          </p:nvPr>
        </p:nvSpPr>
        <p:spPr>
          <a:xfrm>
            <a:off x="514350" y="4199439"/>
            <a:ext cx="8472253" cy="1440000"/>
          </a:xfrm>
        </p:spPr>
        <p:txBody>
          <a:bodyPr anchor="ctr" anchorCtr="0"/>
          <a:lstStyle>
            <a:lvl1pPr algn="l">
              <a:defRPr sz="4400" b="1" cap="all" baseline="0">
                <a:solidFill>
                  <a:schemeClr val="bg1"/>
                </a:solidFill>
              </a:defRPr>
            </a:lvl1pPr>
          </a:lstStyle>
          <a:p>
            <a:r>
              <a:rPr lang="en-US" dirty="0"/>
              <a:t>Click to edit Master title style</a:t>
            </a:r>
            <a:endParaRPr lang="en-GB" dirty="0"/>
          </a:p>
        </p:txBody>
      </p:sp>
      <p:pic>
        <p:nvPicPr>
          <p:cNvPr id="7" name="Picture 6"/>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10652823" y="4311363"/>
            <a:ext cx="1216152" cy="1216152"/>
          </a:xfrm>
          <a:prstGeom prst="rect">
            <a:avLst/>
          </a:prstGeom>
        </p:spPr>
      </p:pic>
    </p:spTree>
    <p:extLst>
      <p:ext uri="{BB962C8B-B14F-4D97-AF65-F5344CB8AC3E}">
        <p14:creationId xmlns:p14="http://schemas.microsoft.com/office/powerpoint/2010/main" val="157000908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2BE79-9CF6-49D0-828F-83304EE10FA4}"/>
              </a:ext>
            </a:extLst>
          </p:cNvPr>
          <p:cNvSpPr>
            <a:spLocks noGrp="1"/>
          </p:cNvSpPr>
          <p:nvPr>
            <p:ph type="title"/>
          </p:nvPr>
        </p:nvSpPr>
        <p:spPr>
          <a:xfrm>
            <a:off x="1511276" y="210344"/>
            <a:ext cx="8902723" cy="984247"/>
          </a:xfrm>
        </p:spPr>
        <p:txBody>
          <a:bodyPr/>
          <a:lstStyle/>
          <a:p>
            <a:r>
              <a:rPr lang="en-US"/>
              <a:t>Click to edit Master title style</a:t>
            </a:r>
            <a:endParaRPr lang="en-GB" dirty="0"/>
          </a:p>
        </p:txBody>
      </p:sp>
      <p:sp>
        <p:nvSpPr>
          <p:cNvPr id="3" name="Content Placeholder 2">
            <a:extLst>
              <a:ext uri="{FF2B5EF4-FFF2-40B4-BE49-F238E27FC236}">
                <a16:creationId xmlns:a16="http://schemas.microsoft.com/office/drawing/2014/main" id="{15131794-EBBB-48C2-B2AE-5771C52F061C}"/>
              </a:ext>
            </a:extLst>
          </p:cNvPr>
          <p:cNvSpPr>
            <a:spLocks noGrp="1"/>
          </p:cNvSpPr>
          <p:nvPr>
            <p:ph idx="1"/>
          </p:nvPr>
        </p:nvSpPr>
        <p:spPr/>
        <p:txBody>
          <a:bodyPr/>
          <a:lstStyle>
            <a:lvl3pPr marL="400050" indent="-195263">
              <a:defRPr/>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Footer Placeholder 4">
            <a:extLst>
              <a:ext uri="{FF2B5EF4-FFF2-40B4-BE49-F238E27FC236}">
                <a16:creationId xmlns:a16="http://schemas.microsoft.com/office/drawing/2014/main" id="{E9A396C8-82EE-4828-BB90-F70077CC6504}"/>
              </a:ext>
            </a:extLst>
          </p:cNvPr>
          <p:cNvSpPr>
            <a:spLocks noGrp="1"/>
          </p:cNvSpPr>
          <p:nvPr>
            <p:ph type="ftr" sz="quarter" idx="11"/>
          </p:nvPr>
        </p:nvSpPr>
        <p:spPr/>
        <p:txBody>
          <a:bodyPr/>
          <a:lstStyle/>
          <a:p>
            <a:r>
              <a:rPr lang="en-GB" dirty="0"/>
              <a:t>Presentation title in footer</a:t>
            </a:r>
          </a:p>
        </p:txBody>
      </p:sp>
      <p:sp>
        <p:nvSpPr>
          <p:cNvPr id="6" name="Slide Number Placeholder 5">
            <a:extLst>
              <a:ext uri="{FF2B5EF4-FFF2-40B4-BE49-F238E27FC236}">
                <a16:creationId xmlns:a16="http://schemas.microsoft.com/office/drawing/2014/main" id="{033CAEA2-92AB-4512-A9D7-FD0A72486257}"/>
              </a:ext>
            </a:extLst>
          </p:cNvPr>
          <p:cNvSpPr>
            <a:spLocks noGrp="1"/>
          </p:cNvSpPr>
          <p:nvPr>
            <p:ph type="sldNum" sz="quarter" idx="12"/>
          </p:nvPr>
        </p:nvSpPr>
        <p:spPr/>
        <p:txBody>
          <a:bodyPr/>
          <a:lstStyle/>
          <a:p>
            <a:fld id="{F4C94289-3309-4C35-850A-56FD49B3E346}" type="slidenum">
              <a:rPr lang="en-GB" smtClean="0"/>
              <a:t>‹#›</a:t>
            </a:fld>
            <a:endParaRPr lang="en-GB" dirty="0"/>
          </a:p>
        </p:txBody>
      </p:sp>
      <p:sp>
        <p:nvSpPr>
          <p:cNvPr id="14" name="Rectangle 13"/>
          <p:cNvSpPr/>
          <p:nvPr userDrawn="1"/>
        </p:nvSpPr>
        <p:spPr>
          <a:xfrm>
            <a:off x="0" y="678873"/>
            <a:ext cx="207818" cy="5968783"/>
          </a:xfrm>
          <a:prstGeom prst="rect">
            <a:avLst/>
          </a:prstGeom>
          <a:solidFill>
            <a:srgbClr val="B383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21" name="Group 20"/>
          <p:cNvGrpSpPr/>
          <p:nvPr userDrawn="1"/>
        </p:nvGrpSpPr>
        <p:grpSpPr>
          <a:xfrm>
            <a:off x="515937" y="326276"/>
            <a:ext cx="902611" cy="902611"/>
            <a:chOff x="515937" y="326276"/>
            <a:chExt cx="902611" cy="902611"/>
          </a:xfrm>
        </p:grpSpPr>
        <p:grpSp>
          <p:nvGrpSpPr>
            <p:cNvPr id="17" name="Group 16"/>
            <p:cNvGrpSpPr/>
            <p:nvPr/>
          </p:nvGrpSpPr>
          <p:grpSpPr>
            <a:xfrm>
              <a:off x="515937" y="326276"/>
              <a:ext cx="902611" cy="902611"/>
              <a:chOff x="4492144" y="190843"/>
              <a:chExt cx="855656" cy="855656"/>
            </a:xfrm>
          </p:grpSpPr>
          <p:sp>
            <p:nvSpPr>
              <p:cNvPr id="18" name="Oval 17"/>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Oval 18"/>
              <p:cNvSpPr/>
              <p:nvPr/>
            </p:nvSpPr>
            <p:spPr>
              <a:xfrm>
                <a:off x="4551137" y="249836"/>
                <a:ext cx="737671" cy="737671"/>
              </a:xfrm>
              <a:prstGeom prst="ellipse">
                <a:avLst/>
              </a:prstGeom>
              <a:solidFill>
                <a:srgbClr val="B383CA"/>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20" name="Picture 19"/>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743666" y="537063"/>
              <a:ext cx="450000" cy="450000"/>
            </a:xfrm>
            <a:prstGeom prst="rect">
              <a:avLst/>
            </a:prstGeom>
          </p:spPr>
        </p:pic>
      </p:grpSp>
    </p:spTree>
    <p:extLst>
      <p:ext uri="{BB962C8B-B14F-4D97-AF65-F5344CB8AC3E}">
        <p14:creationId xmlns:p14="http://schemas.microsoft.com/office/powerpoint/2010/main" val="390170539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2BE79-9CF6-49D0-828F-83304EE10FA4}"/>
              </a:ext>
            </a:extLst>
          </p:cNvPr>
          <p:cNvSpPr>
            <a:spLocks noGrp="1"/>
          </p:cNvSpPr>
          <p:nvPr>
            <p:ph type="title"/>
          </p:nvPr>
        </p:nvSpPr>
        <p:spPr>
          <a:xfrm>
            <a:off x="1511277" y="210344"/>
            <a:ext cx="8902723" cy="984247"/>
          </a:xfrm>
        </p:spPr>
        <p:txBody>
          <a:bodyPr/>
          <a:lstStyle/>
          <a:p>
            <a:r>
              <a:rPr lang="en-US"/>
              <a:t>Click to edit Master title style</a:t>
            </a:r>
            <a:endParaRPr lang="en-GB" dirty="0"/>
          </a:p>
        </p:txBody>
      </p:sp>
      <p:sp>
        <p:nvSpPr>
          <p:cNvPr id="3" name="Content Placeholder 2">
            <a:extLst>
              <a:ext uri="{FF2B5EF4-FFF2-40B4-BE49-F238E27FC236}">
                <a16:creationId xmlns:a16="http://schemas.microsoft.com/office/drawing/2014/main" id="{15131794-EBBB-48C2-B2AE-5771C52F061C}"/>
              </a:ext>
            </a:extLst>
          </p:cNvPr>
          <p:cNvSpPr>
            <a:spLocks noGrp="1"/>
          </p:cNvSpPr>
          <p:nvPr>
            <p:ph idx="1"/>
          </p:nvPr>
        </p:nvSpPr>
        <p:spPr>
          <a:xfrm>
            <a:off x="515937" y="1695450"/>
            <a:ext cx="4824413" cy="4587081"/>
          </a:xfrm>
        </p:spPr>
        <p:txBody>
          <a:bodyPr/>
          <a:lstStyle>
            <a:lvl1pPr>
              <a:defRPr sz="1400"/>
            </a:lvl1pPr>
            <a:lvl2pPr marL="165100" indent="-165100">
              <a:defRPr sz="1400"/>
            </a:lvl2pPr>
            <a:lvl3pPr marL="344488" indent="-160338">
              <a:defRPr sz="1200"/>
            </a:lvl3pPr>
            <a:lvl4pPr marL="544513" indent="-184150">
              <a:defRPr sz="1100"/>
            </a:lvl4pPr>
            <a:lvl5pPr marL="746125" indent="-176213">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Footer Placeholder 4">
            <a:extLst>
              <a:ext uri="{FF2B5EF4-FFF2-40B4-BE49-F238E27FC236}">
                <a16:creationId xmlns:a16="http://schemas.microsoft.com/office/drawing/2014/main" id="{E9A396C8-82EE-4828-BB90-F70077CC6504}"/>
              </a:ext>
            </a:extLst>
          </p:cNvPr>
          <p:cNvSpPr>
            <a:spLocks noGrp="1"/>
          </p:cNvSpPr>
          <p:nvPr>
            <p:ph type="ftr" sz="quarter" idx="11"/>
          </p:nvPr>
        </p:nvSpPr>
        <p:spPr/>
        <p:txBody>
          <a:bodyPr/>
          <a:lstStyle/>
          <a:p>
            <a:r>
              <a:rPr lang="en-GB" dirty="0"/>
              <a:t>Presentation title in footer</a:t>
            </a:r>
          </a:p>
        </p:txBody>
      </p:sp>
      <p:sp>
        <p:nvSpPr>
          <p:cNvPr id="6" name="Slide Number Placeholder 5">
            <a:extLst>
              <a:ext uri="{FF2B5EF4-FFF2-40B4-BE49-F238E27FC236}">
                <a16:creationId xmlns:a16="http://schemas.microsoft.com/office/drawing/2014/main" id="{033CAEA2-92AB-4512-A9D7-FD0A72486257}"/>
              </a:ext>
            </a:extLst>
          </p:cNvPr>
          <p:cNvSpPr>
            <a:spLocks noGrp="1"/>
          </p:cNvSpPr>
          <p:nvPr>
            <p:ph type="sldNum" sz="quarter" idx="12"/>
          </p:nvPr>
        </p:nvSpPr>
        <p:spPr/>
        <p:txBody>
          <a:bodyPr/>
          <a:lstStyle/>
          <a:p>
            <a:fld id="{F4C94289-3309-4C35-850A-56FD49B3E346}" type="slidenum">
              <a:rPr lang="en-GB" smtClean="0"/>
              <a:t>‹#›</a:t>
            </a:fld>
            <a:endParaRPr lang="en-GB" dirty="0"/>
          </a:p>
        </p:txBody>
      </p:sp>
      <p:sp>
        <p:nvSpPr>
          <p:cNvPr id="7" name="Content Placeholder 2">
            <a:extLst>
              <a:ext uri="{FF2B5EF4-FFF2-40B4-BE49-F238E27FC236}">
                <a16:creationId xmlns:a16="http://schemas.microsoft.com/office/drawing/2014/main" id="{50463241-5450-4976-8525-5C06611D08BF}"/>
              </a:ext>
            </a:extLst>
          </p:cNvPr>
          <p:cNvSpPr>
            <a:spLocks noGrp="1"/>
          </p:cNvSpPr>
          <p:nvPr>
            <p:ph idx="13"/>
          </p:nvPr>
        </p:nvSpPr>
        <p:spPr>
          <a:xfrm>
            <a:off x="5591175" y="1695450"/>
            <a:ext cx="6084886" cy="4587081"/>
          </a:xfrm>
        </p:spPr>
        <p:txBody>
          <a:bodyPr/>
          <a:lstStyle>
            <a:lvl1pPr>
              <a:defRPr sz="1400"/>
            </a:lvl1pPr>
            <a:lvl2pPr marL="165100" indent="-165100">
              <a:defRPr sz="1400"/>
            </a:lvl2pPr>
            <a:lvl3pPr marL="344488" indent="-160338">
              <a:defRPr sz="1200"/>
            </a:lvl3pPr>
            <a:lvl4pPr marL="544513" indent="-184150">
              <a:defRPr sz="1100"/>
            </a:lvl4pPr>
            <a:lvl5pPr marL="746125" indent="-176213">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cxnSp>
        <p:nvCxnSpPr>
          <p:cNvPr id="9" name="Straight Connector 8"/>
          <p:cNvCxnSpPr/>
          <p:nvPr userDrawn="1"/>
        </p:nvCxnSpPr>
        <p:spPr>
          <a:xfrm>
            <a:off x="515938" y="1344706"/>
            <a:ext cx="11160123"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Rectangle 16"/>
          <p:cNvSpPr/>
          <p:nvPr userDrawn="1"/>
        </p:nvSpPr>
        <p:spPr>
          <a:xfrm>
            <a:off x="0" y="678873"/>
            <a:ext cx="207818" cy="5968783"/>
          </a:xfrm>
          <a:prstGeom prst="rect">
            <a:avLst/>
          </a:prstGeom>
          <a:solidFill>
            <a:srgbClr val="B383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23" name="Group 22"/>
          <p:cNvGrpSpPr/>
          <p:nvPr userDrawn="1"/>
        </p:nvGrpSpPr>
        <p:grpSpPr>
          <a:xfrm>
            <a:off x="515937" y="326276"/>
            <a:ext cx="902611" cy="902611"/>
            <a:chOff x="515937" y="326276"/>
            <a:chExt cx="902611" cy="902611"/>
          </a:xfrm>
        </p:grpSpPr>
        <p:grpSp>
          <p:nvGrpSpPr>
            <p:cNvPr id="24" name="Group 23"/>
            <p:cNvGrpSpPr/>
            <p:nvPr/>
          </p:nvGrpSpPr>
          <p:grpSpPr>
            <a:xfrm>
              <a:off x="515937" y="326276"/>
              <a:ext cx="902611" cy="902611"/>
              <a:chOff x="4492144" y="190843"/>
              <a:chExt cx="855656" cy="855656"/>
            </a:xfrm>
          </p:grpSpPr>
          <p:sp>
            <p:nvSpPr>
              <p:cNvPr id="26" name="Oval 25"/>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Oval 26"/>
              <p:cNvSpPr/>
              <p:nvPr/>
            </p:nvSpPr>
            <p:spPr>
              <a:xfrm>
                <a:off x="4551137" y="249836"/>
                <a:ext cx="737671" cy="737671"/>
              </a:xfrm>
              <a:prstGeom prst="ellipse">
                <a:avLst/>
              </a:prstGeom>
              <a:solidFill>
                <a:srgbClr val="B383CA"/>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25" name="Picture 24"/>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743666" y="537063"/>
              <a:ext cx="450000" cy="450000"/>
            </a:xfrm>
            <a:prstGeom prst="rect">
              <a:avLst/>
            </a:prstGeom>
          </p:spPr>
        </p:pic>
      </p:grpSp>
    </p:spTree>
    <p:extLst>
      <p:ext uri="{BB962C8B-B14F-4D97-AF65-F5344CB8AC3E}">
        <p14:creationId xmlns:p14="http://schemas.microsoft.com/office/powerpoint/2010/main" val="98652516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9108513E-D1D6-4909-A6A1-E798C38409CA}"/>
              </a:ext>
            </a:extLst>
          </p:cNvPr>
          <p:cNvSpPr>
            <a:spLocks noGrp="1"/>
          </p:cNvSpPr>
          <p:nvPr>
            <p:ph type="ftr" sz="quarter" idx="11"/>
          </p:nvPr>
        </p:nvSpPr>
        <p:spPr/>
        <p:txBody>
          <a:bodyPr/>
          <a:lstStyle/>
          <a:p>
            <a:r>
              <a:rPr lang="en-GB" dirty="0"/>
              <a:t>Presentation title in footer</a:t>
            </a:r>
          </a:p>
        </p:txBody>
      </p:sp>
      <p:sp>
        <p:nvSpPr>
          <p:cNvPr id="5" name="Slide Number Placeholder 4">
            <a:extLst>
              <a:ext uri="{FF2B5EF4-FFF2-40B4-BE49-F238E27FC236}">
                <a16:creationId xmlns:a16="http://schemas.microsoft.com/office/drawing/2014/main" id="{9881A9FA-9619-43AB-B085-D7F021094F68}"/>
              </a:ext>
            </a:extLst>
          </p:cNvPr>
          <p:cNvSpPr>
            <a:spLocks noGrp="1"/>
          </p:cNvSpPr>
          <p:nvPr>
            <p:ph type="sldNum" sz="quarter" idx="12"/>
          </p:nvPr>
        </p:nvSpPr>
        <p:spPr/>
        <p:txBody>
          <a:bodyPr/>
          <a:lstStyle/>
          <a:p>
            <a:fld id="{F4C94289-3309-4C35-850A-56FD49B3E346}" type="slidenum">
              <a:rPr lang="en-GB" smtClean="0"/>
              <a:t>‹#›</a:t>
            </a:fld>
            <a:endParaRPr lang="en-GB" dirty="0"/>
          </a:p>
        </p:txBody>
      </p:sp>
      <p:sp>
        <p:nvSpPr>
          <p:cNvPr id="6" name="Title 5"/>
          <p:cNvSpPr>
            <a:spLocks noGrp="1"/>
          </p:cNvSpPr>
          <p:nvPr>
            <p:ph type="title"/>
          </p:nvPr>
        </p:nvSpPr>
        <p:spPr>
          <a:xfrm>
            <a:off x="1511277" y="210344"/>
            <a:ext cx="8902723" cy="984247"/>
          </a:xfrm>
        </p:spPr>
        <p:txBody>
          <a:bodyPr/>
          <a:lstStyle/>
          <a:p>
            <a:r>
              <a:rPr lang="en-US"/>
              <a:t>Click to edit Master title style</a:t>
            </a:r>
          </a:p>
        </p:txBody>
      </p:sp>
      <p:sp>
        <p:nvSpPr>
          <p:cNvPr id="14" name="Rectangle 13"/>
          <p:cNvSpPr/>
          <p:nvPr userDrawn="1"/>
        </p:nvSpPr>
        <p:spPr>
          <a:xfrm>
            <a:off x="0" y="678873"/>
            <a:ext cx="207818" cy="5968783"/>
          </a:xfrm>
          <a:prstGeom prst="rect">
            <a:avLst/>
          </a:prstGeom>
          <a:solidFill>
            <a:srgbClr val="B383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20" name="Group 19"/>
          <p:cNvGrpSpPr/>
          <p:nvPr userDrawn="1"/>
        </p:nvGrpSpPr>
        <p:grpSpPr>
          <a:xfrm>
            <a:off x="515937" y="326276"/>
            <a:ext cx="902611" cy="902611"/>
            <a:chOff x="515937" y="326276"/>
            <a:chExt cx="902611" cy="902611"/>
          </a:xfrm>
        </p:grpSpPr>
        <p:grpSp>
          <p:nvGrpSpPr>
            <p:cNvPr id="21" name="Group 20"/>
            <p:cNvGrpSpPr/>
            <p:nvPr/>
          </p:nvGrpSpPr>
          <p:grpSpPr>
            <a:xfrm>
              <a:off x="515937" y="326276"/>
              <a:ext cx="902611" cy="902611"/>
              <a:chOff x="4492144" y="190843"/>
              <a:chExt cx="855656" cy="855656"/>
            </a:xfrm>
          </p:grpSpPr>
          <p:sp>
            <p:nvSpPr>
              <p:cNvPr id="23" name="Oval 22"/>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Oval 23"/>
              <p:cNvSpPr/>
              <p:nvPr/>
            </p:nvSpPr>
            <p:spPr>
              <a:xfrm>
                <a:off x="4551137" y="249836"/>
                <a:ext cx="737671" cy="737671"/>
              </a:xfrm>
              <a:prstGeom prst="ellipse">
                <a:avLst/>
              </a:prstGeom>
              <a:solidFill>
                <a:srgbClr val="B383CA"/>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22" name="Picture 21"/>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743666" y="537063"/>
              <a:ext cx="450000" cy="450000"/>
            </a:xfrm>
            <a:prstGeom prst="rect">
              <a:avLst/>
            </a:prstGeom>
          </p:spPr>
        </p:pic>
      </p:grpSp>
    </p:spTree>
    <p:extLst>
      <p:ext uri="{BB962C8B-B14F-4D97-AF65-F5344CB8AC3E}">
        <p14:creationId xmlns:p14="http://schemas.microsoft.com/office/powerpoint/2010/main" val="309774913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Image Title">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646816"/>
            <a:ext cx="12193200" cy="4993114"/>
          </a:xfrm>
          <a:prstGeom prst="rect">
            <a:avLst/>
          </a:prstGeom>
        </p:spPr>
      </p:pic>
      <p:sp>
        <p:nvSpPr>
          <p:cNvPr id="6" name="Rectangle 5"/>
          <p:cNvSpPr/>
          <p:nvPr userDrawn="1"/>
        </p:nvSpPr>
        <p:spPr>
          <a:xfrm>
            <a:off x="0" y="4199439"/>
            <a:ext cx="12192000" cy="1440000"/>
          </a:xfrm>
          <a:prstGeom prst="rect">
            <a:avLst/>
          </a:prstGeom>
          <a:solidFill>
            <a:srgbClr val="EC9BBA">
              <a:alpha val="7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Picture 11">
            <a:extLst>
              <a:ext uri="{FF2B5EF4-FFF2-40B4-BE49-F238E27FC236}">
                <a16:creationId xmlns:a16="http://schemas.microsoft.com/office/drawing/2014/main" id="{6480B215-A81F-481D-8C0E-6BF46A615633}"/>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1038999" y="5879560"/>
            <a:ext cx="829976" cy="621252"/>
          </a:xfrm>
          <a:prstGeom prst="rect">
            <a:avLst/>
          </a:prstGeom>
        </p:spPr>
      </p:pic>
      <p:sp>
        <p:nvSpPr>
          <p:cNvPr id="2" name="Title 1">
            <a:extLst>
              <a:ext uri="{FF2B5EF4-FFF2-40B4-BE49-F238E27FC236}">
                <a16:creationId xmlns:a16="http://schemas.microsoft.com/office/drawing/2014/main" id="{4D6C11B0-82D2-4B1D-A080-5DEC7B98E43A}"/>
              </a:ext>
            </a:extLst>
          </p:cNvPr>
          <p:cNvSpPr>
            <a:spLocks noGrp="1"/>
          </p:cNvSpPr>
          <p:nvPr>
            <p:ph type="ctrTitle"/>
          </p:nvPr>
        </p:nvSpPr>
        <p:spPr>
          <a:xfrm>
            <a:off x="514350" y="4199439"/>
            <a:ext cx="8472253" cy="1440000"/>
          </a:xfrm>
        </p:spPr>
        <p:txBody>
          <a:bodyPr anchor="ctr" anchorCtr="0"/>
          <a:lstStyle>
            <a:lvl1pPr algn="l">
              <a:defRPr sz="4400" b="1" cap="all" baseline="0">
                <a:solidFill>
                  <a:schemeClr val="bg1"/>
                </a:solidFill>
              </a:defRPr>
            </a:lvl1pPr>
          </a:lstStyle>
          <a:p>
            <a:r>
              <a:rPr lang="en-US" dirty="0"/>
              <a:t>Click to edit Master title style</a:t>
            </a:r>
            <a:endParaRPr lang="en-GB" dirty="0"/>
          </a:p>
        </p:txBody>
      </p:sp>
      <p:pic>
        <p:nvPicPr>
          <p:cNvPr id="7" name="Picture 6"/>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10649775" y="4357083"/>
            <a:ext cx="1219200" cy="1124712"/>
          </a:xfrm>
          <a:prstGeom prst="rect">
            <a:avLst/>
          </a:prstGeom>
        </p:spPr>
      </p:pic>
    </p:spTree>
    <p:extLst>
      <p:ext uri="{BB962C8B-B14F-4D97-AF65-F5344CB8AC3E}">
        <p14:creationId xmlns:p14="http://schemas.microsoft.com/office/powerpoint/2010/main" val="1250455662"/>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2BE79-9CF6-49D0-828F-83304EE10FA4}"/>
              </a:ext>
            </a:extLst>
          </p:cNvPr>
          <p:cNvSpPr>
            <a:spLocks noGrp="1"/>
          </p:cNvSpPr>
          <p:nvPr>
            <p:ph type="title"/>
          </p:nvPr>
        </p:nvSpPr>
        <p:spPr>
          <a:xfrm>
            <a:off x="1511276" y="210344"/>
            <a:ext cx="8902723" cy="984247"/>
          </a:xfrm>
        </p:spPr>
        <p:txBody>
          <a:bodyPr/>
          <a:lstStyle/>
          <a:p>
            <a:r>
              <a:rPr lang="en-US"/>
              <a:t>Click to edit Master title style</a:t>
            </a:r>
            <a:endParaRPr lang="en-GB" dirty="0"/>
          </a:p>
        </p:txBody>
      </p:sp>
      <p:sp>
        <p:nvSpPr>
          <p:cNvPr id="3" name="Content Placeholder 2">
            <a:extLst>
              <a:ext uri="{FF2B5EF4-FFF2-40B4-BE49-F238E27FC236}">
                <a16:creationId xmlns:a16="http://schemas.microsoft.com/office/drawing/2014/main" id="{15131794-EBBB-48C2-B2AE-5771C52F061C}"/>
              </a:ext>
            </a:extLst>
          </p:cNvPr>
          <p:cNvSpPr>
            <a:spLocks noGrp="1"/>
          </p:cNvSpPr>
          <p:nvPr>
            <p:ph idx="1"/>
          </p:nvPr>
        </p:nvSpPr>
        <p:spPr/>
        <p:txBody>
          <a:bodyPr/>
          <a:lstStyle>
            <a:lvl3pPr marL="400050" indent="-195263">
              <a:defRPr/>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Footer Placeholder 4">
            <a:extLst>
              <a:ext uri="{FF2B5EF4-FFF2-40B4-BE49-F238E27FC236}">
                <a16:creationId xmlns:a16="http://schemas.microsoft.com/office/drawing/2014/main" id="{E9A396C8-82EE-4828-BB90-F70077CC6504}"/>
              </a:ext>
            </a:extLst>
          </p:cNvPr>
          <p:cNvSpPr>
            <a:spLocks noGrp="1"/>
          </p:cNvSpPr>
          <p:nvPr>
            <p:ph type="ftr" sz="quarter" idx="11"/>
          </p:nvPr>
        </p:nvSpPr>
        <p:spPr/>
        <p:txBody>
          <a:bodyPr/>
          <a:lstStyle/>
          <a:p>
            <a:r>
              <a:rPr lang="en-GB" dirty="0"/>
              <a:t>Presentation title in footer</a:t>
            </a:r>
          </a:p>
        </p:txBody>
      </p:sp>
      <p:sp>
        <p:nvSpPr>
          <p:cNvPr id="6" name="Slide Number Placeholder 5">
            <a:extLst>
              <a:ext uri="{FF2B5EF4-FFF2-40B4-BE49-F238E27FC236}">
                <a16:creationId xmlns:a16="http://schemas.microsoft.com/office/drawing/2014/main" id="{033CAEA2-92AB-4512-A9D7-FD0A72486257}"/>
              </a:ext>
            </a:extLst>
          </p:cNvPr>
          <p:cNvSpPr>
            <a:spLocks noGrp="1"/>
          </p:cNvSpPr>
          <p:nvPr>
            <p:ph type="sldNum" sz="quarter" idx="12"/>
          </p:nvPr>
        </p:nvSpPr>
        <p:spPr/>
        <p:txBody>
          <a:bodyPr/>
          <a:lstStyle/>
          <a:p>
            <a:fld id="{F4C94289-3309-4C35-850A-56FD49B3E346}" type="slidenum">
              <a:rPr lang="en-GB" smtClean="0"/>
              <a:t>‹#›</a:t>
            </a:fld>
            <a:endParaRPr lang="en-GB" dirty="0"/>
          </a:p>
        </p:txBody>
      </p:sp>
      <p:sp>
        <p:nvSpPr>
          <p:cNvPr id="14" name="Rectangle 13"/>
          <p:cNvSpPr/>
          <p:nvPr userDrawn="1"/>
        </p:nvSpPr>
        <p:spPr>
          <a:xfrm>
            <a:off x="0" y="678873"/>
            <a:ext cx="207818" cy="5968783"/>
          </a:xfrm>
          <a:prstGeom prst="rect">
            <a:avLst/>
          </a:prstGeom>
          <a:solidFill>
            <a:srgbClr val="EC9B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21" name="Group 20"/>
          <p:cNvGrpSpPr/>
          <p:nvPr userDrawn="1"/>
        </p:nvGrpSpPr>
        <p:grpSpPr>
          <a:xfrm>
            <a:off x="515937" y="326276"/>
            <a:ext cx="902611" cy="902611"/>
            <a:chOff x="515937" y="326276"/>
            <a:chExt cx="902611" cy="902611"/>
          </a:xfrm>
        </p:grpSpPr>
        <p:grpSp>
          <p:nvGrpSpPr>
            <p:cNvPr id="17" name="Group 16"/>
            <p:cNvGrpSpPr/>
            <p:nvPr/>
          </p:nvGrpSpPr>
          <p:grpSpPr>
            <a:xfrm>
              <a:off x="515937" y="326276"/>
              <a:ext cx="902611" cy="902611"/>
              <a:chOff x="4492144" y="190843"/>
              <a:chExt cx="855656" cy="855656"/>
            </a:xfrm>
          </p:grpSpPr>
          <p:sp>
            <p:nvSpPr>
              <p:cNvPr id="18" name="Oval 17"/>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Oval 18"/>
              <p:cNvSpPr/>
              <p:nvPr/>
            </p:nvSpPr>
            <p:spPr>
              <a:xfrm>
                <a:off x="4551137" y="249836"/>
                <a:ext cx="737671" cy="737671"/>
              </a:xfrm>
              <a:prstGeom prst="ellipse">
                <a:avLst/>
              </a:prstGeom>
              <a:solidFill>
                <a:srgbClr val="EC9BBA"/>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20" name="Picture 19"/>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751242" y="577781"/>
              <a:ext cx="432000" cy="399600"/>
            </a:xfrm>
            <a:prstGeom prst="rect">
              <a:avLst/>
            </a:prstGeom>
          </p:spPr>
        </p:pic>
      </p:grpSp>
    </p:spTree>
    <p:extLst>
      <p:ext uri="{BB962C8B-B14F-4D97-AF65-F5344CB8AC3E}">
        <p14:creationId xmlns:p14="http://schemas.microsoft.com/office/powerpoint/2010/main" val="3355985646"/>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2BE79-9CF6-49D0-828F-83304EE10FA4}"/>
              </a:ext>
            </a:extLst>
          </p:cNvPr>
          <p:cNvSpPr>
            <a:spLocks noGrp="1"/>
          </p:cNvSpPr>
          <p:nvPr>
            <p:ph type="title"/>
          </p:nvPr>
        </p:nvSpPr>
        <p:spPr>
          <a:xfrm>
            <a:off x="1511277" y="210344"/>
            <a:ext cx="8902723" cy="984247"/>
          </a:xfrm>
        </p:spPr>
        <p:txBody>
          <a:bodyPr/>
          <a:lstStyle/>
          <a:p>
            <a:r>
              <a:rPr lang="en-US"/>
              <a:t>Click to edit Master title style</a:t>
            </a:r>
            <a:endParaRPr lang="en-GB" dirty="0"/>
          </a:p>
        </p:txBody>
      </p:sp>
      <p:sp>
        <p:nvSpPr>
          <p:cNvPr id="3" name="Content Placeholder 2">
            <a:extLst>
              <a:ext uri="{FF2B5EF4-FFF2-40B4-BE49-F238E27FC236}">
                <a16:creationId xmlns:a16="http://schemas.microsoft.com/office/drawing/2014/main" id="{15131794-EBBB-48C2-B2AE-5771C52F061C}"/>
              </a:ext>
            </a:extLst>
          </p:cNvPr>
          <p:cNvSpPr>
            <a:spLocks noGrp="1"/>
          </p:cNvSpPr>
          <p:nvPr>
            <p:ph idx="1"/>
          </p:nvPr>
        </p:nvSpPr>
        <p:spPr>
          <a:xfrm>
            <a:off x="515937" y="1695450"/>
            <a:ext cx="4824413" cy="4587081"/>
          </a:xfrm>
        </p:spPr>
        <p:txBody>
          <a:bodyPr/>
          <a:lstStyle>
            <a:lvl1pPr>
              <a:defRPr sz="1400"/>
            </a:lvl1pPr>
            <a:lvl2pPr marL="165100" indent="-165100">
              <a:defRPr sz="1400"/>
            </a:lvl2pPr>
            <a:lvl3pPr marL="344488" indent="-160338">
              <a:defRPr sz="1200"/>
            </a:lvl3pPr>
            <a:lvl4pPr marL="544513" indent="-184150">
              <a:defRPr sz="1100"/>
            </a:lvl4pPr>
            <a:lvl5pPr marL="746125" indent="-176213">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Footer Placeholder 4">
            <a:extLst>
              <a:ext uri="{FF2B5EF4-FFF2-40B4-BE49-F238E27FC236}">
                <a16:creationId xmlns:a16="http://schemas.microsoft.com/office/drawing/2014/main" id="{E9A396C8-82EE-4828-BB90-F70077CC6504}"/>
              </a:ext>
            </a:extLst>
          </p:cNvPr>
          <p:cNvSpPr>
            <a:spLocks noGrp="1"/>
          </p:cNvSpPr>
          <p:nvPr>
            <p:ph type="ftr" sz="quarter" idx="11"/>
          </p:nvPr>
        </p:nvSpPr>
        <p:spPr/>
        <p:txBody>
          <a:bodyPr/>
          <a:lstStyle/>
          <a:p>
            <a:r>
              <a:rPr lang="en-GB" dirty="0"/>
              <a:t>Presentation title in footer</a:t>
            </a:r>
          </a:p>
        </p:txBody>
      </p:sp>
      <p:sp>
        <p:nvSpPr>
          <p:cNvPr id="6" name="Slide Number Placeholder 5">
            <a:extLst>
              <a:ext uri="{FF2B5EF4-FFF2-40B4-BE49-F238E27FC236}">
                <a16:creationId xmlns:a16="http://schemas.microsoft.com/office/drawing/2014/main" id="{033CAEA2-92AB-4512-A9D7-FD0A72486257}"/>
              </a:ext>
            </a:extLst>
          </p:cNvPr>
          <p:cNvSpPr>
            <a:spLocks noGrp="1"/>
          </p:cNvSpPr>
          <p:nvPr>
            <p:ph type="sldNum" sz="quarter" idx="12"/>
          </p:nvPr>
        </p:nvSpPr>
        <p:spPr/>
        <p:txBody>
          <a:bodyPr/>
          <a:lstStyle/>
          <a:p>
            <a:fld id="{F4C94289-3309-4C35-850A-56FD49B3E346}" type="slidenum">
              <a:rPr lang="en-GB" smtClean="0"/>
              <a:t>‹#›</a:t>
            </a:fld>
            <a:endParaRPr lang="en-GB" dirty="0"/>
          </a:p>
        </p:txBody>
      </p:sp>
      <p:sp>
        <p:nvSpPr>
          <p:cNvPr id="7" name="Content Placeholder 2">
            <a:extLst>
              <a:ext uri="{FF2B5EF4-FFF2-40B4-BE49-F238E27FC236}">
                <a16:creationId xmlns:a16="http://schemas.microsoft.com/office/drawing/2014/main" id="{50463241-5450-4976-8525-5C06611D08BF}"/>
              </a:ext>
            </a:extLst>
          </p:cNvPr>
          <p:cNvSpPr>
            <a:spLocks noGrp="1"/>
          </p:cNvSpPr>
          <p:nvPr>
            <p:ph idx="13"/>
          </p:nvPr>
        </p:nvSpPr>
        <p:spPr>
          <a:xfrm>
            <a:off x="5591175" y="1695450"/>
            <a:ext cx="6084886" cy="4587081"/>
          </a:xfrm>
        </p:spPr>
        <p:txBody>
          <a:bodyPr/>
          <a:lstStyle>
            <a:lvl1pPr>
              <a:defRPr sz="1400"/>
            </a:lvl1pPr>
            <a:lvl2pPr marL="165100" indent="-165100">
              <a:defRPr sz="1400"/>
            </a:lvl2pPr>
            <a:lvl3pPr marL="344488" indent="-160338">
              <a:defRPr sz="1200"/>
            </a:lvl3pPr>
            <a:lvl4pPr marL="544513" indent="-184150">
              <a:defRPr sz="1100"/>
            </a:lvl4pPr>
            <a:lvl5pPr marL="746125" indent="-176213">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cxnSp>
        <p:nvCxnSpPr>
          <p:cNvPr id="9" name="Straight Connector 8"/>
          <p:cNvCxnSpPr/>
          <p:nvPr userDrawn="1"/>
        </p:nvCxnSpPr>
        <p:spPr>
          <a:xfrm>
            <a:off x="515938" y="1344706"/>
            <a:ext cx="11160123"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Rectangle 16"/>
          <p:cNvSpPr/>
          <p:nvPr userDrawn="1"/>
        </p:nvSpPr>
        <p:spPr>
          <a:xfrm>
            <a:off x="0" y="678873"/>
            <a:ext cx="207818" cy="5968783"/>
          </a:xfrm>
          <a:prstGeom prst="rect">
            <a:avLst/>
          </a:prstGeom>
          <a:solidFill>
            <a:srgbClr val="EC9B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23" name="Group 22"/>
          <p:cNvGrpSpPr/>
          <p:nvPr userDrawn="1"/>
        </p:nvGrpSpPr>
        <p:grpSpPr>
          <a:xfrm>
            <a:off x="515937" y="326276"/>
            <a:ext cx="902611" cy="902611"/>
            <a:chOff x="515937" y="326276"/>
            <a:chExt cx="902611" cy="902611"/>
          </a:xfrm>
        </p:grpSpPr>
        <p:grpSp>
          <p:nvGrpSpPr>
            <p:cNvPr id="24" name="Group 23"/>
            <p:cNvGrpSpPr/>
            <p:nvPr/>
          </p:nvGrpSpPr>
          <p:grpSpPr>
            <a:xfrm>
              <a:off x="515937" y="326276"/>
              <a:ext cx="902611" cy="902611"/>
              <a:chOff x="4492144" y="190843"/>
              <a:chExt cx="855656" cy="855656"/>
            </a:xfrm>
          </p:grpSpPr>
          <p:sp>
            <p:nvSpPr>
              <p:cNvPr id="26" name="Oval 25"/>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Oval 26"/>
              <p:cNvSpPr/>
              <p:nvPr/>
            </p:nvSpPr>
            <p:spPr>
              <a:xfrm>
                <a:off x="4551137" y="249836"/>
                <a:ext cx="737671" cy="737671"/>
              </a:xfrm>
              <a:prstGeom prst="ellipse">
                <a:avLst/>
              </a:prstGeom>
              <a:solidFill>
                <a:srgbClr val="EC9BBA"/>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25" name="Picture 24"/>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751242" y="577781"/>
              <a:ext cx="432000" cy="399600"/>
            </a:xfrm>
            <a:prstGeom prst="rect">
              <a:avLst/>
            </a:prstGeom>
          </p:spPr>
        </p:pic>
      </p:grpSp>
    </p:spTree>
    <p:extLst>
      <p:ext uri="{BB962C8B-B14F-4D97-AF65-F5344CB8AC3E}">
        <p14:creationId xmlns:p14="http://schemas.microsoft.com/office/powerpoint/2010/main" val="2571577256"/>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9108513E-D1D6-4909-A6A1-E798C38409CA}"/>
              </a:ext>
            </a:extLst>
          </p:cNvPr>
          <p:cNvSpPr>
            <a:spLocks noGrp="1"/>
          </p:cNvSpPr>
          <p:nvPr>
            <p:ph type="ftr" sz="quarter" idx="11"/>
          </p:nvPr>
        </p:nvSpPr>
        <p:spPr/>
        <p:txBody>
          <a:bodyPr/>
          <a:lstStyle/>
          <a:p>
            <a:r>
              <a:rPr lang="en-GB" dirty="0"/>
              <a:t>Presentation title in footer</a:t>
            </a:r>
          </a:p>
        </p:txBody>
      </p:sp>
      <p:sp>
        <p:nvSpPr>
          <p:cNvPr id="5" name="Slide Number Placeholder 4">
            <a:extLst>
              <a:ext uri="{FF2B5EF4-FFF2-40B4-BE49-F238E27FC236}">
                <a16:creationId xmlns:a16="http://schemas.microsoft.com/office/drawing/2014/main" id="{9881A9FA-9619-43AB-B085-D7F021094F68}"/>
              </a:ext>
            </a:extLst>
          </p:cNvPr>
          <p:cNvSpPr>
            <a:spLocks noGrp="1"/>
          </p:cNvSpPr>
          <p:nvPr>
            <p:ph type="sldNum" sz="quarter" idx="12"/>
          </p:nvPr>
        </p:nvSpPr>
        <p:spPr/>
        <p:txBody>
          <a:bodyPr/>
          <a:lstStyle/>
          <a:p>
            <a:fld id="{F4C94289-3309-4C35-850A-56FD49B3E346}" type="slidenum">
              <a:rPr lang="en-GB" smtClean="0"/>
              <a:t>‹#›</a:t>
            </a:fld>
            <a:endParaRPr lang="en-GB" dirty="0"/>
          </a:p>
        </p:txBody>
      </p:sp>
      <p:sp>
        <p:nvSpPr>
          <p:cNvPr id="6" name="Title 5"/>
          <p:cNvSpPr>
            <a:spLocks noGrp="1"/>
          </p:cNvSpPr>
          <p:nvPr>
            <p:ph type="title"/>
          </p:nvPr>
        </p:nvSpPr>
        <p:spPr>
          <a:xfrm>
            <a:off x="1511277" y="210344"/>
            <a:ext cx="8902723" cy="984247"/>
          </a:xfrm>
        </p:spPr>
        <p:txBody>
          <a:bodyPr/>
          <a:lstStyle/>
          <a:p>
            <a:r>
              <a:rPr lang="en-US"/>
              <a:t>Click to edit Master title style</a:t>
            </a:r>
          </a:p>
        </p:txBody>
      </p:sp>
      <p:sp>
        <p:nvSpPr>
          <p:cNvPr id="14" name="Rectangle 13"/>
          <p:cNvSpPr/>
          <p:nvPr userDrawn="1"/>
        </p:nvSpPr>
        <p:spPr>
          <a:xfrm>
            <a:off x="0" y="678873"/>
            <a:ext cx="207818" cy="5968783"/>
          </a:xfrm>
          <a:prstGeom prst="rect">
            <a:avLst/>
          </a:prstGeom>
          <a:solidFill>
            <a:srgbClr val="EC9B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20" name="Group 19"/>
          <p:cNvGrpSpPr/>
          <p:nvPr userDrawn="1"/>
        </p:nvGrpSpPr>
        <p:grpSpPr>
          <a:xfrm>
            <a:off x="515937" y="326276"/>
            <a:ext cx="902611" cy="902611"/>
            <a:chOff x="515937" y="326276"/>
            <a:chExt cx="902611" cy="902611"/>
          </a:xfrm>
        </p:grpSpPr>
        <p:grpSp>
          <p:nvGrpSpPr>
            <p:cNvPr id="21" name="Group 20"/>
            <p:cNvGrpSpPr/>
            <p:nvPr/>
          </p:nvGrpSpPr>
          <p:grpSpPr>
            <a:xfrm>
              <a:off x="515937" y="326276"/>
              <a:ext cx="902611" cy="902611"/>
              <a:chOff x="4492144" y="190843"/>
              <a:chExt cx="855656" cy="855656"/>
            </a:xfrm>
          </p:grpSpPr>
          <p:sp>
            <p:nvSpPr>
              <p:cNvPr id="23" name="Oval 22"/>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Oval 23"/>
              <p:cNvSpPr/>
              <p:nvPr/>
            </p:nvSpPr>
            <p:spPr>
              <a:xfrm>
                <a:off x="4551137" y="249836"/>
                <a:ext cx="737671" cy="737671"/>
              </a:xfrm>
              <a:prstGeom prst="ellipse">
                <a:avLst/>
              </a:prstGeom>
              <a:solidFill>
                <a:srgbClr val="EC9BBA"/>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22" name="Picture 21"/>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751242" y="577781"/>
              <a:ext cx="432000" cy="399600"/>
            </a:xfrm>
            <a:prstGeom prst="rect">
              <a:avLst/>
            </a:prstGeom>
          </p:spPr>
        </p:pic>
      </p:grpSp>
    </p:spTree>
    <p:extLst>
      <p:ext uri="{BB962C8B-B14F-4D97-AF65-F5344CB8AC3E}">
        <p14:creationId xmlns:p14="http://schemas.microsoft.com/office/powerpoint/2010/main" val="360271663"/>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Image Title">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200" y="646815"/>
            <a:ext cx="12192000" cy="4992623"/>
          </a:xfrm>
          <a:prstGeom prst="rect">
            <a:avLst/>
          </a:prstGeom>
        </p:spPr>
      </p:pic>
      <p:sp>
        <p:nvSpPr>
          <p:cNvPr id="6" name="Rectangle 5"/>
          <p:cNvSpPr/>
          <p:nvPr userDrawn="1"/>
        </p:nvSpPr>
        <p:spPr>
          <a:xfrm>
            <a:off x="0" y="4199439"/>
            <a:ext cx="12192000" cy="1440000"/>
          </a:xfrm>
          <a:prstGeom prst="rect">
            <a:avLst/>
          </a:prstGeom>
          <a:solidFill>
            <a:srgbClr val="EC9BBA">
              <a:alpha val="6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Picture 11">
            <a:extLst>
              <a:ext uri="{FF2B5EF4-FFF2-40B4-BE49-F238E27FC236}">
                <a16:creationId xmlns:a16="http://schemas.microsoft.com/office/drawing/2014/main" id="{6480B215-A81F-481D-8C0E-6BF46A615633}"/>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1038999" y="5879560"/>
            <a:ext cx="829976" cy="621252"/>
          </a:xfrm>
          <a:prstGeom prst="rect">
            <a:avLst/>
          </a:prstGeom>
        </p:spPr>
      </p:pic>
      <p:sp>
        <p:nvSpPr>
          <p:cNvPr id="2" name="Title 1">
            <a:extLst>
              <a:ext uri="{FF2B5EF4-FFF2-40B4-BE49-F238E27FC236}">
                <a16:creationId xmlns:a16="http://schemas.microsoft.com/office/drawing/2014/main" id="{4D6C11B0-82D2-4B1D-A080-5DEC7B98E43A}"/>
              </a:ext>
            </a:extLst>
          </p:cNvPr>
          <p:cNvSpPr>
            <a:spLocks noGrp="1"/>
          </p:cNvSpPr>
          <p:nvPr>
            <p:ph type="ctrTitle"/>
          </p:nvPr>
        </p:nvSpPr>
        <p:spPr>
          <a:xfrm>
            <a:off x="514350" y="4199439"/>
            <a:ext cx="8472253" cy="1440000"/>
          </a:xfrm>
        </p:spPr>
        <p:txBody>
          <a:bodyPr anchor="ctr" anchorCtr="0"/>
          <a:lstStyle>
            <a:lvl1pPr algn="l">
              <a:defRPr sz="4400" b="1" cap="all" baseline="0">
                <a:solidFill>
                  <a:schemeClr val="bg1"/>
                </a:solidFill>
              </a:defRPr>
            </a:lvl1pPr>
          </a:lstStyle>
          <a:p>
            <a:r>
              <a:rPr lang="en-US" dirty="0"/>
              <a:t>Click to edit Master title style</a:t>
            </a:r>
            <a:endParaRPr lang="en-GB" dirty="0"/>
          </a:p>
        </p:txBody>
      </p:sp>
      <p:pic>
        <p:nvPicPr>
          <p:cNvPr id="5" name="Picture 4"/>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10415079" y="4514055"/>
            <a:ext cx="1453896" cy="883920"/>
          </a:xfrm>
          <a:prstGeom prst="rect">
            <a:avLst/>
          </a:prstGeom>
        </p:spPr>
      </p:pic>
    </p:spTree>
    <p:extLst>
      <p:ext uri="{BB962C8B-B14F-4D97-AF65-F5344CB8AC3E}">
        <p14:creationId xmlns:p14="http://schemas.microsoft.com/office/powerpoint/2010/main" val="2967038910"/>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2BE79-9CF6-49D0-828F-83304EE10FA4}"/>
              </a:ext>
            </a:extLst>
          </p:cNvPr>
          <p:cNvSpPr>
            <a:spLocks noGrp="1"/>
          </p:cNvSpPr>
          <p:nvPr>
            <p:ph type="title"/>
          </p:nvPr>
        </p:nvSpPr>
        <p:spPr>
          <a:xfrm>
            <a:off x="1511276" y="210344"/>
            <a:ext cx="8902723" cy="984247"/>
          </a:xfrm>
        </p:spPr>
        <p:txBody>
          <a:bodyPr/>
          <a:lstStyle/>
          <a:p>
            <a:r>
              <a:rPr lang="en-US"/>
              <a:t>Click to edit Master title style</a:t>
            </a:r>
            <a:endParaRPr lang="en-GB" dirty="0"/>
          </a:p>
        </p:txBody>
      </p:sp>
      <p:sp>
        <p:nvSpPr>
          <p:cNvPr id="3" name="Content Placeholder 2">
            <a:extLst>
              <a:ext uri="{FF2B5EF4-FFF2-40B4-BE49-F238E27FC236}">
                <a16:creationId xmlns:a16="http://schemas.microsoft.com/office/drawing/2014/main" id="{15131794-EBBB-48C2-B2AE-5771C52F061C}"/>
              </a:ext>
            </a:extLst>
          </p:cNvPr>
          <p:cNvSpPr>
            <a:spLocks noGrp="1"/>
          </p:cNvSpPr>
          <p:nvPr>
            <p:ph idx="1"/>
          </p:nvPr>
        </p:nvSpPr>
        <p:spPr/>
        <p:txBody>
          <a:bodyPr/>
          <a:lstStyle>
            <a:lvl3pPr marL="400050" indent="-195263">
              <a:defRPr/>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Footer Placeholder 4">
            <a:extLst>
              <a:ext uri="{FF2B5EF4-FFF2-40B4-BE49-F238E27FC236}">
                <a16:creationId xmlns:a16="http://schemas.microsoft.com/office/drawing/2014/main" id="{E9A396C8-82EE-4828-BB90-F70077CC6504}"/>
              </a:ext>
            </a:extLst>
          </p:cNvPr>
          <p:cNvSpPr>
            <a:spLocks noGrp="1"/>
          </p:cNvSpPr>
          <p:nvPr>
            <p:ph type="ftr" sz="quarter" idx="11"/>
          </p:nvPr>
        </p:nvSpPr>
        <p:spPr/>
        <p:txBody>
          <a:bodyPr/>
          <a:lstStyle/>
          <a:p>
            <a:r>
              <a:rPr lang="en-GB" dirty="0"/>
              <a:t>Presentation title in footer</a:t>
            </a:r>
          </a:p>
        </p:txBody>
      </p:sp>
      <p:sp>
        <p:nvSpPr>
          <p:cNvPr id="6" name="Slide Number Placeholder 5">
            <a:extLst>
              <a:ext uri="{FF2B5EF4-FFF2-40B4-BE49-F238E27FC236}">
                <a16:creationId xmlns:a16="http://schemas.microsoft.com/office/drawing/2014/main" id="{033CAEA2-92AB-4512-A9D7-FD0A72486257}"/>
              </a:ext>
            </a:extLst>
          </p:cNvPr>
          <p:cNvSpPr>
            <a:spLocks noGrp="1"/>
          </p:cNvSpPr>
          <p:nvPr>
            <p:ph type="sldNum" sz="quarter" idx="12"/>
          </p:nvPr>
        </p:nvSpPr>
        <p:spPr/>
        <p:txBody>
          <a:bodyPr/>
          <a:lstStyle/>
          <a:p>
            <a:fld id="{F4C94289-3309-4C35-850A-56FD49B3E346}" type="slidenum">
              <a:rPr lang="en-GB" smtClean="0"/>
              <a:t>‹#›</a:t>
            </a:fld>
            <a:endParaRPr lang="en-GB" dirty="0"/>
          </a:p>
        </p:txBody>
      </p:sp>
      <p:sp>
        <p:nvSpPr>
          <p:cNvPr id="14" name="Rectangle 13"/>
          <p:cNvSpPr/>
          <p:nvPr userDrawn="1"/>
        </p:nvSpPr>
        <p:spPr>
          <a:xfrm>
            <a:off x="0" y="678873"/>
            <a:ext cx="207818" cy="5968783"/>
          </a:xfrm>
          <a:prstGeom prst="rect">
            <a:avLst/>
          </a:prstGeom>
          <a:solidFill>
            <a:srgbClr val="F1B4C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15" name="Group 14"/>
          <p:cNvGrpSpPr/>
          <p:nvPr userDrawn="1"/>
        </p:nvGrpSpPr>
        <p:grpSpPr>
          <a:xfrm>
            <a:off x="515937" y="326276"/>
            <a:ext cx="902611" cy="902611"/>
            <a:chOff x="515937" y="326276"/>
            <a:chExt cx="902611" cy="902611"/>
          </a:xfrm>
        </p:grpSpPr>
        <p:grpSp>
          <p:nvGrpSpPr>
            <p:cNvPr id="17" name="Group 16"/>
            <p:cNvGrpSpPr/>
            <p:nvPr/>
          </p:nvGrpSpPr>
          <p:grpSpPr>
            <a:xfrm>
              <a:off x="515937" y="326276"/>
              <a:ext cx="902611" cy="902611"/>
              <a:chOff x="4492144" y="190843"/>
              <a:chExt cx="855656" cy="855656"/>
            </a:xfrm>
          </p:grpSpPr>
          <p:sp>
            <p:nvSpPr>
              <p:cNvPr id="18" name="Oval 17"/>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Oval 18"/>
              <p:cNvSpPr/>
              <p:nvPr/>
            </p:nvSpPr>
            <p:spPr>
              <a:xfrm>
                <a:off x="4551137" y="249836"/>
                <a:ext cx="737671" cy="737671"/>
              </a:xfrm>
              <a:prstGeom prst="ellipse">
                <a:avLst/>
              </a:prstGeom>
              <a:solidFill>
                <a:srgbClr val="F1B4CB"/>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4" name="Picture 3"/>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676158" y="616672"/>
              <a:ext cx="582168" cy="353568"/>
            </a:xfrm>
            <a:prstGeom prst="rect">
              <a:avLst/>
            </a:prstGeom>
          </p:spPr>
        </p:pic>
      </p:grpSp>
    </p:spTree>
    <p:extLst>
      <p:ext uri="{BB962C8B-B14F-4D97-AF65-F5344CB8AC3E}">
        <p14:creationId xmlns:p14="http://schemas.microsoft.com/office/powerpoint/2010/main" val="95166645"/>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2BE79-9CF6-49D0-828F-83304EE10FA4}"/>
              </a:ext>
            </a:extLst>
          </p:cNvPr>
          <p:cNvSpPr>
            <a:spLocks noGrp="1"/>
          </p:cNvSpPr>
          <p:nvPr>
            <p:ph type="title"/>
          </p:nvPr>
        </p:nvSpPr>
        <p:spPr>
          <a:xfrm>
            <a:off x="1511277" y="210344"/>
            <a:ext cx="8902723" cy="984247"/>
          </a:xfrm>
        </p:spPr>
        <p:txBody>
          <a:bodyPr/>
          <a:lstStyle/>
          <a:p>
            <a:r>
              <a:rPr lang="en-US"/>
              <a:t>Click to edit Master title style</a:t>
            </a:r>
            <a:endParaRPr lang="en-GB" dirty="0"/>
          </a:p>
        </p:txBody>
      </p:sp>
      <p:sp>
        <p:nvSpPr>
          <p:cNvPr id="3" name="Content Placeholder 2">
            <a:extLst>
              <a:ext uri="{FF2B5EF4-FFF2-40B4-BE49-F238E27FC236}">
                <a16:creationId xmlns:a16="http://schemas.microsoft.com/office/drawing/2014/main" id="{15131794-EBBB-48C2-B2AE-5771C52F061C}"/>
              </a:ext>
            </a:extLst>
          </p:cNvPr>
          <p:cNvSpPr>
            <a:spLocks noGrp="1"/>
          </p:cNvSpPr>
          <p:nvPr>
            <p:ph idx="1"/>
          </p:nvPr>
        </p:nvSpPr>
        <p:spPr>
          <a:xfrm>
            <a:off x="515937" y="1695450"/>
            <a:ext cx="4824413" cy="4587081"/>
          </a:xfrm>
        </p:spPr>
        <p:txBody>
          <a:bodyPr/>
          <a:lstStyle>
            <a:lvl1pPr>
              <a:defRPr sz="1400"/>
            </a:lvl1pPr>
            <a:lvl2pPr marL="165100" indent="-165100">
              <a:defRPr sz="1400"/>
            </a:lvl2pPr>
            <a:lvl3pPr marL="344488" indent="-160338">
              <a:defRPr sz="1200"/>
            </a:lvl3pPr>
            <a:lvl4pPr marL="544513" indent="-184150">
              <a:defRPr sz="1100"/>
            </a:lvl4pPr>
            <a:lvl5pPr marL="746125" indent="-176213">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Footer Placeholder 4">
            <a:extLst>
              <a:ext uri="{FF2B5EF4-FFF2-40B4-BE49-F238E27FC236}">
                <a16:creationId xmlns:a16="http://schemas.microsoft.com/office/drawing/2014/main" id="{E9A396C8-82EE-4828-BB90-F70077CC6504}"/>
              </a:ext>
            </a:extLst>
          </p:cNvPr>
          <p:cNvSpPr>
            <a:spLocks noGrp="1"/>
          </p:cNvSpPr>
          <p:nvPr>
            <p:ph type="ftr" sz="quarter" idx="11"/>
          </p:nvPr>
        </p:nvSpPr>
        <p:spPr/>
        <p:txBody>
          <a:bodyPr/>
          <a:lstStyle/>
          <a:p>
            <a:r>
              <a:rPr lang="en-GB" dirty="0"/>
              <a:t>Presentation title in footer</a:t>
            </a:r>
          </a:p>
        </p:txBody>
      </p:sp>
      <p:sp>
        <p:nvSpPr>
          <p:cNvPr id="6" name="Slide Number Placeholder 5">
            <a:extLst>
              <a:ext uri="{FF2B5EF4-FFF2-40B4-BE49-F238E27FC236}">
                <a16:creationId xmlns:a16="http://schemas.microsoft.com/office/drawing/2014/main" id="{033CAEA2-92AB-4512-A9D7-FD0A72486257}"/>
              </a:ext>
            </a:extLst>
          </p:cNvPr>
          <p:cNvSpPr>
            <a:spLocks noGrp="1"/>
          </p:cNvSpPr>
          <p:nvPr>
            <p:ph type="sldNum" sz="quarter" idx="12"/>
          </p:nvPr>
        </p:nvSpPr>
        <p:spPr/>
        <p:txBody>
          <a:bodyPr/>
          <a:lstStyle/>
          <a:p>
            <a:fld id="{F4C94289-3309-4C35-850A-56FD49B3E346}" type="slidenum">
              <a:rPr lang="en-GB" smtClean="0"/>
              <a:t>‹#›</a:t>
            </a:fld>
            <a:endParaRPr lang="en-GB" dirty="0"/>
          </a:p>
        </p:txBody>
      </p:sp>
      <p:sp>
        <p:nvSpPr>
          <p:cNvPr id="7" name="Content Placeholder 2">
            <a:extLst>
              <a:ext uri="{FF2B5EF4-FFF2-40B4-BE49-F238E27FC236}">
                <a16:creationId xmlns:a16="http://schemas.microsoft.com/office/drawing/2014/main" id="{50463241-5450-4976-8525-5C06611D08BF}"/>
              </a:ext>
            </a:extLst>
          </p:cNvPr>
          <p:cNvSpPr>
            <a:spLocks noGrp="1"/>
          </p:cNvSpPr>
          <p:nvPr>
            <p:ph idx="13"/>
          </p:nvPr>
        </p:nvSpPr>
        <p:spPr>
          <a:xfrm>
            <a:off x="5591175" y="1695450"/>
            <a:ext cx="6084886" cy="4587081"/>
          </a:xfrm>
        </p:spPr>
        <p:txBody>
          <a:bodyPr/>
          <a:lstStyle>
            <a:lvl1pPr>
              <a:defRPr sz="1400"/>
            </a:lvl1pPr>
            <a:lvl2pPr marL="165100" indent="-165100">
              <a:defRPr sz="1400"/>
            </a:lvl2pPr>
            <a:lvl3pPr marL="344488" indent="-160338">
              <a:defRPr sz="1200"/>
            </a:lvl3pPr>
            <a:lvl4pPr marL="544513" indent="-184150">
              <a:defRPr sz="1100"/>
            </a:lvl4pPr>
            <a:lvl5pPr marL="746125" indent="-176213">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cxnSp>
        <p:nvCxnSpPr>
          <p:cNvPr id="9" name="Straight Connector 8"/>
          <p:cNvCxnSpPr/>
          <p:nvPr userDrawn="1"/>
        </p:nvCxnSpPr>
        <p:spPr>
          <a:xfrm>
            <a:off x="515938" y="1344706"/>
            <a:ext cx="11160123"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Rectangle 16"/>
          <p:cNvSpPr/>
          <p:nvPr userDrawn="1"/>
        </p:nvSpPr>
        <p:spPr>
          <a:xfrm>
            <a:off x="0" y="678873"/>
            <a:ext cx="207818" cy="5968783"/>
          </a:xfrm>
          <a:prstGeom prst="rect">
            <a:avLst/>
          </a:prstGeom>
          <a:solidFill>
            <a:srgbClr val="F1B4C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21" name="Group 20"/>
          <p:cNvGrpSpPr/>
          <p:nvPr userDrawn="1"/>
        </p:nvGrpSpPr>
        <p:grpSpPr>
          <a:xfrm>
            <a:off x="515937" y="326276"/>
            <a:ext cx="902611" cy="902611"/>
            <a:chOff x="515937" y="326276"/>
            <a:chExt cx="902611" cy="902611"/>
          </a:xfrm>
        </p:grpSpPr>
        <p:grpSp>
          <p:nvGrpSpPr>
            <p:cNvPr id="22" name="Group 21"/>
            <p:cNvGrpSpPr/>
            <p:nvPr/>
          </p:nvGrpSpPr>
          <p:grpSpPr>
            <a:xfrm>
              <a:off x="515937" y="326276"/>
              <a:ext cx="902611" cy="902611"/>
              <a:chOff x="4492144" y="190843"/>
              <a:chExt cx="855656" cy="855656"/>
            </a:xfrm>
          </p:grpSpPr>
          <p:sp>
            <p:nvSpPr>
              <p:cNvPr id="29" name="Oval 28"/>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 name="Oval 29"/>
              <p:cNvSpPr/>
              <p:nvPr/>
            </p:nvSpPr>
            <p:spPr>
              <a:xfrm>
                <a:off x="4551137" y="249836"/>
                <a:ext cx="737671" cy="737671"/>
              </a:xfrm>
              <a:prstGeom prst="ellipse">
                <a:avLst/>
              </a:prstGeom>
              <a:solidFill>
                <a:srgbClr val="F1B4CB"/>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28" name="Picture 27"/>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676158" y="616672"/>
              <a:ext cx="582168" cy="353568"/>
            </a:xfrm>
            <a:prstGeom prst="rect">
              <a:avLst/>
            </a:prstGeom>
          </p:spPr>
        </p:pic>
      </p:grpSp>
    </p:spTree>
    <p:extLst>
      <p:ext uri="{BB962C8B-B14F-4D97-AF65-F5344CB8AC3E}">
        <p14:creationId xmlns:p14="http://schemas.microsoft.com/office/powerpoint/2010/main" val="1855500555"/>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9108513E-D1D6-4909-A6A1-E798C38409CA}"/>
              </a:ext>
            </a:extLst>
          </p:cNvPr>
          <p:cNvSpPr>
            <a:spLocks noGrp="1"/>
          </p:cNvSpPr>
          <p:nvPr>
            <p:ph type="ftr" sz="quarter" idx="11"/>
          </p:nvPr>
        </p:nvSpPr>
        <p:spPr/>
        <p:txBody>
          <a:bodyPr/>
          <a:lstStyle/>
          <a:p>
            <a:r>
              <a:rPr lang="en-GB" dirty="0"/>
              <a:t>Presentation title in footer</a:t>
            </a:r>
          </a:p>
        </p:txBody>
      </p:sp>
      <p:sp>
        <p:nvSpPr>
          <p:cNvPr id="5" name="Slide Number Placeholder 4">
            <a:extLst>
              <a:ext uri="{FF2B5EF4-FFF2-40B4-BE49-F238E27FC236}">
                <a16:creationId xmlns:a16="http://schemas.microsoft.com/office/drawing/2014/main" id="{9881A9FA-9619-43AB-B085-D7F021094F68}"/>
              </a:ext>
            </a:extLst>
          </p:cNvPr>
          <p:cNvSpPr>
            <a:spLocks noGrp="1"/>
          </p:cNvSpPr>
          <p:nvPr>
            <p:ph type="sldNum" sz="quarter" idx="12"/>
          </p:nvPr>
        </p:nvSpPr>
        <p:spPr/>
        <p:txBody>
          <a:bodyPr/>
          <a:lstStyle/>
          <a:p>
            <a:fld id="{F4C94289-3309-4C35-850A-56FD49B3E346}" type="slidenum">
              <a:rPr lang="en-GB" smtClean="0"/>
              <a:t>‹#›</a:t>
            </a:fld>
            <a:endParaRPr lang="en-GB" dirty="0"/>
          </a:p>
        </p:txBody>
      </p:sp>
      <p:sp>
        <p:nvSpPr>
          <p:cNvPr id="6" name="Title 5"/>
          <p:cNvSpPr>
            <a:spLocks noGrp="1"/>
          </p:cNvSpPr>
          <p:nvPr>
            <p:ph type="title"/>
          </p:nvPr>
        </p:nvSpPr>
        <p:spPr>
          <a:xfrm>
            <a:off x="1511277" y="210344"/>
            <a:ext cx="8902723" cy="984247"/>
          </a:xfrm>
        </p:spPr>
        <p:txBody>
          <a:bodyPr/>
          <a:lstStyle/>
          <a:p>
            <a:r>
              <a:rPr lang="en-US"/>
              <a:t>Click to edit Master title style</a:t>
            </a:r>
          </a:p>
        </p:txBody>
      </p:sp>
      <p:sp>
        <p:nvSpPr>
          <p:cNvPr id="14" name="Rectangle 13"/>
          <p:cNvSpPr/>
          <p:nvPr userDrawn="1"/>
        </p:nvSpPr>
        <p:spPr>
          <a:xfrm>
            <a:off x="0" y="678873"/>
            <a:ext cx="207818" cy="5968783"/>
          </a:xfrm>
          <a:prstGeom prst="rect">
            <a:avLst/>
          </a:prstGeom>
          <a:solidFill>
            <a:srgbClr val="F1B4C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18" name="Group 17"/>
          <p:cNvGrpSpPr/>
          <p:nvPr userDrawn="1"/>
        </p:nvGrpSpPr>
        <p:grpSpPr>
          <a:xfrm>
            <a:off x="515937" y="326276"/>
            <a:ext cx="902611" cy="902611"/>
            <a:chOff x="515937" y="326276"/>
            <a:chExt cx="902611" cy="902611"/>
          </a:xfrm>
        </p:grpSpPr>
        <p:grpSp>
          <p:nvGrpSpPr>
            <p:cNvPr id="19" name="Group 18"/>
            <p:cNvGrpSpPr/>
            <p:nvPr/>
          </p:nvGrpSpPr>
          <p:grpSpPr>
            <a:xfrm>
              <a:off x="515937" y="326276"/>
              <a:ext cx="902611" cy="902611"/>
              <a:chOff x="4492144" y="190843"/>
              <a:chExt cx="855656" cy="855656"/>
            </a:xfrm>
          </p:grpSpPr>
          <p:sp>
            <p:nvSpPr>
              <p:cNvPr id="26" name="Oval 25"/>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Oval 26"/>
              <p:cNvSpPr/>
              <p:nvPr/>
            </p:nvSpPr>
            <p:spPr>
              <a:xfrm>
                <a:off x="4551137" y="249836"/>
                <a:ext cx="737671" cy="737671"/>
              </a:xfrm>
              <a:prstGeom prst="ellipse">
                <a:avLst/>
              </a:prstGeom>
              <a:solidFill>
                <a:srgbClr val="F1B4CB"/>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25" name="Picture 24"/>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676158" y="616672"/>
              <a:ext cx="582168" cy="353568"/>
            </a:xfrm>
            <a:prstGeom prst="rect">
              <a:avLst/>
            </a:prstGeom>
          </p:spPr>
        </p:pic>
      </p:grpSp>
    </p:spTree>
    <p:extLst>
      <p:ext uri="{BB962C8B-B14F-4D97-AF65-F5344CB8AC3E}">
        <p14:creationId xmlns:p14="http://schemas.microsoft.com/office/powerpoint/2010/main" val="763802899"/>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Image Title">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646816"/>
            <a:ext cx="12193200" cy="4993114"/>
          </a:xfrm>
          <a:prstGeom prst="rect">
            <a:avLst/>
          </a:prstGeom>
        </p:spPr>
      </p:pic>
      <p:sp>
        <p:nvSpPr>
          <p:cNvPr id="6" name="Rectangle 5"/>
          <p:cNvSpPr/>
          <p:nvPr userDrawn="1"/>
        </p:nvSpPr>
        <p:spPr>
          <a:xfrm>
            <a:off x="0" y="4199439"/>
            <a:ext cx="12192000" cy="1440000"/>
          </a:xfrm>
          <a:prstGeom prst="rect">
            <a:avLst/>
          </a:prstGeom>
          <a:solidFill>
            <a:schemeClr val="accent6">
              <a:lumMod val="50000"/>
              <a:alpha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Picture 11">
            <a:extLst>
              <a:ext uri="{FF2B5EF4-FFF2-40B4-BE49-F238E27FC236}">
                <a16:creationId xmlns:a16="http://schemas.microsoft.com/office/drawing/2014/main" id="{6480B215-A81F-481D-8C0E-6BF46A615633}"/>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1038999" y="5879560"/>
            <a:ext cx="829976" cy="621252"/>
          </a:xfrm>
          <a:prstGeom prst="rect">
            <a:avLst/>
          </a:prstGeom>
        </p:spPr>
      </p:pic>
      <p:sp>
        <p:nvSpPr>
          <p:cNvPr id="2" name="Title 1">
            <a:extLst>
              <a:ext uri="{FF2B5EF4-FFF2-40B4-BE49-F238E27FC236}">
                <a16:creationId xmlns:a16="http://schemas.microsoft.com/office/drawing/2014/main" id="{4D6C11B0-82D2-4B1D-A080-5DEC7B98E43A}"/>
              </a:ext>
            </a:extLst>
          </p:cNvPr>
          <p:cNvSpPr>
            <a:spLocks noGrp="1"/>
          </p:cNvSpPr>
          <p:nvPr>
            <p:ph type="ctrTitle"/>
          </p:nvPr>
        </p:nvSpPr>
        <p:spPr>
          <a:xfrm>
            <a:off x="514350" y="4199439"/>
            <a:ext cx="8472253" cy="1440000"/>
          </a:xfrm>
        </p:spPr>
        <p:txBody>
          <a:bodyPr anchor="ctr" anchorCtr="0"/>
          <a:lstStyle>
            <a:lvl1pPr algn="l">
              <a:defRPr sz="4400" b="1" cap="all" baseline="0">
                <a:solidFill>
                  <a:schemeClr val="bg1"/>
                </a:solidFill>
              </a:defRPr>
            </a:lvl1pPr>
          </a:lstStyle>
          <a:p>
            <a:r>
              <a:rPr lang="en-US" dirty="0"/>
              <a:t>Click to edit Master title style</a:t>
            </a:r>
            <a:endParaRPr lang="en-GB" dirty="0"/>
          </a:p>
        </p:txBody>
      </p:sp>
      <p:pic>
        <p:nvPicPr>
          <p:cNvPr id="7" name="Picture 6"/>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10769450" y="4369676"/>
            <a:ext cx="1099525" cy="1099525"/>
          </a:xfrm>
          <a:prstGeom prst="rect">
            <a:avLst/>
          </a:prstGeom>
        </p:spPr>
      </p:pic>
    </p:spTree>
    <p:extLst>
      <p:ext uri="{BB962C8B-B14F-4D97-AF65-F5344CB8AC3E}">
        <p14:creationId xmlns:p14="http://schemas.microsoft.com/office/powerpoint/2010/main" val="1057557445"/>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2BE79-9CF6-49D0-828F-83304EE10FA4}"/>
              </a:ext>
            </a:extLst>
          </p:cNvPr>
          <p:cNvSpPr>
            <a:spLocks noGrp="1"/>
          </p:cNvSpPr>
          <p:nvPr>
            <p:ph type="title"/>
          </p:nvPr>
        </p:nvSpPr>
        <p:spPr>
          <a:xfrm>
            <a:off x="1511276" y="210344"/>
            <a:ext cx="8902723" cy="984247"/>
          </a:xfrm>
        </p:spPr>
        <p:txBody>
          <a:bodyPr/>
          <a:lstStyle/>
          <a:p>
            <a:r>
              <a:rPr lang="en-US"/>
              <a:t>Click to edit Master title style</a:t>
            </a:r>
            <a:endParaRPr lang="en-GB" dirty="0"/>
          </a:p>
        </p:txBody>
      </p:sp>
      <p:sp>
        <p:nvSpPr>
          <p:cNvPr id="3" name="Content Placeholder 2">
            <a:extLst>
              <a:ext uri="{FF2B5EF4-FFF2-40B4-BE49-F238E27FC236}">
                <a16:creationId xmlns:a16="http://schemas.microsoft.com/office/drawing/2014/main" id="{15131794-EBBB-48C2-B2AE-5771C52F061C}"/>
              </a:ext>
            </a:extLst>
          </p:cNvPr>
          <p:cNvSpPr>
            <a:spLocks noGrp="1"/>
          </p:cNvSpPr>
          <p:nvPr>
            <p:ph idx="1"/>
          </p:nvPr>
        </p:nvSpPr>
        <p:spPr/>
        <p:txBody>
          <a:bodyPr/>
          <a:lstStyle>
            <a:lvl3pPr marL="400050" indent="-195263">
              <a:defRPr/>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Footer Placeholder 4">
            <a:extLst>
              <a:ext uri="{FF2B5EF4-FFF2-40B4-BE49-F238E27FC236}">
                <a16:creationId xmlns:a16="http://schemas.microsoft.com/office/drawing/2014/main" id="{E9A396C8-82EE-4828-BB90-F70077CC6504}"/>
              </a:ext>
            </a:extLst>
          </p:cNvPr>
          <p:cNvSpPr>
            <a:spLocks noGrp="1"/>
          </p:cNvSpPr>
          <p:nvPr>
            <p:ph type="ftr" sz="quarter" idx="11"/>
          </p:nvPr>
        </p:nvSpPr>
        <p:spPr/>
        <p:txBody>
          <a:bodyPr/>
          <a:lstStyle/>
          <a:p>
            <a:r>
              <a:rPr lang="en-GB" dirty="0"/>
              <a:t>Presentation title in footer</a:t>
            </a:r>
          </a:p>
        </p:txBody>
      </p:sp>
      <p:sp>
        <p:nvSpPr>
          <p:cNvPr id="6" name="Slide Number Placeholder 5">
            <a:extLst>
              <a:ext uri="{FF2B5EF4-FFF2-40B4-BE49-F238E27FC236}">
                <a16:creationId xmlns:a16="http://schemas.microsoft.com/office/drawing/2014/main" id="{033CAEA2-92AB-4512-A9D7-FD0A72486257}"/>
              </a:ext>
            </a:extLst>
          </p:cNvPr>
          <p:cNvSpPr>
            <a:spLocks noGrp="1"/>
          </p:cNvSpPr>
          <p:nvPr>
            <p:ph type="sldNum" sz="quarter" idx="12"/>
          </p:nvPr>
        </p:nvSpPr>
        <p:spPr/>
        <p:txBody>
          <a:bodyPr/>
          <a:lstStyle/>
          <a:p>
            <a:fld id="{F4C94289-3309-4C35-850A-56FD49B3E346}" type="slidenum">
              <a:rPr lang="en-GB" smtClean="0"/>
              <a:t>‹#›</a:t>
            </a:fld>
            <a:endParaRPr lang="en-GB" dirty="0"/>
          </a:p>
        </p:txBody>
      </p:sp>
      <p:sp>
        <p:nvSpPr>
          <p:cNvPr id="14" name="Rectangle 13"/>
          <p:cNvSpPr/>
          <p:nvPr userDrawn="1"/>
        </p:nvSpPr>
        <p:spPr>
          <a:xfrm>
            <a:off x="0" y="678873"/>
            <a:ext cx="207818" cy="5968783"/>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21" name="Group 20"/>
          <p:cNvGrpSpPr/>
          <p:nvPr userDrawn="1"/>
        </p:nvGrpSpPr>
        <p:grpSpPr>
          <a:xfrm>
            <a:off x="515937" y="326276"/>
            <a:ext cx="902611" cy="902611"/>
            <a:chOff x="515937" y="326276"/>
            <a:chExt cx="902611" cy="902611"/>
          </a:xfrm>
        </p:grpSpPr>
        <p:grpSp>
          <p:nvGrpSpPr>
            <p:cNvPr id="17" name="Group 16"/>
            <p:cNvGrpSpPr/>
            <p:nvPr/>
          </p:nvGrpSpPr>
          <p:grpSpPr>
            <a:xfrm>
              <a:off x="515937" y="326276"/>
              <a:ext cx="902611" cy="902611"/>
              <a:chOff x="4492144" y="190843"/>
              <a:chExt cx="855656" cy="855656"/>
            </a:xfrm>
          </p:grpSpPr>
          <p:sp>
            <p:nvSpPr>
              <p:cNvPr id="18" name="Oval 17"/>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Oval 18"/>
              <p:cNvSpPr/>
              <p:nvPr/>
            </p:nvSpPr>
            <p:spPr>
              <a:xfrm>
                <a:off x="4551137" y="249836"/>
                <a:ext cx="737671" cy="737671"/>
              </a:xfrm>
              <a:prstGeom prst="ellipse">
                <a:avLst/>
              </a:prstGeom>
              <a:solidFill>
                <a:schemeClr val="accent6">
                  <a:lumMod val="50000"/>
                </a:schemeClr>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20" name="Picture 19"/>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742433" y="552772"/>
              <a:ext cx="449618" cy="449618"/>
            </a:xfrm>
            <a:prstGeom prst="rect">
              <a:avLst/>
            </a:prstGeom>
          </p:spPr>
        </p:pic>
      </p:grpSp>
    </p:spTree>
    <p:extLst>
      <p:ext uri="{BB962C8B-B14F-4D97-AF65-F5344CB8AC3E}">
        <p14:creationId xmlns:p14="http://schemas.microsoft.com/office/powerpoint/2010/main" val="1207264786"/>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2BE79-9CF6-49D0-828F-83304EE10FA4}"/>
              </a:ext>
            </a:extLst>
          </p:cNvPr>
          <p:cNvSpPr>
            <a:spLocks noGrp="1"/>
          </p:cNvSpPr>
          <p:nvPr>
            <p:ph type="title"/>
          </p:nvPr>
        </p:nvSpPr>
        <p:spPr>
          <a:xfrm>
            <a:off x="1511277" y="210344"/>
            <a:ext cx="8902723" cy="984247"/>
          </a:xfrm>
        </p:spPr>
        <p:txBody>
          <a:bodyPr/>
          <a:lstStyle/>
          <a:p>
            <a:r>
              <a:rPr lang="en-US"/>
              <a:t>Click to edit Master title style</a:t>
            </a:r>
            <a:endParaRPr lang="en-GB" dirty="0"/>
          </a:p>
        </p:txBody>
      </p:sp>
      <p:sp>
        <p:nvSpPr>
          <p:cNvPr id="3" name="Content Placeholder 2">
            <a:extLst>
              <a:ext uri="{FF2B5EF4-FFF2-40B4-BE49-F238E27FC236}">
                <a16:creationId xmlns:a16="http://schemas.microsoft.com/office/drawing/2014/main" id="{15131794-EBBB-48C2-B2AE-5771C52F061C}"/>
              </a:ext>
            </a:extLst>
          </p:cNvPr>
          <p:cNvSpPr>
            <a:spLocks noGrp="1"/>
          </p:cNvSpPr>
          <p:nvPr>
            <p:ph idx="1"/>
          </p:nvPr>
        </p:nvSpPr>
        <p:spPr>
          <a:xfrm>
            <a:off x="515937" y="1695450"/>
            <a:ext cx="4824413" cy="4587081"/>
          </a:xfrm>
        </p:spPr>
        <p:txBody>
          <a:bodyPr/>
          <a:lstStyle>
            <a:lvl1pPr>
              <a:defRPr sz="1400"/>
            </a:lvl1pPr>
            <a:lvl2pPr marL="165100" indent="-165100">
              <a:defRPr sz="1400"/>
            </a:lvl2pPr>
            <a:lvl3pPr marL="344488" indent="-160338">
              <a:defRPr sz="1200"/>
            </a:lvl3pPr>
            <a:lvl4pPr marL="544513" indent="-184150">
              <a:defRPr sz="1100"/>
            </a:lvl4pPr>
            <a:lvl5pPr marL="746125" indent="-176213">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Footer Placeholder 4">
            <a:extLst>
              <a:ext uri="{FF2B5EF4-FFF2-40B4-BE49-F238E27FC236}">
                <a16:creationId xmlns:a16="http://schemas.microsoft.com/office/drawing/2014/main" id="{E9A396C8-82EE-4828-BB90-F70077CC6504}"/>
              </a:ext>
            </a:extLst>
          </p:cNvPr>
          <p:cNvSpPr>
            <a:spLocks noGrp="1"/>
          </p:cNvSpPr>
          <p:nvPr>
            <p:ph type="ftr" sz="quarter" idx="11"/>
          </p:nvPr>
        </p:nvSpPr>
        <p:spPr/>
        <p:txBody>
          <a:bodyPr/>
          <a:lstStyle/>
          <a:p>
            <a:r>
              <a:rPr lang="en-GB" dirty="0"/>
              <a:t>Presentation title in footer</a:t>
            </a:r>
          </a:p>
        </p:txBody>
      </p:sp>
      <p:sp>
        <p:nvSpPr>
          <p:cNvPr id="6" name="Slide Number Placeholder 5">
            <a:extLst>
              <a:ext uri="{FF2B5EF4-FFF2-40B4-BE49-F238E27FC236}">
                <a16:creationId xmlns:a16="http://schemas.microsoft.com/office/drawing/2014/main" id="{033CAEA2-92AB-4512-A9D7-FD0A72486257}"/>
              </a:ext>
            </a:extLst>
          </p:cNvPr>
          <p:cNvSpPr>
            <a:spLocks noGrp="1"/>
          </p:cNvSpPr>
          <p:nvPr>
            <p:ph type="sldNum" sz="quarter" idx="12"/>
          </p:nvPr>
        </p:nvSpPr>
        <p:spPr/>
        <p:txBody>
          <a:bodyPr/>
          <a:lstStyle/>
          <a:p>
            <a:fld id="{F4C94289-3309-4C35-850A-56FD49B3E346}" type="slidenum">
              <a:rPr lang="en-GB" smtClean="0"/>
              <a:t>‹#›</a:t>
            </a:fld>
            <a:endParaRPr lang="en-GB" dirty="0"/>
          </a:p>
        </p:txBody>
      </p:sp>
      <p:sp>
        <p:nvSpPr>
          <p:cNvPr id="7" name="Content Placeholder 2">
            <a:extLst>
              <a:ext uri="{FF2B5EF4-FFF2-40B4-BE49-F238E27FC236}">
                <a16:creationId xmlns:a16="http://schemas.microsoft.com/office/drawing/2014/main" id="{50463241-5450-4976-8525-5C06611D08BF}"/>
              </a:ext>
            </a:extLst>
          </p:cNvPr>
          <p:cNvSpPr>
            <a:spLocks noGrp="1"/>
          </p:cNvSpPr>
          <p:nvPr>
            <p:ph idx="13"/>
          </p:nvPr>
        </p:nvSpPr>
        <p:spPr>
          <a:xfrm>
            <a:off x="5591175" y="1695450"/>
            <a:ext cx="6084886" cy="4587081"/>
          </a:xfrm>
        </p:spPr>
        <p:txBody>
          <a:bodyPr/>
          <a:lstStyle>
            <a:lvl1pPr>
              <a:defRPr sz="1400"/>
            </a:lvl1pPr>
            <a:lvl2pPr marL="165100" indent="-165100">
              <a:defRPr sz="1400"/>
            </a:lvl2pPr>
            <a:lvl3pPr marL="344488" indent="-160338">
              <a:defRPr sz="1200"/>
            </a:lvl3pPr>
            <a:lvl4pPr marL="544513" indent="-184150">
              <a:defRPr sz="1100"/>
            </a:lvl4pPr>
            <a:lvl5pPr marL="746125" indent="-176213">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cxnSp>
        <p:nvCxnSpPr>
          <p:cNvPr id="9" name="Straight Connector 8"/>
          <p:cNvCxnSpPr/>
          <p:nvPr userDrawn="1"/>
        </p:nvCxnSpPr>
        <p:spPr>
          <a:xfrm>
            <a:off x="515938" y="1344706"/>
            <a:ext cx="11160123"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Rectangle 16"/>
          <p:cNvSpPr/>
          <p:nvPr userDrawn="1"/>
        </p:nvSpPr>
        <p:spPr>
          <a:xfrm>
            <a:off x="0" y="678873"/>
            <a:ext cx="207818" cy="5968783"/>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23" name="Group 22"/>
          <p:cNvGrpSpPr/>
          <p:nvPr userDrawn="1"/>
        </p:nvGrpSpPr>
        <p:grpSpPr>
          <a:xfrm>
            <a:off x="515937" y="326276"/>
            <a:ext cx="902611" cy="902611"/>
            <a:chOff x="515937" y="326276"/>
            <a:chExt cx="902611" cy="902611"/>
          </a:xfrm>
        </p:grpSpPr>
        <p:grpSp>
          <p:nvGrpSpPr>
            <p:cNvPr id="24" name="Group 23"/>
            <p:cNvGrpSpPr/>
            <p:nvPr/>
          </p:nvGrpSpPr>
          <p:grpSpPr>
            <a:xfrm>
              <a:off x="515937" y="326276"/>
              <a:ext cx="902611" cy="902611"/>
              <a:chOff x="4492144" y="190843"/>
              <a:chExt cx="855656" cy="855656"/>
            </a:xfrm>
          </p:grpSpPr>
          <p:sp>
            <p:nvSpPr>
              <p:cNvPr id="26" name="Oval 25"/>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Oval 26"/>
              <p:cNvSpPr/>
              <p:nvPr/>
            </p:nvSpPr>
            <p:spPr>
              <a:xfrm>
                <a:off x="4551137" y="249836"/>
                <a:ext cx="737671" cy="737671"/>
              </a:xfrm>
              <a:prstGeom prst="ellipse">
                <a:avLst/>
              </a:prstGeom>
              <a:solidFill>
                <a:schemeClr val="accent6">
                  <a:lumMod val="50000"/>
                </a:schemeClr>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25" name="Picture 24"/>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742433" y="552772"/>
              <a:ext cx="449618" cy="449618"/>
            </a:xfrm>
            <a:prstGeom prst="rect">
              <a:avLst/>
            </a:prstGeom>
          </p:spPr>
        </p:pic>
      </p:grpSp>
    </p:spTree>
    <p:extLst>
      <p:ext uri="{BB962C8B-B14F-4D97-AF65-F5344CB8AC3E}">
        <p14:creationId xmlns:p14="http://schemas.microsoft.com/office/powerpoint/2010/main" val="560101885"/>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9108513E-D1D6-4909-A6A1-E798C38409CA}"/>
              </a:ext>
            </a:extLst>
          </p:cNvPr>
          <p:cNvSpPr>
            <a:spLocks noGrp="1"/>
          </p:cNvSpPr>
          <p:nvPr>
            <p:ph type="ftr" sz="quarter" idx="11"/>
          </p:nvPr>
        </p:nvSpPr>
        <p:spPr/>
        <p:txBody>
          <a:bodyPr/>
          <a:lstStyle/>
          <a:p>
            <a:r>
              <a:rPr lang="en-GB" dirty="0"/>
              <a:t>Presentation title in footer</a:t>
            </a:r>
          </a:p>
        </p:txBody>
      </p:sp>
      <p:sp>
        <p:nvSpPr>
          <p:cNvPr id="5" name="Slide Number Placeholder 4">
            <a:extLst>
              <a:ext uri="{FF2B5EF4-FFF2-40B4-BE49-F238E27FC236}">
                <a16:creationId xmlns:a16="http://schemas.microsoft.com/office/drawing/2014/main" id="{9881A9FA-9619-43AB-B085-D7F021094F68}"/>
              </a:ext>
            </a:extLst>
          </p:cNvPr>
          <p:cNvSpPr>
            <a:spLocks noGrp="1"/>
          </p:cNvSpPr>
          <p:nvPr>
            <p:ph type="sldNum" sz="quarter" idx="12"/>
          </p:nvPr>
        </p:nvSpPr>
        <p:spPr/>
        <p:txBody>
          <a:bodyPr/>
          <a:lstStyle/>
          <a:p>
            <a:fld id="{F4C94289-3309-4C35-850A-56FD49B3E346}" type="slidenum">
              <a:rPr lang="en-GB" smtClean="0"/>
              <a:t>‹#›</a:t>
            </a:fld>
            <a:endParaRPr lang="en-GB" dirty="0"/>
          </a:p>
        </p:txBody>
      </p:sp>
      <p:sp>
        <p:nvSpPr>
          <p:cNvPr id="6" name="Title 5"/>
          <p:cNvSpPr>
            <a:spLocks noGrp="1"/>
          </p:cNvSpPr>
          <p:nvPr>
            <p:ph type="title"/>
          </p:nvPr>
        </p:nvSpPr>
        <p:spPr>
          <a:xfrm>
            <a:off x="1511277" y="210344"/>
            <a:ext cx="8902723" cy="984247"/>
          </a:xfrm>
        </p:spPr>
        <p:txBody>
          <a:bodyPr/>
          <a:lstStyle/>
          <a:p>
            <a:r>
              <a:rPr lang="en-US"/>
              <a:t>Click to edit Master title style</a:t>
            </a:r>
          </a:p>
        </p:txBody>
      </p:sp>
      <p:sp>
        <p:nvSpPr>
          <p:cNvPr id="14" name="Rectangle 13"/>
          <p:cNvSpPr/>
          <p:nvPr userDrawn="1"/>
        </p:nvSpPr>
        <p:spPr>
          <a:xfrm>
            <a:off x="0" y="678873"/>
            <a:ext cx="207818" cy="5968783"/>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20" name="Group 19"/>
          <p:cNvGrpSpPr/>
          <p:nvPr userDrawn="1"/>
        </p:nvGrpSpPr>
        <p:grpSpPr>
          <a:xfrm>
            <a:off x="515937" y="326276"/>
            <a:ext cx="902611" cy="902611"/>
            <a:chOff x="515937" y="326276"/>
            <a:chExt cx="902611" cy="902611"/>
          </a:xfrm>
        </p:grpSpPr>
        <p:grpSp>
          <p:nvGrpSpPr>
            <p:cNvPr id="21" name="Group 20"/>
            <p:cNvGrpSpPr/>
            <p:nvPr/>
          </p:nvGrpSpPr>
          <p:grpSpPr>
            <a:xfrm>
              <a:off x="515937" y="326276"/>
              <a:ext cx="902611" cy="902611"/>
              <a:chOff x="4492144" y="190843"/>
              <a:chExt cx="855656" cy="855656"/>
            </a:xfrm>
          </p:grpSpPr>
          <p:sp>
            <p:nvSpPr>
              <p:cNvPr id="23" name="Oval 22"/>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Oval 23"/>
              <p:cNvSpPr/>
              <p:nvPr/>
            </p:nvSpPr>
            <p:spPr>
              <a:xfrm>
                <a:off x="4551137" y="249836"/>
                <a:ext cx="737671" cy="737671"/>
              </a:xfrm>
              <a:prstGeom prst="ellipse">
                <a:avLst/>
              </a:prstGeom>
              <a:solidFill>
                <a:schemeClr val="accent6">
                  <a:lumMod val="50000"/>
                </a:schemeClr>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22" name="Picture 21"/>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742433" y="552772"/>
              <a:ext cx="449618" cy="449618"/>
            </a:xfrm>
            <a:prstGeom prst="rect">
              <a:avLst/>
            </a:prstGeom>
          </p:spPr>
        </p:pic>
      </p:grpSp>
    </p:spTree>
    <p:extLst>
      <p:ext uri="{BB962C8B-B14F-4D97-AF65-F5344CB8AC3E}">
        <p14:creationId xmlns:p14="http://schemas.microsoft.com/office/powerpoint/2010/main" val="2513993188"/>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Image Title">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646816"/>
            <a:ext cx="12192000" cy="4992623"/>
          </a:xfrm>
          <a:prstGeom prst="rect">
            <a:avLst/>
          </a:prstGeom>
        </p:spPr>
      </p:pic>
      <p:sp>
        <p:nvSpPr>
          <p:cNvPr id="6" name="Rectangle 5"/>
          <p:cNvSpPr/>
          <p:nvPr userDrawn="1"/>
        </p:nvSpPr>
        <p:spPr>
          <a:xfrm>
            <a:off x="0" y="4199439"/>
            <a:ext cx="12192000" cy="1440000"/>
          </a:xfrm>
          <a:prstGeom prst="rect">
            <a:avLst/>
          </a:prstGeom>
          <a:solidFill>
            <a:schemeClr val="tx2">
              <a:lumMod val="50000"/>
              <a:lumOff val="50000"/>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Picture 11">
            <a:extLst>
              <a:ext uri="{FF2B5EF4-FFF2-40B4-BE49-F238E27FC236}">
                <a16:creationId xmlns:a16="http://schemas.microsoft.com/office/drawing/2014/main" id="{6480B215-A81F-481D-8C0E-6BF46A615633}"/>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1038999" y="5879560"/>
            <a:ext cx="829976" cy="621252"/>
          </a:xfrm>
          <a:prstGeom prst="rect">
            <a:avLst/>
          </a:prstGeom>
        </p:spPr>
      </p:pic>
      <p:sp>
        <p:nvSpPr>
          <p:cNvPr id="2" name="Title 1">
            <a:extLst>
              <a:ext uri="{FF2B5EF4-FFF2-40B4-BE49-F238E27FC236}">
                <a16:creationId xmlns:a16="http://schemas.microsoft.com/office/drawing/2014/main" id="{4D6C11B0-82D2-4B1D-A080-5DEC7B98E43A}"/>
              </a:ext>
            </a:extLst>
          </p:cNvPr>
          <p:cNvSpPr>
            <a:spLocks noGrp="1"/>
          </p:cNvSpPr>
          <p:nvPr>
            <p:ph type="ctrTitle"/>
          </p:nvPr>
        </p:nvSpPr>
        <p:spPr>
          <a:xfrm>
            <a:off x="514350" y="4199439"/>
            <a:ext cx="8472253" cy="1440000"/>
          </a:xfrm>
        </p:spPr>
        <p:txBody>
          <a:bodyPr anchor="ctr" anchorCtr="0"/>
          <a:lstStyle>
            <a:lvl1pPr algn="l">
              <a:defRPr sz="4400" b="1" cap="all" baseline="0">
                <a:solidFill>
                  <a:schemeClr val="bg1"/>
                </a:solidFill>
              </a:defRPr>
            </a:lvl1pPr>
          </a:lstStyle>
          <a:p>
            <a:r>
              <a:rPr lang="en-US" dirty="0"/>
              <a:t>Click to edit Master title style</a:t>
            </a:r>
            <a:endParaRPr lang="en-GB" dirty="0"/>
          </a:p>
        </p:txBody>
      </p:sp>
      <p:pic>
        <p:nvPicPr>
          <p:cNvPr id="11" name="Picture 10"/>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10573575" y="4301711"/>
            <a:ext cx="1295400" cy="1210056"/>
          </a:xfrm>
          <a:prstGeom prst="rect">
            <a:avLst/>
          </a:prstGeom>
        </p:spPr>
      </p:pic>
    </p:spTree>
    <p:extLst>
      <p:ext uri="{BB962C8B-B14F-4D97-AF65-F5344CB8AC3E}">
        <p14:creationId xmlns:p14="http://schemas.microsoft.com/office/powerpoint/2010/main" val="1949076498"/>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2BE79-9CF6-49D0-828F-83304EE10FA4}"/>
              </a:ext>
            </a:extLst>
          </p:cNvPr>
          <p:cNvSpPr>
            <a:spLocks noGrp="1"/>
          </p:cNvSpPr>
          <p:nvPr>
            <p:ph type="title"/>
          </p:nvPr>
        </p:nvSpPr>
        <p:spPr>
          <a:xfrm>
            <a:off x="1511276" y="210344"/>
            <a:ext cx="8902723" cy="984247"/>
          </a:xfrm>
        </p:spPr>
        <p:txBody>
          <a:bodyPr/>
          <a:lstStyle/>
          <a:p>
            <a:r>
              <a:rPr lang="en-US"/>
              <a:t>Click to edit Master title style</a:t>
            </a:r>
            <a:endParaRPr lang="en-GB" dirty="0"/>
          </a:p>
        </p:txBody>
      </p:sp>
      <p:sp>
        <p:nvSpPr>
          <p:cNvPr id="3" name="Content Placeholder 2">
            <a:extLst>
              <a:ext uri="{FF2B5EF4-FFF2-40B4-BE49-F238E27FC236}">
                <a16:creationId xmlns:a16="http://schemas.microsoft.com/office/drawing/2014/main" id="{15131794-EBBB-48C2-B2AE-5771C52F061C}"/>
              </a:ext>
            </a:extLst>
          </p:cNvPr>
          <p:cNvSpPr>
            <a:spLocks noGrp="1"/>
          </p:cNvSpPr>
          <p:nvPr>
            <p:ph idx="1"/>
          </p:nvPr>
        </p:nvSpPr>
        <p:spPr/>
        <p:txBody>
          <a:bodyPr/>
          <a:lstStyle>
            <a:lvl3pPr marL="400050" indent="-195263">
              <a:defRPr/>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Footer Placeholder 4">
            <a:extLst>
              <a:ext uri="{FF2B5EF4-FFF2-40B4-BE49-F238E27FC236}">
                <a16:creationId xmlns:a16="http://schemas.microsoft.com/office/drawing/2014/main" id="{E9A396C8-82EE-4828-BB90-F70077CC6504}"/>
              </a:ext>
            </a:extLst>
          </p:cNvPr>
          <p:cNvSpPr>
            <a:spLocks noGrp="1"/>
          </p:cNvSpPr>
          <p:nvPr>
            <p:ph type="ftr" sz="quarter" idx="11"/>
          </p:nvPr>
        </p:nvSpPr>
        <p:spPr/>
        <p:txBody>
          <a:bodyPr/>
          <a:lstStyle/>
          <a:p>
            <a:r>
              <a:rPr lang="en-GB" dirty="0"/>
              <a:t>Presentation title in footer</a:t>
            </a:r>
          </a:p>
        </p:txBody>
      </p:sp>
      <p:sp>
        <p:nvSpPr>
          <p:cNvPr id="6" name="Slide Number Placeholder 5">
            <a:extLst>
              <a:ext uri="{FF2B5EF4-FFF2-40B4-BE49-F238E27FC236}">
                <a16:creationId xmlns:a16="http://schemas.microsoft.com/office/drawing/2014/main" id="{033CAEA2-92AB-4512-A9D7-FD0A72486257}"/>
              </a:ext>
            </a:extLst>
          </p:cNvPr>
          <p:cNvSpPr>
            <a:spLocks noGrp="1"/>
          </p:cNvSpPr>
          <p:nvPr>
            <p:ph type="sldNum" sz="quarter" idx="12"/>
          </p:nvPr>
        </p:nvSpPr>
        <p:spPr/>
        <p:txBody>
          <a:bodyPr/>
          <a:lstStyle/>
          <a:p>
            <a:fld id="{F4C94289-3309-4C35-850A-56FD49B3E346}" type="slidenum">
              <a:rPr lang="en-GB" smtClean="0"/>
              <a:t>‹#›</a:t>
            </a:fld>
            <a:endParaRPr lang="en-GB" dirty="0"/>
          </a:p>
        </p:txBody>
      </p:sp>
      <p:sp>
        <p:nvSpPr>
          <p:cNvPr id="14" name="Rectangle 13"/>
          <p:cNvSpPr/>
          <p:nvPr userDrawn="1"/>
        </p:nvSpPr>
        <p:spPr>
          <a:xfrm>
            <a:off x="0" y="678873"/>
            <a:ext cx="207818" cy="5968783"/>
          </a:xfrm>
          <a:prstGeom prst="rect">
            <a:avLst/>
          </a:prstGeom>
          <a:solidFill>
            <a:schemeClr val="tx2">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16" name="Group 15"/>
          <p:cNvGrpSpPr/>
          <p:nvPr userDrawn="1"/>
        </p:nvGrpSpPr>
        <p:grpSpPr>
          <a:xfrm>
            <a:off x="515937" y="326276"/>
            <a:ext cx="902611" cy="902611"/>
            <a:chOff x="515937" y="326276"/>
            <a:chExt cx="902611" cy="902611"/>
          </a:xfrm>
        </p:grpSpPr>
        <p:grpSp>
          <p:nvGrpSpPr>
            <p:cNvPr id="17" name="Group 16"/>
            <p:cNvGrpSpPr/>
            <p:nvPr/>
          </p:nvGrpSpPr>
          <p:grpSpPr>
            <a:xfrm>
              <a:off x="515937" y="326276"/>
              <a:ext cx="902611" cy="902611"/>
              <a:chOff x="4492144" y="190843"/>
              <a:chExt cx="855656" cy="855656"/>
            </a:xfrm>
          </p:grpSpPr>
          <p:sp>
            <p:nvSpPr>
              <p:cNvPr id="18" name="Oval 17"/>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Oval 18"/>
              <p:cNvSpPr/>
              <p:nvPr/>
            </p:nvSpPr>
            <p:spPr>
              <a:xfrm>
                <a:off x="4551137" y="249836"/>
                <a:ext cx="737671" cy="737671"/>
              </a:xfrm>
              <a:prstGeom prst="ellipse">
                <a:avLst/>
              </a:prstGeom>
              <a:solidFill>
                <a:schemeClr val="tx2">
                  <a:lumMod val="50000"/>
                  <a:lumOff val="50000"/>
                </a:schemeClr>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15" name="Picture 14"/>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710660" y="526569"/>
              <a:ext cx="513163" cy="478372"/>
            </a:xfrm>
            <a:prstGeom prst="rect">
              <a:avLst/>
            </a:prstGeom>
          </p:spPr>
        </p:pic>
      </p:grpSp>
    </p:spTree>
    <p:extLst>
      <p:ext uri="{BB962C8B-B14F-4D97-AF65-F5344CB8AC3E}">
        <p14:creationId xmlns:p14="http://schemas.microsoft.com/office/powerpoint/2010/main" val="2415507545"/>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2BE79-9CF6-49D0-828F-83304EE10FA4}"/>
              </a:ext>
            </a:extLst>
          </p:cNvPr>
          <p:cNvSpPr>
            <a:spLocks noGrp="1"/>
          </p:cNvSpPr>
          <p:nvPr>
            <p:ph type="title"/>
          </p:nvPr>
        </p:nvSpPr>
        <p:spPr>
          <a:xfrm>
            <a:off x="1511277" y="210344"/>
            <a:ext cx="8902723" cy="984247"/>
          </a:xfrm>
        </p:spPr>
        <p:txBody>
          <a:bodyPr/>
          <a:lstStyle/>
          <a:p>
            <a:r>
              <a:rPr lang="en-US"/>
              <a:t>Click to edit Master title style</a:t>
            </a:r>
            <a:endParaRPr lang="en-GB" dirty="0"/>
          </a:p>
        </p:txBody>
      </p:sp>
      <p:sp>
        <p:nvSpPr>
          <p:cNvPr id="3" name="Content Placeholder 2">
            <a:extLst>
              <a:ext uri="{FF2B5EF4-FFF2-40B4-BE49-F238E27FC236}">
                <a16:creationId xmlns:a16="http://schemas.microsoft.com/office/drawing/2014/main" id="{15131794-EBBB-48C2-B2AE-5771C52F061C}"/>
              </a:ext>
            </a:extLst>
          </p:cNvPr>
          <p:cNvSpPr>
            <a:spLocks noGrp="1"/>
          </p:cNvSpPr>
          <p:nvPr>
            <p:ph idx="1"/>
          </p:nvPr>
        </p:nvSpPr>
        <p:spPr>
          <a:xfrm>
            <a:off x="515937" y="1695450"/>
            <a:ext cx="4824413" cy="4587081"/>
          </a:xfrm>
        </p:spPr>
        <p:txBody>
          <a:bodyPr/>
          <a:lstStyle>
            <a:lvl1pPr>
              <a:defRPr sz="1400"/>
            </a:lvl1pPr>
            <a:lvl2pPr marL="165100" indent="-165100">
              <a:defRPr sz="1400"/>
            </a:lvl2pPr>
            <a:lvl3pPr marL="344488" indent="-160338">
              <a:defRPr sz="1200"/>
            </a:lvl3pPr>
            <a:lvl4pPr marL="544513" indent="-184150">
              <a:defRPr sz="1100"/>
            </a:lvl4pPr>
            <a:lvl5pPr marL="746125" indent="-176213">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Footer Placeholder 4">
            <a:extLst>
              <a:ext uri="{FF2B5EF4-FFF2-40B4-BE49-F238E27FC236}">
                <a16:creationId xmlns:a16="http://schemas.microsoft.com/office/drawing/2014/main" id="{E9A396C8-82EE-4828-BB90-F70077CC6504}"/>
              </a:ext>
            </a:extLst>
          </p:cNvPr>
          <p:cNvSpPr>
            <a:spLocks noGrp="1"/>
          </p:cNvSpPr>
          <p:nvPr>
            <p:ph type="ftr" sz="quarter" idx="11"/>
          </p:nvPr>
        </p:nvSpPr>
        <p:spPr/>
        <p:txBody>
          <a:bodyPr/>
          <a:lstStyle/>
          <a:p>
            <a:r>
              <a:rPr lang="en-GB" dirty="0"/>
              <a:t>Presentation title in footer</a:t>
            </a:r>
          </a:p>
        </p:txBody>
      </p:sp>
      <p:sp>
        <p:nvSpPr>
          <p:cNvPr id="6" name="Slide Number Placeholder 5">
            <a:extLst>
              <a:ext uri="{FF2B5EF4-FFF2-40B4-BE49-F238E27FC236}">
                <a16:creationId xmlns:a16="http://schemas.microsoft.com/office/drawing/2014/main" id="{033CAEA2-92AB-4512-A9D7-FD0A72486257}"/>
              </a:ext>
            </a:extLst>
          </p:cNvPr>
          <p:cNvSpPr>
            <a:spLocks noGrp="1"/>
          </p:cNvSpPr>
          <p:nvPr>
            <p:ph type="sldNum" sz="quarter" idx="12"/>
          </p:nvPr>
        </p:nvSpPr>
        <p:spPr/>
        <p:txBody>
          <a:bodyPr/>
          <a:lstStyle/>
          <a:p>
            <a:fld id="{F4C94289-3309-4C35-850A-56FD49B3E346}" type="slidenum">
              <a:rPr lang="en-GB" smtClean="0"/>
              <a:t>‹#›</a:t>
            </a:fld>
            <a:endParaRPr lang="en-GB" dirty="0"/>
          </a:p>
        </p:txBody>
      </p:sp>
      <p:sp>
        <p:nvSpPr>
          <p:cNvPr id="7" name="Content Placeholder 2">
            <a:extLst>
              <a:ext uri="{FF2B5EF4-FFF2-40B4-BE49-F238E27FC236}">
                <a16:creationId xmlns:a16="http://schemas.microsoft.com/office/drawing/2014/main" id="{50463241-5450-4976-8525-5C06611D08BF}"/>
              </a:ext>
            </a:extLst>
          </p:cNvPr>
          <p:cNvSpPr>
            <a:spLocks noGrp="1"/>
          </p:cNvSpPr>
          <p:nvPr>
            <p:ph idx="13"/>
          </p:nvPr>
        </p:nvSpPr>
        <p:spPr>
          <a:xfrm>
            <a:off x="5591175" y="1695450"/>
            <a:ext cx="6084886" cy="4587081"/>
          </a:xfrm>
        </p:spPr>
        <p:txBody>
          <a:bodyPr/>
          <a:lstStyle>
            <a:lvl1pPr>
              <a:defRPr sz="1400"/>
            </a:lvl1pPr>
            <a:lvl2pPr marL="165100" indent="-165100">
              <a:defRPr sz="1400"/>
            </a:lvl2pPr>
            <a:lvl3pPr marL="344488" indent="-160338">
              <a:defRPr sz="1200"/>
            </a:lvl3pPr>
            <a:lvl4pPr marL="544513" indent="-184150">
              <a:defRPr sz="1100"/>
            </a:lvl4pPr>
            <a:lvl5pPr marL="746125" indent="-176213">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cxnSp>
        <p:nvCxnSpPr>
          <p:cNvPr id="9" name="Straight Connector 8"/>
          <p:cNvCxnSpPr/>
          <p:nvPr userDrawn="1"/>
        </p:nvCxnSpPr>
        <p:spPr>
          <a:xfrm>
            <a:off x="515938" y="1344706"/>
            <a:ext cx="11160123"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Rectangle 16"/>
          <p:cNvSpPr/>
          <p:nvPr userDrawn="1"/>
        </p:nvSpPr>
        <p:spPr>
          <a:xfrm>
            <a:off x="0" y="678873"/>
            <a:ext cx="207818" cy="5968783"/>
          </a:xfrm>
          <a:prstGeom prst="rect">
            <a:avLst/>
          </a:prstGeom>
          <a:solidFill>
            <a:schemeClr val="tx2">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21" name="Group 20"/>
          <p:cNvGrpSpPr/>
          <p:nvPr userDrawn="1"/>
        </p:nvGrpSpPr>
        <p:grpSpPr>
          <a:xfrm>
            <a:off x="515937" y="326276"/>
            <a:ext cx="902611" cy="902611"/>
            <a:chOff x="515937" y="326276"/>
            <a:chExt cx="902611" cy="902611"/>
          </a:xfrm>
        </p:grpSpPr>
        <p:grpSp>
          <p:nvGrpSpPr>
            <p:cNvPr id="22" name="Group 21"/>
            <p:cNvGrpSpPr/>
            <p:nvPr/>
          </p:nvGrpSpPr>
          <p:grpSpPr>
            <a:xfrm>
              <a:off x="515937" y="326276"/>
              <a:ext cx="902611" cy="902611"/>
              <a:chOff x="4492144" y="190843"/>
              <a:chExt cx="855656" cy="855656"/>
            </a:xfrm>
          </p:grpSpPr>
          <p:sp>
            <p:nvSpPr>
              <p:cNvPr id="29" name="Oval 28"/>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 name="Oval 29"/>
              <p:cNvSpPr/>
              <p:nvPr/>
            </p:nvSpPr>
            <p:spPr>
              <a:xfrm>
                <a:off x="4551137" y="249836"/>
                <a:ext cx="737671" cy="737671"/>
              </a:xfrm>
              <a:prstGeom prst="ellipse">
                <a:avLst/>
              </a:prstGeom>
              <a:solidFill>
                <a:schemeClr val="tx2">
                  <a:lumMod val="50000"/>
                  <a:lumOff val="50000"/>
                </a:schemeClr>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28" name="Picture 27"/>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710660" y="526569"/>
              <a:ext cx="513163" cy="478372"/>
            </a:xfrm>
            <a:prstGeom prst="rect">
              <a:avLst/>
            </a:prstGeom>
          </p:spPr>
        </p:pic>
      </p:grpSp>
    </p:spTree>
    <p:extLst>
      <p:ext uri="{BB962C8B-B14F-4D97-AF65-F5344CB8AC3E}">
        <p14:creationId xmlns:p14="http://schemas.microsoft.com/office/powerpoint/2010/main" val="3495757702"/>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9108513E-D1D6-4909-A6A1-E798C38409CA}"/>
              </a:ext>
            </a:extLst>
          </p:cNvPr>
          <p:cNvSpPr>
            <a:spLocks noGrp="1"/>
          </p:cNvSpPr>
          <p:nvPr>
            <p:ph type="ftr" sz="quarter" idx="11"/>
          </p:nvPr>
        </p:nvSpPr>
        <p:spPr/>
        <p:txBody>
          <a:bodyPr/>
          <a:lstStyle/>
          <a:p>
            <a:r>
              <a:rPr lang="en-GB" dirty="0"/>
              <a:t>Presentation title in footer</a:t>
            </a:r>
          </a:p>
        </p:txBody>
      </p:sp>
      <p:sp>
        <p:nvSpPr>
          <p:cNvPr id="5" name="Slide Number Placeholder 4">
            <a:extLst>
              <a:ext uri="{FF2B5EF4-FFF2-40B4-BE49-F238E27FC236}">
                <a16:creationId xmlns:a16="http://schemas.microsoft.com/office/drawing/2014/main" id="{9881A9FA-9619-43AB-B085-D7F021094F68}"/>
              </a:ext>
            </a:extLst>
          </p:cNvPr>
          <p:cNvSpPr>
            <a:spLocks noGrp="1"/>
          </p:cNvSpPr>
          <p:nvPr>
            <p:ph type="sldNum" sz="quarter" idx="12"/>
          </p:nvPr>
        </p:nvSpPr>
        <p:spPr/>
        <p:txBody>
          <a:bodyPr/>
          <a:lstStyle/>
          <a:p>
            <a:fld id="{F4C94289-3309-4C35-850A-56FD49B3E346}" type="slidenum">
              <a:rPr lang="en-GB" smtClean="0"/>
              <a:t>‹#›</a:t>
            </a:fld>
            <a:endParaRPr lang="en-GB" dirty="0"/>
          </a:p>
        </p:txBody>
      </p:sp>
      <p:sp>
        <p:nvSpPr>
          <p:cNvPr id="6" name="Title 5"/>
          <p:cNvSpPr>
            <a:spLocks noGrp="1"/>
          </p:cNvSpPr>
          <p:nvPr>
            <p:ph type="title"/>
          </p:nvPr>
        </p:nvSpPr>
        <p:spPr>
          <a:xfrm>
            <a:off x="1511277" y="210344"/>
            <a:ext cx="8902723" cy="984247"/>
          </a:xfrm>
        </p:spPr>
        <p:txBody>
          <a:bodyPr/>
          <a:lstStyle/>
          <a:p>
            <a:r>
              <a:rPr lang="en-US"/>
              <a:t>Click to edit Master title style</a:t>
            </a:r>
          </a:p>
        </p:txBody>
      </p:sp>
      <p:sp>
        <p:nvSpPr>
          <p:cNvPr id="14" name="Rectangle 13"/>
          <p:cNvSpPr/>
          <p:nvPr userDrawn="1"/>
        </p:nvSpPr>
        <p:spPr>
          <a:xfrm>
            <a:off x="0" y="678873"/>
            <a:ext cx="207818" cy="5968783"/>
          </a:xfrm>
          <a:prstGeom prst="rect">
            <a:avLst/>
          </a:prstGeom>
          <a:solidFill>
            <a:schemeClr val="tx2">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18" name="Group 17"/>
          <p:cNvGrpSpPr/>
          <p:nvPr userDrawn="1"/>
        </p:nvGrpSpPr>
        <p:grpSpPr>
          <a:xfrm>
            <a:off x="515937" y="326276"/>
            <a:ext cx="902611" cy="902611"/>
            <a:chOff x="515937" y="326276"/>
            <a:chExt cx="902611" cy="902611"/>
          </a:xfrm>
        </p:grpSpPr>
        <p:grpSp>
          <p:nvGrpSpPr>
            <p:cNvPr id="19" name="Group 18"/>
            <p:cNvGrpSpPr/>
            <p:nvPr/>
          </p:nvGrpSpPr>
          <p:grpSpPr>
            <a:xfrm>
              <a:off x="515937" y="326276"/>
              <a:ext cx="902611" cy="902611"/>
              <a:chOff x="4492144" y="190843"/>
              <a:chExt cx="855656" cy="855656"/>
            </a:xfrm>
          </p:grpSpPr>
          <p:sp>
            <p:nvSpPr>
              <p:cNvPr id="26" name="Oval 25"/>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Oval 26"/>
              <p:cNvSpPr/>
              <p:nvPr/>
            </p:nvSpPr>
            <p:spPr>
              <a:xfrm>
                <a:off x="4551137" y="249836"/>
                <a:ext cx="737671" cy="737671"/>
              </a:xfrm>
              <a:prstGeom prst="ellipse">
                <a:avLst/>
              </a:prstGeom>
              <a:solidFill>
                <a:schemeClr val="tx2">
                  <a:lumMod val="50000"/>
                  <a:lumOff val="50000"/>
                </a:schemeClr>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25" name="Picture 24"/>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710660" y="526569"/>
              <a:ext cx="513163" cy="478372"/>
            </a:xfrm>
            <a:prstGeom prst="rect">
              <a:avLst/>
            </a:prstGeom>
          </p:spPr>
        </p:pic>
      </p:grpSp>
    </p:spTree>
    <p:extLst>
      <p:ext uri="{BB962C8B-B14F-4D97-AF65-F5344CB8AC3E}">
        <p14:creationId xmlns:p14="http://schemas.microsoft.com/office/powerpoint/2010/main" val="4121219050"/>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userDrawn="1">
  <p:cSld name="Project Title Slide">
    <p:spTree>
      <p:nvGrpSpPr>
        <p:cNvPr id="1" name=""/>
        <p:cNvGrpSpPr/>
        <p:nvPr/>
      </p:nvGrpSpPr>
      <p:grpSpPr>
        <a:xfrm>
          <a:off x="0" y="0"/>
          <a:ext cx="0" cy="0"/>
          <a:chOff x="0" y="0"/>
          <a:chExt cx="0" cy="0"/>
        </a:xfrm>
      </p:grpSpPr>
      <p:pic>
        <p:nvPicPr>
          <p:cNvPr id="15" name="Picture 14"/>
          <p:cNvPicPr>
            <a:picLocks noChangeAspect="1"/>
          </p:cNvPicPr>
          <p:nvPr userDrawn="1"/>
        </p:nvPicPr>
        <p:blipFill>
          <a:blip r:embed="rId2">
            <a:extLst>
              <a:ext uri="{BEBA8EAE-BF5A-486C-A8C5-ECC9F3942E4B}">
                <a14:imgProps xmlns:a14="http://schemas.microsoft.com/office/drawing/2010/main">
                  <a14:imgLayer r:embed="rId3">
                    <a14:imgEffect>
                      <a14:saturation sat="33000"/>
                    </a14:imgEffect>
                  </a14:imgLayer>
                </a14:imgProps>
              </a:ex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6" name="Slide Number Placeholder 5"/>
          <p:cNvSpPr>
            <a:spLocks noGrp="1"/>
          </p:cNvSpPr>
          <p:nvPr>
            <p:ph type="sldNum" sz="quarter" idx="12"/>
          </p:nvPr>
        </p:nvSpPr>
        <p:spPr/>
        <p:txBody>
          <a:bodyPr/>
          <a:lstStyle>
            <a:lvl1pPr>
              <a:defRPr>
                <a:solidFill>
                  <a:schemeClr val="bg1"/>
                </a:solidFill>
              </a:defRPr>
            </a:lvl1pPr>
          </a:lstStyle>
          <a:p>
            <a:fld id="{1A6A2304-23DC-2B46-BD14-F082077842FF}" type="slidenum">
              <a:rPr lang="en-US" smtClean="0"/>
              <a:pPr/>
              <a:t>‹#›</a:t>
            </a:fld>
            <a:endParaRPr lang="en-US"/>
          </a:p>
        </p:txBody>
      </p:sp>
      <p:sp>
        <p:nvSpPr>
          <p:cNvPr id="8" name="Date Placeholder 1"/>
          <p:cNvSpPr txBox="1">
            <a:spLocks/>
          </p:cNvSpPr>
          <p:nvPr userDrawn="1"/>
        </p:nvSpPr>
        <p:spPr>
          <a:xfrm>
            <a:off x="4151273" y="5923728"/>
            <a:ext cx="3889454"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2000" i="0" dirty="0">
                <a:solidFill>
                  <a:schemeClr val="bg1"/>
                </a:solidFill>
                <a:latin typeface="+mn-lt"/>
                <a:ea typeface="Roboto" charset="0"/>
                <a:cs typeface="Roboto" charset="0"/>
              </a:rPr>
              <a:t>Simplify, Standardize, Accelerate </a:t>
            </a:r>
          </a:p>
        </p:txBody>
      </p:sp>
      <p:sp>
        <p:nvSpPr>
          <p:cNvPr id="9" name="TextBox 8"/>
          <p:cNvSpPr txBox="1"/>
          <p:nvPr userDrawn="1"/>
        </p:nvSpPr>
        <p:spPr>
          <a:xfrm>
            <a:off x="3398969" y="2345440"/>
            <a:ext cx="5387927" cy="1941342"/>
          </a:xfrm>
          <a:prstGeom prst="rect">
            <a:avLst/>
          </a:prstGeom>
          <a:noFill/>
        </p:spPr>
        <p:txBody>
          <a:bodyPr wrap="square" lIns="0" tIns="0" rIns="0" bIns="0" rtlCol="0">
            <a:noAutofit/>
          </a:bodyPr>
          <a:lstStyle/>
          <a:p>
            <a:pPr algn="ctr"/>
            <a:r>
              <a:rPr lang="en-US" sz="4400" b="1" dirty="0">
                <a:solidFill>
                  <a:schemeClr val="bg1"/>
                </a:solidFill>
                <a:latin typeface="Arial" charset="0"/>
                <a:ea typeface="Arial" charset="0"/>
                <a:cs typeface="Arial" charset="0"/>
              </a:rPr>
              <a:t>Global IT Training</a:t>
            </a:r>
          </a:p>
        </p:txBody>
      </p:sp>
      <p:sp>
        <p:nvSpPr>
          <p:cNvPr id="10" name="Rectangle 9"/>
          <p:cNvSpPr/>
          <p:nvPr userDrawn="1"/>
        </p:nvSpPr>
        <p:spPr>
          <a:xfrm>
            <a:off x="5517737" y="1642984"/>
            <a:ext cx="1150391" cy="104931"/>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p:cNvSpPr txBox="1"/>
          <p:nvPr userDrawn="1"/>
        </p:nvSpPr>
        <p:spPr>
          <a:xfrm>
            <a:off x="4271627" y="4115677"/>
            <a:ext cx="3642610" cy="704538"/>
          </a:xfrm>
          <a:prstGeom prst="rect">
            <a:avLst/>
          </a:prstGeom>
          <a:noFill/>
        </p:spPr>
        <p:txBody>
          <a:bodyPr wrap="square" lIns="0" tIns="0" rIns="0" bIns="0" rtlCol="0">
            <a:noAutofit/>
          </a:bodyPr>
          <a:lstStyle/>
          <a:p>
            <a:pPr algn="ctr"/>
            <a:r>
              <a:rPr lang="en-US" spc="1000" dirty="0">
                <a:solidFill>
                  <a:schemeClr val="bg1"/>
                </a:solidFill>
                <a:latin typeface="Arial" charset="0"/>
                <a:ea typeface="Arial" charset="0"/>
                <a:cs typeface="Arial" charset="0"/>
              </a:rPr>
              <a:t>PROJECT</a:t>
            </a:r>
          </a:p>
        </p:txBody>
      </p:sp>
      <p:sp>
        <p:nvSpPr>
          <p:cNvPr id="12" name="Rectangle 11"/>
          <p:cNvSpPr/>
          <p:nvPr userDrawn="1"/>
        </p:nvSpPr>
        <p:spPr>
          <a:xfrm>
            <a:off x="5517737" y="5047786"/>
            <a:ext cx="1150391" cy="4571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DD2F868E-F9E5-4FD0-AA54-A0611266E9AB}"/>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5775643" y="498252"/>
            <a:ext cx="634576" cy="474992"/>
          </a:xfrm>
          <a:prstGeom prst="rect">
            <a:avLst/>
          </a:prstGeom>
        </p:spPr>
      </p:pic>
    </p:spTree>
    <p:extLst>
      <p:ext uri="{BB962C8B-B14F-4D97-AF65-F5344CB8AC3E}">
        <p14:creationId xmlns:p14="http://schemas.microsoft.com/office/powerpoint/2010/main" val="400574310"/>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userDrawn="1">
  <p:cSld name="Agenda">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0"/>
            <a:ext cx="3343037" cy="6858001"/>
          </a:xfrm>
          <a:prstGeom prst="rect">
            <a:avLst/>
          </a:prstGeom>
        </p:spPr>
      </p:pic>
      <p:sp>
        <p:nvSpPr>
          <p:cNvPr id="3" name="Footer Placeholder 2">
            <a:extLst>
              <a:ext uri="{FF2B5EF4-FFF2-40B4-BE49-F238E27FC236}">
                <a16:creationId xmlns:a16="http://schemas.microsoft.com/office/drawing/2014/main" id="{9E2566DF-8A7B-474D-A0F4-205CFA3DC5A8}"/>
              </a:ext>
            </a:extLst>
          </p:cNvPr>
          <p:cNvSpPr>
            <a:spLocks noGrp="1"/>
          </p:cNvSpPr>
          <p:nvPr>
            <p:ph type="ftr" sz="quarter" idx="11"/>
          </p:nvPr>
        </p:nvSpPr>
        <p:spPr/>
        <p:txBody>
          <a:bodyPr/>
          <a:lstStyle/>
          <a:p>
            <a:r>
              <a:rPr lang="en-GB" dirty="0"/>
              <a:t>Presentation title in footer</a:t>
            </a:r>
          </a:p>
        </p:txBody>
      </p:sp>
      <p:sp>
        <p:nvSpPr>
          <p:cNvPr id="4" name="Slide Number Placeholder 3">
            <a:extLst>
              <a:ext uri="{FF2B5EF4-FFF2-40B4-BE49-F238E27FC236}">
                <a16:creationId xmlns:a16="http://schemas.microsoft.com/office/drawing/2014/main" id="{10D12603-15D9-4377-BA98-9268CA8548FA}"/>
              </a:ext>
            </a:extLst>
          </p:cNvPr>
          <p:cNvSpPr>
            <a:spLocks noGrp="1"/>
          </p:cNvSpPr>
          <p:nvPr>
            <p:ph type="sldNum" sz="quarter" idx="12"/>
          </p:nvPr>
        </p:nvSpPr>
        <p:spPr/>
        <p:txBody>
          <a:bodyPr/>
          <a:lstStyle/>
          <a:p>
            <a:fld id="{F4C94289-3309-4C35-850A-56FD49B3E346}" type="slidenum">
              <a:rPr lang="en-GB" smtClean="0"/>
              <a:t>‹#›</a:t>
            </a:fld>
            <a:endParaRPr lang="en-GB" dirty="0"/>
          </a:p>
        </p:txBody>
      </p:sp>
      <p:sp>
        <p:nvSpPr>
          <p:cNvPr id="10" name="Content Placeholder 2"/>
          <p:cNvSpPr>
            <a:spLocks noGrp="1"/>
          </p:cNvSpPr>
          <p:nvPr>
            <p:ph idx="1"/>
          </p:nvPr>
        </p:nvSpPr>
        <p:spPr>
          <a:xfrm>
            <a:off x="4403969" y="987425"/>
            <a:ext cx="7272092" cy="4873625"/>
          </a:xfrm>
        </p:spPr>
        <p:txBody>
          <a:bodyPr>
            <a:normAutofit/>
          </a:bodyPr>
          <a:lstStyle>
            <a:lvl1pPr>
              <a:defRPr sz="2000">
                <a:latin typeface="Arial" charset="0"/>
                <a:ea typeface="Arial" charset="0"/>
                <a:cs typeface="Arial" charset="0"/>
              </a:defRPr>
            </a:lvl1pPr>
            <a:lvl2pPr>
              <a:defRPr sz="1800">
                <a:latin typeface="Arial" charset="0"/>
                <a:ea typeface="Arial" charset="0"/>
                <a:cs typeface="Arial" charset="0"/>
              </a:defRPr>
            </a:lvl2pPr>
            <a:lvl3pPr>
              <a:defRPr sz="1600">
                <a:latin typeface="Arial" charset="0"/>
                <a:ea typeface="Arial" charset="0"/>
                <a:cs typeface="Arial" charset="0"/>
              </a:defRPr>
            </a:lvl3pPr>
            <a:lvl4pPr>
              <a:defRPr sz="1400">
                <a:latin typeface="Arial" charset="0"/>
                <a:ea typeface="Arial" charset="0"/>
                <a:cs typeface="Arial" charset="0"/>
              </a:defRPr>
            </a:lvl4pPr>
            <a:lvl5pPr>
              <a:defRPr sz="1400">
                <a:latin typeface="Arial" charset="0"/>
                <a:ea typeface="Arial" charset="0"/>
                <a:cs typeface="Arial" charset="0"/>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TextBox 10"/>
          <p:cNvSpPr txBox="1"/>
          <p:nvPr userDrawn="1"/>
        </p:nvSpPr>
        <p:spPr>
          <a:xfrm>
            <a:off x="141298" y="2149778"/>
            <a:ext cx="2989658" cy="1941342"/>
          </a:xfrm>
          <a:prstGeom prst="rect">
            <a:avLst/>
          </a:prstGeom>
          <a:noFill/>
        </p:spPr>
        <p:txBody>
          <a:bodyPr wrap="square" lIns="0" tIns="0" rIns="0" bIns="0" rtlCol="0">
            <a:noAutofit/>
          </a:bodyPr>
          <a:lstStyle/>
          <a:p>
            <a:pPr algn="ctr"/>
            <a:r>
              <a:rPr lang="en-US" sz="4400" b="1" dirty="0">
                <a:solidFill>
                  <a:schemeClr val="bg1"/>
                </a:solidFill>
                <a:latin typeface="Arial" charset="0"/>
                <a:ea typeface="Arial" charset="0"/>
                <a:cs typeface="Arial" charset="0"/>
              </a:rPr>
              <a:t>Global IT Training</a:t>
            </a:r>
          </a:p>
        </p:txBody>
      </p:sp>
      <p:sp>
        <p:nvSpPr>
          <p:cNvPr id="12" name="Rectangle 11"/>
          <p:cNvSpPr/>
          <p:nvPr userDrawn="1"/>
        </p:nvSpPr>
        <p:spPr>
          <a:xfrm>
            <a:off x="1060932" y="1604522"/>
            <a:ext cx="1150391" cy="104931"/>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1A3140"/>
              </a:solidFill>
            </a:endParaRPr>
          </a:p>
        </p:txBody>
      </p:sp>
      <p:sp>
        <p:nvSpPr>
          <p:cNvPr id="13" name="Rectangle 12"/>
          <p:cNvSpPr/>
          <p:nvPr userDrawn="1"/>
        </p:nvSpPr>
        <p:spPr>
          <a:xfrm>
            <a:off x="1060932" y="4091120"/>
            <a:ext cx="1150391" cy="4571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4" name="Date Placeholder 1"/>
          <p:cNvSpPr txBox="1">
            <a:spLocks/>
          </p:cNvSpPr>
          <p:nvPr userDrawn="1"/>
        </p:nvSpPr>
        <p:spPr>
          <a:xfrm>
            <a:off x="0" y="5855768"/>
            <a:ext cx="3343037" cy="365125"/>
          </a:xfrm>
          <a:prstGeom prst="rect">
            <a:avLst/>
          </a:prstGeom>
        </p:spPr>
        <p:txBody>
          <a:bodyPr vert="horz" lIns="0" tIns="0" rIns="0" bIns="0" rtlCol="0" anchor="b" anchorCtr="0">
            <a:noAutofit/>
          </a:bodyPr>
          <a:lstStyle>
            <a:defPPr>
              <a:defRPr lang="en-US"/>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200" i="0" dirty="0">
                <a:solidFill>
                  <a:schemeClr val="bg1"/>
                </a:solidFill>
                <a:latin typeface="+mn-lt"/>
                <a:ea typeface="Roboto" charset="0"/>
                <a:cs typeface="Roboto" charset="0"/>
              </a:rPr>
              <a:t>Simplify, Standardize, Accelerate </a:t>
            </a:r>
          </a:p>
        </p:txBody>
      </p:sp>
      <p:sp>
        <p:nvSpPr>
          <p:cNvPr id="15" name="Rectangle 14"/>
          <p:cNvSpPr/>
          <p:nvPr userDrawn="1"/>
        </p:nvSpPr>
        <p:spPr>
          <a:xfrm>
            <a:off x="3800349" y="987425"/>
            <a:ext cx="250825" cy="5870575"/>
          </a:xfrm>
          <a:prstGeom prst="rect">
            <a:avLst/>
          </a:prstGeom>
          <a:solidFill>
            <a:schemeClr val="tx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dirty="0"/>
          </a:p>
        </p:txBody>
      </p:sp>
      <p:pic>
        <p:nvPicPr>
          <p:cNvPr id="16" name="Picture 15">
            <a:extLst>
              <a:ext uri="{FF2B5EF4-FFF2-40B4-BE49-F238E27FC236}">
                <a16:creationId xmlns:a16="http://schemas.microsoft.com/office/drawing/2014/main" id="{DD2F868E-F9E5-4FD0-AA54-A0611266E9AB}"/>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315690" y="365125"/>
            <a:ext cx="576887" cy="431811"/>
          </a:xfrm>
          <a:prstGeom prst="rect">
            <a:avLst/>
          </a:prstGeom>
        </p:spPr>
      </p:pic>
    </p:spTree>
    <p:extLst>
      <p:ext uri="{BB962C8B-B14F-4D97-AF65-F5344CB8AC3E}">
        <p14:creationId xmlns:p14="http://schemas.microsoft.com/office/powerpoint/2010/main" val="163451236"/>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preserve="1" userDrawn="1">
  <p:cSld name="1_Agenda">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a:extLst>
              <a:ext uri="{BEBA8EAE-BF5A-486C-A8C5-ECC9F3942E4B}">
                <a14:imgProps xmlns:a14="http://schemas.microsoft.com/office/drawing/2010/main">
                  <a14:imgLayer r:embed="rId3">
                    <a14:imgEffect>
                      <a14:colorTemperature colorTemp="8800"/>
                    </a14:imgEffect>
                    <a14:imgEffect>
                      <a14:saturation sat="33000"/>
                    </a14:imgEffect>
                  </a14:imgLayer>
                </a14:imgProps>
              </a:ext>
              <a:ext uri="{28A0092B-C50C-407E-A947-70E740481C1C}">
                <a14:useLocalDpi xmlns:a14="http://schemas.microsoft.com/office/drawing/2010/main"/>
              </a:ext>
            </a:extLst>
          </a:blip>
          <a:stretch>
            <a:fillRect/>
          </a:stretch>
        </p:blipFill>
        <p:spPr>
          <a:xfrm>
            <a:off x="-1" y="0"/>
            <a:ext cx="3343037" cy="6858001"/>
          </a:xfrm>
          <a:prstGeom prst="rect">
            <a:avLst/>
          </a:prstGeom>
          <a:solidFill>
            <a:schemeClr val="tx2">
              <a:lumMod val="75000"/>
              <a:lumOff val="25000"/>
            </a:schemeClr>
          </a:solidFill>
        </p:spPr>
      </p:pic>
      <p:sp>
        <p:nvSpPr>
          <p:cNvPr id="3" name="Footer Placeholder 2">
            <a:extLst>
              <a:ext uri="{FF2B5EF4-FFF2-40B4-BE49-F238E27FC236}">
                <a16:creationId xmlns:a16="http://schemas.microsoft.com/office/drawing/2014/main" id="{9E2566DF-8A7B-474D-A0F4-205CFA3DC5A8}"/>
              </a:ext>
            </a:extLst>
          </p:cNvPr>
          <p:cNvSpPr>
            <a:spLocks noGrp="1"/>
          </p:cNvSpPr>
          <p:nvPr>
            <p:ph type="ftr" sz="quarter" idx="11"/>
          </p:nvPr>
        </p:nvSpPr>
        <p:spPr/>
        <p:txBody>
          <a:bodyPr/>
          <a:lstStyle/>
          <a:p>
            <a:r>
              <a:rPr lang="en-GB" dirty="0"/>
              <a:t>Presentation title in footer</a:t>
            </a:r>
          </a:p>
        </p:txBody>
      </p:sp>
      <p:sp>
        <p:nvSpPr>
          <p:cNvPr id="4" name="Slide Number Placeholder 3">
            <a:extLst>
              <a:ext uri="{FF2B5EF4-FFF2-40B4-BE49-F238E27FC236}">
                <a16:creationId xmlns:a16="http://schemas.microsoft.com/office/drawing/2014/main" id="{10D12603-15D9-4377-BA98-9268CA8548FA}"/>
              </a:ext>
            </a:extLst>
          </p:cNvPr>
          <p:cNvSpPr>
            <a:spLocks noGrp="1"/>
          </p:cNvSpPr>
          <p:nvPr>
            <p:ph type="sldNum" sz="quarter" idx="12"/>
          </p:nvPr>
        </p:nvSpPr>
        <p:spPr/>
        <p:txBody>
          <a:bodyPr/>
          <a:lstStyle/>
          <a:p>
            <a:fld id="{F4C94289-3309-4C35-850A-56FD49B3E346}" type="slidenum">
              <a:rPr lang="en-GB" smtClean="0"/>
              <a:t>‹#›</a:t>
            </a:fld>
            <a:endParaRPr lang="en-GB" dirty="0"/>
          </a:p>
        </p:txBody>
      </p:sp>
      <p:sp>
        <p:nvSpPr>
          <p:cNvPr id="10" name="Content Placeholder 2"/>
          <p:cNvSpPr>
            <a:spLocks noGrp="1"/>
          </p:cNvSpPr>
          <p:nvPr>
            <p:ph idx="1"/>
          </p:nvPr>
        </p:nvSpPr>
        <p:spPr>
          <a:xfrm>
            <a:off x="4403969" y="987425"/>
            <a:ext cx="7272092" cy="4873625"/>
          </a:xfrm>
        </p:spPr>
        <p:txBody>
          <a:bodyPr>
            <a:normAutofit/>
          </a:bodyPr>
          <a:lstStyle>
            <a:lvl1pPr>
              <a:defRPr sz="2000">
                <a:latin typeface="Arial" charset="0"/>
                <a:ea typeface="Arial" charset="0"/>
                <a:cs typeface="Arial" charset="0"/>
              </a:defRPr>
            </a:lvl1pPr>
            <a:lvl2pPr>
              <a:defRPr sz="1800">
                <a:latin typeface="Arial" charset="0"/>
                <a:ea typeface="Arial" charset="0"/>
                <a:cs typeface="Arial" charset="0"/>
              </a:defRPr>
            </a:lvl2pPr>
            <a:lvl3pPr>
              <a:defRPr sz="1600">
                <a:latin typeface="Arial" charset="0"/>
                <a:ea typeface="Arial" charset="0"/>
                <a:cs typeface="Arial" charset="0"/>
              </a:defRPr>
            </a:lvl3pPr>
            <a:lvl4pPr>
              <a:defRPr sz="1400">
                <a:latin typeface="Arial" charset="0"/>
                <a:ea typeface="Arial" charset="0"/>
                <a:cs typeface="Arial" charset="0"/>
              </a:defRPr>
            </a:lvl4pPr>
            <a:lvl5pPr>
              <a:defRPr sz="1400">
                <a:latin typeface="Arial" charset="0"/>
                <a:ea typeface="Arial" charset="0"/>
                <a:cs typeface="Arial" charset="0"/>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TextBox 10"/>
          <p:cNvSpPr txBox="1"/>
          <p:nvPr userDrawn="1"/>
        </p:nvSpPr>
        <p:spPr>
          <a:xfrm>
            <a:off x="141298" y="2149778"/>
            <a:ext cx="2989658" cy="1941342"/>
          </a:xfrm>
          <a:prstGeom prst="rect">
            <a:avLst/>
          </a:prstGeom>
          <a:noFill/>
        </p:spPr>
        <p:txBody>
          <a:bodyPr wrap="square" lIns="0" tIns="0" rIns="0" bIns="0" rtlCol="0">
            <a:noAutofit/>
          </a:bodyPr>
          <a:lstStyle/>
          <a:p>
            <a:pPr algn="ctr"/>
            <a:r>
              <a:rPr lang="en-US" sz="4000" b="1" dirty="0">
                <a:solidFill>
                  <a:schemeClr val="bg1"/>
                </a:solidFill>
                <a:latin typeface="Arial" charset="0"/>
                <a:ea typeface="Arial" charset="0"/>
                <a:cs typeface="Arial" charset="0"/>
              </a:rPr>
              <a:t>Global IT Training</a:t>
            </a:r>
          </a:p>
        </p:txBody>
      </p:sp>
      <p:sp>
        <p:nvSpPr>
          <p:cNvPr id="12" name="Rectangle 11"/>
          <p:cNvSpPr/>
          <p:nvPr userDrawn="1"/>
        </p:nvSpPr>
        <p:spPr>
          <a:xfrm>
            <a:off x="1060932" y="1604522"/>
            <a:ext cx="1150391" cy="104931"/>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1A3140"/>
              </a:solidFill>
            </a:endParaRPr>
          </a:p>
        </p:txBody>
      </p:sp>
      <p:sp>
        <p:nvSpPr>
          <p:cNvPr id="13" name="Rectangle 12"/>
          <p:cNvSpPr/>
          <p:nvPr userDrawn="1"/>
        </p:nvSpPr>
        <p:spPr>
          <a:xfrm>
            <a:off x="1060932" y="4091120"/>
            <a:ext cx="1150391" cy="4571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4" name="Date Placeholder 1"/>
          <p:cNvSpPr txBox="1">
            <a:spLocks/>
          </p:cNvSpPr>
          <p:nvPr userDrawn="1"/>
        </p:nvSpPr>
        <p:spPr>
          <a:xfrm>
            <a:off x="0" y="5855768"/>
            <a:ext cx="3343037" cy="365125"/>
          </a:xfrm>
          <a:prstGeom prst="rect">
            <a:avLst/>
          </a:prstGeom>
        </p:spPr>
        <p:txBody>
          <a:bodyPr vert="horz" lIns="0" tIns="0" rIns="0" bIns="0" rtlCol="0" anchor="b" anchorCtr="0">
            <a:noAutofit/>
          </a:bodyPr>
          <a:lstStyle>
            <a:defPPr>
              <a:defRPr lang="en-US"/>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200" i="0" dirty="0">
                <a:solidFill>
                  <a:schemeClr val="bg1"/>
                </a:solidFill>
                <a:latin typeface="+mn-lt"/>
                <a:ea typeface="Roboto" charset="0"/>
                <a:cs typeface="Roboto" charset="0"/>
              </a:rPr>
              <a:t>Simplify, Standardize, Accelerate </a:t>
            </a:r>
          </a:p>
        </p:txBody>
      </p:sp>
      <p:sp>
        <p:nvSpPr>
          <p:cNvPr id="15" name="Rectangle 14"/>
          <p:cNvSpPr/>
          <p:nvPr userDrawn="1"/>
        </p:nvSpPr>
        <p:spPr>
          <a:xfrm>
            <a:off x="3800349" y="987425"/>
            <a:ext cx="250825" cy="5870575"/>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dirty="0"/>
          </a:p>
        </p:txBody>
      </p:sp>
      <p:pic>
        <p:nvPicPr>
          <p:cNvPr id="16" name="Picture 15">
            <a:extLst>
              <a:ext uri="{FF2B5EF4-FFF2-40B4-BE49-F238E27FC236}">
                <a16:creationId xmlns:a16="http://schemas.microsoft.com/office/drawing/2014/main" id="{DD2F868E-F9E5-4FD0-AA54-A0611266E9AB}"/>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1315690" y="365125"/>
            <a:ext cx="576887" cy="431811"/>
          </a:xfrm>
          <a:prstGeom prst="rect">
            <a:avLst/>
          </a:prstGeom>
        </p:spPr>
      </p:pic>
    </p:spTree>
    <p:extLst>
      <p:ext uri="{BB962C8B-B14F-4D97-AF65-F5344CB8AC3E}">
        <p14:creationId xmlns:p14="http://schemas.microsoft.com/office/powerpoint/2010/main" val="3506959763"/>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title" preserve="1">
  <p:cSld name="Image Title 01">
    <p:spTree>
      <p:nvGrpSpPr>
        <p:cNvPr id="1" name=""/>
        <p:cNvGrpSpPr/>
        <p:nvPr/>
      </p:nvGrpSpPr>
      <p:grpSpPr>
        <a:xfrm>
          <a:off x="0" y="0"/>
          <a:ext cx="0" cy="0"/>
          <a:chOff x="0" y="0"/>
          <a:chExt cx="0" cy="0"/>
        </a:xfrm>
      </p:grpSpPr>
      <p:pic>
        <p:nvPicPr>
          <p:cNvPr id="5" name="Picture 4"/>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 y="647272"/>
            <a:ext cx="12192001" cy="4498847"/>
          </a:xfrm>
          <a:prstGeom prst="rect">
            <a:avLst/>
          </a:prstGeom>
        </p:spPr>
      </p:pic>
      <p:sp>
        <p:nvSpPr>
          <p:cNvPr id="2" name="Title 1">
            <a:extLst>
              <a:ext uri="{FF2B5EF4-FFF2-40B4-BE49-F238E27FC236}">
                <a16:creationId xmlns:a16="http://schemas.microsoft.com/office/drawing/2014/main" id="{4D6C11B0-82D2-4B1D-A080-5DEC7B98E43A}"/>
              </a:ext>
            </a:extLst>
          </p:cNvPr>
          <p:cNvSpPr>
            <a:spLocks noGrp="1"/>
          </p:cNvSpPr>
          <p:nvPr>
            <p:ph type="ctrTitle"/>
          </p:nvPr>
        </p:nvSpPr>
        <p:spPr>
          <a:xfrm>
            <a:off x="514350" y="1103313"/>
            <a:ext cx="11161713" cy="1468437"/>
          </a:xfrm>
        </p:spPr>
        <p:txBody>
          <a:bodyPr anchor="b" anchorCtr="0"/>
          <a:lstStyle>
            <a:lvl1pPr algn="l">
              <a:defRPr sz="4400" b="1" cap="all" baseline="0">
                <a:solidFill>
                  <a:schemeClr val="accent1">
                    <a:lumMod val="60000"/>
                    <a:lumOff val="40000"/>
                  </a:schemeClr>
                </a:solidFill>
              </a:defRPr>
            </a:lvl1pPr>
          </a:lstStyle>
          <a:p>
            <a:r>
              <a:rPr lang="en-US"/>
              <a:t>Click to edit Master title style</a:t>
            </a:r>
            <a:endParaRPr lang="en-GB" dirty="0"/>
          </a:p>
        </p:txBody>
      </p:sp>
      <p:sp>
        <p:nvSpPr>
          <p:cNvPr id="3" name="Subtitle 2">
            <a:extLst>
              <a:ext uri="{FF2B5EF4-FFF2-40B4-BE49-F238E27FC236}">
                <a16:creationId xmlns:a16="http://schemas.microsoft.com/office/drawing/2014/main" id="{F631D629-EA3E-4A82-8438-59B781EBBDC8}"/>
              </a:ext>
            </a:extLst>
          </p:cNvPr>
          <p:cNvSpPr>
            <a:spLocks noGrp="1"/>
          </p:cNvSpPr>
          <p:nvPr>
            <p:ph type="subTitle" idx="1"/>
          </p:nvPr>
        </p:nvSpPr>
        <p:spPr>
          <a:xfrm>
            <a:off x="514350" y="2703059"/>
            <a:ext cx="8295821" cy="1655762"/>
          </a:xfrm>
        </p:spPr>
        <p:txBody>
          <a:bodyPr anchor="t" anchorCtr="0"/>
          <a:lstStyle>
            <a:lvl1pPr marL="0" indent="0" algn="l">
              <a:buNone/>
              <a:defRPr sz="32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dirty="0"/>
          </a:p>
        </p:txBody>
      </p:sp>
      <p:pic>
        <p:nvPicPr>
          <p:cNvPr id="12" name="Picture 11">
            <a:extLst>
              <a:ext uri="{FF2B5EF4-FFF2-40B4-BE49-F238E27FC236}">
                <a16:creationId xmlns:a16="http://schemas.microsoft.com/office/drawing/2014/main" id="{6480B215-A81F-481D-8C0E-6BF46A615633}"/>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1038999" y="5879560"/>
            <a:ext cx="829976" cy="621252"/>
          </a:xfrm>
          <a:prstGeom prst="rect">
            <a:avLst/>
          </a:prstGeom>
        </p:spPr>
      </p:pic>
      <p:pic>
        <p:nvPicPr>
          <p:cNvPr id="8" name="Picture 7"/>
          <p:cNvPicPr>
            <a:picLocks noChangeAspect="1"/>
          </p:cNvPicPr>
          <p:nvPr userDrawn="1"/>
        </p:nvPicPr>
        <p:blipFill rotWithShape="1">
          <a:blip r:embed="rId4" cstate="email">
            <a:extLst>
              <a:ext uri="{28A0092B-C50C-407E-A947-70E740481C1C}">
                <a14:useLocalDpi xmlns:a14="http://schemas.microsoft.com/office/drawing/2010/main"/>
              </a:ext>
            </a:extLst>
          </a:blip>
          <a:srcRect/>
          <a:stretch/>
        </p:blipFill>
        <p:spPr>
          <a:xfrm>
            <a:off x="-11723" y="5090737"/>
            <a:ext cx="12212780" cy="548702"/>
          </a:xfrm>
          <a:prstGeom prst="rect">
            <a:avLst/>
          </a:prstGeom>
        </p:spPr>
      </p:pic>
    </p:spTree>
    <p:extLst>
      <p:ext uri="{BB962C8B-B14F-4D97-AF65-F5344CB8AC3E}">
        <p14:creationId xmlns:p14="http://schemas.microsoft.com/office/powerpoint/2010/main" val="1776894245"/>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title" preserve="1">
  <p:cSld name="Image Title 02">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1" y="633845"/>
            <a:ext cx="12201057" cy="4499140"/>
          </a:xfrm>
          <a:prstGeom prst="rect">
            <a:avLst/>
          </a:prstGeom>
        </p:spPr>
      </p:pic>
      <p:sp>
        <p:nvSpPr>
          <p:cNvPr id="2" name="Title 1">
            <a:extLst>
              <a:ext uri="{FF2B5EF4-FFF2-40B4-BE49-F238E27FC236}">
                <a16:creationId xmlns:a16="http://schemas.microsoft.com/office/drawing/2014/main" id="{4D6C11B0-82D2-4B1D-A080-5DEC7B98E43A}"/>
              </a:ext>
            </a:extLst>
          </p:cNvPr>
          <p:cNvSpPr>
            <a:spLocks noGrp="1"/>
          </p:cNvSpPr>
          <p:nvPr>
            <p:ph type="ctrTitle"/>
          </p:nvPr>
        </p:nvSpPr>
        <p:spPr>
          <a:xfrm>
            <a:off x="514350" y="1103313"/>
            <a:ext cx="11161713" cy="1468437"/>
          </a:xfrm>
        </p:spPr>
        <p:txBody>
          <a:bodyPr anchor="b" anchorCtr="0"/>
          <a:lstStyle>
            <a:lvl1pPr algn="l">
              <a:defRPr sz="4400" b="1" cap="all" baseline="0">
                <a:solidFill>
                  <a:schemeClr val="accent1">
                    <a:lumMod val="60000"/>
                    <a:lumOff val="40000"/>
                  </a:schemeClr>
                </a:solidFill>
              </a:defRPr>
            </a:lvl1pPr>
          </a:lstStyle>
          <a:p>
            <a:r>
              <a:rPr lang="en-US"/>
              <a:t>Click to edit Master title style</a:t>
            </a:r>
            <a:endParaRPr lang="en-GB" dirty="0"/>
          </a:p>
        </p:txBody>
      </p:sp>
      <p:sp>
        <p:nvSpPr>
          <p:cNvPr id="3" name="Subtitle 2">
            <a:extLst>
              <a:ext uri="{FF2B5EF4-FFF2-40B4-BE49-F238E27FC236}">
                <a16:creationId xmlns:a16="http://schemas.microsoft.com/office/drawing/2014/main" id="{F631D629-EA3E-4A82-8438-59B781EBBDC8}"/>
              </a:ext>
            </a:extLst>
          </p:cNvPr>
          <p:cNvSpPr>
            <a:spLocks noGrp="1"/>
          </p:cNvSpPr>
          <p:nvPr>
            <p:ph type="subTitle" idx="1"/>
          </p:nvPr>
        </p:nvSpPr>
        <p:spPr>
          <a:xfrm>
            <a:off x="514350" y="2703059"/>
            <a:ext cx="8295821" cy="1655762"/>
          </a:xfrm>
        </p:spPr>
        <p:txBody>
          <a:bodyPr anchor="t" anchorCtr="0"/>
          <a:lstStyle>
            <a:lvl1pPr marL="0" indent="0" algn="l">
              <a:buNone/>
              <a:defRPr sz="32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dirty="0"/>
          </a:p>
        </p:txBody>
      </p:sp>
      <p:pic>
        <p:nvPicPr>
          <p:cNvPr id="12" name="Picture 11">
            <a:extLst>
              <a:ext uri="{FF2B5EF4-FFF2-40B4-BE49-F238E27FC236}">
                <a16:creationId xmlns:a16="http://schemas.microsoft.com/office/drawing/2014/main" id="{6480B215-A81F-481D-8C0E-6BF46A615633}"/>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1038999" y="5879560"/>
            <a:ext cx="829976" cy="621252"/>
          </a:xfrm>
          <a:prstGeom prst="rect">
            <a:avLst/>
          </a:prstGeom>
        </p:spPr>
      </p:pic>
      <p:pic>
        <p:nvPicPr>
          <p:cNvPr id="10" name="Picture 9"/>
          <p:cNvPicPr>
            <a:picLocks noChangeAspect="1"/>
          </p:cNvPicPr>
          <p:nvPr userDrawn="1"/>
        </p:nvPicPr>
        <p:blipFill rotWithShape="1">
          <a:blip r:embed="rId4" cstate="email">
            <a:extLst>
              <a:ext uri="{28A0092B-C50C-407E-A947-70E740481C1C}">
                <a14:useLocalDpi xmlns:a14="http://schemas.microsoft.com/office/drawing/2010/main"/>
              </a:ext>
            </a:extLst>
          </a:blip>
          <a:srcRect/>
          <a:stretch/>
        </p:blipFill>
        <p:spPr>
          <a:xfrm>
            <a:off x="-11723" y="5090737"/>
            <a:ext cx="12212780" cy="548702"/>
          </a:xfrm>
          <a:prstGeom prst="rect">
            <a:avLst/>
          </a:prstGeom>
        </p:spPr>
      </p:pic>
    </p:spTree>
    <p:extLst>
      <p:ext uri="{BB962C8B-B14F-4D97-AF65-F5344CB8AC3E}">
        <p14:creationId xmlns:p14="http://schemas.microsoft.com/office/powerpoint/2010/main" val="1408278033"/>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title" preserve="1">
  <p:cSld name="Spectrum Title 03">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a:extLst>
              <a:ext uri="{BEBA8EAE-BF5A-486C-A8C5-ECC9F3942E4B}">
                <a14:imgProps xmlns:a14="http://schemas.microsoft.com/office/drawing/2010/main">
                  <a14:imgLayer r:embed="rId3">
                    <a14:imgEffect>
                      <a14:sharpenSoften amount="-50000"/>
                    </a14:imgEffect>
                    <a14:imgEffect>
                      <a14:saturation sat="33000"/>
                    </a14:imgEffect>
                  </a14:imgLayer>
                </a14:imgProps>
              </a:ext>
              <a:ext uri="{28A0092B-C50C-407E-A947-70E740481C1C}">
                <a14:useLocalDpi xmlns:a14="http://schemas.microsoft.com/office/drawing/2010/main"/>
              </a:ext>
            </a:extLst>
          </a:blip>
          <a:stretch>
            <a:fillRect/>
          </a:stretch>
        </p:blipFill>
        <p:spPr>
          <a:xfrm>
            <a:off x="0" y="645274"/>
            <a:ext cx="12193587" cy="5001275"/>
          </a:xfrm>
          <a:prstGeom prst="rect">
            <a:avLst/>
          </a:prstGeom>
        </p:spPr>
      </p:pic>
      <p:sp>
        <p:nvSpPr>
          <p:cNvPr id="2" name="Title 1">
            <a:extLst>
              <a:ext uri="{FF2B5EF4-FFF2-40B4-BE49-F238E27FC236}">
                <a16:creationId xmlns:a16="http://schemas.microsoft.com/office/drawing/2014/main" id="{4D6C11B0-82D2-4B1D-A080-5DEC7B98E43A}"/>
              </a:ext>
            </a:extLst>
          </p:cNvPr>
          <p:cNvSpPr>
            <a:spLocks noGrp="1"/>
          </p:cNvSpPr>
          <p:nvPr>
            <p:ph type="ctrTitle"/>
          </p:nvPr>
        </p:nvSpPr>
        <p:spPr>
          <a:xfrm>
            <a:off x="514350" y="1103313"/>
            <a:ext cx="11161713" cy="1468437"/>
          </a:xfrm>
        </p:spPr>
        <p:txBody>
          <a:bodyPr anchor="b" anchorCtr="0"/>
          <a:lstStyle>
            <a:lvl1pPr algn="l">
              <a:defRPr sz="4400" b="1" cap="all" baseline="0">
                <a:solidFill>
                  <a:schemeClr val="bg1"/>
                </a:solidFill>
              </a:defRPr>
            </a:lvl1pPr>
          </a:lstStyle>
          <a:p>
            <a:r>
              <a:rPr lang="en-US"/>
              <a:t>Click to edit Master title style</a:t>
            </a:r>
            <a:endParaRPr lang="en-GB" dirty="0"/>
          </a:p>
        </p:txBody>
      </p:sp>
      <p:sp>
        <p:nvSpPr>
          <p:cNvPr id="3" name="Subtitle 2">
            <a:extLst>
              <a:ext uri="{FF2B5EF4-FFF2-40B4-BE49-F238E27FC236}">
                <a16:creationId xmlns:a16="http://schemas.microsoft.com/office/drawing/2014/main" id="{F631D629-EA3E-4A82-8438-59B781EBBDC8}"/>
              </a:ext>
            </a:extLst>
          </p:cNvPr>
          <p:cNvSpPr>
            <a:spLocks noGrp="1"/>
          </p:cNvSpPr>
          <p:nvPr>
            <p:ph type="subTitle" idx="1"/>
          </p:nvPr>
        </p:nvSpPr>
        <p:spPr>
          <a:xfrm>
            <a:off x="514350" y="2703059"/>
            <a:ext cx="8295821" cy="1655762"/>
          </a:xfrm>
        </p:spPr>
        <p:txBody>
          <a:bodyPr anchor="t" anchorCtr="0"/>
          <a:lstStyle>
            <a:lvl1pPr marL="0" indent="0" algn="l">
              <a:buNone/>
              <a:defRPr sz="32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dirty="0"/>
          </a:p>
        </p:txBody>
      </p:sp>
      <p:pic>
        <p:nvPicPr>
          <p:cNvPr id="12" name="Picture 11">
            <a:extLst>
              <a:ext uri="{FF2B5EF4-FFF2-40B4-BE49-F238E27FC236}">
                <a16:creationId xmlns:a16="http://schemas.microsoft.com/office/drawing/2014/main" id="{6480B215-A81F-481D-8C0E-6BF46A615633}"/>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11038999" y="5879560"/>
            <a:ext cx="829976" cy="621252"/>
          </a:xfrm>
          <a:prstGeom prst="rect">
            <a:avLst/>
          </a:prstGeom>
        </p:spPr>
      </p:pic>
    </p:spTree>
    <p:extLst>
      <p:ext uri="{BB962C8B-B14F-4D97-AF65-F5344CB8AC3E}">
        <p14:creationId xmlns:p14="http://schemas.microsoft.com/office/powerpoint/2010/main" val="2634234083"/>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2BE79-9CF6-49D0-828F-83304EE10FA4}"/>
              </a:ext>
            </a:extLst>
          </p:cNvPr>
          <p:cNvSpPr>
            <a:spLocks noGrp="1"/>
          </p:cNvSpPr>
          <p:nvPr>
            <p:ph type="title"/>
          </p:nvPr>
        </p:nvSpPr>
        <p:spPr/>
        <p:txBody>
          <a:bodyPr/>
          <a:lstStyle/>
          <a:p>
            <a:r>
              <a:rPr lang="en-US"/>
              <a:t>Click to edit Master title style</a:t>
            </a:r>
            <a:endParaRPr lang="en-GB" dirty="0"/>
          </a:p>
        </p:txBody>
      </p:sp>
      <p:sp>
        <p:nvSpPr>
          <p:cNvPr id="3" name="Content Placeholder 2">
            <a:extLst>
              <a:ext uri="{FF2B5EF4-FFF2-40B4-BE49-F238E27FC236}">
                <a16:creationId xmlns:a16="http://schemas.microsoft.com/office/drawing/2014/main" id="{15131794-EBBB-48C2-B2AE-5771C52F061C}"/>
              </a:ext>
            </a:extLst>
          </p:cNvPr>
          <p:cNvSpPr>
            <a:spLocks noGrp="1"/>
          </p:cNvSpPr>
          <p:nvPr>
            <p:ph idx="1"/>
          </p:nvPr>
        </p:nvSpPr>
        <p:spPr/>
        <p:txBody>
          <a:bodyPr/>
          <a:lstStyle>
            <a:lvl3pPr marL="400050" indent="-195263">
              <a:defRPr/>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Footer Placeholder 4">
            <a:extLst>
              <a:ext uri="{FF2B5EF4-FFF2-40B4-BE49-F238E27FC236}">
                <a16:creationId xmlns:a16="http://schemas.microsoft.com/office/drawing/2014/main" id="{E9A396C8-82EE-4828-BB90-F70077CC6504}"/>
              </a:ext>
            </a:extLst>
          </p:cNvPr>
          <p:cNvSpPr>
            <a:spLocks noGrp="1"/>
          </p:cNvSpPr>
          <p:nvPr>
            <p:ph type="ftr" sz="quarter" idx="11"/>
          </p:nvPr>
        </p:nvSpPr>
        <p:spPr/>
        <p:txBody>
          <a:bodyPr/>
          <a:lstStyle/>
          <a:p>
            <a:r>
              <a:rPr lang="en-GB" dirty="0"/>
              <a:t>Presentation title in footer</a:t>
            </a:r>
          </a:p>
        </p:txBody>
      </p:sp>
      <p:sp>
        <p:nvSpPr>
          <p:cNvPr id="6" name="Slide Number Placeholder 5">
            <a:extLst>
              <a:ext uri="{FF2B5EF4-FFF2-40B4-BE49-F238E27FC236}">
                <a16:creationId xmlns:a16="http://schemas.microsoft.com/office/drawing/2014/main" id="{033CAEA2-92AB-4512-A9D7-FD0A72486257}"/>
              </a:ext>
            </a:extLst>
          </p:cNvPr>
          <p:cNvSpPr>
            <a:spLocks noGrp="1"/>
          </p:cNvSpPr>
          <p:nvPr>
            <p:ph type="sldNum" sz="quarter" idx="12"/>
          </p:nvPr>
        </p:nvSpPr>
        <p:spPr/>
        <p:txBody>
          <a:bodyPr/>
          <a:lstStyle/>
          <a:p>
            <a:fld id="{F4C94289-3309-4C35-850A-56FD49B3E346}" type="slidenum">
              <a:rPr lang="en-GB" smtClean="0"/>
              <a:t>‹#›</a:t>
            </a:fld>
            <a:endParaRPr lang="en-GB" dirty="0"/>
          </a:p>
        </p:txBody>
      </p:sp>
    </p:spTree>
    <p:extLst>
      <p:ext uri="{BB962C8B-B14F-4D97-AF65-F5344CB8AC3E}">
        <p14:creationId xmlns:p14="http://schemas.microsoft.com/office/powerpoint/2010/main" val="1737101670"/>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2BE79-9CF6-49D0-828F-83304EE10FA4}"/>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5131794-EBBB-48C2-B2AE-5771C52F061C}"/>
              </a:ext>
            </a:extLst>
          </p:cNvPr>
          <p:cNvSpPr>
            <a:spLocks noGrp="1"/>
          </p:cNvSpPr>
          <p:nvPr>
            <p:ph idx="1"/>
          </p:nvPr>
        </p:nvSpPr>
        <p:spPr>
          <a:xfrm>
            <a:off x="515937" y="1695450"/>
            <a:ext cx="4824413" cy="4587081"/>
          </a:xfrm>
        </p:spPr>
        <p:txBody>
          <a:bodyPr/>
          <a:lstStyle>
            <a:lvl1pPr>
              <a:defRPr sz="1400"/>
            </a:lvl1pPr>
            <a:lvl2pPr marL="165100" indent="-165100">
              <a:defRPr sz="1400"/>
            </a:lvl2pPr>
            <a:lvl3pPr marL="344488" indent="-160338">
              <a:defRPr sz="1200"/>
            </a:lvl3pPr>
            <a:lvl4pPr marL="544513" indent="-184150">
              <a:defRPr sz="1100"/>
            </a:lvl4pPr>
            <a:lvl5pPr marL="746125" indent="-176213">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Footer Placeholder 4">
            <a:extLst>
              <a:ext uri="{FF2B5EF4-FFF2-40B4-BE49-F238E27FC236}">
                <a16:creationId xmlns:a16="http://schemas.microsoft.com/office/drawing/2014/main" id="{E9A396C8-82EE-4828-BB90-F70077CC6504}"/>
              </a:ext>
            </a:extLst>
          </p:cNvPr>
          <p:cNvSpPr>
            <a:spLocks noGrp="1"/>
          </p:cNvSpPr>
          <p:nvPr>
            <p:ph type="ftr" sz="quarter" idx="11"/>
          </p:nvPr>
        </p:nvSpPr>
        <p:spPr/>
        <p:txBody>
          <a:bodyPr/>
          <a:lstStyle/>
          <a:p>
            <a:r>
              <a:rPr lang="en-GB" dirty="0"/>
              <a:t>Presentation title in footer</a:t>
            </a:r>
          </a:p>
        </p:txBody>
      </p:sp>
      <p:sp>
        <p:nvSpPr>
          <p:cNvPr id="6" name="Slide Number Placeholder 5">
            <a:extLst>
              <a:ext uri="{FF2B5EF4-FFF2-40B4-BE49-F238E27FC236}">
                <a16:creationId xmlns:a16="http://schemas.microsoft.com/office/drawing/2014/main" id="{033CAEA2-92AB-4512-A9D7-FD0A72486257}"/>
              </a:ext>
            </a:extLst>
          </p:cNvPr>
          <p:cNvSpPr>
            <a:spLocks noGrp="1"/>
          </p:cNvSpPr>
          <p:nvPr>
            <p:ph type="sldNum" sz="quarter" idx="12"/>
          </p:nvPr>
        </p:nvSpPr>
        <p:spPr/>
        <p:txBody>
          <a:bodyPr/>
          <a:lstStyle/>
          <a:p>
            <a:fld id="{F4C94289-3309-4C35-850A-56FD49B3E346}" type="slidenum">
              <a:rPr lang="en-GB" smtClean="0"/>
              <a:t>‹#›</a:t>
            </a:fld>
            <a:endParaRPr lang="en-GB" dirty="0"/>
          </a:p>
        </p:txBody>
      </p:sp>
      <p:sp>
        <p:nvSpPr>
          <p:cNvPr id="7" name="Content Placeholder 2">
            <a:extLst>
              <a:ext uri="{FF2B5EF4-FFF2-40B4-BE49-F238E27FC236}">
                <a16:creationId xmlns:a16="http://schemas.microsoft.com/office/drawing/2014/main" id="{50463241-5450-4976-8525-5C06611D08BF}"/>
              </a:ext>
            </a:extLst>
          </p:cNvPr>
          <p:cNvSpPr>
            <a:spLocks noGrp="1"/>
          </p:cNvSpPr>
          <p:nvPr>
            <p:ph idx="13"/>
          </p:nvPr>
        </p:nvSpPr>
        <p:spPr>
          <a:xfrm>
            <a:off x="5591175" y="1695450"/>
            <a:ext cx="6084886" cy="4587081"/>
          </a:xfrm>
        </p:spPr>
        <p:txBody>
          <a:bodyPr/>
          <a:lstStyle>
            <a:lvl1pPr>
              <a:defRPr sz="1400"/>
            </a:lvl1pPr>
            <a:lvl2pPr marL="165100" indent="-165100">
              <a:defRPr sz="1400"/>
            </a:lvl2pPr>
            <a:lvl3pPr marL="344488" indent="-160338">
              <a:defRPr sz="1200"/>
            </a:lvl3pPr>
            <a:lvl4pPr marL="544513" indent="-184150">
              <a:defRPr sz="1100"/>
            </a:lvl4pPr>
            <a:lvl5pPr marL="746125" indent="-176213">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cxnSp>
        <p:nvCxnSpPr>
          <p:cNvPr id="9" name="Straight Connector 8"/>
          <p:cNvCxnSpPr/>
          <p:nvPr userDrawn="1"/>
        </p:nvCxnSpPr>
        <p:spPr>
          <a:xfrm>
            <a:off x="515938" y="1344706"/>
            <a:ext cx="11160123"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19397630"/>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9108513E-D1D6-4909-A6A1-E798C38409CA}"/>
              </a:ext>
            </a:extLst>
          </p:cNvPr>
          <p:cNvSpPr>
            <a:spLocks noGrp="1"/>
          </p:cNvSpPr>
          <p:nvPr>
            <p:ph type="ftr" sz="quarter" idx="11"/>
          </p:nvPr>
        </p:nvSpPr>
        <p:spPr/>
        <p:txBody>
          <a:bodyPr/>
          <a:lstStyle/>
          <a:p>
            <a:r>
              <a:rPr lang="en-GB" dirty="0"/>
              <a:t>Presentation title in footer</a:t>
            </a:r>
          </a:p>
        </p:txBody>
      </p:sp>
      <p:sp>
        <p:nvSpPr>
          <p:cNvPr id="5" name="Slide Number Placeholder 4">
            <a:extLst>
              <a:ext uri="{FF2B5EF4-FFF2-40B4-BE49-F238E27FC236}">
                <a16:creationId xmlns:a16="http://schemas.microsoft.com/office/drawing/2014/main" id="{9881A9FA-9619-43AB-B085-D7F021094F68}"/>
              </a:ext>
            </a:extLst>
          </p:cNvPr>
          <p:cNvSpPr>
            <a:spLocks noGrp="1"/>
          </p:cNvSpPr>
          <p:nvPr>
            <p:ph type="sldNum" sz="quarter" idx="12"/>
          </p:nvPr>
        </p:nvSpPr>
        <p:spPr/>
        <p:txBody>
          <a:bodyPr/>
          <a:lstStyle/>
          <a:p>
            <a:fld id="{F4C94289-3309-4C35-850A-56FD49B3E346}" type="slidenum">
              <a:rPr lang="en-GB" smtClean="0"/>
              <a:t>‹#›</a:t>
            </a:fld>
            <a:endParaRPr lang="en-GB" dirty="0"/>
          </a:p>
        </p:txBody>
      </p:sp>
      <p:sp>
        <p:nvSpPr>
          <p:cNvPr id="6" name="Title 5"/>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87591142"/>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
        <p:nvSpPr>
          <p:cNvPr id="23" name="Footer Placeholder 22"/>
          <p:cNvSpPr>
            <a:spLocks noGrp="1"/>
          </p:cNvSpPr>
          <p:nvPr>
            <p:ph type="ftr" sz="quarter" idx="11"/>
          </p:nvPr>
        </p:nvSpPr>
        <p:spPr/>
        <p:txBody>
          <a:bodyPr/>
          <a:lstStyle/>
          <a:p>
            <a:r>
              <a:rPr lang="en-GB"/>
              <a:t>Presentation title in footer</a:t>
            </a:r>
            <a:endParaRPr lang="en-GB" dirty="0"/>
          </a:p>
        </p:txBody>
      </p:sp>
      <p:sp>
        <p:nvSpPr>
          <p:cNvPr id="24" name="Slide Number Placeholder 23"/>
          <p:cNvSpPr>
            <a:spLocks noGrp="1"/>
          </p:cNvSpPr>
          <p:nvPr>
            <p:ph type="sldNum" sz="quarter" idx="12"/>
          </p:nvPr>
        </p:nvSpPr>
        <p:spPr/>
        <p:txBody>
          <a:bodyPr/>
          <a:lstStyle/>
          <a:p>
            <a:fld id="{F4C94289-3309-4C35-850A-56FD49B3E346}" type="slidenum">
              <a:rPr lang="en-GB" smtClean="0"/>
              <a:pPr/>
              <a:t>‹#›</a:t>
            </a:fld>
            <a:endParaRPr lang="en-GB" dirty="0"/>
          </a:p>
        </p:txBody>
      </p:sp>
      <p:sp>
        <p:nvSpPr>
          <p:cNvPr id="25" name="TextBox 24">
            <a:extLst>
              <a:ext uri="{FF2B5EF4-FFF2-40B4-BE49-F238E27FC236}">
                <a16:creationId xmlns:a16="http://schemas.microsoft.com/office/drawing/2014/main" id="{E1E89007-8C14-45BA-9B75-C9A19A48430E}"/>
              </a:ext>
            </a:extLst>
          </p:cNvPr>
          <p:cNvSpPr txBox="1"/>
          <p:nvPr userDrawn="1"/>
        </p:nvSpPr>
        <p:spPr>
          <a:xfrm>
            <a:off x="515938" y="6282531"/>
            <a:ext cx="1799722" cy="365125"/>
          </a:xfrm>
          <a:prstGeom prst="rect">
            <a:avLst/>
          </a:prstGeom>
          <a:noFill/>
        </p:spPr>
        <p:txBody>
          <a:bodyPr wrap="square" lIns="0" tIns="0" rIns="0" bIns="0" rtlCol="0" anchor="b" anchorCtr="0">
            <a:noAutofit/>
          </a:bodyPr>
          <a:lstStyle/>
          <a:p>
            <a:r>
              <a:rPr lang="en-GB" sz="800" dirty="0"/>
              <a:t>© </a:t>
            </a:r>
            <a:r>
              <a:rPr lang="en-GB" sz="800" dirty="0" err="1"/>
              <a:t>JTI</a:t>
            </a:r>
            <a:r>
              <a:rPr lang="en-GB" sz="800" dirty="0"/>
              <a:t> 2019 Confidential </a:t>
            </a:r>
          </a:p>
        </p:txBody>
      </p:sp>
      <p:sp>
        <p:nvSpPr>
          <p:cNvPr id="13" name="TextBox 12">
            <a:extLst>
              <a:ext uri="{FF2B5EF4-FFF2-40B4-BE49-F238E27FC236}">
                <a16:creationId xmlns:a16="http://schemas.microsoft.com/office/drawing/2014/main" id="{E1E89007-8C14-45BA-9B75-C9A19A48430E}"/>
              </a:ext>
            </a:extLst>
          </p:cNvPr>
          <p:cNvSpPr txBox="1"/>
          <p:nvPr userDrawn="1"/>
        </p:nvSpPr>
        <p:spPr>
          <a:xfrm>
            <a:off x="4703985" y="6535710"/>
            <a:ext cx="2802070" cy="276836"/>
          </a:xfrm>
          <a:prstGeom prst="rect">
            <a:avLst/>
          </a:prstGeom>
          <a:noFill/>
        </p:spPr>
        <p:txBody>
          <a:bodyPr wrap="square" lIns="0" tIns="0" rIns="0" bIns="0" rtlCol="0" anchor="t" anchorCtr="0">
            <a:noAutofit/>
          </a:bodyPr>
          <a:lstStyle/>
          <a:p>
            <a:pPr algn="ctr"/>
            <a:r>
              <a:rPr lang="en-US" sz="1000" dirty="0">
                <a:latin typeface="+mn-lt"/>
                <a:ea typeface="Roboto" charset="0"/>
                <a:cs typeface="Roboto" charset="0"/>
              </a:rPr>
              <a:t>Simplify, Standardize, Accelerate </a:t>
            </a:r>
          </a:p>
        </p:txBody>
      </p:sp>
    </p:spTree>
    <p:extLst>
      <p:ext uri="{BB962C8B-B14F-4D97-AF65-F5344CB8AC3E}">
        <p14:creationId xmlns:p14="http://schemas.microsoft.com/office/powerpoint/2010/main" val="3113946343"/>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preserve="1" userDrawn="1">
  <p:cSld name="Divider 01">
    <p:spTree>
      <p:nvGrpSpPr>
        <p:cNvPr id="1" name=""/>
        <p:cNvGrpSpPr/>
        <p:nvPr/>
      </p:nvGrpSpPr>
      <p:grpSpPr>
        <a:xfrm>
          <a:off x="0" y="0"/>
          <a:ext cx="0" cy="0"/>
          <a:chOff x="0" y="0"/>
          <a:chExt cx="0" cy="0"/>
        </a:xfrm>
      </p:grpSpPr>
      <p:pic>
        <p:nvPicPr>
          <p:cNvPr id="8" name="Picture 7"/>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B55EFAC8-0232-4ACB-8A16-76099AC73170}"/>
              </a:ext>
            </a:extLst>
          </p:cNvPr>
          <p:cNvSpPr>
            <a:spLocks noGrp="1"/>
          </p:cNvSpPr>
          <p:nvPr>
            <p:ph type="title"/>
          </p:nvPr>
        </p:nvSpPr>
        <p:spPr>
          <a:xfrm>
            <a:off x="515938" y="1947863"/>
            <a:ext cx="8961437" cy="4334668"/>
          </a:xfrm>
        </p:spPr>
        <p:txBody>
          <a:bodyPr anchor="t" anchorCtr="0"/>
          <a:lstStyle>
            <a:lvl1pPr>
              <a:lnSpc>
                <a:spcPct val="80000"/>
              </a:lnSpc>
              <a:defRPr sz="5400" cap="all" spc="300" baseline="0">
                <a:solidFill>
                  <a:schemeClr val="bg1"/>
                </a:solidFill>
              </a:defRPr>
            </a:lvl1pPr>
          </a:lstStyle>
          <a:p>
            <a:r>
              <a:rPr lang="en-US"/>
              <a:t>Click to edit Master title style</a:t>
            </a:r>
            <a:endParaRPr lang="en-GB" dirty="0"/>
          </a:p>
        </p:txBody>
      </p:sp>
      <p:sp>
        <p:nvSpPr>
          <p:cNvPr id="5" name="Footer Placeholder 4">
            <a:extLst>
              <a:ext uri="{FF2B5EF4-FFF2-40B4-BE49-F238E27FC236}">
                <a16:creationId xmlns:a16="http://schemas.microsoft.com/office/drawing/2014/main" id="{93BBD97A-1CD4-44FA-84FA-934F1FF548CB}"/>
              </a:ext>
            </a:extLst>
          </p:cNvPr>
          <p:cNvSpPr>
            <a:spLocks noGrp="1"/>
          </p:cNvSpPr>
          <p:nvPr>
            <p:ph type="ftr" sz="quarter" idx="11"/>
          </p:nvPr>
        </p:nvSpPr>
        <p:spPr/>
        <p:txBody>
          <a:bodyPr/>
          <a:lstStyle>
            <a:lvl1pPr>
              <a:defRPr>
                <a:solidFill>
                  <a:schemeClr val="bg1"/>
                </a:solidFill>
              </a:defRPr>
            </a:lvl1pPr>
          </a:lstStyle>
          <a:p>
            <a:r>
              <a:rPr lang="en-GB" dirty="0"/>
              <a:t>Presentation title in footer</a:t>
            </a:r>
          </a:p>
        </p:txBody>
      </p:sp>
      <p:sp>
        <p:nvSpPr>
          <p:cNvPr id="6" name="Slide Number Placeholder 5">
            <a:extLst>
              <a:ext uri="{FF2B5EF4-FFF2-40B4-BE49-F238E27FC236}">
                <a16:creationId xmlns:a16="http://schemas.microsoft.com/office/drawing/2014/main" id="{7642C075-17B3-4F6A-89D1-B6091271B389}"/>
              </a:ext>
            </a:extLst>
          </p:cNvPr>
          <p:cNvSpPr>
            <a:spLocks noGrp="1"/>
          </p:cNvSpPr>
          <p:nvPr>
            <p:ph type="sldNum" sz="quarter" idx="12"/>
          </p:nvPr>
        </p:nvSpPr>
        <p:spPr/>
        <p:txBody>
          <a:bodyPr/>
          <a:lstStyle>
            <a:lvl1pPr>
              <a:defRPr>
                <a:solidFill>
                  <a:schemeClr val="bg1"/>
                </a:solidFill>
              </a:defRPr>
            </a:lvl1pPr>
          </a:lstStyle>
          <a:p>
            <a:fld id="{F4C94289-3309-4C35-850A-56FD49B3E346}" type="slidenum">
              <a:rPr lang="en-GB" smtClean="0"/>
              <a:pPr/>
              <a:t>‹#›</a:t>
            </a:fld>
            <a:endParaRPr lang="en-GB" dirty="0"/>
          </a:p>
        </p:txBody>
      </p:sp>
      <p:sp>
        <p:nvSpPr>
          <p:cNvPr id="9" name="TextBox 8">
            <a:extLst>
              <a:ext uri="{FF2B5EF4-FFF2-40B4-BE49-F238E27FC236}">
                <a16:creationId xmlns:a16="http://schemas.microsoft.com/office/drawing/2014/main" id="{C104388B-09B7-42D5-B607-EFED05EEE73A}"/>
              </a:ext>
            </a:extLst>
          </p:cNvPr>
          <p:cNvSpPr txBox="1"/>
          <p:nvPr userDrawn="1"/>
        </p:nvSpPr>
        <p:spPr>
          <a:xfrm>
            <a:off x="515938" y="6282531"/>
            <a:ext cx="1799722" cy="365125"/>
          </a:xfrm>
          <a:prstGeom prst="rect">
            <a:avLst/>
          </a:prstGeom>
          <a:noFill/>
        </p:spPr>
        <p:txBody>
          <a:bodyPr wrap="square" lIns="0" tIns="0" rIns="0" bIns="0" rtlCol="0" anchor="b" anchorCtr="0">
            <a:noAutofit/>
          </a:bodyPr>
          <a:lstStyle/>
          <a:p>
            <a:r>
              <a:rPr lang="en-GB" sz="800" dirty="0">
                <a:solidFill>
                  <a:schemeClr val="bg1"/>
                </a:solidFill>
              </a:rPr>
              <a:t>© </a:t>
            </a:r>
            <a:r>
              <a:rPr lang="en-GB" sz="800" dirty="0" err="1">
                <a:solidFill>
                  <a:schemeClr val="bg1"/>
                </a:solidFill>
              </a:rPr>
              <a:t>JTI</a:t>
            </a:r>
            <a:r>
              <a:rPr lang="en-GB" sz="800" dirty="0">
                <a:solidFill>
                  <a:schemeClr val="bg1"/>
                </a:solidFill>
              </a:rPr>
              <a:t> 2019 Confidential </a:t>
            </a:r>
          </a:p>
        </p:txBody>
      </p:sp>
      <p:pic>
        <p:nvPicPr>
          <p:cNvPr id="10" name="Picture 9">
            <a:extLst>
              <a:ext uri="{FF2B5EF4-FFF2-40B4-BE49-F238E27FC236}">
                <a16:creationId xmlns:a16="http://schemas.microsoft.com/office/drawing/2014/main" id="{DD2F868E-F9E5-4FD0-AA54-A0611266E9AB}"/>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0908226" y="1887473"/>
            <a:ext cx="767837" cy="574740"/>
          </a:xfrm>
          <a:prstGeom prst="rect">
            <a:avLst/>
          </a:prstGeom>
        </p:spPr>
      </p:pic>
      <p:sp>
        <p:nvSpPr>
          <p:cNvPr id="12" name="TextBox 11">
            <a:extLst>
              <a:ext uri="{FF2B5EF4-FFF2-40B4-BE49-F238E27FC236}">
                <a16:creationId xmlns:a16="http://schemas.microsoft.com/office/drawing/2014/main" id="{E1E89007-8C14-45BA-9B75-C9A19A48430E}"/>
              </a:ext>
            </a:extLst>
          </p:cNvPr>
          <p:cNvSpPr txBox="1"/>
          <p:nvPr userDrawn="1"/>
        </p:nvSpPr>
        <p:spPr>
          <a:xfrm>
            <a:off x="4703985" y="6535710"/>
            <a:ext cx="2802070" cy="276836"/>
          </a:xfrm>
          <a:prstGeom prst="rect">
            <a:avLst/>
          </a:prstGeom>
          <a:noFill/>
        </p:spPr>
        <p:txBody>
          <a:bodyPr wrap="square" lIns="0" tIns="0" rIns="0" bIns="0" rtlCol="0" anchor="t" anchorCtr="0">
            <a:noAutofit/>
          </a:bodyPr>
          <a:lstStyle/>
          <a:p>
            <a:pPr algn="ctr"/>
            <a:r>
              <a:rPr lang="en-US" sz="1000" dirty="0">
                <a:solidFill>
                  <a:schemeClr val="bg1"/>
                </a:solidFill>
                <a:latin typeface="+mn-lt"/>
                <a:ea typeface="Roboto" charset="0"/>
                <a:cs typeface="Roboto" charset="0"/>
              </a:rPr>
              <a:t>Simplify, Standardize, Accelerate </a:t>
            </a:r>
          </a:p>
        </p:txBody>
      </p:sp>
    </p:spTree>
    <p:extLst>
      <p:ext uri="{BB962C8B-B14F-4D97-AF65-F5344CB8AC3E}">
        <p14:creationId xmlns:p14="http://schemas.microsoft.com/office/powerpoint/2010/main" val="631936104"/>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userDrawn="1">
  <p:cSld name="Divider 02">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2">
            <a:extLst>
              <a:ext uri="{BEBA8EAE-BF5A-486C-A8C5-ECC9F3942E4B}">
                <a14:imgProps xmlns:a14="http://schemas.microsoft.com/office/drawing/2010/main">
                  <a14:imgLayer r:embed="rId3">
                    <a14:imgEffect>
                      <a14:sharpenSoften amount="-50000"/>
                    </a14:imgEffect>
                    <a14:imgEffect>
                      <a14:saturation sat="33000"/>
                    </a14:imgEffect>
                  </a14:imgLayer>
                </a14:imgProps>
              </a:ex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4" name="Footer Placeholder 3"/>
          <p:cNvSpPr>
            <a:spLocks noGrp="1"/>
          </p:cNvSpPr>
          <p:nvPr>
            <p:ph type="ftr" sz="quarter" idx="11"/>
          </p:nvPr>
        </p:nvSpPr>
        <p:spPr/>
        <p:txBody>
          <a:bodyPr/>
          <a:lstStyle>
            <a:lvl1pPr>
              <a:defRPr>
                <a:solidFill>
                  <a:schemeClr val="bg1"/>
                </a:solidFill>
              </a:defRPr>
            </a:lvl1pPr>
          </a:lstStyle>
          <a:p>
            <a:endParaRPr lang="en-US" dirty="0"/>
          </a:p>
        </p:txBody>
      </p:sp>
      <p:sp>
        <p:nvSpPr>
          <p:cNvPr id="5" name="Slide Number Placeholder 4"/>
          <p:cNvSpPr>
            <a:spLocks noGrp="1"/>
          </p:cNvSpPr>
          <p:nvPr>
            <p:ph type="sldNum" sz="quarter" idx="12"/>
          </p:nvPr>
        </p:nvSpPr>
        <p:spPr/>
        <p:txBody>
          <a:bodyPr/>
          <a:lstStyle>
            <a:lvl1pPr>
              <a:defRPr>
                <a:solidFill>
                  <a:schemeClr val="bg1"/>
                </a:solidFill>
              </a:defRPr>
            </a:lvl1pPr>
          </a:lstStyle>
          <a:p>
            <a:fld id="{1A6A2304-23DC-2B46-BD14-F082077842FF}" type="slidenum">
              <a:rPr lang="en-US" smtClean="0"/>
              <a:pPr/>
              <a:t>‹#›</a:t>
            </a:fld>
            <a:endParaRPr lang="en-US"/>
          </a:p>
        </p:txBody>
      </p:sp>
      <p:sp>
        <p:nvSpPr>
          <p:cNvPr id="8" name="TextBox 7">
            <a:extLst>
              <a:ext uri="{FF2B5EF4-FFF2-40B4-BE49-F238E27FC236}">
                <a16:creationId xmlns:a16="http://schemas.microsoft.com/office/drawing/2014/main" id="{E1E89007-8C14-45BA-9B75-C9A19A48430E}"/>
              </a:ext>
            </a:extLst>
          </p:cNvPr>
          <p:cNvSpPr txBox="1"/>
          <p:nvPr userDrawn="1"/>
        </p:nvSpPr>
        <p:spPr>
          <a:xfrm>
            <a:off x="4703985" y="6535710"/>
            <a:ext cx="2802070" cy="276836"/>
          </a:xfrm>
          <a:prstGeom prst="rect">
            <a:avLst/>
          </a:prstGeom>
          <a:noFill/>
        </p:spPr>
        <p:txBody>
          <a:bodyPr wrap="square" lIns="0" tIns="0" rIns="0" bIns="0" rtlCol="0" anchor="t" anchorCtr="0">
            <a:noAutofit/>
          </a:bodyPr>
          <a:lstStyle/>
          <a:p>
            <a:pPr algn="ctr"/>
            <a:r>
              <a:rPr lang="en-US" sz="1000" dirty="0">
                <a:solidFill>
                  <a:schemeClr val="bg1"/>
                </a:solidFill>
                <a:latin typeface="+mn-lt"/>
                <a:ea typeface="Roboto" charset="0"/>
                <a:cs typeface="Roboto" charset="0"/>
              </a:rPr>
              <a:t>Simplify, Standardize, Accelerate </a:t>
            </a:r>
          </a:p>
        </p:txBody>
      </p:sp>
    </p:spTree>
    <p:extLst>
      <p:ext uri="{BB962C8B-B14F-4D97-AF65-F5344CB8AC3E}">
        <p14:creationId xmlns:p14="http://schemas.microsoft.com/office/powerpoint/2010/main" val="147388207"/>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preserve="1" userDrawn="1">
  <p:cSld name="Divider 03">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B55EFAC8-0232-4ACB-8A16-76099AC73170}"/>
              </a:ext>
            </a:extLst>
          </p:cNvPr>
          <p:cNvSpPr>
            <a:spLocks noGrp="1"/>
          </p:cNvSpPr>
          <p:nvPr>
            <p:ph type="title"/>
          </p:nvPr>
        </p:nvSpPr>
        <p:spPr>
          <a:xfrm>
            <a:off x="515938" y="1947863"/>
            <a:ext cx="8961437" cy="4334668"/>
          </a:xfrm>
        </p:spPr>
        <p:txBody>
          <a:bodyPr anchor="t" anchorCtr="0"/>
          <a:lstStyle>
            <a:lvl1pPr>
              <a:lnSpc>
                <a:spcPct val="80000"/>
              </a:lnSpc>
              <a:defRPr sz="5400" cap="all" spc="300" baseline="0">
                <a:solidFill>
                  <a:schemeClr val="bg1"/>
                </a:solidFill>
              </a:defRPr>
            </a:lvl1pPr>
          </a:lstStyle>
          <a:p>
            <a:r>
              <a:rPr lang="en-US"/>
              <a:t>Click to edit Master title style</a:t>
            </a:r>
            <a:endParaRPr lang="en-GB" dirty="0"/>
          </a:p>
        </p:txBody>
      </p:sp>
      <p:sp>
        <p:nvSpPr>
          <p:cNvPr id="5" name="Footer Placeholder 4">
            <a:extLst>
              <a:ext uri="{FF2B5EF4-FFF2-40B4-BE49-F238E27FC236}">
                <a16:creationId xmlns:a16="http://schemas.microsoft.com/office/drawing/2014/main" id="{93BBD97A-1CD4-44FA-84FA-934F1FF548CB}"/>
              </a:ext>
            </a:extLst>
          </p:cNvPr>
          <p:cNvSpPr>
            <a:spLocks noGrp="1"/>
          </p:cNvSpPr>
          <p:nvPr>
            <p:ph type="ftr" sz="quarter" idx="11"/>
          </p:nvPr>
        </p:nvSpPr>
        <p:spPr/>
        <p:txBody>
          <a:bodyPr/>
          <a:lstStyle>
            <a:lvl1pPr>
              <a:defRPr>
                <a:solidFill>
                  <a:schemeClr val="bg1"/>
                </a:solidFill>
              </a:defRPr>
            </a:lvl1pPr>
          </a:lstStyle>
          <a:p>
            <a:r>
              <a:rPr lang="en-GB" dirty="0"/>
              <a:t>Presentation title in footer</a:t>
            </a:r>
          </a:p>
        </p:txBody>
      </p:sp>
      <p:sp>
        <p:nvSpPr>
          <p:cNvPr id="6" name="Slide Number Placeholder 5">
            <a:extLst>
              <a:ext uri="{FF2B5EF4-FFF2-40B4-BE49-F238E27FC236}">
                <a16:creationId xmlns:a16="http://schemas.microsoft.com/office/drawing/2014/main" id="{7642C075-17B3-4F6A-89D1-B6091271B389}"/>
              </a:ext>
            </a:extLst>
          </p:cNvPr>
          <p:cNvSpPr>
            <a:spLocks noGrp="1"/>
          </p:cNvSpPr>
          <p:nvPr>
            <p:ph type="sldNum" sz="quarter" idx="12"/>
          </p:nvPr>
        </p:nvSpPr>
        <p:spPr/>
        <p:txBody>
          <a:bodyPr/>
          <a:lstStyle>
            <a:lvl1pPr>
              <a:defRPr>
                <a:solidFill>
                  <a:schemeClr val="bg1"/>
                </a:solidFill>
              </a:defRPr>
            </a:lvl1pPr>
          </a:lstStyle>
          <a:p>
            <a:fld id="{F4C94289-3309-4C35-850A-56FD49B3E346}" type="slidenum">
              <a:rPr lang="en-GB" smtClean="0"/>
              <a:pPr/>
              <a:t>‹#›</a:t>
            </a:fld>
            <a:endParaRPr lang="en-GB" dirty="0"/>
          </a:p>
        </p:txBody>
      </p:sp>
      <p:sp>
        <p:nvSpPr>
          <p:cNvPr id="9" name="TextBox 8">
            <a:extLst>
              <a:ext uri="{FF2B5EF4-FFF2-40B4-BE49-F238E27FC236}">
                <a16:creationId xmlns:a16="http://schemas.microsoft.com/office/drawing/2014/main" id="{C104388B-09B7-42D5-B607-EFED05EEE73A}"/>
              </a:ext>
            </a:extLst>
          </p:cNvPr>
          <p:cNvSpPr txBox="1"/>
          <p:nvPr userDrawn="1"/>
        </p:nvSpPr>
        <p:spPr>
          <a:xfrm>
            <a:off x="515938" y="6282531"/>
            <a:ext cx="1799722" cy="365125"/>
          </a:xfrm>
          <a:prstGeom prst="rect">
            <a:avLst/>
          </a:prstGeom>
          <a:noFill/>
        </p:spPr>
        <p:txBody>
          <a:bodyPr wrap="square" lIns="0" tIns="0" rIns="0" bIns="0" rtlCol="0" anchor="b" anchorCtr="0">
            <a:noAutofit/>
          </a:bodyPr>
          <a:lstStyle/>
          <a:p>
            <a:r>
              <a:rPr lang="en-GB" sz="800" dirty="0">
                <a:solidFill>
                  <a:schemeClr val="bg1"/>
                </a:solidFill>
              </a:rPr>
              <a:t>© </a:t>
            </a:r>
            <a:r>
              <a:rPr lang="en-GB" sz="800" dirty="0" err="1">
                <a:solidFill>
                  <a:schemeClr val="bg1"/>
                </a:solidFill>
              </a:rPr>
              <a:t>JTI</a:t>
            </a:r>
            <a:r>
              <a:rPr lang="en-GB" sz="800" dirty="0">
                <a:solidFill>
                  <a:schemeClr val="bg1"/>
                </a:solidFill>
              </a:rPr>
              <a:t> 2019 Confidential </a:t>
            </a:r>
          </a:p>
        </p:txBody>
      </p:sp>
      <p:pic>
        <p:nvPicPr>
          <p:cNvPr id="10" name="Picture 9">
            <a:extLst>
              <a:ext uri="{FF2B5EF4-FFF2-40B4-BE49-F238E27FC236}">
                <a16:creationId xmlns:a16="http://schemas.microsoft.com/office/drawing/2014/main" id="{DD2F868E-F9E5-4FD0-AA54-A0611266E9AB}"/>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0908226" y="1887473"/>
            <a:ext cx="767837" cy="574740"/>
          </a:xfrm>
          <a:prstGeom prst="rect">
            <a:avLst/>
          </a:prstGeom>
        </p:spPr>
      </p:pic>
      <p:sp>
        <p:nvSpPr>
          <p:cNvPr id="11" name="TextBox 10">
            <a:extLst>
              <a:ext uri="{FF2B5EF4-FFF2-40B4-BE49-F238E27FC236}">
                <a16:creationId xmlns:a16="http://schemas.microsoft.com/office/drawing/2014/main" id="{E1E89007-8C14-45BA-9B75-C9A19A48430E}"/>
              </a:ext>
            </a:extLst>
          </p:cNvPr>
          <p:cNvSpPr txBox="1"/>
          <p:nvPr userDrawn="1"/>
        </p:nvSpPr>
        <p:spPr>
          <a:xfrm>
            <a:off x="4703985" y="6535710"/>
            <a:ext cx="2802070" cy="276836"/>
          </a:xfrm>
          <a:prstGeom prst="rect">
            <a:avLst/>
          </a:prstGeom>
          <a:noFill/>
        </p:spPr>
        <p:txBody>
          <a:bodyPr wrap="square" lIns="0" tIns="0" rIns="0" bIns="0" rtlCol="0" anchor="t" anchorCtr="0">
            <a:noAutofit/>
          </a:bodyPr>
          <a:lstStyle/>
          <a:p>
            <a:pPr algn="ctr"/>
            <a:r>
              <a:rPr lang="en-US" sz="1000" dirty="0">
                <a:solidFill>
                  <a:schemeClr val="bg1"/>
                </a:solidFill>
                <a:latin typeface="+mn-lt"/>
                <a:ea typeface="Roboto" charset="0"/>
                <a:cs typeface="Roboto" charset="0"/>
              </a:rPr>
              <a:t>Simplify, Standardize, Accelerate </a:t>
            </a:r>
          </a:p>
        </p:txBody>
      </p:sp>
    </p:spTree>
    <p:extLst>
      <p:ext uri="{BB962C8B-B14F-4D97-AF65-F5344CB8AC3E}">
        <p14:creationId xmlns:p14="http://schemas.microsoft.com/office/powerpoint/2010/main" val="115695687"/>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showMasterSp="0" preserve="1" userDrawn="1">
  <p:cSld name="Divider 04">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B55EFAC8-0232-4ACB-8A16-76099AC73170}"/>
              </a:ext>
            </a:extLst>
          </p:cNvPr>
          <p:cNvSpPr>
            <a:spLocks noGrp="1"/>
          </p:cNvSpPr>
          <p:nvPr>
            <p:ph type="title"/>
          </p:nvPr>
        </p:nvSpPr>
        <p:spPr>
          <a:xfrm>
            <a:off x="515938" y="4819338"/>
            <a:ext cx="8961437" cy="1463192"/>
          </a:xfrm>
        </p:spPr>
        <p:txBody>
          <a:bodyPr anchor="t" anchorCtr="0"/>
          <a:lstStyle>
            <a:lvl1pPr>
              <a:lnSpc>
                <a:spcPct val="80000"/>
              </a:lnSpc>
              <a:defRPr sz="5400" cap="all" spc="300" baseline="0">
                <a:solidFill>
                  <a:schemeClr val="bg1"/>
                </a:solidFill>
              </a:defRPr>
            </a:lvl1pPr>
          </a:lstStyle>
          <a:p>
            <a:r>
              <a:rPr lang="en-US"/>
              <a:t>Click to edit Master title style</a:t>
            </a:r>
            <a:endParaRPr lang="en-GB" dirty="0"/>
          </a:p>
        </p:txBody>
      </p:sp>
      <p:sp>
        <p:nvSpPr>
          <p:cNvPr id="5" name="Footer Placeholder 4">
            <a:extLst>
              <a:ext uri="{FF2B5EF4-FFF2-40B4-BE49-F238E27FC236}">
                <a16:creationId xmlns:a16="http://schemas.microsoft.com/office/drawing/2014/main" id="{93BBD97A-1CD4-44FA-84FA-934F1FF548CB}"/>
              </a:ext>
            </a:extLst>
          </p:cNvPr>
          <p:cNvSpPr>
            <a:spLocks noGrp="1"/>
          </p:cNvSpPr>
          <p:nvPr>
            <p:ph type="ftr" sz="quarter" idx="11"/>
          </p:nvPr>
        </p:nvSpPr>
        <p:spPr/>
        <p:txBody>
          <a:bodyPr/>
          <a:lstStyle>
            <a:lvl1pPr>
              <a:defRPr>
                <a:solidFill>
                  <a:schemeClr val="bg1"/>
                </a:solidFill>
              </a:defRPr>
            </a:lvl1pPr>
          </a:lstStyle>
          <a:p>
            <a:r>
              <a:rPr lang="en-GB" dirty="0"/>
              <a:t>Presentation title in footer</a:t>
            </a:r>
          </a:p>
        </p:txBody>
      </p:sp>
      <p:sp>
        <p:nvSpPr>
          <p:cNvPr id="6" name="Slide Number Placeholder 5">
            <a:extLst>
              <a:ext uri="{FF2B5EF4-FFF2-40B4-BE49-F238E27FC236}">
                <a16:creationId xmlns:a16="http://schemas.microsoft.com/office/drawing/2014/main" id="{7642C075-17B3-4F6A-89D1-B6091271B389}"/>
              </a:ext>
            </a:extLst>
          </p:cNvPr>
          <p:cNvSpPr>
            <a:spLocks noGrp="1"/>
          </p:cNvSpPr>
          <p:nvPr>
            <p:ph type="sldNum" sz="quarter" idx="12"/>
          </p:nvPr>
        </p:nvSpPr>
        <p:spPr/>
        <p:txBody>
          <a:bodyPr/>
          <a:lstStyle>
            <a:lvl1pPr>
              <a:defRPr>
                <a:solidFill>
                  <a:schemeClr val="bg1"/>
                </a:solidFill>
              </a:defRPr>
            </a:lvl1pPr>
          </a:lstStyle>
          <a:p>
            <a:fld id="{F4C94289-3309-4C35-850A-56FD49B3E346}" type="slidenum">
              <a:rPr lang="en-GB" smtClean="0"/>
              <a:pPr/>
              <a:t>‹#›</a:t>
            </a:fld>
            <a:endParaRPr lang="en-GB" dirty="0"/>
          </a:p>
        </p:txBody>
      </p:sp>
      <p:sp>
        <p:nvSpPr>
          <p:cNvPr id="9" name="TextBox 8">
            <a:extLst>
              <a:ext uri="{FF2B5EF4-FFF2-40B4-BE49-F238E27FC236}">
                <a16:creationId xmlns:a16="http://schemas.microsoft.com/office/drawing/2014/main" id="{C104388B-09B7-42D5-B607-EFED05EEE73A}"/>
              </a:ext>
            </a:extLst>
          </p:cNvPr>
          <p:cNvSpPr txBox="1"/>
          <p:nvPr userDrawn="1"/>
        </p:nvSpPr>
        <p:spPr>
          <a:xfrm>
            <a:off x="515938" y="6282531"/>
            <a:ext cx="1799722" cy="365125"/>
          </a:xfrm>
          <a:prstGeom prst="rect">
            <a:avLst/>
          </a:prstGeom>
          <a:noFill/>
        </p:spPr>
        <p:txBody>
          <a:bodyPr wrap="square" lIns="0" tIns="0" rIns="0" bIns="0" rtlCol="0" anchor="b" anchorCtr="0">
            <a:noAutofit/>
          </a:bodyPr>
          <a:lstStyle/>
          <a:p>
            <a:r>
              <a:rPr lang="en-GB" sz="800" dirty="0">
                <a:solidFill>
                  <a:schemeClr val="bg1"/>
                </a:solidFill>
              </a:rPr>
              <a:t>© </a:t>
            </a:r>
            <a:r>
              <a:rPr lang="en-GB" sz="800" dirty="0" err="1">
                <a:solidFill>
                  <a:schemeClr val="bg1"/>
                </a:solidFill>
              </a:rPr>
              <a:t>JTI</a:t>
            </a:r>
            <a:r>
              <a:rPr lang="en-GB" sz="800" dirty="0">
                <a:solidFill>
                  <a:schemeClr val="bg1"/>
                </a:solidFill>
              </a:rPr>
              <a:t> 2019 Confidential </a:t>
            </a:r>
          </a:p>
        </p:txBody>
      </p:sp>
      <p:pic>
        <p:nvPicPr>
          <p:cNvPr id="10" name="Picture 9">
            <a:extLst>
              <a:ext uri="{FF2B5EF4-FFF2-40B4-BE49-F238E27FC236}">
                <a16:creationId xmlns:a16="http://schemas.microsoft.com/office/drawing/2014/main" id="{DD2F868E-F9E5-4FD0-AA54-A0611266E9AB}"/>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0908226" y="1887473"/>
            <a:ext cx="767837" cy="574740"/>
          </a:xfrm>
          <a:prstGeom prst="rect">
            <a:avLst/>
          </a:prstGeom>
        </p:spPr>
      </p:pic>
      <p:sp>
        <p:nvSpPr>
          <p:cNvPr id="11" name="TextBox 10">
            <a:extLst>
              <a:ext uri="{FF2B5EF4-FFF2-40B4-BE49-F238E27FC236}">
                <a16:creationId xmlns:a16="http://schemas.microsoft.com/office/drawing/2014/main" id="{E1E89007-8C14-45BA-9B75-C9A19A48430E}"/>
              </a:ext>
            </a:extLst>
          </p:cNvPr>
          <p:cNvSpPr txBox="1"/>
          <p:nvPr userDrawn="1"/>
        </p:nvSpPr>
        <p:spPr>
          <a:xfrm>
            <a:off x="4703985" y="6535710"/>
            <a:ext cx="2802070" cy="276836"/>
          </a:xfrm>
          <a:prstGeom prst="rect">
            <a:avLst/>
          </a:prstGeom>
          <a:noFill/>
        </p:spPr>
        <p:txBody>
          <a:bodyPr wrap="square" lIns="0" tIns="0" rIns="0" bIns="0" rtlCol="0" anchor="t" anchorCtr="0">
            <a:noAutofit/>
          </a:bodyPr>
          <a:lstStyle/>
          <a:p>
            <a:pPr algn="ctr"/>
            <a:r>
              <a:rPr lang="en-US" sz="1000" dirty="0">
                <a:solidFill>
                  <a:schemeClr val="bg1"/>
                </a:solidFill>
                <a:latin typeface="+mn-lt"/>
                <a:ea typeface="Roboto" charset="0"/>
                <a:cs typeface="Roboto" charset="0"/>
              </a:rPr>
              <a:t>Simplify, Standardize, Accelerate </a:t>
            </a:r>
          </a:p>
        </p:txBody>
      </p:sp>
    </p:spTree>
    <p:extLst>
      <p:ext uri="{BB962C8B-B14F-4D97-AF65-F5344CB8AC3E}">
        <p14:creationId xmlns:p14="http://schemas.microsoft.com/office/powerpoint/2010/main" val="3022975627"/>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obj" preserve="1">
  <p:cSld name="Title and Content 0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2BE79-9CF6-49D0-828F-83304EE10FA4}"/>
              </a:ext>
            </a:extLst>
          </p:cNvPr>
          <p:cNvSpPr>
            <a:spLocks noGrp="1"/>
          </p:cNvSpPr>
          <p:nvPr>
            <p:ph type="title"/>
          </p:nvPr>
        </p:nvSpPr>
        <p:spPr/>
        <p:txBody>
          <a:bodyPr/>
          <a:lstStyle/>
          <a:p>
            <a:r>
              <a:rPr lang="en-US"/>
              <a:t>Click to edit Master title style</a:t>
            </a:r>
            <a:endParaRPr lang="en-GB" dirty="0"/>
          </a:p>
        </p:txBody>
      </p:sp>
      <p:sp>
        <p:nvSpPr>
          <p:cNvPr id="3" name="Content Placeholder 2">
            <a:extLst>
              <a:ext uri="{FF2B5EF4-FFF2-40B4-BE49-F238E27FC236}">
                <a16:creationId xmlns:a16="http://schemas.microsoft.com/office/drawing/2014/main" id="{15131794-EBBB-48C2-B2AE-5771C52F061C}"/>
              </a:ext>
            </a:extLst>
          </p:cNvPr>
          <p:cNvSpPr>
            <a:spLocks noGrp="1"/>
          </p:cNvSpPr>
          <p:nvPr>
            <p:ph idx="1"/>
          </p:nvPr>
        </p:nvSpPr>
        <p:spPr/>
        <p:txBody>
          <a:bodyPr/>
          <a:lstStyle>
            <a:lvl3pPr marL="400050" indent="-195263">
              <a:defRPr/>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Footer Placeholder 4">
            <a:extLst>
              <a:ext uri="{FF2B5EF4-FFF2-40B4-BE49-F238E27FC236}">
                <a16:creationId xmlns:a16="http://schemas.microsoft.com/office/drawing/2014/main" id="{E9A396C8-82EE-4828-BB90-F70077CC6504}"/>
              </a:ext>
            </a:extLst>
          </p:cNvPr>
          <p:cNvSpPr>
            <a:spLocks noGrp="1"/>
          </p:cNvSpPr>
          <p:nvPr>
            <p:ph type="ftr" sz="quarter" idx="11"/>
          </p:nvPr>
        </p:nvSpPr>
        <p:spPr/>
        <p:txBody>
          <a:bodyPr/>
          <a:lstStyle/>
          <a:p>
            <a:r>
              <a:rPr lang="en-GB" dirty="0"/>
              <a:t>Presentation title in footer</a:t>
            </a:r>
          </a:p>
        </p:txBody>
      </p:sp>
      <p:sp>
        <p:nvSpPr>
          <p:cNvPr id="6" name="Slide Number Placeholder 5">
            <a:extLst>
              <a:ext uri="{FF2B5EF4-FFF2-40B4-BE49-F238E27FC236}">
                <a16:creationId xmlns:a16="http://schemas.microsoft.com/office/drawing/2014/main" id="{033CAEA2-92AB-4512-A9D7-FD0A72486257}"/>
              </a:ext>
            </a:extLst>
          </p:cNvPr>
          <p:cNvSpPr>
            <a:spLocks noGrp="1"/>
          </p:cNvSpPr>
          <p:nvPr>
            <p:ph type="sldNum" sz="quarter" idx="12"/>
          </p:nvPr>
        </p:nvSpPr>
        <p:spPr/>
        <p:txBody>
          <a:bodyPr/>
          <a:lstStyle/>
          <a:p>
            <a:fld id="{F4C94289-3309-4C35-850A-56FD49B3E346}" type="slidenum">
              <a:rPr lang="en-GB" smtClean="0"/>
              <a:t>‹#›</a:t>
            </a:fld>
            <a:endParaRPr lang="en-GB" dirty="0"/>
          </a:p>
        </p:txBody>
      </p:sp>
      <p:sp>
        <p:nvSpPr>
          <p:cNvPr id="14" name="Rectangle 13"/>
          <p:cNvSpPr/>
          <p:nvPr userDrawn="1"/>
        </p:nvSpPr>
        <p:spPr>
          <a:xfrm>
            <a:off x="0" y="678873"/>
            <a:ext cx="207818" cy="5968783"/>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Tree>
    <p:extLst>
      <p:ext uri="{BB962C8B-B14F-4D97-AF65-F5344CB8AC3E}">
        <p14:creationId xmlns:p14="http://schemas.microsoft.com/office/powerpoint/2010/main" val="4029898140"/>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obj" preserve="1">
  <p:cSld name="Title and Content 0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2BE79-9CF6-49D0-828F-83304EE10FA4}"/>
              </a:ext>
            </a:extLst>
          </p:cNvPr>
          <p:cNvSpPr>
            <a:spLocks noGrp="1"/>
          </p:cNvSpPr>
          <p:nvPr>
            <p:ph type="title"/>
          </p:nvPr>
        </p:nvSpPr>
        <p:spPr/>
        <p:txBody>
          <a:bodyPr/>
          <a:lstStyle/>
          <a:p>
            <a:r>
              <a:rPr lang="en-US"/>
              <a:t>Click to edit Master title style</a:t>
            </a:r>
            <a:endParaRPr lang="en-GB" dirty="0"/>
          </a:p>
        </p:txBody>
      </p:sp>
      <p:sp>
        <p:nvSpPr>
          <p:cNvPr id="3" name="Content Placeholder 2">
            <a:extLst>
              <a:ext uri="{FF2B5EF4-FFF2-40B4-BE49-F238E27FC236}">
                <a16:creationId xmlns:a16="http://schemas.microsoft.com/office/drawing/2014/main" id="{15131794-EBBB-48C2-B2AE-5771C52F061C}"/>
              </a:ext>
            </a:extLst>
          </p:cNvPr>
          <p:cNvSpPr>
            <a:spLocks noGrp="1"/>
          </p:cNvSpPr>
          <p:nvPr>
            <p:ph idx="1"/>
          </p:nvPr>
        </p:nvSpPr>
        <p:spPr/>
        <p:txBody>
          <a:bodyPr/>
          <a:lstStyle>
            <a:lvl3pPr marL="400050" indent="-195263">
              <a:defRPr/>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Footer Placeholder 4">
            <a:extLst>
              <a:ext uri="{FF2B5EF4-FFF2-40B4-BE49-F238E27FC236}">
                <a16:creationId xmlns:a16="http://schemas.microsoft.com/office/drawing/2014/main" id="{E9A396C8-82EE-4828-BB90-F70077CC6504}"/>
              </a:ext>
            </a:extLst>
          </p:cNvPr>
          <p:cNvSpPr>
            <a:spLocks noGrp="1"/>
          </p:cNvSpPr>
          <p:nvPr>
            <p:ph type="ftr" sz="quarter" idx="11"/>
          </p:nvPr>
        </p:nvSpPr>
        <p:spPr/>
        <p:txBody>
          <a:bodyPr/>
          <a:lstStyle/>
          <a:p>
            <a:r>
              <a:rPr lang="en-GB" dirty="0"/>
              <a:t>Presentation title in footer</a:t>
            </a:r>
          </a:p>
        </p:txBody>
      </p:sp>
      <p:sp>
        <p:nvSpPr>
          <p:cNvPr id="6" name="Slide Number Placeholder 5">
            <a:extLst>
              <a:ext uri="{FF2B5EF4-FFF2-40B4-BE49-F238E27FC236}">
                <a16:creationId xmlns:a16="http://schemas.microsoft.com/office/drawing/2014/main" id="{033CAEA2-92AB-4512-A9D7-FD0A72486257}"/>
              </a:ext>
            </a:extLst>
          </p:cNvPr>
          <p:cNvSpPr>
            <a:spLocks noGrp="1"/>
          </p:cNvSpPr>
          <p:nvPr>
            <p:ph type="sldNum" sz="quarter" idx="12"/>
          </p:nvPr>
        </p:nvSpPr>
        <p:spPr/>
        <p:txBody>
          <a:bodyPr/>
          <a:lstStyle/>
          <a:p>
            <a:fld id="{F4C94289-3309-4C35-850A-56FD49B3E346}" type="slidenum">
              <a:rPr lang="en-GB" smtClean="0"/>
              <a:t>‹#›</a:t>
            </a:fld>
            <a:endParaRPr lang="en-GB" dirty="0"/>
          </a:p>
        </p:txBody>
      </p:sp>
      <p:sp>
        <p:nvSpPr>
          <p:cNvPr id="14" name="Rectangle 13"/>
          <p:cNvSpPr/>
          <p:nvPr userDrawn="1"/>
        </p:nvSpPr>
        <p:spPr>
          <a:xfrm>
            <a:off x="0" y="678873"/>
            <a:ext cx="207818" cy="5968783"/>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Tree>
    <p:extLst>
      <p:ext uri="{BB962C8B-B14F-4D97-AF65-F5344CB8AC3E}">
        <p14:creationId xmlns:p14="http://schemas.microsoft.com/office/powerpoint/2010/main" val="2008117071"/>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showMasterSp="0" preserve="1">
  <p:cSld name="Title Only 02">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9E2566DF-8A7B-474D-A0F4-205CFA3DC5A8}"/>
              </a:ext>
            </a:extLst>
          </p:cNvPr>
          <p:cNvSpPr>
            <a:spLocks noGrp="1"/>
          </p:cNvSpPr>
          <p:nvPr>
            <p:ph type="ftr" sz="quarter" idx="11"/>
          </p:nvPr>
        </p:nvSpPr>
        <p:spPr/>
        <p:txBody>
          <a:bodyPr/>
          <a:lstStyle/>
          <a:p>
            <a:r>
              <a:rPr lang="en-GB" dirty="0"/>
              <a:t>Presentation title in footer</a:t>
            </a:r>
          </a:p>
        </p:txBody>
      </p:sp>
      <p:sp>
        <p:nvSpPr>
          <p:cNvPr id="4" name="Slide Number Placeholder 3">
            <a:extLst>
              <a:ext uri="{FF2B5EF4-FFF2-40B4-BE49-F238E27FC236}">
                <a16:creationId xmlns:a16="http://schemas.microsoft.com/office/drawing/2014/main" id="{10D12603-15D9-4377-BA98-9268CA8548FA}"/>
              </a:ext>
            </a:extLst>
          </p:cNvPr>
          <p:cNvSpPr>
            <a:spLocks noGrp="1"/>
          </p:cNvSpPr>
          <p:nvPr>
            <p:ph type="sldNum" sz="quarter" idx="12"/>
          </p:nvPr>
        </p:nvSpPr>
        <p:spPr/>
        <p:txBody>
          <a:bodyPr/>
          <a:lstStyle/>
          <a:p>
            <a:fld id="{F4C94289-3309-4C35-850A-56FD49B3E346}" type="slidenum">
              <a:rPr lang="en-GB" smtClean="0"/>
              <a:t>‹#›</a:t>
            </a:fld>
            <a:endParaRPr lang="en-GB" dirty="0"/>
          </a:p>
        </p:txBody>
      </p:sp>
      <p:sp>
        <p:nvSpPr>
          <p:cNvPr id="5" name="TextBox 4">
            <a:extLst>
              <a:ext uri="{FF2B5EF4-FFF2-40B4-BE49-F238E27FC236}">
                <a16:creationId xmlns:a16="http://schemas.microsoft.com/office/drawing/2014/main" id="{EEC8EE6D-3E29-41D5-BCF4-F699C8F035C9}"/>
              </a:ext>
            </a:extLst>
          </p:cNvPr>
          <p:cNvSpPr txBox="1"/>
          <p:nvPr userDrawn="1"/>
        </p:nvSpPr>
        <p:spPr>
          <a:xfrm>
            <a:off x="515938" y="6282531"/>
            <a:ext cx="1799722" cy="365125"/>
          </a:xfrm>
          <a:prstGeom prst="rect">
            <a:avLst/>
          </a:prstGeom>
          <a:noFill/>
        </p:spPr>
        <p:txBody>
          <a:bodyPr wrap="square" lIns="0" tIns="0" rIns="0" bIns="0" rtlCol="0" anchor="b" anchorCtr="0">
            <a:noAutofit/>
          </a:bodyPr>
          <a:lstStyle/>
          <a:p>
            <a:r>
              <a:rPr lang="en-GB" sz="800" dirty="0"/>
              <a:t>© </a:t>
            </a:r>
            <a:r>
              <a:rPr lang="en-GB" sz="800" dirty="0" err="1"/>
              <a:t>JTI</a:t>
            </a:r>
            <a:r>
              <a:rPr lang="en-GB" sz="800" dirty="0"/>
              <a:t> 2019 Confidential </a:t>
            </a:r>
          </a:p>
        </p:txBody>
      </p:sp>
      <p:pic>
        <p:nvPicPr>
          <p:cNvPr id="6" name="Picture 5"/>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9365" y="-66611"/>
            <a:ext cx="12212780" cy="548702"/>
          </a:xfrm>
          <a:prstGeom prst="rect">
            <a:avLst/>
          </a:prstGeom>
        </p:spPr>
      </p:pic>
      <p:sp>
        <p:nvSpPr>
          <p:cNvPr id="7" name="Title 6"/>
          <p:cNvSpPr>
            <a:spLocks noGrp="1"/>
          </p:cNvSpPr>
          <p:nvPr>
            <p:ph type="title"/>
          </p:nvPr>
        </p:nvSpPr>
        <p:spPr/>
        <p:txBody>
          <a:bodyPr/>
          <a:lstStyle/>
          <a:p>
            <a:r>
              <a:rPr lang="en-US"/>
              <a:t>Click to edit Master title style</a:t>
            </a:r>
          </a:p>
        </p:txBody>
      </p:sp>
      <p:sp>
        <p:nvSpPr>
          <p:cNvPr id="8" name="TextBox 7">
            <a:extLst>
              <a:ext uri="{FF2B5EF4-FFF2-40B4-BE49-F238E27FC236}">
                <a16:creationId xmlns:a16="http://schemas.microsoft.com/office/drawing/2014/main" id="{E1E89007-8C14-45BA-9B75-C9A19A48430E}"/>
              </a:ext>
            </a:extLst>
          </p:cNvPr>
          <p:cNvSpPr txBox="1"/>
          <p:nvPr userDrawn="1"/>
        </p:nvSpPr>
        <p:spPr>
          <a:xfrm>
            <a:off x="4703985" y="6535710"/>
            <a:ext cx="2802070" cy="276836"/>
          </a:xfrm>
          <a:prstGeom prst="rect">
            <a:avLst/>
          </a:prstGeom>
          <a:noFill/>
        </p:spPr>
        <p:txBody>
          <a:bodyPr wrap="square" lIns="0" tIns="0" rIns="0" bIns="0" rtlCol="0" anchor="t" anchorCtr="0">
            <a:noAutofit/>
          </a:bodyPr>
          <a:lstStyle/>
          <a:p>
            <a:pPr algn="ctr"/>
            <a:r>
              <a:rPr lang="en-US" sz="1000" dirty="0">
                <a:latin typeface="+mn-lt"/>
                <a:ea typeface="Roboto" charset="0"/>
                <a:cs typeface="Roboto" charset="0"/>
              </a:rPr>
              <a:t>Simplify, Standardize, Accelerate </a:t>
            </a:r>
          </a:p>
        </p:txBody>
      </p:sp>
    </p:spTree>
    <p:extLst>
      <p:ext uri="{BB962C8B-B14F-4D97-AF65-F5344CB8AC3E}">
        <p14:creationId xmlns:p14="http://schemas.microsoft.com/office/powerpoint/2010/main" val="3784033310"/>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Title Only 03">
    <p:spTree>
      <p:nvGrpSpPr>
        <p:cNvPr id="1" name=""/>
        <p:cNvGrpSpPr/>
        <p:nvPr/>
      </p:nvGrpSpPr>
      <p:grpSpPr>
        <a:xfrm>
          <a:off x="0" y="0"/>
          <a:ext cx="0" cy="0"/>
          <a:chOff x="0" y="0"/>
          <a:chExt cx="0" cy="0"/>
        </a:xfrm>
      </p:grpSpPr>
      <p:grpSp>
        <p:nvGrpSpPr>
          <p:cNvPr id="6" name="Group 5"/>
          <p:cNvGrpSpPr/>
          <p:nvPr userDrawn="1"/>
        </p:nvGrpSpPr>
        <p:grpSpPr>
          <a:xfrm>
            <a:off x="0" y="-11151"/>
            <a:ext cx="12192000" cy="6869151"/>
            <a:chOff x="0" y="-11151"/>
            <a:chExt cx="12192000" cy="6869151"/>
          </a:xfrm>
        </p:grpSpPr>
        <p:grpSp>
          <p:nvGrpSpPr>
            <p:cNvPr id="7" name="Group 6"/>
            <p:cNvGrpSpPr/>
            <p:nvPr/>
          </p:nvGrpSpPr>
          <p:grpSpPr>
            <a:xfrm>
              <a:off x="0" y="30978"/>
              <a:ext cx="7346443" cy="6827022"/>
              <a:chOff x="0" y="30978"/>
              <a:chExt cx="7346443" cy="6827022"/>
            </a:xfrm>
          </p:grpSpPr>
          <p:sp>
            <p:nvSpPr>
              <p:cNvPr id="9" name="Freeform 8"/>
              <p:cNvSpPr/>
              <p:nvPr/>
            </p:nvSpPr>
            <p:spPr>
              <a:xfrm>
                <a:off x="0" y="30978"/>
                <a:ext cx="7346443" cy="6827022"/>
              </a:xfrm>
              <a:custGeom>
                <a:avLst/>
                <a:gdLst>
                  <a:gd name="connsiteX0" fmla="*/ 0 w 7346443"/>
                  <a:gd name="connsiteY0" fmla="*/ 0 h 6827022"/>
                  <a:gd name="connsiteX1" fmla="*/ 7346443 w 7346443"/>
                  <a:gd name="connsiteY1" fmla="*/ 6827022 h 6827022"/>
                  <a:gd name="connsiteX2" fmla="*/ 0 w 7346443"/>
                  <a:gd name="connsiteY2" fmla="*/ 6827022 h 6827022"/>
                </a:gdLst>
                <a:ahLst/>
                <a:cxnLst>
                  <a:cxn ang="0">
                    <a:pos x="connsiteX0" y="connsiteY0"/>
                  </a:cxn>
                  <a:cxn ang="0">
                    <a:pos x="connsiteX1" y="connsiteY1"/>
                  </a:cxn>
                  <a:cxn ang="0">
                    <a:pos x="connsiteX2" y="connsiteY2"/>
                  </a:cxn>
                </a:cxnLst>
                <a:rect l="l" t="t" r="r" b="b"/>
                <a:pathLst>
                  <a:path w="7346443" h="6827022">
                    <a:moveTo>
                      <a:pt x="0" y="0"/>
                    </a:moveTo>
                    <a:lnTo>
                      <a:pt x="7346443" y="6827022"/>
                    </a:lnTo>
                    <a:lnTo>
                      <a:pt x="0" y="6827022"/>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ru-RU"/>
              </a:p>
            </p:txBody>
          </p:sp>
          <p:sp>
            <p:nvSpPr>
              <p:cNvPr id="10" name="Freeform 9"/>
              <p:cNvSpPr/>
              <p:nvPr/>
            </p:nvSpPr>
            <p:spPr>
              <a:xfrm>
                <a:off x="0" y="1696574"/>
                <a:ext cx="802656" cy="1625366"/>
              </a:xfrm>
              <a:custGeom>
                <a:avLst/>
                <a:gdLst>
                  <a:gd name="connsiteX0" fmla="*/ 0 w 802656"/>
                  <a:gd name="connsiteY0" fmla="*/ 0 h 1625366"/>
                  <a:gd name="connsiteX1" fmla="*/ 152859 w 802656"/>
                  <a:gd name="connsiteY1" fmla="*/ 15410 h 1625366"/>
                  <a:gd name="connsiteX2" fmla="*/ 802656 w 802656"/>
                  <a:gd name="connsiteY2" fmla="*/ 812683 h 1625366"/>
                  <a:gd name="connsiteX3" fmla="*/ 152859 w 802656"/>
                  <a:gd name="connsiteY3" fmla="*/ 1609956 h 1625366"/>
                  <a:gd name="connsiteX4" fmla="*/ 0 w 802656"/>
                  <a:gd name="connsiteY4" fmla="*/ 1625366 h 16253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2656" h="1625366">
                    <a:moveTo>
                      <a:pt x="0" y="0"/>
                    </a:moveTo>
                    <a:lnTo>
                      <a:pt x="152859" y="15410"/>
                    </a:lnTo>
                    <a:cubicBezTo>
                      <a:pt x="523697" y="91294"/>
                      <a:pt x="802656" y="419412"/>
                      <a:pt x="802656" y="812683"/>
                    </a:cubicBezTo>
                    <a:cubicBezTo>
                      <a:pt x="802656" y="1205955"/>
                      <a:pt x="523697" y="1534072"/>
                      <a:pt x="152859" y="1609956"/>
                    </a:cubicBezTo>
                    <a:lnTo>
                      <a:pt x="0" y="1625366"/>
                    </a:lnTo>
                    <a:close/>
                  </a:path>
                </a:pathLst>
              </a:custGeom>
              <a:solidFill>
                <a:schemeClr val="tx2">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sp>
          <p:nvSpPr>
            <p:cNvPr id="8" name="Rectangle 7"/>
            <p:cNvSpPr/>
            <p:nvPr/>
          </p:nvSpPr>
          <p:spPr>
            <a:xfrm>
              <a:off x="6096000" y="-11151"/>
              <a:ext cx="6096000" cy="6869151"/>
            </a:xfrm>
            <a:prstGeom prst="rect">
              <a:avLst/>
            </a:prstGeom>
            <a:solidFill>
              <a:schemeClr val="tx2">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A6A2304-23DC-2B46-BD14-F082077842FF}" type="slidenum">
              <a:rPr lang="en-US" smtClean="0"/>
              <a:pPr/>
              <a:t>‹#›</a:t>
            </a:fld>
            <a:endParaRPr lang="en-US"/>
          </a:p>
        </p:txBody>
      </p:sp>
      <p:cxnSp>
        <p:nvCxnSpPr>
          <p:cNvPr id="12" name="Straight Connector 11"/>
          <p:cNvCxnSpPr/>
          <p:nvPr userDrawn="1"/>
        </p:nvCxnSpPr>
        <p:spPr>
          <a:xfrm>
            <a:off x="515939" y="1340547"/>
            <a:ext cx="989806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EEC8EE6D-3E29-41D5-BCF4-F699C8F035C9}"/>
              </a:ext>
            </a:extLst>
          </p:cNvPr>
          <p:cNvSpPr txBox="1"/>
          <p:nvPr userDrawn="1"/>
        </p:nvSpPr>
        <p:spPr>
          <a:xfrm>
            <a:off x="515938" y="6282531"/>
            <a:ext cx="1799722" cy="365125"/>
          </a:xfrm>
          <a:prstGeom prst="rect">
            <a:avLst/>
          </a:prstGeom>
          <a:noFill/>
        </p:spPr>
        <p:txBody>
          <a:bodyPr wrap="square" lIns="0" tIns="0" rIns="0" bIns="0" rtlCol="0" anchor="b" anchorCtr="0">
            <a:noAutofit/>
          </a:bodyPr>
          <a:lstStyle/>
          <a:p>
            <a:r>
              <a:rPr lang="en-GB" sz="800" dirty="0"/>
              <a:t>© </a:t>
            </a:r>
            <a:r>
              <a:rPr lang="en-GB" sz="800" dirty="0" err="1"/>
              <a:t>JTI</a:t>
            </a:r>
            <a:r>
              <a:rPr lang="en-GB" sz="800" dirty="0"/>
              <a:t> 2019 Confidential </a:t>
            </a:r>
          </a:p>
        </p:txBody>
      </p:sp>
      <p:sp>
        <p:nvSpPr>
          <p:cNvPr id="2" name="Title 1"/>
          <p:cNvSpPr>
            <a:spLocks noGrp="1"/>
          </p:cNvSpPr>
          <p:nvPr>
            <p:ph type="title"/>
          </p:nvPr>
        </p:nvSpPr>
        <p:spPr/>
        <p:txBody>
          <a:bodyPr/>
          <a:lstStyle/>
          <a:p>
            <a:r>
              <a:rPr lang="en-US"/>
              <a:t>Click to edit Master title style</a:t>
            </a:r>
          </a:p>
        </p:txBody>
      </p:sp>
      <p:sp>
        <p:nvSpPr>
          <p:cNvPr id="14" name="TextBox 13">
            <a:extLst>
              <a:ext uri="{FF2B5EF4-FFF2-40B4-BE49-F238E27FC236}">
                <a16:creationId xmlns:a16="http://schemas.microsoft.com/office/drawing/2014/main" id="{E1E89007-8C14-45BA-9B75-C9A19A48430E}"/>
              </a:ext>
            </a:extLst>
          </p:cNvPr>
          <p:cNvSpPr txBox="1"/>
          <p:nvPr userDrawn="1"/>
        </p:nvSpPr>
        <p:spPr>
          <a:xfrm>
            <a:off x="4703985" y="6535710"/>
            <a:ext cx="2802070" cy="276836"/>
          </a:xfrm>
          <a:prstGeom prst="rect">
            <a:avLst/>
          </a:prstGeom>
          <a:noFill/>
        </p:spPr>
        <p:txBody>
          <a:bodyPr wrap="square" lIns="0" tIns="0" rIns="0" bIns="0" rtlCol="0" anchor="t" anchorCtr="0">
            <a:noAutofit/>
          </a:bodyPr>
          <a:lstStyle/>
          <a:p>
            <a:pPr algn="ctr"/>
            <a:r>
              <a:rPr lang="en-US" sz="1000" dirty="0">
                <a:latin typeface="+mn-lt"/>
                <a:ea typeface="Roboto" charset="0"/>
                <a:cs typeface="Roboto" charset="0"/>
              </a:rPr>
              <a:t>Simplify, Standardize, Accelerate </a:t>
            </a:r>
          </a:p>
        </p:txBody>
      </p:sp>
    </p:spTree>
    <p:extLst>
      <p:ext uri="{BB962C8B-B14F-4D97-AF65-F5344CB8AC3E}">
        <p14:creationId xmlns:p14="http://schemas.microsoft.com/office/powerpoint/2010/main" val="1751494944"/>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pic>
        <p:nvPicPr>
          <p:cNvPr id="7" name="Picture 6"/>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4" name="Footer Placeholder 3"/>
          <p:cNvSpPr>
            <a:spLocks noGrp="1"/>
          </p:cNvSpPr>
          <p:nvPr>
            <p:ph type="ftr" sz="quarter" idx="11"/>
          </p:nvPr>
        </p:nvSpPr>
        <p:spPr/>
        <p:txBody>
          <a:bodyPr/>
          <a:lstStyle>
            <a:lvl1pPr>
              <a:defRPr>
                <a:solidFill>
                  <a:schemeClr val="bg1"/>
                </a:solidFill>
              </a:defRPr>
            </a:lvl1pPr>
          </a:lstStyle>
          <a:p>
            <a:endParaRPr lang="en-US" dirty="0"/>
          </a:p>
        </p:txBody>
      </p:sp>
      <p:sp>
        <p:nvSpPr>
          <p:cNvPr id="5" name="Slide Number Placeholder 4"/>
          <p:cNvSpPr>
            <a:spLocks noGrp="1"/>
          </p:cNvSpPr>
          <p:nvPr>
            <p:ph type="sldNum" sz="quarter" idx="12"/>
          </p:nvPr>
        </p:nvSpPr>
        <p:spPr/>
        <p:txBody>
          <a:bodyPr/>
          <a:lstStyle>
            <a:lvl1pPr>
              <a:defRPr>
                <a:solidFill>
                  <a:schemeClr val="bg1"/>
                </a:solidFill>
              </a:defRPr>
            </a:lvl1pPr>
          </a:lstStyle>
          <a:p>
            <a:fld id="{1A6A2304-23DC-2B46-BD14-F082077842FF}" type="slidenum">
              <a:rPr lang="en-US" smtClean="0"/>
              <a:pPr/>
              <a:t>‹#›</a:t>
            </a:fld>
            <a:endParaRPr lang="en-US"/>
          </a:p>
        </p:txBody>
      </p:sp>
      <p:sp>
        <p:nvSpPr>
          <p:cNvPr id="8" name="Rectangle 7"/>
          <p:cNvSpPr/>
          <p:nvPr userDrawn="1"/>
        </p:nvSpPr>
        <p:spPr>
          <a:xfrm>
            <a:off x="4623867" y="1695450"/>
            <a:ext cx="2957512" cy="2957512"/>
          </a:xfrm>
          <a:prstGeom prst="rect">
            <a:avLst/>
          </a:prstGeom>
          <a:noFill/>
          <a:ln w="1270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userDrawn="1"/>
        </p:nvSpPr>
        <p:spPr>
          <a:xfrm>
            <a:off x="3916663" y="1945294"/>
            <a:ext cx="4405534" cy="1971681"/>
          </a:xfrm>
          <a:prstGeom prst="rect">
            <a:avLst/>
          </a:prstGeom>
          <a:noFill/>
        </p:spPr>
        <p:txBody>
          <a:bodyPr wrap="square" lIns="0" tIns="0" rIns="0" bIns="0" rtlCol="0">
            <a:noAutofit/>
          </a:bodyPr>
          <a:lstStyle/>
          <a:p>
            <a:pPr algn="l"/>
            <a:r>
              <a:rPr lang="en-US" sz="15000" b="1" i="0" dirty="0">
                <a:solidFill>
                  <a:schemeClr val="bg1"/>
                </a:solidFill>
                <a:latin typeface="Arial" charset="0"/>
                <a:ea typeface="Arial" charset="0"/>
                <a:cs typeface="Arial" charset="0"/>
              </a:rPr>
              <a:t>Q&amp;A</a:t>
            </a:r>
          </a:p>
        </p:txBody>
      </p:sp>
      <p:pic>
        <p:nvPicPr>
          <p:cNvPr id="15" name="Picture 14">
            <a:extLst>
              <a:ext uri="{FF2B5EF4-FFF2-40B4-BE49-F238E27FC236}">
                <a16:creationId xmlns:a16="http://schemas.microsoft.com/office/drawing/2014/main" id="{DD2F868E-F9E5-4FD0-AA54-A0611266E9AB}"/>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0908226" y="1887473"/>
            <a:ext cx="767837" cy="574740"/>
          </a:xfrm>
          <a:prstGeom prst="rect">
            <a:avLst/>
          </a:prstGeom>
        </p:spPr>
      </p:pic>
      <p:sp>
        <p:nvSpPr>
          <p:cNvPr id="16" name="TextBox 15">
            <a:extLst>
              <a:ext uri="{FF2B5EF4-FFF2-40B4-BE49-F238E27FC236}">
                <a16:creationId xmlns:a16="http://schemas.microsoft.com/office/drawing/2014/main" id="{EEC8EE6D-3E29-41D5-BCF4-F699C8F035C9}"/>
              </a:ext>
            </a:extLst>
          </p:cNvPr>
          <p:cNvSpPr txBox="1"/>
          <p:nvPr userDrawn="1"/>
        </p:nvSpPr>
        <p:spPr>
          <a:xfrm>
            <a:off x="515938" y="6282531"/>
            <a:ext cx="1799722" cy="365125"/>
          </a:xfrm>
          <a:prstGeom prst="rect">
            <a:avLst/>
          </a:prstGeom>
          <a:noFill/>
        </p:spPr>
        <p:txBody>
          <a:bodyPr wrap="square" lIns="0" tIns="0" rIns="0" bIns="0" rtlCol="0" anchor="b" anchorCtr="0">
            <a:noAutofit/>
          </a:bodyPr>
          <a:lstStyle/>
          <a:p>
            <a:r>
              <a:rPr lang="en-GB" sz="800" dirty="0">
                <a:solidFill>
                  <a:schemeClr val="bg1"/>
                </a:solidFill>
              </a:rPr>
              <a:t>© </a:t>
            </a:r>
            <a:r>
              <a:rPr lang="en-GB" sz="800" dirty="0" err="1">
                <a:solidFill>
                  <a:schemeClr val="bg1"/>
                </a:solidFill>
              </a:rPr>
              <a:t>JTI</a:t>
            </a:r>
            <a:r>
              <a:rPr lang="en-GB" sz="800" dirty="0">
                <a:solidFill>
                  <a:schemeClr val="bg1"/>
                </a:solidFill>
              </a:rPr>
              <a:t> 2019 Confidential </a:t>
            </a:r>
          </a:p>
        </p:txBody>
      </p:sp>
      <p:sp>
        <p:nvSpPr>
          <p:cNvPr id="18" name="TextBox 17">
            <a:extLst>
              <a:ext uri="{FF2B5EF4-FFF2-40B4-BE49-F238E27FC236}">
                <a16:creationId xmlns:a16="http://schemas.microsoft.com/office/drawing/2014/main" id="{E1E89007-8C14-45BA-9B75-C9A19A48430E}"/>
              </a:ext>
            </a:extLst>
          </p:cNvPr>
          <p:cNvSpPr txBox="1"/>
          <p:nvPr userDrawn="1"/>
        </p:nvSpPr>
        <p:spPr>
          <a:xfrm>
            <a:off x="4703985" y="6535710"/>
            <a:ext cx="2802070" cy="276836"/>
          </a:xfrm>
          <a:prstGeom prst="rect">
            <a:avLst/>
          </a:prstGeom>
          <a:noFill/>
        </p:spPr>
        <p:txBody>
          <a:bodyPr wrap="square" lIns="0" tIns="0" rIns="0" bIns="0" rtlCol="0" anchor="t" anchorCtr="0">
            <a:noAutofit/>
          </a:bodyPr>
          <a:lstStyle/>
          <a:p>
            <a:pPr algn="ctr"/>
            <a:r>
              <a:rPr lang="en-US" sz="1000" dirty="0">
                <a:solidFill>
                  <a:schemeClr val="bg1"/>
                </a:solidFill>
                <a:latin typeface="+mn-lt"/>
                <a:ea typeface="Roboto" charset="0"/>
                <a:cs typeface="Roboto" charset="0"/>
              </a:rPr>
              <a:t>Simplify, Standardize, Accelerate </a:t>
            </a:r>
          </a:p>
        </p:txBody>
      </p:sp>
    </p:spTree>
    <p:extLst>
      <p:ext uri="{BB962C8B-B14F-4D97-AF65-F5344CB8AC3E}">
        <p14:creationId xmlns:p14="http://schemas.microsoft.com/office/powerpoint/2010/main" val="2059926074"/>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5_Custom Layout">
    <p:spTree>
      <p:nvGrpSpPr>
        <p:cNvPr id="1" name=""/>
        <p:cNvGrpSpPr/>
        <p:nvPr/>
      </p:nvGrpSpPr>
      <p:grpSpPr>
        <a:xfrm>
          <a:off x="0" y="0"/>
          <a:ext cx="0" cy="0"/>
          <a:chOff x="0" y="0"/>
          <a:chExt cx="0" cy="0"/>
        </a:xfrm>
      </p:grpSpPr>
      <p:pic>
        <p:nvPicPr>
          <p:cNvPr id="7" name="Picture 6"/>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8" name="Rectangle 7"/>
          <p:cNvSpPr/>
          <p:nvPr userDrawn="1"/>
        </p:nvSpPr>
        <p:spPr>
          <a:xfrm>
            <a:off x="4623867" y="1695450"/>
            <a:ext cx="2957512" cy="2957512"/>
          </a:xfrm>
          <a:prstGeom prst="rect">
            <a:avLst/>
          </a:prstGeom>
          <a:noFill/>
          <a:ln w="1270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Picture 14">
            <a:extLst>
              <a:ext uri="{FF2B5EF4-FFF2-40B4-BE49-F238E27FC236}">
                <a16:creationId xmlns:a16="http://schemas.microsoft.com/office/drawing/2014/main" id="{DD2F868E-F9E5-4FD0-AA54-A0611266E9AB}"/>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0908226" y="1887473"/>
            <a:ext cx="767837" cy="574740"/>
          </a:xfrm>
          <a:prstGeom prst="rect">
            <a:avLst/>
          </a:prstGeom>
        </p:spPr>
      </p:pic>
      <p:sp>
        <p:nvSpPr>
          <p:cNvPr id="17" name="TextBox 16">
            <a:extLst>
              <a:ext uri="{FF2B5EF4-FFF2-40B4-BE49-F238E27FC236}">
                <a16:creationId xmlns:a16="http://schemas.microsoft.com/office/drawing/2014/main" id="{E1E89007-8C14-45BA-9B75-C9A19A48430E}"/>
              </a:ext>
            </a:extLst>
          </p:cNvPr>
          <p:cNvSpPr txBox="1"/>
          <p:nvPr userDrawn="1"/>
        </p:nvSpPr>
        <p:spPr>
          <a:xfrm>
            <a:off x="4703985" y="6535710"/>
            <a:ext cx="2802070" cy="276836"/>
          </a:xfrm>
          <a:prstGeom prst="rect">
            <a:avLst/>
          </a:prstGeom>
          <a:noFill/>
        </p:spPr>
        <p:txBody>
          <a:bodyPr wrap="square" lIns="0" tIns="0" rIns="0" bIns="0" rtlCol="0" anchor="t" anchorCtr="0">
            <a:noAutofit/>
          </a:bodyPr>
          <a:lstStyle/>
          <a:p>
            <a:pPr algn="ctr"/>
            <a:r>
              <a:rPr lang="en-US" sz="1000" dirty="0">
                <a:solidFill>
                  <a:schemeClr val="bg1"/>
                </a:solidFill>
                <a:latin typeface="+mn-lt"/>
                <a:ea typeface="Roboto" charset="0"/>
                <a:cs typeface="Roboto" charset="0"/>
              </a:rPr>
              <a:t>Simplify, Standardize, Accelerate </a:t>
            </a:r>
          </a:p>
        </p:txBody>
      </p:sp>
    </p:spTree>
    <p:extLst>
      <p:ext uri="{BB962C8B-B14F-4D97-AF65-F5344CB8AC3E}">
        <p14:creationId xmlns:p14="http://schemas.microsoft.com/office/powerpoint/2010/main" val="247454848"/>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4_Custom Layout">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0"/>
            <a:ext cx="12192000" cy="6858000"/>
          </a:xfrm>
          <a:prstGeom prst="rect">
            <a:avLst/>
          </a:prstGeom>
        </p:spPr>
      </p:pic>
      <p:pic>
        <p:nvPicPr>
          <p:cNvPr id="7" name="Picture 6">
            <a:extLst>
              <a:ext uri="{FF2B5EF4-FFF2-40B4-BE49-F238E27FC236}">
                <a16:creationId xmlns:a16="http://schemas.microsoft.com/office/drawing/2014/main" id="{DD2F868E-F9E5-4FD0-AA54-A0611266E9AB}"/>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4770608" y="2544869"/>
            <a:ext cx="2650782" cy="1984161"/>
          </a:xfrm>
          <a:prstGeom prst="rect">
            <a:avLst/>
          </a:prstGeom>
        </p:spPr>
      </p:pic>
      <p:sp>
        <p:nvSpPr>
          <p:cNvPr id="6" name="TextBox 5">
            <a:extLst>
              <a:ext uri="{FF2B5EF4-FFF2-40B4-BE49-F238E27FC236}">
                <a16:creationId xmlns:a16="http://schemas.microsoft.com/office/drawing/2014/main" id="{E1E89007-8C14-45BA-9B75-C9A19A48430E}"/>
              </a:ext>
            </a:extLst>
          </p:cNvPr>
          <p:cNvSpPr txBox="1"/>
          <p:nvPr userDrawn="1"/>
        </p:nvSpPr>
        <p:spPr>
          <a:xfrm>
            <a:off x="4703985" y="6535710"/>
            <a:ext cx="2802070" cy="276836"/>
          </a:xfrm>
          <a:prstGeom prst="rect">
            <a:avLst/>
          </a:prstGeom>
          <a:noFill/>
        </p:spPr>
        <p:txBody>
          <a:bodyPr wrap="square" lIns="0" tIns="0" rIns="0" bIns="0" rtlCol="0" anchor="t" anchorCtr="0">
            <a:noAutofit/>
          </a:bodyPr>
          <a:lstStyle/>
          <a:p>
            <a:pPr algn="ctr"/>
            <a:r>
              <a:rPr lang="en-US" sz="1000" dirty="0">
                <a:solidFill>
                  <a:schemeClr val="bg1"/>
                </a:solidFill>
                <a:latin typeface="+mn-lt"/>
                <a:ea typeface="Roboto" charset="0"/>
                <a:cs typeface="Roboto" charset="0"/>
              </a:rPr>
              <a:t>Simplify, Standardize, Accelerate </a:t>
            </a:r>
          </a:p>
        </p:txBody>
      </p:sp>
    </p:spTree>
    <p:extLst>
      <p:ext uri="{BB962C8B-B14F-4D97-AF65-F5344CB8AC3E}">
        <p14:creationId xmlns:p14="http://schemas.microsoft.com/office/powerpoint/2010/main" val="3842449207"/>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showMasterSp="0" preserve="1" userDrawn="1">
  <p:cSld name="Blank 02">
    <p:spTree>
      <p:nvGrpSpPr>
        <p:cNvPr id="1" name=""/>
        <p:cNvGrpSpPr/>
        <p:nvPr/>
      </p:nvGrpSpPr>
      <p:grpSpPr>
        <a:xfrm>
          <a:off x="0" y="0"/>
          <a:ext cx="0" cy="0"/>
          <a:chOff x="0" y="0"/>
          <a:chExt cx="0" cy="0"/>
        </a:xfrm>
      </p:grpSpPr>
      <p:sp>
        <p:nvSpPr>
          <p:cNvPr id="23" name="Footer Placeholder 22"/>
          <p:cNvSpPr>
            <a:spLocks noGrp="1"/>
          </p:cNvSpPr>
          <p:nvPr>
            <p:ph type="ftr" sz="quarter" idx="11"/>
          </p:nvPr>
        </p:nvSpPr>
        <p:spPr/>
        <p:txBody>
          <a:bodyPr/>
          <a:lstStyle/>
          <a:p>
            <a:r>
              <a:rPr lang="en-GB"/>
              <a:t>Presentation title in footer</a:t>
            </a:r>
            <a:endParaRPr lang="en-GB" dirty="0"/>
          </a:p>
        </p:txBody>
      </p:sp>
      <p:sp>
        <p:nvSpPr>
          <p:cNvPr id="24" name="Slide Number Placeholder 23"/>
          <p:cNvSpPr>
            <a:spLocks noGrp="1"/>
          </p:cNvSpPr>
          <p:nvPr>
            <p:ph type="sldNum" sz="quarter" idx="12"/>
          </p:nvPr>
        </p:nvSpPr>
        <p:spPr/>
        <p:txBody>
          <a:bodyPr/>
          <a:lstStyle/>
          <a:p>
            <a:fld id="{F4C94289-3309-4C35-850A-56FD49B3E346}" type="slidenum">
              <a:rPr lang="en-GB" smtClean="0"/>
              <a:pPr/>
              <a:t>‹#›</a:t>
            </a:fld>
            <a:endParaRPr lang="en-GB" dirty="0"/>
          </a:p>
        </p:txBody>
      </p:sp>
      <p:sp>
        <p:nvSpPr>
          <p:cNvPr id="25" name="TextBox 24">
            <a:extLst>
              <a:ext uri="{FF2B5EF4-FFF2-40B4-BE49-F238E27FC236}">
                <a16:creationId xmlns:a16="http://schemas.microsoft.com/office/drawing/2014/main" id="{E1E89007-8C14-45BA-9B75-C9A19A48430E}"/>
              </a:ext>
            </a:extLst>
          </p:cNvPr>
          <p:cNvSpPr txBox="1"/>
          <p:nvPr userDrawn="1"/>
        </p:nvSpPr>
        <p:spPr>
          <a:xfrm>
            <a:off x="515938" y="6282531"/>
            <a:ext cx="1799722" cy="365125"/>
          </a:xfrm>
          <a:prstGeom prst="rect">
            <a:avLst/>
          </a:prstGeom>
          <a:noFill/>
        </p:spPr>
        <p:txBody>
          <a:bodyPr wrap="square" lIns="0" tIns="0" rIns="0" bIns="0" rtlCol="0" anchor="b" anchorCtr="0">
            <a:noAutofit/>
          </a:bodyPr>
          <a:lstStyle/>
          <a:p>
            <a:r>
              <a:rPr lang="en-GB" sz="800" dirty="0"/>
              <a:t>© </a:t>
            </a:r>
            <a:r>
              <a:rPr lang="en-GB" sz="800" dirty="0" err="1"/>
              <a:t>JTI</a:t>
            </a:r>
            <a:r>
              <a:rPr lang="en-GB" sz="800" dirty="0"/>
              <a:t> 2019 Confidential </a:t>
            </a:r>
          </a:p>
        </p:txBody>
      </p:sp>
      <p:sp>
        <p:nvSpPr>
          <p:cNvPr id="13" name="TextBox 12">
            <a:extLst>
              <a:ext uri="{FF2B5EF4-FFF2-40B4-BE49-F238E27FC236}">
                <a16:creationId xmlns:a16="http://schemas.microsoft.com/office/drawing/2014/main" id="{E1E89007-8C14-45BA-9B75-C9A19A48430E}"/>
              </a:ext>
            </a:extLst>
          </p:cNvPr>
          <p:cNvSpPr txBox="1"/>
          <p:nvPr userDrawn="1"/>
        </p:nvSpPr>
        <p:spPr>
          <a:xfrm>
            <a:off x="4703985" y="6535710"/>
            <a:ext cx="2802070" cy="276836"/>
          </a:xfrm>
          <a:prstGeom prst="rect">
            <a:avLst/>
          </a:prstGeom>
          <a:noFill/>
        </p:spPr>
        <p:txBody>
          <a:bodyPr wrap="square" lIns="0" tIns="0" rIns="0" bIns="0" rtlCol="0" anchor="t" anchorCtr="0">
            <a:noAutofit/>
          </a:bodyPr>
          <a:lstStyle/>
          <a:p>
            <a:pPr algn="ctr"/>
            <a:r>
              <a:rPr lang="en-US" sz="1000" dirty="0">
                <a:latin typeface="+mn-lt"/>
                <a:ea typeface="Roboto" charset="0"/>
                <a:cs typeface="Roboto" charset="0"/>
              </a:rPr>
              <a:t>Simplify, Standardize, Accelerate </a:t>
            </a:r>
          </a:p>
        </p:txBody>
      </p:sp>
    </p:spTree>
    <p:extLst>
      <p:ext uri="{BB962C8B-B14F-4D97-AF65-F5344CB8AC3E}">
        <p14:creationId xmlns:p14="http://schemas.microsoft.com/office/powerpoint/2010/main" val="331392603"/>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userDrawn="1">
  <p:cSld name="Image Title">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646816"/>
            <a:ext cx="12189600" cy="4991640"/>
          </a:xfrm>
          <a:prstGeom prst="rect">
            <a:avLst/>
          </a:prstGeom>
        </p:spPr>
      </p:pic>
      <p:sp>
        <p:nvSpPr>
          <p:cNvPr id="6" name="Rectangle 5"/>
          <p:cNvSpPr/>
          <p:nvPr userDrawn="1"/>
        </p:nvSpPr>
        <p:spPr>
          <a:xfrm>
            <a:off x="0" y="4199439"/>
            <a:ext cx="12192000" cy="1440000"/>
          </a:xfrm>
          <a:prstGeom prst="rect">
            <a:avLst/>
          </a:prstGeom>
          <a:solidFill>
            <a:schemeClr val="accent5">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Picture 11">
            <a:extLst>
              <a:ext uri="{FF2B5EF4-FFF2-40B4-BE49-F238E27FC236}">
                <a16:creationId xmlns:a16="http://schemas.microsoft.com/office/drawing/2014/main" id="{6480B215-A81F-481D-8C0E-6BF46A615633}"/>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1038999" y="5879560"/>
            <a:ext cx="829976" cy="621252"/>
          </a:xfrm>
          <a:prstGeom prst="rect">
            <a:avLst/>
          </a:prstGeom>
        </p:spPr>
      </p:pic>
      <p:sp>
        <p:nvSpPr>
          <p:cNvPr id="2" name="Title 1">
            <a:extLst>
              <a:ext uri="{FF2B5EF4-FFF2-40B4-BE49-F238E27FC236}">
                <a16:creationId xmlns:a16="http://schemas.microsoft.com/office/drawing/2014/main" id="{4D6C11B0-82D2-4B1D-A080-5DEC7B98E43A}"/>
              </a:ext>
            </a:extLst>
          </p:cNvPr>
          <p:cNvSpPr>
            <a:spLocks noGrp="1"/>
          </p:cNvSpPr>
          <p:nvPr>
            <p:ph type="ctrTitle"/>
          </p:nvPr>
        </p:nvSpPr>
        <p:spPr>
          <a:xfrm>
            <a:off x="514350" y="4199439"/>
            <a:ext cx="8472253" cy="1440000"/>
          </a:xfrm>
        </p:spPr>
        <p:txBody>
          <a:bodyPr anchor="ctr" anchorCtr="0"/>
          <a:lstStyle>
            <a:lvl1pPr algn="l">
              <a:defRPr sz="4400" b="1" cap="all" baseline="0">
                <a:solidFill>
                  <a:schemeClr val="bg1"/>
                </a:solidFill>
              </a:defRPr>
            </a:lvl1pPr>
          </a:lstStyle>
          <a:p>
            <a:r>
              <a:rPr lang="en-US" dirty="0"/>
              <a:t>Click to edit Master title style</a:t>
            </a:r>
            <a:endParaRPr lang="en-GB" dirty="0"/>
          </a:p>
        </p:txBody>
      </p:sp>
      <p:pic>
        <p:nvPicPr>
          <p:cNvPr id="7" name="Picture 6"/>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10649775" y="4309839"/>
            <a:ext cx="1219200" cy="1219200"/>
          </a:xfrm>
          <a:prstGeom prst="rect">
            <a:avLst/>
          </a:prstGeom>
        </p:spPr>
      </p:pic>
    </p:spTree>
    <p:extLst>
      <p:ext uri="{BB962C8B-B14F-4D97-AF65-F5344CB8AC3E}">
        <p14:creationId xmlns:p14="http://schemas.microsoft.com/office/powerpoint/2010/main" val="15151233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5" Type="http://schemas.openxmlformats.org/officeDocument/2006/relationships/theme" Target="../theme/theme2.xml"/><Relationship Id="rId4" Type="http://schemas.openxmlformats.org/officeDocument/2006/relationships/slideLayout" Target="../slideLayouts/slideLayout15.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slideLayout" Target="../slideLayouts/slideLayout17.xml"/><Relationship Id="rId1" Type="http://schemas.openxmlformats.org/officeDocument/2006/relationships/slideLayout" Target="../slideLayouts/slideLayout16.xml"/><Relationship Id="rId5" Type="http://schemas.openxmlformats.org/officeDocument/2006/relationships/theme" Target="../theme/theme3.xml"/><Relationship Id="rId4" Type="http://schemas.openxmlformats.org/officeDocument/2006/relationships/slideLayout" Target="../slideLayouts/slideLayout19.xml"/></Relationships>
</file>

<file path=ppt/slideMasters/_rels/slideMaster4.xml.rels><?xml version="1.0" encoding="UTF-8" standalone="yes"?>
<Relationships xmlns="http://schemas.openxmlformats.org/package/2006/relationships"><Relationship Id="rId3" Type="http://schemas.openxmlformats.org/officeDocument/2006/relationships/slideLayout" Target="../slideLayouts/slideLayout22.xml"/><Relationship Id="rId2" Type="http://schemas.openxmlformats.org/officeDocument/2006/relationships/slideLayout" Target="../slideLayouts/slideLayout21.xml"/><Relationship Id="rId1" Type="http://schemas.openxmlformats.org/officeDocument/2006/relationships/slideLayout" Target="../slideLayouts/slideLayout20.xml"/><Relationship Id="rId5" Type="http://schemas.openxmlformats.org/officeDocument/2006/relationships/theme" Target="../theme/theme4.xml"/><Relationship Id="rId4" Type="http://schemas.openxmlformats.org/officeDocument/2006/relationships/slideLayout" Target="../slideLayouts/slideLayout23.xml"/></Relationships>
</file>

<file path=ppt/slideMasters/_rels/slideMaster5.xml.rels><?xml version="1.0" encoding="UTF-8" standalone="yes"?>
<Relationships xmlns="http://schemas.openxmlformats.org/package/2006/relationships"><Relationship Id="rId3" Type="http://schemas.openxmlformats.org/officeDocument/2006/relationships/slideLayout" Target="../slideLayouts/slideLayout26.xml"/><Relationship Id="rId2" Type="http://schemas.openxmlformats.org/officeDocument/2006/relationships/slideLayout" Target="../slideLayouts/slideLayout25.xml"/><Relationship Id="rId1" Type="http://schemas.openxmlformats.org/officeDocument/2006/relationships/slideLayout" Target="../slideLayouts/slideLayout24.xml"/><Relationship Id="rId5" Type="http://schemas.openxmlformats.org/officeDocument/2006/relationships/theme" Target="../theme/theme5.xml"/><Relationship Id="rId4" Type="http://schemas.openxmlformats.org/officeDocument/2006/relationships/slideLayout" Target="../slideLayouts/slideLayout27.xml"/></Relationships>
</file>

<file path=ppt/slideMasters/_rels/slideMaster6.xml.rels><?xml version="1.0" encoding="UTF-8" standalone="yes"?>
<Relationships xmlns="http://schemas.openxmlformats.org/package/2006/relationships"><Relationship Id="rId8" Type="http://schemas.openxmlformats.org/officeDocument/2006/relationships/theme" Target="../theme/theme6.xml"/><Relationship Id="rId3" Type="http://schemas.openxmlformats.org/officeDocument/2006/relationships/slideLayout" Target="../slideLayouts/slideLayout30.xml"/><Relationship Id="rId7" Type="http://schemas.openxmlformats.org/officeDocument/2006/relationships/slideLayout" Target="../slideLayouts/slideLayout34.xml"/><Relationship Id="rId2" Type="http://schemas.openxmlformats.org/officeDocument/2006/relationships/slideLayout" Target="../slideLayouts/slideLayout29.xml"/><Relationship Id="rId1" Type="http://schemas.openxmlformats.org/officeDocument/2006/relationships/slideLayout" Target="../slideLayouts/slideLayout28.xml"/><Relationship Id="rId6" Type="http://schemas.openxmlformats.org/officeDocument/2006/relationships/slideLayout" Target="../slideLayouts/slideLayout33.xml"/><Relationship Id="rId5" Type="http://schemas.openxmlformats.org/officeDocument/2006/relationships/slideLayout" Target="../slideLayouts/slideLayout32.xml"/><Relationship Id="rId4" Type="http://schemas.openxmlformats.org/officeDocument/2006/relationships/slideLayout" Target="../slideLayouts/slideLayout31.xml"/></Relationships>
</file>

<file path=ppt/slideMasters/_rels/slideMaster7.xml.rels><?xml version="1.0" encoding="UTF-8" standalone="yes"?>
<Relationships xmlns="http://schemas.openxmlformats.org/package/2006/relationships"><Relationship Id="rId3" Type="http://schemas.openxmlformats.org/officeDocument/2006/relationships/slideLayout" Target="../slideLayouts/slideLayout37.xml"/><Relationship Id="rId2" Type="http://schemas.openxmlformats.org/officeDocument/2006/relationships/slideLayout" Target="../slideLayouts/slideLayout36.xml"/><Relationship Id="rId1" Type="http://schemas.openxmlformats.org/officeDocument/2006/relationships/slideLayout" Target="../slideLayouts/slideLayout35.xml"/><Relationship Id="rId5" Type="http://schemas.openxmlformats.org/officeDocument/2006/relationships/theme" Target="../theme/theme7.xml"/><Relationship Id="rId4" Type="http://schemas.openxmlformats.org/officeDocument/2006/relationships/slideLayout" Target="../slideLayouts/slideLayout38.xml"/></Relationships>
</file>

<file path=ppt/slideMasters/_rels/slideMaster8.xml.rels><?xml version="1.0" encoding="UTF-8" standalone="yes"?>
<Relationships xmlns="http://schemas.openxmlformats.org/package/2006/relationships"><Relationship Id="rId3" Type="http://schemas.openxmlformats.org/officeDocument/2006/relationships/slideLayout" Target="../slideLayouts/slideLayout41.xml"/><Relationship Id="rId2" Type="http://schemas.openxmlformats.org/officeDocument/2006/relationships/slideLayout" Target="../slideLayouts/slideLayout40.xml"/><Relationship Id="rId1" Type="http://schemas.openxmlformats.org/officeDocument/2006/relationships/slideLayout" Target="../slideLayouts/slideLayout39.xml"/><Relationship Id="rId5" Type="http://schemas.openxmlformats.org/officeDocument/2006/relationships/theme" Target="../theme/theme8.xml"/><Relationship Id="rId4" Type="http://schemas.openxmlformats.org/officeDocument/2006/relationships/slideLayout" Target="../slideLayouts/slideLayout42.xml"/></Relationships>
</file>

<file path=ppt/slideMasters/_rels/slideMaster9.xml.rels><?xml version="1.0" encoding="UTF-8" standalone="yes"?>
<Relationships xmlns="http://schemas.openxmlformats.org/package/2006/relationships"><Relationship Id="rId3" Type="http://schemas.openxmlformats.org/officeDocument/2006/relationships/slideLayout" Target="../slideLayouts/slideLayout45.xml"/><Relationship Id="rId2" Type="http://schemas.openxmlformats.org/officeDocument/2006/relationships/slideLayout" Target="../slideLayouts/slideLayout44.xml"/><Relationship Id="rId1" Type="http://schemas.openxmlformats.org/officeDocument/2006/relationships/slideLayout" Target="../slideLayouts/slideLayout43.xml"/><Relationship Id="rId5" Type="http://schemas.openxmlformats.org/officeDocument/2006/relationships/theme" Target="../theme/theme9.xml"/><Relationship Id="rId4" Type="http://schemas.openxmlformats.org/officeDocument/2006/relationships/slideLayout" Target="../slideLayouts/slideLayout46.xml"/></Relationships>
</file>

<file path=ppt/slideMasters/_rels/slideMaster10.xml.rels><?xml version="1.0" encoding="UTF-8" standalone="yes"?>
<Relationships xmlns="http://schemas.openxmlformats.org/package/2006/relationships"><Relationship Id="rId3" Type="http://schemas.openxmlformats.org/officeDocument/2006/relationships/slideLayout" Target="../slideLayouts/slideLayout49.xml"/><Relationship Id="rId2" Type="http://schemas.openxmlformats.org/officeDocument/2006/relationships/slideLayout" Target="../slideLayouts/slideLayout48.xml"/><Relationship Id="rId1" Type="http://schemas.openxmlformats.org/officeDocument/2006/relationships/slideLayout" Target="../slideLayouts/slideLayout47.xml"/><Relationship Id="rId5" Type="http://schemas.openxmlformats.org/officeDocument/2006/relationships/theme" Target="../theme/theme10.xml"/><Relationship Id="rId4" Type="http://schemas.openxmlformats.org/officeDocument/2006/relationships/slideLayout" Target="../slideLayouts/slideLayout50.xml"/></Relationships>
</file>

<file path=ppt/slideMasters/_rels/slideMaster11.xml.rels><?xml version="1.0" encoding="UTF-8" standalone="yes"?>
<Relationships xmlns="http://schemas.openxmlformats.org/package/2006/relationships"><Relationship Id="rId3" Type="http://schemas.openxmlformats.org/officeDocument/2006/relationships/slideLayout" Target="../slideLayouts/slideLayout53.xml"/><Relationship Id="rId2" Type="http://schemas.openxmlformats.org/officeDocument/2006/relationships/slideLayout" Target="../slideLayouts/slideLayout52.xml"/><Relationship Id="rId1" Type="http://schemas.openxmlformats.org/officeDocument/2006/relationships/slideLayout" Target="../slideLayouts/slideLayout51.xml"/><Relationship Id="rId5" Type="http://schemas.openxmlformats.org/officeDocument/2006/relationships/theme" Target="../theme/theme11.xml"/><Relationship Id="rId4" Type="http://schemas.openxmlformats.org/officeDocument/2006/relationships/slideLayout" Target="../slideLayouts/slideLayout54.xml"/></Relationships>
</file>

<file path=ppt/slideMasters/_rels/slideMaster12.xml.rels><?xml version="1.0" encoding="UTF-8" standalone="yes"?>
<Relationships xmlns="http://schemas.openxmlformats.org/package/2006/relationships"><Relationship Id="rId8" Type="http://schemas.openxmlformats.org/officeDocument/2006/relationships/slideLayout" Target="../slideLayouts/slideLayout62.xml"/><Relationship Id="rId13" Type="http://schemas.openxmlformats.org/officeDocument/2006/relationships/slideLayout" Target="../slideLayouts/slideLayout67.xml"/><Relationship Id="rId18" Type="http://schemas.openxmlformats.org/officeDocument/2006/relationships/slideLayout" Target="../slideLayouts/slideLayout72.xml"/><Relationship Id="rId3" Type="http://schemas.openxmlformats.org/officeDocument/2006/relationships/slideLayout" Target="../slideLayouts/slideLayout57.xml"/><Relationship Id="rId21" Type="http://schemas.openxmlformats.org/officeDocument/2006/relationships/slideLayout" Target="../slideLayouts/slideLayout75.xml"/><Relationship Id="rId7" Type="http://schemas.openxmlformats.org/officeDocument/2006/relationships/slideLayout" Target="../slideLayouts/slideLayout61.xml"/><Relationship Id="rId12" Type="http://schemas.openxmlformats.org/officeDocument/2006/relationships/slideLayout" Target="../slideLayouts/slideLayout66.xml"/><Relationship Id="rId17" Type="http://schemas.openxmlformats.org/officeDocument/2006/relationships/slideLayout" Target="../slideLayouts/slideLayout71.xml"/><Relationship Id="rId2" Type="http://schemas.openxmlformats.org/officeDocument/2006/relationships/slideLayout" Target="../slideLayouts/slideLayout56.xml"/><Relationship Id="rId16" Type="http://schemas.openxmlformats.org/officeDocument/2006/relationships/slideLayout" Target="../slideLayouts/slideLayout70.xml"/><Relationship Id="rId20" Type="http://schemas.openxmlformats.org/officeDocument/2006/relationships/slideLayout" Target="../slideLayouts/slideLayout74.xml"/><Relationship Id="rId1" Type="http://schemas.openxmlformats.org/officeDocument/2006/relationships/slideLayout" Target="../slideLayouts/slideLayout55.xml"/><Relationship Id="rId6" Type="http://schemas.openxmlformats.org/officeDocument/2006/relationships/slideLayout" Target="../slideLayouts/slideLayout60.xml"/><Relationship Id="rId11" Type="http://schemas.openxmlformats.org/officeDocument/2006/relationships/slideLayout" Target="../slideLayouts/slideLayout65.xml"/><Relationship Id="rId24" Type="http://schemas.openxmlformats.org/officeDocument/2006/relationships/theme" Target="../theme/theme12.xml"/><Relationship Id="rId5" Type="http://schemas.openxmlformats.org/officeDocument/2006/relationships/slideLayout" Target="../slideLayouts/slideLayout59.xml"/><Relationship Id="rId15" Type="http://schemas.openxmlformats.org/officeDocument/2006/relationships/slideLayout" Target="../slideLayouts/slideLayout69.xml"/><Relationship Id="rId23" Type="http://schemas.openxmlformats.org/officeDocument/2006/relationships/slideLayout" Target="../slideLayouts/slideLayout77.xml"/><Relationship Id="rId10" Type="http://schemas.openxmlformats.org/officeDocument/2006/relationships/slideLayout" Target="../slideLayouts/slideLayout64.xml"/><Relationship Id="rId19" Type="http://schemas.openxmlformats.org/officeDocument/2006/relationships/slideLayout" Target="../slideLayouts/slideLayout73.xml"/><Relationship Id="rId4" Type="http://schemas.openxmlformats.org/officeDocument/2006/relationships/slideLayout" Target="../slideLayouts/slideLayout58.xml"/><Relationship Id="rId9" Type="http://schemas.openxmlformats.org/officeDocument/2006/relationships/slideLayout" Target="../slideLayouts/slideLayout63.xml"/><Relationship Id="rId14" Type="http://schemas.openxmlformats.org/officeDocument/2006/relationships/slideLayout" Target="../slideLayouts/slideLayout68.xml"/><Relationship Id="rId22" Type="http://schemas.openxmlformats.org/officeDocument/2006/relationships/slideLayout" Target="../slideLayouts/slideLayout7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3C70772-34E0-4A68-89C3-BBC53F5C80C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43036F2-8B77-4D13-810C-85EC06E9AF3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C1B1C72-D5B7-471F-ACB0-61100BC1AA6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3E7DF54-8ACD-41DC-BDB1-8185A13E0CD9}" type="datetimeFigureOut">
              <a:rPr lang="en-US" smtClean="0"/>
              <a:t>7/17/2026</a:t>
            </a:fld>
            <a:endParaRPr lang="en-US"/>
          </a:p>
        </p:txBody>
      </p:sp>
      <p:sp>
        <p:nvSpPr>
          <p:cNvPr id="5" name="Footer Placeholder 4">
            <a:extLst>
              <a:ext uri="{FF2B5EF4-FFF2-40B4-BE49-F238E27FC236}">
                <a16:creationId xmlns:a16="http://schemas.microsoft.com/office/drawing/2014/main" id="{73493B4A-5727-4646-9803-5ADC800F233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2B1CF831-17B5-4E2E-9FD4-5C603A32036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9AF2C68-7307-4ABC-ACA5-6121DB7623C3}" type="slidenum">
              <a:rPr lang="en-US" smtClean="0"/>
              <a:t>‹#›</a:t>
            </a:fld>
            <a:endParaRPr lang="en-US"/>
          </a:p>
        </p:txBody>
      </p:sp>
    </p:spTree>
    <p:extLst>
      <p:ext uri="{BB962C8B-B14F-4D97-AF65-F5344CB8AC3E}">
        <p14:creationId xmlns:p14="http://schemas.microsoft.com/office/powerpoint/2010/main" val="2983454132"/>
      </p:ext>
    </p:extLst>
  </p:cSld>
  <p:clrMap bg1="lt1" tx1="dk1" bg2="lt2" tx2="dk2" accent1="accent1" accent2="accent2" accent3="accent3" accent4="accent4" accent5="accent5" accent6="accent6" hlink="hlink" folHlink="folHlink"/>
  <p:sldLayoutIdLst>
    <p:sldLayoutId id="2147483869" r:id="rId1"/>
    <p:sldLayoutId id="2147483870" r:id="rId2"/>
    <p:sldLayoutId id="2147483871" r:id="rId3"/>
    <p:sldLayoutId id="2147483872" r:id="rId4"/>
    <p:sldLayoutId id="2147483873" r:id="rId5"/>
    <p:sldLayoutId id="2147483874" r:id="rId6"/>
    <p:sldLayoutId id="2147483875" r:id="rId7"/>
    <p:sldLayoutId id="2147483876" r:id="rId8"/>
    <p:sldLayoutId id="2147483877" r:id="rId9"/>
    <p:sldLayoutId id="2147483878" r:id="rId10"/>
    <p:sldLayoutId id="214748387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C19571F-E128-4FF8-A846-91352A101459}"/>
              </a:ext>
            </a:extLst>
          </p:cNvPr>
          <p:cNvSpPr>
            <a:spLocks noGrp="1"/>
          </p:cNvSpPr>
          <p:nvPr>
            <p:ph type="title"/>
          </p:nvPr>
        </p:nvSpPr>
        <p:spPr>
          <a:xfrm>
            <a:off x="515939" y="210344"/>
            <a:ext cx="9898061" cy="984247"/>
          </a:xfrm>
          <a:prstGeom prst="rect">
            <a:avLst/>
          </a:prstGeom>
        </p:spPr>
        <p:txBody>
          <a:bodyPr vert="horz" lIns="0" tIns="0" rIns="0" bIns="0" rtlCol="0" anchor="b" anchorCtr="0">
            <a:noAutofit/>
          </a:bodyPr>
          <a:lstStyle/>
          <a:p>
            <a:r>
              <a:rPr lang="en-US"/>
              <a:t>Click to edit Master title style</a:t>
            </a:r>
            <a:endParaRPr lang="en-GB" dirty="0"/>
          </a:p>
        </p:txBody>
      </p:sp>
      <p:sp>
        <p:nvSpPr>
          <p:cNvPr id="3" name="Text Placeholder 2">
            <a:extLst>
              <a:ext uri="{FF2B5EF4-FFF2-40B4-BE49-F238E27FC236}">
                <a16:creationId xmlns:a16="http://schemas.microsoft.com/office/drawing/2014/main" id="{5B5EE3A9-E955-4AFD-9C72-3106238E9A39}"/>
              </a:ext>
            </a:extLst>
          </p:cNvPr>
          <p:cNvSpPr>
            <a:spLocks noGrp="1"/>
          </p:cNvSpPr>
          <p:nvPr>
            <p:ph type="body" idx="1"/>
          </p:nvPr>
        </p:nvSpPr>
        <p:spPr>
          <a:xfrm>
            <a:off x="515937" y="1695450"/>
            <a:ext cx="9898063" cy="4587081"/>
          </a:xfrm>
          <a:prstGeom prst="rect">
            <a:avLst/>
          </a:prstGeom>
        </p:spPr>
        <p:txBody>
          <a:bodyPr vert="horz" lIns="0" tIns="0" rIns="0" bIns="0" rtlCol="0" anchor="t" anchorCtr="0">
            <a:no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Footer Placeholder 4">
            <a:extLst>
              <a:ext uri="{FF2B5EF4-FFF2-40B4-BE49-F238E27FC236}">
                <a16:creationId xmlns:a16="http://schemas.microsoft.com/office/drawing/2014/main" id="{1317185E-8EC7-42C4-875B-7957276D6024}"/>
              </a:ext>
            </a:extLst>
          </p:cNvPr>
          <p:cNvSpPr>
            <a:spLocks noGrp="1"/>
          </p:cNvSpPr>
          <p:nvPr>
            <p:ph type="ftr" sz="quarter" idx="3"/>
          </p:nvPr>
        </p:nvSpPr>
        <p:spPr>
          <a:xfrm>
            <a:off x="7077073" y="6297521"/>
            <a:ext cx="4201727" cy="365125"/>
          </a:xfrm>
          <a:prstGeom prst="rect">
            <a:avLst/>
          </a:prstGeom>
        </p:spPr>
        <p:txBody>
          <a:bodyPr vert="horz" lIns="0" tIns="0" rIns="0" bIns="0" rtlCol="0" anchor="b" anchorCtr="0">
            <a:noAutofit/>
          </a:bodyPr>
          <a:lstStyle>
            <a:lvl1pPr algn="r">
              <a:defRPr sz="800">
                <a:solidFill>
                  <a:schemeClr val="tx1"/>
                </a:solidFill>
              </a:defRPr>
            </a:lvl1pPr>
          </a:lstStyle>
          <a:p>
            <a:r>
              <a:rPr lang="en-GB" dirty="0"/>
              <a:t>Presentation title in footer</a:t>
            </a:r>
          </a:p>
        </p:txBody>
      </p:sp>
      <p:sp>
        <p:nvSpPr>
          <p:cNvPr id="6" name="Slide Number Placeholder 5">
            <a:extLst>
              <a:ext uri="{FF2B5EF4-FFF2-40B4-BE49-F238E27FC236}">
                <a16:creationId xmlns:a16="http://schemas.microsoft.com/office/drawing/2014/main" id="{96A505A6-DE1E-455A-9F96-B1BC2DE26A3C}"/>
              </a:ext>
            </a:extLst>
          </p:cNvPr>
          <p:cNvSpPr>
            <a:spLocks noGrp="1"/>
          </p:cNvSpPr>
          <p:nvPr>
            <p:ph type="sldNum" sz="quarter" idx="4"/>
          </p:nvPr>
        </p:nvSpPr>
        <p:spPr>
          <a:xfrm>
            <a:off x="11278800" y="6297521"/>
            <a:ext cx="397261" cy="365125"/>
          </a:xfrm>
          <a:prstGeom prst="rect">
            <a:avLst/>
          </a:prstGeom>
        </p:spPr>
        <p:txBody>
          <a:bodyPr vert="horz" lIns="0" tIns="0" rIns="0" bIns="0" rtlCol="0" anchor="b" anchorCtr="0">
            <a:noAutofit/>
          </a:bodyPr>
          <a:lstStyle>
            <a:lvl1pPr algn="r">
              <a:defRPr sz="800">
                <a:solidFill>
                  <a:schemeClr val="tx1"/>
                </a:solidFill>
              </a:defRPr>
            </a:lvl1pPr>
          </a:lstStyle>
          <a:p>
            <a:fld id="{F4C94289-3309-4C35-850A-56FD49B3E346}" type="slidenum">
              <a:rPr lang="en-GB" smtClean="0"/>
              <a:pPr/>
              <a:t>‹#›</a:t>
            </a:fld>
            <a:endParaRPr lang="en-GB" dirty="0"/>
          </a:p>
        </p:txBody>
      </p:sp>
      <p:sp>
        <p:nvSpPr>
          <p:cNvPr id="9" name="TextBox 8">
            <a:extLst>
              <a:ext uri="{FF2B5EF4-FFF2-40B4-BE49-F238E27FC236}">
                <a16:creationId xmlns:a16="http://schemas.microsoft.com/office/drawing/2014/main" id="{E1E89007-8C14-45BA-9B75-C9A19A48430E}"/>
              </a:ext>
            </a:extLst>
          </p:cNvPr>
          <p:cNvSpPr txBox="1"/>
          <p:nvPr userDrawn="1"/>
        </p:nvSpPr>
        <p:spPr>
          <a:xfrm>
            <a:off x="515938" y="6282531"/>
            <a:ext cx="1799722" cy="365125"/>
          </a:xfrm>
          <a:prstGeom prst="rect">
            <a:avLst/>
          </a:prstGeom>
          <a:noFill/>
        </p:spPr>
        <p:txBody>
          <a:bodyPr wrap="square" lIns="0" tIns="0" rIns="0" bIns="0" rtlCol="0" anchor="b" anchorCtr="0">
            <a:noAutofit/>
          </a:bodyPr>
          <a:lstStyle/>
          <a:p>
            <a:r>
              <a:rPr lang="en-GB" sz="800" dirty="0"/>
              <a:t>© </a:t>
            </a:r>
            <a:r>
              <a:rPr lang="en-GB" sz="800" dirty="0" err="1"/>
              <a:t>JTI</a:t>
            </a:r>
            <a:r>
              <a:rPr lang="en-GB" sz="800" dirty="0"/>
              <a:t> 2019 Confidential </a:t>
            </a:r>
          </a:p>
        </p:txBody>
      </p:sp>
      <p:cxnSp>
        <p:nvCxnSpPr>
          <p:cNvPr id="11" name="Straight Connector 10">
            <a:extLst>
              <a:ext uri="{FF2B5EF4-FFF2-40B4-BE49-F238E27FC236}">
                <a16:creationId xmlns:a16="http://schemas.microsoft.com/office/drawing/2014/main" id="{4B558707-958B-46B5-B09F-9B53C1657C43}"/>
              </a:ext>
            </a:extLst>
          </p:cNvPr>
          <p:cNvCxnSpPr/>
          <p:nvPr userDrawn="1"/>
        </p:nvCxnSpPr>
        <p:spPr>
          <a:xfrm>
            <a:off x="515937" y="1343026"/>
            <a:ext cx="11160126"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E1E89007-8C14-45BA-9B75-C9A19A48430E}"/>
              </a:ext>
            </a:extLst>
          </p:cNvPr>
          <p:cNvSpPr txBox="1"/>
          <p:nvPr userDrawn="1"/>
        </p:nvSpPr>
        <p:spPr>
          <a:xfrm>
            <a:off x="4703985" y="6535710"/>
            <a:ext cx="2802070" cy="276836"/>
          </a:xfrm>
          <a:prstGeom prst="rect">
            <a:avLst/>
          </a:prstGeom>
          <a:noFill/>
        </p:spPr>
        <p:txBody>
          <a:bodyPr wrap="square" lIns="0" tIns="0" rIns="0" bIns="0" rtlCol="0" anchor="t" anchorCtr="0">
            <a:noAutofit/>
          </a:bodyPr>
          <a:lstStyle/>
          <a:p>
            <a:pPr algn="ctr"/>
            <a:r>
              <a:rPr lang="en-US" sz="1000" dirty="0">
                <a:latin typeface="+mn-lt"/>
                <a:ea typeface="Roboto" charset="0"/>
                <a:cs typeface="Roboto" charset="0"/>
              </a:rPr>
              <a:t>Simplify, Standardize, Accelerate </a:t>
            </a:r>
          </a:p>
        </p:txBody>
      </p:sp>
    </p:spTree>
    <p:extLst>
      <p:ext uri="{BB962C8B-B14F-4D97-AF65-F5344CB8AC3E}">
        <p14:creationId xmlns:p14="http://schemas.microsoft.com/office/powerpoint/2010/main" val="3279377786"/>
      </p:ext>
    </p:extLst>
  </p:cSld>
  <p:clrMap bg1="lt1" tx1="dk1" bg2="lt2" tx2="dk2" accent1="accent1" accent2="accent2" accent3="accent3" accent4="accent4" accent5="accent5" accent6="accent6" hlink="hlink" folHlink="folHlink"/>
  <p:sldLayoutIdLst>
    <p:sldLayoutId id="2147483812" r:id="rId1"/>
    <p:sldLayoutId id="2147483813" r:id="rId2"/>
    <p:sldLayoutId id="2147483814" r:id="rId3"/>
    <p:sldLayoutId id="2147483815" r:id="rId4"/>
  </p:sldLayoutIdLst>
  <p:hf hdr="0"/>
  <p:txStyles>
    <p:title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0" indent="0" algn="l" defTabSz="914400" rtl="0" eaLnBrk="1" latinLnBrk="0" hangingPunct="1">
        <a:lnSpc>
          <a:spcPct val="100000"/>
        </a:lnSpc>
        <a:spcBef>
          <a:spcPts val="1200"/>
        </a:spcBef>
        <a:buFont typeface="Arial" panose="020B0604020202020204" pitchFamily="34" charset="0"/>
        <a:buNone/>
        <a:defRPr sz="1800" kern="1200">
          <a:solidFill>
            <a:schemeClr val="tx1"/>
          </a:solidFill>
          <a:latin typeface="+mn-lt"/>
          <a:ea typeface="+mn-ea"/>
          <a:cs typeface="+mn-cs"/>
        </a:defRPr>
      </a:lvl1pPr>
      <a:lvl2pPr marL="179388" indent="-179388"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2pPr>
      <a:lvl3pPr marL="207963" indent="182563" algn="l" defTabSz="914400" rtl="0" eaLnBrk="1" latinLnBrk="0" hangingPunct="1">
        <a:lnSpc>
          <a:spcPct val="100000"/>
        </a:lnSpc>
        <a:spcBef>
          <a:spcPts val="400"/>
        </a:spcBef>
        <a:buFont typeface="Arial" panose="020B0604020202020204" pitchFamily="34" charset="0"/>
        <a:buChar char="•"/>
        <a:defRPr sz="1600" kern="1200">
          <a:solidFill>
            <a:schemeClr val="tx1"/>
          </a:solidFill>
          <a:latin typeface="+mn-lt"/>
          <a:ea typeface="+mn-ea"/>
          <a:cs typeface="+mn-cs"/>
        </a:defRPr>
      </a:lvl3pPr>
      <a:lvl4pPr marL="608013" indent="-198438" algn="l" defTabSz="914400" rtl="0" eaLnBrk="1" latinLnBrk="0" hangingPunct="1">
        <a:lnSpc>
          <a:spcPct val="100000"/>
        </a:lnSpc>
        <a:spcBef>
          <a:spcPts val="400"/>
        </a:spcBef>
        <a:buFont typeface="Arial" panose="020B0604020202020204" pitchFamily="34" charset="0"/>
        <a:buChar char="•"/>
        <a:defRPr sz="1400" kern="1200">
          <a:solidFill>
            <a:schemeClr val="tx1"/>
          </a:solidFill>
          <a:latin typeface="+mn-lt"/>
          <a:ea typeface="+mn-ea"/>
          <a:cs typeface="+mn-cs"/>
        </a:defRPr>
      </a:lvl4pPr>
      <a:lvl5pPr marL="831850" indent="-204788" algn="l" defTabSz="914400" rtl="0" eaLnBrk="1" latinLnBrk="0" hangingPunct="1">
        <a:lnSpc>
          <a:spcPct val="100000"/>
        </a:lnSpc>
        <a:spcBef>
          <a:spcPts val="4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325">
          <p15:clr>
            <a:srgbClr val="F26B43"/>
          </p15:clr>
        </p15:guide>
        <p15:guide id="3" pos="7355">
          <p15:clr>
            <a:srgbClr val="F26B43"/>
          </p15:clr>
        </p15:guide>
        <p15:guide id="4" pos="3364">
          <p15:clr>
            <a:srgbClr val="F26B43"/>
          </p15:clr>
        </p15:guide>
        <p15:guide id="5" pos="3522">
          <p15:clr>
            <a:srgbClr val="F26B43"/>
          </p15:clr>
        </p15:guide>
        <p15:guide id="6" orient="horz" pos="1068">
          <p15:clr>
            <a:srgbClr val="F26B43"/>
          </p15:clr>
        </p15:guide>
        <p15:guide id="7" orient="horz" pos="3959">
          <p15:clr>
            <a:srgbClr val="F26B43"/>
          </p15:clr>
        </p15:guide>
        <p15:guide id="8" pos="3840">
          <p15:clr>
            <a:srgbClr val="F26B43"/>
          </p15:clr>
        </p15:guide>
        <p15:guide id="9" orient="horz" pos="2160">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C19571F-E128-4FF8-A846-91352A101459}"/>
              </a:ext>
            </a:extLst>
          </p:cNvPr>
          <p:cNvSpPr>
            <a:spLocks noGrp="1"/>
          </p:cNvSpPr>
          <p:nvPr>
            <p:ph type="title"/>
          </p:nvPr>
        </p:nvSpPr>
        <p:spPr>
          <a:xfrm>
            <a:off x="515939" y="210344"/>
            <a:ext cx="9898061" cy="984247"/>
          </a:xfrm>
          <a:prstGeom prst="rect">
            <a:avLst/>
          </a:prstGeom>
        </p:spPr>
        <p:txBody>
          <a:bodyPr vert="horz" lIns="0" tIns="0" rIns="0" bIns="0" rtlCol="0" anchor="b" anchorCtr="0">
            <a:noAutofit/>
          </a:bodyPr>
          <a:lstStyle/>
          <a:p>
            <a:r>
              <a:rPr lang="en-US"/>
              <a:t>Click to edit Master title style</a:t>
            </a:r>
            <a:endParaRPr lang="en-GB" dirty="0"/>
          </a:p>
        </p:txBody>
      </p:sp>
      <p:sp>
        <p:nvSpPr>
          <p:cNvPr id="3" name="Text Placeholder 2">
            <a:extLst>
              <a:ext uri="{FF2B5EF4-FFF2-40B4-BE49-F238E27FC236}">
                <a16:creationId xmlns:a16="http://schemas.microsoft.com/office/drawing/2014/main" id="{5B5EE3A9-E955-4AFD-9C72-3106238E9A39}"/>
              </a:ext>
            </a:extLst>
          </p:cNvPr>
          <p:cNvSpPr>
            <a:spLocks noGrp="1"/>
          </p:cNvSpPr>
          <p:nvPr>
            <p:ph type="body" idx="1"/>
          </p:nvPr>
        </p:nvSpPr>
        <p:spPr>
          <a:xfrm>
            <a:off x="515937" y="1695450"/>
            <a:ext cx="9898063" cy="4587081"/>
          </a:xfrm>
          <a:prstGeom prst="rect">
            <a:avLst/>
          </a:prstGeom>
        </p:spPr>
        <p:txBody>
          <a:bodyPr vert="horz" lIns="0" tIns="0" rIns="0" bIns="0" rtlCol="0" anchor="t" anchorCtr="0">
            <a:no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Footer Placeholder 4">
            <a:extLst>
              <a:ext uri="{FF2B5EF4-FFF2-40B4-BE49-F238E27FC236}">
                <a16:creationId xmlns:a16="http://schemas.microsoft.com/office/drawing/2014/main" id="{1317185E-8EC7-42C4-875B-7957276D6024}"/>
              </a:ext>
            </a:extLst>
          </p:cNvPr>
          <p:cNvSpPr>
            <a:spLocks noGrp="1"/>
          </p:cNvSpPr>
          <p:nvPr>
            <p:ph type="ftr" sz="quarter" idx="3"/>
          </p:nvPr>
        </p:nvSpPr>
        <p:spPr>
          <a:xfrm>
            <a:off x="7077073" y="6297521"/>
            <a:ext cx="4201727" cy="365125"/>
          </a:xfrm>
          <a:prstGeom prst="rect">
            <a:avLst/>
          </a:prstGeom>
        </p:spPr>
        <p:txBody>
          <a:bodyPr vert="horz" lIns="0" tIns="0" rIns="0" bIns="0" rtlCol="0" anchor="b" anchorCtr="0">
            <a:noAutofit/>
          </a:bodyPr>
          <a:lstStyle>
            <a:lvl1pPr algn="r">
              <a:defRPr sz="800">
                <a:solidFill>
                  <a:schemeClr val="tx1"/>
                </a:solidFill>
              </a:defRPr>
            </a:lvl1pPr>
          </a:lstStyle>
          <a:p>
            <a:r>
              <a:rPr lang="en-GB" dirty="0"/>
              <a:t>Presentation title in footer</a:t>
            </a:r>
          </a:p>
        </p:txBody>
      </p:sp>
      <p:sp>
        <p:nvSpPr>
          <p:cNvPr id="6" name="Slide Number Placeholder 5">
            <a:extLst>
              <a:ext uri="{FF2B5EF4-FFF2-40B4-BE49-F238E27FC236}">
                <a16:creationId xmlns:a16="http://schemas.microsoft.com/office/drawing/2014/main" id="{96A505A6-DE1E-455A-9F96-B1BC2DE26A3C}"/>
              </a:ext>
            </a:extLst>
          </p:cNvPr>
          <p:cNvSpPr>
            <a:spLocks noGrp="1"/>
          </p:cNvSpPr>
          <p:nvPr>
            <p:ph type="sldNum" sz="quarter" idx="4"/>
          </p:nvPr>
        </p:nvSpPr>
        <p:spPr>
          <a:xfrm>
            <a:off x="11278800" y="6297521"/>
            <a:ext cx="397261" cy="365125"/>
          </a:xfrm>
          <a:prstGeom prst="rect">
            <a:avLst/>
          </a:prstGeom>
        </p:spPr>
        <p:txBody>
          <a:bodyPr vert="horz" lIns="0" tIns="0" rIns="0" bIns="0" rtlCol="0" anchor="b" anchorCtr="0">
            <a:noAutofit/>
          </a:bodyPr>
          <a:lstStyle>
            <a:lvl1pPr algn="r">
              <a:defRPr sz="800">
                <a:solidFill>
                  <a:schemeClr val="tx1"/>
                </a:solidFill>
              </a:defRPr>
            </a:lvl1pPr>
          </a:lstStyle>
          <a:p>
            <a:fld id="{F4C94289-3309-4C35-850A-56FD49B3E346}" type="slidenum">
              <a:rPr lang="en-GB" smtClean="0"/>
              <a:pPr/>
              <a:t>‹#›</a:t>
            </a:fld>
            <a:endParaRPr lang="en-GB" dirty="0"/>
          </a:p>
        </p:txBody>
      </p:sp>
      <p:sp>
        <p:nvSpPr>
          <p:cNvPr id="9" name="TextBox 8">
            <a:extLst>
              <a:ext uri="{FF2B5EF4-FFF2-40B4-BE49-F238E27FC236}">
                <a16:creationId xmlns:a16="http://schemas.microsoft.com/office/drawing/2014/main" id="{E1E89007-8C14-45BA-9B75-C9A19A48430E}"/>
              </a:ext>
            </a:extLst>
          </p:cNvPr>
          <p:cNvSpPr txBox="1"/>
          <p:nvPr userDrawn="1"/>
        </p:nvSpPr>
        <p:spPr>
          <a:xfrm>
            <a:off x="515938" y="6282531"/>
            <a:ext cx="1799722" cy="365125"/>
          </a:xfrm>
          <a:prstGeom prst="rect">
            <a:avLst/>
          </a:prstGeom>
          <a:noFill/>
        </p:spPr>
        <p:txBody>
          <a:bodyPr wrap="square" lIns="0" tIns="0" rIns="0" bIns="0" rtlCol="0" anchor="b" anchorCtr="0">
            <a:noAutofit/>
          </a:bodyPr>
          <a:lstStyle/>
          <a:p>
            <a:r>
              <a:rPr lang="en-GB" sz="800" dirty="0"/>
              <a:t>© </a:t>
            </a:r>
            <a:r>
              <a:rPr lang="en-GB" sz="800" dirty="0" err="1"/>
              <a:t>JTI</a:t>
            </a:r>
            <a:r>
              <a:rPr lang="en-GB" sz="800" dirty="0"/>
              <a:t> 2019 Confidential </a:t>
            </a:r>
          </a:p>
        </p:txBody>
      </p:sp>
      <p:cxnSp>
        <p:nvCxnSpPr>
          <p:cNvPr id="11" name="Straight Connector 10">
            <a:extLst>
              <a:ext uri="{FF2B5EF4-FFF2-40B4-BE49-F238E27FC236}">
                <a16:creationId xmlns:a16="http://schemas.microsoft.com/office/drawing/2014/main" id="{4B558707-958B-46B5-B09F-9B53C1657C43}"/>
              </a:ext>
            </a:extLst>
          </p:cNvPr>
          <p:cNvCxnSpPr/>
          <p:nvPr userDrawn="1"/>
        </p:nvCxnSpPr>
        <p:spPr>
          <a:xfrm>
            <a:off x="515937" y="1343026"/>
            <a:ext cx="11160126"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E1E89007-8C14-45BA-9B75-C9A19A48430E}"/>
              </a:ext>
            </a:extLst>
          </p:cNvPr>
          <p:cNvSpPr txBox="1"/>
          <p:nvPr userDrawn="1"/>
        </p:nvSpPr>
        <p:spPr>
          <a:xfrm>
            <a:off x="4703985" y="6535710"/>
            <a:ext cx="2802070" cy="276836"/>
          </a:xfrm>
          <a:prstGeom prst="rect">
            <a:avLst/>
          </a:prstGeom>
          <a:noFill/>
        </p:spPr>
        <p:txBody>
          <a:bodyPr wrap="square" lIns="0" tIns="0" rIns="0" bIns="0" rtlCol="0" anchor="t" anchorCtr="0">
            <a:noAutofit/>
          </a:bodyPr>
          <a:lstStyle/>
          <a:p>
            <a:pPr algn="ctr"/>
            <a:r>
              <a:rPr lang="en-US" sz="1000" dirty="0">
                <a:latin typeface="+mn-lt"/>
                <a:ea typeface="Roboto" charset="0"/>
                <a:cs typeface="Roboto" charset="0"/>
              </a:rPr>
              <a:t>Simplify, Standardize, Accelerate </a:t>
            </a:r>
          </a:p>
        </p:txBody>
      </p:sp>
    </p:spTree>
    <p:extLst>
      <p:ext uri="{BB962C8B-B14F-4D97-AF65-F5344CB8AC3E}">
        <p14:creationId xmlns:p14="http://schemas.microsoft.com/office/powerpoint/2010/main" val="521844632"/>
      </p:ext>
    </p:extLst>
  </p:cSld>
  <p:clrMap bg1="lt1" tx1="dk1" bg2="lt2" tx2="dk2" accent1="accent1" accent2="accent2" accent3="accent3" accent4="accent4" accent5="accent5" accent6="accent6" hlink="hlink" folHlink="folHlink"/>
  <p:sldLayoutIdLst>
    <p:sldLayoutId id="2147483817" r:id="rId1"/>
    <p:sldLayoutId id="2147483818" r:id="rId2"/>
    <p:sldLayoutId id="2147483819" r:id="rId3"/>
    <p:sldLayoutId id="2147483820" r:id="rId4"/>
  </p:sldLayoutIdLst>
  <p:hf hdr="0"/>
  <p:txStyles>
    <p:title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0" indent="0" algn="l" defTabSz="914400" rtl="0" eaLnBrk="1" latinLnBrk="0" hangingPunct="1">
        <a:lnSpc>
          <a:spcPct val="100000"/>
        </a:lnSpc>
        <a:spcBef>
          <a:spcPts val="1200"/>
        </a:spcBef>
        <a:buFont typeface="Arial" panose="020B0604020202020204" pitchFamily="34" charset="0"/>
        <a:buNone/>
        <a:defRPr sz="1800" kern="1200">
          <a:solidFill>
            <a:schemeClr val="tx1"/>
          </a:solidFill>
          <a:latin typeface="+mn-lt"/>
          <a:ea typeface="+mn-ea"/>
          <a:cs typeface="+mn-cs"/>
        </a:defRPr>
      </a:lvl1pPr>
      <a:lvl2pPr marL="179388" indent="-179388"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2pPr>
      <a:lvl3pPr marL="207963" indent="182563" algn="l" defTabSz="914400" rtl="0" eaLnBrk="1" latinLnBrk="0" hangingPunct="1">
        <a:lnSpc>
          <a:spcPct val="100000"/>
        </a:lnSpc>
        <a:spcBef>
          <a:spcPts val="400"/>
        </a:spcBef>
        <a:buFont typeface="Arial" panose="020B0604020202020204" pitchFamily="34" charset="0"/>
        <a:buChar char="•"/>
        <a:defRPr sz="1600" kern="1200">
          <a:solidFill>
            <a:schemeClr val="tx1"/>
          </a:solidFill>
          <a:latin typeface="+mn-lt"/>
          <a:ea typeface="+mn-ea"/>
          <a:cs typeface="+mn-cs"/>
        </a:defRPr>
      </a:lvl3pPr>
      <a:lvl4pPr marL="608013" indent="-198438" algn="l" defTabSz="914400" rtl="0" eaLnBrk="1" latinLnBrk="0" hangingPunct="1">
        <a:lnSpc>
          <a:spcPct val="100000"/>
        </a:lnSpc>
        <a:spcBef>
          <a:spcPts val="400"/>
        </a:spcBef>
        <a:buFont typeface="Arial" panose="020B0604020202020204" pitchFamily="34" charset="0"/>
        <a:buChar char="•"/>
        <a:defRPr sz="1400" kern="1200">
          <a:solidFill>
            <a:schemeClr val="tx1"/>
          </a:solidFill>
          <a:latin typeface="+mn-lt"/>
          <a:ea typeface="+mn-ea"/>
          <a:cs typeface="+mn-cs"/>
        </a:defRPr>
      </a:lvl4pPr>
      <a:lvl5pPr marL="831850" indent="-204788" algn="l" defTabSz="914400" rtl="0" eaLnBrk="1" latinLnBrk="0" hangingPunct="1">
        <a:lnSpc>
          <a:spcPct val="100000"/>
        </a:lnSpc>
        <a:spcBef>
          <a:spcPts val="4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325">
          <p15:clr>
            <a:srgbClr val="F26B43"/>
          </p15:clr>
        </p15:guide>
        <p15:guide id="3" pos="7355">
          <p15:clr>
            <a:srgbClr val="F26B43"/>
          </p15:clr>
        </p15:guide>
        <p15:guide id="4" pos="3364">
          <p15:clr>
            <a:srgbClr val="F26B43"/>
          </p15:clr>
        </p15:guide>
        <p15:guide id="5" pos="3522">
          <p15:clr>
            <a:srgbClr val="F26B43"/>
          </p15:clr>
        </p15:guide>
        <p15:guide id="6" orient="horz" pos="1068">
          <p15:clr>
            <a:srgbClr val="F26B43"/>
          </p15:clr>
        </p15:guide>
        <p15:guide id="7" orient="horz" pos="3959">
          <p15:clr>
            <a:srgbClr val="F26B43"/>
          </p15:clr>
        </p15:guide>
        <p15:guide id="8" pos="3840">
          <p15:clr>
            <a:srgbClr val="F26B43"/>
          </p15:clr>
        </p15:guide>
        <p15:guide id="9" orient="horz" pos="2160">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C19571F-E128-4FF8-A846-91352A101459}"/>
              </a:ext>
            </a:extLst>
          </p:cNvPr>
          <p:cNvSpPr>
            <a:spLocks noGrp="1"/>
          </p:cNvSpPr>
          <p:nvPr>
            <p:ph type="title"/>
          </p:nvPr>
        </p:nvSpPr>
        <p:spPr>
          <a:xfrm>
            <a:off x="515939" y="210344"/>
            <a:ext cx="9898061" cy="984247"/>
          </a:xfrm>
          <a:prstGeom prst="rect">
            <a:avLst/>
          </a:prstGeom>
        </p:spPr>
        <p:txBody>
          <a:bodyPr vert="horz" lIns="0" tIns="0" rIns="0" bIns="0" rtlCol="0" anchor="b" anchorCtr="0">
            <a:noAutofit/>
          </a:bodyPr>
          <a:lstStyle/>
          <a:p>
            <a:r>
              <a:rPr lang="en-US"/>
              <a:t>Click to edit Master title style</a:t>
            </a:r>
            <a:endParaRPr lang="en-GB" dirty="0"/>
          </a:p>
        </p:txBody>
      </p:sp>
      <p:sp>
        <p:nvSpPr>
          <p:cNvPr id="3" name="Text Placeholder 2">
            <a:extLst>
              <a:ext uri="{FF2B5EF4-FFF2-40B4-BE49-F238E27FC236}">
                <a16:creationId xmlns:a16="http://schemas.microsoft.com/office/drawing/2014/main" id="{5B5EE3A9-E955-4AFD-9C72-3106238E9A39}"/>
              </a:ext>
            </a:extLst>
          </p:cNvPr>
          <p:cNvSpPr>
            <a:spLocks noGrp="1"/>
          </p:cNvSpPr>
          <p:nvPr>
            <p:ph type="body" idx="1"/>
          </p:nvPr>
        </p:nvSpPr>
        <p:spPr>
          <a:xfrm>
            <a:off x="515937" y="1695450"/>
            <a:ext cx="9898063" cy="4587081"/>
          </a:xfrm>
          <a:prstGeom prst="rect">
            <a:avLst/>
          </a:prstGeom>
        </p:spPr>
        <p:txBody>
          <a:bodyPr vert="horz" lIns="0" tIns="0" rIns="0" bIns="0" rtlCol="0" anchor="t" anchorCtr="0">
            <a:no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Footer Placeholder 4">
            <a:extLst>
              <a:ext uri="{FF2B5EF4-FFF2-40B4-BE49-F238E27FC236}">
                <a16:creationId xmlns:a16="http://schemas.microsoft.com/office/drawing/2014/main" id="{1317185E-8EC7-42C4-875B-7957276D6024}"/>
              </a:ext>
            </a:extLst>
          </p:cNvPr>
          <p:cNvSpPr>
            <a:spLocks noGrp="1"/>
          </p:cNvSpPr>
          <p:nvPr>
            <p:ph type="ftr" sz="quarter" idx="3"/>
          </p:nvPr>
        </p:nvSpPr>
        <p:spPr>
          <a:xfrm>
            <a:off x="7077073" y="6297521"/>
            <a:ext cx="4201727" cy="365125"/>
          </a:xfrm>
          <a:prstGeom prst="rect">
            <a:avLst/>
          </a:prstGeom>
        </p:spPr>
        <p:txBody>
          <a:bodyPr vert="horz" lIns="0" tIns="0" rIns="0" bIns="0" rtlCol="0" anchor="b" anchorCtr="0">
            <a:noAutofit/>
          </a:bodyPr>
          <a:lstStyle>
            <a:lvl1pPr algn="r">
              <a:defRPr sz="800">
                <a:solidFill>
                  <a:schemeClr val="tx1"/>
                </a:solidFill>
              </a:defRPr>
            </a:lvl1pPr>
          </a:lstStyle>
          <a:p>
            <a:r>
              <a:rPr lang="en-GB" dirty="0"/>
              <a:t>Presentation title in footer</a:t>
            </a:r>
          </a:p>
        </p:txBody>
      </p:sp>
      <p:sp>
        <p:nvSpPr>
          <p:cNvPr id="6" name="Slide Number Placeholder 5">
            <a:extLst>
              <a:ext uri="{FF2B5EF4-FFF2-40B4-BE49-F238E27FC236}">
                <a16:creationId xmlns:a16="http://schemas.microsoft.com/office/drawing/2014/main" id="{96A505A6-DE1E-455A-9F96-B1BC2DE26A3C}"/>
              </a:ext>
            </a:extLst>
          </p:cNvPr>
          <p:cNvSpPr>
            <a:spLocks noGrp="1"/>
          </p:cNvSpPr>
          <p:nvPr>
            <p:ph type="sldNum" sz="quarter" idx="4"/>
          </p:nvPr>
        </p:nvSpPr>
        <p:spPr>
          <a:xfrm>
            <a:off x="11278800" y="6297521"/>
            <a:ext cx="397261" cy="365125"/>
          </a:xfrm>
          <a:prstGeom prst="rect">
            <a:avLst/>
          </a:prstGeom>
        </p:spPr>
        <p:txBody>
          <a:bodyPr vert="horz" lIns="0" tIns="0" rIns="0" bIns="0" rtlCol="0" anchor="b" anchorCtr="0">
            <a:noAutofit/>
          </a:bodyPr>
          <a:lstStyle>
            <a:lvl1pPr algn="r">
              <a:defRPr sz="800">
                <a:solidFill>
                  <a:schemeClr val="tx1"/>
                </a:solidFill>
              </a:defRPr>
            </a:lvl1pPr>
          </a:lstStyle>
          <a:p>
            <a:fld id="{F4C94289-3309-4C35-850A-56FD49B3E346}" type="slidenum">
              <a:rPr lang="en-GB" smtClean="0"/>
              <a:pPr/>
              <a:t>‹#›</a:t>
            </a:fld>
            <a:endParaRPr lang="en-GB" dirty="0"/>
          </a:p>
        </p:txBody>
      </p:sp>
      <p:sp>
        <p:nvSpPr>
          <p:cNvPr id="9" name="TextBox 8">
            <a:extLst>
              <a:ext uri="{FF2B5EF4-FFF2-40B4-BE49-F238E27FC236}">
                <a16:creationId xmlns:a16="http://schemas.microsoft.com/office/drawing/2014/main" id="{E1E89007-8C14-45BA-9B75-C9A19A48430E}"/>
              </a:ext>
            </a:extLst>
          </p:cNvPr>
          <p:cNvSpPr txBox="1"/>
          <p:nvPr userDrawn="1"/>
        </p:nvSpPr>
        <p:spPr>
          <a:xfrm>
            <a:off x="515938" y="6282531"/>
            <a:ext cx="1799722" cy="365125"/>
          </a:xfrm>
          <a:prstGeom prst="rect">
            <a:avLst/>
          </a:prstGeom>
          <a:noFill/>
        </p:spPr>
        <p:txBody>
          <a:bodyPr wrap="square" lIns="0" tIns="0" rIns="0" bIns="0" rtlCol="0" anchor="b" anchorCtr="0">
            <a:noAutofit/>
          </a:bodyPr>
          <a:lstStyle/>
          <a:p>
            <a:r>
              <a:rPr lang="en-GB" sz="800" dirty="0"/>
              <a:t>© </a:t>
            </a:r>
            <a:r>
              <a:rPr lang="en-GB" sz="800" dirty="0" err="1"/>
              <a:t>JTI</a:t>
            </a:r>
            <a:r>
              <a:rPr lang="en-GB" sz="800" dirty="0"/>
              <a:t> 2019 Confidential </a:t>
            </a:r>
          </a:p>
        </p:txBody>
      </p:sp>
      <p:cxnSp>
        <p:nvCxnSpPr>
          <p:cNvPr id="11" name="Straight Connector 10">
            <a:extLst>
              <a:ext uri="{FF2B5EF4-FFF2-40B4-BE49-F238E27FC236}">
                <a16:creationId xmlns:a16="http://schemas.microsoft.com/office/drawing/2014/main" id="{4B558707-958B-46B5-B09F-9B53C1657C43}"/>
              </a:ext>
            </a:extLst>
          </p:cNvPr>
          <p:cNvCxnSpPr/>
          <p:nvPr userDrawn="1"/>
        </p:nvCxnSpPr>
        <p:spPr>
          <a:xfrm>
            <a:off x="515937" y="1343026"/>
            <a:ext cx="11160126"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E1E89007-8C14-45BA-9B75-C9A19A48430E}"/>
              </a:ext>
            </a:extLst>
          </p:cNvPr>
          <p:cNvSpPr txBox="1"/>
          <p:nvPr userDrawn="1"/>
        </p:nvSpPr>
        <p:spPr>
          <a:xfrm>
            <a:off x="4703985" y="6535710"/>
            <a:ext cx="2802070" cy="276836"/>
          </a:xfrm>
          <a:prstGeom prst="rect">
            <a:avLst/>
          </a:prstGeom>
          <a:noFill/>
        </p:spPr>
        <p:txBody>
          <a:bodyPr wrap="square" lIns="0" tIns="0" rIns="0" bIns="0" rtlCol="0" anchor="t" anchorCtr="0">
            <a:noAutofit/>
          </a:bodyPr>
          <a:lstStyle/>
          <a:p>
            <a:pPr algn="ctr"/>
            <a:r>
              <a:rPr lang="en-US" sz="1000" dirty="0">
                <a:latin typeface="+mn-lt"/>
                <a:ea typeface="Roboto" charset="0"/>
                <a:cs typeface="Roboto" charset="0"/>
              </a:rPr>
              <a:t>Simplify, Standardize, Accelerate </a:t>
            </a:r>
          </a:p>
        </p:txBody>
      </p:sp>
    </p:spTree>
    <p:extLst>
      <p:ext uri="{BB962C8B-B14F-4D97-AF65-F5344CB8AC3E}">
        <p14:creationId xmlns:p14="http://schemas.microsoft.com/office/powerpoint/2010/main" val="696359990"/>
      </p:ext>
    </p:extLst>
  </p:cSld>
  <p:clrMap bg1="lt1" tx1="dk1" bg2="lt2" tx2="dk2" accent1="accent1" accent2="accent2" accent3="accent3" accent4="accent4" accent5="accent5" accent6="accent6" hlink="hlink" folHlink="folHlink"/>
  <p:sldLayoutIdLst>
    <p:sldLayoutId id="2147483822" r:id="rId1"/>
    <p:sldLayoutId id="2147483823" r:id="rId2"/>
    <p:sldLayoutId id="2147483824" r:id="rId3"/>
    <p:sldLayoutId id="2147483825" r:id="rId4"/>
  </p:sldLayoutIdLst>
  <p:hf hdr="0"/>
  <p:txStyles>
    <p:title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0" indent="0" algn="l" defTabSz="914400" rtl="0" eaLnBrk="1" latinLnBrk="0" hangingPunct="1">
        <a:lnSpc>
          <a:spcPct val="100000"/>
        </a:lnSpc>
        <a:spcBef>
          <a:spcPts val="1200"/>
        </a:spcBef>
        <a:buFont typeface="Arial" panose="020B0604020202020204" pitchFamily="34" charset="0"/>
        <a:buNone/>
        <a:defRPr sz="1800" kern="1200">
          <a:solidFill>
            <a:schemeClr val="tx1"/>
          </a:solidFill>
          <a:latin typeface="+mn-lt"/>
          <a:ea typeface="+mn-ea"/>
          <a:cs typeface="+mn-cs"/>
        </a:defRPr>
      </a:lvl1pPr>
      <a:lvl2pPr marL="179388" indent="-179388"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2pPr>
      <a:lvl3pPr marL="207963" indent="182563" algn="l" defTabSz="914400" rtl="0" eaLnBrk="1" latinLnBrk="0" hangingPunct="1">
        <a:lnSpc>
          <a:spcPct val="100000"/>
        </a:lnSpc>
        <a:spcBef>
          <a:spcPts val="400"/>
        </a:spcBef>
        <a:buFont typeface="Arial" panose="020B0604020202020204" pitchFamily="34" charset="0"/>
        <a:buChar char="•"/>
        <a:defRPr sz="1600" kern="1200">
          <a:solidFill>
            <a:schemeClr val="tx1"/>
          </a:solidFill>
          <a:latin typeface="+mn-lt"/>
          <a:ea typeface="+mn-ea"/>
          <a:cs typeface="+mn-cs"/>
        </a:defRPr>
      </a:lvl3pPr>
      <a:lvl4pPr marL="608013" indent="-198438" algn="l" defTabSz="914400" rtl="0" eaLnBrk="1" latinLnBrk="0" hangingPunct="1">
        <a:lnSpc>
          <a:spcPct val="100000"/>
        </a:lnSpc>
        <a:spcBef>
          <a:spcPts val="400"/>
        </a:spcBef>
        <a:buFont typeface="Arial" panose="020B0604020202020204" pitchFamily="34" charset="0"/>
        <a:buChar char="•"/>
        <a:defRPr sz="1400" kern="1200">
          <a:solidFill>
            <a:schemeClr val="tx1"/>
          </a:solidFill>
          <a:latin typeface="+mn-lt"/>
          <a:ea typeface="+mn-ea"/>
          <a:cs typeface="+mn-cs"/>
        </a:defRPr>
      </a:lvl4pPr>
      <a:lvl5pPr marL="831850" indent="-204788" algn="l" defTabSz="914400" rtl="0" eaLnBrk="1" latinLnBrk="0" hangingPunct="1">
        <a:lnSpc>
          <a:spcPct val="100000"/>
        </a:lnSpc>
        <a:spcBef>
          <a:spcPts val="4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325">
          <p15:clr>
            <a:srgbClr val="F26B43"/>
          </p15:clr>
        </p15:guide>
        <p15:guide id="3" pos="7355">
          <p15:clr>
            <a:srgbClr val="F26B43"/>
          </p15:clr>
        </p15:guide>
        <p15:guide id="4" pos="3364">
          <p15:clr>
            <a:srgbClr val="F26B43"/>
          </p15:clr>
        </p15:guide>
        <p15:guide id="5" pos="3522">
          <p15:clr>
            <a:srgbClr val="F26B43"/>
          </p15:clr>
        </p15:guide>
        <p15:guide id="6" orient="horz" pos="1068">
          <p15:clr>
            <a:srgbClr val="F26B43"/>
          </p15:clr>
        </p15:guide>
        <p15:guide id="7" orient="horz" pos="3959">
          <p15:clr>
            <a:srgbClr val="F26B43"/>
          </p15:clr>
        </p15:guide>
        <p15:guide id="8" pos="3840">
          <p15:clr>
            <a:srgbClr val="F26B43"/>
          </p15:clr>
        </p15:guide>
        <p15:guide id="9" orient="horz" pos="2160">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C19571F-E128-4FF8-A846-91352A101459}"/>
              </a:ext>
            </a:extLst>
          </p:cNvPr>
          <p:cNvSpPr>
            <a:spLocks noGrp="1"/>
          </p:cNvSpPr>
          <p:nvPr>
            <p:ph type="title"/>
          </p:nvPr>
        </p:nvSpPr>
        <p:spPr>
          <a:xfrm>
            <a:off x="515939" y="210344"/>
            <a:ext cx="9898061" cy="984247"/>
          </a:xfrm>
          <a:prstGeom prst="rect">
            <a:avLst/>
          </a:prstGeom>
        </p:spPr>
        <p:txBody>
          <a:bodyPr vert="horz" lIns="0" tIns="0" rIns="0" bIns="0" rtlCol="0" anchor="b" anchorCtr="0">
            <a:noAutofit/>
          </a:bodyPr>
          <a:lstStyle/>
          <a:p>
            <a:r>
              <a:rPr lang="en-US"/>
              <a:t>Click to edit Master title style</a:t>
            </a:r>
            <a:endParaRPr lang="en-GB" dirty="0"/>
          </a:p>
        </p:txBody>
      </p:sp>
      <p:sp>
        <p:nvSpPr>
          <p:cNvPr id="3" name="Text Placeholder 2">
            <a:extLst>
              <a:ext uri="{FF2B5EF4-FFF2-40B4-BE49-F238E27FC236}">
                <a16:creationId xmlns:a16="http://schemas.microsoft.com/office/drawing/2014/main" id="{5B5EE3A9-E955-4AFD-9C72-3106238E9A39}"/>
              </a:ext>
            </a:extLst>
          </p:cNvPr>
          <p:cNvSpPr>
            <a:spLocks noGrp="1"/>
          </p:cNvSpPr>
          <p:nvPr>
            <p:ph type="body" idx="1"/>
          </p:nvPr>
        </p:nvSpPr>
        <p:spPr>
          <a:xfrm>
            <a:off x="515937" y="1695450"/>
            <a:ext cx="9898063" cy="4587081"/>
          </a:xfrm>
          <a:prstGeom prst="rect">
            <a:avLst/>
          </a:prstGeom>
        </p:spPr>
        <p:txBody>
          <a:bodyPr vert="horz" lIns="0" tIns="0" rIns="0" bIns="0" rtlCol="0" anchor="t" anchorCtr="0">
            <a:no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Footer Placeholder 4">
            <a:extLst>
              <a:ext uri="{FF2B5EF4-FFF2-40B4-BE49-F238E27FC236}">
                <a16:creationId xmlns:a16="http://schemas.microsoft.com/office/drawing/2014/main" id="{1317185E-8EC7-42C4-875B-7957276D6024}"/>
              </a:ext>
            </a:extLst>
          </p:cNvPr>
          <p:cNvSpPr>
            <a:spLocks noGrp="1"/>
          </p:cNvSpPr>
          <p:nvPr>
            <p:ph type="ftr" sz="quarter" idx="3"/>
          </p:nvPr>
        </p:nvSpPr>
        <p:spPr>
          <a:xfrm>
            <a:off x="7077073" y="6297521"/>
            <a:ext cx="4201727" cy="365125"/>
          </a:xfrm>
          <a:prstGeom prst="rect">
            <a:avLst/>
          </a:prstGeom>
        </p:spPr>
        <p:txBody>
          <a:bodyPr vert="horz" lIns="0" tIns="0" rIns="0" bIns="0" rtlCol="0" anchor="b" anchorCtr="0">
            <a:noAutofit/>
          </a:bodyPr>
          <a:lstStyle>
            <a:lvl1pPr algn="r">
              <a:defRPr sz="800">
                <a:solidFill>
                  <a:schemeClr val="tx1"/>
                </a:solidFill>
              </a:defRPr>
            </a:lvl1pPr>
          </a:lstStyle>
          <a:p>
            <a:r>
              <a:rPr lang="en-GB" dirty="0"/>
              <a:t>Presentation title in footer</a:t>
            </a:r>
          </a:p>
        </p:txBody>
      </p:sp>
      <p:sp>
        <p:nvSpPr>
          <p:cNvPr id="6" name="Slide Number Placeholder 5">
            <a:extLst>
              <a:ext uri="{FF2B5EF4-FFF2-40B4-BE49-F238E27FC236}">
                <a16:creationId xmlns:a16="http://schemas.microsoft.com/office/drawing/2014/main" id="{96A505A6-DE1E-455A-9F96-B1BC2DE26A3C}"/>
              </a:ext>
            </a:extLst>
          </p:cNvPr>
          <p:cNvSpPr>
            <a:spLocks noGrp="1"/>
          </p:cNvSpPr>
          <p:nvPr>
            <p:ph type="sldNum" sz="quarter" idx="4"/>
          </p:nvPr>
        </p:nvSpPr>
        <p:spPr>
          <a:xfrm>
            <a:off x="11278800" y="6297521"/>
            <a:ext cx="397261" cy="365125"/>
          </a:xfrm>
          <a:prstGeom prst="rect">
            <a:avLst/>
          </a:prstGeom>
        </p:spPr>
        <p:txBody>
          <a:bodyPr vert="horz" lIns="0" tIns="0" rIns="0" bIns="0" rtlCol="0" anchor="b" anchorCtr="0">
            <a:noAutofit/>
          </a:bodyPr>
          <a:lstStyle>
            <a:lvl1pPr algn="r">
              <a:defRPr sz="800">
                <a:solidFill>
                  <a:schemeClr val="tx1"/>
                </a:solidFill>
              </a:defRPr>
            </a:lvl1pPr>
          </a:lstStyle>
          <a:p>
            <a:fld id="{F4C94289-3309-4C35-850A-56FD49B3E346}" type="slidenum">
              <a:rPr lang="en-GB" smtClean="0"/>
              <a:pPr/>
              <a:t>‹#›</a:t>
            </a:fld>
            <a:endParaRPr lang="en-GB" dirty="0"/>
          </a:p>
        </p:txBody>
      </p:sp>
      <p:sp>
        <p:nvSpPr>
          <p:cNvPr id="9" name="TextBox 8">
            <a:extLst>
              <a:ext uri="{FF2B5EF4-FFF2-40B4-BE49-F238E27FC236}">
                <a16:creationId xmlns:a16="http://schemas.microsoft.com/office/drawing/2014/main" id="{E1E89007-8C14-45BA-9B75-C9A19A48430E}"/>
              </a:ext>
            </a:extLst>
          </p:cNvPr>
          <p:cNvSpPr txBox="1"/>
          <p:nvPr userDrawn="1"/>
        </p:nvSpPr>
        <p:spPr>
          <a:xfrm>
            <a:off x="515938" y="6282531"/>
            <a:ext cx="1799722" cy="365125"/>
          </a:xfrm>
          <a:prstGeom prst="rect">
            <a:avLst/>
          </a:prstGeom>
          <a:noFill/>
        </p:spPr>
        <p:txBody>
          <a:bodyPr wrap="square" lIns="0" tIns="0" rIns="0" bIns="0" rtlCol="0" anchor="b" anchorCtr="0">
            <a:noAutofit/>
          </a:bodyPr>
          <a:lstStyle/>
          <a:p>
            <a:r>
              <a:rPr lang="en-GB" sz="800" dirty="0"/>
              <a:t>© </a:t>
            </a:r>
            <a:r>
              <a:rPr lang="en-GB" sz="800" dirty="0" err="1"/>
              <a:t>JTI</a:t>
            </a:r>
            <a:r>
              <a:rPr lang="en-GB" sz="800" dirty="0"/>
              <a:t> 2019 Confidential </a:t>
            </a:r>
          </a:p>
        </p:txBody>
      </p:sp>
      <p:cxnSp>
        <p:nvCxnSpPr>
          <p:cNvPr id="11" name="Straight Connector 10">
            <a:extLst>
              <a:ext uri="{FF2B5EF4-FFF2-40B4-BE49-F238E27FC236}">
                <a16:creationId xmlns:a16="http://schemas.microsoft.com/office/drawing/2014/main" id="{4B558707-958B-46B5-B09F-9B53C1657C43}"/>
              </a:ext>
            </a:extLst>
          </p:cNvPr>
          <p:cNvCxnSpPr/>
          <p:nvPr userDrawn="1"/>
        </p:nvCxnSpPr>
        <p:spPr>
          <a:xfrm>
            <a:off x="515937" y="1343026"/>
            <a:ext cx="11160126"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E1E89007-8C14-45BA-9B75-C9A19A48430E}"/>
              </a:ext>
            </a:extLst>
          </p:cNvPr>
          <p:cNvSpPr txBox="1"/>
          <p:nvPr userDrawn="1"/>
        </p:nvSpPr>
        <p:spPr>
          <a:xfrm>
            <a:off x="4703985" y="6535710"/>
            <a:ext cx="2802070" cy="276836"/>
          </a:xfrm>
          <a:prstGeom prst="rect">
            <a:avLst/>
          </a:prstGeom>
          <a:noFill/>
        </p:spPr>
        <p:txBody>
          <a:bodyPr wrap="square" lIns="0" tIns="0" rIns="0" bIns="0" rtlCol="0" anchor="t" anchorCtr="0">
            <a:noAutofit/>
          </a:bodyPr>
          <a:lstStyle/>
          <a:p>
            <a:pPr algn="ctr"/>
            <a:r>
              <a:rPr lang="en-US" sz="1000" dirty="0">
                <a:latin typeface="+mn-lt"/>
                <a:ea typeface="Roboto" charset="0"/>
                <a:cs typeface="Roboto" charset="0"/>
              </a:rPr>
              <a:t>Simplify, Standardize, Accelerate </a:t>
            </a:r>
          </a:p>
        </p:txBody>
      </p:sp>
    </p:spTree>
    <p:extLst>
      <p:ext uri="{BB962C8B-B14F-4D97-AF65-F5344CB8AC3E}">
        <p14:creationId xmlns:p14="http://schemas.microsoft.com/office/powerpoint/2010/main" val="3021910747"/>
      </p:ext>
    </p:extLst>
  </p:cSld>
  <p:clrMap bg1="lt1" tx1="dk1" bg2="lt2" tx2="dk2" accent1="accent1" accent2="accent2" accent3="accent3" accent4="accent4" accent5="accent5" accent6="accent6" hlink="hlink" folHlink="folHlink"/>
  <p:sldLayoutIdLst>
    <p:sldLayoutId id="2147483827" r:id="rId1"/>
    <p:sldLayoutId id="2147483828" r:id="rId2"/>
    <p:sldLayoutId id="2147483829" r:id="rId3"/>
    <p:sldLayoutId id="2147483830" r:id="rId4"/>
  </p:sldLayoutIdLst>
  <p:hf hdr="0"/>
  <p:txStyles>
    <p:title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0" indent="0" algn="l" defTabSz="914400" rtl="0" eaLnBrk="1" latinLnBrk="0" hangingPunct="1">
        <a:lnSpc>
          <a:spcPct val="100000"/>
        </a:lnSpc>
        <a:spcBef>
          <a:spcPts val="1200"/>
        </a:spcBef>
        <a:buFont typeface="Arial" panose="020B0604020202020204" pitchFamily="34" charset="0"/>
        <a:buNone/>
        <a:defRPr sz="1800" kern="1200">
          <a:solidFill>
            <a:schemeClr val="tx1"/>
          </a:solidFill>
          <a:latin typeface="+mn-lt"/>
          <a:ea typeface="+mn-ea"/>
          <a:cs typeface="+mn-cs"/>
        </a:defRPr>
      </a:lvl1pPr>
      <a:lvl2pPr marL="179388" indent="-179388"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2pPr>
      <a:lvl3pPr marL="207963" indent="182563" algn="l" defTabSz="914400" rtl="0" eaLnBrk="1" latinLnBrk="0" hangingPunct="1">
        <a:lnSpc>
          <a:spcPct val="100000"/>
        </a:lnSpc>
        <a:spcBef>
          <a:spcPts val="400"/>
        </a:spcBef>
        <a:buFont typeface="Arial" panose="020B0604020202020204" pitchFamily="34" charset="0"/>
        <a:buChar char="•"/>
        <a:defRPr sz="1600" kern="1200">
          <a:solidFill>
            <a:schemeClr val="tx1"/>
          </a:solidFill>
          <a:latin typeface="+mn-lt"/>
          <a:ea typeface="+mn-ea"/>
          <a:cs typeface="+mn-cs"/>
        </a:defRPr>
      </a:lvl3pPr>
      <a:lvl4pPr marL="608013" indent="-198438" algn="l" defTabSz="914400" rtl="0" eaLnBrk="1" latinLnBrk="0" hangingPunct="1">
        <a:lnSpc>
          <a:spcPct val="100000"/>
        </a:lnSpc>
        <a:spcBef>
          <a:spcPts val="400"/>
        </a:spcBef>
        <a:buFont typeface="Arial" panose="020B0604020202020204" pitchFamily="34" charset="0"/>
        <a:buChar char="•"/>
        <a:defRPr sz="1400" kern="1200">
          <a:solidFill>
            <a:schemeClr val="tx1"/>
          </a:solidFill>
          <a:latin typeface="+mn-lt"/>
          <a:ea typeface="+mn-ea"/>
          <a:cs typeface="+mn-cs"/>
        </a:defRPr>
      </a:lvl4pPr>
      <a:lvl5pPr marL="831850" indent="-204788" algn="l" defTabSz="914400" rtl="0" eaLnBrk="1" latinLnBrk="0" hangingPunct="1">
        <a:lnSpc>
          <a:spcPct val="100000"/>
        </a:lnSpc>
        <a:spcBef>
          <a:spcPts val="4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325">
          <p15:clr>
            <a:srgbClr val="F26B43"/>
          </p15:clr>
        </p15:guide>
        <p15:guide id="3" pos="7355">
          <p15:clr>
            <a:srgbClr val="F26B43"/>
          </p15:clr>
        </p15:guide>
        <p15:guide id="4" pos="3364">
          <p15:clr>
            <a:srgbClr val="F26B43"/>
          </p15:clr>
        </p15:guide>
        <p15:guide id="5" pos="3522">
          <p15:clr>
            <a:srgbClr val="F26B43"/>
          </p15:clr>
        </p15:guide>
        <p15:guide id="6" orient="horz" pos="1068">
          <p15:clr>
            <a:srgbClr val="F26B43"/>
          </p15:clr>
        </p15:guide>
        <p15:guide id="7" orient="horz" pos="3959">
          <p15:clr>
            <a:srgbClr val="F26B43"/>
          </p15:clr>
        </p15:guide>
        <p15:guide id="8" pos="3840">
          <p15:clr>
            <a:srgbClr val="F26B43"/>
          </p15:clr>
        </p15:guide>
        <p15:guide id="9" orient="horz" pos="2160">
          <p15:clr>
            <a:srgbClr val="F26B43"/>
          </p15:clr>
        </p15:guide>
      </p15:sldGuideLst>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C19571F-E128-4FF8-A846-91352A101459}"/>
              </a:ext>
            </a:extLst>
          </p:cNvPr>
          <p:cNvSpPr>
            <a:spLocks noGrp="1"/>
          </p:cNvSpPr>
          <p:nvPr>
            <p:ph type="title"/>
          </p:nvPr>
        </p:nvSpPr>
        <p:spPr>
          <a:xfrm>
            <a:off x="515939" y="210344"/>
            <a:ext cx="9898061" cy="984247"/>
          </a:xfrm>
          <a:prstGeom prst="rect">
            <a:avLst/>
          </a:prstGeom>
        </p:spPr>
        <p:txBody>
          <a:bodyPr vert="horz" lIns="0" tIns="0" rIns="0" bIns="0" rtlCol="0" anchor="b" anchorCtr="0">
            <a:noAutofit/>
          </a:bodyPr>
          <a:lstStyle/>
          <a:p>
            <a:r>
              <a:rPr lang="en-US"/>
              <a:t>Click to edit Master title style</a:t>
            </a:r>
            <a:endParaRPr lang="en-GB" dirty="0"/>
          </a:p>
        </p:txBody>
      </p:sp>
      <p:sp>
        <p:nvSpPr>
          <p:cNvPr id="3" name="Text Placeholder 2">
            <a:extLst>
              <a:ext uri="{FF2B5EF4-FFF2-40B4-BE49-F238E27FC236}">
                <a16:creationId xmlns:a16="http://schemas.microsoft.com/office/drawing/2014/main" id="{5B5EE3A9-E955-4AFD-9C72-3106238E9A39}"/>
              </a:ext>
            </a:extLst>
          </p:cNvPr>
          <p:cNvSpPr>
            <a:spLocks noGrp="1"/>
          </p:cNvSpPr>
          <p:nvPr>
            <p:ph type="body" idx="1"/>
          </p:nvPr>
        </p:nvSpPr>
        <p:spPr>
          <a:xfrm>
            <a:off x="515937" y="1695450"/>
            <a:ext cx="9898063" cy="4587081"/>
          </a:xfrm>
          <a:prstGeom prst="rect">
            <a:avLst/>
          </a:prstGeom>
        </p:spPr>
        <p:txBody>
          <a:bodyPr vert="horz" lIns="0" tIns="0" rIns="0" bIns="0" rtlCol="0" anchor="t" anchorCtr="0">
            <a:no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Footer Placeholder 4">
            <a:extLst>
              <a:ext uri="{FF2B5EF4-FFF2-40B4-BE49-F238E27FC236}">
                <a16:creationId xmlns:a16="http://schemas.microsoft.com/office/drawing/2014/main" id="{1317185E-8EC7-42C4-875B-7957276D6024}"/>
              </a:ext>
            </a:extLst>
          </p:cNvPr>
          <p:cNvSpPr>
            <a:spLocks noGrp="1"/>
          </p:cNvSpPr>
          <p:nvPr>
            <p:ph type="ftr" sz="quarter" idx="3"/>
          </p:nvPr>
        </p:nvSpPr>
        <p:spPr>
          <a:xfrm>
            <a:off x="7077073" y="6297521"/>
            <a:ext cx="4201727" cy="365125"/>
          </a:xfrm>
          <a:prstGeom prst="rect">
            <a:avLst/>
          </a:prstGeom>
        </p:spPr>
        <p:txBody>
          <a:bodyPr vert="horz" lIns="0" tIns="0" rIns="0" bIns="0" rtlCol="0" anchor="b" anchorCtr="0">
            <a:noAutofit/>
          </a:bodyPr>
          <a:lstStyle>
            <a:lvl1pPr algn="r">
              <a:defRPr sz="800">
                <a:solidFill>
                  <a:schemeClr val="tx1"/>
                </a:solidFill>
              </a:defRPr>
            </a:lvl1pPr>
          </a:lstStyle>
          <a:p>
            <a:r>
              <a:rPr lang="en-GB" dirty="0"/>
              <a:t>Presentation title in footer</a:t>
            </a:r>
          </a:p>
        </p:txBody>
      </p:sp>
      <p:sp>
        <p:nvSpPr>
          <p:cNvPr id="6" name="Slide Number Placeholder 5">
            <a:extLst>
              <a:ext uri="{FF2B5EF4-FFF2-40B4-BE49-F238E27FC236}">
                <a16:creationId xmlns:a16="http://schemas.microsoft.com/office/drawing/2014/main" id="{96A505A6-DE1E-455A-9F96-B1BC2DE26A3C}"/>
              </a:ext>
            </a:extLst>
          </p:cNvPr>
          <p:cNvSpPr>
            <a:spLocks noGrp="1"/>
          </p:cNvSpPr>
          <p:nvPr>
            <p:ph type="sldNum" sz="quarter" idx="4"/>
          </p:nvPr>
        </p:nvSpPr>
        <p:spPr>
          <a:xfrm>
            <a:off x="11278800" y="6297521"/>
            <a:ext cx="397261" cy="365125"/>
          </a:xfrm>
          <a:prstGeom prst="rect">
            <a:avLst/>
          </a:prstGeom>
        </p:spPr>
        <p:txBody>
          <a:bodyPr vert="horz" lIns="0" tIns="0" rIns="0" bIns="0" rtlCol="0" anchor="b" anchorCtr="0">
            <a:noAutofit/>
          </a:bodyPr>
          <a:lstStyle>
            <a:lvl1pPr algn="r">
              <a:defRPr sz="800">
                <a:solidFill>
                  <a:schemeClr val="tx1"/>
                </a:solidFill>
              </a:defRPr>
            </a:lvl1pPr>
          </a:lstStyle>
          <a:p>
            <a:fld id="{F4C94289-3309-4C35-850A-56FD49B3E346}" type="slidenum">
              <a:rPr lang="en-GB" smtClean="0"/>
              <a:pPr/>
              <a:t>‹#›</a:t>
            </a:fld>
            <a:endParaRPr lang="en-GB" dirty="0"/>
          </a:p>
        </p:txBody>
      </p:sp>
      <p:sp>
        <p:nvSpPr>
          <p:cNvPr id="9" name="TextBox 8">
            <a:extLst>
              <a:ext uri="{FF2B5EF4-FFF2-40B4-BE49-F238E27FC236}">
                <a16:creationId xmlns:a16="http://schemas.microsoft.com/office/drawing/2014/main" id="{E1E89007-8C14-45BA-9B75-C9A19A48430E}"/>
              </a:ext>
            </a:extLst>
          </p:cNvPr>
          <p:cNvSpPr txBox="1"/>
          <p:nvPr userDrawn="1"/>
        </p:nvSpPr>
        <p:spPr>
          <a:xfrm>
            <a:off x="515938" y="6282531"/>
            <a:ext cx="1799722" cy="365125"/>
          </a:xfrm>
          <a:prstGeom prst="rect">
            <a:avLst/>
          </a:prstGeom>
          <a:noFill/>
        </p:spPr>
        <p:txBody>
          <a:bodyPr wrap="square" lIns="0" tIns="0" rIns="0" bIns="0" rtlCol="0" anchor="b" anchorCtr="0">
            <a:noAutofit/>
          </a:bodyPr>
          <a:lstStyle/>
          <a:p>
            <a:r>
              <a:rPr lang="en-GB" sz="800" dirty="0"/>
              <a:t>© JTI 20</a:t>
            </a:r>
            <a:r>
              <a:rPr lang="tr-TR" sz="800" dirty="0"/>
              <a:t>21</a:t>
            </a:r>
            <a:r>
              <a:rPr lang="en-GB" sz="800" dirty="0"/>
              <a:t> Confidential </a:t>
            </a:r>
          </a:p>
        </p:txBody>
      </p:sp>
      <p:cxnSp>
        <p:nvCxnSpPr>
          <p:cNvPr id="11" name="Straight Connector 10">
            <a:extLst>
              <a:ext uri="{FF2B5EF4-FFF2-40B4-BE49-F238E27FC236}">
                <a16:creationId xmlns:a16="http://schemas.microsoft.com/office/drawing/2014/main" id="{4B558707-958B-46B5-B09F-9B53C1657C43}"/>
              </a:ext>
            </a:extLst>
          </p:cNvPr>
          <p:cNvCxnSpPr/>
          <p:nvPr userDrawn="1"/>
        </p:nvCxnSpPr>
        <p:spPr>
          <a:xfrm>
            <a:off x="515937" y="1343026"/>
            <a:ext cx="11160126"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E1E89007-8C14-45BA-9B75-C9A19A48430E}"/>
              </a:ext>
            </a:extLst>
          </p:cNvPr>
          <p:cNvSpPr txBox="1"/>
          <p:nvPr userDrawn="1"/>
        </p:nvSpPr>
        <p:spPr>
          <a:xfrm>
            <a:off x="4703985" y="6535710"/>
            <a:ext cx="2802070" cy="276836"/>
          </a:xfrm>
          <a:prstGeom prst="rect">
            <a:avLst/>
          </a:prstGeom>
          <a:noFill/>
        </p:spPr>
        <p:txBody>
          <a:bodyPr wrap="square" lIns="0" tIns="0" rIns="0" bIns="0" rtlCol="0" anchor="t" anchorCtr="0">
            <a:noAutofit/>
          </a:bodyPr>
          <a:lstStyle/>
          <a:p>
            <a:pPr algn="ctr"/>
            <a:r>
              <a:rPr lang="en-US" sz="1000" dirty="0">
                <a:latin typeface="+mn-lt"/>
                <a:ea typeface="Roboto" charset="0"/>
                <a:cs typeface="Roboto" charset="0"/>
              </a:rPr>
              <a:t>Simplify, Standardize, Accelerate </a:t>
            </a:r>
          </a:p>
        </p:txBody>
      </p:sp>
    </p:spTree>
    <p:extLst>
      <p:ext uri="{BB962C8B-B14F-4D97-AF65-F5344CB8AC3E}">
        <p14:creationId xmlns:p14="http://schemas.microsoft.com/office/powerpoint/2010/main" val="1235750477"/>
      </p:ext>
    </p:extLst>
  </p:cSld>
  <p:clrMap bg1="lt1" tx1="dk1" bg2="lt2" tx2="dk2" accent1="accent1" accent2="accent2" accent3="accent3" accent4="accent4" accent5="accent5" accent6="accent6" hlink="hlink" folHlink="folHlink"/>
  <p:sldLayoutIdLst>
    <p:sldLayoutId id="2147483832" r:id="rId1"/>
    <p:sldLayoutId id="2147483833" r:id="rId2"/>
    <p:sldLayoutId id="2147483834" r:id="rId3"/>
    <p:sldLayoutId id="2147483835" r:id="rId4"/>
    <p:sldLayoutId id="2147483880" r:id="rId5"/>
    <p:sldLayoutId id="2147483882" r:id="rId6"/>
    <p:sldLayoutId id="2147483881" r:id="rId7"/>
  </p:sldLayoutIdLst>
  <p:hf hdr="0"/>
  <p:txStyles>
    <p:title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0" indent="0" algn="l" defTabSz="914400" rtl="0" eaLnBrk="1" latinLnBrk="0" hangingPunct="1">
        <a:lnSpc>
          <a:spcPct val="100000"/>
        </a:lnSpc>
        <a:spcBef>
          <a:spcPts val="1200"/>
        </a:spcBef>
        <a:buFont typeface="Arial" panose="020B0604020202020204" pitchFamily="34" charset="0"/>
        <a:buNone/>
        <a:defRPr sz="1800" kern="1200">
          <a:solidFill>
            <a:schemeClr val="tx1"/>
          </a:solidFill>
          <a:latin typeface="+mn-lt"/>
          <a:ea typeface="+mn-ea"/>
          <a:cs typeface="+mn-cs"/>
        </a:defRPr>
      </a:lvl1pPr>
      <a:lvl2pPr marL="179388" indent="-179388"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2pPr>
      <a:lvl3pPr marL="207963" indent="182563" algn="l" defTabSz="914400" rtl="0" eaLnBrk="1" latinLnBrk="0" hangingPunct="1">
        <a:lnSpc>
          <a:spcPct val="100000"/>
        </a:lnSpc>
        <a:spcBef>
          <a:spcPts val="400"/>
        </a:spcBef>
        <a:buFont typeface="Arial" panose="020B0604020202020204" pitchFamily="34" charset="0"/>
        <a:buChar char="•"/>
        <a:defRPr sz="1600" kern="1200">
          <a:solidFill>
            <a:schemeClr val="tx1"/>
          </a:solidFill>
          <a:latin typeface="+mn-lt"/>
          <a:ea typeface="+mn-ea"/>
          <a:cs typeface="+mn-cs"/>
        </a:defRPr>
      </a:lvl3pPr>
      <a:lvl4pPr marL="608013" indent="-198438" algn="l" defTabSz="914400" rtl="0" eaLnBrk="1" latinLnBrk="0" hangingPunct="1">
        <a:lnSpc>
          <a:spcPct val="100000"/>
        </a:lnSpc>
        <a:spcBef>
          <a:spcPts val="400"/>
        </a:spcBef>
        <a:buFont typeface="Arial" panose="020B0604020202020204" pitchFamily="34" charset="0"/>
        <a:buChar char="•"/>
        <a:defRPr sz="1400" kern="1200">
          <a:solidFill>
            <a:schemeClr val="tx1"/>
          </a:solidFill>
          <a:latin typeface="+mn-lt"/>
          <a:ea typeface="+mn-ea"/>
          <a:cs typeface="+mn-cs"/>
        </a:defRPr>
      </a:lvl4pPr>
      <a:lvl5pPr marL="831850" indent="-204788" algn="l" defTabSz="914400" rtl="0" eaLnBrk="1" latinLnBrk="0" hangingPunct="1">
        <a:lnSpc>
          <a:spcPct val="100000"/>
        </a:lnSpc>
        <a:spcBef>
          <a:spcPts val="4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325">
          <p15:clr>
            <a:srgbClr val="F26B43"/>
          </p15:clr>
        </p15:guide>
        <p15:guide id="3" pos="7355">
          <p15:clr>
            <a:srgbClr val="F26B43"/>
          </p15:clr>
        </p15:guide>
        <p15:guide id="4" pos="3364">
          <p15:clr>
            <a:srgbClr val="F26B43"/>
          </p15:clr>
        </p15:guide>
        <p15:guide id="5" pos="3522">
          <p15:clr>
            <a:srgbClr val="F26B43"/>
          </p15:clr>
        </p15:guide>
        <p15:guide id="6" orient="horz" pos="1068">
          <p15:clr>
            <a:srgbClr val="F26B43"/>
          </p15:clr>
        </p15:guide>
        <p15:guide id="7" orient="horz" pos="3959">
          <p15:clr>
            <a:srgbClr val="F26B43"/>
          </p15:clr>
        </p15:guide>
        <p15:guide id="8" pos="3840">
          <p15:clr>
            <a:srgbClr val="F26B43"/>
          </p15:clr>
        </p15:guide>
        <p15:guide id="9" orient="horz" pos="2160">
          <p15:clr>
            <a:srgbClr val="F26B43"/>
          </p15:clr>
        </p15:guide>
      </p15:sldGuideLst>
    </p:ext>
  </p:extLst>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C19571F-E128-4FF8-A846-91352A101459}"/>
              </a:ext>
            </a:extLst>
          </p:cNvPr>
          <p:cNvSpPr>
            <a:spLocks noGrp="1"/>
          </p:cNvSpPr>
          <p:nvPr>
            <p:ph type="title"/>
          </p:nvPr>
        </p:nvSpPr>
        <p:spPr>
          <a:xfrm>
            <a:off x="515939" y="210344"/>
            <a:ext cx="9898061" cy="984247"/>
          </a:xfrm>
          <a:prstGeom prst="rect">
            <a:avLst/>
          </a:prstGeom>
        </p:spPr>
        <p:txBody>
          <a:bodyPr vert="horz" lIns="0" tIns="0" rIns="0" bIns="0" rtlCol="0" anchor="b" anchorCtr="0">
            <a:noAutofit/>
          </a:bodyPr>
          <a:lstStyle/>
          <a:p>
            <a:r>
              <a:rPr lang="en-US"/>
              <a:t>Click to edit Master title style</a:t>
            </a:r>
            <a:endParaRPr lang="en-GB" dirty="0"/>
          </a:p>
        </p:txBody>
      </p:sp>
      <p:sp>
        <p:nvSpPr>
          <p:cNvPr id="3" name="Text Placeholder 2">
            <a:extLst>
              <a:ext uri="{FF2B5EF4-FFF2-40B4-BE49-F238E27FC236}">
                <a16:creationId xmlns:a16="http://schemas.microsoft.com/office/drawing/2014/main" id="{5B5EE3A9-E955-4AFD-9C72-3106238E9A39}"/>
              </a:ext>
            </a:extLst>
          </p:cNvPr>
          <p:cNvSpPr>
            <a:spLocks noGrp="1"/>
          </p:cNvSpPr>
          <p:nvPr>
            <p:ph type="body" idx="1"/>
          </p:nvPr>
        </p:nvSpPr>
        <p:spPr>
          <a:xfrm>
            <a:off x="515937" y="1695450"/>
            <a:ext cx="9898063" cy="4587081"/>
          </a:xfrm>
          <a:prstGeom prst="rect">
            <a:avLst/>
          </a:prstGeom>
        </p:spPr>
        <p:txBody>
          <a:bodyPr vert="horz" lIns="0" tIns="0" rIns="0" bIns="0" rtlCol="0" anchor="t" anchorCtr="0">
            <a:no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Footer Placeholder 4">
            <a:extLst>
              <a:ext uri="{FF2B5EF4-FFF2-40B4-BE49-F238E27FC236}">
                <a16:creationId xmlns:a16="http://schemas.microsoft.com/office/drawing/2014/main" id="{1317185E-8EC7-42C4-875B-7957276D6024}"/>
              </a:ext>
            </a:extLst>
          </p:cNvPr>
          <p:cNvSpPr>
            <a:spLocks noGrp="1"/>
          </p:cNvSpPr>
          <p:nvPr>
            <p:ph type="ftr" sz="quarter" idx="3"/>
          </p:nvPr>
        </p:nvSpPr>
        <p:spPr>
          <a:xfrm>
            <a:off x="7077073" y="6297521"/>
            <a:ext cx="4201727" cy="365125"/>
          </a:xfrm>
          <a:prstGeom prst="rect">
            <a:avLst/>
          </a:prstGeom>
        </p:spPr>
        <p:txBody>
          <a:bodyPr vert="horz" lIns="0" tIns="0" rIns="0" bIns="0" rtlCol="0" anchor="b" anchorCtr="0">
            <a:noAutofit/>
          </a:bodyPr>
          <a:lstStyle>
            <a:lvl1pPr algn="r">
              <a:defRPr sz="800">
                <a:solidFill>
                  <a:schemeClr val="tx1"/>
                </a:solidFill>
              </a:defRPr>
            </a:lvl1pPr>
          </a:lstStyle>
          <a:p>
            <a:r>
              <a:rPr lang="en-GB" dirty="0"/>
              <a:t>Presentation title in footer</a:t>
            </a:r>
          </a:p>
        </p:txBody>
      </p:sp>
      <p:sp>
        <p:nvSpPr>
          <p:cNvPr id="6" name="Slide Number Placeholder 5">
            <a:extLst>
              <a:ext uri="{FF2B5EF4-FFF2-40B4-BE49-F238E27FC236}">
                <a16:creationId xmlns:a16="http://schemas.microsoft.com/office/drawing/2014/main" id="{96A505A6-DE1E-455A-9F96-B1BC2DE26A3C}"/>
              </a:ext>
            </a:extLst>
          </p:cNvPr>
          <p:cNvSpPr>
            <a:spLocks noGrp="1"/>
          </p:cNvSpPr>
          <p:nvPr>
            <p:ph type="sldNum" sz="quarter" idx="4"/>
          </p:nvPr>
        </p:nvSpPr>
        <p:spPr>
          <a:xfrm>
            <a:off x="11278800" y="6297521"/>
            <a:ext cx="397261" cy="365125"/>
          </a:xfrm>
          <a:prstGeom prst="rect">
            <a:avLst/>
          </a:prstGeom>
        </p:spPr>
        <p:txBody>
          <a:bodyPr vert="horz" lIns="0" tIns="0" rIns="0" bIns="0" rtlCol="0" anchor="b" anchorCtr="0">
            <a:noAutofit/>
          </a:bodyPr>
          <a:lstStyle>
            <a:lvl1pPr algn="r">
              <a:defRPr sz="800">
                <a:solidFill>
                  <a:schemeClr val="tx1"/>
                </a:solidFill>
              </a:defRPr>
            </a:lvl1pPr>
          </a:lstStyle>
          <a:p>
            <a:fld id="{F4C94289-3309-4C35-850A-56FD49B3E346}" type="slidenum">
              <a:rPr lang="en-GB" smtClean="0"/>
              <a:pPr/>
              <a:t>‹#›</a:t>
            </a:fld>
            <a:endParaRPr lang="en-GB" dirty="0"/>
          </a:p>
        </p:txBody>
      </p:sp>
      <p:sp>
        <p:nvSpPr>
          <p:cNvPr id="9" name="TextBox 8">
            <a:extLst>
              <a:ext uri="{FF2B5EF4-FFF2-40B4-BE49-F238E27FC236}">
                <a16:creationId xmlns:a16="http://schemas.microsoft.com/office/drawing/2014/main" id="{E1E89007-8C14-45BA-9B75-C9A19A48430E}"/>
              </a:ext>
            </a:extLst>
          </p:cNvPr>
          <p:cNvSpPr txBox="1"/>
          <p:nvPr userDrawn="1"/>
        </p:nvSpPr>
        <p:spPr>
          <a:xfrm>
            <a:off x="515938" y="6282531"/>
            <a:ext cx="1799722" cy="365125"/>
          </a:xfrm>
          <a:prstGeom prst="rect">
            <a:avLst/>
          </a:prstGeom>
          <a:noFill/>
        </p:spPr>
        <p:txBody>
          <a:bodyPr wrap="square" lIns="0" tIns="0" rIns="0" bIns="0" rtlCol="0" anchor="b" anchorCtr="0">
            <a:noAutofit/>
          </a:bodyPr>
          <a:lstStyle/>
          <a:p>
            <a:r>
              <a:rPr lang="en-GB" sz="800" dirty="0"/>
              <a:t>© </a:t>
            </a:r>
            <a:r>
              <a:rPr lang="en-GB" sz="800" dirty="0" err="1"/>
              <a:t>JTI</a:t>
            </a:r>
            <a:r>
              <a:rPr lang="en-GB" sz="800" dirty="0"/>
              <a:t> 2019 Confidential </a:t>
            </a:r>
          </a:p>
        </p:txBody>
      </p:sp>
      <p:cxnSp>
        <p:nvCxnSpPr>
          <p:cNvPr id="11" name="Straight Connector 10">
            <a:extLst>
              <a:ext uri="{FF2B5EF4-FFF2-40B4-BE49-F238E27FC236}">
                <a16:creationId xmlns:a16="http://schemas.microsoft.com/office/drawing/2014/main" id="{4B558707-958B-46B5-B09F-9B53C1657C43}"/>
              </a:ext>
            </a:extLst>
          </p:cNvPr>
          <p:cNvCxnSpPr/>
          <p:nvPr userDrawn="1"/>
        </p:nvCxnSpPr>
        <p:spPr>
          <a:xfrm>
            <a:off x="515937" y="1343026"/>
            <a:ext cx="11160126"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E1E89007-8C14-45BA-9B75-C9A19A48430E}"/>
              </a:ext>
            </a:extLst>
          </p:cNvPr>
          <p:cNvSpPr txBox="1"/>
          <p:nvPr userDrawn="1"/>
        </p:nvSpPr>
        <p:spPr>
          <a:xfrm>
            <a:off x="4703985" y="6535710"/>
            <a:ext cx="2802070" cy="276836"/>
          </a:xfrm>
          <a:prstGeom prst="rect">
            <a:avLst/>
          </a:prstGeom>
          <a:noFill/>
        </p:spPr>
        <p:txBody>
          <a:bodyPr wrap="square" lIns="0" tIns="0" rIns="0" bIns="0" rtlCol="0" anchor="t" anchorCtr="0">
            <a:noAutofit/>
          </a:bodyPr>
          <a:lstStyle/>
          <a:p>
            <a:pPr algn="ctr"/>
            <a:r>
              <a:rPr lang="en-US" sz="1000" dirty="0">
                <a:latin typeface="+mn-lt"/>
                <a:ea typeface="Roboto" charset="0"/>
                <a:cs typeface="Roboto" charset="0"/>
              </a:rPr>
              <a:t>Simplify, Standardize, Accelerate </a:t>
            </a:r>
          </a:p>
        </p:txBody>
      </p:sp>
    </p:spTree>
    <p:extLst>
      <p:ext uri="{BB962C8B-B14F-4D97-AF65-F5344CB8AC3E}">
        <p14:creationId xmlns:p14="http://schemas.microsoft.com/office/powerpoint/2010/main" val="2175253849"/>
      </p:ext>
    </p:extLst>
  </p:cSld>
  <p:clrMap bg1="lt1" tx1="dk1" bg2="lt2" tx2="dk2" accent1="accent1" accent2="accent2" accent3="accent3" accent4="accent4" accent5="accent5" accent6="accent6" hlink="hlink" folHlink="folHlink"/>
  <p:sldLayoutIdLst>
    <p:sldLayoutId id="2147483837" r:id="rId1"/>
    <p:sldLayoutId id="2147483838" r:id="rId2"/>
    <p:sldLayoutId id="2147483839" r:id="rId3"/>
    <p:sldLayoutId id="2147483840" r:id="rId4"/>
  </p:sldLayoutIdLst>
  <p:hf hdr="0"/>
  <p:txStyles>
    <p:title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0" indent="0" algn="l" defTabSz="914400" rtl="0" eaLnBrk="1" latinLnBrk="0" hangingPunct="1">
        <a:lnSpc>
          <a:spcPct val="100000"/>
        </a:lnSpc>
        <a:spcBef>
          <a:spcPts val="1200"/>
        </a:spcBef>
        <a:buFont typeface="Arial" panose="020B0604020202020204" pitchFamily="34" charset="0"/>
        <a:buNone/>
        <a:defRPr sz="1800" kern="1200">
          <a:solidFill>
            <a:schemeClr val="tx1"/>
          </a:solidFill>
          <a:latin typeface="+mn-lt"/>
          <a:ea typeface="+mn-ea"/>
          <a:cs typeface="+mn-cs"/>
        </a:defRPr>
      </a:lvl1pPr>
      <a:lvl2pPr marL="179388" indent="-179388"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2pPr>
      <a:lvl3pPr marL="207963" indent="182563" algn="l" defTabSz="914400" rtl="0" eaLnBrk="1" latinLnBrk="0" hangingPunct="1">
        <a:lnSpc>
          <a:spcPct val="100000"/>
        </a:lnSpc>
        <a:spcBef>
          <a:spcPts val="400"/>
        </a:spcBef>
        <a:buFont typeface="Arial" panose="020B0604020202020204" pitchFamily="34" charset="0"/>
        <a:buChar char="•"/>
        <a:defRPr sz="1600" kern="1200">
          <a:solidFill>
            <a:schemeClr val="tx1"/>
          </a:solidFill>
          <a:latin typeface="+mn-lt"/>
          <a:ea typeface="+mn-ea"/>
          <a:cs typeface="+mn-cs"/>
        </a:defRPr>
      </a:lvl3pPr>
      <a:lvl4pPr marL="608013" indent="-198438" algn="l" defTabSz="914400" rtl="0" eaLnBrk="1" latinLnBrk="0" hangingPunct="1">
        <a:lnSpc>
          <a:spcPct val="100000"/>
        </a:lnSpc>
        <a:spcBef>
          <a:spcPts val="400"/>
        </a:spcBef>
        <a:buFont typeface="Arial" panose="020B0604020202020204" pitchFamily="34" charset="0"/>
        <a:buChar char="•"/>
        <a:defRPr sz="1400" kern="1200">
          <a:solidFill>
            <a:schemeClr val="tx1"/>
          </a:solidFill>
          <a:latin typeface="+mn-lt"/>
          <a:ea typeface="+mn-ea"/>
          <a:cs typeface="+mn-cs"/>
        </a:defRPr>
      </a:lvl4pPr>
      <a:lvl5pPr marL="831850" indent="-204788" algn="l" defTabSz="914400" rtl="0" eaLnBrk="1" latinLnBrk="0" hangingPunct="1">
        <a:lnSpc>
          <a:spcPct val="100000"/>
        </a:lnSpc>
        <a:spcBef>
          <a:spcPts val="4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325">
          <p15:clr>
            <a:srgbClr val="F26B43"/>
          </p15:clr>
        </p15:guide>
        <p15:guide id="3" pos="7355">
          <p15:clr>
            <a:srgbClr val="F26B43"/>
          </p15:clr>
        </p15:guide>
        <p15:guide id="4" pos="3364">
          <p15:clr>
            <a:srgbClr val="F26B43"/>
          </p15:clr>
        </p15:guide>
        <p15:guide id="5" pos="3522">
          <p15:clr>
            <a:srgbClr val="F26B43"/>
          </p15:clr>
        </p15:guide>
        <p15:guide id="6" orient="horz" pos="1068">
          <p15:clr>
            <a:srgbClr val="F26B43"/>
          </p15:clr>
        </p15:guide>
        <p15:guide id="7" orient="horz" pos="3959">
          <p15:clr>
            <a:srgbClr val="F26B43"/>
          </p15:clr>
        </p15:guide>
        <p15:guide id="8" pos="3840">
          <p15:clr>
            <a:srgbClr val="F26B43"/>
          </p15:clr>
        </p15:guide>
        <p15:guide id="9" orient="horz" pos="2160">
          <p15:clr>
            <a:srgbClr val="F26B43"/>
          </p15:clr>
        </p15:guide>
      </p15:sldGuideLst>
    </p:ext>
  </p:extLst>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C19571F-E128-4FF8-A846-91352A101459}"/>
              </a:ext>
            </a:extLst>
          </p:cNvPr>
          <p:cNvSpPr>
            <a:spLocks noGrp="1"/>
          </p:cNvSpPr>
          <p:nvPr>
            <p:ph type="title"/>
          </p:nvPr>
        </p:nvSpPr>
        <p:spPr>
          <a:xfrm>
            <a:off x="515939" y="210344"/>
            <a:ext cx="9898061" cy="984247"/>
          </a:xfrm>
          <a:prstGeom prst="rect">
            <a:avLst/>
          </a:prstGeom>
        </p:spPr>
        <p:txBody>
          <a:bodyPr vert="horz" lIns="0" tIns="0" rIns="0" bIns="0" rtlCol="0" anchor="b" anchorCtr="0">
            <a:noAutofit/>
          </a:bodyPr>
          <a:lstStyle/>
          <a:p>
            <a:r>
              <a:rPr lang="en-US"/>
              <a:t>Click to edit Master title style</a:t>
            </a:r>
            <a:endParaRPr lang="en-GB" dirty="0"/>
          </a:p>
        </p:txBody>
      </p:sp>
      <p:sp>
        <p:nvSpPr>
          <p:cNvPr id="3" name="Text Placeholder 2">
            <a:extLst>
              <a:ext uri="{FF2B5EF4-FFF2-40B4-BE49-F238E27FC236}">
                <a16:creationId xmlns:a16="http://schemas.microsoft.com/office/drawing/2014/main" id="{5B5EE3A9-E955-4AFD-9C72-3106238E9A39}"/>
              </a:ext>
            </a:extLst>
          </p:cNvPr>
          <p:cNvSpPr>
            <a:spLocks noGrp="1"/>
          </p:cNvSpPr>
          <p:nvPr>
            <p:ph type="body" idx="1"/>
          </p:nvPr>
        </p:nvSpPr>
        <p:spPr>
          <a:xfrm>
            <a:off x="515937" y="1695450"/>
            <a:ext cx="9898063" cy="4587081"/>
          </a:xfrm>
          <a:prstGeom prst="rect">
            <a:avLst/>
          </a:prstGeom>
        </p:spPr>
        <p:txBody>
          <a:bodyPr vert="horz" lIns="0" tIns="0" rIns="0" bIns="0" rtlCol="0" anchor="t" anchorCtr="0">
            <a:no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Footer Placeholder 4">
            <a:extLst>
              <a:ext uri="{FF2B5EF4-FFF2-40B4-BE49-F238E27FC236}">
                <a16:creationId xmlns:a16="http://schemas.microsoft.com/office/drawing/2014/main" id="{1317185E-8EC7-42C4-875B-7957276D6024}"/>
              </a:ext>
            </a:extLst>
          </p:cNvPr>
          <p:cNvSpPr>
            <a:spLocks noGrp="1"/>
          </p:cNvSpPr>
          <p:nvPr>
            <p:ph type="ftr" sz="quarter" idx="3"/>
          </p:nvPr>
        </p:nvSpPr>
        <p:spPr>
          <a:xfrm>
            <a:off x="7077073" y="6297521"/>
            <a:ext cx="4201727" cy="365125"/>
          </a:xfrm>
          <a:prstGeom prst="rect">
            <a:avLst/>
          </a:prstGeom>
        </p:spPr>
        <p:txBody>
          <a:bodyPr vert="horz" lIns="0" tIns="0" rIns="0" bIns="0" rtlCol="0" anchor="b" anchorCtr="0">
            <a:noAutofit/>
          </a:bodyPr>
          <a:lstStyle>
            <a:lvl1pPr algn="r">
              <a:defRPr sz="800">
                <a:solidFill>
                  <a:schemeClr val="tx1"/>
                </a:solidFill>
              </a:defRPr>
            </a:lvl1pPr>
          </a:lstStyle>
          <a:p>
            <a:r>
              <a:rPr lang="en-GB" dirty="0"/>
              <a:t>Presentation title in footer</a:t>
            </a:r>
          </a:p>
        </p:txBody>
      </p:sp>
      <p:sp>
        <p:nvSpPr>
          <p:cNvPr id="6" name="Slide Number Placeholder 5">
            <a:extLst>
              <a:ext uri="{FF2B5EF4-FFF2-40B4-BE49-F238E27FC236}">
                <a16:creationId xmlns:a16="http://schemas.microsoft.com/office/drawing/2014/main" id="{96A505A6-DE1E-455A-9F96-B1BC2DE26A3C}"/>
              </a:ext>
            </a:extLst>
          </p:cNvPr>
          <p:cNvSpPr>
            <a:spLocks noGrp="1"/>
          </p:cNvSpPr>
          <p:nvPr>
            <p:ph type="sldNum" sz="quarter" idx="4"/>
          </p:nvPr>
        </p:nvSpPr>
        <p:spPr>
          <a:xfrm>
            <a:off x="11278800" y="6297521"/>
            <a:ext cx="397261" cy="365125"/>
          </a:xfrm>
          <a:prstGeom prst="rect">
            <a:avLst/>
          </a:prstGeom>
        </p:spPr>
        <p:txBody>
          <a:bodyPr vert="horz" lIns="0" tIns="0" rIns="0" bIns="0" rtlCol="0" anchor="b" anchorCtr="0">
            <a:noAutofit/>
          </a:bodyPr>
          <a:lstStyle>
            <a:lvl1pPr algn="r">
              <a:defRPr sz="800">
                <a:solidFill>
                  <a:schemeClr val="tx1"/>
                </a:solidFill>
              </a:defRPr>
            </a:lvl1pPr>
          </a:lstStyle>
          <a:p>
            <a:fld id="{F4C94289-3309-4C35-850A-56FD49B3E346}" type="slidenum">
              <a:rPr lang="en-GB" smtClean="0"/>
              <a:pPr/>
              <a:t>‹#›</a:t>
            </a:fld>
            <a:endParaRPr lang="en-GB" dirty="0"/>
          </a:p>
        </p:txBody>
      </p:sp>
      <p:sp>
        <p:nvSpPr>
          <p:cNvPr id="9" name="TextBox 8">
            <a:extLst>
              <a:ext uri="{FF2B5EF4-FFF2-40B4-BE49-F238E27FC236}">
                <a16:creationId xmlns:a16="http://schemas.microsoft.com/office/drawing/2014/main" id="{E1E89007-8C14-45BA-9B75-C9A19A48430E}"/>
              </a:ext>
            </a:extLst>
          </p:cNvPr>
          <p:cNvSpPr txBox="1"/>
          <p:nvPr userDrawn="1"/>
        </p:nvSpPr>
        <p:spPr>
          <a:xfrm>
            <a:off x="515938" y="6282531"/>
            <a:ext cx="1799722" cy="365125"/>
          </a:xfrm>
          <a:prstGeom prst="rect">
            <a:avLst/>
          </a:prstGeom>
          <a:noFill/>
        </p:spPr>
        <p:txBody>
          <a:bodyPr wrap="square" lIns="0" tIns="0" rIns="0" bIns="0" rtlCol="0" anchor="b" anchorCtr="0">
            <a:noAutofit/>
          </a:bodyPr>
          <a:lstStyle/>
          <a:p>
            <a:r>
              <a:rPr lang="en-GB" sz="800" dirty="0"/>
              <a:t>© </a:t>
            </a:r>
            <a:r>
              <a:rPr lang="en-GB" sz="800" dirty="0" err="1"/>
              <a:t>JTI</a:t>
            </a:r>
            <a:r>
              <a:rPr lang="en-GB" sz="800" dirty="0"/>
              <a:t> 2019 Confidential </a:t>
            </a:r>
          </a:p>
        </p:txBody>
      </p:sp>
      <p:cxnSp>
        <p:nvCxnSpPr>
          <p:cNvPr id="11" name="Straight Connector 10">
            <a:extLst>
              <a:ext uri="{FF2B5EF4-FFF2-40B4-BE49-F238E27FC236}">
                <a16:creationId xmlns:a16="http://schemas.microsoft.com/office/drawing/2014/main" id="{4B558707-958B-46B5-B09F-9B53C1657C43}"/>
              </a:ext>
            </a:extLst>
          </p:cNvPr>
          <p:cNvCxnSpPr/>
          <p:nvPr userDrawn="1"/>
        </p:nvCxnSpPr>
        <p:spPr>
          <a:xfrm>
            <a:off x="515937" y="1343026"/>
            <a:ext cx="11160126"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E1E89007-8C14-45BA-9B75-C9A19A48430E}"/>
              </a:ext>
            </a:extLst>
          </p:cNvPr>
          <p:cNvSpPr txBox="1"/>
          <p:nvPr userDrawn="1"/>
        </p:nvSpPr>
        <p:spPr>
          <a:xfrm>
            <a:off x="4703985" y="6535710"/>
            <a:ext cx="2802070" cy="276836"/>
          </a:xfrm>
          <a:prstGeom prst="rect">
            <a:avLst/>
          </a:prstGeom>
          <a:noFill/>
        </p:spPr>
        <p:txBody>
          <a:bodyPr wrap="square" lIns="0" tIns="0" rIns="0" bIns="0" rtlCol="0" anchor="t" anchorCtr="0">
            <a:noAutofit/>
          </a:bodyPr>
          <a:lstStyle/>
          <a:p>
            <a:pPr algn="ctr"/>
            <a:r>
              <a:rPr lang="en-US" sz="1000" dirty="0">
                <a:latin typeface="+mn-lt"/>
                <a:ea typeface="Roboto" charset="0"/>
                <a:cs typeface="Roboto" charset="0"/>
              </a:rPr>
              <a:t>Simplify, Standardize, Accelerate </a:t>
            </a:r>
          </a:p>
        </p:txBody>
      </p:sp>
    </p:spTree>
    <p:extLst>
      <p:ext uri="{BB962C8B-B14F-4D97-AF65-F5344CB8AC3E}">
        <p14:creationId xmlns:p14="http://schemas.microsoft.com/office/powerpoint/2010/main" val="1712504279"/>
      </p:ext>
    </p:extLst>
  </p:cSld>
  <p:clrMap bg1="lt1" tx1="dk1" bg2="lt2" tx2="dk2" accent1="accent1" accent2="accent2" accent3="accent3" accent4="accent4" accent5="accent5" accent6="accent6" hlink="hlink" folHlink="folHlink"/>
  <p:sldLayoutIdLst>
    <p:sldLayoutId id="2147483842" r:id="rId1"/>
    <p:sldLayoutId id="2147483843" r:id="rId2"/>
    <p:sldLayoutId id="2147483844" r:id="rId3"/>
    <p:sldLayoutId id="2147483845" r:id="rId4"/>
  </p:sldLayoutIdLst>
  <p:hf hdr="0"/>
  <p:txStyles>
    <p:title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0" indent="0" algn="l" defTabSz="914400" rtl="0" eaLnBrk="1" latinLnBrk="0" hangingPunct="1">
        <a:lnSpc>
          <a:spcPct val="100000"/>
        </a:lnSpc>
        <a:spcBef>
          <a:spcPts val="1200"/>
        </a:spcBef>
        <a:buFont typeface="Arial" panose="020B0604020202020204" pitchFamily="34" charset="0"/>
        <a:buNone/>
        <a:defRPr sz="1800" kern="1200">
          <a:solidFill>
            <a:schemeClr val="tx1"/>
          </a:solidFill>
          <a:latin typeface="+mn-lt"/>
          <a:ea typeface="+mn-ea"/>
          <a:cs typeface="+mn-cs"/>
        </a:defRPr>
      </a:lvl1pPr>
      <a:lvl2pPr marL="179388" indent="-179388"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2pPr>
      <a:lvl3pPr marL="207963" indent="182563" algn="l" defTabSz="914400" rtl="0" eaLnBrk="1" latinLnBrk="0" hangingPunct="1">
        <a:lnSpc>
          <a:spcPct val="100000"/>
        </a:lnSpc>
        <a:spcBef>
          <a:spcPts val="400"/>
        </a:spcBef>
        <a:buFont typeface="Arial" panose="020B0604020202020204" pitchFamily="34" charset="0"/>
        <a:buChar char="•"/>
        <a:defRPr sz="1600" kern="1200">
          <a:solidFill>
            <a:schemeClr val="tx1"/>
          </a:solidFill>
          <a:latin typeface="+mn-lt"/>
          <a:ea typeface="+mn-ea"/>
          <a:cs typeface="+mn-cs"/>
        </a:defRPr>
      </a:lvl3pPr>
      <a:lvl4pPr marL="608013" indent="-198438" algn="l" defTabSz="914400" rtl="0" eaLnBrk="1" latinLnBrk="0" hangingPunct="1">
        <a:lnSpc>
          <a:spcPct val="100000"/>
        </a:lnSpc>
        <a:spcBef>
          <a:spcPts val="400"/>
        </a:spcBef>
        <a:buFont typeface="Arial" panose="020B0604020202020204" pitchFamily="34" charset="0"/>
        <a:buChar char="•"/>
        <a:defRPr sz="1400" kern="1200">
          <a:solidFill>
            <a:schemeClr val="tx1"/>
          </a:solidFill>
          <a:latin typeface="+mn-lt"/>
          <a:ea typeface="+mn-ea"/>
          <a:cs typeface="+mn-cs"/>
        </a:defRPr>
      </a:lvl4pPr>
      <a:lvl5pPr marL="831850" indent="-204788" algn="l" defTabSz="914400" rtl="0" eaLnBrk="1" latinLnBrk="0" hangingPunct="1">
        <a:lnSpc>
          <a:spcPct val="100000"/>
        </a:lnSpc>
        <a:spcBef>
          <a:spcPts val="4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325">
          <p15:clr>
            <a:srgbClr val="F26B43"/>
          </p15:clr>
        </p15:guide>
        <p15:guide id="3" pos="7355">
          <p15:clr>
            <a:srgbClr val="F26B43"/>
          </p15:clr>
        </p15:guide>
        <p15:guide id="4" pos="3364">
          <p15:clr>
            <a:srgbClr val="F26B43"/>
          </p15:clr>
        </p15:guide>
        <p15:guide id="5" pos="3522">
          <p15:clr>
            <a:srgbClr val="F26B43"/>
          </p15:clr>
        </p15:guide>
        <p15:guide id="6" orient="horz" pos="1068">
          <p15:clr>
            <a:srgbClr val="F26B43"/>
          </p15:clr>
        </p15:guide>
        <p15:guide id="7" orient="horz" pos="3959">
          <p15:clr>
            <a:srgbClr val="F26B43"/>
          </p15:clr>
        </p15:guide>
        <p15:guide id="8" pos="3840">
          <p15:clr>
            <a:srgbClr val="F26B43"/>
          </p15:clr>
        </p15:guide>
        <p15:guide id="9" orient="horz" pos="2160">
          <p15:clr>
            <a:srgbClr val="F26B43"/>
          </p15:clr>
        </p15:guide>
      </p15:sldGuideLst>
    </p:ext>
  </p:extLst>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C19571F-E128-4FF8-A846-91352A101459}"/>
              </a:ext>
            </a:extLst>
          </p:cNvPr>
          <p:cNvSpPr>
            <a:spLocks noGrp="1"/>
          </p:cNvSpPr>
          <p:nvPr>
            <p:ph type="title"/>
          </p:nvPr>
        </p:nvSpPr>
        <p:spPr>
          <a:xfrm>
            <a:off x="515939" y="210344"/>
            <a:ext cx="9898061" cy="984247"/>
          </a:xfrm>
          <a:prstGeom prst="rect">
            <a:avLst/>
          </a:prstGeom>
        </p:spPr>
        <p:txBody>
          <a:bodyPr vert="horz" lIns="0" tIns="0" rIns="0" bIns="0" rtlCol="0" anchor="b" anchorCtr="0">
            <a:noAutofit/>
          </a:bodyPr>
          <a:lstStyle/>
          <a:p>
            <a:r>
              <a:rPr lang="en-US"/>
              <a:t>Click to edit Master title style</a:t>
            </a:r>
            <a:endParaRPr lang="en-GB" dirty="0"/>
          </a:p>
        </p:txBody>
      </p:sp>
      <p:sp>
        <p:nvSpPr>
          <p:cNvPr id="3" name="Text Placeholder 2">
            <a:extLst>
              <a:ext uri="{FF2B5EF4-FFF2-40B4-BE49-F238E27FC236}">
                <a16:creationId xmlns:a16="http://schemas.microsoft.com/office/drawing/2014/main" id="{5B5EE3A9-E955-4AFD-9C72-3106238E9A39}"/>
              </a:ext>
            </a:extLst>
          </p:cNvPr>
          <p:cNvSpPr>
            <a:spLocks noGrp="1"/>
          </p:cNvSpPr>
          <p:nvPr>
            <p:ph type="body" idx="1"/>
          </p:nvPr>
        </p:nvSpPr>
        <p:spPr>
          <a:xfrm>
            <a:off x="515937" y="1695450"/>
            <a:ext cx="9898063" cy="4587081"/>
          </a:xfrm>
          <a:prstGeom prst="rect">
            <a:avLst/>
          </a:prstGeom>
        </p:spPr>
        <p:txBody>
          <a:bodyPr vert="horz" lIns="0" tIns="0" rIns="0" bIns="0" rtlCol="0" anchor="t" anchorCtr="0">
            <a:no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Footer Placeholder 4">
            <a:extLst>
              <a:ext uri="{FF2B5EF4-FFF2-40B4-BE49-F238E27FC236}">
                <a16:creationId xmlns:a16="http://schemas.microsoft.com/office/drawing/2014/main" id="{1317185E-8EC7-42C4-875B-7957276D6024}"/>
              </a:ext>
            </a:extLst>
          </p:cNvPr>
          <p:cNvSpPr>
            <a:spLocks noGrp="1"/>
          </p:cNvSpPr>
          <p:nvPr>
            <p:ph type="ftr" sz="quarter" idx="3"/>
          </p:nvPr>
        </p:nvSpPr>
        <p:spPr>
          <a:xfrm>
            <a:off x="7077073" y="6297521"/>
            <a:ext cx="4201727" cy="365125"/>
          </a:xfrm>
          <a:prstGeom prst="rect">
            <a:avLst/>
          </a:prstGeom>
        </p:spPr>
        <p:txBody>
          <a:bodyPr vert="horz" lIns="0" tIns="0" rIns="0" bIns="0" rtlCol="0" anchor="b" anchorCtr="0">
            <a:noAutofit/>
          </a:bodyPr>
          <a:lstStyle>
            <a:lvl1pPr algn="r">
              <a:defRPr sz="800">
                <a:solidFill>
                  <a:schemeClr val="tx1"/>
                </a:solidFill>
              </a:defRPr>
            </a:lvl1pPr>
          </a:lstStyle>
          <a:p>
            <a:r>
              <a:rPr lang="en-GB" dirty="0"/>
              <a:t>Presentation title in footer</a:t>
            </a:r>
          </a:p>
        </p:txBody>
      </p:sp>
      <p:sp>
        <p:nvSpPr>
          <p:cNvPr id="6" name="Slide Number Placeholder 5">
            <a:extLst>
              <a:ext uri="{FF2B5EF4-FFF2-40B4-BE49-F238E27FC236}">
                <a16:creationId xmlns:a16="http://schemas.microsoft.com/office/drawing/2014/main" id="{96A505A6-DE1E-455A-9F96-B1BC2DE26A3C}"/>
              </a:ext>
            </a:extLst>
          </p:cNvPr>
          <p:cNvSpPr>
            <a:spLocks noGrp="1"/>
          </p:cNvSpPr>
          <p:nvPr>
            <p:ph type="sldNum" sz="quarter" idx="4"/>
          </p:nvPr>
        </p:nvSpPr>
        <p:spPr>
          <a:xfrm>
            <a:off x="11278800" y="6297521"/>
            <a:ext cx="397261" cy="365125"/>
          </a:xfrm>
          <a:prstGeom prst="rect">
            <a:avLst/>
          </a:prstGeom>
        </p:spPr>
        <p:txBody>
          <a:bodyPr vert="horz" lIns="0" tIns="0" rIns="0" bIns="0" rtlCol="0" anchor="b" anchorCtr="0">
            <a:noAutofit/>
          </a:bodyPr>
          <a:lstStyle>
            <a:lvl1pPr algn="r">
              <a:defRPr sz="800">
                <a:solidFill>
                  <a:schemeClr val="tx1"/>
                </a:solidFill>
              </a:defRPr>
            </a:lvl1pPr>
          </a:lstStyle>
          <a:p>
            <a:fld id="{F4C94289-3309-4C35-850A-56FD49B3E346}" type="slidenum">
              <a:rPr lang="en-GB" smtClean="0"/>
              <a:pPr/>
              <a:t>‹#›</a:t>
            </a:fld>
            <a:endParaRPr lang="en-GB" dirty="0"/>
          </a:p>
        </p:txBody>
      </p:sp>
      <p:sp>
        <p:nvSpPr>
          <p:cNvPr id="9" name="TextBox 8">
            <a:extLst>
              <a:ext uri="{FF2B5EF4-FFF2-40B4-BE49-F238E27FC236}">
                <a16:creationId xmlns:a16="http://schemas.microsoft.com/office/drawing/2014/main" id="{E1E89007-8C14-45BA-9B75-C9A19A48430E}"/>
              </a:ext>
            </a:extLst>
          </p:cNvPr>
          <p:cNvSpPr txBox="1"/>
          <p:nvPr userDrawn="1"/>
        </p:nvSpPr>
        <p:spPr>
          <a:xfrm>
            <a:off x="515938" y="6282531"/>
            <a:ext cx="1799722" cy="365125"/>
          </a:xfrm>
          <a:prstGeom prst="rect">
            <a:avLst/>
          </a:prstGeom>
          <a:noFill/>
        </p:spPr>
        <p:txBody>
          <a:bodyPr wrap="square" lIns="0" tIns="0" rIns="0" bIns="0" rtlCol="0" anchor="b" anchorCtr="0">
            <a:noAutofit/>
          </a:bodyPr>
          <a:lstStyle/>
          <a:p>
            <a:r>
              <a:rPr lang="en-GB" sz="800" dirty="0"/>
              <a:t>© </a:t>
            </a:r>
            <a:r>
              <a:rPr lang="en-GB" sz="800" dirty="0" err="1"/>
              <a:t>JTI</a:t>
            </a:r>
            <a:r>
              <a:rPr lang="en-GB" sz="800" dirty="0"/>
              <a:t> 2019 Confidential </a:t>
            </a:r>
          </a:p>
        </p:txBody>
      </p:sp>
      <p:cxnSp>
        <p:nvCxnSpPr>
          <p:cNvPr id="11" name="Straight Connector 10">
            <a:extLst>
              <a:ext uri="{FF2B5EF4-FFF2-40B4-BE49-F238E27FC236}">
                <a16:creationId xmlns:a16="http://schemas.microsoft.com/office/drawing/2014/main" id="{4B558707-958B-46B5-B09F-9B53C1657C43}"/>
              </a:ext>
            </a:extLst>
          </p:cNvPr>
          <p:cNvCxnSpPr/>
          <p:nvPr userDrawn="1"/>
        </p:nvCxnSpPr>
        <p:spPr>
          <a:xfrm>
            <a:off x="515937" y="1343026"/>
            <a:ext cx="11160126"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E1E89007-8C14-45BA-9B75-C9A19A48430E}"/>
              </a:ext>
            </a:extLst>
          </p:cNvPr>
          <p:cNvSpPr txBox="1"/>
          <p:nvPr userDrawn="1"/>
        </p:nvSpPr>
        <p:spPr>
          <a:xfrm>
            <a:off x="4703985" y="6535710"/>
            <a:ext cx="2802070" cy="276836"/>
          </a:xfrm>
          <a:prstGeom prst="rect">
            <a:avLst/>
          </a:prstGeom>
          <a:noFill/>
        </p:spPr>
        <p:txBody>
          <a:bodyPr wrap="square" lIns="0" tIns="0" rIns="0" bIns="0" rtlCol="0" anchor="t" anchorCtr="0">
            <a:noAutofit/>
          </a:bodyPr>
          <a:lstStyle/>
          <a:p>
            <a:pPr algn="ctr"/>
            <a:r>
              <a:rPr lang="en-US" sz="1000" dirty="0">
                <a:latin typeface="+mn-lt"/>
                <a:ea typeface="Roboto" charset="0"/>
                <a:cs typeface="Roboto" charset="0"/>
              </a:rPr>
              <a:t>Simplify, Standardize, Accelerate </a:t>
            </a:r>
          </a:p>
        </p:txBody>
      </p:sp>
    </p:spTree>
    <p:extLst>
      <p:ext uri="{BB962C8B-B14F-4D97-AF65-F5344CB8AC3E}">
        <p14:creationId xmlns:p14="http://schemas.microsoft.com/office/powerpoint/2010/main" val="1389571835"/>
      </p:ext>
    </p:extLst>
  </p:cSld>
  <p:clrMap bg1="lt1" tx1="dk1" bg2="lt2" tx2="dk2" accent1="accent1" accent2="accent2" accent3="accent3" accent4="accent4" accent5="accent5" accent6="accent6" hlink="hlink" folHlink="folHlink"/>
  <p:sldLayoutIdLst>
    <p:sldLayoutId id="2147483847" r:id="rId1"/>
    <p:sldLayoutId id="2147483848" r:id="rId2"/>
    <p:sldLayoutId id="2147483849" r:id="rId3"/>
    <p:sldLayoutId id="2147483850" r:id="rId4"/>
  </p:sldLayoutIdLst>
  <p:hf hdr="0"/>
  <p:txStyles>
    <p:title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0" indent="0" algn="l" defTabSz="914400" rtl="0" eaLnBrk="1" latinLnBrk="0" hangingPunct="1">
        <a:lnSpc>
          <a:spcPct val="100000"/>
        </a:lnSpc>
        <a:spcBef>
          <a:spcPts val="1200"/>
        </a:spcBef>
        <a:buFont typeface="Arial" panose="020B0604020202020204" pitchFamily="34" charset="0"/>
        <a:buNone/>
        <a:defRPr sz="1800" kern="1200">
          <a:solidFill>
            <a:schemeClr val="tx1"/>
          </a:solidFill>
          <a:latin typeface="+mn-lt"/>
          <a:ea typeface="+mn-ea"/>
          <a:cs typeface="+mn-cs"/>
        </a:defRPr>
      </a:lvl1pPr>
      <a:lvl2pPr marL="179388" indent="-179388"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2pPr>
      <a:lvl3pPr marL="207963" indent="182563" algn="l" defTabSz="914400" rtl="0" eaLnBrk="1" latinLnBrk="0" hangingPunct="1">
        <a:lnSpc>
          <a:spcPct val="100000"/>
        </a:lnSpc>
        <a:spcBef>
          <a:spcPts val="400"/>
        </a:spcBef>
        <a:buFont typeface="Arial" panose="020B0604020202020204" pitchFamily="34" charset="0"/>
        <a:buChar char="•"/>
        <a:defRPr sz="1600" kern="1200">
          <a:solidFill>
            <a:schemeClr val="tx1"/>
          </a:solidFill>
          <a:latin typeface="+mn-lt"/>
          <a:ea typeface="+mn-ea"/>
          <a:cs typeface="+mn-cs"/>
        </a:defRPr>
      </a:lvl3pPr>
      <a:lvl4pPr marL="608013" indent="-198438" algn="l" defTabSz="914400" rtl="0" eaLnBrk="1" latinLnBrk="0" hangingPunct="1">
        <a:lnSpc>
          <a:spcPct val="100000"/>
        </a:lnSpc>
        <a:spcBef>
          <a:spcPts val="400"/>
        </a:spcBef>
        <a:buFont typeface="Arial" panose="020B0604020202020204" pitchFamily="34" charset="0"/>
        <a:buChar char="•"/>
        <a:defRPr sz="1400" kern="1200">
          <a:solidFill>
            <a:schemeClr val="tx1"/>
          </a:solidFill>
          <a:latin typeface="+mn-lt"/>
          <a:ea typeface="+mn-ea"/>
          <a:cs typeface="+mn-cs"/>
        </a:defRPr>
      </a:lvl4pPr>
      <a:lvl5pPr marL="831850" indent="-204788" algn="l" defTabSz="914400" rtl="0" eaLnBrk="1" latinLnBrk="0" hangingPunct="1">
        <a:lnSpc>
          <a:spcPct val="100000"/>
        </a:lnSpc>
        <a:spcBef>
          <a:spcPts val="4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325">
          <p15:clr>
            <a:srgbClr val="F26B43"/>
          </p15:clr>
        </p15:guide>
        <p15:guide id="3" pos="7355">
          <p15:clr>
            <a:srgbClr val="F26B43"/>
          </p15:clr>
        </p15:guide>
        <p15:guide id="4" pos="3364">
          <p15:clr>
            <a:srgbClr val="F26B43"/>
          </p15:clr>
        </p15:guide>
        <p15:guide id="5" pos="3522">
          <p15:clr>
            <a:srgbClr val="F26B43"/>
          </p15:clr>
        </p15:guide>
        <p15:guide id="6" orient="horz" pos="1068">
          <p15:clr>
            <a:srgbClr val="F26B43"/>
          </p15:clr>
        </p15:guide>
        <p15:guide id="7" orient="horz" pos="3959">
          <p15:clr>
            <a:srgbClr val="F26B43"/>
          </p15:clr>
        </p15:guide>
        <p15:guide id="8" pos="3840">
          <p15:clr>
            <a:srgbClr val="F26B43"/>
          </p15:clr>
        </p15:guide>
        <p15:guide id="9" orient="horz" pos="2160">
          <p15:clr>
            <a:srgbClr val="F26B43"/>
          </p15:clr>
        </p15:guide>
      </p15:sldGuideLst>
    </p:ext>
  </p:extLst>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C19571F-E128-4FF8-A846-91352A101459}"/>
              </a:ext>
            </a:extLst>
          </p:cNvPr>
          <p:cNvSpPr>
            <a:spLocks noGrp="1"/>
          </p:cNvSpPr>
          <p:nvPr>
            <p:ph type="title"/>
          </p:nvPr>
        </p:nvSpPr>
        <p:spPr>
          <a:xfrm>
            <a:off x="515939" y="210344"/>
            <a:ext cx="9898061" cy="984247"/>
          </a:xfrm>
          <a:prstGeom prst="rect">
            <a:avLst/>
          </a:prstGeom>
        </p:spPr>
        <p:txBody>
          <a:bodyPr vert="horz" lIns="0" tIns="0" rIns="0" bIns="0" rtlCol="0" anchor="b" anchorCtr="0">
            <a:noAutofit/>
          </a:bodyPr>
          <a:lstStyle/>
          <a:p>
            <a:r>
              <a:rPr lang="en-US"/>
              <a:t>Click to edit Master title style</a:t>
            </a:r>
            <a:endParaRPr lang="en-GB" dirty="0"/>
          </a:p>
        </p:txBody>
      </p:sp>
      <p:sp>
        <p:nvSpPr>
          <p:cNvPr id="3" name="Text Placeholder 2">
            <a:extLst>
              <a:ext uri="{FF2B5EF4-FFF2-40B4-BE49-F238E27FC236}">
                <a16:creationId xmlns:a16="http://schemas.microsoft.com/office/drawing/2014/main" id="{5B5EE3A9-E955-4AFD-9C72-3106238E9A39}"/>
              </a:ext>
            </a:extLst>
          </p:cNvPr>
          <p:cNvSpPr>
            <a:spLocks noGrp="1"/>
          </p:cNvSpPr>
          <p:nvPr>
            <p:ph type="body" idx="1"/>
          </p:nvPr>
        </p:nvSpPr>
        <p:spPr>
          <a:xfrm>
            <a:off x="515937" y="1695450"/>
            <a:ext cx="9898063" cy="4587081"/>
          </a:xfrm>
          <a:prstGeom prst="rect">
            <a:avLst/>
          </a:prstGeom>
        </p:spPr>
        <p:txBody>
          <a:bodyPr vert="horz" lIns="0" tIns="0" rIns="0" bIns="0" rtlCol="0" anchor="t" anchorCtr="0">
            <a:no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Footer Placeholder 4">
            <a:extLst>
              <a:ext uri="{FF2B5EF4-FFF2-40B4-BE49-F238E27FC236}">
                <a16:creationId xmlns:a16="http://schemas.microsoft.com/office/drawing/2014/main" id="{1317185E-8EC7-42C4-875B-7957276D6024}"/>
              </a:ext>
            </a:extLst>
          </p:cNvPr>
          <p:cNvSpPr>
            <a:spLocks noGrp="1"/>
          </p:cNvSpPr>
          <p:nvPr>
            <p:ph type="ftr" sz="quarter" idx="3"/>
          </p:nvPr>
        </p:nvSpPr>
        <p:spPr>
          <a:xfrm>
            <a:off x="7077073" y="6297521"/>
            <a:ext cx="4201727" cy="365125"/>
          </a:xfrm>
          <a:prstGeom prst="rect">
            <a:avLst/>
          </a:prstGeom>
        </p:spPr>
        <p:txBody>
          <a:bodyPr vert="horz" lIns="0" tIns="0" rIns="0" bIns="0" rtlCol="0" anchor="b" anchorCtr="0">
            <a:noAutofit/>
          </a:bodyPr>
          <a:lstStyle>
            <a:lvl1pPr algn="r">
              <a:defRPr sz="800">
                <a:solidFill>
                  <a:schemeClr val="tx1"/>
                </a:solidFill>
              </a:defRPr>
            </a:lvl1pPr>
          </a:lstStyle>
          <a:p>
            <a:r>
              <a:rPr lang="en-GB" dirty="0"/>
              <a:t>Presentation title in footer</a:t>
            </a:r>
          </a:p>
        </p:txBody>
      </p:sp>
      <p:sp>
        <p:nvSpPr>
          <p:cNvPr id="6" name="Slide Number Placeholder 5">
            <a:extLst>
              <a:ext uri="{FF2B5EF4-FFF2-40B4-BE49-F238E27FC236}">
                <a16:creationId xmlns:a16="http://schemas.microsoft.com/office/drawing/2014/main" id="{96A505A6-DE1E-455A-9F96-B1BC2DE26A3C}"/>
              </a:ext>
            </a:extLst>
          </p:cNvPr>
          <p:cNvSpPr>
            <a:spLocks noGrp="1"/>
          </p:cNvSpPr>
          <p:nvPr>
            <p:ph type="sldNum" sz="quarter" idx="4"/>
          </p:nvPr>
        </p:nvSpPr>
        <p:spPr>
          <a:xfrm>
            <a:off x="11278800" y="6297521"/>
            <a:ext cx="397261" cy="365125"/>
          </a:xfrm>
          <a:prstGeom prst="rect">
            <a:avLst/>
          </a:prstGeom>
        </p:spPr>
        <p:txBody>
          <a:bodyPr vert="horz" lIns="0" tIns="0" rIns="0" bIns="0" rtlCol="0" anchor="b" anchorCtr="0">
            <a:noAutofit/>
          </a:bodyPr>
          <a:lstStyle>
            <a:lvl1pPr algn="r">
              <a:defRPr sz="800">
                <a:solidFill>
                  <a:schemeClr val="tx1"/>
                </a:solidFill>
              </a:defRPr>
            </a:lvl1pPr>
          </a:lstStyle>
          <a:p>
            <a:fld id="{F4C94289-3309-4C35-850A-56FD49B3E346}" type="slidenum">
              <a:rPr lang="en-GB" smtClean="0"/>
              <a:pPr/>
              <a:t>‹#›</a:t>
            </a:fld>
            <a:endParaRPr lang="en-GB" dirty="0"/>
          </a:p>
        </p:txBody>
      </p:sp>
      <p:sp>
        <p:nvSpPr>
          <p:cNvPr id="9" name="TextBox 8">
            <a:extLst>
              <a:ext uri="{FF2B5EF4-FFF2-40B4-BE49-F238E27FC236}">
                <a16:creationId xmlns:a16="http://schemas.microsoft.com/office/drawing/2014/main" id="{E1E89007-8C14-45BA-9B75-C9A19A48430E}"/>
              </a:ext>
            </a:extLst>
          </p:cNvPr>
          <p:cNvSpPr txBox="1"/>
          <p:nvPr userDrawn="1"/>
        </p:nvSpPr>
        <p:spPr>
          <a:xfrm>
            <a:off x="515938" y="6282531"/>
            <a:ext cx="1799722" cy="365125"/>
          </a:xfrm>
          <a:prstGeom prst="rect">
            <a:avLst/>
          </a:prstGeom>
          <a:noFill/>
        </p:spPr>
        <p:txBody>
          <a:bodyPr wrap="square" lIns="0" tIns="0" rIns="0" bIns="0" rtlCol="0" anchor="b" anchorCtr="0">
            <a:noAutofit/>
          </a:bodyPr>
          <a:lstStyle/>
          <a:p>
            <a:r>
              <a:rPr lang="en-GB" sz="800" dirty="0"/>
              <a:t>© </a:t>
            </a:r>
            <a:r>
              <a:rPr lang="en-GB" sz="800" dirty="0" err="1"/>
              <a:t>JTI</a:t>
            </a:r>
            <a:r>
              <a:rPr lang="en-GB" sz="800" dirty="0"/>
              <a:t> 2019 Confidential </a:t>
            </a:r>
          </a:p>
        </p:txBody>
      </p:sp>
      <p:cxnSp>
        <p:nvCxnSpPr>
          <p:cNvPr id="11" name="Straight Connector 10">
            <a:extLst>
              <a:ext uri="{FF2B5EF4-FFF2-40B4-BE49-F238E27FC236}">
                <a16:creationId xmlns:a16="http://schemas.microsoft.com/office/drawing/2014/main" id="{4B558707-958B-46B5-B09F-9B53C1657C43}"/>
              </a:ext>
            </a:extLst>
          </p:cNvPr>
          <p:cNvCxnSpPr/>
          <p:nvPr userDrawn="1"/>
        </p:nvCxnSpPr>
        <p:spPr>
          <a:xfrm>
            <a:off x="515937" y="1343026"/>
            <a:ext cx="11160126"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E1E89007-8C14-45BA-9B75-C9A19A48430E}"/>
              </a:ext>
            </a:extLst>
          </p:cNvPr>
          <p:cNvSpPr txBox="1"/>
          <p:nvPr userDrawn="1"/>
        </p:nvSpPr>
        <p:spPr>
          <a:xfrm>
            <a:off x="4703985" y="6535710"/>
            <a:ext cx="2802070" cy="276836"/>
          </a:xfrm>
          <a:prstGeom prst="rect">
            <a:avLst/>
          </a:prstGeom>
          <a:noFill/>
        </p:spPr>
        <p:txBody>
          <a:bodyPr wrap="square" lIns="0" tIns="0" rIns="0" bIns="0" rtlCol="0" anchor="t" anchorCtr="0">
            <a:noAutofit/>
          </a:bodyPr>
          <a:lstStyle/>
          <a:p>
            <a:pPr algn="ctr"/>
            <a:r>
              <a:rPr lang="en-US" sz="1000" dirty="0">
                <a:latin typeface="+mn-lt"/>
                <a:ea typeface="Roboto" charset="0"/>
                <a:cs typeface="Roboto" charset="0"/>
              </a:rPr>
              <a:t>Simplify, Standardize, Accelerate </a:t>
            </a:r>
          </a:p>
        </p:txBody>
      </p:sp>
    </p:spTree>
    <p:extLst>
      <p:ext uri="{BB962C8B-B14F-4D97-AF65-F5344CB8AC3E}">
        <p14:creationId xmlns:p14="http://schemas.microsoft.com/office/powerpoint/2010/main" val="2688034917"/>
      </p:ext>
    </p:extLst>
  </p:cSld>
  <p:clrMap bg1="lt1" tx1="dk1" bg2="lt2" tx2="dk2" accent1="accent1" accent2="accent2" accent3="accent3" accent4="accent4" accent5="accent5" accent6="accent6" hlink="hlink" folHlink="folHlink"/>
  <p:sldLayoutIdLst>
    <p:sldLayoutId id="2147483852" r:id="rId1"/>
    <p:sldLayoutId id="2147483853" r:id="rId2"/>
    <p:sldLayoutId id="2147483854" r:id="rId3"/>
    <p:sldLayoutId id="2147483855" r:id="rId4"/>
  </p:sldLayoutIdLst>
  <p:hf hdr="0"/>
  <p:txStyles>
    <p:title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0" indent="0" algn="l" defTabSz="914400" rtl="0" eaLnBrk="1" latinLnBrk="0" hangingPunct="1">
        <a:lnSpc>
          <a:spcPct val="100000"/>
        </a:lnSpc>
        <a:spcBef>
          <a:spcPts val="1200"/>
        </a:spcBef>
        <a:buFont typeface="Arial" panose="020B0604020202020204" pitchFamily="34" charset="0"/>
        <a:buNone/>
        <a:defRPr sz="1800" kern="1200">
          <a:solidFill>
            <a:schemeClr val="tx1"/>
          </a:solidFill>
          <a:latin typeface="+mn-lt"/>
          <a:ea typeface="+mn-ea"/>
          <a:cs typeface="+mn-cs"/>
        </a:defRPr>
      </a:lvl1pPr>
      <a:lvl2pPr marL="179388" indent="-179388"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2pPr>
      <a:lvl3pPr marL="207963" indent="182563" algn="l" defTabSz="914400" rtl="0" eaLnBrk="1" latinLnBrk="0" hangingPunct="1">
        <a:lnSpc>
          <a:spcPct val="100000"/>
        </a:lnSpc>
        <a:spcBef>
          <a:spcPts val="400"/>
        </a:spcBef>
        <a:buFont typeface="Arial" panose="020B0604020202020204" pitchFamily="34" charset="0"/>
        <a:buChar char="•"/>
        <a:defRPr sz="1600" kern="1200">
          <a:solidFill>
            <a:schemeClr val="tx1"/>
          </a:solidFill>
          <a:latin typeface="+mn-lt"/>
          <a:ea typeface="+mn-ea"/>
          <a:cs typeface="+mn-cs"/>
        </a:defRPr>
      </a:lvl3pPr>
      <a:lvl4pPr marL="608013" indent="-198438" algn="l" defTabSz="914400" rtl="0" eaLnBrk="1" latinLnBrk="0" hangingPunct="1">
        <a:lnSpc>
          <a:spcPct val="100000"/>
        </a:lnSpc>
        <a:spcBef>
          <a:spcPts val="400"/>
        </a:spcBef>
        <a:buFont typeface="Arial" panose="020B0604020202020204" pitchFamily="34" charset="0"/>
        <a:buChar char="•"/>
        <a:defRPr sz="1400" kern="1200">
          <a:solidFill>
            <a:schemeClr val="tx1"/>
          </a:solidFill>
          <a:latin typeface="+mn-lt"/>
          <a:ea typeface="+mn-ea"/>
          <a:cs typeface="+mn-cs"/>
        </a:defRPr>
      </a:lvl4pPr>
      <a:lvl5pPr marL="831850" indent="-204788" algn="l" defTabSz="914400" rtl="0" eaLnBrk="1" latinLnBrk="0" hangingPunct="1">
        <a:lnSpc>
          <a:spcPct val="100000"/>
        </a:lnSpc>
        <a:spcBef>
          <a:spcPts val="4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325">
          <p15:clr>
            <a:srgbClr val="F26B43"/>
          </p15:clr>
        </p15:guide>
        <p15:guide id="3" pos="7355">
          <p15:clr>
            <a:srgbClr val="F26B43"/>
          </p15:clr>
        </p15:guide>
        <p15:guide id="4" pos="3364">
          <p15:clr>
            <a:srgbClr val="F26B43"/>
          </p15:clr>
        </p15:guide>
        <p15:guide id="5" pos="3522">
          <p15:clr>
            <a:srgbClr val="F26B43"/>
          </p15:clr>
        </p15:guide>
        <p15:guide id="6" orient="horz" pos="1068">
          <p15:clr>
            <a:srgbClr val="F26B43"/>
          </p15:clr>
        </p15:guide>
        <p15:guide id="7" orient="horz" pos="3959">
          <p15:clr>
            <a:srgbClr val="F26B43"/>
          </p15:clr>
        </p15:guide>
        <p15:guide id="8" pos="3840">
          <p15:clr>
            <a:srgbClr val="F26B43"/>
          </p15:clr>
        </p15:guide>
        <p15:guide id="9" orient="horz" pos="2160">
          <p15:clr>
            <a:srgbClr val="F26B43"/>
          </p15:clr>
        </p15:guide>
      </p15:sldGuideLst>
    </p:ext>
  </p:extLst>
</p:sldMaster>
</file>

<file path=ppt/slideMasters/slideMaster1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C19571F-E128-4FF8-A846-91352A101459}"/>
              </a:ext>
            </a:extLst>
          </p:cNvPr>
          <p:cNvSpPr>
            <a:spLocks noGrp="1"/>
          </p:cNvSpPr>
          <p:nvPr>
            <p:ph type="title"/>
          </p:nvPr>
        </p:nvSpPr>
        <p:spPr>
          <a:xfrm>
            <a:off x="515939" y="210344"/>
            <a:ext cx="9898061" cy="984247"/>
          </a:xfrm>
          <a:prstGeom prst="rect">
            <a:avLst/>
          </a:prstGeom>
        </p:spPr>
        <p:txBody>
          <a:bodyPr vert="horz" lIns="0" tIns="0" rIns="0" bIns="0" rtlCol="0" anchor="b" anchorCtr="0">
            <a:noAutofit/>
          </a:bodyPr>
          <a:lstStyle/>
          <a:p>
            <a:r>
              <a:rPr lang="en-US"/>
              <a:t>Click to edit Master title style</a:t>
            </a:r>
            <a:endParaRPr lang="en-GB" dirty="0"/>
          </a:p>
        </p:txBody>
      </p:sp>
      <p:sp>
        <p:nvSpPr>
          <p:cNvPr id="3" name="Text Placeholder 2">
            <a:extLst>
              <a:ext uri="{FF2B5EF4-FFF2-40B4-BE49-F238E27FC236}">
                <a16:creationId xmlns:a16="http://schemas.microsoft.com/office/drawing/2014/main" id="{5B5EE3A9-E955-4AFD-9C72-3106238E9A39}"/>
              </a:ext>
            </a:extLst>
          </p:cNvPr>
          <p:cNvSpPr>
            <a:spLocks noGrp="1"/>
          </p:cNvSpPr>
          <p:nvPr>
            <p:ph type="body" idx="1"/>
          </p:nvPr>
        </p:nvSpPr>
        <p:spPr>
          <a:xfrm>
            <a:off x="515937" y="1695450"/>
            <a:ext cx="9898063" cy="4587081"/>
          </a:xfrm>
          <a:prstGeom prst="rect">
            <a:avLst/>
          </a:prstGeom>
        </p:spPr>
        <p:txBody>
          <a:bodyPr vert="horz" lIns="0" tIns="0" rIns="0" bIns="0" rtlCol="0" anchor="t" anchorCtr="0">
            <a:no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Footer Placeholder 4">
            <a:extLst>
              <a:ext uri="{FF2B5EF4-FFF2-40B4-BE49-F238E27FC236}">
                <a16:creationId xmlns:a16="http://schemas.microsoft.com/office/drawing/2014/main" id="{1317185E-8EC7-42C4-875B-7957276D6024}"/>
              </a:ext>
            </a:extLst>
          </p:cNvPr>
          <p:cNvSpPr>
            <a:spLocks noGrp="1"/>
          </p:cNvSpPr>
          <p:nvPr>
            <p:ph type="ftr" sz="quarter" idx="3"/>
          </p:nvPr>
        </p:nvSpPr>
        <p:spPr>
          <a:xfrm>
            <a:off x="7077073" y="6297521"/>
            <a:ext cx="4201727" cy="365125"/>
          </a:xfrm>
          <a:prstGeom prst="rect">
            <a:avLst/>
          </a:prstGeom>
        </p:spPr>
        <p:txBody>
          <a:bodyPr vert="horz" lIns="0" tIns="0" rIns="0" bIns="0" rtlCol="0" anchor="b" anchorCtr="0">
            <a:noAutofit/>
          </a:bodyPr>
          <a:lstStyle>
            <a:lvl1pPr algn="r">
              <a:defRPr sz="800">
                <a:solidFill>
                  <a:schemeClr val="tx1"/>
                </a:solidFill>
              </a:defRPr>
            </a:lvl1pPr>
          </a:lstStyle>
          <a:p>
            <a:r>
              <a:rPr lang="en-GB" dirty="0"/>
              <a:t>Presentation title in footer</a:t>
            </a:r>
          </a:p>
        </p:txBody>
      </p:sp>
      <p:sp>
        <p:nvSpPr>
          <p:cNvPr id="6" name="Slide Number Placeholder 5">
            <a:extLst>
              <a:ext uri="{FF2B5EF4-FFF2-40B4-BE49-F238E27FC236}">
                <a16:creationId xmlns:a16="http://schemas.microsoft.com/office/drawing/2014/main" id="{96A505A6-DE1E-455A-9F96-B1BC2DE26A3C}"/>
              </a:ext>
            </a:extLst>
          </p:cNvPr>
          <p:cNvSpPr>
            <a:spLocks noGrp="1"/>
          </p:cNvSpPr>
          <p:nvPr>
            <p:ph type="sldNum" sz="quarter" idx="4"/>
          </p:nvPr>
        </p:nvSpPr>
        <p:spPr>
          <a:xfrm>
            <a:off x="11278800" y="6297521"/>
            <a:ext cx="397261" cy="365125"/>
          </a:xfrm>
          <a:prstGeom prst="rect">
            <a:avLst/>
          </a:prstGeom>
        </p:spPr>
        <p:txBody>
          <a:bodyPr vert="horz" lIns="0" tIns="0" rIns="0" bIns="0" rtlCol="0" anchor="b" anchorCtr="0">
            <a:noAutofit/>
          </a:bodyPr>
          <a:lstStyle>
            <a:lvl1pPr algn="r">
              <a:defRPr sz="800">
                <a:solidFill>
                  <a:schemeClr val="tx1"/>
                </a:solidFill>
              </a:defRPr>
            </a:lvl1pPr>
          </a:lstStyle>
          <a:p>
            <a:fld id="{F4C94289-3309-4C35-850A-56FD49B3E346}" type="slidenum">
              <a:rPr lang="en-GB" smtClean="0"/>
              <a:pPr/>
              <a:t>‹#›</a:t>
            </a:fld>
            <a:endParaRPr lang="en-GB" dirty="0"/>
          </a:p>
        </p:txBody>
      </p:sp>
      <p:sp>
        <p:nvSpPr>
          <p:cNvPr id="9" name="TextBox 8">
            <a:extLst>
              <a:ext uri="{FF2B5EF4-FFF2-40B4-BE49-F238E27FC236}">
                <a16:creationId xmlns:a16="http://schemas.microsoft.com/office/drawing/2014/main" id="{E1E89007-8C14-45BA-9B75-C9A19A48430E}"/>
              </a:ext>
            </a:extLst>
          </p:cNvPr>
          <p:cNvSpPr txBox="1"/>
          <p:nvPr userDrawn="1"/>
        </p:nvSpPr>
        <p:spPr>
          <a:xfrm>
            <a:off x="515938" y="6282531"/>
            <a:ext cx="1799722" cy="365125"/>
          </a:xfrm>
          <a:prstGeom prst="rect">
            <a:avLst/>
          </a:prstGeom>
          <a:noFill/>
        </p:spPr>
        <p:txBody>
          <a:bodyPr wrap="square" lIns="0" tIns="0" rIns="0" bIns="0" rtlCol="0" anchor="b" anchorCtr="0">
            <a:noAutofit/>
          </a:bodyPr>
          <a:lstStyle/>
          <a:p>
            <a:r>
              <a:rPr lang="en-GB" sz="800" dirty="0"/>
              <a:t>© </a:t>
            </a:r>
            <a:r>
              <a:rPr lang="en-GB" sz="800" dirty="0" err="1"/>
              <a:t>JTI</a:t>
            </a:r>
            <a:r>
              <a:rPr lang="en-GB" sz="800" dirty="0"/>
              <a:t> 2019 Confidential </a:t>
            </a:r>
          </a:p>
        </p:txBody>
      </p:sp>
      <p:cxnSp>
        <p:nvCxnSpPr>
          <p:cNvPr id="11" name="Straight Connector 10">
            <a:extLst>
              <a:ext uri="{FF2B5EF4-FFF2-40B4-BE49-F238E27FC236}">
                <a16:creationId xmlns:a16="http://schemas.microsoft.com/office/drawing/2014/main" id="{4B558707-958B-46B5-B09F-9B53C1657C43}"/>
              </a:ext>
            </a:extLst>
          </p:cNvPr>
          <p:cNvCxnSpPr/>
          <p:nvPr userDrawn="1"/>
        </p:nvCxnSpPr>
        <p:spPr>
          <a:xfrm>
            <a:off x="515937" y="1343026"/>
            <a:ext cx="11160126"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E1E89007-8C14-45BA-9B75-C9A19A48430E}"/>
              </a:ext>
            </a:extLst>
          </p:cNvPr>
          <p:cNvSpPr txBox="1"/>
          <p:nvPr userDrawn="1"/>
        </p:nvSpPr>
        <p:spPr>
          <a:xfrm>
            <a:off x="4703985" y="6535710"/>
            <a:ext cx="2802070" cy="276836"/>
          </a:xfrm>
          <a:prstGeom prst="rect">
            <a:avLst/>
          </a:prstGeom>
          <a:noFill/>
        </p:spPr>
        <p:txBody>
          <a:bodyPr wrap="square" lIns="0" tIns="0" rIns="0" bIns="0" rtlCol="0" anchor="t" anchorCtr="0">
            <a:noAutofit/>
          </a:bodyPr>
          <a:lstStyle/>
          <a:p>
            <a:pPr algn="ctr"/>
            <a:r>
              <a:rPr lang="en-US" sz="1000" dirty="0">
                <a:latin typeface="+mn-lt"/>
                <a:ea typeface="Roboto" charset="0"/>
                <a:cs typeface="Roboto" charset="0"/>
              </a:rPr>
              <a:t>Simplify, Standardize, Accelerate </a:t>
            </a:r>
          </a:p>
        </p:txBody>
      </p:sp>
    </p:spTree>
    <p:extLst>
      <p:ext uri="{BB962C8B-B14F-4D97-AF65-F5344CB8AC3E}">
        <p14:creationId xmlns:p14="http://schemas.microsoft.com/office/powerpoint/2010/main" val="1347146263"/>
      </p:ext>
    </p:extLst>
  </p:cSld>
  <p:clrMap bg1="lt1" tx1="dk1" bg2="lt2" tx2="dk2" accent1="accent1" accent2="accent2" accent3="accent3" accent4="accent4" accent5="accent5" accent6="accent6" hlink="hlink" folHlink="folHlink"/>
  <p:sldLayoutIdLst>
    <p:sldLayoutId id="2147483862" r:id="rId1"/>
    <p:sldLayoutId id="2147483863" r:id="rId2"/>
    <p:sldLayoutId id="2147483864" r:id="rId3"/>
    <p:sldLayoutId id="2147483865" r:id="rId4"/>
  </p:sldLayoutIdLst>
  <p:hf hdr="0"/>
  <p:txStyles>
    <p:title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0" indent="0" algn="l" defTabSz="914400" rtl="0" eaLnBrk="1" latinLnBrk="0" hangingPunct="1">
        <a:lnSpc>
          <a:spcPct val="100000"/>
        </a:lnSpc>
        <a:spcBef>
          <a:spcPts val="1200"/>
        </a:spcBef>
        <a:buFont typeface="Arial" panose="020B0604020202020204" pitchFamily="34" charset="0"/>
        <a:buNone/>
        <a:defRPr sz="1800" kern="1200">
          <a:solidFill>
            <a:schemeClr val="tx1"/>
          </a:solidFill>
          <a:latin typeface="+mn-lt"/>
          <a:ea typeface="+mn-ea"/>
          <a:cs typeface="+mn-cs"/>
        </a:defRPr>
      </a:lvl1pPr>
      <a:lvl2pPr marL="179388" indent="-179388"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2pPr>
      <a:lvl3pPr marL="207963" indent="182563" algn="l" defTabSz="914400" rtl="0" eaLnBrk="1" latinLnBrk="0" hangingPunct="1">
        <a:lnSpc>
          <a:spcPct val="100000"/>
        </a:lnSpc>
        <a:spcBef>
          <a:spcPts val="400"/>
        </a:spcBef>
        <a:buFont typeface="Arial" panose="020B0604020202020204" pitchFamily="34" charset="0"/>
        <a:buChar char="•"/>
        <a:defRPr sz="1600" kern="1200">
          <a:solidFill>
            <a:schemeClr val="tx1"/>
          </a:solidFill>
          <a:latin typeface="+mn-lt"/>
          <a:ea typeface="+mn-ea"/>
          <a:cs typeface="+mn-cs"/>
        </a:defRPr>
      </a:lvl3pPr>
      <a:lvl4pPr marL="608013" indent="-198438" algn="l" defTabSz="914400" rtl="0" eaLnBrk="1" latinLnBrk="0" hangingPunct="1">
        <a:lnSpc>
          <a:spcPct val="100000"/>
        </a:lnSpc>
        <a:spcBef>
          <a:spcPts val="400"/>
        </a:spcBef>
        <a:buFont typeface="Arial" panose="020B0604020202020204" pitchFamily="34" charset="0"/>
        <a:buChar char="•"/>
        <a:defRPr sz="1400" kern="1200">
          <a:solidFill>
            <a:schemeClr val="tx1"/>
          </a:solidFill>
          <a:latin typeface="+mn-lt"/>
          <a:ea typeface="+mn-ea"/>
          <a:cs typeface="+mn-cs"/>
        </a:defRPr>
      </a:lvl4pPr>
      <a:lvl5pPr marL="831850" indent="-204788" algn="l" defTabSz="914400" rtl="0" eaLnBrk="1" latinLnBrk="0" hangingPunct="1">
        <a:lnSpc>
          <a:spcPct val="100000"/>
        </a:lnSpc>
        <a:spcBef>
          <a:spcPts val="4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325">
          <p15:clr>
            <a:srgbClr val="F26B43"/>
          </p15:clr>
        </p15:guide>
        <p15:guide id="3" pos="7355">
          <p15:clr>
            <a:srgbClr val="F26B43"/>
          </p15:clr>
        </p15:guide>
        <p15:guide id="4" pos="3364">
          <p15:clr>
            <a:srgbClr val="F26B43"/>
          </p15:clr>
        </p15:guide>
        <p15:guide id="5" pos="3522">
          <p15:clr>
            <a:srgbClr val="F26B43"/>
          </p15:clr>
        </p15:guide>
        <p15:guide id="6" orient="horz" pos="1068">
          <p15:clr>
            <a:srgbClr val="F26B43"/>
          </p15:clr>
        </p15:guide>
        <p15:guide id="7" orient="horz" pos="3959">
          <p15:clr>
            <a:srgbClr val="F26B43"/>
          </p15:clr>
        </p15:guide>
        <p15:guide id="8" pos="3840">
          <p15:clr>
            <a:srgbClr val="F26B43"/>
          </p15:clr>
        </p15:guide>
        <p15:guide id="9" orient="horz" pos="2160">
          <p15:clr>
            <a:srgbClr val="F26B43"/>
          </p15:clr>
        </p15:guide>
      </p15:sldGuideLst>
    </p:ext>
  </p:extLst>
</p:sldMaster>
</file>

<file path=ppt/slideMasters/slideMaster1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C19571F-E128-4FF8-A846-91352A101459}"/>
              </a:ext>
            </a:extLst>
          </p:cNvPr>
          <p:cNvSpPr>
            <a:spLocks noGrp="1"/>
          </p:cNvSpPr>
          <p:nvPr>
            <p:ph type="title"/>
          </p:nvPr>
        </p:nvSpPr>
        <p:spPr>
          <a:xfrm>
            <a:off x="515939" y="210344"/>
            <a:ext cx="9898061" cy="984247"/>
          </a:xfrm>
          <a:prstGeom prst="rect">
            <a:avLst/>
          </a:prstGeom>
        </p:spPr>
        <p:txBody>
          <a:bodyPr vert="horz" lIns="0" tIns="0" rIns="0" bIns="0" rtlCol="0" anchor="b" anchorCtr="0">
            <a:noAutofit/>
          </a:bodyPr>
          <a:lstStyle/>
          <a:p>
            <a:r>
              <a:rPr lang="en-US"/>
              <a:t>Click to edit Master title style</a:t>
            </a:r>
            <a:endParaRPr lang="en-GB" dirty="0"/>
          </a:p>
        </p:txBody>
      </p:sp>
      <p:sp>
        <p:nvSpPr>
          <p:cNvPr id="3" name="Text Placeholder 2">
            <a:extLst>
              <a:ext uri="{FF2B5EF4-FFF2-40B4-BE49-F238E27FC236}">
                <a16:creationId xmlns:a16="http://schemas.microsoft.com/office/drawing/2014/main" id="{5B5EE3A9-E955-4AFD-9C72-3106238E9A39}"/>
              </a:ext>
            </a:extLst>
          </p:cNvPr>
          <p:cNvSpPr>
            <a:spLocks noGrp="1"/>
          </p:cNvSpPr>
          <p:nvPr>
            <p:ph type="body" idx="1"/>
          </p:nvPr>
        </p:nvSpPr>
        <p:spPr>
          <a:xfrm>
            <a:off x="515937" y="1695450"/>
            <a:ext cx="9898063" cy="4587081"/>
          </a:xfrm>
          <a:prstGeom prst="rect">
            <a:avLst/>
          </a:prstGeom>
        </p:spPr>
        <p:txBody>
          <a:bodyPr vert="horz" lIns="0" tIns="0" rIns="0" bIns="0" rtlCol="0" anchor="t" anchorCtr="0">
            <a:no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Footer Placeholder 4">
            <a:extLst>
              <a:ext uri="{FF2B5EF4-FFF2-40B4-BE49-F238E27FC236}">
                <a16:creationId xmlns:a16="http://schemas.microsoft.com/office/drawing/2014/main" id="{1317185E-8EC7-42C4-875B-7957276D6024}"/>
              </a:ext>
            </a:extLst>
          </p:cNvPr>
          <p:cNvSpPr>
            <a:spLocks noGrp="1"/>
          </p:cNvSpPr>
          <p:nvPr>
            <p:ph type="ftr" sz="quarter" idx="3"/>
          </p:nvPr>
        </p:nvSpPr>
        <p:spPr>
          <a:xfrm>
            <a:off x="7077073" y="6297521"/>
            <a:ext cx="4201727" cy="365125"/>
          </a:xfrm>
          <a:prstGeom prst="rect">
            <a:avLst/>
          </a:prstGeom>
        </p:spPr>
        <p:txBody>
          <a:bodyPr vert="horz" lIns="0" tIns="0" rIns="0" bIns="0" rtlCol="0" anchor="b" anchorCtr="0">
            <a:noAutofit/>
          </a:bodyPr>
          <a:lstStyle>
            <a:lvl1pPr algn="r">
              <a:defRPr sz="800">
                <a:solidFill>
                  <a:schemeClr val="tx1"/>
                </a:solidFill>
              </a:defRPr>
            </a:lvl1pPr>
          </a:lstStyle>
          <a:p>
            <a:r>
              <a:rPr lang="en-GB" dirty="0"/>
              <a:t>Presentation title in footer</a:t>
            </a:r>
          </a:p>
        </p:txBody>
      </p:sp>
      <p:sp>
        <p:nvSpPr>
          <p:cNvPr id="6" name="Slide Number Placeholder 5">
            <a:extLst>
              <a:ext uri="{FF2B5EF4-FFF2-40B4-BE49-F238E27FC236}">
                <a16:creationId xmlns:a16="http://schemas.microsoft.com/office/drawing/2014/main" id="{96A505A6-DE1E-455A-9F96-B1BC2DE26A3C}"/>
              </a:ext>
            </a:extLst>
          </p:cNvPr>
          <p:cNvSpPr>
            <a:spLocks noGrp="1"/>
          </p:cNvSpPr>
          <p:nvPr>
            <p:ph type="sldNum" sz="quarter" idx="4"/>
          </p:nvPr>
        </p:nvSpPr>
        <p:spPr>
          <a:xfrm>
            <a:off x="11278800" y="6297521"/>
            <a:ext cx="397261" cy="365125"/>
          </a:xfrm>
          <a:prstGeom prst="rect">
            <a:avLst/>
          </a:prstGeom>
        </p:spPr>
        <p:txBody>
          <a:bodyPr vert="horz" lIns="0" tIns="0" rIns="0" bIns="0" rtlCol="0" anchor="b" anchorCtr="0">
            <a:noAutofit/>
          </a:bodyPr>
          <a:lstStyle>
            <a:lvl1pPr algn="r">
              <a:defRPr sz="800">
                <a:solidFill>
                  <a:schemeClr val="tx1"/>
                </a:solidFill>
              </a:defRPr>
            </a:lvl1pPr>
          </a:lstStyle>
          <a:p>
            <a:fld id="{F4C94289-3309-4C35-850A-56FD49B3E346}" type="slidenum">
              <a:rPr lang="en-GB" smtClean="0"/>
              <a:pPr/>
              <a:t>‹#›</a:t>
            </a:fld>
            <a:endParaRPr lang="en-GB" dirty="0"/>
          </a:p>
        </p:txBody>
      </p:sp>
      <p:sp>
        <p:nvSpPr>
          <p:cNvPr id="9" name="TextBox 8">
            <a:extLst>
              <a:ext uri="{FF2B5EF4-FFF2-40B4-BE49-F238E27FC236}">
                <a16:creationId xmlns:a16="http://schemas.microsoft.com/office/drawing/2014/main" id="{E1E89007-8C14-45BA-9B75-C9A19A48430E}"/>
              </a:ext>
            </a:extLst>
          </p:cNvPr>
          <p:cNvSpPr txBox="1"/>
          <p:nvPr userDrawn="1"/>
        </p:nvSpPr>
        <p:spPr>
          <a:xfrm>
            <a:off x="515938" y="6282531"/>
            <a:ext cx="1799722" cy="365125"/>
          </a:xfrm>
          <a:prstGeom prst="rect">
            <a:avLst/>
          </a:prstGeom>
          <a:noFill/>
        </p:spPr>
        <p:txBody>
          <a:bodyPr wrap="square" lIns="0" tIns="0" rIns="0" bIns="0" rtlCol="0" anchor="b" anchorCtr="0">
            <a:noAutofit/>
          </a:bodyPr>
          <a:lstStyle/>
          <a:p>
            <a:r>
              <a:rPr lang="en-GB" sz="800" dirty="0"/>
              <a:t>© JTI 20</a:t>
            </a:r>
            <a:r>
              <a:rPr lang="tr-TR" sz="800" dirty="0"/>
              <a:t>21</a:t>
            </a:r>
            <a:r>
              <a:rPr lang="en-GB" sz="800" dirty="0"/>
              <a:t> Confidential </a:t>
            </a:r>
          </a:p>
        </p:txBody>
      </p:sp>
      <p:cxnSp>
        <p:nvCxnSpPr>
          <p:cNvPr id="11" name="Straight Connector 10">
            <a:extLst>
              <a:ext uri="{FF2B5EF4-FFF2-40B4-BE49-F238E27FC236}">
                <a16:creationId xmlns:a16="http://schemas.microsoft.com/office/drawing/2014/main" id="{4B558707-958B-46B5-B09F-9B53C1657C43}"/>
              </a:ext>
            </a:extLst>
          </p:cNvPr>
          <p:cNvCxnSpPr/>
          <p:nvPr userDrawn="1"/>
        </p:nvCxnSpPr>
        <p:spPr>
          <a:xfrm>
            <a:off x="515937" y="1343026"/>
            <a:ext cx="11160126"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E1E89007-8C14-45BA-9B75-C9A19A48430E}"/>
              </a:ext>
            </a:extLst>
          </p:cNvPr>
          <p:cNvSpPr txBox="1"/>
          <p:nvPr userDrawn="1"/>
        </p:nvSpPr>
        <p:spPr>
          <a:xfrm>
            <a:off x="4703985" y="6535710"/>
            <a:ext cx="2802070" cy="276836"/>
          </a:xfrm>
          <a:prstGeom prst="rect">
            <a:avLst/>
          </a:prstGeom>
          <a:noFill/>
        </p:spPr>
        <p:txBody>
          <a:bodyPr wrap="square" lIns="0" tIns="0" rIns="0" bIns="0" rtlCol="0" anchor="t" anchorCtr="0">
            <a:noAutofit/>
          </a:bodyPr>
          <a:lstStyle/>
          <a:p>
            <a:pPr algn="ctr"/>
            <a:r>
              <a:rPr lang="en-US" sz="1000" dirty="0">
                <a:latin typeface="+mn-lt"/>
                <a:ea typeface="Roboto" charset="0"/>
                <a:cs typeface="Roboto" charset="0"/>
              </a:rPr>
              <a:t>Simplify, Standardize, Accelerate </a:t>
            </a:r>
          </a:p>
        </p:txBody>
      </p:sp>
    </p:spTree>
    <p:extLst>
      <p:ext uri="{BB962C8B-B14F-4D97-AF65-F5344CB8AC3E}">
        <p14:creationId xmlns:p14="http://schemas.microsoft.com/office/powerpoint/2010/main" val="1036572118"/>
      </p:ext>
    </p:extLst>
  </p:cSld>
  <p:clrMap bg1="lt1" tx1="dk1" bg2="lt2" tx2="dk2" accent1="accent1" accent2="accent2" accent3="accent3" accent4="accent4" accent5="accent5" accent6="accent6" hlink="hlink" folHlink="folHlink"/>
  <p:sldLayoutIdLst>
    <p:sldLayoutId id="2147483884" r:id="rId1"/>
    <p:sldLayoutId id="2147483885" r:id="rId2"/>
    <p:sldLayoutId id="2147483886" r:id="rId3"/>
    <p:sldLayoutId id="2147483887" r:id="rId4"/>
    <p:sldLayoutId id="2147483888" r:id="rId5"/>
    <p:sldLayoutId id="2147483889" r:id="rId6"/>
    <p:sldLayoutId id="2147483890" r:id="rId7"/>
    <p:sldLayoutId id="2147483891" r:id="rId8"/>
    <p:sldLayoutId id="2147483892" r:id="rId9"/>
    <p:sldLayoutId id="2147483893" r:id="rId10"/>
    <p:sldLayoutId id="2147483894" r:id="rId11"/>
    <p:sldLayoutId id="2147483895" r:id="rId12"/>
    <p:sldLayoutId id="2147483896" r:id="rId13"/>
    <p:sldLayoutId id="2147483897" r:id="rId14"/>
    <p:sldLayoutId id="2147483898" r:id="rId15"/>
    <p:sldLayoutId id="2147483899" r:id="rId16"/>
    <p:sldLayoutId id="2147483900" r:id="rId17"/>
    <p:sldLayoutId id="2147483901" r:id="rId18"/>
    <p:sldLayoutId id="2147483902" r:id="rId19"/>
    <p:sldLayoutId id="2147483903" r:id="rId20"/>
    <p:sldLayoutId id="2147483904" r:id="rId21"/>
    <p:sldLayoutId id="2147483905" r:id="rId22"/>
    <p:sldLayoutId id="2147483906" r:id="rId23"/>
  </p:sldLayoutIdLst>
  <p:hf hdr="0"/>
  <p:txStyles>
    <p:title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0" indent="0" algn="l" defTabSz="914400" rtl="0" eaLnBrk="1" latinLnBrk="0" hangingPunct="1">
        <a:lnSpc>
          <a:spcPct val="100000"/>
        </a:lnSpc>
        <a:spcBef>
          <a:spcPts val="1200"/>
        </a:spcBef>
        <a:buFont typeface="Arial" panose="020B0604020202020204" pitchFamily="34" charset="0"/>
        <a:buNone/>
        <a:defRPr sz="1800" kern="1200">
          <a:solidFill>
            <a:schemeClr val="tx1"/>
          </a:solidFill>
          <a:latin typeface="+mn-lt"/>
          <a:ea typeface="+mn-ea"/>
          <a:cs typeface="+mn-cs"/>
        </a:defRPr>
      </a:lvl1pPr>
      <a:lvl2pPr marL="179388" indent="-179388"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2pPr>
      <a:lvl3pPr marL="207963" indent="182563" algn="l" defTabSz="914400" rtl="0" eaLnBrk="1" latinLnBrk="0" hangingPunct="1">
        <a:lnSpc>
          <a:spcPct val="100000"/>
        </a:lnSpc>
        <a:spcBef>
          <a:spcPts val="400"/>
        </a:spcBef>
        <a:buFont typeface="Arial" panose="020B0604020202020204" pitchFamily="34" charset="0"/>
        <a:buChar char="•"/>
        <a:defRPr sz="1600" kern="1200">
          <a:solidFill>
            <a:schemeClr val="tx1"/>
          </a:solidFill>
          <a:latin typeface="+mn-lt"/>
          <a:ea typeface="+mn-ea"/>
          <a:cs typeface="+mn-cs"/>
        </a:defRPr>
      </a:lvl3pPr>
      <a:lvl4pPr marL="608013" indent="-198438" algn="l" defTabSz="914400" rtl="0" eaLnBrk="1" latinLnBrk="0" hangingPunct="1">
        <a:lnSpc>
          <a:spcPct val="100000"/>
        </a:lnSpc>
        <a:spcBef>
          <a:spcPts val="400"/>
        </a:spcBef>
        <a:buFont typeface="Arial" panose="020B0604020202020204" pitchFamily="34" charset="0"/>
        <a:buChar char="•"/>
        <a:defRPr sz="1400" kern="1200">
          <a:solidFill>
            <a:schemeClr val="tx1"/>
          </a:solidFill>
          <a:latin typeface="+mn-lt"/>
          <a:ea typeface="+mn-ea"/>
          <a:cs typeface="+mn-cs"/>
        </a:defRPr>
      </a:lvl4pPr>
      <a:lvl5pPr marL="831850" indent="-204788" algn="l" defTabSz="914400" rtl="0" eaLnBrk="1" latinLnBrk="0" hangingPunct="1">
        <a:lnSpc>
          <a:spcPct val="100000"/>
        </a:lnSpc>
        <a:spcBef>
          <a:spcPts val="4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325">
          <p15:clr>
            <a:srgbClr val="F26B43"/>
          </p15:clr>
        </p15:guide>
        <p15:guide id="3" pos="7355">
          <p15:clr>
            <a:srgbClr val="F26B43"/>
          </p15:clr>
        </p15:guide>
        <p15:guide id="4" pos="3364">
          <p15:clr>
            <a:srgbClr val="F26B43"/>
          </p15:clr>
        </p15:guide>
        <p15:guide id="5" pos="3522">
          <p15:clr>
            <a:srgbClr val="F26B43"/>
          </p15:clr>
        </p15:guide>
        <p15:guide id="6" orient="horz" pos="1068">
          <p15:clr>
            <a:srgbClr val="F26B43"/>
          </p15:clr>
        </p15:guide>
        <p15:guide id="7" orient="horz" pos="3959">
          <p15:clr>
            <a:srgbClr val="F26B43"/>
          </p15:clr>
        </p15:guide>
        <p15:guide id="8" pos="3840">
          <p15:clr>
            <a:srgbClr val="F26B43"/>
          </p15:clr>
        </p15:guide>
        <p15:guide id="9" orient="horz" pos="216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8.xml"/></Relationships>
</file>

<file path=ppt/slides/_rels/slide4.xml.rels><?xml version="1.0" encoding="UTF-8" standalone="yes"?>
<Relationships xmlns="http://schemas.openxmlformats.org/package/2006/relationships"><Relationship Id="rId8" Type="http://schemas.openxmlformats.org/officeDocument/2006/relationships/image" Target="../media/image52.svg"/><Relationship Id="rId13" Type="http://schemas.openxmlformats.org/officeDocument/2006/relationships/image" Target="../media/image57.svg"/><Relationship Id="rId3" Type="http://schemas.openxmlformats.org/officeDocument/2006/relationships/image" Target="../media/image47.svg"/><Relationship Id="rId7" Type="http://schemas.openxmlformats.org/officeDocument/2006/relationships/image" Target="../media/image51.svg"/><Relationship Id="rId12" Type="http://schemas.openxmlformats.org/officeDocument/2006/relationships/image" Target="../media/image56.svg"/><Relationship Id="rId2" Type="http://schemas.openxmlformats.org/officeDocument/2006/relationships/notesSlide" Target="../notesSlides/notesSlide1.xml"/><Relationship Id="rId16" Type="http://schemas.openxmlformats.org/officeDocument/2006/relationships/image" Target="../media/image60.svg"/><Relationship Id="rId1" Type="http://schemas.openxmlformats.org/officeDocument/2006/relationships/slideLayout" Target="../slideLayouts/slideLayout31.xml"/><Relationship Id="rId6" Type="http://schemas.openxmlformats.org/officeDocument/2006/relationships/image" Target="../media/image50.svg"/><Relationship Id="rId11" Type="http://schemas.openxmlformats.org/officeDocument/2006/relationships/image" Target="../media/image55.svg"/><Relationship Id="rId5" Type="http://schemas.openxmlformats.org/officeDocument/2006/relationships/image" Target="../media/image49.svg"/><Relationship Id="rId15" Type="http://schemas.openxmlformats.org/officeDocument/2006/relationships/image" Target="../media/image59.svg"/><Relationship Id="rId10" Type="http://schemas.openxmlformats.org/officeDocument/2006/relationships/image" Target="../media/image54.svg"/><Relationship Id="rId4" Type="http://schemas.openxmlformats.org/officeDocument/2006/relationships/image" Target="../media/image48.svg"/><Relationship Id="rId9" Type="http://schemas.openxmlformats.org/officeDocument/2006/relationships/image" Target="../media/image53.svg"/><Relationship Id="rId14" Type="http://schemas.openxmlformats.org/officeDocument/2006/relationships/image" Target="../media/image58.svg"/></Relationships>
</file>

<file path=ppt/slides/_rels/slide5.xml.rels><?xml version="1.0" encoding="UTF-8" standalone="yes"?>
<Relationships xmlns="http://schemas.openxmlformats.org/package/2006/relationships"><Relationship Id="rId8" Type="http://schemas.openxmlformats.org/officeDocument/2006/relationships/image" Target="../media/image67.svg"/><Relationship Id="rId3" Type="http://schemas.openxmlformats.org/officeDocument/2006/relationships/image" Target="../media/image62.svg"/><Relationship Id="rId7" Type="http://schemas.openxmlformats.org/officeDocument/2006/relationships/image" Target="../media/image66.svg"/><Relationship Id="rId12" Type="http://schemas.openxmlformats.org/officeDocument/2006/relationships/image" Target="../media/image71.svg"/><Relationship Id="rId2" Type="http://schemas.openxmlformats.org/officeDocument/2006/relationships/image" Target="../media/image61.svg"/><Relationship Id="rId1" Type="http://schemas.openxmlformats.org/officeDocument/2006/relationships/slideLayout" Target="../slideLayouts/slideLayout31.xml"/><Relationship Id="rId6" Type="http://schemas.openxmlformats.org/officeDocument/2006/relationships/image" Target="../media/image65.svg"/><Relationship Id="rId11" Type="http://schemas.openxmlformats.org/officeDocument/2006/relationships/image" Target="../media/image70.svg"/><Relationship Id="rId5" Type="http://schemas.openxmlformats.org/officeDocument/2006/relationships/image" Target="../media/image64.svg"/><Relationship Id="rId10" Type="http://schemas.openxmlformats.org/officeDocument/2006/relationships/image" Target="../media/image69.svg"/><Relationship Id="rId4" Type="http://schemas.openxmlformats.org/officeDocument/2006/relationships/image" Target="../media/image63.svg"/><Relationship Id="rId9" Type="http://schemas.openxmlformats.org/officeDocument/2006/relationships/image" Target="../media/image68.svg"/></Relationships>
</file>

<file path=ppt/slides/_rels/slide6.xml.rels><?xml version="1.0" encoding="UTF-8" standalone="yes"?>
<Relationships xmlns="http://schemas.openxmlformats.org/package/2006/relationships"><Relationship Id="rId8" Type="http://schemas.openxmlformats.org/officeDocument/2006/relationships/image" Target="../media/image78.svg"/><Relationship Id="rId13" Type="http://schemas.openxmlformats.org/officeDocument/2006/relationships/image" Target="../media/image83.svg"/><Relationship Id="rId3" Type="http://schemas.openxmlformats.org/officeDocument/2006/relationships/image" Target="../media/image73.svg"/><Relationship Id="rId7" Type="http://schemas.openxmlformats.org/officeDocument/2006/relationships/image" Target="../media/image77.svg"/><Relationship Id="rId12" Type="http://schemas.openxmlformats.org/officeDocument/2006/relationships/image" Target="../media/image82.svg"/><Relationship Id="rId2" Type="http://schemas.openxmlformats.org/officeDocument/2006/relationships/image" Target="../media/image72.png"/><Relationship Id="rId1" Type="http://schemas.openxmlformats.org/officeDocument/2006/relationships/slideLayout" Target="../slideLayouts/slideLayout31.xml"/><Relationship Id="rId6" Type="http://schemas.openxmlformats.org/officeDocument/2006/relationships/image" Target="../media/image76.svg"/><Relationship Id="rId11" Type="http://schemas.openxmlformats.org/officeDocument/2006/relationships/image" Target="../media/image81.svg"/><Relationship Id="rId5" Type="http://schemas.openxmlformats.org/officeDocument/2006/relationships/image" Target="../media/image75.svg"/><Relationship Id="rId15" Type="http://schemas.openxmlformats.org/officeDocument/2006/relationships/image" Target="../media/image85.svg"/><Relationship Id="rId10" Type="http://schemas.openxmlformats.org/officeDocument/2006/relationships/image" Target="../media/image80.svg"/><Relationship Id="rId4" Type="http://schemas.openxmlformats.org/officeDocument/2006/relationships/image" Target="../media/image74.svg"/><Relationship Id="rId9" Type="http://schemas.openxmlformats.org/officeDocument/2006/relationships/image" Target="../media/image79.svg"/><Relationship Id="rId14" Type="http://schemas.openxmlformats.org/officeDocument/2006/relationships/image" Target="../media/image84.svg"/></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31.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8.xml.rels><?xml version="1.0" encoding="UTF-8" standalone="yes"?>
<Relationships xmlns="http://schemas.openxmlformats.org/package/2006/relationships"><Relationship Id="rId2" Type="http://schemas.openxmlformats.org/officeDocument/2006/relationships/hyperlink" Target="https://jticorp.sharepoint.com/:p:/r/sites/BPM/cm/trainingstorage/Shared%20Documents/02.%20Global%20IT%20Training%20Kit/Training%20Materials/O2C/O2C-Sales%20Order%20Processing/O2C-Sales%20Organization%20Structure.pptx?d=w20fce968ea84409e88c76b8e18e9638c&amp;csf=1&amp;web=1&amp;e=WhaM6m" TargetMode="External"/><Relationship Id="rId1" Type="http://schemas.openxmlformats.org/officeDocument/2006/relationships/slideLayout" Target="../slideLayouts/slideLayout77.xml"/></Relationships>
</file>

<file path=ppt/slides/_rels/slide9.xml.rels><?xml version="1.0" encoding="UTF-8" standalone="yes"?>
<Relationships xmlns="http://schemas.openxmlformats.org/package/2006/relationships"><Relationship Id="rId8" Type="http://schemas.openxmlformats.org/officeDocument/2006/relationships/image" Target="../media/image81.svg"/><Relationship Id="rId13" Type="http://schemas.openxmlformats.org/officeDocument/2006/relationships/image" Target="../media/image58.svg"/><Relationship Id="rId3" Type="http://schemas.openxmlformats.org/officeDocument/2006/relationships/image" Target="../media/image76.svg"/><Relationship Id="rId7" Type="http://schemas.openxmlformats.org/officeDocument/2006/relationships/image" Target="../media/image80.svg"/><Relationship Id="rId12" Type="http://schemas.openxmlformats.org/officeDocument/2006/relationships/image" Target="../media/image85.svg"/><Relationship Id="rId2" Type="http://schemas.openxmlformats.org/officeDocument/2006/relationships/image" Target="../media/image73.svg"/><Relationship Id="rId16" Type="http://schemas.openxmlformats.org/officeDocument/2006/relationships/hyperlink" Target="https://jticorp.sharepoint.com/:p:/r/sites/BPM/cm/trainingstorage/Shared%20Documents/02.%20Global%20IT%20Training%20Kit/Training%20Materials/O2C/O2C-Sales%20Order%20Processing/O2C-Sales%20Organization%20Structure.pptx?d=w20fce968ea84409e88c76b8e18e9638c&amp;csf=1&amp;web=1&amp;e=WhaM6m" TargetMode="External"/><Relationship Id="rId1" Type="http://schemas.openxmlformats.org/officeDocument/2006/relationships/slideLayout" Target="../slideLayouts/slideLayout31.xml"/><Relationship Id="rId6" Type="http://schemas.openxmlformats.org/officeDocument/2006/relationships/image" Target="../media/image79.svg"/><Relationship Id="rId11" Type="http://schemas.openxmlformats.org/officeDocument/2006/relationships/image" Target="../media/image84.svg"/><Relationship Id="rId5" Type="http://schemas.openxmlformats.org/officeDocument/2006/relationships/image" Target="../media/image78.svg"/><Relationship Id="rId15" Type="http://schemas.openxmlformats.org/officeDocument/2006/relationships/image" Target="../media/image60.svg"/><Relationship Id="rId10" Type="http://schemas.openxmlformats.org/officeDocument/2006/relationships/image" Target="../media/image83.svg"/><Relationship Id="rId4" Type="http://schemas.openxmlformats.org/officeDocument/2006/relationships/image" Target="../media/image77.svg"/><Relationship Id="rId9" Type="http://schemas.openxmlformats.org/officeDocument/2006/relationships/image" Target="../media/image82.svg"/><Relationship Id="rId14" Type="http://schemas.openxmlformats.org/officeDocument/2006/relationships/image" Target="../media/image59.svg"/></Relationships>
</file>

<file path=ppt/slides/_rels/slide10.xml.rels><?xml version="1.0" encoding="UTF-8" standalone="yes"?>
<Relationships xmlns="http://schemas.openxmlformats.org/package/2006/relationships"><Relationship Id="rId8" Type="http://schemas.openxmlformats.org/officeDocument/2006/relationships/image" Target="../media/image67.svg"/><Relationship Id="rId13" Type="http://schemas.openxmlformats.org/officeDocument/2006/relationships/image" Target="../media/image78.svg"/><Relationship Id="rId18" Type="http://schemas.openxmlformats.org/officeDocument/2006/relationships/image" Target="../media/image89.svg"/><Relationship Id="rId3" Type="http://schemas.openxmlformats.org/officeDocument/2006/relationships/image" Target="../media/image61.svg"/><Relationship Id="rId7" Type="http://schemas.openxmlformats.org/officeDocument/2006/relationships/image" Target="../media/image66.svg"/><Relationship Id="rId12" Type="http://schemas.openxmlformats.org/officeDocument/2006/relationships/image" Target="../media/image71.svg"/><Relationship Id="rId17" Type="http://schemas.openxmlformats.org/officeDocument/2006/relationships/image" Target="../media/image88.svg"/><Relationship Id="rId2" Type="http://schemas.openxmlformats.org/officeDocument/2006/relationships/image" Target="../media/image86.svg"/><Relationship Id="rId16" Type="http://schemas.openxmlformats.org/officeDocument/2006/relationships/image" Target="../media/image87.svg"/><Relationship Id="rId1" Type="http://schemas.openxmlformats.org/officeDocument/2006/relationships/slideLayout" Target="../slideLayouts/slideLayout31.xml"/><Relationship Id="rId6" Type="http://schemas.openxmlformats.org/officeDocument/2006/relationships/image" Target="../media/image65.svg"/><Relationship Id="rId11" Type="http://schemas.openxmlformats.org/officeDocument/2006/relationships/image" Target="../media/image70.svg"/><Relationship Id="rId5" Type="http://schemas.openxmlformats.org/officeDocument/2006/relationships/image" Target="../media/image63.svg"/><Relationship Id="rId15" Type="http://schemas.openxmlformats.org/officeDocument/2006/relationships/image" Target="../media/image80.svg"/><Relationship Id="rId10" Type="http://schemas.openxmlformats.org/officeDocument/2006/relationships/image" Target="../media/image69.svg"/><Relationship Id="rId4" Type="http://schemas.openxmlformats.org/officeDocument/2006/relationships/image" Target="../media/image62.svg"/><Relationship Id="rId9" Type="http://schemas.openxmlformats.org/officeDocument/2006/relationships/image" Target="../media/image68.svg"/><Relationship Id="rId14" Type="http://schemas.openxmlformats.org/officeDocument/2006/relationships/image" Target="../media/image79.sv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13.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31.xml"/></Relationships>
</file>

<file path=ppt/slides/_rels/slide14.xml.rels><?xml version="1.0" encoding="UTF-8" standalone="yes"?>
<Relationships xmlns="http://schemas.openxmlformats.org/package/2006/relationships"><Relationship Id="rId2" Type="http://schemas.openxmlformats.org/officeDocument/2006/relationships/hyperlink" Target="https://jticorp.sharepoint.com/:p:/r/sites/BPM/cm/trainingstorage/Shared%20Documents/02.%20Global%20IT%20Training%20Kit/Training%20Materials/O2C/O2C-Customer%20%26%20Material%20Master%20Data/O2C-Business%20Partner%20(BP)%20Customer%20for%20Sales.pptx?d=wa74e43d4dd174474ac231e57703ac652&amp;csf=1&amp;web=1&amp;e=c7dvr1" TargetMode="External"/><Relationship Id="rId1" Type="http://schemas.openxmlformats.org/officeDocument/2006/relationships/slideLayout" Target="../slideLayouts/slideLayout77.xml"/></Relationships>
</file>

<file path=ppt/slides/_rels/slide15.xml.rels><?xml version="1.0" encoding="UTF-8" standalone="yes"?>
<Relationships xmlns="http://schemas.openxmlformats.org/package/2006/relationships"><Relationship Id="rId8" Type="http://schemas.openxmlformats.org/officeDocument/2006/relationships/image" Target="../media/image67.svg"/><Relationship Id="rId13" Type="http://schemas.openxmlformats.org/officeDocument/2006/relationships/image" Target="../media/image78.svg"/><Relationship Id="rId18" Type="http://schemas.openxmlformats.org/officeDocument/2006/relationships/image" Target="../media/image91.svg"/><Relationship Id="rId3" Type="http://schemas.openxmlformats.org/officeDocument/2006/relationships/image" Target="../media/image62.svg"/><Relationship Id="rId7" Type="http://schemas.openxmlformats.org/officeDocument/2006/relationships/image" Target="../media/image66.svg"/><Relationship Id="rId12" Type="http://schemas.openxmlformats.org/officeDocument/2006/relationships/image" Target="../media/image71.svg"/><Relationship Id="rId17" Type="http://schemas.openxmlformats.org/officeDocument/2006/relationships/image" Target="../media/image88.svg"/><Relationship Id="rId2" Type="http://schemas.openxmlformats.org/officeDocument/2006/relationships/image" Target="../media/image61.svg"/><Relationship Id="rId16" Type="http://schemas.openxmlformats.org/officeDocument/2006/relationships/image" Target="../media/image87.svg"/><Relationship Id="rId1" Type="http://schemas.openxmlformats.org/officeDocument/2006/relationships/slideLayout" Target="../slideLayouts/slideLayout31.xml"/><Relationship Id="rId6" Type="http://schemas.openxmlformats.org/officeDocument/2006/relationships/image" Target="../media/image65.svg"/><Relationship Id="rId11" Type="http://schemas.openxmlformats.org/officeDocument/2006/relationships/image" Target="../media/image70.svg"/><Relationship Id="rId5" Type="http://schemas.openxmlformats.org/officeDocument/2006/relationships/image" Target="../media/image64.svg"/><Relationship Id="rId15" Type="http://schemas.openxmlformats.org/officeDocument/2006/relationships/image" Target="../media/image80.svg"/><Relationship Id="rId10" Type="http://schemas.openxmlformats.org/officeDocument/2006/relationships/image" Target="../media/image69.svg"/><Relationship Id="rId4" Type="http://schemas.openxmlformats.org/officeDocument/2006/relationships/image" Target="../media/image63.svg"/><Relationship Id="rId9" Type="http://schemas.openxmlformats.org/officeDocument/2006/relationships/image" Target="../media/image68.svg"/><Relationship Id="rId14" Type="http://schemas.openxmlformats.org/officeDocument/2006/relationships/image" Target="../media/image79.svg"/></Relationships>
</file>

<file path=ppt/slides/_rels/slide16.xml.rels><?xml version="1.0" encoding="UTF-8" standalone="yes"?>
<Relationships xmlns="http://schemas.openxmlformats.org/package/2006/relationships"><Relationship Id="rId2" Type="http://schemas.openxmlformats.org/officeDocument/2006/relationships/hyperlink" Target="https://jticorp.sharepoint.com/:p:/r/sites/BPM/cm/trainingstorage/Shared%20Documents/02.%20Global%20IT%20Training%20Kit/Training%20Materials/O2C/O2C-Customer%20%26%20Material%20Master%20Data/O2C-Business%20Partner%20(BP)%20Customer%20for%20Sales.pptx?d=wa74e43d4dd174474ac231e57703ac652&amp;csf=1&amp;web=1&amp;e=c7dvr1" TargetMode="External"/><Relationship Id="rId1" Type="http://schemas.openxmlformats.org/officeDocument/2006/relationships/slideLayout" Target="../slideLayouts/slideLayout3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19.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31.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21.xml.rels><?xml version="1.0" encoding="UTF-8" standalone="yes"?>
<Relationships xmlns="http://schemas.openxmlformats.org/package/2006/relationships"><Relationship Id="rId3" Type="http://schemas.openxmlformats.org/officeDocument/2006/relationships/image" Target="../media/image93.svg"/><Relationship Id="rId2" Type="http://schemas.openxmlformats.org/officeDocument/2006/relationships/image" Target="../media/image92.svg"/><Relationship Id="rId1" Type="http://schemas.openxmlformats.org/officeDocument/2006/relationships/slideLayout" Target="../slideLayouts/slideLayout31.xml"/><Relationship Id="rId5" Type="http://schemas.openxmlformats.org/officeDocument/2006/relationships/image" Target="../media/image95.svg"/><Relationship Id="rId4" Type="http://schemas.openxmlformats.org/officeDocument/2006/relationships/image" Target="../media/image94.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A6A2304-23DC-2B46-BD14-F082077842FF}" type="slidenum">
              <a:rPr kumimoji="0" lang="en-US" sz="800" b="0" i="0" u="none" strike="noStrike" kern="1200" cap="none" spc="0" normalizeH="0" baseline="0" noProof="0" smtClean="0">
                <a:ln>
                  <a:noFill/>
                </a:ln>
                <a:solidFill>
                  <a:srgbClr val="FFFFFF"/>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Tree>
    <p:extLst>
      <p:ext uri="{BB962C8B-B14F-4D97-AF65-F5344CB8AC3E}">
        <p14:creationId xmlns:p14="http://schemas.microsoft.com/office/powerpoint/2010/main" val="18590031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GB" cap="none" dirty="0"/>
              <a:t>ORDER TO CASH</a:t>
            </a:r>
          </a:p>
        </p:txBody>
      </p:sp>
    </p:spTree>
    <p:extLst>
      <p:ext uri="{BB962C8B-B14F-4D97-AF65-F5344CB8AC3E}">
        <p14:creationId xmlns:p14="http://schemas.microsoft.com/office/powerpoint/2010/main" val="38956775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C7D3D04C-AF0E-4F50-9A09-F0900C9F7CAA}"/>
              </a:ext>
            </a:extLst>
          </p:cNvPr>
          <p:cNvSpPr>
            <a:spLocks noGrp="1"/>
          </p:cNvSpPr>
          <p:nvPr>
            <p:ph type="ctrTitle"/>
          </p:nvPr>
        </p:nvSpPr>
        <p:spPr>
          <a:xfrm>
            <a:off x="514350" y="1103313"/>
            <a:ext cx="11161713" cy="1468437"/>
          </a:xfrm>
        </p:spPr>
        <p:txBody>
          <a:bodyPr/>
          <a:lstStyle/>
          <a:p>
            <a:r>
              <a:rPr lang="en-US" dirty="0"/>
              <a:t>End to end global sales process</a:t>
            </a:r>
          </a:p>
        </p:txBody>
      </p:sp>
      <p:sp>
        <p:nvSpPr>
          <p:cNvPr id="6" name="Subtitle 2">
            <a:extLst>
              <a:ext uri="{FF2B5EF4-FFF2-40B4-BE49-F238E27FC236}">
                <a16:creationId xmlns:a16="http://schemas.microsoft.com/office/drawing/2014/main" id="{B29C7361-D8CE-4FF0-B049-144F81426328}"/>
              </a:ext>
            </a:extLst>
          </p:cNvPr>
          <p:cNvSpPr>
            <a:spLocks noGrp="1"/>
          </p:cNvSpPr>
          <p:nvPr>
            <p:ph type="subTitle" idx="1"/>
          </p:nvPr>
        </p:nvSpPr>
        <p:spPr>
          <a:xfrm>
            <a:off x="514350" y="2703059"/>
            <a:ext cx="8295821" cy="1655762"/>
          </a:xfrm>
        </p:spPr>
        <p:txBody>
          <a:bodyPr/>
          <a:lstStyle/>
          <a:p>
            <a:r>
              <a:rPr lang="en-US" dirty="0"/>
              <a:t>Sales Order Management</a:t>
            </a:r>
          </a:p>
        </p:txBody>
      </p:sp>
    </p:spTree>
    <p:extLst>
      <p:ext uri="{BB962C8B-B14F-4D97-AF65-F5344CB8AC3E}">
        <p14:creationId xmlns:p14="http://schemas.microsoft.com/office/powerpoint/2010/main" val="37414774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136F421B-658B-4CDA-ADEB-A48EAF26BA02}"/>
              </a:ext>
            </a:extLst>
          </p:cNvPr>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dirty="0">
                <a:ln>
                  <a:noFill/>
                </a:ln>
                <a:solidFill>
                  <a:srgbClr val="000000"/>
                </a:solidFill>
                <a:effectLst/>
                <a:uLnTx/>
                <a:uFillTx/>
                <a:latin typeface="Arial" panose="020B0604020202020204"/>
                <a:ea typeface="+mn-ea"/>
                <a:cs typeface="+mn-cs"/>
              </a:rPr>
              <a:t>Sales Order Management</a:t>
            </a:r>
          </a:p>
        </p:txBody>
      </p:sp>
      <p:sp>
        <p:nvSpPr>
          <p:cNvPr id="4" name="Slide Number Placeholder 3">
            <a:extLst>
              <a:ext uri="{FF2B5EF4-FFF2-40B4-BE49-F238E27FC236}">
                <a16:creationId xmlns:a16="http://schemas.microsoft.com/office/drawing/2014/main" id="{2D079293-B443-47E8-A186-F1C8C5F90FFF}"/>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GB" sz="8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2" name="Title 1">
            <a:extLst>
              <a:ext uri="{FF2B5EF4-FFF2-40B4-BE49-F238E27FC236}">
                <a16:creationId xmlns:a16="http://schemas.microsoft.com/office/drawing/2014/main" id="{82727F54-EE2B-458B-A8B3-E1F64FF86607}"/>
              </a:ext>
            </a:extLst>
          </p:cNvPr>
          <p:cNvSpPr>
            <a:spLocks noGrp="1"/>
          </p:cNvSpPr>
          <p:nvPr>
            <p:ph type="title"/>
          </p:nvPr>
        </p:nvSpPr>
        <p:spPr/>
        <p:txBody>
          <a:bodyPr/>
          <a:lstStyle/>
          <a:p>
            <a:br>
              <a:rPr lang="en-US" dirty="0"/>
            </a:br>
            <a:r>
              <a:rPr lang="en-US" dirty="0"/>
              <a:t>Sales Order Process</a:t>
            </a:r>
            <a:endParaRPr lang="en-GB" dirty="0"/>
          </a:p>
        </p:txBody>
      </p:sp>
      <p:grpSp>
        <p:nvGrpSpPr>
          <p:cNvPr id="8" name="Group 7">
            <a:extLst>
              <a:ext uri="{FF2B5EF4-FFF2-40B4-BE49-F238E27FC236}">
                <a16:creationId xmlns:a16="http://schemas.microsoft.com/office/drawing/2014/main" id="{30083FB0-ABF3-4467-A386-B870568E2AE0}"/>
              </a:ext>
            </a:extLst>
          </p:cNvPr>
          <p:cNvGrpSpPr/>
          <p:nvPr/>
        </p:nvGrpSpPr>
        <p:grpSpPr>
          <a:xfrm>
            <a:off x="3502087" y="1678721"/>
            <a:ext cx="4572000" cy="4572000"/>
            <a:chOff x="3502087" y="1678721"/>
            <a:chExt cx="4572000" cy="4572000"/>
          </a:xfrm>
        </p:grpSpPr>
        <p:grpSp>
          <p:nvGrpSpPr>
            <p:cNvPr id="30" name="Group 29">
              <a:extLst>
                <a:ext uri="{FF2B5EF4-FFF2-40B4-BE49-F238E27FC236}">
                  <a16:creationId xmlns:a16="http://schemas.microsoft.com/office/drawing/2014/main" id="{07F5E71E-2C5F-4A4D-BFDD-434EAAC56918}"/>
                </a:ext>
              </a:extLst>
            </p:cNvPr>
            <p:cNvGrpSpPr/>
            <p:nvPr/>
          </p:nvGrpSpPr>
          <p:grpSpPr>
            <a:xfrm>
              <a:off x="3502087" y="1678721"/>
              <a:ext cx="4572000" cy="4572000"/>
              <a:chOff x="3810000" y="1678721"/>
              <a:chExt cx="4572000" cy="4572000"/>
            </a:xfrm>
          </p:grpSpPr>
          <p:sp>
            <p:nvSpPr>
              <p:cNvPr id="23" name="Фигура">
                <a:extLst>
                  <a:ext uri="{FF2B5EF4-FFF2-40B4-BE49-F238E27FC236}">
                    <a16:creationId xmlns:a16="http://schemas.microsoft.com/office/drawing/2014/main" id="{3A60E4F2-BF1B-4BAA-8117-5624C2B96C2E}"/>
                  </a:ext>
                </a:extLst>
              </p:cNvPr>
              <p:cNvSpPr>
                <a:spLocks/>
              </p:cNvSpPr>
              <p:nvPr/>
            </p:nvSpPr>
            <p:spPr bwMode="auto">
              <a:xfrm>
                <a:off x="4157525" y="1679509"/>
                <a:ext cx="2170546" cy="1676256"/>
              </a:xfrm>
              <a:custGeom>
                <a:avLst/>
                <a:gdLst>
                  <a:gd name="T0" fmla="*/ 2186385 w 21600"/>
                  <a:gd name="T1" fmla="*/ 1687315 h 21600"/>
                  <a:gd name="T2" fmla="*/ 2186385 w 21600"/>
                  <a:gd name="T3" fmla="*/ 1687315 h 21600"/>
                  <a:gd name="T4" fmla="*/ 2186385 w 21600"/>
                  <a:gd name="T5" fmla="*/ 1687315 h 21600"/>
                  <a:gd name="T6" fmla="*/ 2186385 w 21600"/>
                  <a:gd name="T7" fmla="*/ 1687315 h 21600"/>
                  <a:gd name="T8" fmla="*/ 0 60000 65536"/>
                  <a:gd name="T9" fmla="*/ 5898240 60000 65536"/>
                  <a:gd name="T10" fmla="*/ 11796480 60000 65536"/>
                  <a:gd name="T11" fmla="*/ 17694720 60000 65536"/>
                </a:gdLst>
                <a:ahLst/>
                <a:cxnLst>
                  <a:cxn ang="T8">
                    <a:pos x="T0" y="T1"/>
                  </a:cxn>
                  <a:cxn ang="T9">
                    <a:pos x="T2" y="T3"/>
                  </a:cxn>
                  <a:cxn ang="T10">
                    <a:pos x="T4" y="T5"/>
                  </a:cxn>
                  <a:cxn ang="T11">
                    <a:pos x="T6" y="T7"/>
                  </a:cxn>
                </a:cxnLst>
                <a:rect l="0" t="0" r="r" b="b"/>
                <a:pathLst>
                  <a:path w="21600" h="21600" extrusionOk="0">
                    <a:moveTo>
                      <a:pt x="18271" y="0"/>
                    </a:moveTo>
                    <a:cubicBezTo>
                      <a:pt x="12793" y="316"/>
                      <a:pt x="7386" y="3184"/>
                      <a:pt x="3203" y="8604"/>
                    </a:cubicBezTo>
                    <a:cubicBezTo>
                      <a:pt x="1960" y="10215"/>
                      <a:pt x="895" y="11970"/>
                      <a:pt x="0" y="13822"/>
                    </a:cubicBezTo>
                    <a:lnTo>
                      <a:pt x="6413" y="13850"/>
                    </a:lnTo>
                    <a:lnTo>
                      <a:pt x="9636" y="21600"/>
                    </a:lnTo>
                    <a:cubicBezTo>
                      <a:pt x="10083" y="20678"/>
                      <a:pt x="10606" y="19804"/>
                      <a:pt x="11225" y="19001"/>
                    </a:cubicBezTo>
                    <a:cubicBezTo>
                      <a:pt x="13164" y="16489"/>
                      <a:pt x="15627" y="15072"/>
                      <a:pt x="18157" y="14746"/>
                    </a:cubicBezTo>
                    <a:lnTo>
                      <a:pt x="21600" y="7252"/>
                    </a:lnTo>
                    <a:lnTo>
                      <a:pt x="18271" y="0"/>
                    </a:lnTo>
                    <a:close/>
                  </a:path>
                </a:pathLst>
              </a:custGeom>
              <a:solidFill>
                <a:schemeClr val="accent1"/>
              </a:solidFill>
              <a:ln>
                <a:noFill/>
              </a:ln>
              <a:extLst>
                <a:ext uri="{91240B29-F687-4F45-9708-019B960494DF}">
                  <a14:hiddenLine xmlns:a14="http://schemas.microsoft.com/office/drawing/2010/main" w="12700" cap="flat">
                    <a:solidFill>
                      <a:srgbClr val="000000"/>
                    </a:solidFill>
                    <a:miter lim="400000"/>
                    <a:headEnd/>
                    <a:tailEnd/>
                  </a14:hiddenLine>
                </a:ext>
              </a:extLst>
            </p:spPr>
            <p:txBody>
              <a:bodyPr lIns="19050" tIns="19050" rIns="19050" bIns="1905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25" name="Фигура">
                <a:extLst>
                  <a:ext uri="{FF2B5EF4-FFF2-40B4-BE49-F238E27FC236}">
                    <a16:creationId xmlns:a16="http://schemas.microsoft.com/office/drawing/2014/main" id="{D47F6B38-A509-49BC-B974-45C9BE8CB58E}"/>
                  </a:ext>
                </a:extLst>
              </p:cNvPr>
              <p:cNvSpPr>
                <a:spLocks/>
              </p:cNvSpPr>
              <p:nvPr/>
            </p:nvSpPr>
            <p:spPr bwMode="auto">
              <a:xfrm>
                <a:off x="3810000" y="2900181"/>
                <a:ext cx="1270865" cy="2143866"/>
              </a:xfrm>
              <a:custGeom>
                <a:avLst/>
                <a:gdLst>
                  <a:gd name="T0" fmla="*/ 1280138 w 21576"/>
                  <a:gd name="T1" fmla="*/ 2158009 h 21600"/>
                  <a:gd name="T2" fmla="*/ 1280138 w 21576"/>
                  <a:gd name="T3" fmla="*/ 2158009 h 21600"/>
                  <a:gd name="T4" fmla="*/ 1280138 w 21576"/>
                  <a:gd name="T5" fmla="*/ 2158009 h 21600"/>
                  <a:gd name="T6" fmla="*/ 1280138 w 21576"/>
                  <a:gd name="T7" fmla="*/ 2158009 h 21600"/>
                  <a:gd name="T8" fmla="*/ 0 60000 65536"/>
                  <a:gd name="T9" fmla="*/ 5898240 60000 65536"/>
                  <a:gd name="T10" fmla="*/ 11796480 60000 65536"/>
                  <a:gd name="T11" fmla="*/ 17694720 60000 65536"/>
                </a:gdLst>
                <a:ahLst/>
                <a:cxnLst>
                  <a:cxn ang="T8">
                    <a:pos x="T0" y="T1"/>
                  </a:cxn>
                  <a:cxn ang="T9">
                    <a:pos x="T2" y="T3"/>
                  </a:cxn>
                  <a:cxn ang="T10">
                    <a:pos x="T4" y="T5"/>
                  </a:cxn>
                  <a:cxn ang="T11">
                    <a:pos x="T6" y="T7"/>
                  </a:cxn>
                </a:cxnLst>
                <a:rect l="0" t="0" r="r" b="b"/>
                <a:pathLst>
                  <a:path w="21576" h="21600" extrusionOk="0">
                    <a:moveTo>
                      <a:pt x="4445" y="0"/>
                    </a:moveTo>
                    <a:cubicBezTo>
                      <a:pt x="1458" y="3372"/>
                      <a:pt x="-24" y="7090"/>
                      <a:pt x="0" y="10807"/>
                    </a:cubicBezTo>
                    <a:cubicBezTo>
                      <a:pt x="24" y="14524"/>
                      <a:pt x="1554" y="18238"/>
                      <a:pt x="4585" y="21600"/>
                    </a:cubicBezTo>
                    <a:lnTo>
                      <a:pt x="9967" y="15967"/>
                    </a:lnTo>
                    <a:lnTo>
                      <a:pt x="21576" y="16094"/>
                    </a:lnTo>
                    <a:cubicBezTo>
                      <a:pt x="18852" y="13014"/>
                      <a:pt x="18647" y="9361"/>
                      <a:pt x="20930" y="6187"/>
                    </a:cubicBezTo>
                    <a:lnTo>
                      <a:pt x="15332" y="20"/>
                    </a:lnTo>
                    <a:lnTo>
                      <a:pt x="4445" y="0"/>
                    </a:lnTo>
                    <a:close/>
                  </a:path>
                </a:pathLst>
              </a:custGeom>
              <a:solidFill>
                <a:schemeClr val="accent6"/>
              </a:solidFill>
              <a:ln>
                <a:noFill/>
              </a:ln>
            </p:spPr>
            <p:txBody>
              <a:bodyPr lIns="19050" tIns="19050" rIns="19050" bIns="1905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27" name="Фигура">
                <a:extLst>
                  <a:ext uri="{FF2B5EF4-FFF2-40B4-BE49-F238E27FC236}">
                    <a16:creationId xmlns:a16="http://schemas.microsoft.com/office/drawing/2014/main" id="{46739E22-EF9D-4384-BCBB-9C30C0458654}"/>
                  </a:ext>
                </a:extLst>
              </p:cNvPr>
              <p:cNvSpPr/>
              <p:nvPr/>
            </p:nvSpPr>
            <p:spPr bwMode="auto">
              <a:xfrm>
                <a:off x="4166966" y="4635031"/>
                <a:ext cx="1865993" cy="1615690"/>
              </a:xfrm>
              <a:custGeom>
                <a:avLst/>
                <a:gdLst/>
                <a:ahLst/>
                <a:cxnLst>
                  <a:cxn ang="0">
                    <a:pos x="wd2" y="hd2"/>
                  </a:cxn>
                  <a:cxn ang="5400000">
                    <a:pos x="wd2" y="hd2"/>
                  </a:cxn>
                  <a:cxn ang="10800000">
                    <a:pos x="wd2" y="hd2"/>
                  </a:cxn>
                  <a:cxn ang="16200000">
                    <a:pos x="wd2" y="hd2"/>
                  </a:cxn>
                </a:cxnLst>
                <a:rect l="0" t="0" r="r" b="b"/>
                <a:pathLst>
                  <a:path w="21600" h="21600" extrusionOk="0">
                    <a:moveTo>
                      <a:pt x="3658" y="0"/>
                    </a:moveTo>
                    <a:lnTo>
                      <a:pt x="0" y="7445"/>
                    </a:lnTo>
                    <a:cubicBezTo>
                      <a:pt x="1020" y="9295"/>
                      <a:pt x="2224" y="11051"/>
                      <a:pt x="3621" y="12666"/>
                    </a:cubicBezTo>
                    <a:cubicBezTo>
                      <a:pt x="8560" y="18373"/>
                      <a:pt x="14964" y="21347"/>
                      <a:pt x="21434" y="21600"/>
                    </a:cubicBezTo>
                    <a:lnTo>
                      <a:pt x="17586" y="14126"/>
                    </a:lnTo>
                    <a:lnTo>
                      <a:pt x="21600" y="6330"/>
                    </a:lnTo>
                    <a:cubicBezTo>
                      <a:pt x="18454" y="6130"/>
                      <a:pt x="15356" y="4657"/>
                      <a:pt x="12953" y="1879"/>
                    </a:cubicBezTo>
                    <a:cubicBezTo>
                      <a:pt x="12487" y="1341"/>
                      <a:pt x="12080" y="764"/>
                      <a:pt x="11698" y="171"/>
                    </a:cubicBezTo>
                    <a:lnTo>
                      <a:pt x="3658" y="0"/>
                    </a:lnTo>
                    <a:close/>
                  </a:path>
                </a:pathLst>
              </a:custGeom>
              <a:solidFill>
                <a:schemeClr val="accent5"/>
              </a:solidFill>
              <a:ln w="12700" cap="flat">
                <a:noFill/>
                <a:miter lim="400000"/>
              </a:ln>
              <a:effectLst/>
            </p:spPr>
            <p:txBody>
              <a:bodyPr lIns="19050" tIns="19050" rIns="19050" bIns="19050" anchor="ctr"/>
              <a:lstStyle/>
              <a:p>
                <a:pPr marL="0" marR="0" lvl="0" indent="0" algn="l" defTabSz="914400" rtl="0" eaLnBrk="1" fontAlgn="auto" latinLnBrk="0" hangingPunct="1">
                  <a:lnSpc>
                    <a:spcPct val="100000"/>
                  </a:lnSpc>
                  <a:spcBef>
                    <a:spcPts val="0"/>
                  </a:spcBef>
                  <a:spcAft>
                    <a:spcPts val="0"/>
                  </a:spcAft>
                  <a:buClrTx/>
                  <a:buSzTx/>
                  <a:buFontTx/>
                  <a:buNone/>
                  <a:tabLst/>
                  <a:defRPr sz="3200">
                    <a:solidFill>
                      <a:srgbClr val="FFFFFF"/>
                    </a:solidFill>
                  </a:defRPr>
                </a:pPr>
                <a:endParaRPr kumimoji="0" sz="1400" b="0" i="0" u="none" strike="noStrike" kern="0" cap="none" spc="0" normalizeH="0" baseline="0" noProof="0" dirty="0">
                  <a:ln>
                    <a:noFill/>
                  </a:ln>
                  <a:solidFill>
                    <a:srgbClr val="FFFFFF"/>
                  </a:solidFill>
                  <a:effectLst/>
                  <a:uLnTx/>
                  <a:uFillTx/>
                  <a:latin typeface="Arial" panose="020B0604020202020204"/>
                  <a:ea typeface="Arial"/>
                  <a:cs typeface="Arial"/>
                  <a:sym typeface="Arial"/>
                </a:endParaRPr>
              </a:p>
            </p:txBody>
          </p:sp>
          <p:sp>
            <p:nvSpPr>
              <p:cNvPr id="26" name="Фигура">
                <a:extLst>
                  <a:ext uri="{FF2B5EF4-FFF2-40B4-BE49-F238E27FC236}">
                    <a16:creationId xmlns:a16="http://schemas.microsoft.com/office/drawing/2014/main" id="{AD99D1E6-BAD1-420A-B43E-3DE34E5D4175}"/>
                  </a:ext>
                </a:extLst>
              </p:cNvPr>
              <p:cNvSpPr/>
              <p:nvPr/>
            </p:nvSpPr>
            <p:spPr bwMode="auto">
              <a:xfrm>
                <a:off x="5858811" y="4606644"/>
                <a:ext cx="2179619" cy="1644077"/>
              </a:xfrm>
              <a:custGeom>
                <a:avLst/>
                <a:gdLst/>
                <a:ahLst/>
                <a:cxnLst>
                  <a:cxn ang="0">
                    <a:pos x="wd2" y="hd2"/>
                  </a:cxn>
                  <a:cxn ang="5400000">
                    <a:pos x="wd2" y="hd2"/>
                  </a:cxn>
                  <a:cxn ang="10800000">
                    <a:pos x="wd2" y="hd2"/>
                  </a:cxn>
                  <a:cxn ang="16200000">
                    <a:pos x="wd2" y="hd2"/>
                  </a:cxn>
                </a:cxnLst>
                <a:rect l="0" t="0" r="r" b="b"/>
                <a:pathLst>
                  <a:path w="21600" h="21600" extrusionOk="0">
                    <a:moveTo>
                      <a:pt x="11757" y="0"/>
                    </a:moveTo>
                    <a:cubicBezTo>
                      <a:pt x="11358" y="781"/>
                      <a:pt x="10904" y="1526"/>
                      <a:pt x="10382" y="2218"/>
                    </a:cubicBezTo>
                    <a:cubicBezTo>
                      <a:pt x="8443" y="4791"/>
                      <a:pt x="5979" y="6242"/>
                      <a:pt x="3448" y="6565"/>
                    </a:cubicBezTo>
                    <a:lnTo>
                      <a:pt x="0" y="14258"/>
                    </a:lnTo>
                    <a:lnTo>
                      <a:pt x="3292" y="21600"/>
                    </a:lnTo>
                    <a:cubicBezTo>
                      <a:pt x="8773" y="21300"/>
                      <a:pt x="14188" y="18376"/>
                      <a:pt x="18373" y="12822"/>
                    </a:cubicBezTo>
                    <a:cubicBezTo>
                      <a:pt x="19629" y="11155"/>
                      <a:pt x="20700" y="9335"/>
                      <a:pt x="21600" y="7415"/>
                    </a:cubicBezTo>
                    <a:lnTo>
                      <a:pt x="15009" y="7586"/>
                    </a:lnTo>
                    <a:lnTo>
                      <a:pt x="11757" y="0"/>
                    </a:lnTo>
                    <a:close/>
                  </a:path>
                </a:pathLst>
              </a:custGeom>
              <a:solidFill>
                <a:schemeClr val="accent4"/>
              </a:solidFill>
              <a:ln w="12700" cap="flat">
                <a:noFill/>
                <a:miter lim="400000"/>
              </a:ln>
              <a:effectLst/>
            </p:spPr>
            <p:txBody>
              <a:bodyPr lIns="19050" tIns="19050" rIns="19050" bIns="19050" anchor="ctr"/>
              <a:lstStyle/>
              <a:p>
                <a:pPr marL="0" marR="0" lvl="0" indent="0" algn="l" defTabSz="914400" rtl="0" eaLnBrk="1" fontAlgn="auto" latinLnBrk="0" hangingPunct="1">
                  <a:lnSpc>
                    <a:spcPct val="100000"/>
                  </a:lnSpc>
                  <a:spcBef>
                    <a:spcPts val="0"/>
                  </a:spcBef>
                  <a:spcAft>
                    <a:spcPts val="0"/>
                  </a:spcAft>
                  <a:buClrTx/>
                  <a:buSzTx/>
                  <a:buFontTx/>
                  <a:buNone/>
                  <a:tabLst/>
                  <a:defRPr sz="3200">
                    <a:solidFill>
                      <a:srgbClr val="FFFFFF"/>
                    </a:solidFill>
                  </a:defRPr>
                </a:pPr>
                <a:endParaRPr kumimoji="0" sz="1400" b="0" i="0" u="none" strike="noStrike" kern="0" cap="none" spc="0" normalizeH="0" baseline="0" noProof="0" dirty="0">
                  <a:ln>
                    <a:noFill/>
                  </a:ln>
                  <a:solidFill>
                    <a:srgbClr val="FFFFFF"/>
                  </a:solidFill>
                  <a:effectLst/>
                  <a:uLnTx/>
                  <a:uFillTx/>
                  <a:latin typeface="Arial" panose="020B0604020202020204"/>
                  <a:ea typeface="Arial"/>
                  <a:cs typeface="Arial"/>
                  <a:sym typeface="Arial"/>
                </a:endParaRPr>
              </a:p>
            </p:txBody>
          </p:sp>
          <p:pic>
            <p:nvPicPr>
              <p:cNvPr id="70" name="Graphic 69" descr="Document">
                <a:extLst>
                  <a:ext uri="{FF2B5EF4-FFF2-40B4-BE49-F238E27FC236}">
                    <a16:creationId xmlns:a16="http://schemas.microsoft.com/office/drawing/2014/main" id="{C8848EF2-9293-4335-BA5A-1EDCEC00F01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008878" y="4932090"/>
                <a:ext cx="274320" cy="274320"/>
              </a:xfrm>
              <a:prstGeom prst="rect">
                <a:avLst/>
              </a:prstGeom>
            </p:spPr>
          </p:pic>
          <p:sp>
            <p:nvSpPr>
              <p:cNvPr id="24" name="Фигура">
                <a:extLst>
                  <a:ext uri="{FF2B5EF4-FFF2-40B4-BE49-F238E27FC236}">
                    <a16:creationId xmlns:a16="http://schemas.microsoft.com/office/drawing/2014/main" id="{808525CC-31A7-4D03-8118-CE59855BC592}"/>
                  </a:ext>
                </a:extLst>
              </p:cNvPr>
              <p:cNvSpPr/>
              <p:nvPr/>
            </p:nvSpPr>
            <p:spPr bwMode="auto">
              <a:xfrm>
                <a:off x="7124346" y="2882927"/>
                <a:ext cx="1257654" cy="2151098"/>
              </a:xfrm>
              <a:custGeom>
                <a:avLst/>
                <a:gdLst/>
                <a:ahLst/>
                <a:cxnLst>
                  <a:cxn ang="0">
                    <a:pos x="wd2" y="hd2"/>
                  </a:cxn>
                  <a:cxn ang="5400000">
                    <a:pos x="wd2" y="hd2"/>
                  </a:cxn>
                  <a:cxn ang="10800000">
                    <a:pos x="wd2" y="hd2"/>
                  </a:cxn>
                  <a:cxn ang="16200000">
                    <a:pos x="wd2" y="hd2"/>
                  </a:cxn>
                </a:cxnLst>
                <a:rect l="0" t="0" r="r" b="b"/>
                <a:pathLst>
                  <a:path w="21561" h="21600" extrusionOk="0">
                    <a:moveTo>
                      <a:pt x="16907" y="0"/>
                    </a:moveTo>
                    <a:lnTo>
                      <a:pt x="11447" y="5826"/>
                    </a:lnTo>
                    <a:lnTo>
                      <a:pt x="0" y="5795"/>
                    </a:lnTo>
                    <a:cubicBezTo>
                      <a:pt x="2637" y="8942"/>
                      <a:pt x="2668" y="12639"/>
                      <a:pt x="105" y="15801"/>
                    </a:cubicBezTo>
                    <a:lnTo>
                      <a:pt x="5730" y="21600"/>
                    </a:lnTo>
                    <a:lnTo>
                      <a:pt x="17146" y="21467"/>
                    </a:lnTo>
                    <a:cubicBezTo>
                      <a:pt x="20129" y="18110"/>
                      <a:pt x="21600" y="14414"/>
                      <a:pt x="21560" y="10721"/>
                    </a:cubicBezTo>
                    <a:cubicBezTo>
                      <a:pt x="21519" y="7028"/>
                      <a:pt x="19968" y="3339"/>
                      <a:pt x="16907" y="0"/>
                    </a:cubicBezTo>
                    <a:close/>
                  </a:path>
                </a:pathLst>
              </a:custGeom>
              <a:solidFill>
                <a:schemeClr val="accent3"/>
              </a:solidFill>
              <a:ln w="12700" cap="flat">
                <a:noFill/>
                <a:miter lim="400000"/>
              </a:ln>
              <a:effectLst/>
            </p:spPr>
            <p:txBody>
              <a:bodyPr lIns="19050" tIns="19050" rIns="19050" bIns="19050" anchor="ctr"/>
              <a:lstStyle/>
              <a:p>
                <a:pPr marL="0" marR="0" lvl="0" indent="0" algn="l" defTabSz="914400" rtl="0" eaLnBrk="1" fontAlgn="auto" latinLnBrk="0" hangingPunct="1">
                  <a:lnSpc>
                    <a:spcPct val="100000"/>
                  </a:lnSpc>
                  <a:spcBef>
                    <a:spcPts val="0"/>
                  </a:spcBef>
                  <a:spcAft>
                    <a:spcPts val="0"/>
                  </a:spcAft>
                  <a:buClrTx/>
                  <a:buSzTx/>
                  <a:buFontTx/>
                  <a:buNone/>
                  <a:tabLst/>
                  <a:defRPr sz="3200">
                    <a:solidFill>
                      <a:srgbClr val="FFFFFF"/>
                    </a:solidFill>
                  </a:defRPr>
                </a:pPr>
                <a:endParaRPr kumimoji="0" sz="1400" b="0" i="0" u="none" strike="noStrike" kern="0" cap="none" spc="0" normalizeH="0" baseline="0" noProof="0" dirty="0">
                  <a:ln>
                    <a:noFill/>
                  </a:ln>
                  <a:solidFill>
                    <a:srgbClr val="FFFFFF"/>
                  </a:solidFill>
                  <a:effectLst/>
                  <a:uLnTx/>
                  <a:uFillTx/>
                  <a:latin typeface="Arial" panose="020B0604020202020204"/>
                  <a:ea typeface="Arial"/>
                  <a:cs typeface="Arial"/>
                  <a:sym typeface="Arial"/>
                </a:endParaRPr>
              </a:p>
            </p:txBody>
          </p:sp>
          <p:sp>
            <p:nvSpPr>
              <p:cNvPr id="22" name="Фигура">
                <a:extLst>
                  <a:ext uri="{FF2B5EF4-FFF2-40B4-BE49-F238E27FC236}">
                    <a16:creationId xmlns:a16="http://schemas.microsoft.com/office/drawing/2014/main" id="{4CB95040-383D-4953-B713-161273D535EE}"/>
                  </a:ext>
                </a:extLst>
              </p:cNvPr>
              <p:cNvSpPr>
                <a:spLocks/>
              </p:cNvSpPr>
              <p:nvPr/>
            </p:nvSpPr>
            <p:spPr bwMode="auto">
              <a:xfrm>
                <a:off x="6156681" y="1678721"/>
                <a:ext cx="1865984" cy="1635646"/>
              </a:xfrm>
              <a:custGeom>
                <a:avLst/>
                <a:gdLst>
                  <a:gd name="T0" fmla="*/ 1879601 w 21600"/>
                  <a:gd name="T1" fmla="*/ 1646436 h 21600"/>
                  <a:gd name="T2" fmla="*/ 1879601 w 21600"/>
                  <a:gd name="T3" fmla="*/ 1646436 h 21600"/>
                  <a:gd name="T4" fmla="*/ 1879601 w 21600"/>
                  <a:gd name="T5" fmla="*/ 1646436 h 21600"/>
                  <a:gd name="T6" fmla="*/ 1879601 w 21600"/>
                  <a:gd name="T7" fmla="*/ 1646436 h 21600"/>
                  <a:gd name="T8" fmla="*/ 0 60000 65536"/>
                  <a:gd name="T9" fmla="*/ 5898240 60000 65536"/>
                  <a:gd name="T10" fmla="*/ 11796480 60000 65536"/>
                  <a:gd name="T11" fmla="*/ 17694720 60000 65536"/>
                </a:gdLst>
                <a:ahLst/>
                <a:cxnLst>
                  <a:cxn ang="T8">
                    <a:pos x="T0" y="T1"/>
                  </a:cxn>
                  <a:cxn ang="T9">
                    <a:pos x="T2" y="T3"/>
                  </a:cxn>
                  <a:cxn ang="T10">
                    <a:pos x="T4" y="T5"/>
                  </a:cxn>
                  <a:cxn ang="T11">
                    <a:pos x="T6" y="T7"/>
                  </a:cxn>
                </a:cxnLst>
                <a:rect l="0" t="0" r="r" b="b"/>
                <a:pathLst>
                  <a:path w="21600" h="21600" extrusionOk="0">
                    <a:moveTo>
                      <a:pt x="103" y="0"/>
                    </a:moveTo>
                    <a:lnTo>
                      <a:pt x="3979" y="7443"/>
                    </a:lnTo>
                    <a:lnTo>
                      <a:pt x="0" y="15084"/>
                    </a:lnTo>
                    <a:cubicBezTo>
                      <a:pt x="3156" y="15274"/>
                      <a:pt x="6264" y="16731"/>
                      <a:pt x="8675" y="19483"/>
                    </a:cubicBezTo>
                    <a:cubicBezTo>
                      <a:pt x="9242" y="20132"/>
                      <a:pt x="9736" y="20829"/>
                      <a:pt x="10180" y="21556"/>
                    </a:cubicBezTo>
                    <a:lnTo>
                      <a:pt x="17913" y="21600"/>
                    </a:lnTo>
                    <a:lnTo>
                      <a:pt x="21600" y="13933"/>
                    </a:lnTo>
                    <a:cubicBezTo>
                      <a:pt x="20586" y="12125"/>
                      <a:pt x="19393" y="10409"/>
                      <a:pt x="18008" y="8828"/>
                    </a:cubicBezTo>
                    <a:cubicBezTo>
                      <a:pt x="13046" y="3163"/>
                      <a:pt x="6604" y="225"/>
                      <a:pt x="103" y="0"/>
                    </a:cubicBezTo>
                    <a:close/>
                  </a:path>
                </a:pathLst>
              </a:custGeom>
              <a:solidFill>
                <a:schemeClr val="accent2"/>
              </a:solidFill>
              <a:ln>
                <a:noFill/>
              </a:ln>
              <a:extLst>
                <a:ext uri="{91240B29-F687-4F45-9708-019B960494DF}">
                  <a14:hiddenLine xmlns:a14="http://schemas.microsoft.com/office/drawing/2010/main" w="12700" cap="flat">
                    <a:solidFill>
                      <a:srgbClr val="000000"/>
                    </a:solidFill>
                    <a:miter lim="400000"/>
                    <a:headEnd/>
                    <a:tailEnd/>
                  </a14:hiddenLine>
                </a:ext>
              </a:extLst>
            </p:spPr>
            <p:txBody>
              <a:bodyPr lIns="19050" tIns="19050" rIns="19050" bIns="1905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pic>
            <p:nvPicPr>
              <p:cNvPr id="51" name="Graphic 50" descr="Truck">
                <a:extLst>
                  <a:ext uri="{FF2B5EF4-FFF2-40B4-BE49-F238E27FC236}">
                    <a16:creationId xmlns:a16="http://schemas.microsoft.com/office/drawing/2014/main" id="{C05D43BD-7C4A-4436-A7D2-5C312A313AB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647526" y="3816023"/>
                <a:ext cx="640080" cy="640080"/>
              </a:xfrm>
              <a:prstGeom prst="rect">
                <a:avLst/>
              </a:prstGeom>
            </p:spPr>
          </p:pic>
          <p:pic>
            <p:nvPicPr>
              <p:cNvPr id="49" name="Graphic 48" descr="Kiosk">
                <a:extLst>
                  <a:ext uri="{FF2B5EF4-FFF2-40B4-BE49-F238E27FC236}">
                    <a16:creationId xmlns:a16="http://schemas.microsoft.com/office/drawing/2014/main" id="{C3CB4A54-8CE8-46AD-863D-24A48198884D}"/>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808489" y="2250340"/>
                <a:ext cx="640080" cy="640080"/>
              </a:xfrm>
              <a:prstGeom prst="rect">
                <a:avLst/>
              </a:prstGeom>
            </p:spPr>
          </p:pic>
          <p:sp>
            <p:nvSpPr>
              <p:cNvPr id="3" name="Oval 2">
                <a:extLst>
                  <a:ext uri="{FF2B5EF4-FFF2-40B4-BE49-F238E27FC236}">
                    <a16:creationId xmlns:a16="http://schemas.microsoft.com/office/drawing/2014/main" id="{1E46DA2E-2EAF-4609-8452-E530D5B53E9C}"/>
                  </a:ext>
                </a:extLst>
              </p:cNvPr>
              <p:cNvSpPr/>
              <p:nvPr/>
            </p:nvSpPr>
            <p:spPr>
              <a:xfrm>
                <a:off x="5181600" y="3050321"/>
                <a:ext cx="1828800" cy="1828800"/>
              </a:xfrm>
              <a:prstGeom prst="ellipse">
                <a:avLst/>
              </a:prstGeom>
              <a:solidFill>
                <a:schemeClr val="tx2">
                  <a:lumMod val="20000"/>
                  <a:lumOff val="80000"/>
                </a:schemeClr>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pic>
            <p:nvPicPr>
              <p:cNvPr id="9" name="Graphic 8" descr="Building">
                <a:extLst>
                  <a:ext uri="{FF2B5EF4-FFF2-40B4-BE49-F238E27FC236}">
                    <a16:creationId xmlns:a16="http://schemas.microsoft.com/office/drawing/2014/main" id="{351A52D8-9DD7-423C-8FEE-4595569AFC0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775960" y="3251985"/>
                <a:ext cx="640080" cy="640080"/>
              </a:xfrm>
              <a:prstGeom prst="rect">
                <a:avLst/>
              </a:prstGeom>
            </p:spPr>
          </p:pic>
          <p:pic>
            <p:nvPicPr>
              <p:cNvPr id="11" name="Graphic 10" descr="Label">
                <a:extLst>
                  <a:ext uri="{FF2B5EF4-FFF2-40B4-BE49-F238E27FC236}">
                    <a16:creationId xmlns:a16="http://schemas.microsoft.com/office/drawing/2014/main" id="{8FC6C43C-E79C-426D-9E88-38FE915AC596}"/>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321319" y="3872466"/>
                <a:ext cx="640080" cy="640080"/>
              </a:xfrm>
              <a:prstGeom prst="rect">
                <a:avLst/>
              </a:prstGeom>
            </p:spPr>
          </p:pic>
          <p:pic>
            <p:nvPicPr>
              <p:cNvPr id="15" name="Graphic 14" descr="Box">
                <a:extLst>
                  <a:ext uri="{FF2B5EF4-FFF2-40B4-BE49-F238E27FC236}">
                    <a16:creationId xmlns:a16="http://schemas.microsoft.com/office/drawing/2014/main" id="{B91588F2-A067-4625-A92A-0593F38E24D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201180" y="3872466"/>
                <a:ext cx="640080" cy="640080"/>
              </a:xfrm>
              <a:prstGeom prst="rect">
                <a:avLst/>
              </a:prstGeom>
            </p:spPr>
          </p:pic>
          <p:pic>
            <p:nvPicPr>
              <p:cNvPr id="19" name="Graphic 18" descr="Bank">
                <a:extLst>
                  <a:ext uri="{FF2B5EF4-FFF2-40B4-BE49-F238E27FC236}">
                    <a16:creationId xmlns:a16="http://schemas.microsoft.com/office/drawing/2014/main" id="{5D630E6F-5FD9-4E0E-912E-9C06D5DFF40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4129224" y="3437605"/>
                <a:ext cx="640080" cy="640080"/>
              </a:xfrm>
              <a:prstGeom prst="rect">
                <a:avLst/>
              </a:prstGeom>
            </p:spPr>
          </p:pic>
          <p:grpSp>
            <p:nvGrpSpPr>
              <p:cNvPr id="28" name="Group 27">
                <a:extLst>
                  <a:ext uri="{FF2B5EF4-FFF2-40B4-BE49-F238E27FC236}">
                    <a16:creationId xmlns:a16="http://schemas.microsoft.com/office/drawing/2014/main" id="{F615B015-CB8A-4AD9-A13C-E4302ADF6511}"/>
                  </a:ext>
                </a:extLst>
              </p:cNvPr>
              <p:cNvGrpSpPr/>
              <p:nvPr/>
            </p:nvGrpSpPr>
            <p:grpSpPr>
              <a:xfrm>
                <a:off x="4768410" y="2103916"/>
                <a:ext cx="1119781" cy="548642"/>
                <a:chOff x="2501074" y="2103916"/>
                <a:chExt cx="1119781" cy="548642"/>
              </a:xfrm>
            </p:grpSpPr>
            <p:pic>
              <p:nvPicPr>
                <p:cNvPr id="58" name="Graphic 57" descr="Money">
                  <a:extLst>
                    <a:ext uri="{FF2B5EF4-FFF2-40B4-BE49-F238E27FC236}">
                      <a16:creationId xmlns:a16="http://schemas.microsoft.com/office/drawing/2014/main" id="{721E2544-95D2-42EB-93C7-96745E7937A2}"/>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2501075" y="2327154"/>
                  <a:ext cx="315056" cy="325404"/>
                </a:xfrm>
                <a:prstGeom prst="rect">
                  <a:avLst/>
                </a:prstGeom>
              </p:spPr>
            </p:pic>
            <p:pic>
              <p:nvPicPr>
                <p:cNvPr id="66" name="Graphic 65" descr="Credit card">
                  <a:extLst>
                    <a:ext uri="{FF2B5EF4-FFF2-40B4-BE49-F238E27FC236}">
                      <a16:creationId xmlns:a16="http://schemas.microsoft.com/office/drawing/2014/main" id="{5F25A82F-EC1E-4BB7-9E9F-83F57ECF985D}"/>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2501074" y="2103916"/>
                  <a:ext cx="315056" cy="325404"/>
                </a:xfrm>
                <a:prstGeom prst="rect">
                  <a:avLst/>
                </a:prstGeom>
              </p:spPr>
            </p:pic>
            <p:pic>
              <p:nvPicPr>
                <p:cNvPr id="72" name="Graphic 71" descr="Internet">
                  <a:extLst>
                    <a:ext uri="{FF2B5EF4-FFF2-40B4-BE49-F238E27FC236}">
                      <a16:creationId xmlns:a16="http://schemas.microsoft.com/office/drawing/2014/main" id="{F2B177AF-A852-4128-A22D-65DAED309765}"/>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2791515" y="2163739"/>
                  <a:ext cx="441078" cy="455565"/>
                </a:xfrm>
                <a:prstGeom prst="rect">
                  <a:avLst/>
                </a:prstGeom>
              </p:spPr>
            </p:pic>
            <p:pic>
              <p:nvPicPr>
                <p:cNvPr id="21" name="Graphic 20" descr="Questions">
                  <a:extLst>
                    <a:ext uri="{FF2B5EF4-FFF2-40B4-BE49-F238E27FC236}">
                      <a16:creationId xmlns:a16="http://schemas.microsoft.com/office/drawing/2014/main" id="{97ECB92D-50D0-464C-8CBF-4B5463FA74F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3163655" y="2162104"/>
                  <a:ext cx="457200" cy="457200"/>
                </a:xfrm>
                <a:prstGeom prst="rect">
                  <a:avLst/>
                </a:prstGeom>
              </p:spPr>
            </p:pic>
          </p:grpSp>
        </p:grpSp>
        <p:pic>
          <p:nvPicPr>
            <p:cNvPr id="50" name="Graphic 49" descr="Box trolley">
              <a:extLst>
                <a:ext uri="{FF2B5EF4-FFF2-40B4-BE49-F238E27FC236}">
                  <a16:creationId xmlns:a16="http://schemas.microsoft.com/office/drawing/2014/main" id="{7AA97047-CCD7-4BB1-9112-725DCC9F6D3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7067422" y="4028946"/>
              <a:ext cx="274320" cy="274320"/>
            </a:xfrm>
            <a:prstGeom prst="rect">
              <a:avLst/>
            </a:prstGeom>
          </p:spPr>
        </p:pic>
        <p:pic>
          <p:nvPicPr>
            <p:cNvPr id="52" name="Graphic 51" descr="Register">
              <a:extLst>
                <a:ext uri="{FF2B5EF4-FFF2-40B4-BE49-F238E27FC236}">
                  <a16:creationId xmlns:a16="http://schemas.microsoft.com/office/drawing/2014/main" id="{E935D617-44D8-4CAF-BE19-C7CC93126DD7}"/>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4436206" y="5036303"/>
              <a:ext cx="640080" cy="640080"/>
            </a:xfrm>
            <a:prstGeom prst="rect">
              <a:avLst/>
            </a:prstGeom>
          </p:spPr>
        </p:pic>
        <p:pic>
          <p:nvPicPr>
            <p:cNvPr id="63" name="Graphic 62" descr="Checklist RTL">
              <a:extLst>
                <a:ext uri="{FF2B5EF4-FFF2-40B4-BE49-F238E27FC236}">
                  <a16:creationId xmlns:a16="http://schemas.microsoft.com/office/drawing/2014/main" id="{CB872530-6F17-45B1-B59A-7A8D4C953FBD}"/>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6176353" y="5200454"/>
              <a:ext cx="640080" cy="640080"/>
            </a:xfrm>
            <a:prstGeom prst="rect">
              <a:avLst/>
            </a:prstGeom>
          </p:spPr>
        </p:pic>
      </p:grpSp>
      <p:grpSp>
        <p:nvGrpSpPr>
          <p:cNvPr id="10" name="Group 9">
            <a:extLst>
              <a:ext uri="{FF2B5EF4-FFF2-40B4-BE49-F238E27FC236}">
                <a16:creationId xmlns:a16="http://schemas.microsoft.com/office/drawing/2014/main" id="{FB87877D-12CD-45A3-882A-DD63012E1A0E}"/>
              </a:ext>
            </a:extLst>
          </p:cNvPr>
          <p:cNvGrpSpPr/>
          <p:nvPr/>
        </p:nvGrpSpPr>
        <p:grpSpPr>
          <a:xfrm>
            <a:off x="8250448" y="1688251"/>
            <a:ext cx="3471277" cy="4431475"/>
            <a:chOff x="8250448" y="1688251"/>
            <a:chExt cx="3471277" cy="4431475"/>
          </a:xfrm>
        </p:grpSpPr>
        <p:sp>
          <p:nvSpPr>
            <p:cNvPr id="34" name="Rectangle 33">
              <a:extLst>
                <a:ext uri="{FF2B5EF4-FFF2-40B4-BE49-F238E27FC236}">
                  <a16:creationId xmlns:a16="http://schemas.microsoft.com/office/drawing/2014/main" id="{AD765749-70D8-4BF9-9940-2E8AC6D4174E}"/>
                </a:ext>
              </a:extLst>
            </p:cNvPr>
            <p:cNvSpPr/>
            <p:nvPr/>
          </p:nvSpPr>
          <p:spPr>
            <a:xfrm>
              <a:off x="8696022" y="5720956"/>
              <a:ext cx="274320" cy="2743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
          <p:nvSpPr>
            <p:cNvPr id="35" name="TextBox 34">
              <a:extLst>
                <a:ext uri="{FF2B5EF4-FFF2-40B4-BE49-F238E27FC236}">
                  <a16:creationId xmlns:a16="http://schemas.microsoft.com/office/drawing/2014/main" id="{FFB83B62-BA77-44FF-91A7-71A27EEF408E}"/>
                </a:ext>
              </a:extLst>
            </p:cNvPr>
            <p:cNvSpPr txBox="1"/>
            <p:nvPr/>
          </p:nvSpPr>
          <p:spPr>
            <a:xfrm>
              <a:off x="9023312" y="5596506"/>
              <a:ext cx="2596543" cy="523220"/>
            </a:xfrm>
            <a:prstGeom prst="rect">
              <a:avLst/>
            </a:prstGeom>
            <a:noFill/>
          </p:spPr>
          <p:txBody>
            <a:bodyPr wrap="square" rtlCol="0"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Arial" panose="020B0604020202020204"/>
                  <a:ea typeface="League Spartan" charset="0"/>
                  <a:cs typeface="Poppins" pitchFamily="2" charset="77"/>
                </a:rPr>
                <a:t>Customer Payment / Complaints</a:t>
              </a:r>
            </a:p>
          </p:txBody>
        </p:sp>
        <p:sp>
          <p:nvSpPr>
            <p:cNvPr id="36" name="Rectangle 35">
              <a:extLst>
                <a:ext uri="{FF2B5EF4-FFF2-40B4-BE49-F238E27FC236}">
                  <a16:creationId xmlns:a16="http://schemas.microsoft.com/office/drawing/2014/main" id="{3AA8B88D-8EBC-4878-9F2A-AA68545D362A}"/>
                </a:ext>
              </a:extLst>
            </p:cNvPr>
            <p:cNvSpPr/>
            <p:nvPr/>
          </p:nvSpPr>
          <p:spPr>
            <a:xfrm>
              <a:off x="8696022" y="5067049"/>
              <a:ext cx="274320" cy="27432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
          <p:nvSpPr>
            <p:cNvPr id="37" name="TextBox 36">
              <a:extLst>
                <a:ext uri="{FF2B5EF4-FFF2-40B4-BE49-F238E27FC236}">
                  <a16:creationId xmlns:a16="http://schemas.microsoft.com/office/drawing/2014/main" id="{CB7EF5F0-C6D4-4C15-8C67-E11E4DEAF889}"/>
                </a:ext>
              </a:extLst>
            </p:cNvPr>
            <p:cNvSpPr txBox="1"/>
            <p:nvPr/>
          </p:nvSpPr>
          <p:spPr>
            <a:xfrm>
              <a:off x="9023312" y="4938844"/>
              <a:ext cx="2596543" cy="523220"/>
            </a:xfrm>
            <a:prstGeom prst="rect">
              <a:avLst/>
            </a:prstGeom>
            <a:noFill/>
          </p:spPr>
          <p:txBody>
            <a:bodyPr wrap="square" rtlCol="0"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Arial" panose="020B0604020202020204"/>
                  <a:ea typeface="League Spartan" charset="0"/>
                  <a:cs typeface="Poppins" pitchFamily="2" charset="77"/>
                </a:rPr>
                <a:t>Accounts Receivable Processing</a:t>
              </a:r>
            </a:p>
          </p:txBody>
        </p:sp>
        <p:sp>
          <p:nvSpPr>
            <p:cNvPr id="38" name="Rectangle 37">
              <a:extLst>
                <a:ext uri="{FF2B5EF4-FFF2-40B4-BE49-F238E27FC236}">
                  <a16:creationId xmlns:a16="http://schemas.microsoft.com/office/drawing/2014/main" id="{1B149FA4-9A57-459B-84F6-3761EB8E4D1D}"/>
                </a:ext>
              </a:extLst>
            </p:cNvPr>
            <p:cNvSpPr/>
            <p:nvPr/>
          </p:nvSpPr>
          <p:spPr>
            <a:xfrm>
              <a:off x="8696022" y="4413141"/>
              <a:ext cx="274320" cy="27432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
          <p:nvSpPr>
            <p:cNvPr id="39" name="TextBox 38">
              <a:extLst>
                <a:ext uri="{FF2B5EF4-FFF2-40B4-BE49-F238E27FC236}">
                  <a16:creationId xmlns:a16="http://schemas.microsoft.com/office/drawing/2014/main" id="{6637DBA2-5C19-4B10-88C8-6DE820D044FB}"/>
                </a:ext>
              </a:extLst>
            </p:cNvPr>
            <p:cNvSpPr txBox="1"/>
            <p:nvPr/>
          </p:nvSpPr>
          <p:spPr>
            <a:xfrm>
              <a:off x="9023312" y="4390730"/>
              <a:ext cx="2651759" cy="307777"/>
            </a:xfrm>
            <a:prstGeom prst="rect">
              <a:avLst/>
            </a:prstGeom>
            <a:noFill/>
          </p:spPr>
          <p:txBody>
            <a:bodyPr wrap="square" rtlCol="0"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Arial" panose="020B0604020202020204"/>
                  <a:ea typeface="League Spartan" charset="0"/>
                  <a:cs typeface="Poppins" pitchFamily="2" charset="77"/>
                </a:rPr>
                <a:t>Billing Management</a:t>
              </a:r>
            </a:p>
          </p:txBody>
        </p:sp>
        <p:sp>
          <p:nvSpPr>
            <p:cNvPr id="40" name="Rectangle 39">
              <a:extLst>
                <a:ext uri="{FF2B5EF4-FFF2-40B4-BE49-F238E27FC236}">
                  <a16:creationId xmlns:a16="http://schemas.microsoft.com/office/drawing/2014/main" id="{FFDB9906-3404-4239-87AC-5A1A14AA4EA7}"/>
                </a:ext>
              </a:extLst>
            </p:cNvPr>
            <p:cNvSpPr/>
            <p:nvPr/>
          </p:nvSpPr>
          <p:spPr>
            <a:xfrm>
              <a:off x="8696022" y="3759233"/>
              <a:ext cx="274320" cy="27432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
          <p:nvSpPr>
            <p:cNvPr id="41" name="TextBox 40">
              <a:extLst>
                <a:ext uri="{FF2B5EF4-FFF2-40B4-BE49-F238E27FC236}">
                  <a16:creationId xmlns:a16="http://schemas.microsoft.com/office/drawing/2014/main" id="{B638AF86-8308-4AFA-910E-75E9F488443B}"/>
                </a:ext>
              </a:extLst>
            </p:cNvPr>
            <p:cNvSpPr txBox="1"/>
            <p:nvPr/>
          </p:nvSpPr>
          <p:spPr>
            <a:xfrm>
              <a:off x="9023312" y="3629267"/>
              <a:ext cx="2603597" cy="523220"/>
            </a:xfrm>
            <a:prstGeom prst="rect">
              <a:avLst/>
            </a:prstGeom>
            <a:noFill/>
          </p:spPr>
          <p:txBody>
            <a:bodyPr wrap="square" rtlCol="0"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Arial" panose="020B0604020202020204"/>
                  <a:ea typeface="League Spartan" charset="0"/>
                  <a:cs typeface="Poppins" pitchFamily="2" charset="77"/>
                </a:rPr>
                <a:t>Post Goods Issue Processing</a:t>
              </a:r>
            </a:p>
          </p:txBody>
        </p:sp>
        <p:sp>
          <p:nvSpPr>
            <p:cNvPr id="42" name="Rectangle 41">
              <a:extLst>
                <a:ext uri="{FF2B5EF4-FFF2-40B4-BE49-F238E27FC236}">
                  <a16:creationId xmlns:a16="http://schemas.microsoft.com/office/drawing/2014/main" id="{F4E87432-968E-4A29-AFFE-46B4B6A55C82}"/>
                </a:ext>
              </a:extLst>
            </p:cNvPr>
            <p:cNvSpPr/>
            <p:nvPr/>
          </p:nvSpPr>
          <p:spPr>
            <a:xfrm>
              <a:off x="8696022" y="3105325"/>
              <a:ext cx="274320" cy="27432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
          <p:nvSpPr>
            <p:cNvPr id="43" name="TextBox 42">
              <a:extLst>
                <a:ext uri="{FF2B5EF4-FFF2-40B4-BE49-F238E27FC236}">
                  <a16:creationId xmlns:a16="http://schemas.microsoft.com/office/drawing/2014/main" id="{A5AF8366-4A5F-4D4F-8A0F-E658F3A484A2}"/>
                </a:ext>
              </a:extLst>
            </p:cNvPr>
            <p:cNvSpPr txBox="1"/>
            <p:nvPr/>
          </p:nvSpPr>
          <p:spPr>
            <a:xfrm>
              <a:off x="9023312" y="2978086"/>
              <a:ext cx="2603597" cy="523220"/>
            </a:xfrm>
            <a:prstGeom prst="rect">
              <a:avLst/>
            </a:prstGeom>
            <a:noFill/>
          </p:spPr>
          <p:txBody>
            <a:bodyPr wrap="square" rtlCol="0"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Arial" panose="020B0604020202020204"/>
                  <a:ea typeface="League Spartan" charset="0"/>
                  <a:cs typeface="Poppins" pitchFamily="2" charset="77"/>
                </a:rPr>
                <a:t>Outbound Delivery Management</a:t>
              </a:r>
            </a:p>
          </p:txBody>
        </p:sp>
        <p:sp>
          <p:nvSpPr>
            <p:cNvPr id="44" name="Rectangle 43">
              <a:extLst>
                <a:ext uri="{FF2B5EF4-FFF2-40B4-BE49-F238E27FC236}">
                  <a16:creationId xmlns:a16="http://schemas.microsoft.com/office/drawing/2014/main" id="{936AC4EE-D404-4CBF-8FF0-C4D89CB193E2}"/>
                </a:ext>
              </a:extLst>
            </p:cNvPr>
            <p:cNvSpPr/>
            <p:nvPr/>
          </p:nvSpPr>
          <p:spPr>
            <a:xfrm>
              <a:off x="8696022" y="2451417"/>
              <a:ext cx="274320" cy="27432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
          <p:nvSpPr>
            <p:cNvPr id="45" name="TextBox 44">
              <a:extLst>
                <a:ext uri="{FF2B5EF4-FFF2-40B4-BE49-F238E27FC236}">
                  <a16:creationId xmlns:a16="http://schemas.microsoft.com/office/drawing/2014/main" id="{1EEAF05C-EFAC-4B3B-9A9D-5B774B380CB8}"/>
                </a:ext>
              </a:extLst>
            </p:cNvPr>
            <p:cNvSpPr txBox="1"/>
            <p:nvPr/>
          </p:nvSpPr>
          <p:spPr>
            <a:xfrm>
              <a:off x="9023312" y="2433461"/>
              <a:ext cx="2651758" cy="307777"/>
            </a:xfrm>
            <a:prstGeom prst="rect">
              <a:avLst/>
            </a:prstGeom>
            <a:noFill/>
          </p:spPr>
          <p:txBody>
            <a:bodyPr wrap="square" rtlCol="0"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Arial" panose="020B0604020202020204"/>
                  <a:ea typeface="League Spartan" charset="0"/>
                  <a:cs typeface="Poppins" pitchFamily="2" charset="77"/>
                </a:rPr>
                <a:t>Sales Order Management</a:t>
              </a:r>
            </a:p>
          </p:txBody>
        </p:sp>
        <p:sp>
          <p:nvSpPr>
            <p:cNvPr id="77" name="TextBox 76">
              <a:extLst>
                <a:ext uri="{FF2B5EF4-FFF2-40B4-BE49-F238E27FC236}">
                  <a16:creationId xmlns:a16="http://schemas.microsoft.com/office/drawing/2014/main" id="{E5475FA2-5735-471D-A679-FEB974DB66F1}"/>
                </a:ext>
              </a:extLst>
            </p:cNvPr>
            <p:cNvSpPr txBox="1"/>
            <p:nvPr/>
          </p:nvSpPr>
          <p:spPr>
            <a:xfrm>
              <a:off x="8250448" y="1688251"/>
              <a:ext cx="3471277" cy="369332"/>
            </a:xfrm>
            <a:prstGeom prst="rect">
              <a:avLst/>
            </a:prstGeom>
            <a:noFill/>
          </p:spPr>
          <p:txBody>
            <a:bodyPr wrap="square" rtlCol="0"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0000"/>
                  </a:solidFill>
                  <a:effectLst/>
                  <a:uLnTx/>
                  <a:uFillTx/>
                  <a:latin typeface="Arial" panose="020B0604020202020204"/>
                  <a:ea typeface="League Spartan" charset="0"/>
                  <a:cs typeface="Poppins" pitchFamily="2" charset="77"/>
                </a:rPr>
                <a:t>Sales Document Management</a:t>
              </a:r>
            </a:p>
          </p:txBody>
        </p:sp>
        <p:sp>
          <p:nvSpPr>
            <p:cNvPr id="65" name="TextBox 64">
              <a:extLst>
                <a:ext uri="{FF2B5EF4-FFF2-40B4-BE49-F238E27FC236}">
                  <a16:creationId xmlns:a16="http://schemas.microsoft.com/office/drawing/2014/main" id="{830F7F7C-39C7-4F09-A00B-52A22C14D473}"/>
                </a:ext>
              </a:extLst>
            </p:cNvPr>
            <p:cNvSpPr txBox="1"/>
            <p:nvPr/>
          </p:nvSpPr>
          <p:spPr>
            <a:xfrm>
              <a:off x="8604582" y="2198521"/>
              <a:ext cx="457200" cy="246221"/>
            </a:xfrm>
            <a:prstGeom prst="rect">
              <a:avLst/>
            </a:prstGeom>
            <a:noFill/>
          </p:spPr>
          <p:txBody>
            <a:bodyPr wrap="square" rtlCol="0"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000000"/>
                  </a:solidFill>
                  <a:effectLst/>
                  <a:uLnTx/>
                  <a:uFillTx/>
                  <a:latin typeface="Arial" panose="020B0604020202020204"/>
                  <a:ea typeface="League Spartan" charset="0"/>
                  <a:cs typeface="Poppins" pitchFamily="2" charset="77"/>
                </a:rPr>
                <a:t>Key</a:t>
              </a:r>
            </a:p>
          </p:txBody>
        </p:sp>
      </p:grpSp>
      <p:grpSp>
        <p:nvGrpSpPr>
          <p:cNvPr id="7" name="Group 6">
            <a:extLst>
              <a:ext uri="{FF2B5EF4-FFF2-40B4-BE49-F238E27FC236}">
                <a16:creationId xmlns:a16="http://schemas.microsoft.com/office/drawing/2014/main" id="{1D3450F4-C2A5-4C99-ADBB-B3E66E1C56F0}"/>
              </a:ext>
            </a:extLst>
          </p:cNvPr>
          <p:cNvGrpSpPr/>
          <p:nvPr/>
        </p:nvGrpSpPr>
        <p:grpSpPr>
          <a:xfrm>
            <a:off x="491022" y="1646603"/>
            <a:ext cx="3284598" cy="2612505"/>
            <a:chOff x="491022" y="1646603"/>
            <a:chExt cx="3284598" cy="2612505"/>
          </a:xfrm>
        </p:grpSpPr>
        <p:pic>
          <p:nvPicPr>
            <p:cNvPr id="54" name="Graphic 53" descr="Building">
              <a:extLst>
                <a:ext uri="{FF2B5EF4-FFF2-40B4-BE49-F238E27FC236}">
                  <a16:creationId xmlns:a16="http://schemas.microsoft.com/office/drawing/2014/main" id="{1C681BA5-965A-43F9-96A8-D60E3CFFDC7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91022" y="2442577"/>
              <a:ext cx="457200" cy="457200"/>
            </a:xfrm>
            <a:prstGeom prst="rect">
              <a:avLst/>
            </a:prstGeom>
          </p:spPr>
        </p:pic>
        <p:pic>
          <p:nvPicPr>
            <p:cNvPr id="57" name="Graphic 56" descr="Label">
              <a:extLst>
                <a:ext uri="{FF2B5EF4-FFF2-40B4-BE49-F238E27FC236}">
                  <a16:creationId xmlns:a16="http://schemas.microsoft.com/office/drawing/2014/main" id="{C451C90E-3FC4-4130-8B34-015E8488C66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91022" y="3801908"/>
              <a:ext cx="457200" cy="457200"/>
            </a:xfrm>
            <a:prstGeom prst="rect">
              <a:avLst/>
            </a:prstGeom>
          </p:spPr>
        </p:pic>
        <p:pic>
          <p:nvPicPr>
            <p:cNvPr id="59" name="Graphic 58" descr="Box">
              <a:extLst>
                <a:ext uri="{FF2B5EF4-FFF2-40B4-BE49-F238E27FC236}">
                  <a16:creationId xmlns:a16="http://schemas.microsoft.com/office/drawing/2014/main" id="{6BD4ABB3-5750-48A6-BFFB-2A7648552D9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491022" y="3122242"/>
              <a:ext cx="457200" cy="457200"/>
            </a:xfrm>
            <a:prstGeom prst="rect">
              <a:avLst/>
            </a:prstGeom>
          </p:spPr>
        </p:pic>
        <p:sp>
          <p:nvSpPr>
            <p:cNvPr id="60" name="TextBox 59">
              <a:extLst>
                <a:ext uri="{FF2B5EF4-FFF2-40B4-BE49-F238E27FC236}">
                  <a16:creationId xmlns:a16="http://schemas.microsoft.com/office/drawing/2014/main" id="{79D6B246-2BCC-490C-B10E-238760CE4797}"/>
                </a:ext>
              </a:extLst>
            </p:cNvPr>
            <p:cNvSpPr txBox="1"/>
            <p:nvPr/>
          </p:nvSpPr>
          <p:spPr>
            <a:xfrm>
              <a:off x="952433" y="2498105"/>
              <a:ext cx="1906789" cy="307777"/>
            </a:xfrm>
            <a:prstGeom prst="rect">
              <a:avLst/>
            </a:prstGeom>
            <a:noFill/>
          </p:spPr>
          <p:txBody>
            <a:bodyPr wrap="square" rtlCol="0"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Arial" panose="020B0604020202020204"/>
                  <a:ea typeface="League Spartan" charset="0"/>
                  <a:cs typeface="Poppins" pitchFamily="2" charset="77"/>
                </a:rPr>
                <a:t>Business Partners</a:t>
              </a:r>
            </a:p>
          </p:txBody>
        </p:sp>
        <p:sp>
          <p:nvSpPr>
            <p:cNvPr id="61" name="TextBox 60">
              <a:extLst>
                <a:ext uri="{FF2B5EF4-FFF2-40B4-BE49-F238E27FC236}">
                  <a16:creationId xmlns:a16="http://schemas.microsoft.com/office/drawing/2014/main" id="{1E233CBE-8ED2-4A8F-8B57-63AD9E6E54DF}"/>
                </a:ext>
              </a:extLst>
            </p:cNvPr>
            <p:cNvSpPr txBox="1"/>
            <p:nvPr/>
          </p:nvSpPr>
          <p:spPr>
            <a:xfrm>
              <a:off x="959919" y="3155371"/>
              <a:ext cx="1906789" cy="307777"/>
            </a:xfrm>
            <a:prstGeom prst="rect">
              <a:avLst/>
            </a:prstGeom>
            <a:noFill/>
          </p:spPr>
          <p:txBody>
            <a:bodyPr wrap="square" rtlCol="0"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Arial" panose="020B0604020202020204"/>
                  <a:ea typeface="League Spartan" charset="0"/>
                  <a:cs typeface="Poppins" pitchFamily="2" charset="77"/>
                </a:rPr>
                <a:t>Material Master</a:t>
              </a:r>
            </a:p>
          </p:txBody>
        </p:sp>
        <p:sp>
          <p:nvSpPr>
            <p:cNvPr id="62" name="TextBox 61">
              <a:extLst>
                <a:ext uri="{FF2B5EF4-FFF2-40B4-BE49-F238E27FC236}">
                  <a16:creationId xmlns:a16="http://schemas.microsoft.com/office/drawing/2014/main" id="{4233096A-3925-4FCB-8D1B-1439D1AFDFA3}"/>
                </a:ext>
              </a:extLst>
            </p:cNvPr>
            <p:cNvSpPr txBox="1"/>
            <p:nvPr/>
          </p:nvSpPr>
          <p:spPr>
            <a:xfrm>
              <a:off x="965881" y="3857782"/>
              <a:ext cx="1879892" cy="307777"/>
            </a:xfrm>
            <a:prstGeom prst="rect">
              <a:avLst/>
            </a:prstGeom>
            <a:noFill/>
          </p:spPr>
          <p:txBody>
            <a:bodyPr wrap="square" rtlCol="0"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Arial" panose="020B0604020202020204"/>
                  <a:ea typeface="League Spartan" charset="0"/>
                  <a:cs typeface="Poppins" pitchFamily="2" charset="77"/>
                </a:rPr>
                <a:t>Pricing Conditions</a:t>
              </a:r>
            </a:p>
          </p:txBody>
        </p:sp>
        <p:sp>
          <p:nvSpPr>
            <p:cNvPr id="64" name="TextBox 63">
              <a:extLst>
                <a:ext uri="{FF2B5EF4-FFF2-40B4-BE49-F238E27FC236}">
                  <a16:creationId xmlns:a16="http://schemas.microsoft.com/office/drawing/2014/main" id="{9247A302-7907-4F0B-8282-69A67982F14B}"/>
                </a:ext>
              </a:extLst>
            </p:cNvPr>
            <p:cNvSpPr txBox="1"/>
            <p:nvPr/>
          </p:nvSpPr>
          <p:spPr>
            <a:xfrm>
              <a:off x="528917" y="1646603"/>
              <a:ext cx="3246703" cy="369332"/>
            </a:xfrm>
            <a:prstGeom prst="rect">
              <a:avLst/>
            </a:prstGeom>
            <a:noFill/>
          </p:spPr>
          <p:txBody>
            <a:bodyPr wrap="square" rtlCol="0"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0000"/>
                  </a:solidFill>
                  <a:effectLst/>
                  <a:uLnTx/>
                  <a:uFillTx/>
                  <a:latin typeface="Arial" panose="020B0604020202020204"/>
                  <a:ea typeface="League Spartan" charset="0"/>
                  <a:cs typeface="Poppins" pitchFamily="2" charset="77"/>
                </a:rPr>
                <a:t>O2C Master Data</a:t>
              </a:r>
            </a:p>
          </p:txBody>
        </p:sp>
        <p:sp>
          <p:nvSpPr>
            <p:cNvPr id="68" name="TextBox 67">
              <a:extLst>
                <a:ext uri="{FF2B5EF4-FFF2-40B4-BE49-F238E27FC236}">
                  <a16:creationId xmlns:a16="http://schemas.microsoft.com/office/drawing/2014/main" id="{8BA7D760-7F3D-4815-839C-2B20B71258CA}"/>
                </a:ext>
              </a:extLst>
            </p:cNvPr>
            <p:cNvSpPr txBox="1"/>
            <p:nvPr/>
          </p:nvSpPr>
          <p:spPr>
            <a:xfrm>
              <a:off x="528916" y="2197649"/>
              <a:ext cx="433081" cy="246221"/>
            </a:xfrm>
            <a:prstGeom prst="rect">
              <a:avLst/>
            </a:prstGeom>
            <a:noFill/>
          </p:spPr>
          <p:txBody>
            <a:bodyPr wrap="square" rtlCol="0"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000000"/>
                  </a:solidFill>
                  <a:effectLst/>
                  <a:uLnTx/>
                  <a:uFillTx/>
                  <a:latin typeface="Arial" panose="020B0604020202020204"/>
                  <a:ea typeface="League Spartan" charset="0"/>
                  <a:cs typeface="Poppins" pitchFamily="2" charset="77"/>
                </a:rPr>
                <a:t>Key</a:t>
              </a:r>
            </a:p>
          </p:txBody>
        </p:sp>
      </p:grpSp>
    </p:spTree>
    <p:extLst>
      <p:ext uri="{BB962C8B-B14F-4D97-AF65-F5344CB8AC3E}">
        <p14:creationId xmlns:p14="http://schemas.microsoft.com/office/powerpoint/2010/main" val="34997985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219AE0B5-652D-4091-807F-016D895F3ADE}"/>
              </a:ext>
            </a:extLst>
          </p:cNvPr>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dirty="0">
                <a:ln>
                  <a:noFill/>
                </a:ln>
                <a:solidFill>
                  <a:srgbClr val="000000"/>
                </a:solidFill>
                <a:effectLst/>
                <a:uLnTx/>
                <a:uFillTx/>
                <a:latin typeface="Arial" panose="020B0604020202020204"/>
                <a:ea typeface="+mn-ea"/>
                <a:cs typeface="+mn-cs"/>
              </a:rPr>
              <a:t>Sales Order Management</a:t>
            </a:r>
          </a:p>
        </p:txBody>
      </p:sp>
      <p:sp>
        <p:nvSpPr>
          <p:cNvPr id="4" name="Slide Number Placeholder 3">
            <a:extLst>
              <a:ext uri="{FF2B5EF4-FFF2-40B4-BE49-F238E27FC236}">
                <a16:creationId xmlns:a16="http://schemas.microsoft.com/office/drawing/2014/main" id="{7BF43A41-E0B8-434B-AAAC-4179E14CFE43}"/>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GB" sz="8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2" name="Title 1">
            <a:extLst>
              <a:ext uri="{FF2B5EF4-FFF2-40B4-BE49-F238E27FC236}">
                <a16:creationId xmlns:a16="http://schemas.microsoft.com/office/drawing/2014/main" id="{EB0201A1-FA33-4E62-8F52-BAC7C375B3CE}"/>
              </a:ext>
            </a:extLst>
          </p:cNvPr>
          <p:cNvSpPr>
            <a:spLocks noGrp="1"/>
          </p:cNvSpPr>
          <p:nvPr>
            <p:ph type="title"/>
          </p:nvPr>
        </p:nvSpPr>
        <p:spPr/>
        <p:txBody>
          <a:bodyPr/>
          <a:lstStyle/>
          <a:p>
            <a:br>
              <a:rPr lang="en-US" dirty="0"/>
            </a:br>
            <a:r>
              <a:rPr lang="en-US" dirty="0"/>
              <a:t>Sales Order Process Overview</a:t>
            </a:r>
            <a:endParaRPr lang="en-GB" dirty="0"/>
          </a:p>
        </p:txBody>
      </p:sp>
      <p:grpSp>
        <p:nvGrpSpPr>
          <p:cNvPr id="6" name="Group 5">
            <a:extLst>
              <a:ext uri="{FF2B5EF4-FFF2-40B4-BE49-F238E27FC236}">
                <a16:creationId xmlns:a16="http://schemas.microsoft.com/office/drawing/2014/main" id="{0A261593-7DA3-4B4E-A0BC-680F0B54F0EB}"/>
              </a:ext>
            </a:extLst>
          </p:cNvPr>
          <p:cNvGrpSpPr/>
          <p:nvPr/>
        </p:nvGrpSpPr>
        <p:grpSpPr>
          <a:xfrm>
            <a:off x="515939" y="1777389"/>
            <a:ext cx="11157924" cy="1722595"/>
            <a:chOff x="515939" y="1777389"/>
            <a:chExt cx="11157924" cy="1722595"/>
          </a:xfrm>
        </p:grpSpPr>
        <p:pic>
          <p:nvPicPr>
            <p:cNvPr id="37" name="Graphic 36" descr="Kiosk">
              <a:extLst>
                <a:ext uri="{FF2B5EF4-FFF2-40B4-BE49-F238E27FC236}">
                  <a16:creationId xmlns:a16="http://schemas.microsoft.com/office/drawing/2014/main" id="{6E0B1115-FFCF-4B3E-9F00-96FF5624AD90}"/>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44539" y="1792153"/>
              <a:ext cx="914400" cy="914400"/>
            </a:xfrm>
            <a:prstGeom prst="rect">
              <a:avLst/>
            </a:prstGeom>
          </p:spPr>
        </p:pic>
        <p:pic>
          <p:nvPicPr>
            <p:cNvPr id="41" name="Graphic 40" descr="Checklist RTL">
              <a:extLst>
                <a:ext uri="{FF2B5EF4-FFF2-40B4-BE49-F238E27FC236}">
                  <a16:creationId xmlns:a16="http://schemas.microsoft.com/office/drawing/2014/main" id="{E958A45A-C9BB-404E-AF0B-E634B68CAA1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656398" y="1792153"/>
              <a:ext cx="914400" cy="914400"/>
            </a:xfrm>
            <a:prstGeom prst="rect">
              <a:avLst/>
            </a:prstGeom>
          </p:spPr>
        </p:pic>
        <p:pic>
          <p:nvPicPr>
            <p:cNvPr id="43" name="Graphic 42" descr="Register">
              <a:extLst>
                <a:ext uri="{FF2B5EF4-FFF2-40B4-BE49-F238E27FC236}">
                  <a16:creationId xmlns:a16="http://schemas.microsoft.com/office/drawing/2014/main" id="{966140EC-8FA1-4B69-BF5C-730D3CE6A04B}"/>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617501" y="1792153"/>
              <a:ext cx="914400" cy="914400"/>
            </a:xfrm>
            <a:prstGeom prst="rect">
              <a:avLst/>
            </a:prstGeom>
          </p:spPr>
        </p:pic>
        <p:pic>
          <p:nvPicPr>
            <p:cNvPr id="45" name="Graphic 44" descr="Bank">
              <a:extLst>
                <a:ext uri="{FF2B5EF4-FFF2-40B4-BE49-F238E27FC236}">
                  <a16:creationId xmlns:a16="http://schemas.microsoft.com/office/drawing/2014/main" id="{6A7F5518-88E4-410E-AA8D-4232546043B0}"/>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568257" y="1808757"/>
              <a:ext cx="914400" cy="914400"/>
            </a:xfrm>
            <a:prstGeom prst="rect">
              <a:avLst/>
            </a:prstGeom>
          </p:spPr>
        </p:pic>
        <p:sp>
          <p:nvSpPr>
            <p:cNvPr id="13" name="Rectangle: Rounded Corners 12">
              <a:extLst>
                <a:ext uri="{FF2B5EF4-FFF2-40B4-BE49-F238E27FC236}">
                  <a16:creationId xmlns:a16="http://schemas.microsoft.com/office/drawing/2014/main" id="{6F945CED-58EF-4658-94BE-F21BEAE74685}"/>
                </a:ext>
              </a:extLst>
            </p:cNvPr>
            <p:cNvSpPr/>
            <p:nvPr/>
          </p:nvSpPr>
          <p:spPr>
            <a:xfrm>
              <a:off x="515939" y="2585584"/>
              <a:ext cx="1371600" cy="914400"/>
            </a:xfrm>
            <a:prstGeom prst="roundRect">
              <a:avLst/>
            </a:prstGeom>
            <a:solidFill>
              <a:schemeClr val="accent2"/>
            </a:solidFill>
            <a:ln w="12700">
              <a:solidFill>
                <a:schemeClr val="accent2"/>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Arial" panose="020B0604020202020204"/>
                  <a:ea typeface="+mn-ea"/>
                  <a:cs typeface="+mn-cs"/>
                </a:rPr>
                <a:t>Create Sales Order</a:t>
              </a:r>
            </a:p>
          </p:txBody>
        </p:sp>
        <p:sp>
          <p:nvSpPr>
            <p:cNvPr id="14" name="Rectangle: Rounded Corners 13">
              <a:extLst>
                <a:ext uri="{FF2B5EF4-FFF2-40B4-BE49-F238E27FC236}">
                  <a16:creationId xmlns:a16="http://schemas.microsoft.com/office/drawing/2014/main" id="{2CA7B3F6-B03C-44EB-B8E1-DFF4C518C8E5}"/>
                </a:ext>
              </a:extLst>
            </p:cNvPr>
            <p:cNvSpPr/>
            <p:nvPr/>
          </p:nvSpPr>
          <p:spPr>
            <a:xfrm>
              <a:off x="2473204" y="2585584"/>
              <a:ext cx="1371600" cy="914400"/>
            </a:xfrm>
            <a:prstGeom prst="roundRect">
              <a:avLst/>
            </a:prstGeom>
            <a:solidFill>
              <a:schemeClr val="accent3"/>
            </a:solidFill>
            <a:ln>
              <a:solidFill>
                <a:schemeClr val="accent3"/>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Arial" panose="020B0604020202020204"/>
                  <a:ea typeface="+mn-ea"/>
                  <a:cs typeface="+mn-cs"/>
                </a:rPr>
                <a:t>Outbound Delivery</a:t>
              </a:r>
            </a:p>
          </p:txBody>
        </p:sp>
        <p:sp>
          <p:nvSpPr>
            <p:cNvPr id="15" name="Rectangle: Rounded Corners 14">
              <a:extLst>
                <a:ext uri="{FF2B5EF4-FFF2-40B4-BE49-F238E27FC236}">
                  <a16:creationId xmlns:a16="http://schemas.microsoft.com/office/drawing/2014/main" id="{AF78F951-2845-4536-B376-561CD4AB21A7}"/>
                </a:ext>
              </a:extLst>
            </p:cNvPr>
            <p:cNvSpPr/>
            <p:nvPr/>
          </p:nvSpPr>
          <p:spPr>
            <a:xfrm>
              <a:off x="4430469" y="2585584"/>
              <a:ext cx="1371600" cy="914400"/>
            </a:xfrm>
            <a:prstGeom prst="roundRect">
              <a:avLst/>
            </a:prstGeom>
            <a:solidFill>
              <a:schemeClr val="accent4"/>
            </a:solidFill>
            <a:ln>
              <a:solidFill>
                <a:schemeClr val="accent4"/>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Arial" panose="020B0604020202020204"/>
                  <a:ea typeface="+mn-ea"/>
                  <a:cs typeface="+mn-cs"/>
                </a:rPr>
                <a:t>Post Goods Issue</a:t>
              </a:r>
            </a:p>
          </p:txBody>
        </p:sp>
        <p:sp>
          <p:nvSpPr>
            <p:cNvPr id="16" name="Rectangle: Rounded Corners 15">
              <a:extLst>
                <a:ext uri="{FF2B5EF4-FFF2-40B4-BE49-F238E27FC236}">
                  <a16:creationId xmlns:a16="http://schemas.microsoft.com/office/drawing/2014/main" id="{A83FF18C-CCF8-447D-A9D7-00F27023B68D}"/>
                </a:ext>
              </a:extLst>
            </p:cNvPr>
            <p:cNvSpPr/>
            <p:nvPr/>
          </p:nvSpPr>
          <p:spPr>
            <a:xfrm>
              <a:off x="6387734" y="2585584"/>
              <a:ext cx="1371600" cy="914400"/>
            </a:xfrm>
            <a:prstGeom prst="roundRect">
              <a:avLst/>
            </a:prstGeom>
            <a:solidFill>
              <a:schemeClr val="accent5"/>
            </a:solidFill>
            <a:ln>
              <a:solidFill>
                <a:schemeClr val="accent5"/>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Arial" panose="020B0604020202020204"/>
                  <a:ea typeface="+mn-ea"/>
                  <a:cs typeface="+mn-cs"/>
                </a:rPr>
                <a:t>Billing Management</a:t>
              </a:r>
            </a:p>
          </p:txBody>
        </p:sp>
        <p:sp>
          <p:nvSpPr>
            <p:cNvPr id="23" name="Rectangle: Rounded Corners 22">
              <a:extLst>
                <a:ext uri="{FF2B5EF4-FFF2-40B4-BE49-F238E27FC236}">
                  <a16:creationId xmlns:a16="http://schemas.microsoft.com/office/drawing/2014/main" id="{53078928-DE32-4249-A307-44EDA9B3DCC9}"/>
                </a:ext>
              </a:extLst>
            </p:cNvPr>
            <p:cNvSpPr/>
            <p:nvPr/>
          </p:nvSpPr>
          <p:spPr>
            <a:xfrm>
              <a:off x="8344999" y="2585584"/>
              <a:ext cx="1371600" cy="914400"/>
            </a:xfrm>
            <a:prstGeom prst="roundRect">
              <a:avLst/>
            </a:prstGeom>
            <a:solidFill>
              <a:schemeClr val="accent6"/>
            </a:solidFill>
            <a:ln>
              <a:solidFill>
                <a:schemeClr val="accent6"/>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Arial" panose="020B0604020202020204"/>
                  <a:ea typeface="+mn-ea"/>
                  <a:cs typeface="+mn-cs"/>
                </a:rPr>
                <a:t>Accounts Receivable</a:t>
              </a:r>
            </a:p>
          </p:txBody>
        </p:sp>
        <p:sp>
          <p:nvSpPr>
            <p:cNvPr id="26" name="Rectangle: Rounded Corners 25">
              <a:extLst>
                <a:ext uri="{FF2B5EF4-FFF2-40B4-BE49-F238E27FC236}">
                  <a16:creationId xmlns:a16="http://schemas.microsoft.com/office/drawing/2014/main" id="{04EE7A07-16D7-4439-85C2-4A903775B009}"/>
                </a:ext>
              </a:extLst>
            </p:cNvPr>
            <p:cNvSpPr/>
            <p:nvPr/>
          </p:nvSpPr>
          <p:spPr>
            <a:xfrm>
              <a:off x="10302263" y="2585584"/>
              <a:ext cx="1371600" cy="914400"/>
            </a:xfrm>
            <a:prstGeom prst="roundRect">
              <a:avLst/>
            </a:prstGeom>
            <a:solidFill>
              <a:schemeClr val="accent1"/>
            </a:solidFill>
            <a:ln>
              <a:solidFill>
                <a:schemeClr val="accent1"/>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Arial" panose="020B0604020202020204"/>
                  <a:ea typeface="+mn-ea"/>
                  <a:cs typeface="+mn-cs"/>
                </a:rPr>
                <a:t>Customer Payment </a:t>
              </a:r>
            </a:p>
          </p:txBody>
        </p:sp>
        <p:cxnSp>
          <p:nvCxnSpPr>
            <p:cNvPr id="56" name="Straight Arrow Connector 55">
              <a:extLst>
                <a:ext uri="{FF2B5EF4-FFF2-40B4-BE49-F238E27FC236}">
                  <a16:creationId xmlns:a16="http://schemas.microsoft.com/office/drawing/2014/main" id="{1CFB9120-36E4-403B-8F71-E7599CAEA5B2}"/>
                </a:ext>
              </a:extLst>
            </p:cNvPr>
            <p:cNvCxnSpPr>
              <a:cxnSpLocks/>
              <a:stCxn id="13" idx="3"/>
              <a:endCxn id="14" idx="1"/>
            </p:cNvCxnSpPr>
            <p:nvPr/>
          </p:nvCxnSpPr>
          <p:spPr>
            <a:xfrm>
              <a:off x="1887539" y="3042784"/>
              <a:ext cx="585665" cy="0"/>
            </a:xfrm>
            <a:prstGeom prst="straightConnector1">
              <a:avLst/>
            </a:prstGeom>
            <a:ln w="38100">
              <a:solidFill>
                <a:schemeClr val="tx1"/>
              </a:solidFill>
              <a:tailEnd type="triangle"/>
            </a:ln>
            <a:effectLst>
              <a:outerShdw blurRad="50800" dist="38100" dir="5400000" algn="t"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57" name="Straight Arrow Connector 56">
              <a:extLst>
                <a:ext uri="{FF2B5EF4-FFF2-40B4-BE49-F238E27FC236}">
                  <a16:creationId xmlns:a16="http://schemas.microsoft.com/office/drawing/2014/main" id="{25109F32-297C-4C15-8603-18C357D9E0D2}"/>
                </a:ext>
              </a:extLst>
            </p:cNvPr>
            <p:cNvCxnSpPr>
              <a:cxnSpLocks/>
              <a:stCxn id="14" idx="3"/>
              <a:endCxn id="15" idx="1"/>
            </p:cNvCxnSpPr>
            <p:nvPr/>
          </p:nvCxnSpPr>
          <p:spPr>
            <a:xfrm>
              <a:off x="3844804" y="3042784"/>
              <a:ext cx="585665" cy="0"/>
            </a:xfrm>
            <a:prstGeom prst="straightConnector1">
              <a:avLst/>
            </a:prstGeom>
            <a:ln w="38100">
              <a:solidFill>
                <a:schemeClr val="tx1"/>
              </a:solidFill>
              <a:tailEnd type="triangle"/>
            </a:ln>
            <a:effectLst>
              <a:outerShdw blurRad="50800" dist="38100" dir="5400000" algn="t"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63" name="Straight Arrow Connector 62">
              <a:extLst>
                <a:ext uri="{FF2B5EF4-FFF2-40B4-BE49-F238E27FC236}">
                  <a16:creationId xmlns:a16="http://schemas.microsoft.com/office/drawing/2014/main" id="{3F5BEAB2-B7DF-47B5-B03A-7BA6032F018D}"/>
                </a:ext>
              </a:extLst>
            </p:cNvPr>
            <p:cNvCxnSpPr>
              <a:cxnSpLocks/>
              <a:stCxn id="15" idx="3"/>
              <a:endCxn id="16" idx="1"/>
            </p:cNvCxnSpPr>
            <p:nvPr/>
          </p:nvCxnSpPr>
          <p:spPr>
            <a:xfrm>
              <a:off x="5802069" y="3042784"/>
              <a:ext cx="585665" cy="0"/>
            </a:xfrm>
            <a:prstGeom prst="straightConnector1">
              <a:avLst/>
            </a:prstGeom>
            <a:ln w="38100">
              <a:solidFill>
                <a:schemeClr val="tx1"/>
              </a:solidFill>
              <a:tailEnd type="triangle"/>
            </a:ln>
            <a:effectLst>
              <a:outerShdw blurRad="50800" dist="38100" dir="5400000" algn="t"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66" name="Straight Arrow Connector 65">
              <a:extLst>
                <a:ext uri="{FF2B5EF4-FFF2-40B4-BE49-F238E27FC236}">
                  <a16:creationId xmlns:a16="http://schemas.microsoft.com/office/drawing/2014/main" id="{65EE699D-3E13-4CA6-93D9-E6CD67F6BA27}"/>
                </a:ext>
              </a:extLst>
            </p:cNvPr>
            <p:cNvCxnSpPr>
              <a:cxnSpLocks/>
              <a:stCxn id="16" idx="3"/>
              <a:endCxn id="23" idx="1"/>
            </p:cNvCxnSpPr>
            <p:nvPr/>
          </p:nvCxnSpPr>
          <p:spPr>
            <a:xfrm>
              <a:off x="7759334" y="3042784"/>
              <a:ext cx="585665" cy="0"/>
            </a:xfrm>
            <a:prstGeom prst="straightConnector1">
              <a:avLst/>
            </a:prstGeom>
            <a:ln w="38100">
              <a:solidFill>
                <a:schemeClr val="tx1"/>
              </a:solidFill>
              <a:tailEnd type="triangle"/>
            </a:ln>
            <a:effectLst>
              <a:outerShdw blurRad="50800" dist="38100" dir="5400000" algn="t"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69" name="Straight Arrow Connector 68">
              <a:extLst>
                <a:ext uri="{FF2B5EF4-FFF2-40B4-BE49-F238E27FC236}">
                  <a16:creationId xmlns:a16="http://schemas.microsoft.com/office/drawing/2014/main" id="{4DCBCE9D-C41A-4620-A9FB-2A0CEA0921F8}"/>
                </a:ext>
              </a:extLst>
            </p:cNvPr>
            <p:cNvCxnSpPr>
              <a:cxnSpLocks/>
              <a:stCxn id="23" idx="3"/>
              <a:endCxn id="26" idx="1"/>
            </p:cNvCxnSpPr>
            <p:nvPr/>
          </p:nvCxnSpPr>
          <p:spPr>
            <a:xfrm>
              <a:off x="9716599" y="3042784"/>
              <a:ext cx="585664" cy="0"/>
            </a:xfrm>
            <a:prstGeom prst="straightConnector1">
              <a:avLst/>
            </a:prstGeom>
            <a:ln w="38100">
              <a:solidFill>
                <a:schemeClr val="tx1"/>
              </a:solidFill>
              <a:tailEnd type="triangle"/>
            </a:ln>
            <a:effectLst>
              <a:outerShdw blurRad="50800" dist="38100" dir="5400000" algn="t"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pic>
          <p:nvPicPr>
            <p:cNvPr id="72" name="Graphic 71" descr="Truck">
              <a:extLst>
                <a:ext uri="{FF2B5EF4-FFF2-40B4-BE49-F238E27FC236}">
                  <a16:creationId xmlns:a16="http://schemas.microsoft.com/office/drawing/2014/main" id="{6A8FD556-F39F-4C8F-B50F-A0BFAC4830A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879288" y="1828471"/>
              <a:ext cx="914400" cy="914400"/>
            </a:xfrm>
            <a:prstGeom prst="rect">
              <a:avLst/>
            </a:prstGeom>
          </p:spPr>
        </p:pic>
        <p:pic>
          <p:nvPicPr>
            <p:cNvPr id="73" name="Graphic 72" descr="Box trolley">
              <a:extLst>
                <a:ext uri="{FF2B5EF4-FFF2-40B4-BE49-F238E27FC236}">
                  <a16:creationId xmlns:a16="http://schemas.microsoft.com/office/drawing/2014/main" id="{AF5B973E-2E76-43EB-B774-15003DDB543D}"/>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543908" y="2143149"/>
              <a:ext cx="365760" cy="365760"/>
            </a:xfrm>
            <a:prstGeom prst="rect">
              <a:avLst/>
            </a:prstGeom>
          </p:spPr>
        </p:pic>
        <p:pic>
          <p:nvPicPr>
            <p:cNvPr id="74" name="Graphic 73" descr="Document">
              <a:extLst>
                <a:ext uri="{FF2B5EF4-FFF2-40B4-BE49-F238E27FC236}">
                  <a16:creationId xmlns:a16="http://schemas.microsoft.com/office/drawing/2014/main" id="{F5BC902E-53A6-4046-A624-6B20ED61888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7128747" y="1777389"/>
              <a:ext cx="274320" cy="274320"/>
            </a:xfrm>
            <a:prstGeom prst="rect">
              <a:avLst/>
            </a:prstGeom>
          </p:spPr>
        </p:pic>
        <p:pic>
          <p:nvPicPr>
            <p:cNvPr id="75" name="Graphic 74" descr="Money">
              <a:extLst>
                <a:ext uri="{FF2B5EF4-FFF2-40B4-BE49-F238E27FC236}">
                  <a16:creationId xmlns:a16="http://schemas.microsoft.com/office/drawing/2014/main" id="{ABFD27C1-8A43-4BD6-9560-E2EC04B2049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0412902" y="2183505"/>
              <a:ext cx="315056" cy="325404"/>
            </a:xfrm>
            <a:prstGeom prst="rect">
              <a:avLst/>
            </a:prstGeom>
          </p:spPr>
        </p:pic>
        <p:pic>
          <p:nvPicPr>
            <p:cNvPr id="76" name="Graphic 75" descr="Credit card">
              <a:extLst>
                <a:ext uri="{FF2B5EF4-FFF2-40B4-BE49-F238E27FC236}">
                  <a16:creationId xmlns:a16="http://schemas.microsoft.com/office/drawing/2014/main" id="{EE4E5569-A242-461C-AD8F-608BFB0F8F80}"/>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10412901" y="1960267"/>
              <a:ext cx="315056" cy="325404"/>
            </a:xfrm>
            <a:prstGeom prst="rect">
              <a:avLst/>
            </a:prstGeom>
          </p:spPr>
        </p:pic>
        <p:pic>
          <p:nvPicPr>
            <p:cNvPr id="77" name="Graphic 76" descr="Internet">
              <a:extLst>
                <a:ext uri="{FF2B5EF4-FFF2-40B4-BE49-F238E27FC236}">
                  <a16:creationId xmlns:a16="http://schemas.microsoft.com/office/drawing/2014/main" id="{B264F5ED-69A3-4DF0-AD01-F0D69BA1FD9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0703342" y="2020090"/>
              <a:ext cx="441078" cy="455565"/>
            </a:xfrm>
            <a:prstGeom prst="rect">
              <a:avLst/>
            </a:prstGeom>
          </p:spPr>
        </p:pic>
        <p:pic>
          <p:nvPicPr>
            <p:cNvPr id="78" name="Graphic 77" descr="Questions">
              <a:extLst>
                <a:ext uri="{FF2B5EF4-FFF2-40B4-BE49-F238E27FC236}">
                  <a16:creationId xmlns:a16="http://schemas.microsoft.com/office/drawing/2014/main" id="{BF516C66-8FF9-4080-83C9-35FD858ACA3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11075482" y="2018455"/>
              <a:ext cx="457200" cy="457200"/>
            </a:xfrm>
            <a:prstGeom prst="rect">
              <a:avLst/>
            </a:prstGeom>
          </p:spPr>
        </p:pic>
      </p:grpSp>
      <p:sp>
        <p:nvSpPr>
          <p:cNvPr id="30" name="Rectangle: Rounded Corners 29">
            <a:extLst>
              <a:ext uri="{FF2B5EF4-FFF2-40B4-BE49-F238E27FC236}">
                <a16:creationId xmlns:a16="http://schemas.microsoft.com/office/drawing/2014/main" id="{231526DC-81D6-4C83-9686-2A0AAF95E6D0}"/>
              </a:ext>
            </a:extLst>
          </p:cNvPr>
          <p:cNvSpPr/>
          <p:nvPr/>
        </p:nvSpPr>
        <p:spPr>
          <a:xfrm>
            <a:off x="515940" y="5805378"/>
            <a:ext cx="11157923" cy="548640"/>
          </a:xfrm>
          <a:prstGeom prst="roundRect">
            <a:avLst>
              <a:gd name="adj" fmla="val 5354"/>
            </a:avLst>
          </a:prstGeom>
          <a:noFill/>
          <a:ln w="12700">
            <a:solidFill>
              <a:schemeClr val="accent2"/>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7620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EAAA00">
                    <a:lumMod val="50000"/>
                  </a:srgbClr>
                </a:solidFill>
                <a:effectLst/>
                <a:uLnTx/>
                <a:uFillTx/>
                <a:latin typeface="Arial" panose="020B0604020202020204"/>
                <a:ea typeface="ＭＳ Ｐゴシック" pitchFamily="34" charset="-128"/>
                <a:cs typeface="+mn-cs"/>
              </a:rPr>
              <a:t>The Create Sales Order process differs depending on the Sales Order Type selected. </a:t>
            </a:r>
          </a:p>
        </p:txBody>
      </p:sp>
    </p:spTree>
    <p:extLst>
      <p:ext uri="{BB962C8B-B14F-4D97-AF65-F5344CB8AC3E}">
        <p14:creationId xmlns:p14="http://schemas.microsoft.com/office/powerpoint/2010/main" val="42947647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953181A2-E1C5-4AEC-94ED-F4F1275EC6EA}"/>
              </a:ext>
            </a:extLst>
          </p:cNvPr>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dirty="0">
                <a:ln>
                  <a:noFill/>
                </a:ln>
                <a:solidFill>
                  <a:srgbClr val="000000"/>
                </a:solidFill>
                <a:effectLst/>
                <a:uLnTx/>
                <a:uFillTx/>
                <a:latin typeface="Arial" panose="020B0604020202020204"/>
                <a:ea typeface="+mn-ea"/>
                <a:cs typeface="+mn-cs"/>
              </a:rPr>
              <a:t>Sales Order Management</a:t>
            </a:r>
          </a:p>
        </p:txBody>
      </p:sp>
      <p:sp>
        <p:nvSpPr>
          <p:cNvPr id="5" name="Slide Number Placeholder 4">
            <a:extLst>
              <a:ext uri="{FF2B5EF4-FFF2-40B4-BE49-F238E27FC236}">
                <a16:creationId xmlns:a16="http://schemas.microsoft.com/office/drawing/2014/main" id="{CD738DB7-990D-4869-BDDB-48C6279EF2ED}"/>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GB" sz="8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2" name="Title 1">
            <a:extLst>
              <a:ext uri="{FF2B5EF4-FFF2-40B4-BE49-F238E27FC236}">
                <a16:creationId xmlns:a16="http://schemas.microsoft.com/office/drawing/2014/main" id="{98202B19-0812-4054-BB6D-6EB0DBEF3A64}"/>
              </a:ext>
            </a:extLst>
          </p:cNvPr>
          <p:cNvSpPr>
            <a:spLocks noGrp="1"/>
          </p:cNvSpPr>
          <p:nvPr>
            <p:ph type="title"/>
          </p:nvPr>
        </p:nvSpPr>
        <p:spPr/>
        <p:txBody>
          <a:bodyPr/>
          <a:lstStyle/>
          <a:p>
            <a:r>
              <a:rPr lang="en-US" dirty="0"/>
              <a:t>Sales Document Management</a:t>
            </a:r>
            <a:endParaRPr lang="en-GB" dirty="0"/>
          </a:p>
        </p:txBody>
      </p:sp>
      <p:sp>
        <p:nvSpPr>
          <p:cNvPr id="3" name="Content Placeholder 2">
            <a:extLst>
              <a:ext uri="{FF2B5EF4-FFF2-40B4-BE49-F238E27FC236}">
                <a16:creationId xmlns:a16="http://schemas.microsoft.com/office/drawing/2014/main" id="{8A6129FD-34E9-4746-B514-D3FAB95AB637}"/>
              </a:ext>
            </a:extLst>
          </p:cNvPr>
          <p:cNvSpPr>
            <a:spLocks noGrp="1"/>
          </p:cNvSpPr>
          <p:nvPr>
            <p:ph idx="4294967295"/>
          </p:nvPr>
        </p:nvSpPr>
        <p:spPr>
          <a:xfrm>
            <a:off x="553009" y="1711233"/>
            <a:ext cx="4824413" cy="4586288"/>
          </a:xfrm>
        </p:spPr>
        <p:txBody>
          <a:bodyPr/>
          <a:lstStyle/>
          <a:p>
            <a:pPr fontAlgn="t">
              <a:spcBef>
                <a:spcPts val="0"/>
              </a:spcBef>
            </a:pPr>
            <a:r>
              <a:rPr lang="en-GB" sz="1800" b="1" dirty="0"/>
              <a:t>What is Sales Document Management?</a:t>
            </a:r>
          </a:p>
          <a:p>
            <a:pPr>
              <a:spcBef>
                <a:spcPts val="0"/>
              </a:spcBef>
            </a:pPr>
            <a:r>
              <a:rPr lang="en-GB" sz="1600" dirty="0"/>
              <a:t>Sales Document Management and processing allows users to execute business transactions based on Sales Documents, such as Inquiry, Quotation, and Sales Orders. </a:t>
            </a:r>
          </a:p>
          <a:p>
            <a:pPr marL="285750" indent="-285750">
              <a:spcBef>
                <a:spcPts val="0"/>
              </a:spcBef>
              <a:buFont typeface="Arial" panose="020B0604020202020204" pitchFamily="34" charset="0"/>
              <a:buChar char="•"/>
            </a:pPr>
            <a:r>
              <a:rPr lang="en-GB" sz="1600" dirty="0"/>
              <a:t>Users create Sales Documents based on the Customers requirements</a:t>
            </a:r>
          </a:p>
          <a:p>
            <a:pPr marL="285750" indent="-285750">
              <a:spcBef>
                <a:spcPts val="0"/>
              </a:spcBef>
              <a:buFont typeface="Arial" panose="020B0604020202020204" pitchFamily="34" charset="0"/>
              <a:buChar char="•"/>
            </a:pPr>
            <a:r>
              <a:rPr lang="en-GB" sz="1600" dirty="0"/>
              <a:t>When creating or changing Sales Documents, the system automatically confirms Delivery Dates and Quantities </a:t>
            </a:r>
          </a:p>
          <a:p>
            <a:pPr marL="285750" indent="-285750">
              <a:spcBef>
                <a:spcPts val="0"/>
              </a:spcBef>
              <a:buFont typeface="Arial" panose="020B0604020202020204" pitchFamily="34" charset="0"/>
              <a:buChar char="•"/>
            </a:pPr>
            <a:r>
              <a:rPr lang="en-GB" sz="1600" dirty="0"/>
              <a:t>Sales Documents can be displayed or changed according to Customer questions and requirements</a:t>
            </a:r>
          </a:p>
          <a:p>
            <a:endParaRPr lang="en-GB" dirty="0"/>
          </a:p>
        </p:txBody>
      </p:sp>
      <p:sp>
        <p:nvSpPr>
          <p:cNvPr id="6" name="Content Placeholder 5">
            <a:extLst>
              <a:ext uri="{FF2B5EF4-FFF2-40B4-BE49-F238E27FC236}">
                <a16:creationId xmlns:a16="http://schemas.microsoft.com/office/drawing/2014/main" id="{7825BA6F-A327-4251-AF37-3C448178145D}"/>
              </a:ext>
            </a:extLst>
          </p:cNvPr>
          <p:cNvSpPr>
            <a:spLocks noGrp="1"/>
          </p:cNvSpPr>
          <p:nvPr>
            <p:ph idx="4294967295"/>
          </p:nvPr>
        </p:nvSpPr>
        <p:spPr>
          <a:xfrm>
            <a:off x="6107113" y="1695450"/>
            <a:ext cx="6084887" cy="4586288"/>
          </a:xfrm>
        </p:spPr>
        <p:txBody>
          <a:bodyPr/>
          <a:lstStyle/>
          <a:p>
            <a:pPr>
              <a:spcBef>
                <a:spcPts val="0"/>
              </a:spcBef>
            </a:pPr>
            <a:r>
              <a:rPr lang="en-GB" sz="1800" b="1" dirty="0">
                <a:solidFill>
                  <a:schemeClr val="accent2"/>
                </a:solidFill>
              </a:rPr>
              <a:t>Sales Document in SAP S/4 HANA</a:t>
            </a:r>
          </a:p>
          <a:p>
            <a:pPr>
              <a:spcBef>
                <a:spcPts val="0"/>
              </a:spcBef>
            </a:pPr>
            <a:r>
              <a:rPr lang="en-GB" sz="1600" dirty="0"/>
              <a:t>When entering Sales Documents the system automatically proposes data from Master Data:</a:t>
            </a:r>
          </a:p>
          <a:p>
            <a:pPr marL="171450" indent="-171450">
              <a:spcBef>
                <a:spcPts val="0"/>
              </a:spcBef>
              <a:buFont typeface="Arial" panose="020B0604020202020204" pitchFamily="34" charset="0"/>
              <a:buChar char="•"/>
            </a:pPr>
            <a:r>
              <a:rPr lang="en-GB" sz="1600" dirty="0"/>
              <a:t>From the Business Partner: Customer record the system proposes Sales, Shipping, Pricing, and Billing data</a:t>
            </a:r>
          </a:p>
          <a:p>
            <a:pPr marL="336550" lvl="1" indent="-171450">
              <a:spcBef>
                <a:spcPts val="0"/>
              </a:spcBef>
            </a:pPr>
            <a:r>
              <a:rPr lang="en-GB" sz="1600" dirty="0"/>
              <a:t>In addition, the system copies Business Partner: Customer specific data about Texts, Partners, and Contact people at the Customer site</a:t>
            </a:r>
          </a:p>
          <a:p>
            <a:pPr marL="171450" indent="-171450">
              <a:spcBef>
                <a:spcPts val="0"/>
              </a:spcBef>
              <a:buFont typeface="Arial" panose="020B0604020202020204" pitchFamily="34" charset="0"/>
              <a:buChar char="•"/>
            </a:pPr>
            <a:r>
              <a:rPr lang="en-GB" sz="1600" dirty="0"/>
              <a:t>From the Material Master, for each Material (Product) entered in the Sales Document, the system automatically proposes data from the relevant Material Master records, such as data for Pricing, Delivery Scheduling, Availability Check, Tax Determination, Weight and Volume</a:t>
            </a:r>
          </a:p>
          <a:p>
            <a:endParaRPr lang="en-GB" dirty="0"/>
          </a:p>
        </p:txBody>
      </p:sp>
      <p:pic>
        <p:nvPicPr>
          <p:cNvPr id="7" name="Picture 6">
            <a:extLst>
              <a:ext uri="{FF2B5EF4-FFF2-40B4-BE49-F238E27FC236}">
                <a16:creationId xmlns:a16="http://schemas.microsoft.com/office/drawing/2014/main" id="{337F7A13-9968-4C60-9F6C-E162FF5AEA44}"/>
              </a:ext>
            </a:extLst>
          </p:cNvPr>
          <p:cNvPicPr>
            <a:picLocks noChangeAspect="1"/>
          </p:cNvPicPr>
          <p:nvPr/>
        </p:nvPicPr>
        <p:blipFill>
          <a:blip r:embed="rId2"/>
          <a:stretch>
            <a:fillRect/>
          </a:stretch>
        </p:blipFill>
        <p:spPr>
          <a:xfrm>
            <a:off x="8793102" y="5002371"/>
            <a:ext cx="1433777" cy="1280160"/>
          </a:xfrm>
          <a:prstGeom prst="rect">
            <a:avLst/>
          </a:prstGeom>
        </p:spPr>
      </p:pic>
      <p:grpSp>
        <p:nvGrpSpPr>
          <p:cNvPr id="8" name="Group 7">
            <a:extLst>
              <a:ext uri="{FF2B5EF4-FFF2-40B4-BE49-F238E27FC236}">
                <a16:creationId xmlns:a16="http://schemas.microsoft.com/office/drawing/2014/main" id="{0517B4B0-2977-4FB0-906A-49625C63796E}"/>
              </a:ext>
            </a:extLst>
          </p:cNvPr>
          <p:cNvGrpSpPr/>
          <p:nvPr/>
        </p:nvGrpSpPr>
        <p:grpSpPr>
          <a:xfrm>
            <a:off x="7077073" y="5186500"/>
            <a:ext cx="914400" cy="914400"/>
            <a:chOff x="3810000" y="1678721"/>
            <a:chExt cx="4572000" cy="4572000"/>
          </a:xfrm>
        </p:grpSpPr>
        <p:sp>
          <p:nvSpPr>
            <p:cNvPr id="9" name="Фигура">
              <a:extLst>
                <a:ext uri="{FF2B5EF4-FFF2-40B4-BE49-F238E27FC236}">
                  <a16:creationId xmlns:a16="http://schemas.microsoft.com/office/drawing/2014/main" id="{4070161D-1AF1-4BAE-A9EB-1D5C6550B9A6}"/>
                </a:ext>
              </a:extLst>
            </p:cNvPr>
            <p:cNvSpPr>
              <a:spLocks/>
            </p:cNvSpPr>
            <p:nvPr/>
          </p:nvSpPr>
          <p:spPr bwMode="auto">
            <a:xfrm>
              <a:off x="4157525" y="1679509"/>
              <a:ext cx="2170546" cy="1676256"/>
            </a:xfrm>
            <a:custGeom>
              <a:avLst/>
              <a:gdLst>
                <a:gd name="T0" fmla="*/ 2186385 w 21600"/>
                <a:gd name="T1" fmla="*/ 1687315 h 21600"/>
                <a:gd name="T2" fmla="*/ 2186385 w 21600"/>
                <a:gd name="T3" fmla="*/ 1687315 h 21600"/>
                <a:gd name="T4" fmla="*/ 2186385 w 21600"/>
                <a:gd name="T5" fmla="*/ 1687315 h 21600"/>
                <a:gd name="T6" fmla="*/ 2186385 w 21600"/>
                <a:gd name="T7" fmla="*/ 1687315 h 21600"/>
                <a:gd name="T8" fmla="*/ 0 60000 65536"/>
                <a:gd name="T9" fmla="*/ 5898240 60000 65536"/>
                <a:gd name="T10" fmla="*/ 11796480 60000 65536"/>
                <a:gd name="T11" fmla="*/ 17694720 60000 65536"/>
              </a:gdLst>
              <a:ahLst/>
              <a:cxnLst>
                <a:cxn ang="T8">
                  <a:pos x="T0" y="T1"/>
                </a:cxn>
                <a:cxn ang="T9">
                  <a:pos x="T2" y="T3"/>
                </a:cxn>
                <a:cxn ang="T10">
                  <a:pos x="T4" y="T5"/>
                </a:cxn>
                <a:cxn ang="T11">
                  <a:pos x="T6" y="T7"/>
                </a:cxn>
              </a:cxnLst>
              <a:rect l="0" t="0" r="r" b="b"/>
              <a:pathLst>
                <a:path w="21600" h="21600" extrusionOk="0">
                  <a:moveTo>
                    <a:pt x="18271" y="0"/>
                  </a:moveTo>
                  <a:cubicBezTo>
                    <a:pt x="12793" y="316"/>
                    <a:pt x="7386" y="3184"/>
                    <a:pt x="3203" y="8604"/>
                  </a:cubicBezTo>
                  <a:cubicBezTo>
                    <a:pt x="1960" y="10215"/>
                    <a:pt x="895" y="11970"/>
                    <a:pt x="0" y="13822"/>
                  </a:cubicBezTo>
                  <a:lnTo>
                    <a:pt x="6413" y="13850"/>
                  </a:lnTo>
                  <a:lnTo>
                    <a:pt x="9636" y="21600"/>
                  </a:lnTo>
                  <a:cubicBezTo>
                    <a:pt x="10083" y="20678"/>
                    <a:pt x="10606" y="19804"/>
                    <a:pt x="11225" y="19001"/>
                  </a:cubicBezTo>
                  <a:cubicBezTo>
                    <a:pt x="13164" y="16489"/>
                    <a:pt x="15627" y="15072"/>
                    <a:pt x="18157" y="14746"/>
                  </a:cubicBezTo>
                  <a:lnTo>
                    <a:pt x="21600" y="7252"/>
                  </a:lnTo>
                  <a:lnTo>
                    <a:pt x="18271" y="0"/>
                  </a:lnTo>
                  <a:close/>
                </a:path>
              </a:pathLst>
            </a:custGeom>
            <a:solidFill>
              <a:schemeClr val="accent1"/>
            </a:solidFill>
            <a:ln>
              <a:noFill/>
            </a:ln>
            <a:extLst>
              <a:ext uri="{91240B29-F687-4F45-9708-019B960494DF}">
                <a14:hiddenLine xmlns:a14="http://schemas.microsoft.com/office/drawing/2010/main" w="12700" cap="flat">
                  <a:solidFill>
                    <a:srgbClr val="000000"/>
                  </a:solidFill>
                  <a:miter lim="400000"/>
                  <a:headEnd/>
                  <a:tailEnd/>
                </a14:hiddenLine>
              </a:ext>
            </a:extLst>
          </p:spPr>
          <p:txBody>
            <a:bodyPr lIns="19050" tIns="19050" rIns="19050" bIns="1905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10" name="Фигура">
              <a:extLst>
                <a:ext uri="{FF2B5EF4-FFF2-40B4-BE49-F238E27FC236}">
                  <a16:creationId xmlns:a16="http://schemas.microsoft.com/office/drawing/2014/main" id="{5D21B0F8-2E91-43F6-866F-3EF5E9DF808D}"/>
                </a:ext>
              </a:extLst>
            </p:cNvPr>
            <p:cNvSpPr>
              <a:spLocks/>
            </p:cNvSpPr>
            <p:nvPr/>
          </p:nvSpPr>
          <p:spPr bwMode="auto">
            <a:xfrm>
              <a:off x="3810000" y="2900181"/>
              <a:ext cx="1270865" cy="2143866"/>
            </a:xfrm>
            <a:custGeom>
              <a:avLst/>
              <a:gdLst>
                <a:gd name="T0" fmla="*/ 1280138 w 21576"/>
                <a:gd name="T1" fmla="*/ 2158009 h 21600"/>
                <a:gd name="T2" fmla="*/ 1280138 w 21576"/>
                <a:gd name="T3" fmla="*/ 2158009 h 21600"/>
                <a:gd name="T4" fmla="*/ 1280138 w 21576"/>
                <a:gd name="T5" fmla="*/ 2158009 h 21600"/>
                <a:gd name="T6" fmla="*/ 1280138 w 21576"/>
                <a:gd name="T7" fmla="*/ 2158009 h 21600"/>
                <a:gd name="T8" fmla="*/ 0 60000 65536"/>
                <a:gd name="T9" fmla="*/ 5898240 60000 65536"/>
                <a:gd name="T10" fmla="*/ 11796480 60000 65536"/>
                <a:gd name="T11" fmla="*/ 17694720 60000 65536"/>
              </a:gdLst>
              <a:ahLst/>
              <a:cxnLst>
                <a:cxn ang="T8">
                  <a:pos x="T0" y="T1"/>
                </a:cxn>
                <a:cxn ang="T9">
                  <a:pos x="T2" y="T3"/>
                </a:cxn>
                <a:cxn ang="T10">
                  <a:pos x="T4" y="T5"/>
                </a:cxn>
                <a:cxn ang="T11">
                  <a:pos x="T6" y="T7"/>
                </a:cxn>
              </a:cxnLst>
              <a:rect l="0" t="0" r="r" b="b"/>
              <a:pathLst>
                <a:path w="21576" h="21600" extrusionOk="0">
                  <a:moveTo>
                    <a:pt x="4445" y="0"/>
                  </a:moveTo>
                  <a:cubicBezTo>
                    <a:pt x="1458" y="3372"/>
                    <a:pt x="-24" y="7090"/>
                    <a:pt x="0" y="10807"/>
                  </a:cubicBezTo>
                  <a:cubicBezTo>
                    <a:pt x="24" y="14524"/>
                    <a:pt x="1554" y="18238"/>
                    <a:pt x="4585" y="21600"/>
                  </a:cubicBezTo>
                  <a:lnTo>
                    <a:pt x="9967" y="15967"/>
                  </a:lnTo>
                  <a:lnTo>
                    <a:pt x="21576" y="16094"/>
                  </a:lnTo>
                  <a:cubicBezTo>
                    <a:pt x="18852" y="13014"/>
                    <a:pt x="18647" y="9361"/>
                    <a:pt x="20930" y="6187"/>
                  </a:cubicBezTo>
                  <a:lnTo>
                    <a:pt x="15332" y="20"/>
                  </a:lnTo>
                  <a:lnTo>
                    <a:pt x="4445" y="0"/>
                  </a:lnTo>
                  <a:close/>
                </a:path>
              </a:pathLst>
            </a:custGeom>
            <a:solidFill>
              <a:schemeClr val="accent6"/>
            </a:solidFill>
            <a:ln>
              <a:noFill/>
            </a:ln>
          </p:spPr>
          <p:txBody>
            <a:bodyPr lIns="19050" tIns="19050" rIns="19050" bIns="1905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11" name="Фигура">
              <a:extLst>
                <a:ext uri="{FF2B5EF4-FFF2-40B4-BE49-F238E27FC236}">
                  <a16:creationId xmlns:a16="http://schemas.microsoft.com/office/drawing/2014/main" id="{BEA488E9-CB46-481D-A7E5-4BC6881950E2}"/>
                </a:ext>
              </a:extLst>
            </p:cNvPr>
            <p:cNvSpPr/>
            <p:nvPr/>
          </p:nvSpPr>
          <p:spPr bwMode="auto">
            <a:xfrm>
              <a:off x="4166966" y="4635031"/>
              <a:ext cx="1865993" cy="1615690"/>
            </a:xfrm>
            <a:custGeom>
              <a:avLst/>
              <a:gdLst/>
              <a:ahLst/>
              <a:cxnLst>
                <a:cxn ang="0">
                  <a:pos x="wd2" y="hd2"/>
                </a:cxn>
                <a:cxn ang="5400000">
                  <a:pos x="wd2" y="hd2"/>
                </a:cxn>
                <a:cxn ang="10800000">
                  <a:pos x="wd2" y="hd2"/>
                </a:cxn>
                <a:cxn ang="16200000">
                  <a:pos x="wd2" y="hd2"/>
                </a:cxn>
              </a:cxnLst>
              <a:rect l="0" t="0" r="r" b="b"/>
              <a:pathLst>
                <a:path w="21600" h="21600" extrusionOk="0">
                  <a:moveTo>
                    <a:pt x="3658" y="0"/>
                  </a:moveTo>
                  <a:lnTo>
                    <a:pt x="0" y="7445"/>
                  </a:lnTo>
                  <a:cubicBezTo>
                    <a:pt x="1020" y="9295"/>
                    <a:pt x="2224" y="11051"/>
                    <a:pt x="3621" y="12666"/>
                  </a:cubicBezTo>
                  <a:cubicBezTo>
                    <a:pt x="8560" y="18373"/>
                    <a:pt x="14964" y="21347"/>
                    <a:pt x="21434" y="21600"/>
                  </a:cubicBezTo>
                  <a:lnTo>
                    <a:pt x="17586" y="14126"/>
                  </a:lnTo>
                  <a:lnTo>
                    <a:pt x="21600" y="6330"/>
                  </a:lnTo>
                  <a:cubicBezTo>
                    <a:pt x="18454" y="6130"/>
                    <a:pt x="15356" y="4657"/>
                    <a:pt x="12953" y="1879"/>
                  </a:cubicBezTo>
                  <a:cubicBezTo>
                    <a:pt x="12487" y="1341"/>
                    <a:pt x="12080" y="764"/>
                    <a:pt x="11698" y="171"/>
                  </a:cubicBezTo>
                  <a:lnTo>
                    <a:pt x="3658" y="0"/>
                  </a:lnTo>
                  <a:close/>
                </a:path>
              </a:pathLst>
            </a:custGeom>
            <a:solidFill>
              <a:schemeClr val="accent5"/>
            </a:solidFill>
            <a:ln w="12700" cap="flat">
              <a:noFill/>
              <a:miter lim="400000"/>
            </a:ln>
            <a:effectLst/>
          </p:spPr>
          <p:txBody>
            <a:bodyPr lIns="19050" tIns="19050" rIns="19050" bIns="19050" anchor="ctr"/>
            <a:lstStyle/>
            <a:p>
              <a:pPr marL="0" marR="0" lvl="0" indent="0" algn="l" defTabSz="914400" rtl="0" eaLnBrk="1" fontAlgn="auto" latinLnBrk="0" hangingPunct="1">
                <a:lnSpc>
                  <a:spcPct val="100000"/>
                </a:lnSpc>
                <a:spcBef>
                  <a:spcPts val="0"/>
                </a:spcBef>
                <a:spcAft>
                  <a:spcPts val="0"/>
                </a:spcAft>
                <a:buClrTx/>
                <a:buSzTx/>
                <a:buFontTx/>
                <a:buNone/>
                <a:tabLst/>
                <a:defRPr sz="3200">
                  <a:solidFill>
                    <a:srgbClr val="FFFFFF"/>
                  </a:solidFill>
                </a:defRPr>
              </a:pPr>
              <a:endParaRPr kumimoji="0" sz="1400" b="0" i="0" u="none" strike="noStrike" kern="0" cap="none" spc="0" normalizeH="0" baseline="0" noProof="0" dirty="0">
                <a:ln>
                  <a:noFill/>
                </a:ln>
                <a:solidFill>
                  <a:srgbClr val="FFFFFF"/>
                </a:solidFill>
                <a:effectLst/>
                <a:uLnTx/>
                <a:uFillTx/>
                <a:latin typeface="Arial" panose="020B0604020202020204"/>
                <a:ea typeface="Arial"/>
                <a:cs typeface="Arial"/>
                <a:sym typeface="Arial"/>
              </a:endParaRPr>
            </a:p>
          </p:txBody>
        </p:sp>
        <p:sp>
          <p:nvSpPr>
            <p:cNvPr id="12" name="Фигура">
              <a:extLst>
                <a:ext uri="{FF2B5EF4-FFF2-40B4-BE49-F238E27FC236}">
                  <a16:creationId xmlns:a16="http://schemas.microsoft.com/office/drawing/2014/main" id="{39B4E6A5-8DAB-4372-827A-0F6C5FC18CD2}"/>
                </a:ext>
              </a:extLst>
            </p:cNvPr>
            <p:cNvSpPr/>
            <p:nvPr/>
          </p:nvSpPr>
          <p:spPr bwMode="auto">
            <a:xfrm>
              <a:off x="5858811" y="4606644"/>
              <a:ext cx="2179619" cy="1644077"/>
            </a:xfrm>
            <a:custGeom>
              <a:avLst/>
              <a:gdLst/>
              <a:ahLst/>
              <a:cxnLst>
                <a:cxn ang="0">
                  <a:pos x="wd2" y="hd2"/>
                </a:cxn>
                <a:cxn ang="5400000">
                  <a:pos x="wd2" y="hd2"/>
                </a:cxn>
                <a:cxn ang="10800000">
                  <a:pos x="wd2" y="hd2"/>
                </a:cxn>
                <a:cxn ang="16200000">
                  <a:pos x="wd2" y="hd2"/>
                </a:cxn>
              </a:cxnLst>
              <a:rect l="0" t="0" r="r" b="b"/>
              <a:pathLst>
                <a:path w="21600" h="21600" extrusionOk="0">
                  <a:moveTo>
                    <a:pt x="11757" y="0"/>
                  </a:moveTo>
                  <a:cubicBezTo>
                    <a:pt x="11358" y="781"/>
                    <a:pt x="10904" y="1526"/>
                    <a:pt x="10382" y="2218"/>
                  </a:cubicBezTo>
                  <a:cubicBezTo>
                    <a:pt x="8443" y="4791"/>
                    <a:pt x="5979" y="6242"/>
                    <a:pt x="3448" y="6565"/>
                  </a:cubicBezTo>
                  <a:lnTo>
                    <a:pt x="0" y="14258"/>
                  </a:lnTo>
                  <a:lnTo>
                    <a:pt x="3292" y="21600"/>
                  </a:lnTo>
                  <a:cubicBezTo>
                    <a:pt x="8773" y="21300"/>
                    <a:pt x="14188" y="18376"/>
                    <a:pt x="18373" y="12822"/>
                  </a:cubicBezTo>
                  <a:cubicBezTo>
                    <a:pt x="19629" y="11155"/>
                    <a:pt x="20700" y="9335"/>
                    <a:pt x="21600" y="7415"/>
                  </a:cubicBezTo>
                  <a:lnTo>
                    <a:pt x="15009" y="7586"/>
                  </a:lnTo>
                  <a:lnTo>
                    <a:pt x="11757" y="0"/>
                  </a:lnTo>
                  <a:close/>
                </a:path>
              </a:pathLst>
            </a:custGeom>
            <a:solidFill>
              <a:schemeClr val="accent4"/>
            </a:solidFill>
            <a:ln w="12700" cap="flat">
              <a:noFill/>
              <a:miter lim="400000"/>
            </a:ln>
            <a:effectLst/>
          </p:spPr>
          <p:txBody>
            <a:bodyPr lIns="19050" tIns="19050" rIns="19050" bIns="19050" anchor="ctr"/>
            <a:lstStyle/>
            <a:p>
              <a:pPr marL="0" marR="0" lvl="0" indent="0" algn="l" defTabSz="914400" rtl="0" eaLnBrk="1" fontAlgn="auto" latinLnBrk="0" hangingPunct="1">
                <a:lnSpc>
                  <a:spcPct val="100000"/>
                </a:lnSpc>
                <a:spcBef>
                  <a:spcPts val="0"/>
                </a:spcBef>
                <a:spcAft>
                  <a:spcPts val="0"/>
                </a:spcAft>
                <a:buClrTx/>
                <a:buSzTx/>
                <a:buFontTx/>
                <a:buNone/>
                <a:tabLst/>
                <a:defRPr sz="3200">
                  <a:solidFill>
                    <a:srgbClr val="FFFFFF"/>
                  </a:solidFill>
                </a:defRPr>
              </a:pPr>
              <a:endParaRPr kumimoji="0" sz="1400" b="0" i="0" u="none" strike="noStrike" kern="0" cap="none" spc="0" normalizeH="0" baseline="0" noProof="0" dirty="0">
                <a:ln>
                  <a:noFill/>
                </a:ln>
                <a:solidFill>
                  <a:srgbClr val="FFFFFF"/>
                </a:solidFill>
                <a:effectLst/>
                <a:uLnTx/>
                <a:uFillTx/>
                <a:latin typeface="Arial" panose="020B0604020202020204"/>
                <a:ea typeface="Arial"/>
                <a:cs typeface="Arial"/>
                <a:sym typeface="Arial"/>
              </a:endParaRPr>
            </a:p>
          </p:txBody>
        </p:sp>
        <p:pic>
          <p:nvPicPr>
            <p:cNvPr id="13" name="Graphic 12" descr="Document">
              <a:extLst>
                <a:ext uri="{FF2B5EF4-FFF2-40B4-BE49-F238E27FC236}">
                  <a16:creationId xmlns:a16="http://schemas.microsoft.com/office/drawing/2014/main" id="{230D2639-2C30-4D07-B38C-CE20CE894755}"/>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797751" y="4973925"/>
              <a:ext cx="640080" cy="640080"/>
            </a:xfrm>
            <a:prstGeom prst="rect">
              <a:avLst/>
            </a:prstGeom>
          </p:spPr>
        </p:pic>
        <p:sp>
          <p:nvSpPr>
            <p:cNvPr id="14" name="Фигура">
              <a:extLst>
                <a:ext uri="{FF2B5EF4-FFF2-40B4-BE49-F238E27FC236}">
                  <a16:creationId xmlns:a16="http://schemas.microsoft.com/office/drawing/2014/main" id="{C0F1F816-2C09-4D0F-8F5A-A79BF7FF2081}"/>
                </a:ext>
              </a:extLst>
            </p:cNvPr>
            <p:cNvSpPr/>
            <p:nvPr/>
          </p:nvSpPr>
          <p:spPr bwMode="auto">
            <a:xfrm>
              <a:off x="7124346" y="2882927"/>
              <a:ext cx="1257654" cy="2151098"/>
            </a:xfrm>
            <a:custGeom>
              <a:avLst/>
              <a:gdLst/>
              <a:ahLst/>
              <a:cxnLst>
                <a:cxn ang="0">
                  <a:pos x="wd2" y="hd2"/>
                </a:cxn>
                <a:cxn ang="5400000">
                  <a:pos x="wd2" y="hd2"/>
                </a:cxn>
                <a:cxn ang="10800000">
                  <a:pos x="wd2" y="hd2"/>
                </a:cxn>
                <a:cxn ang="16200000">
                  <a:pos x="wd2" y="hd2"/>
                </a:cxn>
              </a:cxnLst>
              <a:rect l="0" t="0" r="r" b="b"/>
              <a:pathLst>
                <a:path w="21561" h="21600" extrusionOk="0">
                  <a:moveTo>
                    <a:pt x="16907" y="0"/>
                  </a:moveTo>
                  <a:lnTo>
                    <a:pt x="11447" y="5826"/>
                  </a:lnTo>
                  <a:lnTo>
                    <a:pt x="0" y="5795"/>
                  </a:lnTo>
                  <a:cubicBezTo>
                    <a:pt x="2637" y="8942"/>
                    <a:pt x="2668" y="12639"/>
                    <a:pt x="105" y="15801"/>
                  </a:cubicBezTo>
                  <a:lnTo>
                    <a:pt x="5730" y="21600"/>
                  </a:lnTo>
                  <a:lnTo>
                    <a:pt x="17146" y="21467"/>
                  </a:lnTo>
                  <a:cubicBezTo>
                    <a:pt x="20129" y="18110"/>
                    <a:pt x="21600" y="14414"/>
                    <a:pt x="21560" y="10721"/>
                  </a:cubicBezTo>
                  <a:cubicBezTo>
                    <a:pt x="21519" y="7028"/>
                    <a:pt x="19968" y="3339"/>
                    <a:pt x="16907" y="0"/>
                  </a:cubicBezTo>
                  <a:close/>
                </a:path>
              </a:pathLst>
            </a:custGeom>
            <a:solidFill>
              <a:schemeClr val="accent3"/>
            </a:solidFill>
            <a:ln w="12700" cap="flat">
              <a:noFill/>
              <a:miter lim="400000"/>
            </a:ln>
            <a:effectLst/>
          </p:spPr>
          <p:txBody>
            <a:bodyPr lIns="19050" tIns="19050" rIns="19050" bIns="19050" anchor="ctr"/>
            <a:lstStyle/>
            <a:p>
              <a:pPr marL="0" marR="0" lvl="0" indent="0" algn="l" defTabSz="914400" rtl="0" eaLnBrk="1" fontAlgn="auto" latinLnBrk="0" hangingPunct="1">
                <a:lnSpc>
                  <a:spcPct val="100000"/>
                </a:lnSpc>
                <a:spcBef>
                  <a:spcPts val="0"/>
                </a:spcBef>
                <a:spcAft>
                  <a:spcPts val="0"/>
                </a:spcAft>
                <a:buClrTx/>
                <a:buSzTx/>
                <a:buFontTx/>
                <a:buNone/>
                <a:tabLst/>
                <a:defRPr sz="3200">
                  <a:solidFill>
                    <a:srgbClr val="FFFFFF"/>
                  </a:solidFill>
                </a:defRPr>
              </a:pPr>
              <a:endParaRPr kumimoji="0" sz="1400" b="0" i="0" u="none" strike="noStrike" kern="0" cap="none" spc="0" normalizeH="0" baseline="0" noProof="0" dirty="0">
                <a:ln>
                  <a:noFill/>
                </a:ln>
                <a:solidFill>
                  <a:srgbClr val="FFFFFF"/>
                </a:solidFill>
                <a:effectLst/>
                <a:uLnTx/>
                <a:uFillTx/>
                <a:latin typeface="Arial" panose="020B0604020202020204"/>
                <a:ea typeface="Arial"/>
                <a:cs typeface="Arial"/>
                <a:sym typeface="Arial"/>
              </a:endParaRPr>
            </a:p>
          </p:txBody>
        </p:sp>
        <p:grpSp>
          <p:nvGrpSpPr>
            <p:cNvPr id="15" name="Group 14">
              <a:extLst>
                <a:ext uri="{FF2B5EF4-FFF2-40B4-BE49-F238E27FC236}">
                  <a16:creationId xmlns:a16="http://schemas.microsoft.com/office/drawing/2014/main" id="{75D1A254-2474-4F4A-91C9-4BAF008318DA}"/>
                </a:ext>
              </a:extLst>
            </p:cNvPr>
            <p:cNvGrpSpPr/>
            <p:nvPr/>
          </p:nvGrpSpPr>
          <p:grpSpPr>
            <a:xfrm>
              <a:off x="6490865" y="5233455"/>
              <a:ext cx="640080" cy="640080"/>
              <a:chOff x="3969629" y="3148588"/>
              <a:chExt cx="914400" cy="914400"/>
            </a:xfrm>
            <a:solidFill>
              <a:schemeClr val="bg1"/>
            </a:solidFill>
          </p:grpSpPr>
          <p:pic>
            <p:nvPicPr>
              <p:cNvPr id="29" name="Graphic 28" descr="Handshake">
                <a:extLst>
                  <a:ext uri="{FF2B5EF4-FFF2-40B4-BE49-F238E27FC236}">
                    <a16:creationId xmlns:a16="http://schemas.microsoft.com/office/drawing/2014/main" id="{6D584016-CE37-48E3-B102-3EBC053BD51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969629" y="3148588"/>
                <a:ext cx="914400" cy="914400"/>
              </a:xfrm>
              <a:prstGeom prst="rect">
                <a:avLst/>
              </a:prstGeom>
            </p:spPr>
          </p:pic>
          <p:pic>
            <p:nvPicPr>
              <p:cNvPr id="30" name="Graphic 29" descr="Checkmark">
                <a:extLst>
                  <a:ext uri="{FF2B5EF4-FFF2-40B4-BE49-F238E27FC236}">
                    <a16:creationId xmlns:a16="http://schemas.microsoft.com/office/drawing/2014/main" id="{9458630A-773D-4F2F-B5F6-1A9FDD6B73A7}"/>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335389" y="3237674"/>
                <a:ext cx="182880" cy="182880"/>
              </a:xfrm>
              <a:prstGeom prst="rect">
                <a:avLst/>
              </a:prstGeom>
            </p:spPr>
          </p:pic>
        </p:grpSp>
        <p:sp>
          <p:nvSpPr>
            <p:cNvPr id="16" name="Фигура">
              <a:extLst>
                <a:ext uri="{FF2B5EF4-FFF2-40B4-BE49-F238E27FC236}">
                  <a16:creationId xmlns:a16="http://schemas.microsoft.com/office/drawing/2014/main" id="{A5F6EC61-3CBB-4BA9-889F-7509DC76AEC1}"/>
                </a:ext>
              </a:extLst>
            </p:cNvPr>
            <p:cNvSpPr>
              <a:spLocks/>
            </p:cNvSpPr>
            <p:nvPr/>
          </p:nvSpPr>
          <p:spPr bwMode="auto">
            <a:xfrm>
              <a:off x="6156681" y="1678721"/>
              <a:ext cx="1865984" cy="1635646"/>
            </a:xfrm>
            <a:custGeom>
              <a:avLst/>
              <a:gdLst>
                <a:gd name="T0" fmla="*/ 1879601 w 21600"/>
                <a:gd name="T1" fmla="*/ 1646436 h 21600"/>
                <a:gd name="T2" fmla="*/ 1879601 w 21600"/>
                <a:gd name="T3" fmla="*/ 1646436 h 21600"/>
                <a:gd name="T4" fmla="*/ 1879601 w 21600"/>
                <a:gd name="T5" fmla="*/ 1646436 h 21600"/>
                <a:gd name="T6" fmla="*/ 1879601 w 21600"/>
                <a:gd name="T7" fmla="*/ 1646436 h 21600"/>
                <a:gd name="T8" fmla="*/ 0 60000 65536"/>
                <a:gd name="T9" fmla="*/ 5898240 60000 65536"/>
                <a:gd name="T10" fmla="*/ 11796480 60000 65536"/>
                <a:gd name="T11" fmla="*/ 17694720 60000 65536"/>
              </a:gdLst>
              <a:ahLst/>
              <a:cxnLst>
                <a:cxn ang="T8">
                  <a:pos x="T0" y="T1"/>
                </a:cxn>
                <a:cxn ang="T9">
                  <a:pos x="T2" y="T3"/>
                </a:cxn>
                <a:cxn ang="T10">
                  <a:pos x="T4" y="T5"/>
                </a:cxn>
                <a:cxn ang="T11">
                  <a:pos x="T6" y="T7"/>
                </a:cxn>
              </a:cxnLst>
              <a:rect l="0" t="0" r="r" b="b"/>
              <a:pathLst>
                <a:path w="21600" h="21600" extrusionOk="0">
                  <a:moveTo>
                    <a:pt x="103" y="0"/>
                  </a:moveTo>
                  <a:lnTo>
                    <a:pt x="3979" y="7443"/>
                  </a:lnTo>
                  <a:lnTo>
                    <a:pt x="0" y="15084"/>
                  </a:lnTo>
                  <a:cubicBezTo>
                    <a:pt x="3156" y="15274"/>
                    <a:pt x="6264" y="16731"/>
                    <a:pt x="8675" y="19483"/>
                  </a:cubicBezTo>
                  <a:cubicBezTo>
                    <a:pt x="9242" y="20132"/>
                    <a:pt x="9736" y="20829"/>
                    <a:pt x="10180" y="21556"/>
                  </a:cubicBezTo>
                  <a:lnTo>
                    <a:pt x="17913" y="21600"/>
                  </a:lnTo>
                  <a:lnTo>
                    <a:pt x="21600" y="13933"/>
                  </a:lnTo>
                  <a:cubicBezTo>
                    <a:pt x="20586" y="12125"/>
                    <a:pt x="19393" y="10409"/>
                    <a:pt x="18008" y="8828"/>
                  </a:cubicBezTo>
                  <a:cubicBezTo>
                    <a:pt x="13046" y="3163"/>
                    <a:pt x="6604" y="225"/>
                    <a:pt x="103" y="0"/>
                  </a:cubicBezTo>
                  <a:close/>
                </a:path>
              </a:pathLst>
            </a:custGeom>
            <a:solidFill>
              <a:schemeClr val="accent2"/>
            </a:solidFill>
            <a:ln>
              <a:noFill/>
            </a:ln>
            <a:extLst>
              <a:ext uri="{91240B29-F687-4F45-9708-019B960494DF}">
                <a14:hiddenLine xmlns:a14="http://schemas.microsoft.com/office/drawing/2010/main" w="12700" cap="flat">
                  <a:solidFill>
                    <a:srgbClr val="000000"/>
                  </a:solidFill>
                  <a:miter lim="400000"/>
                  <a:headEnd/>
                  <a:tailEnd/>
                </a14:hiddenLine>
              </a:ext>
            </a:extLst>
          </p:spPr>
          <p:txBody>
            <a:bodyPr lIns="19050" tIns="19050" rIns="19050" bIns="1905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pic>
          <p:nvPicPr>
            <p:cNvPr id="17" name="Graphic 16" descr="Truck">
              <a:extLst>
                <a:ext uri="{FF2B5EF4-FFF2-40B4-BE49-F238E27FC236}">
                  <a16:creationId xmlns:a16="http://schemas.microsoft.com/office/drawing/2014/main" id="{E8326478-4FAA-4C96-A55C-007B0829DF2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538470" y="3815934"/>
              <a:ext cx="640080" cy="640080"/>
            </a:xfrm>
            <a:prstGeom prst="rect">
              <a:avLst/>
            </a:prstGeom>
          </p:spPr>
        </p:pic>
        <p:pic>
          <p:nvPicPr>
            <p:cNvPr id="18" name="Graphic 17" descr="Kiosk">
              <a:extLst>
                <a:ext uri="{FF2B5EF4-FFF2-40B4-BE49-F238E27FC236}">
                  <a16:creationId xmlns:a16="http://schemas.microsoft.com/office/drawing/2014/main" id="{88FFF50A-F57B-40F3-ADBB-D021FD75695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769633" y="2176504"/>
              <a:ext cx="640080" cy="640080"/>
            </a:xfrm>
            <a:prstGeom prst="rect">
              <a:avLst/>
            </a:prstGeom>
          </p:spPr>
        </p:pic>
        <p:sp>
          <p:nvSpPr>
            <p:cNvPr id="19" name="Oval 18">
              <a:extLst>
                <a:ext uri="{FF2B5EF4-FFF2-40B4-BE49-F238E27FC236}">
                  <a16:creationId xmlns:a16="http://schemas.microsoft.com/office/drawing/2014/main" id="{FEAF2CD7-9247-4B17-A7C0-37C881539F8E}"/>
                </a:ext>
              </a:extLst>
            </p:cNvPr>
            <p:cNvSpPr/>
            <p:nvPr/>
          </p:nvSpPr>
          <p:spPr>
            <a:xfrm>
              <a:off x="5181600" y="3050321"/>
              <a:ext cx="1828800" cy="1828800"/>
            </a:xfrm>
            <a:prstGeom prst="ellipse">
              <a:avLst/>
            </a:prstGeom>
            <a:solidFill>
              <a:schemeClr val="tx2">
                <a:lumMod val="20000"/>
                <a:lumOff val="80000"/>
              </a:schemeClr>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pic>
          <p:nvPicPr>
            <p:cNvPr id="20" name="Graphic 19" descr="Building">
              <a:extLst>
                <a:ext uri="{FF2B5EF4-FFF2-40B4-BE49-F238E27FC236}">
                  <a16:creationId xmlns:a16="http://schemas.microsoft.com/office/drawing/2014/main" id="{E9C34C5B-7938-420A-8102-D0A932B736F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5775960" y="3251985"/>
              <a:ext cx="640080" cy="640080"/>
            </a:xfrm>
            <a:prstGeom prst="rect">
              <a:avLst/>
            </a:prstGeom>
          </p:spPr>
        </p:pic>
        <p:pic>
          <p:nvPicPr>
            <p:cNvPr id="21" name="Graphic 20" descr="Label">
              <a:extLst>
                <a:ext uri="{FF2B5EF4-FFF2-40B4-BE49-F238E27FC236}">
                  <a16:creationId xmlns:a16="http://schemas.microsoft.com/office/drawing/2014/main" id="{E9E39D6C-0EA5-46C0-9594-FDAC01215B12}"/>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321319" y="3872466"/>
              <a:ext cx="640080" cy="640080"/>
            </a:xfrm>
            <a:prstGeom prst="rect">
              <a:avLst/>
            </a:prstGeom>
          </p:spPr>
        </p:pic>
        <p:pic>
          <p:nvPicPr>
            <p:cNvPr id="22" name="Graphic 21" descr="Box">
              <a:extLst>
                <a:ext uri="{FF2B5EF4-FFF2-40B4-BE49-F238E27FC236}">
                  <a16:creationId xmlns:a16="http://schemas.microsoft.com/office/drawing/2014/main" id="{6163EEC0-B978-49FE-AC0D-B81424AA102B}"/>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6201180" y="3872466"/>
              <a:ext cx="640080" cy="640080"/>
            </a:xfrm>
            <a:prstGeom prst="rect">
              <a:avLst/>
            </a:prstGeom>
          </p:spPr>
        </p:pic>
        <p:pic>
          <p:nvPicPr>
            <p:cNvPr id="23" name="Graphic 22" descr="Bank">
              <a:extLst>
                <a:ext uri="{FF2B5EF4-FFF2-40B4-BE49-F238E27FC236}">
                  <a16:creationId xmlns:a16="http://schemas.microsoft.com/office/drawing/2014/main" id="{9C75B7A9-49B0-4AD4-AE9E-AB57C040F16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4103969" y="3446968"/>
              <a:ext cx="640080" cy="640080"/>
            </a:xfrm>
            <a:prstGeom prst="rect">
              <a:avLst/>
            </a:prstGeom>
          </p:spPr>
        </p:pic>
        <p:grpSp>
          <p:nvGrpSpPr>
            <p:cNvPr id="24" name="Group 23">
              <a:extLst>
                <a:ext uri="{FF2B5EF4-FFF2-40B4-BE49-F238E27FC236}">
                  <a16:creationId xmlns:a16="http://schemas.microsoft.com/office/drawing/2014/main" id="{71E2D702-DA5F-4A96-AD22-634FD00896A7}"/>
                </a:ext>
              </a:extLst>
            </p:cNvPr>
            <p:cNvGrpSpPr/>
            <p:nvPr/>
          </p:nvGrpSpPr>
          <p:grpSpPr>
            <a:xfrm>
              <a:off x="4768410" y="2103916"/>
              <a:ext cx="1119781" cy="548642"/>
              <a:chOff x="2501074" y="2103916"/>
              <a:chExt cx="1119781" cy="548642"/>
            </a:xfrm>
          </p:grpSpPr>
          <p:pic>
            <p:nvPicPr>
              <p:cNvPr id="25" name="Graphic 24" descr="Money">
                <a:extLst>
                  <a:ext uri="{FF2B5EF4-FFF2-40B4-BE49-F238E27FC236}">
                    <a16:creationId xmlns:a16="http://schemas.microsoft.com/office/drawing/2014/main" id="{127BF30E-9594-4B82-B072-288378CC1A12}"/>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2501075" y="2327154"/>
                <a:ext cx="315056" cy="325404"/>
              </a:xfrm>
              <a:prstGeom prst="rect">
                <a:avLst/>
              </a:prstGeom>
            </p:spPr>
          </p:pic>
          <p:pic>
            <p:nvPicPr>
              <p:cNvPr id="26" name="Graphic 25" descr="Credit card">
                <a:extLst>
                  <a:ext uri="{FF2B5EF4-FFF2-40B4-BE49-F238E27FC236}">
                    <a16:creationId xmlns:a16="http://schemas.microsoft.com/office/drawing/2014/main" id="{34658E73-F692-4AB4-9C9C-FC58A16E8CE2}"/>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2501074" y="2103916"/>
                <a:ext cx="315056" cy="325404"/>
              </a:xfrm>
              <a:prstGeom prst="rect">
                <a:avLst/>
              </a:prstGeom>
            </p:spPr>
          </p:pic>
          <p:pic>
            <p:nvPicPr>
              <p:cNvPr id="27" name="Graphic 26" descr="Internet">
                <a:extLst>
                  <a:ext uri="{FF2B5EF4-FFF2-40B4-BE49-F238E27FC236}">
                    <a16:creationId xmlns:a16="http://schemas.microsoft.com/office/drawing/2014/main" id="{16DBE306-B72D-48C0-87F8-D9179B840EC0}"/>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2791515" y="2163739"/>
                <a:ext cx="441078" cy="455565"/>
              </a:xfrm>
              <a:prstGeom prst="rect">
                <a:avLst/>
              </a:prstGeom>
            </p:spPr>
          </p:pic>
          <p:pic>
            <p:nvPicPr>
              <p:cNvPr id="28" name="Graphic 27" descr="Questions">
                <a:extLst>
                  <a:ext uri="{FF2B5EF4-FFF2-40B4-BE49-F238E27FC236}">
                    <a16:creationId xmlns:a16="http://schemas.microsoft.com/office/drawing/2014/main" id="{845C008D-DEC8-4BB5-8AEB-7113524012B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3163655" y="2162104"/>
                <a:ext cx="457200" cy="457200"/>
              </a:xfrm>
              <a:prstGeom prst="rect">
                <a:avLst/>
              </a:prstGeom>
            </p:spPr>
          </p:pic>
        </p:grpSp>
      </p:grpSp>
    </p:spTree>
    <p:extLst>
      <p:ext uri="{BB962C8B-B14F-4D97-AF65-F5344CB8AC3E}">
        <p14:creationId xmlns:p14="http://schemas.microsoft.com/office/powerpoint/2010/main" val="23962979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CF7509B0-ACB0-40B2-BB9A-2D0FDE50ACDA}"/>
              </a:ext>
            </a:extLst>
          </p:cNvPr>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dirty="0">
                <a:ln>
                  <a:noFill/>
                </a:ln>
                <a:solidFill>
                  <a:srgbClr val="000000"/>
                </a:solidFill>
                <a:effectLst/>
                <a:uLnTx/>
                <a:uFillTx/>
                <a:latin typeface="Arial" panose="020B0604020202020204"/>
                <a:ea typeface="+mn-ea"/>
                <a:cs typeface="+mn-cs"/>
              </a:rPr>
              <a:t>Sales Order Management</a:t>
            </a:r>
          </a:p>
        </p:txBody>
      </p:sp>
      <p:sp>
        <p:nvSpPr>
          <p:cNvPr id="5" name="Slide Number Placeholder 4">
            <a:extLst>
              <a:ext uri="{FF2B5EF4-FFF2-40B4-BE49-F238E27FC236}">
                <a16:creationId xmlns:a16="http://schemas.microsoft.com/office/drawing/2014/main" id="{183D8703-AE32-4462-9069-0C7440F1B613}"/>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GB" sz="8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2" name="Title 1">
            <a:extLst>
              <a:ext uri="{FF2B5EF4-FFF2-40B4-BE49-F238E27FC236}">
                <a16:creationId xmlns:a16="http://schemas.microsoft.com/office/drawing/2014/main" id="{C47CB1B8-6ABA-4F72-B63A-79B8A01040E3}"/>
              </a:ext>
            </a:extLst>
          </p:cNvPr>
          <p:cNvSpPr>
            <a:spLocks noGrp="1"/>
          </p:cNvSpPr>
          <p:nvPr>
            <p:ph type="title"/>
          </p:nvPr>
        </p:nvSpPr>
        <p:spPr/>
        <p:txBody>
          <a:bodyPr/>
          <a:lstStyle/>
          <a:p>
            <a:r>
              <a:rPr lang="en-US" dirty="0"/>
              <a:t>Sales Document Management: </a:t>
            </a:r>
            <a:br>
              <a:rPr lang="en-US" dirty="0"/>
            </a:br>
            <a:r>
              <a:rPr lang="en-US" dirty="0"/>
              <a:t>Sales Document Flow in Sales Documents</a:t>
            </a:r>
            <a:endParaRPr lang="en-GB" dirty="0"/>
          </a:p>
        </p:txBody>
      </p:sp>
      <p:sp>
        <p:nvSpPr>
          <p:cNvPr id="3" name="Content Placeholder 2">
            <a:extLst>
              <a:ext uri="{FF2B5EF4-FFF2-40B4-BE49-F238E27FC236}">
                <a16:creationId xmlns:a16="http://schemas.microsoft.com/office/drawing/2014/main" id="{116920A5-E58F-45EE-88B9-F0FDC1E4085B}"/>
              </a:ext>
            </a:extLst>
          </p:cNvPr>
          <p:cNvSpPr>
            <a:spLocks noGrp="1"/>
          </p:cNvSpPr>
          <p:nvPr>
            <p:ph idx="4294967295"/>
          </p:nvPr>
        </p:nvSpPr>
        <p:spPr>
          <a:xfrm>
            <a:off x="549618" y="1752391"/>
            <a:ext cx="7004050" cy="4586288"/>
          </a:xfrm>
        </p:spPr>
        <p:txBody>
          <a:bodyPr/>
          <a:lstStyle/>
          <a:p>
            <a:pPr>
              <a:spcBef>
                <a:spcPts val="0"/>
              </a:spcBef>
            </a:pPr>
            <a:r>
              <a:rPr lang="en-GB" sz="1800" b="1" dirty="0"/>
              <a:t>Sales Document Flow in Sales Documents</a:t>
            </a:r>
          </a:p>
          <a:p>
            <a:pPr>
              <a:spcBef>
                <a:spcPts val="0"/>
              </a:spcBef>
            </a:pPr>
            <a:r>
              <a:rPr lang="en-GB" sz="1600" dirty="0"/>
              <a:t>Sales Documents created are individual documents but they can also form part of a chain of inter-related Sales Documents. </a:t>
            </a:r>
          </a:p>
          <a:p>
            <a:pPr>
              <a:spcBef>
                <a:spcPts val="0"/>
              </a:spcBef>
            </a:pPr>
            <a:endParaRPr lang="en-GB" dirty="0"/>
          </a:p>
          <a:p>
            <a:pPr>
              <a:spcBef>
                <a:spcPts val="0"/>
              </a:spcBef>
            </a:pPr>
            <a:r>
              <a:rPr lang="en-GB" sz="1800" b="1" dirty="0">
                <a:solidFill>
                  <a:schemeClr val="accent2"/>
                </a:solidFill>
              </a:rPr>
              <a:t>Example </a:t>
            </a:r>
          </a:p>
          <a:p>
            <a:pPr>
              <a:spcBef>
                <a:spcPts val="0"/>
              </a:spcBef>
            </a:pPr>
            <a:r>
              <a:rPr lang="en-GB" sz="1600" b="1" dirty="0"/>
              <a:t>Sales Document Flow:</a:t>
            </a:r>
          </a:p>
          <a:p>
            <a:pPr marL="285750" indent="-285750">
              <a:spcBef>
                <a:spcPts val="0"/>
              </a:spcBef>
              <a:buFont typeface="Arial" panose="020B0604020202020204" pitchFamily="34" charset="0"/>
              <a:buChar char="•"/>
            </a:pPr>
            <a:r>
              <a:rPr lang="en-GB" sz="1600" dirty="0"/>
              <a:t>We record a Customer’s telephone Inquiry in the system </a:t>
            </a:r>
          </a:p>
          <a:p>
            <a:pPr marL="285750" indent="-285750">
              <a:spcBef>
                <a:spcPts val="0"/>
              </a:spcBef>
              <a:buFont typeface="Arial" panose="020B0604020202020204" pitchFamily="34" charset="0"/>
              <a:buChar char="•"/>
            </a:pPr>
            <a:r>
              <a:rPr lang="en-GB" sz="1600" dirty="0"/>
              <a:t>The Customer requests a Quotation, create with reference to the Inquiry </a:t>
            </a:r>
          </a:p>
          <a:p>
            <a:pPr marL="285750" indent="-285750">
              <a:spcBef>
                <a:spcPts val="0"/>
              </a:spcBef>
              <a:buFont typeface="Arial" panose="020B0604020202020204" pitchFamily="34" charset="0"/>
              <a:buChar char="•"/>
            </a:pPr>
            <a:r>
              <a:rPr lang="en-GB" sz="1600" dirty="0"/>
              <a:t>The Customer places an order on the basis of the Quotation, we create a Sales Order with reference to the Quotation </a:t>
            </a:r>
          </a:p>
          <a:p>
            <a:pPr marL="285750" indent="-285750">
              <a:spcBef>
                <a:spcPts val="0"/>
              </a:spcBef>
              <a:buFont typeface="Arial" panose="020B0604020202020204" pitchFamily="34" charset="0"/>
              <a:buChar char="•"/>
            </a:pPr>
            <a:r>
              <a:rPr lang="en-GB" sz="1600" dirty="0"/>
              <a:t>JTI then ship the goods and bills the Customer </a:t>
            </a:r>
          </a:p>
          <a:p>
            <a:pPr marL="285750" indent="-285750">
              <a:spcBef>
                <a:spcPts val="0"/>
              </a:spcBef>
              <a:buFont typeface="Arial" panose="020B0604020202020204" pitchFamily="34" charset="0"/>
              <a:buChar char="•"/>
            </a:pPr>
            <a:r>
              <a:rPr lang="en-GB" sz="1600" dirty="0"/>
              <a:t>After Delivery, the Customer claims Credit for some damaged goods, we then create a Credit Memo Request with reference to the original Sales Order</a:t>
            </a:r>
          </a:p>
          <a:p>
            <a:pPr>
              <a:spcBef>
                <a:spcPts val="0"/>
              </a:spcBef>
            </a:pPr>
            <a:endParaRPr lang="en-GB" sz="1600" dirty="0">
              <a:solidFill>
                <a:schemeClr val="accent2">
                  <a:lumMod val="50000"/>
                </a:schemeClr>
              </a:solidFill>
            </a:endParaRPr>
          </a:p>
          <a:p>
            <a:pPr>
              <a:spcBef>
                <a:spcPts val="0"/>
              </a:spcBef>
            </a:pPr>
            <a:r>
              <a:rPr lang="en-GB" sz="1600" dirty="0"/>
              <a:t>The entire chain of documents – the Inquiry, the Quotation, the Sales Order, the Delivery, the Invoice, and the subsequent Credit Memo Request – creates a Document Flow or history. </a:t>
            </a:r>
          </a:p>
          <a:p>
            <a:endParaRPr lang="en-GB" dirty="0"/>
          </a:p>
        </p:txBody>
      </p:sp>
      <p:graphicFrame>
        <p:nvGraphicFramePr>
          <p:cNvPr id="7" name="Diagram 6">
            <a:extLst>
              <a:ext uri="{FF2B5EF4-FFF2-40B4-BE49-F238E27FC236}">
                <a16:creationId xmlns:a16="http://schemas.microsoft.com/office/drawing/2014/main" id="{49BB65F9-269F-451C-B895-A49ED0566059}"/>
              </a:ext>
            </a:extLst>
          </p:cNvPr>
          <p:cNvGraphicFramePr/>
          <p:nvPr/>
        </p:nvGraphicFramePr>
        <p:xfrm>
          <a:off x="8404581" y="2056399"/>
          <a:ext cx="2333429" cy="428228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8" name="TextBox 7">
            <a:extLst>
              <a:ext uri="{FF2B5EF4-FFF2-40B4-BE49-F238E27FC236}">
                <a16:creationId xmlns:a16="http://schemas.microsoft.com/office/drawing/2014/main" id="{EF60B954-0EBE-43B9-8AF4-AEF958C3BF67}"/>
              </a:ext>
            </a:extLst>
          </p:cNvPr>
          <p:cNvSpPr txBox="1"/>
          <p:nvPr/>
        </p:nvSpPr>
        <p:spPr>
          <a:xfrm>
            <a:off x="8404581" y="1695450"/>
            <a:ext cx="2452481" cy="304800"/>
          </a:xfrm>
          <a:prstGeom prst="rect">
            <a:avLst/>
          </a:prstGeom>
          <a:noFill/>
        </p:spPr>
        <p:txBody>
          <a:bodyPr wrap="square" lIns="0" tIns="0" rIns="0" bIns="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EAAA00">
                    <a:lumMod val="50000"/>
                  </a:srgbClr>
                </a:solidFill>
                <a:effectLst/>
                <a:uLnTx/>
                <a:uFillTx/>
                <a:latin typeface="Arial" panose="020B0604020202020204"/>
                <a:ea typeface="+mn-ea"/>
                <a:cs typeface="+mn-cs"/>
              </a:rPr>
              <a:t>Sales Document Flow</a:t>
            </a:r>
          </a:p>
        </p:txBody>
      </p:sp>
    </p:spTree>
    <p:extLst>
      <p:ext uri="{BB962C8B-B14F-4D97-AF65-F5344CB8AC3E}">
        <p14:creationId xmlns:p14="http://schemas.microsoft.com/office/powerpoint/2010/main" val="36690854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8C645B-1E4F-4F30-BEE9-17B84D464E0A}"/>
              </a:ext>
            </a:extLst>
          </p:cNvPr>
          <p:cNvSpPr>
            <a:spLocks noGrp="1"/>
          </p:cNvSpPr>
          <p:nvPr>
            <p:ph type="ctrTitle"/>
          </p:nvPr>
        </p:nvSpPr>
        <p:spPr/>
        <p:txBody>
          <a:bodyPr/>
          <a:lstStyle/>
          <a:p>
            <a:r>
              <a:rPr lang="en-US" cap="none" dirty="0">
                <a:solidFill>
                  <a:srgbClr val="D4F3F2"/>
                </a:solidFill>
              </a:rPr>
              <a:t>Sales Organization structure</a:t>
            </a:r>
          </a:p>
        </p:txBody>
      </p:sp>
      <p:sp>
        <p:nvSpPr>
          <p:cNvPr id="6" name="Rectangle: Rounded Corners 5">
            <a:hlinkClick r:id="rId2"/>
            <a:extLst>
              <a:ext uri="{FF2B5EF4-FFF2-40B4-BE49-F238E27FC236}">
                <a16:creationId xmlns:a16="http://schemas.microsoft.com/office/drawing/2014/main" id="{38B50B94-F150-49F9-B570-E0772EE167B5}"/>
              </a:ext>
            </a:extLst>
          </p:cNvPr>
          <p:cNvSpPr/>
          <p:nvPr/>
        </p:nvSpPr>
        <p:spPr>
          <a:xfrm>
            <a:off x="9125170" y="5989565"/>
            <a:ext cx="1645920" cy="548640"/>
          </a:xfrm>
          <a:prstGeom prst="roundRect">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FFFFFF"/>
                </a:solidFill>
                <a:effectLst/>
                <a:uLnTx/>
                <a:uFillTx/>
                <a:latin typeface="Arial" panose="020B0604020202020204"/>
                <a:ea typeface="+mn-ea"/>
                <a:cs typeface="+mn-cs"/>
              </a:rPr>
              <a:t>Click here to view the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FFFFFF"/>
                </a:solidFill>
                <a:effectLst/>
                <a:uLnTx/>
                <a:uFillTx/>
                <a:latin typeface="Arial" panose="020B0604020202020204"/>
                <a:ea typeface="+mn-ea"/>
                <a:cs typeface="+mn-cs"/>
              </a:rPr>
              <a:t>Sales Organization Structure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FFFFFF"/>
                </a:solidFill>
                <a:effectLst/>
                <a:uLnTx/>
                <a:uFillTx/>
                <a:latin typeface="Arial" panose="020B0604020202020204"/>
                <a:ea typeface="+mn-ea"/>
                <a:cs typeface="+mn-cs"/>
              </a:rPr>
              <a:t>training materials </a:t>
            </a:r>
          </a:p>
        </p:txBody>
      </p:sp>
    </p:spTree>
    <p:extLst>
      <p:ext uri="{BB962C8B-B14F-4D97-AF65-F5344CB8AC3E}">
        <p14:creationId xmlns:p14="http://schemas.microsoft.com/office/powerpoint/2010/main" val="11329552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FCB0D7C4-4495-4D51-AC8E-BC0470A34DB2}"/>
              </a:ext>
            </a:extLst>
          </p:cNvPr>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dirty="0">
                <a:ln>
                  <a:noFill/>
                </a:ln>
                <a:solidFill>
                  <a:srgbClr val="000000"/>
                </a:solidFill>
                <a:effectLst/>
                <a:uLnTx/>
                <a:uFillTx/>
                <a:latin typeface="Arial" panose="020B0604020202020204"/>
                <a:ea typeface="+mn-ea"/>
                <a:cs typeface="+mn-cs"/>
              </a:rPr>
              <a:t>Sales Order Management</a:t>
            </a:r>
          </a:p>
        </p:txBody>
      </p:sp>
      <p:sp>
        <p:nvSpPr>
          <p:cNvPr id="4" name="Slide Number Placeholder 3">
            <a:extLst>
              <a:ext uri="{FF2B5EF4-FFF2-40B4-BE49-F238E27FC236}">
                <a16:creationId xmlns:a16="http://schemas.microsoft.com/office/drawing/2014/main" id="{D2C7D2AD-9908-49A3-9A05-57DEE99BCB4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GB" sz="8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2" name="Title 1">
            <a:extLst>
              <a:ext uri="{FF2B5EF4-FFF2-40B4-BE49-F238E27FC236}">
                <a16:creationId xmlns:a16="http://schemas.microsoft.com/office/drawing/2014/main" id="{42ED9763-6471-408C-BFC9-33D075E8EAA1}"/>
              </a:ext>
            </a:extLst>
          </p:cNvPr>
          <p:cNvSpPr>
            <a:spLocks noGrp="1"/>
          </p:cNvSpPr>
          <p:nvPr>
            <p:ph type="title"/>
          </p:nvPr>
        </p:nvSpPr>
        <p:spPr/>
        <p:txBody>
          <a:bodyPr/>
          <a:lstStyle/>
          <a:p>
            <a:r>
              <a:rPr lang="en-US" dirty="0"/>
              <a:t> </a:t>
            </a:r>
            <a:br>
              <a:rPr lang="en-US" dirty="0"/>
            </a:br>
            <a:br>
              <a:rPr lang="en-US" dirty="0"/>
            </a:br>
            <a:r>
              <a:rPr lang="en-US" dirty="0"/>
              <a:t>Sales Organization Structure</a:t>
            </a:r>
            <a:endParaRPr lang="en-GB" dirty="0"/>
          </a:p>
        </p:txBody>
      </p:sp>
      <p:sp>
        <p:nvSpPr>
          <p:cNvPr id="3" name="Content Placeholder 2">
            <a:extLst>
              <a:ext uri="{FF2B5EF4-FFF2-40B4-BE49-F238E27FC236}">
                <a16:creationId xmlns:a16="http://schemas.microsoft.com/office/drawing/2014/main" id="{13A2FF04-8C76-41D4-A287-2071F3F83360}"/>
              </a:ext>
            </a:extLst>
          </p:cNvPr>
          <p:cNvSpPr>
            <a:spLocks noGrp="1"/>
          </p:cNvSpPr>
          <p:nvPr>
            <p:ph idx="4294967295"/>
          </p:nvPr>
        </p:nvSpPr>
        <p:spPr>
          <a:xfrm>
            <a:off x="663005" y="1814018"/>
            <a:ext cx="4824413" cy="4586288"/>
          </a:xfrm>
        </p:spPr>
        <p:txBody>
          <a:bodyPr/>
          <a:lstStyle/>
          <a:p>
            <a:pPr>
              <a:spcBef>
                <a:spcPts val="0"/>
              </a:spcBef>
            </a:pPr>
            <a:r>
              <a:rPr lang="en-GB" sz="1800" b="1" dirty="0"/>
              <a:t>Sales Organizational Structure</a:t>
            </a:r>
          </a:p>
          <a:p>
            <a:pPr>
              <a:spcBef>
                <a:spcPts val="0"/>
              </a:spcBef>
            </a:pPr>
            <a:r>
              <a:rPr lang="en-GB" sz="1600" dirty="0"/>
              <a:t>SAP S/4 HANA Sales Organization structure is used  to represent the legal and organizational structure of JTI. </a:t>
            </a:r>
          </a:p>
          <a:p>
            <a:pPr>
              <a:spcBef>
                <a:spcPts val="0"/>
              </a:spcBef>
            </a:pPr>
            <a:endParaRPr lang="en-GB" sz="1600" dirty="0"/>
          </a:p>
          <a:p>
            <a:pPr>
              <a:spcBef>
                <a:spcPts val="0"/>
              </a:spcBef>
            </a:pPr>
            <a:r>
              <a:rPr lang="en-GB" sz="1600" dirty="0"/>
              <a:t>For JTI, the Sales Organization structure is set up from the point of view of Accounting, Materials Management and Sales and Distribution. </a:t>
            </a:r>
          </a:p>
          <a:p>
            <a:pPr>
              <a:spcBef>
                <a:spcPts val="0"/>
              </a:spcBef>
            </a:pPr>
            <a:endParaRPr lang="en-GB" sz="1600" dirty="0"/>
          </a:p>
          <a:p>
            <a:pPr>
              <a:spcBef>
                <a:spcPts val="0"/>
              </a:spcBef>
            </a:pPr>
            <a:r>
              <a:rPr lang="en-GB" sz="1600" dirty="0"/>
              <a:t>It is possible to combine these structures. </a:t>
            </a:r>
          </a:p>
          <a:p>
            <a:pPr>
              <a:spcBef>
                <a:spcPts val="0"/>
              </a:spcBef>
            </a:pPr>
            <a:endParaRPr lang="en-GB" sz="1600" dirty="0"/>
          </a:p>
          <a:p>
            <a:pPr>
              <a:spcBef>
                <a:spcPts val="0"/>
              </a:spcBef>
            </a:pPr>
            <a:r>
              <a:rPr lang="en-GB" sz="1600" dirty="0"/>
              <a:t>The JTI Sales Organization Structure forms the  framework in which sales business transactions can be processed.</a:t>
            </a:r>
          </a:p>
          <a:p>
            <a:endParaRPr lang="en-GB" dirty="0"/>
          </a:p>
        </p:txBody>
      </p:sp>
      <p:sp>
        <p:nvSpPr>
          <p:cNvPr id="25" name="TextBox 24">
            <a:extLst>
              <a:ext uri="{FF2B5EF4-FFF2-40B4-BE49-F238E27FC236}">
                <a16:creationId xmlns:a16="http://schemas.microsoft.com/office/drawing/2014/main" id="{D84D44D9-43E5-4801-A99F-B9D33E20A8CB}"/>
              </a:ext>
            </a:extLst>
          </p:cNvPr>
          <p:cNvSpPr txBox="1"/>
          <p:nvPr/>
        </p:nvSpPr>
        <p:spPr>
          <a:xfrm>
            <a:off x="6972713" y="4148931"/>
            <a:ext cx="3321809" cy="304800"/>
          </a:xfrm>
          <a:prstGeom prst="rect">
            <a:avLst/>
          </a:prstGeom>
          <a:noFill/>
        </p:spPr>
        <p:txBody>
          <a:bodyPr wrap="square" lIns="0" tIns="0" rIns="0" bIns="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dirty="0">
              <a:ln>
                <a:noFill/>
              </a:ln>
              <a:solidFill>
                <a:srgbClr val="407EC9">
                  <a:lumMod val="50000"/>
                </a:srgbClr>
              </a:solidFill>
              <a:effectLst/>
              <a:uLnTx/>
              <a:uFillTx/>
              <a:latin typeface="Arial" panose="020B0604020202020204"/>
              <a:ea typeface="+mn-ea"/>
              <a:cs typeface="+mn-cs"/>
            </a:endParaRPr>
          </a:p>
        </p:txBody>
      </p:sp>
      <p:grpSp>
        <p:nvGrpSpPr>
          <p:cNvPr id="49" name="Group 48">
            <a:extLst>
              <a:ext uri="{FF2B5EF4-FFF2-40B4-BE49-F238E27FC236}">
                <a16:creationId xmlns:a16="http://schemas.microsoft.com/office/drawing/2014/main" id="{AB2A57F7-2D98-4705-9272-A397F1010CD5}"/>
              </a:ext>
            </a:extLst>
          </p:cNvPr>
          <p:cNvGrpSpPr/>
          <p:nvPr/>
        </p:nvGrpSpPr>
        <p:grpSpPr>
          <a:xfrm>
            <a:off x="6347617" y="1593377"/>
            <a:ext cx="4572000" cy="4572000"/>
            <a:chOff x="3502087" y="1678721"/>
            <a:chExt cx="4572000" cy="4572000"/>
          </a:xfrm>
        </p:grpSpPr>
        <p:grpSp>
          <p:nvGrpSpPr>
            <p:cNvPr id="50" name="Group 49">
              <a:extLst>
                <a:ext uri="{FF2B5EF4-FFF2-40B4-BE49-F238E27FC236}">
                  <a16:creationId xmlns:a16="http://schemas.microsoft.com/office/drawing/2014/main" id="{80047788-616F-4724-916E-AA3FBDF6C394}"/>
                </a:ext>
              </a:extLst>
            </p:cNvPr>
            <p:cNvGrpSpPr/>
            <p:nvPr/>
          </p:nvGrpSpPr>
          <p:grpSpPr>
            <a:xfrm>
              <a:off x="3502087" y="1678721"/>
              <a:ext cx="4572000" cy="4572000"/>
              <a:chOff x="3810000" y="1678721"/>
              <a:chExt cx="4572000" cy="4572000"/>
            </a:xfrm>
          </p:grpSpPr>
          <p:sp>
            <p:nvSpPr>
              <p:cNvPr id="54" name="Фигура">
                <a:extLst>
                  <a:ext uri="{FF2B5EF4-FFF2-40B4-BE49-F238E27FC236}">
                    <a16:creationId xmlns:a16="http://schemas.microsoft.com/office/drawing/2014/main" id="{15DC4EF5-D1BF-428B-AB8D-AFE86D2084A0}"/>
                  </a:ext>
                </a:extLst>
              </p:cNvPr>
              <p:cNvSpPr>
                <a:spLocks/>
              </p:cNvSpPr>
              <p:nvPr/>
            </p:nvSpPr>
            <p:spPr bwMode="auto">
              <a:xfrm>
                <a:off x="4157525" y="1679509"/>
                <a:ext cx="2170546" cy="1676256"/>
              </a:xfrm>
              <a:custGeom>
                <a:avLst/>
                <a:gdLst>
                  <a:gd name="T0" fmla="*/ 2186385 w 21600"/>
                  <a:gd name="T1" fmla="*/ 1687315 h 21600"/>
                  <a:gd name="T2" fmla="*/ 2186385 w 21600"/>
                  <a:gd name="T3" fmla="*/ 1687315 h 21600"/>
                  <a:gd name="T4" fmla="*/ 2186385 w 21600"/>
                  <a:gd name="T5" fmla="*/ 1687315 h 21600"/>
                  <a:gd name="T6" fmla="*/ 2186385 w 21600"/>
                  <a:gd name="T7" fmla="*/ 1687315 h 21600"/>
                  <a:gd name="T8" fmla="*/ 0 60000 65536"/>
                  <a:gd name="T9" fmla="*/ 5898240 60000 65536"/>
                  <a:gd name="T10" fmla="*/ 11796480 60000 65536"/>
                  <a:gd name="T11" fmla="*/ 17694720 60000 65536"/>
                </a:gdLst>
                <a:ahLst/>
                <a:cxnLst>
                  <a:cxn ang="T8">
                    <a:pos x="T0" y="T1"/>
                  </a:cxn>
                  <a:cxn ang="T9">
                    <a:pos x="T2" y="T3"/>
                  </a:cxn>
                  <a:cxn ang="T10">
                    <a:pos x="T4" y="T5"/>
                  </a:cxn>
                  <a:cxn ang="T11">
                    <a:pos x="T6" y="T7"/>
                  </a:cxn>
                </a:cxnLst>
                <a:rect l="0" t="0" r="r" b="b"/>
                <a:pathLst>
                  <a:path w="21600" h="21600" extrusionOk="0">
                    <a:moveTo>
                      <a:pt x="18271" y="0"/>
                    </a:moveTo>
                    <a:cubicBezTo>
                      <a:pt x="12793" y="316"/>
                      <a:pt x="7386" y="3184"/>
                      <a:pt x="3203" y="8604"/>
                    </a:cubicBezTo>
                    <a:cubicBezTo>
                      <a:pt x="1960" y="10215"/>
                      <a:pt x="895" y="11970"/>
                      <a:pt x="0" y="13822"/>
                    </a:cubicBezTo>
                    <a:lnTo>
                      <a:pt x="6413" y="13850"/>
                    </a:lnTo>
                    <a:lnTo>
                      <a:pt x="9636" y="21600"/>
                    </a:lnTo>
                    <a:cubicBezTo>
                      <a:pt x="10083" y="20678"/>
                      <a:pt x="10606" y="19804"/>
                      <a:pt x="11225" y="19001"/>
                    </a:cubicBezTo>
                    <a:cubicBezTo>
                      <a:pt x="13164" y="16489"/>
                      <a:pt x="15627" y="15072"/>
                      <a:pt x="18157" y="14746"/>
                    </a:cubicBezTo>
                    <a:lnTo>
                      <a:pt x="21600" y="7252"/>
                    </a:lnTo>
                    <a:lnTo>
                      <a:pt x="18271" y="0"/>
                    </a:lnTo>
                    <a:close/>
                  </a:path>
                </a:pathLst>
              </a:custGeom>
              <a:solidFill>
                <a:schemeClr val="accent1"/>
              </a:solidFill>
              <a:ln>
                <a:noFill/>
              </a:ln>
              <a:extLst>
                <a:ext uri="{91240B29-F687-4F45-9708-019B960494DF}">
                  <a14:hiddenLine xmlns:a14="http://schemas.microsoft.com/office/drawing/2010/main" w="12700" cap="flat">
                    <a:solidFill>
                      <a:srgbClr val="000000"/>
                    </a:solidFill>
                    <a:miter lim="400000"/>
                    <a:headEnd/>
                    <a:tailEnd/>
                  </a14:hiddenLine>
                </a:ext>
              </a:extLst>
            </p:spPr>
            <p:txBody>
              <a:bodyPr lIns="19050" tIns="19050" rIns="19050" bIns="1905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55" name="Фигура">
                <a:extLst>
                  <a:ext uri="{FF2B5EF4-FFF2-40B4-BE49-F238E27FC236}">
                    <a16:creationId xmlns:a16="http://schemas.microsoft.com/office/drawing/2014/main" id="{4F268322-5A8F-47D1-9E19-4CB745F45C50}"/>
                  </a:ext>
                </a:extLst>
              </p:cNvPr>
              <p:cNvSpPr>
                <a:spLocks/>
              </p:cNvSpPr>
              <p:nvPr/>
            </p:nvSpPr>
            <p:spPr bwMode="auto">
              <a:xfrm>
                <a:off x="3810000" y="2900181"/>
                <a:ext cx="1270865" cy="2143866"/>
              </a:xfrm>
              <a:custGeom>
                <a:avLst/>
                <a:gdLst>
                  <a:gd name="T0" fmla="*/ 1280138 w 21576"/>
                  <a:gd name="T1" fmla="*/ 2158009 h 21600"/>
                  <a:gd name="T2" fmla="*/ 1280138 w 21576"/>
                  <a:gd name="T3" fmla="*/ 2158009 h 21600"/>
                  <a:gd name="T4" fmla="*/ 1280138 w 21576"/>
                  <a:gd name="T5" fmla="*/ 2158009 h 21600"/>
                  <a:gd name="T6" fmla="*/ 1280138 w 21576"/>
                  <a:gd name="T7" fmla="*/ 2158009 h 21600"/>
                  <a:gd name="T8" fmla="*/ 0 60000 65536"/>
                  <a:gd name="T9" fmla="*/ 5898240 60000 65536"/>
                  <a:gd name="T10" fmla="*/ 11796480 60000 65536"/>
                  <a:gd name="T11" fmla="*/ 17694720 60000 65536"/>
                </a:gdLst>
                <a:ahLst/>
                <a:cxnLst>
                  <a:cxn ang="T8">
                    <a:pos x="T0" y="T1"/>
                  </a:cxn>
                  <a:cxn ang="T9">
                    <a:pos x="T2" y="T3"/>
                  </a:cxn>
                  <a:cxn ang="T10">
                    <a:pos x="T4" y="T5"/>
                  </a:cxn>
                  <a:cxn ang="T11">
                    <a:pos x="T6" y="T7"/>
                  </a:cxn>
                </a:cxnLst>
                <a:rect l="0" t="0" r="r" b="b"/>
                <a:pathLst>
                  <a:path w="21576" h="21600" extrusionOk="0">
                    <a:moveTo>
                      <a:pt x="4445" y="0"/>
                    </a:moveTo>
                    <a:cubicBezTo>
                      <a:pt x="1458" y="3372"/>
                      <a:pt x="-24" y="7090"/>
                      <a:pt x="0" y="10807"/>
                    </a:cubicBezTo>
                    <a:cubicBezTo>
                      <a:pt x="24" y="14524"/>
                      <a:pt x="1554" y="18238"/>
                      <a:pt x="4585" y="21600"/>
                    </a:cubicBezTo>
                    <a:lnTo>
                      <a:pt x="9967" y="15967"/>
                    </a:lnTo>
                    <a:lnTo>
                      <a:pt x="21576" y="16094"/>
                    </a:lnTo>
                    <a:cubicBezTo>
                      <a:pt x="18852" y="13014"/>
                      <a:pt x="18647" y="9361"/>
                      <a:pt x="20930" y="6187"/>
                    </a:cubicBezTo>
                    <a:lnTo>
                      <a:pt x="15332" y="20"/>
                    </a:lnTo>
                    <a:lnTo>
                      <a:pt x="4445" y="0"/>
                    </a:lnTo>
                    <a:close/>
                  </a:path>
                </a:pathLst>
              </a:custGeom>
              <a:solidFill>
                <a:schemeClr val="accent6"/>
              </a:solidFill>
              <a:ln>
                <a:noFill/>
              </a:ln>
            </p:spPr>
            <p:txBody>
              <a:bodyPr lIns="19050" tIns="19050" rIns="19050" bIns="1905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56" name="Фигура">
                <a:extLst>
                  <a:ext uri="{FF2B5EF4-FFF2-40B4-BE49-F238E27FC236}">
                    <a16:creationId xmlns:a16="http://schemas.microsoft.com/office/drawing/2014/main" id="{85050823-C38E-4F20-A425-930138FB3FFE}"/>
                  </a:ext>
                </a:extLst>
              </p:cNvPr>
              <p:cNvSpPr/>
              <p:nvPr/>
            </p:nvSpPr>
            <p:spPr bwMode="auto">
              <a:xfrm>
                <a:off x="4166966" y="4635031"/>
                <a:ext cx="1865993" cy="1615690"/>
              </a:xfrm>
              <a:custGeom>
                <a:avLst/>
                <a:gdLst/>
                <a:ahLst/>
                <a:cxnLst>
                  <a:cxn ang="0">
                    <a:pos x="wd2" y="hd2"/>
                  </a:cxn>
                  <a:cxn ang="5400000">
                    <a:pos x="wd2" y="hd2"/>
                  </a:cxn>
                  <a:cxn ang="10800000">
                    <a:pos x="wd2" y="hd2"/>
                  </a:cxn>
                  <a:cxn ang="16200000">
                    <a:pos x="wd2" y="hd2"/>
                  </a:cxn>
                </a:cxnLst>
                <a:rect l="0" t="0" r="r" b="b"/>
                <a:pathLst>
                  <a:path w="21600" h="21600" extrusionOk="0">
                    <a:moveTo>
                      <a:pt x="3658" y="0"/>
                    </a:moveTo>
                    <a:lnTo>
                      <a:pt x="0" y="7445"/>
                    </a:lnTo>
                    <a:cubicBezTo>
                      <a:pt x="1020" y="9295"/>
                      <a:pt x="2224" y="11051"/>
                      <a:pt x="3621" y="12666"/>
                    </a:cubicBezTo>
                    <a:cubicBezTo>
                      <a:pt x="8560" y="18373"/>
                      <a:pt x="14964" y="21347"/>
                      <a:pt x="21434" y="21600"/>
                    </a:cubicBezTo>
                    <a:lnTo>
                      <a:pt x="17586" y="14126"/>
                    </a:lnTo>
                    <a:lnTo>
                      <a:pt x="21600" y="6330"/>
                    </a:lnTo>
                    <a:cubicBezTo>
                      <a:pt x="18454" y="6130"/>
                      <a:pt x="15356" y="4657"/>
                      <a:pt x="12953" y="1879"/>
                    </a:cubicBezTo>
                    <a:cubicBezTo>
                      <a:pt x="12487" y="1341"/>
                      <a:pt x="12080" y="764"/>
                      <a:pt x="11698" y="171"/>
                    </a:cubicBezTo>
                    <a:lnTo>
                      <a:pt x="3658" y="0"/>
                    </a:lnTo>
                    <a:close/>
                  </a:path>
                </a:pathLst>
              </a:custGeom>
              <a:solidFill>
                <a:schemeClr val="accent5"/>
              </a:solidFill>
              <a:ln w="12700" cap="flat">
                <a:noFill/>
                <a:miter lim="400000"/>
              </a:ln>
              <a:effectLst/>
            </p:spPr>
            <p:txBody>
              <a:bodyPr lIns="19050" tIns="19050" rIns="19050" bIns="19050" anchor="ctr"/>
              <a:lstStyle/>
              <a:p>
                <a:pPr marL="0" marR="0" lvl="0" indent="0" algn="l" defTabSz="914400" rtl="0" eaLnBrk="1" fontAlgn="auto" latinLnBrk="0" hangingPunct="1">
                  <a:lnSpc>
                    <a:spcPct val="100000"/>
                  </a:lnSpc>
                  <a:spcBef>
                    <a:spcPts val="0"/>
                  </a:spcBef>
                  <a:spcAft>
                    <a:spcPts val="0"/>
                  </a:spcAft>
                  <a:buClrTx/>
                  <a:buSzTx/>
                  <a:buFontTx/>
                  <a:buNone/>
                  <a:tabLst/>
                  <a:defRPr sz="3200">
                    <a:solidFill>
                      <a:srgbClr val="FFFFFF"/>
                    </a:solidFill>
                  </a:defRPr>
                </a:pPr>
                <a:endParaRPr kumimoji="0" sz="1400" b="0" i="0" u="none" strike="noStrike" kern="0" cap="none" spc="0" normalizeH="0" baseline="0" noProof="0" dirty="0">
                  <a:ln>
                    <a:noFill/>
                  </a:ln>
                  <a:solidFill>
                    <a:srgbClr val="FFFFFF"/>
                  </a:solidFill>
                  <a:effectLst/>
                  <a:uLnTx/>
                  <a:uFillTx/>
                  <a:latin typeface="Arial" panose="020B0604020202020204"/>
                  <a:ea typeface="Arial"/>
                  <a:cs typeface="Arial"/>
                  <a:sym typeface="Arial"/>
                </a:endParaRPr>
              </a:p>
            </p:txBody>
          </p:sp>
          <p:sp>
            <p:nvSpPr>
              <p:cNvPr id="57" name="Фигура">
                <a:extLst>
                  <a:ext uri="{FF2B5EF4-FFF2-40B4-BE49-F238E27FC236}">
                    <a16:creationId xmlns:a16="http://schemas.microsoft.com/office/drawing/2014/main" id="{618CFCE8-88F8-46DD-B50E-26D0907F539E}"/>
                  </a:ext>
                </a:extLst>
              </p:cNvPr>
              <p:cNvSpPr/>
              <p:nvPr/>
            </p:nvSpPr>
            <p:spPr bwMode="auto">
              <a:xfrm>
                <a:off x="5858811" y="4606644"/>
                <a:ext cx="2179619" cy="1644077"/>
              </a:xfrm>
              <a:custGeom>
                <a:avLst/>
                <a:gdLst/>
                <a:ahLst/>
                <a:cxnLst>
                  <a:cxn ang="0">
                    <a:pos x="wd2" y="hd2"/>
                  </a:cxn>
                  <a:cxn ang="5400000">
                    <a:pos x="wd2" y="hd2"/>
                  </a:cxn>
                  <a:cxn ang="10800000">
                    <a:pos x="wd2" y="hd2"/>
                  </a:cxn>
                  <a:cxn ang="16200000">
                    <a:pos x="wd2" y="hd2"/>
                  </a:cxn>
                </a:cxnLst>
                <a:rect l="0" t="0" r="r" b="b"/>
                <a:pathLst>
                  <a:path w="21600" h="21600" extrusionOk="0">
                    <a:moveTo>
                      <a:pt x="11757" y="0"/>
                    </a:moveTo>
                    <a:cubicBezTo>
                      <a:pt x="11358" y="781"/>
                      <a:pt x="10904" y="1526"/>
                      <a:pt x="10382" y="2218"/>
                    </a:cubicBezTo>
                    <a:cubicBezTo>
                      <a:pt x="8443" y="4791"/>
                      <a:pt x="5979" y="6242"/>
                      <a:pt x="3448" y="6565"/>
                    </a:cubicBezTo>
                    <a:lnTo>
                      <a:pt x="0" y="14258"/>
                    </a:lnTo>
                    <a:lnTo>
                      <a:pt x="3292" y="21600"/>
                    </a:lnTo>
                    <a:cubicBezTo>
                      <a:pt x="8773" y="21300"/>
                      <a:pt x="14188" y="18376"/>
                      <a:pt x="18373" y="12822"/>
                    </a:cubicBezTo>
                    <a:cubicBezTo>
                      <a:pt x="19629" y="11155"/>
                      <a:pt x="20700" y="9335"/>
                      <a:pt x="21600" y="7415"/>
                    </a:cubicBezTo>
                    <a:lnTo>
                      <a:pt x="15009" y="7586"/>
                    </a:lnTo>
                    <a:lnTo>
                      <a:pt x="11757" y="0"/>
                    </a:lnTo>
                    <a:close/>
                  </a:path>
                </a:pathLst>
              </a:custGeom>
              <a:solidFill>
                <a:schemeClr val="accent4"/>
              </a:solidFill>
              <a:ln w="12700" cap="flat">
                <a:noFill/>
                <a:miter lim="400000"/>
              </a:ln>
              <a:effectLst/>
            </p:spPr>
            <p:txBody>
              <a:bodyPr lIns="19050" tIns="19050" rIns="19050" bIns="19050" anchor="ctr"/>
              <a:lstStyle/>
              <a:p>
                <a:pPr marL="0" marR="0" lvl="0" indent="0" algn="l" defTabSz="914400" rtl="0" eaLnBrk="1" fontAlgn="auto" latinLnBrk="0" hangingPunct="1">
                  <a:lnSpc>
                    <a:spcPct val="100000"/>
                  </a:lnSpc>
                  <a:spcBef>
                    <a:spcPts val="0"/>
                  </a:spcBef>
                  <a:spcAft>
                    <a:spcPts val="0"/>
                  </a:spcAft>
                  <a:buClrTx/>
                  <a:buSzTx/>
                  <a:buFontTx/>
                  <a:buNone/>
                  <a:tabLst/>
                  <a:defRPr sz="3200">
                    <a:solidFill>
                      <a:srgbClr val="FFFFFF"/>
                    </a:solidFill>
                  </a:defRPr>
                </a:pPr>
                <a:endParaRPr kumimoji="0" sz="1400" b="0" i="0" u="none" strike="noStrike" kern="0" cap="none" spc="0" normalizeH="0" baseline="0" noProof="0" dirty="0">
                  <a:ln>
                    <a:noFill/>
                  </a:ln>
                  <a:solidFill>
                    <a:srgbClr val="FFFFFF"/>
                  </a:solidFill>
                  <a:effectLst/>
                  <a:uLnTx/>
                  <a:uFillTx/>
                  <a:latin typeface="Arial" panose="020B0604020202020204"/>
                  <a:ea typeface="Arial"/>
                  <a:cs typeface="Arial"/>
                  <a:sym typeface="Arial"/>
                </a:endParaRPr>
              </a:p>
            </p:txBody>
          </p:sp>
          <p:pic>
            <p:nvPicPr>
              <p:cNvPr id="58" name="Graphic 57" descr="Document">
                <a:extLst>
                  <a:ext uri="{FF2B5EF4-FFF2-40B4-BE49-F238E27FC236}">
                    <a16:creationId xmlns:a16="http://schemas.microsoft.com/office/drawing/2014/main" id="{44B20300-3675-4359-9030-6277A253CD2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5008878" y="4932090"/>
                <a:ext cx="274320" cy="274320"/>
              </a:xfrm>
              <a:prstGeom prst="rect">
                <a:avLst/>
              </a:prstGeom>
            </p:spPr>
          </p:pic>
          <p:sp>
            <p:nvSpPr>
              <p:cNvPr id="59" name="Фигура">
                <a:extLst>
                  <a:ext uri="{FF2B5EF4-FFF2-40B4-BE49-F238E27FC236}">
                    <a16:creationId xmlns:a16="http://schemas.microsoft.com/office/drawing/2014/main" id="{E202BCF6-A3FB-485B-BB92-346E7E95CBF4}"/>
                  </a:ext>
                </a:extLst>
              </p:cNvPr>
              <p:cNvSpPr/>
              <p:nvPr/>
            </p:nvSpPr>
            <p:spPr bwMode="auto">
              <a:xfrm>
                <a:off x="7124346" y="2882927"/>
                <a:ext cx="1257654" cy="2151098"/>
              </a:xfrm>
              <a:custGeom>
                <a:avLst/>
                <a:gdLst/>
                <a:ahLst/>
                <a:cxnLst>
                  <a:cxn ang="0">
                    <a:pos x="wd2" y="hd2"/>
                  </a:cxn>
                  <a:cxn ang="5400000">
                    <a:pos x="wd2" y="hd2"/>
                  </a:cxn>
                  <a:cxn ang="10800000">
                    <a:pos x="wd2" y="hd2"/>
                  </a:cxn>
                  <a:cxn ang="16200000">
                    <a:pos x="wd2" y="hd2"/>
                  </a:cxn>
                </a:cxnLst>
                <a:rect l="0" t="0" r="r" b="b"/>
                <a:pathLst>
                  <a:path w="21561" h="21600" extrusionOk="0">
                    <a:moveTo>
                      <a:pt x="16907" y="0"/>
                    </a:moveTo>
                    <a:lnTo>
                      <a:pt x="11447" y="5826"/>
                    </a:lnTo>
                    <a:lnTo>
                      <a:pt x="0" y="5795"/>
                    </a:lnTo>
                    <a:cubicBezTo>
                      <a:pt x="2637" y="8942"/>
                      <a:pt x="2668" y="12639"/>
                      <a:pt x="105" y="15801"/>
                    </a:cubicBezTo>
                    <a:lnTo>
                      <a:pt x="5730" y="21600"/>
                    </a:lnTo>
                    <a:lnTo>
                      <a:pt x="17146" y="21467"/>
                    </a:lnTo>
                    <a:cubicBezTo>
                      <a:pt x="20129" y="18110"/>
                      <a:pt x="21600" y="14414"/>
                      <a:pt x="21560" y="10721"/>
                    </a:cubicBezTo>
                    <a:cubicBezTo>
                      <a:pt x="21519" y="7028"/>
                      <a:pt x="19968" y="3339"/>
                      <a:pt x="16907" y="0"/>
                    </a:cubicBezTo>
                    <a:close/>
                  </a:path>
                </a:pathLst>
              </a:custGeom>
              <a:solidFill>
                <a:schemeClr val="accent3"/>
              </a:solidFill>
              <a:ln w="12700" cap="flat">
                <a:noFill/>
                <a:miter lim="400000"/>
              </a:ln>
              <a:effectLst/>
            </p:spPr>
            <p:txBody>
              <a:bodyPr lIns="19050" tIns="19050" rIns="19050" bIns="19050" anchor="ctr"/>
              <a:lstStyle/>
              <a:p>
                <a:pPr marL="0" marR="0" lvl="0" indent="0" algn="l" defTabSz="914400" rtl="0" eaLnBrk="1" fontAlgn="auto" latinLnBrk="0" hangingPunct="1">
                  <a:lnSpc>
                    <a:spcPct val="100000"/>
                  </a:lnSpc>
                  <a:spcBef>
                    <a:spcPts val="0"/>
                  </a:spcBef>
                  <a:spcAft>
                    <a:spcPts val="0"/>
                  </a:spcAft>
                  <a:buClrTx/>
                  <a:buSzTx/>
                  <a:buFontTx/>
                  <a:buNone/>
                  <a:tabLst/>
                  <a:defRPr sz="3200">
                    <a:solidFill>
                      <a:srgbClr val="FFFFFF"/>
                    </a:solidFill>
                  </a:defRPr>
                </a:pPr>
                <a:endParaRPr kumimoji="0" sz="1400" b="0" i="0" u="none" strike="noStrike" kern="0" cap="none" spc="0" normalizeH="0" baseline="0" noProof="0" dirty="0">
                  <a:ln>
                    <a:noFill/>
                  </a:ln>
                  <a:solidFill>
                    <a:srgbClr val="FFFFFF"/>
                  </a:solidFill>
                  <a:effectLst/>
                  <a:uLnTx/>
                  <a:uFillTx/>
                  <a:latin typeface="Arial" panose="020B0604020202020204"/>
                  <a:ea typeface="Arial"/>
                  <a:cs typeface="Arial"/>
                  <a:sym typeface="Arial"/>
                </a:endParaRPr>
              </a:p>
            </p:txBody>
          </p:sp>
          <p:sp>
            <p:nvSpPr>
              <p:cNvPr id="60" name="Фигура">
                <a:extLst>
                  <a:ext uri="{FF2B5EF4-FFF2-40B4-BE49-F238E27FC236}">
                    <a16:creationId xmlns:a16="http://schemas.microsoft.com/office/drawing/2014/main" id="{E72F1A5A-3879-4FC9-8F29-DD79516728F8}"/>
                  </a:ext>
                </a:extLst>
              </p:cNvPr>
              <p:cNvSpPr>
                <a:spLocks/>
              </p:cNvSpPr>
              <p:nvPr/>
            </p:nvSpPr>
            <p:spPr bwMode="auto">
              <a:xfrm>
                <a:off x="6156681" y="1678721"/>
                <a:ext cx="1865984" cy="1635646"/>
              </a:xfrm>
              <a:custGeom>
                <a:avLst/>
                <a:gdLst>
                  <a:gd name="T0" fmla="*/ 1879601 w 21600"/>
                  <a:gd name="T1" fmla="*/ 1646436 h 21600"/>
                  <a:gd name="T2" fmla="*/ 1879601 w 21600"/>
                  <a:gd name="T3" fmla="*/ 1646436 h 21600"/>
                  <a:gd name="T4" fmla="*/ 1879601 w 21600"/>
                  <a:gd name="T5" fmla="*/ 1646436 h 21600"/>
                  <a:gd name="T6" fmla="*/ 1879601 w 21600"/>
                  <a:gd name="T7" fmla="*/ 1646436 h 21600"/>
                  <a:gd name="T8" fmla="*/ 0 60000 65536"/>
                  <a:gd name="T9" fmla="*/ 5898240 60000 65536"/>
                  <a:gd name="T10" fmla="*/ 11796480 60000 65536"/>
                  <a:gd name="T11" fmla="*/ 17694720 60000 65536"/>
                </a:gdLst>
                <a:ahLst/>
                <a:cxnLst>
                  <a:cxn ang="T8">
                    <a:pos x="T0" y="T1"/>
                  </a:cxn>
                  <a:cxn ang="T9">
                    <a:pos x="T2" y="T3"/>
                  </a:cxn>
                  <a:cxn ang="T10">
                    <a:pos x="T4" y="T5"/>
                  </a:cxn>
                  <a:cxn ang="T11">
                    <a:pos x="T6" y="T7"/>
                  </a:cxn>
                </a:cxnLst>
                <a:rect l="0" t="0" r="r" b="b"/>
                <a:pathLst>
                  <a:path w="21600" h="21600" extrusionOk="0">
                    <a:moveTo>
                      <a:pt x="103" y="0"/>
                    </a:moveTo>
                    <a:lnTo>
                      <a:pt x="3979" y="7443"/>
                    </a:lnTo>
                    <a:lnTo>
                      <a:pt x="0" y="15084"/>
                    </a:lnTo>
                    <a:cubicBezTo>
                      <a:pt x="3156" y="15274"/>
                      <a:pt x="6264" y="16731"/>
                      <a:pt x="8675" y="19483"/>
                    </a:cubicBezTo>
                    <a:cubicBezTo>
                      <a:pt x="9242" y="20132"/>
                      <a:pt x="9736" y="20829"/>
                      <a:pt x="10180" y="21556"/>
                    </a:cubicBezTo>
                    <a:lnTo>
                      <a:pt x="17913" y="21600"/>
                    </a:lnTo>
                    <a:lnTo>
                      <a:pt x="21600" y="13933"/>
                    </a:lnTo>
                    <a:cubicBezTo>
                      <a:pt x="20586" y="12125"/>
                      <a:pt x="19393" y="10409"/>
                      <a:pt x="18008" y="8828"/>
                    </a:cubicBezTo>
                    <a:cubicBezTo>
                      <a:pt x="13046" y="3163"/>
                      <a:pt x="6604" y="225"/>
                      <a:pt x="103" y="0"/>
                    </a:cubicBezTo>
                    <a:close/>
                  </a:path>
                </a:pathLst>
              </a:custGeom>
              <a:solidFill>
                <a:schemeClr val="accent2"/>
              </a:solidFill>
              <a:ln>
                <a:noFill/>
              </a:ln>
              <a:extLst>
                <a:ext uri="{91240B29-F687-4F45-9708-019B960494DF}">
                  <a14:hiddenLine xmlns:a14="http://schemas.microsoft.com/office/drawing/2010/main" w="12700" cap="flat">
                    <a:solidFill>
                      <a:srgbClr val="000000"/>
                    </a:solidFill>
                    <a:miter lim="400000"/>
                    <a:headEnd/>
                    <a:tailEnd/>
                  </a14:hiddenLine>
                </a:ext>
              </a:extLst>
            </p:spPr>
            <p:txBody>
              <a:bodyPr lIns="19050" tIns="19050" rIns="19050" bIns="1905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pic>
            <p:nvPicPr>
              <p:cNvPr id="61" name="Graphic 60" descr="Truck">
                <a:extLst>
                  <a:ext uri="{FF2B5EF4-FFF2-40B4-BE49-F238E27FC236}">
                    <a16:creationId xmlns:a16="http://schemas.microsoft.com/office/drawing/2014/main" id="{A30D7263-0383-4AA5-872B-D33E2B06FFB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647526" y="3816023"/>
                <a:ext cx="640080" cy="640080"/>
              </a:xfrm>
              <a:prstGeom prst="rect">
                <a:avLst/>
              </a:prstGeom>
            </p:spPr>
          </p:pic>
          <p:pic>
            <p:nvPicPr>
              <p:cNvPr id="62" name="Graphic 61" descr="Kiosk">
                <a:extLst>
                  <a:ext uri="{FF2B5EF4-FFF2-40B4-BE49-F238E27FC236}">
                    <a16:creationId xmlns:a16="http://schemas.microsoft.com/office/drawing/2014/main" id="{E2B64E8B-C871-4508-B2FE-19E69C1D3370}"/>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808489" y="2250340"/>
                <a:ext cx="640080" cy="640080"/>
              </a:xfrm>
              <a:prstGeom prst="rect">
                <a:avLst/>
              </a:prstGeom>
            </p:spPr>
          </p:pic>
          <p:sp>
            <p:nvSpPr>
              <p:cNvPr id="63" name="Oval 62">
                <a:extLst>
                  <a:ext uri="{FF2B5EF4-FFF2-40B4-BE49-F238E27FC236}">
                    <a16:creationId xmlns:a16="http://schemas.microsoft.com/office/drawing/2014/main" id="{A1F35E7F-1B68-4C4F-B0F7-D58A8FFA0D8C}"/>
                  </a:ext>
                </a:extLst>
              </p:cNvPr>
              <p:cNvSpPr/>
              <p:nvPr/>
            </p:nvSpPr>
            <p:spPr>
              <a:xfrm>
                <a:off x="5181600" y="3050321"/>
                <a:ext cx="1828800" cy="1828800"/>
              </a:xfrm>
              <a:prstGeom prst="ellipse">
                <a:avLst/>
              </a:prstGeom>
              <a:solidFill>
                <a:schemeClr val="tx2">
                  <a:lumMod val="20000"/>
                  <a:lumOff val="80000"/>
                </a:schemeClr>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pic>
            <p:nvPicPr>
              <p:cNvPr id="64" name="Graphic 63" descr="Building">
                <a:extLst>
                  <a:ext uri="{FF2B5EF4-FFF2-40B4-BE49-F238E27FC236}">
                    <a16:creationId xmlns:a16="http://schemas.microsoft.com/office/drawing/2014/main" id="{BD0D1BC1-B6AC-46AC-94CA-11BF6FF1F632}"/>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775960" y="3251985"/>
                <a:ext cx="640080" cy="640080"/>
              </a:xfrm>
              <a:prstGeom prst="rect">
                <a:avLst/>
              </a:prstGeom>
            </p:spPr>
          </p:pic>
          <p:pic>
            <p:nvPicPr>
              <p:cNvPr id="65" name="Graphic 64" descr="Label">
                <a:extLst>
                  <a:ext uri="{FF2B5EF4-FFF2-40B4-BE49-F238E27FC236}">
                    <a16:creationId xmlns:a16="http://schemas.microsoft.com/office/drawing/2014/main" id="{52F538FA-5623-4489-9D46-B33FACC4888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321319" y="3872466"/>
                <a:ext cx="640080" cy="640080"/>
              </a:xfrm>
              <a:prstGeom prst="rect">
                <a:avLst/>
              </a:prstGeom>
            </p:spPr>
          </p:pic>
          <p:pic>
            <p:nvPicPr>
              <p:cNvPr id="66" name="Graphic 65" descr="Box">
                <a:extLst>
                  <a:ext uri="{FF2B5EF4-FFF2-40B4-BE49-F238E27FC236}">
                    <a16:creationId xmlns:a16="http://schemas.microsoft.com/office/drawing/2014/main" id="{AF8D1379-F745-4F7E-8692-BD045C59EBD0}"/>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201180" y="3872466"/>
                <a:ext cx="640080" cy="640080"/>
              </a:xfrm>
              <a:prstGeom prst="rect">
                <a:avLst/>
              </a:prstGeom>
            </p:spPr>
          </p:pic>
          <p:pic>
            <p:nvPicPr>
              <p:cNvPr id="67" name="Graphic 66" descr="Bank">
                <a:extLst>
                  <a:ext uri="{FF2B5EF4-FFF2-40B4-BE49-F238E27FC236}">
                    <a16:creationId xmlns:a16="http://schemas.microsoft.com/office/drawing/2014/main" id="{1721E81E-A177-4478-8B52-E70F3E525AF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4129224" y="3437605"/>
                <a:ext cx="640080" cy="640080"/>
              </a:xfrm>
              <a:prstGeom prst="rect">
                <a:avLst/>
              </a:prstGeom>
            </p:spPr>
          </p:pic>
          <p:grpSp>
            <p:nvGrpSpPr>
              <p:cNvPr id="68" name="Group 67">
                <a:extLst>
                  <a:ext uri="{FF2B5EF4-FFF2-40B4-BE49-F238E27FC236}">
                    <a16:creationId xmlns:a16="http://schemas.microsoft.com/office/drawing/2014/main" id="{38524703-C889-41BA-BCB5-583BE361D784}"/>
                  </a:ext>
                </a:extLst>
              </p:cNvPr>
              <p:cNvGrpSpPr/>
              <p:nvPr/>
            </p:nvGrpSpPr>
            <p:grpSpPr>
              <a:xfrm>
                <a:off x="4768410" y="2103916"/>
                <a:ext cx="1119781" cy="548642"/>
                <a:chOff x="2501074" y="2103916"/>
                <a:chExt cx="1119781" cy="548642"/>
              </a:xfrm>
            </p:grpSpPr>
            <p:pic>
              <p:nvPicPr>
                <p:cNvPr id="69" name="Graphic 68" descr="Money">
                  <a:extLst>
                    <a:ext uri="{FF2B5EF4-FFF2-40B4-BE49-F238E27FC236}">
                      <a16:creationId xmlns:a16="http://schemas.microsoft.com/office/drawing/2014/main" id="{A81C37D9-30D3-4A16-BB9B-FD8EB7C1546D}"/>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2501075" y="2327154"/>
                  <a:ext cx="315056" cy="325404"/>
                </a:xfrm>
                <a:prstGeom prst="rect">
                  <a:avLst/>
                </a:prstGeom>
              </p:spPr>
            </p:pic>
            <p:pic>
              <p:nvPicPr>
                <p:cNvPr id="70" name="Graphic 69" descr="Credit card">
                  <a:extLst>
                    <a:ext uri="{FF2B5EF4-FFF2-40B4-BE49-F238E27FC236}">
                      <a16:creationId xmlns:a16="http://schemas.microsoft.com/office/drawing/2014/main" id="{1B75AAB5-D724-4CA3-916F-33A7426D111E}"/>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2501074" y="2103916"/>
                  <a:ext cx="315056" cy="325404"/>
                </a:xfrm>
                <a:prstGeom prst="rect">
                  <a:avLst/>
                </a:prstGeom>
              </p:spPr>
            </p:pic>
            <p:pic>
              <p:nvPicPr>
                <p:cNvPr id="71" name="Graphic 70" descr="Internet">
                  <a:extLst>
                    <a:ext uri="{FF2B5EF4-FFF2-40B4-BE49-F238E27FC236}">
                      <a16:creationId xmlns:a16="http://schemas.microsoft.com/office/drawing/2014/main" id="{04E518EF-34F1-4AF1-AC43-1357E052C0A2}"/>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2791515" y="2163739"/>
                  <a:ext cx="441078" cy="455565"/>
                </a:xfrm>
                <a:prstGeom prst="rect">
                  <a:avLst/>
                </a:prstGeom>
              </p:spPr>
            </p:pic>
            <p:pic>
              <p:nvPicPr>
                <p:cNvPr id="72" name="Graphic 71" descr="Questions">
                  <a:extLst>
                    <a:ext uri="{FF2B5EF4-FFF2-40B4-BE49-F238E27FC236}">
                      <a16:creationId xmlns:a16="http://schemas.microsoft.com/office/drawing/2014/main" id="{235C4EDD-4606-4FCC-B594-84489B61DE8D}"/>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3163655" y="2162104"/>
                  <a:ext cx="457200" cy="457200"/>
                </a:xfrm>
                <a:prstGeom prst="rect">
                  <a:avLst/>
                </a:prstGeom>
              </p:spPr>
            </p:pic>
          </p:grpSp>
        </p:grpSp>
        <p:pic>
          <p:nvPicPr>
            <p:cNvPr id="51" name="Graphic 50" descr="Box trolley">
              <a:extLst>
                <a:ext uri="{FF2B5EF4-FFF2-40B4-BE49-F238E27FC236}">
                  <a16:creationId xmlns:a16="http://schemas.microsoft.com/office/drawing/2014/main" id="{FB372B29-8828-483A-8E8F-82CB2B6D1A60}"/>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7067422" y="4028946"/>
              <a:ext cx="274320" cy="274320"/>
            </a:xfrm>
            <a:prstGeom prst="rect">
              <a:avLst/>
            </a:prstGeom>
          </p:spPr>
        </p:pic>
        <p:pic>
          <p:nvPicPr>
            <p:cNvPr id="52" name="Graphic 51" descr="Register">
              <a:extLst>
                <a:ext uri="{FF2B5EF4-FFF2-40B4-BE49-F238E27FC236}">
                  <a16:creationId xmlns:a16="http://schemas.microsoft.com/office/drawing/2014/main" id="{AFD3CBB4-51FB-41C7-B01C-AC32F9400F6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4436206" y="5036303"/>
              <a:ext cx="640080" cy="640080"/>
            </a:xfrm>
            <a:prstGeom prst="rect">
              <a:avLst/>
            </a:prstGeom>
          </p:spPr>
        </p:pic>
        <p:pic>
          <p:nvPicPr>
            <p:cNvPr id="53" name="Graphic 52" descr="Checklist RTL">
              <a:extLst>
                <a:ext uri="{FF2B5EF4-FFF2-40B4-BE49-F238E27FC236}">
                  <a16:creationId xmlns:a16="http://schemas.microsoft.com/office/drawing/2014/main" id="{6D862B6D-60C8-4C48-8FCC-47875AE85EE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6176353" y="5200454"/>
              <a:ext cx="640080" cy="640080"/>
            </a:xfrm>
            <a:prstGeom prst="rect">
              <a:avLst/>
            </a:prstGeom>
          </p:spPr>
        </p:pic>
      </p:grpSp>
      <p:sp>
        <p:nvSpPr>
          <p:cNvPr id="32" name="Rectangle: Rounded Corners 31">
            <a:hlinkClick r:id="rId16"/>
            <a:extLst>
              <a:ext uri="{FF2B5EF4-FFF2-40B4-BE49-F238E27FC236}">
                <a16:creationId xmlns:a16="http://schemas.microsoft.com/office/drawing/2014/main" id="{5EB955C4-6703-401D-95AD-4ABCC541310B}"/>
              </a:ext>
            </a:extLst>
          </p:cNvPr>
          <p:cNvSpPr/>
          <p:nvPr/>
        </p:nvSpPr>
        <p:spPr>
          <a:xfrm>
            <a:off x="10030140" y="728165"/>
            <a:ext cx="1645920" cy="548640"/>
          </a:xfrm>
          <a:prstGeom prst="roundRect">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FFFFFF"/>
                </a:solidFill>
                <a:effectLst/>
                <a:uLnTx/>
                <a:uFillTx/>
                <a:latin typeface="Arial" panose="020B0604020202020204"/>
                <a:ea typeface="+mn-ea"/>
                <a:cs typeface="+mn-cs"/>
              </a:rPr>
              <a:t>Click here to view the Sales Organization Structure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FFFFFF"/>
                </a:solidFill>
                <a:effectLst/>
                <a:uLnTx/>
                <a:uFillTx/>
                <a:latin typeface="Arial" panose="020B0604020202020204"/>
                <a:ea typeface="+mn-ea"/>
                <a:cs typeface="+mn-cs"/>
              </a:rPr>
              <a:t> training materials. </a:t>
            </a:r>
          </a:p>
        </p:txBody>
      </p:sp>
    </p:spTree>
    <p:extLst>
      <p:ext uri="{BB962C8B-B14F-4D97-AF65-F5344CB8AC3E}">
        <p14:creationId xmlns:p14="http://schemas.microsoft.com/office/powerpoint/2010/main" val="22254298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8" name="Graphic 47" descr="Bank">
            <a:extLst>
              <a:ext uri="{FF2B5EF4-FFF2-40B4-BE49-F238E27FC236}">
                <a16:creationId xmlns:a16="http://schemas.microsoft.com/office/drawing/2014/main" id="{E7CB9AF6-990C-443B-92BA-C56A4F428A0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8568257" y="1808757"/>
            <a:ext cx="914400" cy="914400"/>
          </a:xfrm>
          <a:prstGeom prst="rect">
            <a:avLst/>
          </a:prstGeom>
        </p:spPr>
      </p:pic>
      <p:sp>
        <p:nvSpPr>
          <p:cNvPr id="3" name="Footer Placeholder 2">
            <a:extLst>
              <a:ext uri="{FF2B5EF4-FFF2-40B4-BE49-F238E27FC236}">
                <a16:creationId xmlns:a16="http://schemas.microsoft.com/office/drawing/2014/main" id="{219AE0B5-652D-4091-807F-016D895F3ADE}"/>
              </a:ext>
            </a:extLst>
          </p:cNvPr>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dirty="0">
                <a:ln>
                  <a:noFill/>
                </a:ln>
                <a:solidFill>
                  <a:srgbClr val="000000"/>
                </a:solidFill>
                <a:effectLst/>
                <a:uLnTx/>
                <a:uFillTx/>
                <a:latin typeface="Arial" panose="020B0604020202020204"/>
                <a:ea typeface="+mn-ea"/>
                <a:cs typeface="+mn-cs"/>
              </a:rPr>
              <a:t>Sales Order Management</a:t>
            </a:r>
          </a:p>
        </p:txBody>
      </p:sp>
      <p:sp>
        <p:nvSpPr>
          <p:cNvPr id="4" name="Slide Number Placeholder 3">
            <a:extLst>
              <a:ext uri="{FF2B5EF4-FFF2-40B4-BE49-F238E27FC236}">
                <a16:creationId xmlns:a16="http://schemas.microsoft.com/office/drawing/2014/main" id="{A9F3F9B8-CEFD-4EFF-9A46-32308D95DA5B}"/>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GB" sz="8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2" name="Title 1">
            <a:extLst>
              <a:ext uri="{FF2B5EF4-FFF2-40B4-BE49-F238E27FC236}">
                <a16:creationId xmlns:a16="http://schemas.microsoft.com/office/drawing/2014/main" id="{EB0201A1-FA33-4E62-8F52-BAC7C375B3CE}"/>
              </a:ext>
            </a:extLst>
          </p:cNvPr>
          <p:cNvSpPr>
            <a:spLocks noGrp="1"/>
          </p:cNvSpPr>
          <p:nvPr>
            <p:ph type="title"/>
          </p:nvPr>
        </p:nvSpPr>
        <p:spPr/>
        <p:txBody>
          <a:bodyPr/>
          <a:lstStyle/>
          <a:p>
            <a:br>
              <a:rPr lang="en-US" dirty="0"/>
            </a:br>
            <a:r>
              <a:rPr lang="en-US" dirty="0"/>
              <a:t>Sales Organization Structure and Master Data in Sales</a:t>
            </a:r>
            <a:endParaRPr lang="en-GB" dirty="0"/>
          </a:p>
        </p:txBody>
      </p:sp>
      <p:grpSp>
        <p:nvGrpSpPr>
          <p:cNvPr id="6" name="Group 5">
            <a:extLst>
              <a:ext uri="{FF2B5EF4-FFF2-40B4-BE49-F238E27FC236}">
                <a16:creationId xmlns:a16="http://schemas.microsoft.com/office/drawing/2014/main" id="{0A261593-7DA3-4B4E-A0BC-680F0B54F0EB}"/>
              </a:ext>
            </a:extLst>
          </p:cNvPr>
          <p:cNvGrpSpPr/>
          <p:nvPr/>
        </p:nvGrpSpPr>
        <p:grpSpPr>
          <a:xfrm>
            <a:off x="515939" y="1777389"/>
            <a:ext cx="11157924" cy="1722595"/>
            <a:chOff x="515939" y="1777389"/>
            <a:chExt cx="11157924" cy="1722595"/>
          </a:xfrm>
        </p:grpSpPr>
        <p:pic>
          <p:nvPicPr>
            <p:cNvPr id="37" name="Graphic 36" descr="Kiosk">
              <a:extLst>
                <a:ext uri="{FF2B5EF4-FFF2-40B4-BE49-F238E27FC236}">
                  <a16:creationId xmlns:a16="http://schemas.microsoft.com/office/drawing/2014/main" id="{6E0B1115-FFCF-4B3E-9F00-96FF5624AD90}"/>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44539" y="1792153"/>
              <a:ext cx="914400" cy="914400"/>
            </a:xfrm>
            <a:prstGeom prst="rect">
              <a:avLst/>
            </a:prstGeom>
          </p:spPr>
        </p:pic>
        <p:pic>
          <p:nvPicPr>
            <p:cNvPr id="41" name="Graphic 40" descr="Checklist RTL">
              <a:extLst>
                <a:ext uri="{FF2B5EF4-FFF2-40B4-BE49-F238E27FC236}">
                  <a16:creationId xmlns:a16="http://schemas.microsoft.com/office/drawing/2014/main" id="{E958A45A-C9BB-404E-AF0B-E634B68CAA1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656398" y="1792153"/>
              <a:ext cx="914400" cy="914400"/>
            </a:xfrm>
            <a:prstGeom prst="rect">
              <a:avLst/>
            </a:prstGeom>
          </p:spPr>
        </p:pic>
        <p:pic>
          <p:nvPicPr>
            <p:cNvPr id="43" name="Graphic 42" descr="Register">
              <a:extLst>
                <a:ext uri="{FF2B5EF4-FFF2-40B4-BE49-F238E27FC236}">
                  <a16:creationId xmlns:a16="http://schemas.microsoft.com/office/drawing/2014/main" id="{966140EC-8FA1-4B69-BF5C-730D3CE6A04B}"/>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617501" y="1792153"/>
              <a:ext cx="914400" cy="914400"/>
            </a:xfrm>
            <a:prstGeom prst="rect">
              <a:avLst/>
            </a:prstGeom>
          </p:spPr>
        </p:pic>
        <p:sp>
          <p:nvSpPr>
            <p:cNvPr id="13" name="Rectangle: Rounded Corners 12">
              <a:extLst>
                <a:ext uri="{FF2B5EF4-FFF2-40B4-BE49-F238E27FC236}">
                  <a16:creationId xmlns:a16="http://schemas.microsoft.com/office/drawing/2014/main" id="{6F945CED-58EF-4658-94BE-F21BEAE74685}"/>
                </a:ext>
              </a:extLst>
            </p:cNvPr>
            <p:cNvSpPr/>
            <p:nvPr/>
          </p:nvSpPr>
          <p:spPr>
            <a:xfrm>
              <a:off x="515939" y="2585584"/>
              <a:ext cx="1371600" cy="914400"/>
            </a:xfrm>
            <a:prstGeom prst="roundRect">
              <a:avLst/>
            </a:prstGeom>
            <a:solidFill>
              <a:schemeClr val="accent2"/>
            </a:solidFill>
            <a:ln w="12700">
              <a:solidFill>
                <a:schemeClr val="accent2"/>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Arial" panose="020B0604020202020204"/>
                  <a:ea typeface="+mn-ea"/>
                  <a:cs typeface="+mn-cs"/>
                </a:rPr>
                <a:t>Create Sales Order</a:t>
              </a:r>
            </a:p>
          </p:txBody>
        </p:sp>
        <p:sp>
          <p:nvSpPr>
            <p:cNvPr id="14" name="Rectangle: Rounded Corners 13">
              <a:extLst>
                <a:ext uri="{FF2B5EF4-FFF2-40B4-BE49-F238E27FC236}">
                  <a16:creationId xmlns:a16="http://schemas.microsoft.com/office/drawing/2014/main" id="{2CA7B3F6-B03C-44EB-B8E1-DFF4C518C8E5}"/>
                </a:ext>
              </a:extLst>
            </p:cNvPr>
            <p:cNvSpPr/>
            <p:nvPr/>
          </p:nvSpPr>
          <p:spPr>
            <a:xfrm>
              <a:off x="2473204" y="2585584"/>
              <a:ext cx="1371600" cy="914400"/>
            </a:xfrm>
            <a:prstGeom prst="roundRect">
              <a:avLst/>
            </a:prstGeom>
            <a:solidFill>
              <a:schemeClr val="accent3"/>
            </a:solidFill>
            <a:ln>
              <a:solidFill>
                <a:schemeClr val="accent3"/>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Arial" panose="020B0604020202020204"/>
                  <a:ea typeface="+mn-ea"/>
                  <a:cs typeface="+mn-cs"/>
                </a:rPr>
                <a:t>Outbound Delivery</a:t>
              </a:r>
            </a:p>
          </p:txBody>
        </p:sp>
        <p:sp>
          <p:nvSpPr>
            <p:cNvPr id="15" name="Rectangle: Rounded Corners 14">
              <a:extLst>
                <a:ext uri="{FF2B5EF4-FFF2-40B4-BE49-F238E27FC236}">
                  <a16:creationId xmlns:a16="http://schemas.microsoft.com/office/drawing/2014/main" id="{AF78F951-2845-4536-B376-561CD4AB21A7}"/>
                </a:ext>
              </a:extLst>
            </p:cNvPr>
            <p:cNvSpPr/>
            <p:nvPr/>
          </p:nvSpPr>
          <p:spPr>
            <a:xfrm>
              <a:off x="4430469" y="2585584"/>
              <a:ext cx="1371600" cy="914400"/>
            </a:xfrm>
            <a:prstGeom prst="roundRect">
              <a:avLst/>
            </a:prstGeom>
            <a:solidFill>
              <a:schemeClr val="accent4"/>
            </a:solidFill>
            <a:ln>
              <a:solidFill>
                <a:schemeClr val="accent4"/>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Arial" panose="020B0604020202020204"/>
                  <a:ea typeface="+mn-ea"/>
                  <a:cs typeface="+mn-cs"/>
                </a:rPr>
                <a:t>Post Goods Issue</a:t>
              </a:r>
            </a:p>
          </p:txBody>
        </p:sp>
        <p:sp>
          <p:nvSpPr>
            <p:cNvPr id="16" name="Rectangle: Rounded Corners 15">
              <a:extLst>
                <a:ext uri="{FF2B5EF4-FFF2-40B4-BE49-F238E27FC236}">
                  <a16:creationId xmlns:a16="http://schemas.microsoft.com/office/drawing/2014/main" id="{A83FF18C-CCF8-447D-A9D7-00F27023B68D}"/>
                </a:ext>
              </a:extLst>
            </p:cNvPr>
            <p:cNvSpPr/>
            <p:nvPr/>
          </p:nvSpPr>
          <p:spPr>
            <a:xfrm>
              <a:off x="6387734" y="2585584"/>
              <a:ext cx="1371600" cy="914400"/>
            </a:xfrm>
            <a:prstGeom prst="roundRect">
              <a:avLst/>
            </a:prstGeom>
            <a:solidFill>
              <a:schemeClr val="accent5"/>
            </a:solidFill>
            <a:ln>
              <a:solidFill>
                <a:schemeClr val="accent5"/>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Arial" panose="020B0604020202020204"/>
                  <a:ea typeface="+mn-ea"/>
                  <a:cs typeface="+mn-cs"/>
                </a:rPr>
                <a:t>Billing Management</a:t>
              </a:r>
            </a:p>
          </p:txBody>
        </p:sp>
        <p:sp>
          <p:nvSpPr>
            <p:cNvPr id="23" name="Rectangle: Rounded Corners 22">
              <a:extLst>
                <a:ext uri="{FF2B5EF4-FFF2-40B4-BE49-F238E27FC236}">
                  <a16:creationId xmlns:a16="http://schemas.microsoft.com/office/drawing/2014/main" id="{53078928-DE32-4249-A307-44EDA9B3DCC9}"/>
                </a:ext>
              </a:extLst>
            </p:cNvPr>
            <p:cNvSpPr/>
            <p:nvPr/>
          </p:nvSpPr>
          <p:spPr>
            <a:xfrm>
              <a:off x="8344999" y="2585584"/>
              <a:ext cx="1371600" cy="914400"/>
            </a:xfrm>
            <a:prstGeom prst="roundRect">
              <a:avLst/>
            </a:prstGeom>
            <a:solidFill>
              <a:schemeClr val="accent6"/>
            </a:solidFill>
            <a:ln>
              <a:solidFill>
                <a:schemeClr val="accent6"/>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Arial" panose="020B0604020202020204"/>
                  <a:ea typeface="+mn-ea"/>
                  <a:cs typeface="+mn-cs"/>
                </a:rPr>
                <a:t>Accounts Receivable</a:t>
              </a:r>
            </a:p>
          </p:txBody>
        </p:sp>
        <p:sp>
          <p:nvSpPr>
            <p:cNvPr id="26" name="Rectangle: Rounded Corners 25">
              <a:extLst>
                <a:ext uri="{FF2B5EF4-FFF2-40B4-BE49-F238E27FC236}">
                  <a16:creationId xmlns:a16="http://schemas.microsoft.com/office/drawing/2014/main" id="{04EE7A07-16D7-4439-85C2-4A903775B009}"/>
                </a:ext>
              </a:extLst>
            </p:cNvPr>
            <p:cNvSpPr/>
            <p:nvPr/>
          </p:nvSpPr>
          <p:spPr>
            <a:xfrm>
              <a:off x="10302263" y="2585584"/>
              <a:ext cx="1371600" cy="914400"/>
            </a:xfrm>
            <a:prstGeom prst="roundRect">
              <a:avLst/>
            </a:prstGeom>
            <a:solidFill>
              <a:schemeClr val="accent1"/>
            </a:solidFill>
            <a:ln>
              <a:solidFill>
                <a:schemeClr val="accent1"/>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Arial" panose="020B0604020202020204"/>
                  <a:ea typeface="+mn-ea"/>
                  <a:cs typeface="+mn-cs"/>
                </a:rPr>
                <a:t>Customer Payment </a:t>
              </a:r>
            </a:p>
          </p:txBody>
        </p:sp>
        <p:cxnSp>
          <p:nvCxnSpPr>
            <p:cNvPr id="56" name="Straight Arrow Connector 55">
              <a:extLst>
                <a:ext uri="{FF2B5EF4-FFF2-40B4-BE49-F238E27FC236}">
                  <a16:creationId xmlns:a16="http://schemas.microsoft.com/office/drawing/2014/main" id="{1CFB9120-36E4-403B-8F71-E7599CAEA5B2}"/>
                </a:ext>
              </a:extLst>
            </p:cNvPr>
            <p:cNvCxnSpPr>
              <a:cxnSpLocks/>
              <a:stCxn id="13" idx="3"/>
              <a:endCxn id="14" idx="1"/>
            </p:cNvCxnSpPr>
            <p:nvPr/>
          </p:nvCxnSpPr>
          <p:spPr>
            <a:xfrm>
              <a:off x="1887539" y="3042784"/>
              <a:ext cx="585665" cy="0"/>
            </a:xfrm>
            <a:prstGeom prst="straightConnector1">
              <a:avLst/>
            </a:prstGeom>
            <a:ln w="38100">
              <a:solidFill>
                <a:schemeClr val="tx1"/>
              </a:solidFill>
              <a:tailEnd type="triangle"/>
            </a:ln>
            <a:effectLst>
              <a:outerShdw blurRad="50800" dist="38100" dir="5400000" algn="t"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57" name="Straight Arrow Connector 56">
              <a:extLst>
                <a:ext uri="{FF2B5EF4-FFF2-40B4-BE49-F238E27FC236}">
                  <a16:creationId xmlns:a16="http://schemas.microsoft.com/office/drawing/2014/main" id="{25109F32-297C-4C15-8603-18C357D9E0D2}"/>
                </a:ext>
              </a:extLst>
            </p:cNvPr>
            <p:cNvCxnSpPr>
              <a:cxnSpLocks/>
              <a:stCxn id="14" idx="3"/>
              <a:endCxn id="15" idx="1"/>
            </p:cNvCxnSpPr>
            <p:nvPr/>
          </p:nvCxnSpPr>
          <p:spPr>
            <a:xfrm>
              <a:off x="3844804" y="3042784"/>
              <a:ext cx="585665" cy="0"/>
            </a:xfrm>
            <a:prstGeom prst="straightConnector1">
              <a:avLst/>
            </a:prstGeom>
            <a:ln w="38100">
              <a:solidFill>
                <a:schemeClr val="tx1"/>
              </a:solidFill>
              <a:tailEnd type="triangle"/>
            </a:ln>
            <a:effectLst>
              <a:outerShdw blurRad="50800" dist="38100" dir="5400000" algn="t"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63" name="Straight Arrow Connector 62">
              <a:extLst>
                <a:ext uri="{FF2B5EF4-FFF2-40B4-BE49-F238E27FC236}">
                  <a16:creationId xmlns:a16="http://schemas.microsoft.com/office/drawing/2014/main" id="{3F5BEAB2-B7DF-47B5-B03A-7BA6032F018D}"/>
                </a:ext>
              </a:extLst>
            </p:cNvPr>
            <p:cNvCxnSpPr>
              <a:cxnSpLocks/>
              <a:stCxn id="15" idx="3"/>
              <a:endCxn id="16" idx="1"/>
            </p:cNvCxnSpPr>
            <p:nvPr/>
          </p:nvCxnSpPr>
          <p:spPr>
            <a:xfrm>
              <a:off x="5802069" y="3042784"/>
              <a:ext cx="585665" cy="0"/>
            </a:xfrm>
            <a:prstGeom prst="straightConnector1">
              <a:avLst/>
            </a:prstGeom>
            <a:ln w="38100">
              <a:solidFill>
                <a:schemeClr val="tx1"/>
              </a:solidFill>
              <a:tailEnd type="triangle"/>
            </a:ln>
            <a:effectLst>
              <a:outerShdw blurRad="50800" dist="38100" dir="5400000" algn="t"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66" name="Straight Arrow Connector 65">
              <a:extLst>
                <a:ext uri="{FF2B5EF4-FFF2-40B4-BE49-F238E27FC236}">
                  <a16:creationId xmlns:a16="http://schemas.microsoft.com/office/drawing/2014/main" id="{65EE699D-3E13-4CA6-93D9-E6CD67F6BA27}"/>
                </a:ext>
              </a:extLst>
            </p:cNvPr>
            <p:cNvCxnSpPr>
              <a:cxnSpLocks/>
              <a:stCxn id="16" idx="3"/>
              <a:endCxn id="23" idx="1"/>
            </p:cNvCxnSpPr>
            <p:nvPr/>
          </p:nvCxnSpPr>
          <p:spPr>
            <a:xfrm>
              <a:off x="7759334" y="3042784"/>
              <a:ext cx="585665" cy="0"/>
            </a:xfrm>
            <a:prstGeom prst="straightConnector1">
              <a:avLst/>
            </a:prstGeom>
            <a:ln w="38100">
              <a:solidFill>
                <a:schemeClr val="tx1"/>
              </a:solidFill>
              <a:tailEnd type="triangle"/>
            </a:ln>
            <a:effectLst>
              <a:outerShdw blurRad="50800" dist="38100" dir="5400000" algn="t"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69" name="Straight Arrow Connector 68">
              <a:extLst>
                <a:ext uri="{FF2B5EF4-FFF2-40B4-BE49-F238E27FC236}">
                  <a16:creationId xmlns:a16="http://schemas.microsoft.com/office/drawing/2014/main" id="{4DCBCE9D-C41A-4620-A9FB-2A0CEA0921F8}"/>
                </a:ext>
              </a:extLst>
            </p:cNvPr>
            <p:cNvCxnSpPr>
              <a:cxnSpLocks/>
              <a:stCxn id="23" idx="3"/>
              <a:endCxn id="26" idx="1"/>
            </p:cNvCxnSpPr>
            <p:nvPr/>
          </p:nvCxnSpPr>
          <p:spPr>
            <a:xfrm>
              <a:off x="9716599" y="3042784"/>
              <a:ext cx="585664" cy="0"/>
            </a:xfrm>
            <a:prstGeom prst="straightConnector1">
              <a:avLst/>
            </a:prstGeom>
            <a:ln w="38100">
              <a:solidFill>
                <a:schemeClr val="tx1"/>
              </a:solidFill>
              <a:tailEnd type="triangle"/>
            </a:ln>
            <a:effectLst>
              <a:outerShdw blurRad="50800" dist="38100" dir="5400000" algn="t"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pic>
          <p:nvPicPr>
            <p:cNvPr id="72" name="Graphic 71" descr="Truck">
              <a:extLst>
                <a:ext uri="{FF2B5EF4-FFF2-40B4-BE49-F238E27FC236}">
                  <a16:creationId xmlns:a16="http://schemas.microsoft.com/office/drawing/2014/main" id="{6A8FD556-F39F-4C8F-B50F-A0BFAC4830A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879288" y="1828471"/>
              <a:ext cx="914400" cy="914400"/>
            </a:xfrm>
            <a:prstGeom prst="rect">
              <a:avLst/>
            </a:prstGeom>
          </p:spPr>
        </p:pic>
        <p:pic>
          <p:nvPicPr>
            <p:cNvPr id="73" name="Graphic 72" descr="Box trolley">
              <a:extLst>
                <a:ext uri="{FF2B5EF4-FFF2-40B4-BE49-F238E27FC236}">
                  <a16:creationId xmlns:a16="http://schemas.microsoft.com/office/drawing/2014/main" id="{AF5B973E-2E76-43EB-B774-15003DDB543D}"/>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543908" y="2143149"/>
              <a:ext cx="365760" cy="365760"/>
            </a:xfrm>
            <a:prstGeom prst="rect">
              <a:avLst/>
            </a:prstGeom>
          </p:spPr>
        </p:pic>
        <p:pic>
          <p:nvPicPr>
            <p:cNvPr id="74" name="Graphic 73" descr="Document">
              <a:extLst>
                <a:ext uri="{FF2B5EF4-FFF2-40B4-BE49-F238E27FC236}">
                  <a16:creationId xmlns:a16="http://schemas.microsoft.com/office/drawing/2014/main" id="{F5BC902E-53A6-4046-A624-6B20ED61888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7128747" y="1777389"/>
              <a:ext cx="274320" cy="274320"/>
            </a:xfrm>
            <a:prstGeom prst="rect">
              <a:avLst/>
            </a:prstGeom>
          </p:spPr>
        </p:pic>
        <p:pic>
          <p:nvPicPr>
            <p:cNvPr id="75" name="Graphic 74" descr="Money">
              <a:extLst>
                <a:ext uri="{FF2B5EF4-FFF2-40B4-BE49-F238E27FC236}">
                  <a16:creationId xmlns:a16="http://schemas.microsoft.com/office/drawing/2014/main" id="{ABFD27C1-8A43-4BD6-9560-E2EC04B2049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0412902" y="2183505"/>
              <a:ext cx="315056" cy="325404"/>
            </a:xfrm>
            <a:prstGeom prst="rect">
              <a:avLst/>
            </a:prstGeom>
          </p:spPr>
        </p:pic>
        <p:pic>
          <p:nvPicPr>
            <p:cNvPr id="76" name="Graphic 75" descr="Credit card">
              <a:extLst>
                <a:ext uri="{FF2B5EF4-FFF2-40B4-BE49-F238E27FC236}">
                  <a16:creationId xmlns:a16="http://schemas.microsoft.com/office/drawing/2014/main" id="{EE4E5569-A242-461C-AD8F-608BFB0F8F80}"/>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10412901" y="1960267"/>
              <a:ext cx="315056" cy="325404"/>
            </a:xfrm>
            <a:prstGeom prst="rect">
              <a:avLst/>
            </a:prstGeom>
          </p:spPr>
        </p:pic>
        <p:pic>
          <p:nvPicPr>
            <p:cNvPr id="77" name="Graphic 76" descr="Internet">
              <a:extLst>
                <a:ext uri="{FF2B5EF4-FFF2-40B4-BE49-F238E27FC236}">
                  <a16:creationId xmlns:a16="http://schemas.microsoft.com/office/drawing/2014/main" id="{B264F5ED-69A3-4DF0-AD01-F0D69BA1FD9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0703342" y="2020090"/>
              <a:ext cx="441078" cy="455565"/>
            </a:xfrm>
            <a:prstGeom prst="rect">
              <a:avLst/>
            </a:prstGeom>
          </p:spPr>
        </p:pic>
        <p:pic>
          <p:nvPicPr>
            <p:cNvPr id="78" name="Graphic 77" descr="Questions">
              <a:extLst>
                <a:ext uri="{FF2B5EF4-FFF2-40B4-BE49-F238E27FC236}">
                  <a16:creationId xmlns:a16="http://schemas.microsoft.com/office/drawing/2014/main" id="{BF516C66-8FF9-4080-83C9-35FD858ACA3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11075482" y="2018455"/>
              <a:ext cx="457200" cy="457200"/>
            </a:xfrm>
            <a:prstGeom prst="rect">
              <a:avLst/>
            </a:prstGeom>
          </p:spPr>
        </p:pic>
      </p:grpSp>
      <p:cxnSp>
        <p:nvCxnSpPr>
          <p:cNvPr id="28" name="Straight Arrow Connector 27">
            <a:extLst>
              <a:ext uri="{FF2B5EF4-FFF2-40B4-BE49-F238E27FC236}">
                <a16:creationId xmlns:a16="http://schemas.microsoft.com/office/drawing/2014/main" id="{003066BC-A814-482A-9440-E665DBCFDF05}"/>
              </a:ext>
            </a:extLst>
          </p:cNvPr>
          <p:cNvCxnSpPr>
            <a:cxnSpLocks/>
          </p:cNvCxnSpPr>
          <p:nvPr/>
        </p:nvCxnSpPr>
        <p:spPr>
          <a:xfrm>
            <a:off x="1201739" y="3499984"/>
            <a:ext cx="0" cy="486049"/>
          </a:xfrm>
          <a:prstGeom prst="straightConnector1">
            <a:avLst/>
          </a:prstGeom>
          <a:ln w="38100">
            <a:solidFill>
              <a:schemeClr val="accent2">
                <a:lumMod val="50000"/>
              </a:schemeClr>
            </a:solidFill>
            <a:prstDash val="solid"/>
            <a:headEnd type="triangle"/>
            <a:tailEnd type="none"/>
          </a:ln>
          <a:effectLst>
            <a:outerShdw blurRad="50800" dist="38100" dir="5400000" algn="t"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29" name="Rectangle: Rounded Corners 28">
            <a:extLst>
              <a:ext uri="{FF2B5EF4-FFF2-40B4-BE49-F238E27FC236}">
                <a16:creationId xmlns:a16="http://schemas.microsoft.com/office/drawing/2014/main" id="{BD48671C-E322-41CD-A086-216DC4B34683}"/>
              </a:ext>
            </a:extLst>
          </p:cNvPr>
          <p:cNvSpPr/>
          <p:nvPr/>
        </p:nvSpPr>
        <p:spPr>
          <a:xfrm>
            <a:off x="296175" y="3986032"/>
            <a:ext cx="9687579" cy="2368113"/>
          </a:xfrm>
          <a:prstGeom prst="roundRect">
            <a:avLst>
              <a:gd name="adj" fmla="val 0"/>
            </a:avLst>
          </a:prstGeom>
          <a:solidFill>
            <a:schemeClr val="bg1">
              <a:lumMod val="95000"/>
            </a:schemeClr>
          </a:solidFill>
          <a:ln w="12700">
            <a:solidFill>
              <a:schemeClr val="tx2">
                <a:lumMod val="50000"/>
              </a:schemeClr>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l" defTabSz="7620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Arial" panose="020B0604020202020204"/>
                <a:ea typeface="ＭＳ Ｐゴシック" pitchFamily="34" charset="-128"/>
                <a:cs typeface="+mn-cs"/>
              </a:rPr>
              <a:t>Sales Organization and Sales Order Master Data</a:t>
            </a:r>
          </a:p>
        </p:txBody>
      </p:sp>
      <p:pic>
        <p:nvPicPr>
          <p:cNvPr id="31" name="Graphic 30" descr="Building">
            <a:extLst>
              <a:ext uri="{FF2B5EF4-FFF2-40B4-BE49-F238E27FC236}">
                <a16:creationId xmlns:a16="http://schemas.microsoft.com/office/drawing/2014/main" id="{998421A0-043B-4A3A-98BB-985C15962FA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2711081" y="4385950"/>
            <a:ext cx="914400" cy="914400"/>
          </a:xfrm>
          <a:prstGeom prst="rect">
            <a:avLst/>
          </a:prstGeom>
        </p:spPr>
      </p:pic>
      <p:pic>
        <p:nvPicPr>
          <p:cNvPr id="32" name="Graphic 31" descr="Label">
            <a:extLst>
              <a:ext uri="{FF2B5EF4-FFF2-40B4-BE49-F238E27FC236}">
                <a16:creationId xmlns:a16="http://schemas.microsoft.com/office/drawing/2014/main" id="{4D972A0E-904D-4841-B6A5-2EC72BA38022}"/>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8531391" y="4378479"/>
            <a:ext cx="914400" cy="914400"/>
          </a:xfrm>
          <a:prstGeom prst="rect">
            <a:avLst/>
          </a:prstGeom>
        </p:spPr>
      </p:pic>
      <p:pic>
        <p:nvPicPr>
          <p:cNvPr id="33" name="Graphic 32" descr="Box">
            <a:extLst>
              <a:ext uri="{FF2B5EF4-FFF2-40B4-BE49-F238E27FC236}">
                <a16:creationId xmlns:a16="http://schemas.microsoft.com/office/drawing/2014/main" id="{6F449838-FDAA-4A46-9D45-E80B6358B017}"/>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4686834" y="4379625"/>
            <a:ext cx="914400" cy="914400"/>
          </a:xfrm>
          <a:prstGeom prst="rect">
            <a:avLst/>
          </a:prstGeom>
        </p:spPr>
      </p:pic>
      <p:pic>
        <p:nvPicPr>
          <p:cNvPr id="34" name="Graphic 33" descr="Research">
            <a:extLst>
              <a:ext uri="{FF2B5EF4-FFF2-40B4-BE49-F238E27FC236}">
                <a16:creationId xmlns:a16="http://schemas.microsoft.com/office/drawing/2014/main" id="{28B4A592-2DD5-44E4-A716-5876916028B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7244829" y="4742230"/>
            <a:ext cx="457200" cy="457200"/>
          </a:xfrm>
          <a:prstGeom prst="rect">
            <a:avLst/>
          </a:prstGeom>
        </p:spPr>
      </p:pic>
      <p:pic>
        <p:nvPicPr>
          <p:cNvPr id="35" name="Graphic 34" descr="Building">
            <a:extLst>
              <a:ext uri="{FF2B5EF4-FFF2-40B4-BE49-F238E27FC236}">
                <a16:creationId xmlns:a16="http://schemas.microsoft.com/office/drawing/2014/main" id="{D5FF1459-A654-4665-B40B-988228894D7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6619873" y="4377055"/>
            <a:ext cx="914400" cy="914400"/>
          </a:xfrm>
          <a:prstGeom prst="rect">
            <a:avLst/>
          </a:prstGeom>
        </p:spPr>
      </p:pic>
      <p:sp>
        <p:nvSpPr>
          <p:cNvPr id="36" name="Rectangle: Rounded Corners 35">
            <a:extLst>
              <a:ext uri="{FF2B5EF4-FFF2-40B4-BE49-F238E27FC236}">
                <a16:creationId xmlns:a16="http://schemas.microsoft.com/office/drawing/2014/main" id="{313845CB-FE46-424A-906E-F8F891BD265F}"/>
              </a:ext>
            </a:extLst>
          </p:cNvPr>
          <p:cNvSpPr/>
          <p:nvPr/>
        </p:nvSpPr>
        <p:spPr>
          <a:xfrm>
            <a:off x="2482028" y="5170088"/>
            <a:ext cx="1371600" cy="914400"/>
          </a:xfrm>
          <a:prstGeom prst="roundRect">
            <a:avLst/>
          </a:prstGeom>
          <a:solidFill>
            <a:schemeClr val="bg2">
              <a:lumMod val="90000"/>
            </a:schemeClr>
          </a:solidFill>
          <a:ln w="12700">
            <a:solidFill>
              <a:schemeClr val="tx2">
                <a:lumMod val="50000"/>
              </a:schemeClr>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1A3040">
                    <a:lumMod val="50000"/>
                  </a:srgbClr>
                </a:solidFill>
                <a:effectLst/>
                <a:uLnTx/>
                <a:uFillTx/>
                <a:latin typeface="Arial" panose="020B0604020202020204"/>
                <a:ea typeface="+mn-ea"/>
                <a:cs typeface="+mn-cs"/>
              </a:rPr>
              <a:t>Business Partner (BP): Customer</a:t>
            </a:r>
          </a:p>
        </p:txBody>
      </p:sp>
      <p:sp>
        <p:nvSpPr>
          <p:cNvPr id="38" name="Rectangle: Rounded Corners 37">
            <a:extLst>
              <a:ext uri="{FF2B5EF4-FFF2-40B4-BE49-F238E27FC236}">
                <a16:creationId xmlns:a16="http://schemas.microsoft.com/office/drawing/2014/main" id="{83A82A0C-D015-47A3-8B75-6387729B912C}"/>
              </a:ext>
            </a:extLst>
          </p:cNvPr>
          <p:cNvSpPr/>
          <p:nvPr/>
        </p:nvSpPr>
        <p:spPr>
          <a:xfrm>
            <a:off x="4447778" y="5170088"/>
            <a:ext cx="1371600" cy="914400"/>
          </a:xfrm>
          <a:prstGeom prst="roundRect">
            <a:avLst/>
          </a:prstGeom>
          <a:solidFill>
            <a:schemeClr val="bg2">
              <a:lumMod val="90000"/>
            </a:schemeClr>
          </a:solidFill>
          <a:ln w="12700">
            <a:solidFill>
              <a:schemeClr val="tx2">
                <a:lumMod val="50000"/>
              </a:schemeClr>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1A3040">
                    <a:lumMod val="50000"/>
                  </a:srgbClr>
                </a:solidFill>
                <a:effectLst/>
                <a:uLnTx/>
                <a:uFillTx/>
                <a:latin typeface="Arial" panose="020B0604020202020204"/>
                <a:ea typeface="+mn-ea"/>
                <a:cs typeface="+mn-cs"/>
              </a:rPr>
              <a:t>Material Master Data for Sales</a:t>
            </a:r>
          </a:p>
        </p:txBody>
      </p:sp>
      <p:sp>
        <p:nvSpPr>
          <p:cNvPr id="39" name="Rectangle: Rounded Corners 38">
            <a:extLst>
              <a:ext uri="{FF2B5EF4-FFF2-40B4-BE49-F238E27FC236}">
                <a16:creationId xmlns:a16="http://schemas.microsoft.com/office/drawing/2014/main" id="{0F689542-67CE-40A1-89C2-9D6118A647EE}"/>
              </a:ext>
            </a:extLst>
          </p:cNvPr>
          <p:cNvSpPr/>
          <p:nvPr/>
        </p:nvSpPr>
        <p:spPr>
          <a:xfrm>
            <a:off x="6354535" y="5172408"/>
            <a:ext cx="1371600" cy="914400"/>
          </a:xfrm>
          <a:prstGeom prst="roundRect">
            <a:avLst/>
          </a:prstGeom>
          <a:solidFill>
            <a:schemeClr val="bg2">
              <a:lumMod val="90000"/>
            </a:schemeClr>
          </a:solidFill>
          <a:ln w="12700">
            <a:solidFill>
              <a:schemeClr val="tx2">
                <a:lumMod val="50000"/>
              </a:schemeClr>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1A3040">
                    <a:lumMod val="50000"/>
                  </a:srgbClr>
                </a:solidFill>
                <a:effectLst/>
                <a:uLnTx/>
                <a:uFillTx/>
                <a:latin typeface="Arial" panose="020B0604020202020204"/>
                <a:ea typeface="+mn-ea"/>
                <a:cs typeface="+mn-cs"/>
              </a:rPr>
              <a:t>Business Partner (BP): Customer Credit Management</a:t>
            </a:r>
          </a:p>
        </p:txBody>
      </p:sp>
      <p:sp>
        <p:nvSpPr>
          <p:cNvPr id="40" name="Rectangle: Rounded Corners 39">
            <a:extLst>
              <a:ext uri="{FF2B5EF4-FFF2-40B4-BE49-F238E27FC236}">
                <a16:creationId xmlns:a16="http://schemas.microsoft.com/office/drawing/2014/main" id="{7D81628E-952E-4398-8966-309DDBDFE228}"/>
              </a:ext>
            </a:extLst>
          </p:cNvPr>
          <p:cNvSpPr/>
          <p:nvPr/>
        </p:nvSpPr>
        <p:spPr>
          <a:xfrm>
            <a:off x="8292478" y="5172533"/>
            <a:ext cx="1371600" cy="914400"/>
          </a:xfrm>
          <a:prstGeom prst="roundRect">
            <a:avLst/>
          </a:prstGeom>
          <a:solidFill>
            <a:schemeClr val="bg2">
              <a:lumMod val="90000"/>
            </a:schemeClr>
          </a:solidFill>
          <a:ln w="12700">
            <a:solidFill>
              <a:schemeClr val="tx2">
                <a:lumMod val="50000"/>
              </a:schemeClr>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1A3040">
                    <a:lumMod val="50000"/>
                  </a:srgbClr>
                </a:solidFill>
                <a:effectLst/>
                <a:uLnTx/>
                <a:uFillTx/>
                <a:latin typeface="Arial" panose="020B0604020202020204"/>
                <a:ea typeface="+mn-ea"/>
                <a:cs typeface="+mn-cs"/>
              </a:rPr>
              <a:t>Price Management / Price Determination</a:t>
            </a:r>
          </a:p>
        </p:txBody>
      </p:sp>
      <p:sp>
        <p:nvSpPr>
          <p:cNvPr id="42" name="Rectangle: Rounded Corners 41">
            <a:extLst>
              <a:ext uri="{FF2B5EF4-FFF2-40B4-BE49-F238E27FC236}">
                <a16:creationId xmlns:a16="http://schemas.microsoft.com/office/drawing/2014/main" id="{A7FBF7BA-EAF0-47A8-A91A-83A88E9BBC0B}"/>
              </a:ext>
            </a:extLst>
          </p:cNvPr>
          <p:cNvSpPr/>
          <p:nvPr/>
        </p:nvSpPr>
        <p:spPr>
          <a:xfrm>
            <a:off x="515939" y="5170088"/>
            <a:ext cx="1371600" cy="914400"/>
          </a:xfrm>
          <a:prstGeom prst="roundRect">
            <a:avLst/>
          </a:prstGeom>
          <a:solidFill>
            <a:schemeClr val="bg2">
              <a:lumMod val="90000"/>
            </a:schemeClr>
          </a:solidFill>
          <a:ln w="12700">
            <a:solidFill>
              <a:schemeClr val="tx2">
                <a:lumMod val="50000"/>
              </a:schemeClr>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1A3040">
                    <a:lumMod val="50000"/>
                  </a:srgbClr>
                </a:solidFill>
                <a:effectLst/>
                <a:uLnTx/>
                <a:uFillTx/>
                <a:latin typeface="Arial" panose="020B0604020202020204"/>
                <a:ea typeface="+mn-ea"/>
                <a:cs typeface="+mn-cs"/>
              </a:rPr>
              <a:t>Sales Organization Structure</a:t>
            </a:r>
          </a:p>
        </p:txBody>
      </p:sp>
      <p:pic>
        <p:nvPicPr>
          <p:cNvPr id="44" name="Graphic 43" descr="City">
            <a:extLst>
              <a:ext uri="{FF2B5EF4-FFF2-40B4-BE49-F238E27FC236}">
                <a16:creationId xmlns:a16="http://schemas.microsoft.com/office/drawing/2014/main" id="{104C92F2-0C27-4982-B3E3-C9A9A897D67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757939" y="4377055"/>
            <a:ext cx="914400" cy="914400"/>
          </a:xfrm>
          <a:prstGeom prst="rect">
            <a:avLst/>
          </a:prstGeom>
        </p:spPr>
      </p:pic>
      <p:sp>
        <p:nvSpPr>
          <p:cNvPr id="45" name="Rectangle: Rounded Corners 44">
            <a:extLst>
              <a:ext uri="{FF2B5EF4-FFF2-40B4-BE49-F238E27FC236}">
                <a16:creationId xmlns:a16="http://schemas.microsoft.com/office/drawing/2014/main" id="{2CF41A6F-A53B-47E2-93FC-DFF45DD0D96A}"/>
              </a:ext>
            </a:extLst>
          </p:cNvPr>
          <p:cNvSpPr/>
          <p:nvPr/>
        </p:nvSpPr>
        <p:spPr>
          <a:xfrm>
            <a:off x="424645" y="4435829"/>
            <a:ext cx="1548063" cy="1798873"/>
          </a:xfrm>
          <a:prstGeom prst="roundRect">
            <a:avLst>
              <a:gd name="adj" fmla="val 11565"/>
            </a:avLst>
          </a:prstGeom>
          <a:no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Tree>
    <p:extLst>
      <p:ext uri="{BB962C8B-B14F-4D97-AF65-F5344CB8AC3E}">
        <p14:creationId xmlns:p14="http://schemas.microsoft.com/office/powerpoint/2010/main" val="13311651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CDBDA93C-1061-4D6F-85D3-D7427084CF32}"/>
              </a:ext>
            </a:extLst>
          </p:cNvPr>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dirty="0">
                <a:ln>
                  <a:noFill/>
                </a:ln>
                <a:solidFill>
                  <a:srgbClr val="000000"/>
                </a:solidFill>
                <a:effectLst/>
                <a:uLnTx/>
                <a:uFillTx/>
                <a:latin typeface="Arial" panose="020B0604020202020204"/>
                <a:ea typeface="+mn-ea"/>
                <a:cs typeface="+mn-cs"/>
              </a:rPr>
              <a:t>Sales Order Management</a:t>
            </a:r>
          </a:p>
        </p:txBody>
      </p:sp>
      <p:sp>
        <p:nvSpPr>
          <p:cNvPr id="4" name="Slide Number Placeholder 3">
            <a:extLst>
              <a:ext uri="{FF2B5EF4-FFF2-40B4-BE49-F238E27FC236}">
                <a16:creationId xmlns:a16="http://schemas.microsoft.com/office/drawing/2014/main" id="{1BD6FE7A-68F8-42E6-BACC-C0C63B05C108}"/>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GB" sz="8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2" name="Title 1">
            <a:extLst>
              <a:ext uri="{FF2B5EF4-FFF2-40B4-BE49-F238E27FC236}">
                <a16:creationId xmlns:a16="http://schemas.microsoft.com/office/drawing/2014/main" id="{A70B3228-224A-4C58-B261-61D0F038F1F0}"/>
              </a:ext>
            </a:extLst>
          </p:cNvPr>
          <p:cNvSpPr>
            <a:spLocks noGrp="1"/>
          </p:cNvSpPr>
          <p:nvPr>
            <p:ph type="title"/>
          </p:nvPr>
        </p:nvSpPr>
        <p:spPr/>
        <p:txBody>
          <a:bodyPr/>
          <a:lstStyle/>
          <a:p>
            <a:r>
              <a:rPr lang="en-US" dirty="0"/>
              <a:t>Sales Document Management:</a:t>
            </a:r>
            <a:br>
              <a:rPr lang="en-US" dirty="0"/>
            </a:br>
            <a:r>
              <a:rPr lang="en-US" dirty="0"/>
              <a:t>JTI Sales Organization Structure</a:t>
            </a:r>
            <a:endParaRPr lang="en-GB" dirty="0"/>
          </a:p>
        </p:txBody>
      </p:sp>
      <p:sp>
        <p:nvSpPr>
          <p:cNvPr id="3" name="Content Placeholder 2">
            <a:extLst>
              <a:ext uri="{FF2B5EF4-FFF2-40B4-BE49-F238E27FC236}">
                <a16:creationId xmlns:a16="http://schemas.microsoft.com/office/drawing/2014/main" id="{8EB2637A-EF8A-4316-83A1-A4A00C8AFA75}"/>
              </a:ext>
            </a:extLst>
          </p:cNvPr>
          <p:cNvSpPr>
            <a:spLocks noGrp="1"/>
          </p:cNvSpPr>
          <p:nvPr>
            <p:ph idx="4294967295"/>
          </p:nvPr>
        </p:nvSpPr>
        <p:spPr>
          <a:xfrm>
            <a:off x="582369" y="1782792"/>
            <a:ext cx="4824413" cy="4586288"/>
          </a:xfrm>
        </p:spPr>
        <p:txBody>
          <a:bodyPr/>
          <a:lstStyle/>
          <a:p>
            <a:pPr>
              <a:spcBef>
                <a:spcPts val="0"/>
              </a:spcBef>
            </a:pPr>
            <a:r>
              <a:rPr lang="en-GB" sz="1800" b="1" dirty="0"/>
              <a:t>JTI Sales Organizational Structure</a:t>
            </a:r>
          </a:p>
          <a:p>
            <a:pPr>
              <a:spcBef>
                <a:spcPts val="0"/>
              </a:spcBef>
            </a:pPr>
            <a:r>
              <a:rPr lang="en-GB" sz="1600" dirty="0"/>
              <a:t>The JTI Sales Organization Structure is made up of:</a:t>
            </a:r>
          </a:p>
          <a:p>
            <a:pPr marL="285750" lvl="0" indent="-285750">
              <a:spcBef>
                <a:spcPts val="0"/>
              </a:spcBef>
              <a:buFont typeface="Arial" panose="020B0604020202020204" pitchFamily="34" charset="0"/>
              <a:buChar char="•"/>
            </a:pPr>
            <a:r>
              <a:rPr lang="en-GB" sz="1600" dirty="0"/>
              <a:t>Sales Organization</a:t>
            </a:r>
          </a:p>
          <a:p>
            <a:pPr marL="285750" lvl="0" indent="-285750">
              <a:spcBef>
                <a:spcPts val="0"/>
              </a:spcBef>
              <a:buFont typeface="Arial" panose="020B0604020202020204" pitchFamily="34" charset="0"/>
              <a:buChar char="•"/>
            </a:pPr>
            <a:r>
              <a:rPr lang="en-GB" sz="1600" dirty="0"/>
              <a:t>Distribution Channel</a:t>
            </a:r>
          </a:p>
          <a:p>
            <a:pPr marL="285750" lvl="0" indent="-285750">
              <a:spcBef>
                <a:spcPts val="0"/>
              </a:spcBef>
              <a:buFont typeface="Arial" panose="020B0604020202020204" pitchFamily="34" charset="0"/>
              <a:buChar char="•"/>
            </a:pPr>
            <a:r>
              <a:rPr lang="en-GB" sz="1600" dirty="0"/>
              <a:t>Division</a:t>
            </a:r>
          </a:p>
          <a:p>
            <a:pPr>
              <a:spcBef>
                <a:spcPts val="0"/>
              </a:spcBef>
            </a:pPr>
            <a:endParaRPr lang="en-GB" sz="1600" dirty="0"/>
          </a:p>
          <a:p>
            <a:pPr>
              <a:spcBef>
                <a:spcPts val="0"/>
              </a:spcBef>
            </a:pPr>
            <a:r>
              <a:rPr lang="en-GB" sz="1600" dirty="0"/>
              <a:t>SAP S/4 HANA also uses other organizational units</a:t>
            </a:r>
          </a:p>
          <a:p>
            <a:pPr marL="285750" indent="-285750">
              <a:spcBef>
                <a:spcPts val="0"/>
              </a:spcBef>
              <a:buFont typeface="Arial" panose="020B0604020202020204" pitchFamily="34" charset="0"/>
              <a:buChar char="•"/>
            </a:pPr>
            <a:r>
              <a:rPr lang="en-GB" sz="1600" dirty="0"/>
              <a:t>Company Code (Finance)</a:t>
            </a:r>
          </a:p>
          <a:p>
            <a:pPr marL="285750" indent="-285750">
              <a:spcBef>
                <a:spcPts val="0"/>
              </a:spcBef>
              <a:buFont typeface="Arial" panose="020B0604020202020204" pitchFamily="34" charset="0"/>
              <a:buChar char="•"/>
            </a:pPr>
            <a:r>
              <a:rPr lang="en-GB" sz="1600" dirty="0"/>
              <a:t>Plant (Material Management)</a:t>
            </a:r>
          </a:p>
          <a:p>
            <a:pPr marL="285750" indent="-285750">
              <a:spcBef>
                <a:spcPts val="0"/>
              </a:spcBef>
              <a:buFont typeface="Arial" panose="020B0604020202020204" pitchFamily="34" charset="0"/>
              <a:buChar char="•"/>
            </a:pPr>
            <a:r>
              <a:rPr lang="en-GB" sz="1600" dirty="0"/>
              <a:t>Storage Location (Material Management)</a:t>
            </a:r>
          </a:p>
          <a:p>
            <a:endParaRPr lang="en-GB" dirty="0"/>
          </a:p>
        </p:txBody>
      </p:sp>
      <p:sp>
        <p:nvSpPr>
          <p:cNvPr id="8" name="Rectangle: Rounded Corners 7">
            <a:extLst>
              <a:ext uri="{FF2B5EF4-FFF2-40B4-BE49-F238E27FC236}">
                <a16:creationId xmlns:a16="http://schemas.microsoft.com/office/drawing/2014/main" id="{3EC745DF-ACB0-49AF-91C0-36DFA8E48325}"/>
              </a:ext>
            </a:extLst>
          </p:cNvPr>
          <p:cNvSpPr/>
          <p:nvPr/>
        </p:nvSpPr>
        <p:spPr>
          <a:xfrm>
            <a:off x="9007259" y="2819762"/>
            <a:ext cx="1463040" cy="457200"/>
          </a:xfrm>
          <a:prstGeom prst="roundRect">
            <a:avLst/>
          </a:prstGeom>
          <a:solidFill>
            <a:schemeClr val="bg1">
              <a:lumMod val="85000"/>
            </a:schemeClr>
          </a:solidFill>
          <a:ln w="19050">
            <a:solidFill>
              <a:schemeClr val="bg1">
                <a:lumMod val="85000"/>
              </a:schemeClr>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1A3040">
                    <a:lumMod val="50000"/>
                  </a:srgbClr>
                </a:solidFill>
                <a:effectLst/>
                <a:uLnTx/>
                <a:uFillTx/>
                <a:latin typeface="Arial" panose="020B0604020202020204"/>
                <a:ea typeface="+mn-ea"/>
                <a:cs typeface="+mn-cs"/>
              </a:rPr>
              <a:t>Plant</a:t>
            </a:r>
          </a:p>
        </p:txBody>
      </p:sp>
      <p:sp>
        <p:nvSpPr>
          <p:cNvPr id="9" name="Rectangle: Rounded Corners 8">
            <a:extLst>
              <a:ext uri="{FF2B5EF4-FFF2-40B4-BE49-F238E27FC236}">
                <a16:creationId xmlns:a16="http://schemas.microsoft.com/office/drawing/2014/main" id="{4E98DF5C-758D-4CC9-A1F7-DC02A1C59993}"/>
              </a:ext>
            </a:extLst>
          </p:cNvPr>
          <p:cNvSpPr/>
          <p:nvPr/>
        </p:nvSpPr>
        <p:spPr>
          <a:xfrm>
            <a:off x="6922672" y="4190019"/>
            <a:ext cx="1463040" cy="457200"/>
          </a:xfrm>
          <a:prstGeom prst="roundRect">
            <a:avLst/>
          </a:prstGeom>
          <a:solidFill>
            <a:schemeClr val="tx2">
              <a:lumMod val="40000"/>
              <a:lumOff val="60000"/>
            </a:schemeClr>
          </a:solidFill>
          <a:ln w="19050">
            <a:solidFill>
              <a:schemeClr val="tx2">
                <a:lumMod val="40000"/>
                <a:lumOff val="60000"/>
              </a:schemeClr>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1A3040">
                    <a:lumMod val="50000"/>
                  </a:srgbClr>
                </a:solidFill>
                <a:effectLst/>
                <a:uLnTx/>
                <a:uFillTx/>
                <a:latin typeface="Arial" panose="020B0604020202020204"/>
                <a:ea typeface="+mn-ea"/>
                <a:cs typeface="+mn-cs"/>
              </a:rPr>
              <a:t>Division</a:t>
            </a:r>
          </a:p>
        </p:txBody>
      </p:sp>
      <p:sp>
        <p:nvSpPr>
          <p:cNvPr id="10" name="Rectangle: Rounded Corners 9">
            <a:extLst>
              <a:ext uri="{FF2B5EF4-FFF2-40B4-BE49-F238E27FC236}">
                <a16:creationId xmlns:a16="http://schemas.microsoft.com/office/drawing/2014/main" id="{F6B3A0C7-B09B-47A6-9E00-CD3625F98391}"/>
              </a:ext>
            </a:extLst>
          </p:cNvPr>
          <p:cNvSpPr/>
          <p:nvPr/>
        </p:nvSpPr>
        <p:spPr>
          <a:xfrm>
            <a:off x="6922672" y="3504653"/>
            <a:ext cx="1463040" cy="457200"/>
          </a:xfrm>
          <a:prstGeom prst="roundRect">
            <a:avLst/>
          </a:prstGeom>
          <a:solidFill>
            <a:schemeClr val="tx2">
              <a:lumMod val="60000"/>
              <a:lumOff val="40000"/>
            </a:schemeClr>
          </a:solidFill>
          <a:ln w="19050">
            <a:solidFill>
              <a:schemeClr val="tx2">
                <a:lumMod val="60000"/>
                <a:lumOff val="40000"/>
              </a:schemeClr>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Arial" panose="020B0604020202020204"/>
                <a:ea typeface="+mn-ea"/>
                <a:cs typeface="+mn-cs"/>
              </a:rPr>
              <a:t>Distribution Channel</a:t>
            </a:r>
          </a:p>
        </p:txBody>
      </p:sp>
      <p:sp>
        <p:nvSpPr>
          <p:cNvPr id="11" name="Rectangle: Rounded Corners 10">
            <a:extLst>
              <a:ext uri="{FF2B5EF4-FFF2-40B4-BE49-F238E27FC236}">
                <a16:creationId xmlns:a16="http://schemas.microsoft.com/office/drawing/2014/main" id="{710C1197-70E0-44D1-A0D1-DDE6EF7EF3B0}"/>
              </a:ext>
            </a:extLst>
          </p:cNvPr>
          <p:cNvSpPr/>
          <p:nvPr/>
        </p:nvSpPr>
        <p:spPr>
          <a:xfrm>
            <a:off x="6924919" y="2819762"/>
            <a:ext cx="1463040" cy="457200"/>
          </a:xfrm>
          <a:prstGeom prst="roundRect">
            <a:avLst/>
          </a:prstGeom>
          <a:solidFill>
            <a:schemeClr val="tx2">
              <a:lumMod val="75000"/>
            </a:schemeClr>
          </a:solidFill>
          <a:ln w="12700">
            <a:solidFill>
              <a:schemeClr val="tx2">
                <a:lumMod val="75000"/>
              </a:schemeClr>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Arial" panose="020B0604020202020204"/>
                <a:ea typeface="+mn-ea"/>
                <a:cs typeface="+mn-cs"/>
              </a:rPr>
              <a:t>Sales Organization</a:t>
            </a:r>
          </a:p>
        </p:txBody>
      </p:sp>
      <p:sp>
        <p:nvSpPr>
          <p:cNvPr id="12" name="Rectangle: Rounded Corners 11">
            <a:extLst>
              <a:ext uri="{FF2B5EF4-FFF2-40B4-BE49-F238E27FC236}">
                <a16:creationId xmlns:a16="http://schemas.microsoft.com/office/drawing/2014/main" id="{5A11CB0B-6B92-43FA-9B65-53FEA20CA40F}"/>
              </a:ext>
            </a:extLst>
          </p:cNvPr>
          <p:cNvSpPr/>
          <p:nvPr/>
        </p:nvSpPr>
        <p:spPr>
          <a:xfrm>
            <a:off x="7970585" y="2117788"/>
            <a:ext cx="1463040" cy="457200"/>
          </a:xfrm>
          <a:prstGeom prst="roundRect">
            <a:avLst/>
          </a:prstGeom>
          <a:solidFill>
            <a:schemeClr val="tx2">
              <a:lumMod val="50000"/>
            </a:schemeClr>
          </a:solidFill>
          <a:ln w="12700">
            <a:solidFill>
              <a:schemeClr val="tx2">
                <a:lumMod val="50000"/>
              </a:schemeClr>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Arial" panose="020B0604020202020204"/>
                <a:ea typeface="+mn-ea"/>
                <a:cs typeface="+mn-cs"/>
              </a:rPr>
              <a:t>Company Code</a:t>
            </a:r>
          </a:p>
        </p:txBody>
      </p:sp>
      <p:sp>
        <p:nvSpPr>
          <p:cNvPr id="13" name="Rectangle: Rounded Corners 12">
            <a:extLst>
              <a:ext uri="{FF2B5EF4-FFF2-40B4-BE49-F238E27FC236}">
                <a16:creationId xmlns:a16="http://schemas.microsoft.com/office/drawing/2014/main" id="{07882636-2A47-4CD8-BDEE-223C08EAAD30}"/>
              </a:ext>
            </a:extLst>
          </p:cNvPr>
          <p:cNvSpPr/>
          <p:nvPr/>
        </p:nvSpPr>
        <p:spPr>
          <a:xfrm>
            <a:off x="6922835" y="4999126"/>
            <a:ext cx="1463040" cy="457200"/>
          </a:xfrm>
          <a:prstGeom prst="roundRect">
            <a:avLst/>
          </a:prstGeom>
          <a:solidFill>
            <a:schemeClr val="tx2"/>
          </a:solidFill>
          <a:ln w="12700">
            <a:solidFill>
              <a:schemeClr val="tx2"/>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Arial" panose="020B0604020202020204"/>
                <a:ea typeface="+mn-ea"/>
                <a:cs typeface="+mn-cs"/>
              </a:rPr>
              <a:t>Sales Area</a:t>
            </a:r>
          </a:p>
        </p:txBody>
      </p:sp>
      <p:cxnSp>
        <p:nvCxnSpPr>
          <p:cNvPr id="14" name="Connector: Elbow 13">
            <a:extLst>
              <a:ext uri="{FF2B5EF4-FFF2-40B4-BE49-F238E27FC236}">
                <a16:creationId xmlns:a16="http://schemas.microsoft.com/office/drawing/2014/main" id="{AFDC9C9F-4EAF-4E51-8794-963DE9146318}"/>
              </a:ext>
            </a:extLst>
          </p:cNvPr>
          <p:cNvCxnSpPr>
            <a:cxnSpLocks/>
            <a:stCxn id="12" idx="1"/>
            <a:endCxn id="11" idx="0"/>
          </p:cNvCxnSpPr>
          <p:nvPr/>
        </p:nvCxnSpPr>
        <p:spPr>
          <a:xfrm rot="10800000" flipV="1">
            <a:off x="7656439" y="2346388"/>
            <a:ext cx="314146" cy="473374"/>
          </a:xfrm>
          <a:prstGeom prst="bentConnector2">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Connector: Elbow 14">
            <a:extLst>
              <a:ext uri="{FF2B5EF4-FFF2-40B4-BE49-F238E27FC236}">
                <a16:creationId xmlns:a16="http://schemas.microsoft.com/office/drawing/2014/main" id="{E20B2EC6-8050-4945-8525-E93E1ADE4342}"/>
              </a:ext>
            </a:extLst>
          </p:cNvPr>
          <p:cNvCxnSpPr>
            <a:cxnSpLocks/>
            <a:stCxn id="12" idx="3"/>
            <a:endCxn id="8" idx="0"/>
          </p:cNvCxnSpPr>
          <p:nvPr/>
        </p:nvCxnSpPr>
        <p:spPr>
          <a:xfrm>
            <a:off x="9433625" y="2346388"/>
            <a:ext cx="305154" cy="473374"/>
          </a:xfrm>
          <a:prstGeom prst="bentConnector2">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Connector: Elbow 46">
            <a:extLst>
              <a:ext uri="{FF2B5EF4-FFF2-40B4-BE49-F238E27FC236}">
                <a16:creationId xmlns:a16="http://schemas.microsoft.com/office/drawing/2014/main" id="{D7D98E3D-1670-4C65-B21A-F9F971523F37}"/>
              </a:ext>
            </a:extLst>
          </p:cNvPr>
          <p:cNvCxnSpPr>
            <a:cxnSpLocks/>
            <a:stCxn id="11" idx="2"/>
            <a:endCxn id="10" idx="0"/>
          </p:cNvCxnSpPr>
          <p:nvPr/>
        </p:nvCxnSpPr>
        <p:spPr>
          <a:xfrm flipH="1">
            <a:off x="7654192" y="3276962"/>
            <a:ext cx="2247" cy="227691"/>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Connector: Elbow 46">
            <a:extLst>
              <a:ext uri="{FF2B5EF4-FFF2-40B4-BE49-F238E27FC236}">
                <a16:creationId xmlns:a16="http://schemas.microsoft.com/office/drawing/2014/main" id="{09C16DF2-30A4-4AB0-952A-AF8EA061B548}"/>
              </a:ext>
            </a:extLst>
          </p:cNvPr>
          <p:cNvCxnSpPr>
            <a:cxnSpLocks/>
            <a:stCxn id="10" idx="2"/>
            <a:endCxn id="9" idx="0"/>
          </p:cNvCxnSpPr>
          <p:nvPr/>
        </p:nvCxnSpPr>
        <p:spPr>
          <a:xfrm>
            <a:off x="7654192" y="3961853"/>
            <a:ext cx="0" cy="228166"/>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 name="Connector: Elbow 46">
            <a:extLst>
              <a:ext uri="{FF2B5EF4-FFF2-40B4-BE49-F238E27FC236}">
                <a16:creationId xmlns:a16="http://schemas.microsoft.com/office/drawing/2014/main" id="{358ACC61-52DB-4546-983D-1FDCFF3C9A74}"/>
              </a:ext>
            </a:extLst>
          </p:cNvPr>
          <p:cNvCxnSpPr>
            <a:cxnSpLocks/>
            <a:stCxn id="19" idx="2"/>
            <a:endCxn id="13" idx="0"/>
          </p:cNvCxnSpPr>
          <p:nvPr/>
        </p:nvCxnSpPr>
        <p:spPr>
          <a:xfrm flipH="1">
            <a:off x="7654355" y="4774132"/>
            <a:ext cx="1007" cy="224994"/>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9" name="Rectangle: Rounded Corners 18">
            <a:extLst>
              <a:ext uri="{FF2B5EF4-FFF2-40B4-BE49-F238E27FC236}">
                <a16:creationId xmlns:a16="http://schemas.microsoft.com/office/drawing/2014/main" id="{69A16FBE-0435-4C00-AF40-DDAA7528E17B}"/>
              </a:ext>
            </a:extLst>
          </p:cNvPr>
          <p:cNvSpPr/>
          <p:nvPr/>
        </p:nvSpPr>
        <p:spPr>
          <a:xfrm>
            <a:off x="6851652" y="2696910"/>
            <a:ext cx="1607419" cy="2077222"/>
          </a:xfrm>
          <a:prstGeom prst="roundRect">
            <a:avLst>
              <a:gd name="adj" fmla="val 8522"/>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
        <p:nvSpPr>
          <p:cNvPr id="20" name="Rectangle: Rounded Corners 19">
            <a:extLst>
              <a:ext uri="{FF2B5EF4-FFF2-40B4-BE49-F238E27FC236}">
                <a16:creationId xmlns:a16="http://schemas.microsoft.com/office/drawing/2014/main" id="{08E86954-67ED-45B3-B92F-AF6A43108B87}"/>
              </a:ext>
            </a:extLst>
          </p:cNvPr>
          <p:cNvSpPr/>
          <p:nvPr/>
        </p:nvSpPr>
        <p:spPr>
          <a:xfrm>
            <a:off x="9007259" y="3504653"/>
            <a:ext cx="1463040" cy="457200"/>
          </a:xfrm>
          <a:prstGeom prst="roundRect">
            <a:avLst/>
          </a:prstGeom>
          <a:solidFill>
            <a:schemeClr val="bg1">
              <a:lumMod val="95000"/>
              <a:alpha val="40000"/>
            </a:schemeClr>
          </a:solidFill>
          <a:ln w="12700">
            <a:solidFill>
              <a:schemeClr val="bg1">
                <a:lumMod val="95000"/>
                <a:alpha val="40000"/>
              </a:schemeClr>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1A3040">
                    <a:lumMod val="50000"/>
                  </a:srgbClr>
                </a:solidFill>
                <a:effectLst/>
                <a:uLnTx/>
                <a:uFillTx/>
                <a:latin typeface="Arial" panose="020B0604020202020204"/>
                <a:ea typeface="+mn-ea"/>
                <a:cs typeface="+mn-cs"/>
              </a:rPr>
              <a:t>Storage Location</a:t>
            </a:r>
          </a:p>
        </p:txBody>
      </p:sp>
      <p:cxnSp>
        <p:nvCxnSpPr>
          <p:cNvPr id="21" name="Connector: Elbow 46">
            <a:extLst>
              <a:ext uri="{FF2B5EF4-FFF2-40B4-BE49-F238E27FC236}">
                <a16:creationId xmlns:a16="http://schemas.microsoft.com/office/drawing/2014/main" id="{650284A3-9D84-49FF-AFBC-36FBF8836A54}"/>
              </a:ext>
            </a:extLst>
          </p:cNvPr>
          <p:cNvCxnSpPr>
            <a:cxnSpLocks/>
            <a:stCxn id="8" idx="2"/>
            <a:endCxn id="20" idx="0"/>
          </p:cNvCxnSpPr>
          <p:nvPr/>
        </p:nvCxnSpPr>
        <p:spPr>
          <a:xfrm>
            <a:off x="9738779" y="3276962"/>
            <a:ext cx="0" cy="227691"/>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CA9A2E0D-F3CC-4F59-BB70-284A280ADDCA}"/>
              </a:ext>
            </a:extLst>
          </p:cNvPr>
          <p:cNvSpPr txBox="1"/>
          <p:nvPr/>
        </p:nvSpPr>
        <p:spPr>
          <a:xfrm>
            <a:off x="7041200" y="1695450"/>
            <a:ext cx="3321809" cy="304800"/>
          </a:xfrm>
          <a:prstGeom prst="rect">
            <a:avLst/>
          </a:prstGeom>
          <a:noFill/>
        </p:spPr>
        <p:txBody>
          <a:bodyPr wrap="square" lIns="0" tIns="0" rIns="0" bIns="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EAAA00"/>
                </a:solidFill>
                <a:effectLst/>
                <a:uLnTx/>
                <a:uFillTx/>
                <a:latin typeface="Arial" panose="020B0604020202020204"/>
                <a:ea typeface="+mn-ea"/>
                <a:cs typeface="+mn-cs"/>
              </a:rPr>
              <a:t>Sales Organization Structure</a:t>
            </a:r>
          </a:p>
        </p:txBody>
      </p:sp>
    </p:spTree>
    <p:extLst>
      <p:ext uri="{BB962C8B-B14F-4D97-AF65-F5344CB8AC3E}">
        <p14:creationId xmlns:p14="http://schemas.microsoft.com/office/powerpoint/2010/main" val="25012937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93991D36-553F-4774-91B7-B38064C73130}"/>
              </a:ext>
            </a:extLst>
          </p:cNvPr>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dirty="0">
                <a:ln>
                  <a:noFill/>
                </a:ln>
                <a:solidFill>
                  <a:srgbClr val="000000"/>
                </a:solidFill>
                <a:effectLst/>
                <a:uLnTx/>
                <a:uFillTx/>
                <a:latin typeface="Arial" panose="020B0604020202020204"/>
                <a:ea typeface="+mn-ea"/>
                <a:cs typeface="+mn-cs"/>
              </a:rPr>
              <a:t>Sales Order Management</a:t>
            </a:r>
          </a:p>
        </p:txBody>
      </p:sp>
      <p:sp>
        <p:nvSpPr>
          <p:cNvPr id="3" name="Slide Number Placeholder 2">
            <a:extLst>
              <a:ext uri="{FF2B5EF4-FFF2-40B4-BE49-F238E27FC236}">
                <a16:creationId xmlns:a16="http://schemas.microsoft.com/office/drawing/2014/main" id="{D3B69194-692D-43F4-B501-BB8F43785281}"/>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GB" sz="8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2" name="Title 1">
            <a:extLst>
              <a:ext uri="{FF2B5EF4-FFF2-40B4-BE49-F238E27FC236}">
                <a16:creationId xmlns:a16="http://schemas.microsoft.com/office/drawing/2014/main" id="{FB2AF787-C16C-4BE8-BCE7-697F354D376B}"/>
              </a:ext>
            </a:extLst>
          </p:cNvPr>
          <p:cNvSpPr>
            <a:spLocks noGrp="1"/>
          </p:cNvSpPr>
          <p:nvPr>
            <p:ph type="title"/>
          </p:nvPr>
        </p:nvSpPr>
        <p:spPr/>
        <p:txBody>
          <a:bodyPr/>
          <a:lstStyle/>
          <a:p>
            <a:br>
              <a:rPr lang="en-US" dirty="0"/>
            </a:br>
            <a:r>
              <a:rPr lang="en-US" dirty="0"/>
              <a:t>Sales Document Management:</a:t>
            </a:r>
            <a:br>
              <a:rPr lang="en-US" dirty="0"/>
            </a:br>
            <a:r>
              <a:rPr lang="en-US" dirty="0"/>
              <a:t>JTI Sales Organization Structure continued…</a:t>
            </a:r>
            <a:endParaRPr lang="en-GB" dirty="0"/>
          </a:p>
        </p:txBody>
      </p:sp>
      <p:graphicFrame>
        <p:nvGraphicFramePr>
          <p:cNvPr id="8" name="Content Placeholder 7">
            <a:extLst>
              <a:ext uri="{FF2B5EF4-FFF2-40B4-BE49-F238E27FC236}">
                <a16:creationId xmlns:a16="http://schemas.microsoft.com/office/drawing/2014/main" id="{5DA7B4E2-7B72-44BC-81E6-002D8E81C7AA}"/>
              </a:ext>
            </a:extLst>
          </p:cNvPr>
          <p:cNvGraphicFramePr>
            <a:graphicFrameLocks noGrp="1"/>
          </p:cNvGraphicFramePr>
          <p:nvPr>
            <p:ph idx="4294967295"/>
          </p:nvPr>
        </p:nvGraphicFramePr>
        <p:xfrm>
          <a:off x="432158" y="1489412"/>
          <a:ext cx="11160126" cy="4899615"/>
        </p:xfrm>
        <a:graphic>
          <a:graphicData uri="http://schemas.openxmlformats.org/drawingml/2006/table">
            <a:tbl>
              <a:tblPr firstRow="1" bandRow="1">
                <a:tableStyleId>{5C22544A-7EE6-4342-B048-85BDC9FD1C3A}</a:tableStyleId>
              </a:tblPr>
              <a:tblGrid>
                <a:gridCol w="5580063">
                  <a:extLst>
                    <a:ext uri="{9D8B030D-6E8A-4147-A177-3AD203B41FA5}">
                      <a16:colId xmlns:a16="http://schemas.microsoft.com/office/drawing/2014/main" val="2825094745"/>
                    </a:ext>
                  </a:extLst>
                </a:gridCol>
                <a:gridCol w="5580063">
                  <a:extLst>
                    <a:ext uri="{9D8B030D-6E8A-4147-A177-3AD203B41FA5}">
                      <a16:colId xmlns:a16="http://schemas.microsoft.com/office/drawing/2014/main" val="190850119"/>
                    </a:ext>
                  </a:extLst>
                </a:gridCol>
              </a:tblGrid>
              <a:tr h="369959">
                <a:tc>
                  <a:txBody>
                    <a:bodyPr/>
                    <a:lstStyle/>
                    <a:p>
                      <a:r>
                        <a:rPr lang="en-US" sz="1600" dirty="0">
                          <a:solidFill>
                            <a:schemeClr val="bg1"/>
                          </a:solidFill>
                        </a:rPr>
                        <a:t>Sales Organization</a:t>
                      </a:r>
                    </a:p>
                  </a:txBody>
                  <a:tcPr marT="61200">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2">
                        <a:lumMod val="7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solidFill>
                            <a:schemeClr val="tx2">
                              <a:lumMod val="50000"/>
                            </a:schemeClr>
                          </a:solidFill>
                        </a:rPr>
                        <a:t>Distribution Channel</a:t>
                      </a:r>
                    </a:p>
                  </a:txBody>
                  <a:tcPr marT="61200">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extLst>
                  <a:ext uri="{0D108BD9-81ED-4DB2-BD59-A6C34878D82A}">
                    <a16:rowId xmlns:a16="http://schemas.microsoft.com/office/drawing/2014/main" val="3967152157"/>
                  </a:ext>
                </a:extLst>
              </a:tr>
              <a:tr h="2219639">
                <a:tc>
                  <a:txBody>
                    <a:bodyPr/>
                    <a:lstStyle/>
                    <a:p>
                      <a:pPr>
                        <a:spcBef>
                          <a:spcPts val="0"/>
                        </a:spcBef>
                      </a:pPr>
                      <a:r>
                        <a:rPr lang="en-GB" sz="1400" dirty="0"/>
                        <a:t>A Sales Organization is responsible for the sale and distribution of goods and services.</a:t>
                      </a:r>
                    </a:p>
                    <a:p>
                      <a:pPr>
                        <a:spcBef>
                          <a:spcPts val="0"/>
                        </a:spcBef>
                      </a:pPr>
                      <a:r>
                        <a:rPr lang="en-GB" sz="1400" dirty="0"/>
                        <a:t>It represents the selling unit as a legal entity. </a:t>
                      </a:r>
                    </a:p>
                    <a:p>
                      <a:pPr marL="285750" indent="-285750">
                        <a:spcBef>
                          <a:spcPts val="0"/>
                        </a:spcBef>
                        <a:buFont typeface="Arial" panose="020B0604020202020204" pitchFamily="34" charset="0"/>
                        <a:buChar char="•"/>
                      </a:pPr>
                      <a:r>
                        <a:rPr lang="en-GB" sz="1400" dirty="0"/>
                        <a:t>Each business transaction is processed within a Sales Organization</a:t>
                      </a:r>
                    </a:p>
                    <a:p>
                      <a:pPr marL="285750" indent="-285750">
                        <a:spcBef>
                          <a:spcPts val="0"/>
                        </a:spcBef>
                        <a:buFont typeface="Arial" panose="020B0604020202020204" pitchFamily="34" charset="0"/>
                        <a:buChar char="•"/>
                      </a:pPr>
                      <a:r>
                        <a:rPr lang="en-GB" sz="1400" dirty="0"/>
                        <a:t>The Sales Organization must be specified in all sales documents. </a:t>
                      </a:r>
                    </a:p>
                    <a:p>
                      <a:pPr marL="742950" lvl="1" indent="-285750">
                        <a:spcBef>
                          <a:spcPts val="0"/>
                        </a:spcBef>
                        <a:buFont typeface="Arial" panose="020B0604020202020204" pitchFamily="34" charset="0"/>
                        <a:buChar char="•"/>
                      </a:pPr>
                      <a:r>
                        <a:rPr lang="en-GB" sz="1400" dirty="0"/>
                        <a:t>It is therefore available for all basic functions of O2C (such as pricing, availability, etc.).</a:t>
                      </a:r>
                    </a:p>
                  </a:txBody>
                  <a:tcPr marT="108000">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spcBef>
                          <a:spcPts val="0"/>
                        </a:spcBef>
                      </a:pPr>
                      <a:r>
                        <a:rPr lang="en-GB" sz="1400" dirty="0"/>
                        <a:t>The Distribution Channel represents the channel through which saleable materials or services reach customers.</a:t>
                      </a:r>
                    </a:p>
                    <a:p>
                      <a:pPr marL="285750" indent="-285750">
                        <a:spcBef>
                          <a:spcPts val="0"/>
                        </a:spcBef>
                        <a:buFont typeface="Arial" panose="020B0604020202020204" pitchFamily="34" charset="0"/>
                        <a:buChar char="•"/>
                      </a:pPr>
                      <a:r>
                        <a:rPr lang="en-GB" sz="1400" dirty="0"/>
                        <a:t>Distribution Channels include wholesale, retail and direct sales.</a:t>
                      </a:r>
                    </a:p>
                    <a:p>
                      <a:pPr marL="285750" indent="-285750">
                        <a:spcBef>
                          <a:spcPts val="0"/>
                        </a:spcBef>
                        <a:buFont typeface="Arial" panose="020B0604020202020204" pitchFamily="34" charset="0"/>
                        <a:buChar char="•"/>
                      </a:pPr>
                      <a:r>
                        <a:rPr lang="en-GB" sz="1400" dirty="0"/>
                        <a:t>Within a Sales Organization a Customer (BP) can be supplied through several Distribution Channels. </a:t>
                      </a:r>
                    </a:p>
                    <a:p>
                      <a:pPr marL="285750" indent="-285750">
                        <a:spcBef>
                          <a:spcPts val="0"/>
                        </a:spcBef>
                        <a:buFont typeface="Arial" panose="020B0604020202020204" pitchFamily="34" charset="0"/>
                        <a:buChar char="•"/>
                      </a:pPr>
                      <a:r>
                        <a:rPr lang="en-GB" sz="1400" dirty="0"/>
                        <a:t>In addition, the Material Master data relevant for sales, such as prices, minimum order quantity, minimum quantity to be delivered and delivering plant, can differ for each Sales Organization and Distribution Channel.</a:t>
                      </a:r>
                    </a:p>
                  </a:txBody>
                  <a:tcPr marT="108000">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15618967"/>
                  </a:ext>
                </a:extLst>
              </a:tr>
              <a:tr h="36995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dirty="0">
                          <a:solidFill>
                            <a:schemeClr val="tx2">
                              <a:lumMod val="50000"/>
                            </a:schemeClr>
                          </a:solidFill>
                        </a:rPr>
                        <a:t>Division</a:t>
                      </a:r>
                    </a:p>
                  </a:txBody>
                  <a:tcPr marT="61200">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2">
                        <a:lumMod val="40000"/>
                        <a:lumOff val="6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dirty="0">
                          <a:solidFill>
                            <a:schemeClr val="tx2">
                              <a:lumMod val="50000"/>
                            </a:schemeClr>
                          </a:solidFill>
                        </a:rPr>
                        <a:t>Plant</a:t>
                      </a:r>
                    </a:p>
                  </a:txBody>
                  <a:tcPr marT="61200">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581426389"/>
                  </a:ext>
                </a:extLst>
              </a:tr>
              <a:tr h="1940058">
                <a:tc>
                  <a:txBody>
                    <a:bodyPr/>
                    <a:lstStyle/>
                    <a:p>
                      <a:pPr>
                        <a:spcBef>
                          <a:spcPts val="0"/>
                        </a:spcBef>
                      </a:pPr>
                      <a:r>
                        <a:rPr lang="en-GB" sz="1400" dirty="0"/>
                        <a:t>In the SAP System you can define a division-specific sales organization. </a:t>
                      </a:r>
                    </a:p>
                    <a:p>
                      <a:pPr>
                        <a:spcBef>
                          <a:spcPts val="0"/>
                        </a:spcBef>
                      </a:pPr>
                      <a:r>
                        <a:rPr lang="en-GB" sz="1400" dirty="0"/>
                        <a:t>Product groups, i.e. Divisions, can be defined for a wide-ranging spectrum of products.</a:t>
                      </a:r>
                    </a:p>
                    <a:p>
                      <a:pPr marL="285750" indent="-285750">
                        <a:spcBef>
                          <a:spcPts val="0"/>
                        </a:spcBef>
                        <a:buFont typeface="Arial" panose="020B0604020202020204" pitchFamily="34" charset="0"/>
                        <a:buChar char="•"/>
                      </a:pPr>
                      <a:r>
                        <a:rPr lang="en-GB" sz="1400" dirty="0"/>
                        <a:t>For every Division you can make customer-specific agreements on, for example, partial deliveries, pricing and terms of payment. </a:t>
                      </a:r>
                    </a:p>
                    <a:p>
                      <a:pPr marL="285750" indent="-285750">
                        <a:spcBef>
                          <a:spcPts val="0"/>
                        </a:spcBef>
                        <a:buFont typeface="Arial" panose="020B0604020202020204" pitchFamily="34" charset="0"/>
                        <a:buChar char="•"/>
                      </a:pPr>
                      <a:r>
                        <a:rPr lang="en-GB" sz="1400" dirty="0"/>
                        <a:t>Within a Division you can carry out statistical analyses or set up separate marketing procedures</a:t>
                      </a:r>
                      <a:endParaRPr lang="en-GB" sz="1600" b="1" dirty="0"/>
                    </a:p>
                  </a:txBody>
                  <a:tcPr marT="108000">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90000"/>
                        </a:lnSpc>
                        <a:spcBef>
                          <a:spcPts val="600"/>
                        </a:spcBef>
                        <a:spcAft>
                          <a:spcPts val="0"/>
                        </a:spcAft>
                        <a:buClrTx/>
                        <a:buSzTx/>
                        <a:buFont typeface="Arial" panose="020B0604020202020204" pitchFamily="34" charset="0"/>
                        <a:buNone/>
                        <a:tabLst/>
                        <a:defRPr/>
                      </a:pPr>
                      <a:r>
                        <a:rPr lang="en-GB" sz="1400" dirty="0"/>
                        <a:t>A </a:t>
                      </a:r>
                      <a:r>
                        <a:rPr lang="en-GB" sz="1400" b="0" dirty="0"/>
                        <a:t>Plant</a:t>
                      </a:r>
                      <a:r>
                        <a:rPr lang="en-GB" sz="1400" dirty="0"/>
                        <a:t> is a physical location of JTI, where the finished goods are stored for easy distributing the goods to customers.</a:t>
                      </a:r>
                      <a:endParaRPr lang="en-GB" sz="1400" b="1" dirty="0"/>
                    </a:p>
                  </a:txBody>
                  <a:tcPr marT="108000">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06426637"/>
                  </a:ext>
                </a:extLst>
              </a:tr>
            </a:tbl>
          </a:graphicData>
        </a:graphic>
      </p:graphicFrame>
      <p:sp>
        <p:nvSpPr>
          <p:cNvPr id="12" name="Rectangle 11">
            <a:extLst>
              <a:ext uri="{FF2B5EF4-FFF2-40B4-BE49-F238E27FC236}">
                <a16:creationId xmlns:a16="http://schemas.microsoft.com/office/drawing/2014/main" id="{D2955E0B-FE49-46D3-B2CC-43EA3E16ACC5}"/>
              </a:ext>
            </a:extLst>
          </p:cNvPr>
          <p:cNvSpPr/>
          <p:nvPr/>
        </p:nvSpPr>
        <p:spPr>
          <a:xfrm>
            <a:off x="6096000" y="5120442"/>
            <a:ext cx="5580061" cy="365125"/>
          </a:xfrm>
          <a:prstGeom prst="rect">
            <a:avLst/>
          </a:prstGeom>
          <a:solidFill>
            <a:schemeClr val="bg1">
              <a:lumMod val="95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1A3040">
                    <a:lumMod val="50000"/>
                  </a:srgbClr>
                </a:solidFill>
                <a:effectLst/>
                <a:uLnTx/>
                <a:uFillTx/>
                <a:latin typeface="Arial" panose="020B0604020202020204"/>
                <a:ea typeface="+mn-ea"/>
                <a:cs typeface="+mn-cs"/>
              </a:rPr>
              <a:t>Storage Location</a:t>
            </a:r>
          </a:p>
        </p:txBody>
      </p:sp>
      <p:sp>
        <p:nvSpPr>
          <p:cNvPr id="13" name="TextBox 12">
            <a:extLst>
              <a:ext uri="{FF2B5EF4-FFF2-40B4-BE49-F238E27FC236}">
                <a16:creationId xmlns:a16="http://schemas.microsoft.com/office/drawing/2014/main" id="{02F7AD6D-92DF-44E7-9837-67389728F389}"/>
              </a:ext>
            </a:extLst>
          </p:cNvPr>
          <p:cNvSpPr txBox="1"/>
          <p:nvPr/>
        </p:nvSpPr>
        <p:spPr>
          <a:xfrm>
            <a:off x="6179775" y="5621697"/>
            <a:ext cx="5412509" cy="767330"/>
          </a:xfrm>
          <a:prstGeom prst="rect">
            <a:avLst/>
          </a:prstGeom>
          <a:noFill/>
        </p:spPr>
        <p:txBody>
          <a:bodyPr wrap="square" lIns="0" tIns="0" rIns="0" bIns="0" rtlCol="0">
            <a:noAutofit/>
          </a:bodyPr>
          <a:lstStyle/>
          <a:p>
            <a:pPr marL="0" marR="0" lvl="0" indent="0" algn="l" defTabSz="914400" rtl="0" eaLnBrk="1" fontAlgn="t"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dirty="0">
                <a:ln>
                  <a:noFill/>
                </a:ln>
                <a:solidFill>
                  <a:srgbClr val="000000"/>
                </a:solidFill>
                <a:effectLst/>
                <a:uLnTx/>
                <a:uFillTx/>
                <a:latin typeface="Arial" panose="020B0604020202020204"/>
                <a:ea typeface="+mn-ea"/>
                <a:cs typeface="+mn-cs"/>
              </a:rPr>
              <a:t>The Storage Location is the sub-division of plant where the stocks are physically stored and maintained within a plant. </a:t>
            </a:r>
          </a:p>
          <a:p>
            <a:pPr marL="285750" marR="0" lvl="0" indent="-285750" algn="l" defTabSz="914400" rtl="0" eaLnBrk="1" fontAlgn="t" latinLnBrk="0" hangingPunct="1">
              <a:lnSpc>
                <a:spcPct val="100000"/>
              </a:lnSpc>
              <a:spcBef>
                <a:spcPts val="0"/>
              </a:spcBef>
              <a:spcAft>
                <a:spcPts val="0"/>
              </a:spcAft>
              <a:buClrTx/>
              <a:buSzTx/>
              <a:buFont typeface="Arial" panose="020B0604020202020204" pitchFamily="34" charset="0"/>
              <a:buChar char="•"/>
              <a:tabLst/>
              <a:defRPr/>
            </a:pPr>
            <a:r>
              <a:rPr kumimoji="0" lang="en-GB" sz="1400" b="0" i="0" u="none" strike="noStrike" kern="1200" cap="none" spc="0" normalizeH="0" baseline="0" noProof="0" dirty="0">
                <a:ln>
                  <a:noFill/>
                </a:ln>
                <a:solidFill>
                  <a:srgbClr val="000000"/>
                </a:solidFill>
                <a:effectLst/>
                <a:uLnTx/>
                <a:uFillTx/>
                <a:latin typeface="Arial" panose="020B0604020202020204"/>
                <a:ea typeface="+mn-ea"/>
                <a:cs typeface="+mn-cs"/>
              </a:rPr>
              <a:t>Each Storage</a:t>
            </a:r>
            <a:r>
              <a:rPr kumimoji="0" lang="en-GB" sz="1400" b="1" i="0" u="none" strike="noStrike" kern="1200" cap="none" spc="0" normalizeH="0" baseline="0" noProof="0" dirty="0">
                <a:ln>
                  <a:noFill/>
                </a:ln>
                <a:solidFill>
                  <a:srgbClr val="000000"/>
                </a:solidFill>
                <a:effectLst/>
                <a:uLnTx/>
                <a:uFillTx/>
                <a:latin typeface="Arial" panose="020B0604020202020204"/>
                <a:ea typeface="+mn-ea"/>
                <a:cs typeface="+mn-cs"/>
              </a:rPr>
              <a:t> </a:t>
            </a:r>
            <a:r>
              <a:rPr kumimoji="0" lang="en-GB" sz="1400" b="0" i="0" u="none" strike="noStrike" kern="1200" cap="none" spc="0" normalizeH="0" baseline="0" noProof="0" dirty="0">
                <a:ln>
                  <a:noFill/>
                </a:ln>
                <a:solidFill>
                  <a:srgbClr val="000000"/>
                </a:solidFill>
                <a:effectLst/>
                <a:uLnTx/>
                <a:uFillTx/>
                <a:latin typeface="Arial" panose="020B0604020202020204"/>
                <a:ea typeface="+mn-ea"/>
                <a:cs typeface="+mn-cs"/>
              </a:rPr>
              <a:t>Location can have its own address within a plant.</a:t>
            </a:r>
          </a:p>
        </p:txBody>
      </p:sp>
    </p:spTree>
    <p:extLst>
      <p:ext uri="{BB962C8B-B14F-4D97-AF65-F5344CB8AC3E}">
        <p14:creationId xmlns:p14="http://schemas.microsoft.com/office/powerpoint/2010/main" val="1647800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623DDE30-0C7A-4D4C-AC05-3235FC8BE99F}"/>
              </a:ext>
            </a:extLst>
          </p:cNvPr>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dirty="0">
                <a:ln>
                  <a:noFill/>
                </a:ln>
                <a:solidFill>
                  <a:srgbClr val="000000"/>
                </a:solidFill>
                <a:effectLst/>
                <a:uLnTx/>
                <a:uFillTx/>
                <a:latin typeface="Arial" panose="020B0604020202020204"/>
                <a:ea typeface="+mn-ea"/>
                <a:cs typeface="+mn-cs"/>
              </a:rPr>
              <a:t>Sales Order Management</a:t>
            </a:r>
          </a:p>
        </p:txBody>
      </p:sp>
      <p:sp>
        <p:nvSpPr>
          <p:cNvPr id="3" name="Slide Number Placeholder 2">
            <a:extLst>
              <a:ext uri="{FF2B5EF4-FFF2-40B4-BE49-F238E27FC236}">
                <a16:creationId xmlns:a16="http://schemas.microsoft.com/office/drawing/2014/main" id="{7273913E-F87F-4A15-8662-3425CBCCF7DB}"/>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GB" sz="8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2" name="Title 1">
            <a:extLst>
              <a:ext uri="{FF2B5EF4-FFF2-40B4-BE49-F238E27FC236}">
                <a16:creationId xmlns:a16="http://schemas.microsoft.com/office/drawing/2014/main" id="{09BBD302-49EE-4F56-B5A1-01DDF03E5509}"/>
              </a:ext>
            </a:extLst>
          </p:cNvPr>
          <p:cNvSpPr>
            <a:spLocks noGrp="1"/>
          </p:cNvSpPr>
          <p:nvPr>
            <p:ph type="title"/>
          </p:nvPr>
        </p:nvSpPr>
        <p:spPr/>
        <p:txBody>
          <a:bodyPr/>
          <a:lstStyle/>
          <a:p>
            <a:r>
              <a:rPr lang="en-US" dirty="0"/>
              <a:t>Sales Document Management:</a:t>
            </a:r>
            <a:br>
              <a:rPr lang="en-US" dirty="0"/>
            </a:br>
            <a:r>
              <a:rPr lang="en-US" dirty="0"/>
              <a:t>JTI Sales Organization Structure &amp; Sales Area</a:t>
            </a:r>
            <a:endParaRPr lang="en-GB" dirty="0"/>
          </a:p>
        </p:txBody>
      </p:sp>
      <p:sp>
        <p:nvSpPr>
          <p:cNvPr id="8" name="Rectangle: Rounded Corners 7">
            <a:extLst>
              <a:ext uri="{FF2B5EF4-FFF2-40B4-BE49-F238E27FC236}">
                <a16:creationId xmlns:a16="http://schemas.microsoft.com/office/drawing/2014/main" id="{AFE4407E-60B6-45F0-84A2-BEDA0EB822C3}"/>
              </a:ext>
            </a:extLst>
          </p:cNvPr>
          <p:cNvSpPr/>
          <p:nvPr/>
        </p:nvSpPr>
        <p:spPr>
          <a:xfrm>
            <a:off x="3230073" y="2913072"/>
            <a:ext cx="1463040" cy="457200"/>
          </a:xfrm>
          <a:prstGeom prst="roundRect">
            <a:avLst/>
          </a:prstGeom>
          <a:solidFill>
            <a:schemeClr val="bg1">
              <a:lumMod val="85000"/>
            </a:schemeClr>
          </a:solidFill>
          <a:ln w="19050">
            <a:solidFill>
              <a:schemeClr val="bg1">
                <a:lumMod val="85000"/>
              </a:schemeClr>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1A3040">
                    <a:lumMod val="50000"/>
                  </a:srgbClr>
                </a:solidFill>
                <a:effectLst/>
                <a:uLnTx/>
                <a:uFillTx/>
                <a:latin typeface="Arial" panose="020B0604020202020204"/>
                <a:ea typeface="+mn-ea"/>
                <a:cs typeface="+mn-cs"/>
              </a:rPr>
              <a:t>Plant</a:t>
            </a:r>
          </a:p>
        </p:txBody>
      </p:sp>
      <p:sp>
        <p:nvSpPr>
          <p:cNvPr id="9" name="Rectangle: Rounded Corners 8">
            <a:extLst>
              <a:ext uri="{FF2B5EF4-FFF2-40B4-BE49-F238E27FC236}">
                <a16:creationId xmlns:a16="http://schemas.microsoft.com/office/drawing/2014/main" id="{883E28A9-7545-4904-9437-959FB86540B8}"/>
              </a:ext>
            </a:extLst>
          </p:cNvPr>
          <p:cNvSpPr/>
          <p:nvPr/>
        </p:nvSpPr>
        <p:spPr>
          <a:xfrm>
            <a:off x="1145486" y="4283329"/>
            <a:ext cx="1463040" cy="457200"/>
          </a:xfrm>
          <a:prstGeom prst="roundRect">
            <a:avLst/>
          </a:prstGeom>
          <a:solidFill>
            <a:schemeClr val="tx2">
              <a:lumMod val="40000"/>
              <a:lumOff val="60000"/>
            </a:schemeClr>
          </a:solidFill>
          <a:ln w="19050">
            <a:solidFill>
              <a:schemeClr val="tx2">
                <a:lumMod val="40000"/>
                <a:lumOff val="60000"/>
              </a:schemeClr>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1A3040">
                    <a:lumMod val="50000"/>
                  </a:srgbClr>
                </a:solidFill>
                <a:effectLst/>
                <a:uLnTx/>
                <a:uFillTx/>
                <a:latin typeface="Arial" panose="020B0604020202020204"/>
                <a:ea typeface="+mn-ea"/>
                <a:cs typeface="+mn-cs"/>
              </a:rPr>
              <a:t>Division</a:t>
            </a:r>
          </a:p>
        </p:txBody>
      </p:sp>
      <p:sp>
        <p:nvSpPr>
          <p:cNvPr id="10" name="Rectangle: Rounded Corners 9">
            <a:extLst>
              <a:ext uri="{FF2B5EF4-FFF2-40B4-BE49-F238E27FC236}">
                <a16:creationId xmlns:a16="http://schemas.microsoft.com/office/drawing/2014/main" id="{9960880A-1175-4C98-80CC-7B024A5CC46E}"/>
              </a:ext>
            </a:extLst>
          </p:cNvPr>
          <p:cNvSpPr/>
          <p:nvPr/>
        </p:nvSpPr>
        <p:spPr>
          <a:xfrm>
            <a:off x="1145486" y="3597963"/>
            <a:ext cx="1463040" cy="457200"/>
          </a:xfrm>
          <a:prstGeom prst="roundRect">
            <a:avLst/>
          </a:prstGeom>
          <a:solidFill>
            <a:schemeClr val="tx2">
              <a:lumMod val="60000"/>
              <a:lumOff val="40000"/>
            </a:schemeClr>
          </a:solidFill>
          <a:ln w="19050">
            <a:solidFill>
              <a:schemeClr val="tx2">
                <a:lumMod val="60000"/>
                <a:lumOff val="40000"/>
              </a:schemeClr>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1A3040">
                    <a:lumMod val="50000"/>
                  </a:srgbClr>
                </a:solidFill>
                <a:effectLst/>
                <a:uLnTx/>
                <a:uFillTx/>
                <a:latin typeface="Arial" panose="020B0604020202020204"/>
                <a:ea typeface="+mn-ea"/>
                <a:cs typeface="+mn-cs"/>
              </a:rPr>
              <a:t>Distribution Channel</a:t>
            </a:r>
          </a:p>
        </p:txBody>
      </p:sp>
      <p:sp>
        <p:nvSpPr>
          <p:cNvPr id="11" name="Rectangle: Rounded Corners 10">
            <a:extLst>
              <a:ext uri="{FF2B5EF4-FFF2-40B4-BE49-F238E27FC236}">
                <a16:creationId xmlns:a16="http://schemas.microsoft.com/office/drawing/2014/main" id="{5FA61CFA-A8C2-4B08-B283-8A5542D67152}"/>
              </a:ext>
            </a:extLst>
          </p:cNvPr>
          <p:cNvSpPr/>
          <p:nvPr/>
        </p:nvSpPr>
        <p:spPr>
          <a:xfrm>
            <a:off x="1147733" y="2913072"/>
            <a:ext cx="1463040" cy="457200"/>
          </a:xfrm>
          <a:prstGeom prst="roundRect">
            <a:avLst/>
          </a:prstGeom>
          <a:solidFill>
            <a:schemeClr val="tx2">
              <a:lumMod val="75000"/>
            </a:schemeClr>
          </a:solidFill>
          <a:ln w="12700">
            <a:solidFill>
              <a:schemeClr val="tx2">
                <a:lumMod val="75000"/>
              </a:schemeClr>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Arial" panose="020B0604020202020204"/>
                <a:ea typeface="+mn-ea"/>
                <a:cs typeface="+mn-cs"/>
              </a:rPr>
              <a:t>Sales Organization</a:t>
            </a:r>
          </a:p>
        </p:txBody>
      </p:sp>
      <p:sp>
        <p:nvSpPr>
          <p:cNvPr id="12" name="Rectangle: Rounded Corners 11">
            <a:extLst>
              <a:ext uri="{FF2B5EF4-FFF2-40B4-BE49-F238E27FC236}">
                <a16:creationId xmlns:a16="http://schemas.microsoft.com/office/drawing/2014/main" id="{5775B2B8-3B98-41FF-87A3-EE41E9CD59AA}"/>
              </a:ext>
            </a:extLst>
          </p:cNvPr>
          <p:cNvSpPr/>
          <p:nvPr/>
        </p:nvSpPr>
        <p:spPr>
          <a:xfrm>
            <a:off x="2193399" y="2211098"/>
            <a:ext cx="1463040" cy="457200"/>
          </a:xfrm>
          <a:prstGeom prst="roundRect">
            <a:avLst/>
          </a:prstGeom>
          <a:solidFill>
            <a:schemeClr val="tx1"/>
          </a:solidFill>
          <a:ln w="12700">
            <a:solidFill>
              <a:schemeClr val="tx1"/>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Arial" panose="020B0604020202020204"/>
                <a:ea typeface="+mn-ea"/>
                <a:cs typeface="+mn-cs"/>
              </a:rPr>
              <a:t>Company Code</a:t>
            </a:r>
          </a:p>
        </p:txBody>
      </p:sp>
      <p:sp>
        <p:nvSpPr>
          <p:cNvPr id="13" name="Rectangle: Rounded Corners 12">
            <a:extLst>
              <a:ext uri="{FF2B5EF4-FFF2-40B4-BE49-F238E27FC236}">
                <a16:creationId xmlns:a16="http://schemas.microsoft.com/office/drawing/2014/main" id="{ACA975AA-C8F2-4464-B13B-6AAAEE67C1BA}"/>
              </a:ext>
            </a:extLst>
          </p:cNvPr>
          <p:cNvSpPr/>
          <p:nvPr/>
        </p:nvSpPr>
        <p:spPr>
          <a:xfrm>
            <a:off x="1145649" y="5092436"/>
            <a:ext cx="1463040" cy="457200"/>
          </a:xfrm>
          <a:prstGeom prst="roundRect">
            <a:avLst/>
          </a:prstGeom>
          <a:solidFill>
            <a:schemeClr val="tx2"/>
          </a:solidFill>
          <a:ln w="12700">
            <a:solidFill>
              <a:schemeClr val="tx2"/>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Arial" panose="020B0604020202020204"/>
                <a:ea typeface="+mn-ea"/>
                <a:cs typeface="+mn-cs"/>
              </a:rPr>
              <a:t>Sales Area</a:t>
            </a:r>
          </a:p>
        </p:txBody>
      </p:sp>
      <p:cxnSp>
        <p:nvCxnSpPr>
          <p:cNvPr id="14" name="Connector: Elbow 13">
            <a:extLst>
              <a:ext uri="{FF2B5EF4-FFF2-40B4-BE49-F238E27FC236}">
                <a16:creationId xmlns:a16="http://schemas.microsoft.com/office/drawing/2014/main" id="{7F58ED84-FC7E-479D-9F6E-A2EDEA77C319}"/>
              </a:ext>
            </a:extLst>
          </p:cNvPr>
          <p:cNvCxnSpPr>
            <a:cxnSpLocks/>
            <a:stCxn id="12" idx="1"/>
            <a:endCxn id="11" idx="0"/>
          </p:cNvCxnSpPr>
          <p:nvPr/>
        </p:nvCxnSpPr>
        <p:spPr>
          <a:xfrm rot="10800000" flipV="1">
            <a:off x="1879253" y="2439698"/>
            <a:ext cx="314146" cy="473374"/>
          </a:xfrm>
          <a:prstGeom prst="bentConnector2">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Connector: Elbow 14">
            <a:extLst>
              <a:ext uri="{FF2B5EF4-FFF2-40B4-BE49-F238E27FC236}">
                <a16:creationId xmlns:a16="http://schemas.microsoft.com/office/drawing/2014/main" id="{1B4E42C8-CB9A-4B6C-95CD-47FE1FFB788F}"/>
              </a:ext>
            </a:extLst>
          </p:cNvPr>
          <p:cNvCxnSpPr>
            <a:cxnSpLocks/>
            <a:stCxn id="12" idx="3"/>
            <a:endCxn id="8" idx="0"/>
          </p:cNvCxnSpPr>
          <p:nvPr/>
        </p:nvCxnSpPr>
        <p:spPr>
          <a:xfrm>
            <a:off x="3656439" y="2439698"/>
            <a:ext cx="305154" cy="473374"/>
          </a:xfrm>
          <a:prstGeom prst="bentConnector2">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Connector: Elbow 46">
            <a:extLst>
              <a:ext uri="{FF2B5EF4-FFF2-40B4-BE49-F238E27FC236}">
                <a16:creationId xmlns:a16="http://schemas.microsoft.com/office/drawing/2014/main" id="{6FED136E-A892-40F9-82CB-92B91CE2F521}"/>
              </a:ext>
            </a:extLst>
          </p:cNvPr>
          <p:cNvCxnSpPr>
            <a:cxnSpLocks/>
            <a:stCxn id="11" idx="2"/>
            <a:endCxn id="10" idx="0"/>
          </p:cNvCxnSpPr>
          <p:nvPr/>
        </p:nvCxnSpPr>
        <p:spPr>
          <a:xfrm flipH="1">
            <a:off x="1877006" y="3370272"/>
            <a:ext cx="2247" cy="227691"/>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Connector: Elbow 46">
            <a:extLst>
              <a:ext uri="{FF2B5EF4-FFF2-40B4-BE49-F238E27FC236}">
                <a16:creationId xmlns:a16="http://schemas.microsoft.com/office/drawing/2014/main" id="{1B902D2E-AF8E-45AB-BFF0-737A7B9703D4}"/>
              </a:ext>
            </a:extLst>
          </p:cNvPr>
          <p:cNvCxnSpPr>
            <a:cxnSpLocks/>
            <a:stCxn id="10" idx="2"/>
            <a:endCxn id="9" idx="0"/>
          </p:cNvCxnSpPr>
          <p:nvPr/>
        </p:nvCxnSpPr>
        <p:spPr>
          <a:xfrm>
            <a:off x="1877006" y="4055163"/>
            <a:ext cx="0" cy="228166"/>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 name="Connector: Elbow 46">
            <a:extLst>
              <a:ext uri="{FF2B5EF4-FFF2-40B4-BE49-F238E27FC236}">
                <a16:creationId xmlns:a16="http://schemas.microsoft.com/office/drawing/2014/main" id="{C6CF5CE8-9D01-43B0-AA3B-52BC66E6B8A5}"/>
              </a:ext>
            </a:extLst>
          </p:cNvPr>
          <p:cNvCxnSpPr>
            <a:cxnSpLocks/>
            <a:stCxn id="19" idx="2"/>
            <a:endCxn id="13" idx="0"/>
          </p:cNvCxnSpPr>
          <p:nvPr/>
        </p:nvCxnSpPr>
        <p:spPr>
          <a:xfrm flipH="1">
            <a:off x="1877169" y="4867442"/>
            <a:ext cx="1007" cy="224994"/>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9" name="Rectangle: Rounded Corners 18">
            <a:extLst>
              <a:ext uri="{FF2B5EF4-FFF2-40B4-BE49-F238E27FC236}">
                <a16:creationId xmlns:a16="http://schemas.microsoft.com/office/drawing/2014/main" id="{7E56D2CD-6FE7-4083-BE10-B52BA338C68F}"/>
              </a:ext>
            </a:extLst>
          </p:cNvPr>
          <p:cNvSpPr/>
          <p:nvPr/>
        </p:nvSpPr>
        <p:spPr>
          <a:xfrm>
            <a:off x="1074466" y="2790220"/>
            <a:ext cx="1607419" cy="2077222"/>
          </a:xfrm>
          <a:prstGeom prst="roundRect">
            <a:avLst>
              <a:gd name="adj" fmla="val 8522"/>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
        <p:nvSpPr>
          <p:cNvPr id="20" name="Rectangle: Rounded Corners 19">
            <a:extLst>
              <a:ext uri="{FF2B5EF4-FFF2-40B4-BE49-F238E27FC236}">
                <a16:creationId xmlns:a16="http://schemas.microsoft.com/office/drawing/2014/main" id="{9357FEEA-5A5E-4738-9293-4301900D402C}"/>
              </a:ext>
            </a:extLst>
          </p:cNvPr>
          <p:cNvSpPr/>
          <p:nvPr/>
        </p:nvSpPr>
        <p:spPr>
          <a:xfrm>
            <a:off x="3230073" y="3597963"/>
            <a:ext cx="1463040" cy="457200"/>
          </a:xfrm>
          <a:prstGeom prst="roundRect">
            <a:avLst/>
          </a:prstGeom>
          <a:solidFill>
            <a:schemeClr val="bg1">
              <a:lumMod val="95000"/>
              <a:alpha val="40000"/>
            </a:schemeClr>
          </a:solidFill>
          <a:ln w="12700">
            <a:solidFill>
              <a:schemeClr val="bg1">
                <a:lumMod val="95000"/>
                <a:alpha val="40000"/>
              </a:schemeClr>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1A3040">
                    <a:lumMod val="50000"/>
                  </a:srgbClr>
                </a:solidFill>
                <a:effectLst/>
                <a:uLnTx/>
                <a:uFillTx/>
                <a:latin typeface="Arial" panose="020B0604020202020204"/>
                <a:ea typeface="+mn-ea"/>
                <a:cs typeface="+mn-cs"/>
              </a:rPr>
              <a:t>Storage Location</a:t>
            </a:r>
          </a:p>
        </p:txBody>
      </p:sp>
      <p:cxnSp>
        <p:nvCxnSpPr>
          <p:cNvPr id="21" name="Connector: Elbow 46">
            <a:extLst>
              <a:ext uri="{FF2B5EF4-FFF2-40B4-BE49-F238E27FC236}">
                <a16:creationId xmlns:a16="http://schemas.microsoft.com/office/drawing/2014/main" id="{BF7E92EC-4409-4834-838F-DA0BDFC08976}"/>
              </a:ext>
            </a:extLst>
          </p:cNvPr>
          <p:cNvCxnSpPr>
            <a:cxnSpLocks/>
            <a:stCxn id="8" idx="2"/>
            <a:endCxn id="20" idx="0"/>
          </p:cNvCxnSpPr>
          <p:nvPr/>
        </p:nvCxnSpPr>
        <p:spPr>
          <a:xfrm>
            <a:off x="3961593" y="3370272"/>
            <a:ext cx="0" cy="227691"/>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A5566D72-5EE2-4C56-AD7B-97CF4B7E17A8}"/>
              </a:ext>
            </a:extLst>
          </p:cNvPr>
          <p:cNvSpPr txBox="1"/>
          <p:nvPr/>
        </p:nvSpPr>
        <p:spPr>
          <a:xfrm>
            <a:off x="1074466" y="1695450"/>
            <a:ext cx="3618647" cy="304800"/>
          </a:xfrm>
          <a:prstGeom prst="rect">
            <a:avLst/>
          </a:prstGeom>
          <a:noFill/>
        </p:spPr>
        <p:txBody>
          <a:bodyPr wrap="square" lIns="0" tIns="0" rIns="0" bIns="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0000"/>
                </a:solidFill>
                <a:effectLst/>
                <a:uLnTx/>
                <a:uFillTx/>
                <a:latin typeface="Arial" panose="020B0604020202020204"/>
                <a:ea typeface="+mn-ea"/>
                <a:cs typeface="+mn-cs"/>
              </a:rPr>
              <a:t>JTI Sales Organization Structure</a:t>
            </a:r>
          </a:p>
        </p:txBody>
      </p:sp>
      <p:sp>
        <p:nvSpPr>
          <p:cNvPr id="24" name="TextBox 23">
            <a:extLst>
              <a:ext uri="{FF2B5EF4-FFF2-40B4-BE49-F238E27FC236}">
                <a16:creationId xmlns:a16="http://schemas.microsoft.com/office/drawing/2014/main" id="{23FEAE9E-B056-4243-AB93-DD3010E9DF60}"/>
              </a:ext>
            </a:extLst>
          </p:cNvPr>
          <p:cNvSpPr txBox="1"/>
          <p:nvPr/>
        </p:nvSpPr>
        <p:spPr>
          <a:xfrm>
            <a:off x="5591174" y="1695450"/>
            <a:ext cx="6084887" cy="304800"/>
          </a:xfrm>
          <a:prstGeom prst="rect">
            <a:avLst/>
          </a:prstGeom>
          <a:noFill/>
        </p:spPr>
        <p:txBody>
          <a:bodyPr wrap="square" lIns="0" tIns="0" rIns="0" bIns="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EAAA00"/>
                </a:solidFill>
                <a:effectLst/>
                <a:uLnTx/>
                <a:uFillTx/>
                <a:latin typeface="Arial" panose="020B0604020202020204"/>
                <a:ea typeface="+mn-ea"/>
                <a:cs typeface="+mn-cs"/>
              </a:rPr>
              <a:t>JTI </a:t>
            </a:r>
            <a:r>
              <a:rPr kumimoji="0" lang="en-US" sz="1800" b="1" i="0" u="none" strike="noStrike" kern="1200" cap="none" spc="0" normalizeH="0" baseline="0" noProof="0" dirty="0">
                <a:ln>
                  <a:noFill/>
                </a:ln>
                <a:solidFill>
                  <a:srgbClr val="EAAA00"/>
                </a:solidFill>
                <a:effectLst/>
                <a:uLnTx/>
                <a:uFillTx/>
                <a:latin typeface="Arial" panose="020B0604020202020204"/>
                <a:ea typeface="+mn-ea"/>
                <a:cs typeface="+mn-cs"/>
              </a:rPr>
              <a:t>Sales</a:t>
            </a:r>
            <a:r>
              <a:rPr kumimoji="0" lang="en-US" sz="1600" b="1" i="0" u="none" strike="noStrike" kern="1200" cap="none" spc="0" normalizeH="0" baseline="0" noProof="0" dirty="0">
                <a:ln>
                  <a:noFill/>
                </a:ln>
                <a:solidFill>
                  <a:srgbClr val="EAAA00"/>
                </a:solidFill>
                <a:effectLst/>
                <a:uLnTx/>
                <a:uFillTx/>
                <a:latin typeface="Arial" panose="020B0604020202020204"/>
                <a:ea typeface="+mn-ea"/>
                <a:cs typeface="+mn-cs"/>
              </a:rPr>
              <a:t> Area</a:t>
            </a:r>
          </a:p>
        </p:txBody>
      </p:sp>
      <p:pic>
        <p:nvPicPr>
          <p:cNvPr id="7" name="Picture 6">
            <a:extLst>
              <a:ext uri="{FF2B5EF4-FFF2-40B4-BE49-F238E27FC236}">
                <a16:creationId xmlns:a16="http://schemas.microsoft.com/office/drawing/2014/main" id="{5A71B1C7-8288-4A24-A7BC-EA535B62427D}"/>
              </a:ext>
            </a:extLst>
          </p:cNvPr>
          <p:cNvPicPr>
            <a:picLocks noChangeAspect="1"/>
          </p:cNvPicPr>
          <p:nvPr/>
        </p:nvPicPr>
        <p:blipFill>
          <a:blip r:embed="rId2"/>
          <a:stretch>
            <a:fillRect/>
          </a:stretch>
        </p:blipFill>
        <p:spPr>
          <a:xfrm>
            <a:off x="5754230" y="2212076"/>
            <a:ext cx="5921831" cy="3108960"/>
          </a:xfrm>
          <a:prstGeom prst="rect">
            <a:avLst/>
          </a:prstGeom>
        </p:spPr>
      </p:pic>
    </p:spTree>
    <p:extLst>
      <p:ext uri="{BB962C8B-B14F-4D97-AF65-F5344CB8AC3E}">
        <p14:creationId xmlns:p14="http://schemas.microsoft.com/office/powerpoint/2010/main" val="6369510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CD8B86-EC67-4D2A-ACD0-738E25EFEB51}"/>
              </a:ext>
            </a:extLst>
          </p:cNvPr>
          <p:cNvSpPr>
            <a:spLocks noGrp="1"/>
          </p:cNvSpPr>
          <p:nvPr>
            <p:ph type="ctrTitle"/>
          </p:nvPr>
        </p:nvSpPr>
        <p:spPr/>
        <p:txBody>
          <a:bodyPr/>
          <a:lstStyle/>
          <a:p>
            <a:r>
              <a:rPr lang="en-US" cap="none" dirty="0">
                <a:solidFill>
                  <a:srgbClr val="D4F3F2"/>
                </a:solidFill>
              </a:rPr>
              <a:t>Business Partners (BP): </a:t>
            </a:r>
            <a:br>
              <a:rPr lang="en-US" cap="none" dirty="0">
                <a:solidFill>
                  <a:srgbClr val="D4F3F2"/>
                </a:solidFill>
              </a:rPr>
            </a:br>
            <a:r>
              <a:rPr lang="en-US" cap="none" dirty="0">
                <a:solidFill>
                  <a:srgbClr val="D4F3F2"/>
                </a:solidFill>
              </a:rPr>
              <a:t>Customers for Sales</a:t>
            </a:r>
          </a:p>
        </p:txBody>
      </p:sp>
      <p:sp>
        <p:nvSpPr>
          <p:cNvPr id="5" name="Rectangle: Rounded Corners 4">
            <a:hlinkClick r:id="rId2"/>
            <a:extLst>
              <a:ext uri="{FF2B5EF4-FFF2-40B4-BE49-F238E27FC236}">
                <a16:creationId xmlns:a16="http://schemas.microsoft.com/office/drawing/2014/main" id="{78A83259-64BA-4F03-98B7-9D49CF7E3DE3}"/>
              </a:ext>
            </a:extLst>
          </p:cNvPr>
          <p:cNvSpPr/>
          <p:nvPr/>
        </p:nvSpPr>
        <p:spPr>
          <a:xfrm>
            <a:off x="10030143" y="4943190"/>
            <a:ext cx="1645920" cy="548640"/>
          </a:xfrm>
          <a:prstGeom prst="roundRect">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FFFFFF"/>
                </a:solidFill>
                <a:effectLst/>
                <a:uLnTx/>
                <a:uFillTx/>
                <a:latin typeface="Arial" panose="020B0604020202020204"/>
                <a:ea typeface="+mn-ea"/>
                <a:cs typeface="+mn-cs"/>
              </a:rPr>
              <a:t>Click here to view the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FFFFFF"/>
                </a:solidFill>
                <a:effectLst/>
                <a:uLnTx/>
                <a:uFillTx/>
                <a:latin typeface="Arial" panose="020B0604020202020204"/>
                <a:ea typeface="+mn-ea"/>
                <a:cs typeface="+mn-cs"/>
              </a:rPr>
              <a:t>Business Partner (BP): Customer Overview training materials </a:t>
            </a:r>
          </a:p>
        </p:txBody>
      </p:sp>
    </p:spTree>
    <p:extLst>
      <p:ext uri="{BB962C8B-B14F-4D97-AF65-F5344CB8AC3E}">
        <p14:creationId xmlns:p14="http://schemas.microsoft.com/office/powerpoint/2010/main" val="106544951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219AE0B5-652D-4091-807F-016D895F3ADE}"/>
              </a:ext>
            </a:extLst>
          </p:cNvPr>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dirty="0">
                <a:ln>
                  <a:noFill/>
                </a:ln>
                <a:solidFill>
                  <a:srgbClr val="000000"/>
                </a:solidFill>
                <a:effectLst/>
                <a:uLnTx/>
                <a:uFillTx/>
                <a:latin typeface="Arial" panose="020B0604020202020204"/>
                <a:ea typeface="+mn-ea"/>
                <a:cs typeface="+mn-cs"/>
              </a:rPr>
              <a:t>Sales Order Management</a:t>
            </a:r>
          </a:p>
        </p:txBody>
      </p:sp>
      <p:sp>
        <p:nvSpPr>
          <p:cNvPr id="4" name="Slide Number Placeholder 3">
            <a:extLst>
              <a:ext uri="{FF2B5EF4-FFF2-40B4-BE49-F238E27FC236}">
                <a16:creationId xmlns:a16="http://schemas.microsoft.com/office/drawing/2014/main" id="{785AB2C9-41F0-48A3-B8EF-9B4293C91118}"/>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GB" sz="8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2" name="Title 1">
            <a:extLst>
              <a:ext uri="{FF2B5EF4-FFF2-40B4-BE49-F238E27FC236}">
                <a16:creationId xmlns:a16="http://schemas.microsoft.com/office/drawing/2014/main" id="{EB0201A1-FA33-4E62-8F52-BAC7C375B3CE}"/>
              </a:ext>
            </a:extLst>
          </p:cNvPr>
          <p:cNvSpPr>
            <a:spLocks noGrp="1"/>
          </p:cNvSpPr>
          <p:nvPr>
            <p:ph type="title"/>
          </p:nvPr>
        </p:nvSpPr>
        <p:spPr/>
        <p:txBody>
          <a:bodyPr/>
          <a:lstStyle/>
          <a:p>
            <a:r>
              <a:rPr lang="en-US" dirty="0"/>
              <a:t>Business Partner (BP): Customer for Sales</a:t>
            </a:r>
            <a:endParaRPr lang="en-GB" dirty="0"/>
          </a:p>
        </p:txBody>
      </p:sp>
      <p:grpSp>
        <p:nvGrpSpPr>
          <p:cNvPr id="5" name="Group 4">
            <a:extLst>
              <a:ext uri="{FF2B5EF4-FFF2-40B4-BE49-F238E27FC236}">
                <a16:creationId xmlns:a16="http://schemas.microsoft.com/office/drawing/2014/main" id="{E5642109-F4F3-4DF4-BBB7-6B723B9D19E7}"/>
              </a:ext>
            </a:extLst>
          </p:cNvPr>
          <p:cNvGrpSpPr/>
          <p:nvPr/>
        </p:nvGrpSpPr>
        <p:grpSpPr>
          <a:xfrm>
            <a:off x="515939" y="1777389"/>
            <a:ext cx="11157924" cy="1722595"/>
            <a:chOff x="515939" y="1918498"/>
            <a:chExt cx="11157924" cy="1722595"/>
          </a:xfrm>
        </p:grpSpPr>
        <p:pic>
          <p:nvPicPr>
            <p:cNvPr id="37" name="Graphic 36" descr="Kiosk">
              <a:extLst>
                <a:ext uri="{FF2B5EF4-FFF2-40B4-BE49-F238E27FC236}">
                  <a16:creationId xmlns:a16="http://schemas.microsoft.com/office/drawing/2014/main" id="{6E0B1115-FFCF-4B3E-9F00-96FF5624AD90}"/>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44539" y="1933262"/>
              <a:ext cx="914400" cy="914400"/>
            </a:xfrm>
            <a:prstGeom prst="rect">
              <a:avLst/>
            </a:prstGeom>
          </p:spPr>
        </p:pic>
        <p:pic>
          <p:nvPicPr>
            <p:cNvPr id="41" name="Graphic 40" descr="Checklist RTL">
              <a:extLst>
                <a:ext uri="{FF2B5EF4-FFF2-40B4-BE49-F238E27FC236}">
                  <a16:creationId xmlns:a16="http://schemas.microsoft.com/office/drawing/2014/main" id="{E958A45A-C9BB-404E-AF0B-E634B68CAA1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656398" y="1933262"/>
              <a:ext cx="914400" cy="914400"/>
            </a:xfrm>
            <a:prstGeom prst="rect">
              <a:avLst/>
            </a:prstGeom>
          </p:spPr>
        </p:pic>
        <p:pic>
          <p:nvPicPr>
            <p:cNvPr id="43" name="Graphic 42" descr="Register">
              <a:extLst>
                <a:ext uri="{FF2B5EF4-FFF2-40B4-BE49-F238E27FC236}">
                  <a16:creationId xmlns:a16="http://schemas.microsoft.com/office/drawing/2014/main" id="{966140EC-8FA1-4B69-BF5C-730D3CE6A04B}"/>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617501" y="1933262"/>
              <a:ext cx="914400" cy="914400"/>
            </a:xfrm>
            <a:prstGeom prst="rect">
              <a:avLst/>
            </a:prstGeom>
          </p:spPr>
        </p:pic>
        <p:pic>
          <p:nvPicPr>
            <p:cNvPr id="45" name="Graphic 44" descr="Bank">
              <a:extLst>
                <a:ext uri="{FF2B5EF4-FFF2-40B4-BE49-F238E27FC236}">
                  <a16:creationId xmlns:a16="http://schemas.microsoft.com/office/drawing/2014/main" id="{6A7F5518-88E4-410E-AA8D-4232546043B0}"/>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521078" y="1933262"/>
              <a:ext cx="914400" cy="914400"/>
            </a:xfrm>
            <a:prstGeom prst="rect">
              <a:avLst/>
            </a:prstGeom>
          </p:spPr>
        </p:pic>
        <p:sp>
          <p:nvSpPr>
            <p:cNvPr id="13" name="Rectangle: Rounded Corners 12">
              <a:extLst>
                <a:ext uri="{FF2B5EF4-FFF2-40B4-BE49-F238E27FC236}">
                  <a16:creationId xmlns:a16="http://schemas.microsoft.com/office/drawing/2014/main" id="{6F945CED-58EF-4658-94BE-F21BEAE74685}"/>
                </a:ext>
              </a:extLst>
            </p:cNvPr>
            <p:cNvSpPr/>
            <p:nvPr/>
          </p:nvSpPr>
          <p:spPr>
            <a:xfrm>
              <a:off x="515939" y="2726693"/>
              <a:ext cx="1371600" cy="914400"/>
            </a:xfrm>
            <a:prstGeom prst="roundRect">
              <a:avLst/>
            </a:prstGeom>
            <a:solidFill>
              <a:schemeClr val="accent2"/>
            </a:solidFill>
            <a:ln w="12700">
              <a:solidFill>
                <a:schemeClr val="accent2"/>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Arial" panose="020B0604020202020204"/>
                  <a:ea typeface="+mn-ea"/>
                  <a:cs typeface="+mn-cs"/>
                </a:rPr>
                <a:t>Create Sales Order</a:t>
              </a:r>
            </a:p>
          </p:txBody>
        </p:sp>
        <p:sp>
          <p:nvSpPr>
            <p:cNvPr id="14" name="Rectangle: Rounded Corners 13">
              <a:extLst>
                <a:ext uri="{FF2B5EF4-FFF2-40B4-BE49-F238E27FC236}">
                  <a16:creationId xmlns:a16="http://schemas.microsoft.com/office/drawing/2014/main" id="{2CA7B3F6-B03C-44EB-B8E1-DFF4C518C8E5}"/>
                </a:ext>
              </a:extLst>
            </p:cNvPr>
            <p:cNvSpPr/>
            <p:nvPr/>
          </p:nvSpPr>
          <p:spPr>
            <a:xfrm>
              <a:off x="2482028" y="2726693"/>
              <a:ext cx="1371600" cy="914400"/>
            </a:xfrm>
            <a:prstGeom prst="roundRect">
              <a:avLst/>
            </a:prstGeom>
            <a:solidFill>
              <a:schemeClr val="accent3"/>
            </a:solidFill>
            <a:ln>
              <a:solidFill>
                <a:schemeClr val="accent3"/>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Arial" panose="020B0604020202020204"/>
                  <a:ea typeface="+mn-ea"/>
                  <a:cs typeface="+mn-cs"/>
                </a:rPr>
                <a:t>Outbound Delivery</a:t>
              </a:r>
            </a:p>
          </p:txBody>
        </p:sp>
        <p:sp>
          <p:nvSpPr>
            <p:cNvPr id="15" name="Rectangle: Rounded Corners 14">
              <a:extLst>
                <a:ext uri="{FF2B5EF4-FFF2-40B4-BE49-F238E27FC236}">
                  <a16:creationId xmlns:a16="http://schemas.microsoft.com/office/drawing/2014/main" id="{AF78F951-2845-4536-B376-561CD4AB21A7}"/>
                </a:ext>
              </a:extLst>
            </p:cNvPr>
            <p:cNvSpPr/>
            <p:nvPr/>
          </p:nvSpPr>
          <p:spPr>
            <a:xfrm>
              <a:off x="4419685" y="2726693"/>
              <a:ext cx="1371600" cy="914400"/>
            </a:xfrm>
            <a:prstGeom prst="roundRect">
              <a:avLst/>
            </a:prstGeom>
            <a:solidFill>
              <a:schemeClr val="accent4"/>
            </a:solidFill>
            <a:ln>
              <a:solidFill>
                <a:schemeClr val="accent4"/>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Arial" panose="020B0604020202020204"/>
                  <a:ea typeface="+mn-ea"/>
                  <a:cs typeface="+mn-cs"/>
                </a:rPr>
                <a:t>Post Goods Issue</a:t>
              </a:r>
            </a:p>
          </p:txBody>
        </p:sp>
        <p:sp>
          <p:nvSpPr>
            <p:cNvPr id="16" name="Rectangle: Rounded Corners 15">
              <a:extLst>
                <a:ext uri="{FF2B5EF4-FFF2-40B4-BE49-F238E27FC236}">
                  <a16:creationId xmlns:a16="http://schemas.microsoft.com/office/drawing/2014/main" id="{A83FF18C-CCF8-447D-A9D7-00F27023B68D}"/>
                </a:ext>
              </a:extLst>
            </p:cNvPr>
            <p:cNvSpPr/>
            <p:nvPr/>
          </p:nvSpPr>
          <p:spPr>
            <a:xfrm>
              <a:off x="6357342" y="2726693"/>
              <a:ext cx="1371600" cy="914400"/>
            </a:xfrm>
            <a:prstGeom prst="roundRect">
              <a:avLst/>
            </a:prstGeom>
            <a:solidFill>
              <a:schemeClr val="accent5"/>
            </a:solidFill>
            <a:ln>
              <a:solidFill>
                <a:schemeClr val="accent5"/>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Arial" panose="020B0604020202020204"/>
                  <a:ea typeface="+mn-ea"/>
                  <a:cs typeface="+mn-cs"/>
                </a:rPr>
                <a:t>Billing Management</a:t>
              </a:r>
            </a:p>
          </p:txBody>
        </p:sp>
        <p:sp>
          <p:nvSpPr>
            <p:cNvPr id="23" name="Rectangle: Rounded Corners 22">
              <a:extLst>
                <a:ext uri="{FF2B5EF4-FFF2-40B4-BE49-F238E27FC236}">
                  <a16:creationId xmlns:a16="http://schemas.microsoft.com/office/drawing/2014/main" id="{53078928-DE32-4249-A307-44EDA9B3DCC9}"/>
                </a:ext>
              </a:extLst>
            </p:cNvPr>
            <p:cNvSpPr/>
            <p:nvPr/>
          </p:nvSpPr>
          <p:spPr>
            <a:xfrm>
              <a:off x="8294999" y="2726693"/>
              <a:ext cx="1371600" cy="914400"/>
            </a:xfrm>
            <a:prstGeom prst="roundRect">
              <a:avLst/>
            </a:prstGeom>
            <a:solidFill>
              <a:schemeClr val="accent6"/>
            </a:solidFill>
            <a:ln>
              <a:solidFill>
                <a:schemeClr val="accent6"/>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Arial" panose="020B0604020202020204"/>
                  <a:ea typeface="+mn-ea"/>
                  <a:cs typeface="+mn-cs"/>
                </a:rPr>
                <a:t>Accounts Receivable</a:t>
              </a:r>
            </a:p>
          </p:txBody>
        </p:sp>
        <p:sp>
          <p:nvSpPr>
            <p:cNvPr id="26" name="Rectangle: Rounded Corners 25">
              <a:extLst>
                <a:ext uri="{FF2B5EF4-FFF2-40B4-BE49-F238E27FC236}">
                  <a16:creationId xmlns:a16="http://schemas.microsoft.com/office/drawing/2014/main" id="{04EE7A07-16D7-4439-85C2-4A903775B009}"/>
                </a:ext>
              </a:extLst>
            </p:cNvPr>
            <p:cNvSpPr/>
            <p:nvPr/>
          </p:nvSpPr>
          <p:spPr>
            <a:xfrm>
              <a:off x="10302263" y="2726693"/>
              <a:ext cx="1371600" cy="914400"/>
            </a:xfrm>
            <a:prstGeom prst="roundRect">
              <a:avLst/>
            </a:prstGeom>
            <a:solidFill>
              <a:schemeClr val="accent1"/>
            </a:solidFill>
            <a:ln>
              <a:solidFill>
                <a:schemeClr val="accent1"/>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Arial" panose="020B0604020202020204"/>
                  <a:ea typeface="+mn-ea"/>
                  <a:cs typeface="+mn-cs"/>
                </a:rPr>
                <a:t>Customer Payment </a:t>
              </a:r>
            </a:p>
          </p:txBody>
        </p:sp>
        <p:cxnSp>
          <p:nvCxnSpPr>
            <p:cNvPr id="56" name="Straight Arrow Connector 55">
              <a:extLst>
                <a:ext uri="{FF2B5EF4-FFF2-40B4-BE49-F238E27FC236}">
                  <a16:creationId xmlns:a16="http://schemas.microsoft.com/office/drawing/2014/main" id="{1CFB9120-36E4-403B-8F71-E7599CAEA5B2}"/>
                </a:ext>
              </a:extLst>
            </p:cNvPr>
            <p:cNvCxnSpPr>
              <a:cxnSpLocks/>
              <a:stCxn id="13" idx="3"/>
              <a:endCxn id="14" idx="1"/>
            </p:cNvCxnSpPr>
            <p:nvPr/>
          </p:nvCxnSpPr>
          <p:spPr>
            <a:xfrm>
              <a:off x="1887539" y="3183893"/>
              <a:ext cx="594489" cy="0"/>
            </a:xfrm>
            <a:prstGeom prst="straightConnector1">
              <a:avLst/>
            </a:prstGeom>
            <a:ln w="38100">
              <a:solidFill>
                <a:schemeClr val="tx1"/>
              </a:solidFill>
              <a:tailEnd type="triangle"/>
            </a:ln>
            <a:effectLst>
              <a:outerShdw blurRad="50800" dist="38100" dir="5400000" algn="t"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57" name="Straight Arrow Connector 56">
              <a:extLst>
                <a:ext uri="{FF2B5EF4-FFF2-40B4-BE49-F238E27FC236}">
                  <a16:creationId xmlns:a16="http://schemas.microsoft.com/office/drawing/2014/main" id="{25109F32-297C-4C15-8603-18C357D9E0D2}"/>
                </a:ext>
              </a:extLst>
            </p:cNvPr>
            <p:cNvCxnSpPr>
              <a:cxnSpLocks/>
              <a:stCxn id="14" idx="3"/>
              <a:endCxn id="15" idx="1"/>
            </p:cNvCxnSpPr>
            <p:nvPr/>
          </p:nvCxnSpPr>
          <p:spPr>
            <a:xfrm>
              <a:off x="3853628" y="3183893"/>
              <a:ext cx="566057" cy="0"/>
            </a:xfrm>
            <a:prstGeom prst="straightConnector1">
              <a:avLst/>
            </a:prstGeom>
            <a:ln w="38100">
              <a:solidFill>
                <a:schemeClr val="tx1"/>
              </a:solidFill>
              <a:tailEnd type="triangle"/>
            </a:ln>
            <a:effectLst>
              <a:outerShdw blurRad="50800" dist="38100" dir="5400000" algn="t"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63" name="Straight Arrow Connector 62">
              <a:extLst>
                <a:ext uri="{FF2B5EF4-FFF2-40B4-BE49-F238E27FC236}">
                  <a16:creationId xmlns:a16="http://schemas.microsoft.com/office/drawing/2014/main" id="{3F5BEAB2-B7DF-47B5-B03A-7BA6032F018D}"/>
                </a:ext>
              </a:extLst>
            </p:cNvPr>
            <p:cNvCxnSpPr>
              <a:cxnSpLocks/>
              <a:stCxn id="15" idx="3"/>
              <a:endCxn id="16" idx="1"/>
            </p:cNvCxnSpPr>
            <p:nvPr/>
          </p:nvCxnSpPr>
          <p:spPr>
            <a:xfrm>
              <a:off x="5791285" y="3183893"/>
              <a:ext cx="566057" cy="0"/>
            </a:xfrm>
            <a:prstGeom prst="straightConnector1">
              <a:avLst/>
            </a:prstGeom>
            <a:ln w="38100">
              <a:solidFill>
                <a:schemeClr val="tx1"/>
              </a:solidFill>
              <a:tailEnd type="triangle"/>
            </a:ln>
            <a:effectLst>
              <a:outerShdw blurRad="50800" dist="38100" dir="5400000" algn="t"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66" name="Straight Arrow Connector 65">
              <a:extLst>
                <a:ext uri="{FF2B5EF4-FFF2-40B4-BE49-F238E27FC236}">
                  <a16:creationId xmlns:a16="http://schemas.microsoft.com/office/drawing/2014/main" id="{65EE699D-3E13-4CA6-93D9-E6CD67F6BA27}"/>
                </a:ext>
              </a:extLst>
            </p:cNvPr>
            <p:cNvCxnSpPr>
              <a:cxnSpLocks/>
              <a:stCxn id="16" idx="3"/>
              <a:endCxn id="23" idx="1"/>
            </p:cNvCxnSpPr>
            <p:nvPr/>
          </p:nvCxnSpPr>
          <p:spPr>
            <a:xfrm>
              <a:off x="7728942" y="3183893"/>
              <a:ext cx="566057" cy="0"/>
            </a:xfrm>
            <a:prstGeom prst="straightConnector1">
              <a:avLst/>
            </a:prstGeom>
            <a:ln w="38100">
              <a:solidFill>
                <a:schemeClr val="tx1"/>
              </a:solidFill>
              <a:tailEnd type="triangle"/>
            </a:ln>
            <a:effectLst>
              <a:outerShdw blurRad="50800" dist="38100" dir="5400000" algn="t"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69" name="Straight Arrow Connector 68">
              <a:extLst>
                <a:ext uri="{FF2B5EF4-FFF2-40B4-BE49-F238E27FC236}">
                  <a16:creationId xmlns:a16="http://schemas.microsoft.com/office/drawing/2014/main" id="{4DCBCE9D-C41A-4620-A9FB-2A0CEA0921F8}"/>
                </a:ext>
              </a:extLst>
            </p:cNvPr>
            <p:cNvCxnSpPr>
              <a:cxnSpLocks/>
              <a:stCxn id="23" idx="3"/>
              <a:endCxn id="26" idx="1"/>
            </p:cNvCxnSpPr>
            <p:nvPr/>
          </p:nvCxnSpPr>
          <p:spPr>
            <a:xfrm>
              <a:off x="9666599" y="3183893"/>
              <a:ext cx="635664" cy="0"/>
            </a:xfrm>
            <a:prstGeom prst="straightConnector1">
              <a:avLst/>
            </a:prstGeom>
            <a:ln w="38100">
              <a:solidFill>
                <a:schemeClr val="tx1"/>
              </a:solidFill>
              <a:tailEnd type="triangle"/>
            </a:ln>
            <a:effectLst>
              <a:outerShdw blurRad="50800" dist="38100" dir="5400000" algn="t"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pic>
          <p:nvPicPr>
            <p:cNvPr id="72" name="Graphic 71" descr="Truck">
              <a:extLst>
                <a:ext uri="{FF2B5EF4-FFF2-40B4-BE49-F238E27FC236}">
                  <a16:creationId xmlns:a16="http://schemas.microsoft.com/office/drawing/2014/main" id="{6A8FD556-F39F-4C8F-B50F-A0BFAC4830A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879288" y="1969580"/>
              <a:ext cx="914400" cy="914400"/>
            </a:xfrm>
            <a:prstGeom prst="rect">
              <a:avLst/>
            </a:prstGeom>
          </p:spPr>
        </p:pic>
        <p:pic>
          <p:nvPicPr>
            <p:cNvPr id="73" name="Graphic 72" descr="Box trolley">
              <a:extLst>
                <a:ext uri="{FF2B5EF4-FFF2-40B4-BE49-F238E27FC236}">
                  <a16:creationId xmlns:a16="http://schemas.microsoft.com/office/drawing/2014/main" id="{AF5B973E-2E76-43EB-B774-15003DDB543D}"/>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543908" y="2284258"/>
              <a:ext cx="365760" cy="365760"/>
            </a:xfrm>
            <a:prstGeom prst="rect">
              <a:avLst/>
            </a:prstGeom>
          </p:spPr>
        </p:pic>
        <p:pic>
          <p:nvPicPr>
            <p:cNvPr id="74" name="Graphic 73" descr="Document">
              <a:extLst>
                <a:ext uri="{FF2B5EF4-FFF2-40B4-BE49-F238E27FC236}">
                  <a16:creationId xmlns:a16="http://schemas.microsoft.com/office/drawing/2014/main" id="{F5BC902E-53A6-4046-A624-6B20ED61888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7128747" y="1918498"/>
              <a:ext cx="274320" cy="274320"/>
            </a:xfrm>
            <a:prstGeom prst="rect">
              <a:avLst/>
            </a:prstGeom>
          </p:spPr>
        </p:pic>
        <p:pic>
          <p:nvPicPr>
            <p:cNvPr id="75" name="Graphic 74" descr="Money">
              <a:extLst>
                <a:ext uri="{FF2B5EF4-FFF2-40B4-BE49-F238E27FC236}">
                  <a16:creationId xmlns:a16="http://schemas.microsoft.com/office/drawing/2014/main" id="{ABFD27C1-8A43-4BD6-9560-E2EC04B2049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0412902" y="2324614"/>
              <a:ext cx="315056" cy="325404"/>
            </a:xfrm>
            <a:prstGeom prst="rect">
              <a:avLst/>
            </a:prstGeom>
          </p:spPr>
        </p:pic>
        <p:pic>
          <p:nvPicPr>
            <p:cNvPr id="76" name="Graphic 75" descr="Credit card">
              <a:extLst>
                <a:ext uri="{FF2B5EF4-FFF2-40B4-BE49-F238E27FC236}">
                  <a16:creationId xmlns:a16="http://schemas.microsoft.com/office/drawing/2014/main" id="{EE4E5569-A242-461C-AD8F-608BFB0F8F80}"/>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10412901" y="2101376"/>
              <a:ext cx="315056" cy="325404"/>
            </a:xfrm>
            <a:prstGeom prst="rect">
              <a:avLst/>
            </a:prstGeom>
          </p:spPr>
        </p:pic>
        <p:pic>
          <p:nvPicPr>
            <p:cNvPr id="77" name="Graphic 76" descr="Internet">
              <a:extLst>
                <a:ext uri="{FF2B5EF4-FFF2-40B4-BE49-F238E27FC236}">
                  <a16:creationId xmlns:a16="http://schemas.microsoft.com/office/drawing/2014/main" id="{B264F5ED-69A3-4DF0-AD01-F0D69BA1FD9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0703342" y="2161199"/>
              <a:ext cx="441078" cy="455565"/>
            </a:xfrm>
            <a:prstGeom prst="rect">
              <a:avLst/>
            </a:prstGeom>
          </p:spPr>
        </p:pic>
        <p:pic>
          <p:nvPicPr>
            <p:cNvPr id="78" name="Graphic 77" descr="Questions">
              <a:extLst>
                <a:ext uri="{FF2B5EF4-FFF2-40B4-BE49-F238E27FC236}">
                  <a16:creationId xmlns:a16="http://schemas.microsoft.com/office/drawing/2014/main" id="{BF516C66-8FF9-4080-83C9-35FD858ACA3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11075482" y="2159564"/>
              <a:ext cx="457200" cy="457200"/>
            </a:xfrm>
            <a:prstGeom prst="rect">
              <a:avLst/>
            </a:prstGeom>
          </p:spPr>
        </p:pic>
      </p:grpSp>
      <p:cxnSp>
        <p:nvCxnSpPr>
          <p:cNvPr id="42" name="Straight Arrow Connector 41">
            <a:extLst>
              <a:ext uri="{FF2B5EF4-FFF2-40B4-BE49-F238E27FC236}">
                <a16:creationId xmlns:a16="http://schemas.microsoft.com/office/drawing/2014/main" id="{617071FD-0A0C-48F7-A12C-32A6AC6298EC}"/>
              </a:ext>
            </a:extLst>
          </p:cNvPr>
          <p:cNvCxnSpPr>
            <a:cxnSpLocks/>
            <a:stCxn id="13" idx="2"/>
          </p:cNvCxnSpPr>
          <p:nvPr/>
        </p:nvCxnSpPr>
        <p:spPr>
          <a:xfrm>
            <a:off x="1201739" y="3499984"/>
            <a:ext cx="0" cy="486049"/>
          </a:xfrm>
          <a:prstGeom prst="straightConnector1">
            <a:avLst/>
          </a:prstGeom>
          <a:ln w="19050">
            <a:solidFill>
              <a:schemeClr val="accent2"/>
            </a:solidFill>
            <a:prstDash val="sysDash"/>
            <a:headEnd type="triangle"/>
            <a:tailEnd type="triangle"/>
          </a:ln>
          <a:effectLst>
            <a:outerShdw blurRad="50800" dist="38100" dir="5400000" algn="t"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32" name="Rectangle: Rounded Corners 31">
            <a:extLst>
              <a:ext uri="{FF2B5EF4-FFF2-40B4-BE49-F238E27FC236}">
                <a16:creationId xmlns:a16="http://schemas.microsoft.com/office/drawing/2014/main" id="{47E43CA4-9E1A-4050-86B3-5F69C1B6994C}"/>
              </a:ext>
            </a:extLst>
          </p:cNvPr>
          <p:cNvSpPr/>
          <p:nvPr/>
        </p:nvSpPr>
        <p:spPr>
          <a:xfrm>
            <a:off x="296175" y="3986032"/>
            <a:ext cx="9687579" cy="2368113"/>
          </a:xfrm>
          <a:prstGeom prst="roundRect">
            <a:avLst>
              <a:gd name="adj" fmla="val 0"/>
            </a:avLst>
          </a:prstGeom>
          <a:solidFill>
            <a:schemeClr val="bg1">
              <a:lumMod val="95000"/>
            </a:schemeClr>
          </a:solidFill>
          <a:ln w="12700">
            <a:solidFill>
              <a:schemeClr val="tx2">
                <a:lumMod val="50000"/>
              </a:schemeClr>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l" defTabSz="7620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Arial" panose="020B0604020202020204"/>
                <a:ea typeface="ＭＳ Ｐゴシック" pitchFamily="34" charset="-128"/>
                <a:cs typeface="+mn-cs"/>
              </a:rPr>
              <a:t>Sales Organization Structure and Sales Order Master Data</a:t>
            </a:r>
          </a:p>
        </p:txBody>
      </p:sp>
      <p:pic>
        <p:nvPicPr>
          <p:cNvPr id="36" name="Graphic 35" descr="Building">
            <a:extLst>
              <a:ext uri="{FF2B5EF4-FFF2-40B4-BE49-F238E27FC236}">
                <a16:creationId xmlns:a16="http://schemas.microsoft.com/office/drawing/2014/main" id="{F2506D32-41E2-49F5-AD1E-1D56B740F59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2711081" y="4385950"/>
            <a:ext cx="914400" cy="914400"/>
          </a:xfrm>
          <a:prstGeom prst="rect">
            <a:avLst/>
          </a:prstGeom>
        </p:spPr>
      </p:pic>
      <p:pic>
        <p:nvPicPr>
          <p:cNvPr id="38" name="Graphic 37" descr="Label">
            <a:extLst>
              <a:ext uri="{FF2B5EF4-FFF2-40B4-BE49-F238E27FC236}">
                <a16:creationId xmlns:a16="http://schemas.microsoft.com/office/drawing/2014/main" id="{DB6B1226-0222-4044-BD49-E89CC50E7CD2}"/>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8531391" y="4378479"/>
            <a:ext cx="914400" cy="914400"/>
          </a:xfrm>
          <a:prstGeom prst="rect">
            <a:avLst/>
          </a:prstGeom>
        </p:spPr>
      </p:pic>
      <p:pic>
        <p:nvPicPr>
          <p:cNvPr id="39" name="Graphic 38" descr="Box">
            <a:extLst>
              <a:ext uri="{FF2B5EF4-FFF2-40B4-BE49-F238E27FC236}">
                <a16:creationId xmlns:a16="http://schemas.microsoft.com/office/drawing/2014/main" id="{AFCDE4F2-00AE-4A09-9D2D-545D2FFBA110}"/>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4686834" y="4379625"/>
            <a:ext cx="914400" cy="914400"/>
          </a:xfrm>
          <a:prstGeom prst="rect">
            <a:avLst/>
          </a:prstGeom>
        </p:spPr>
      </p:pic>
      <p:pic>
        <p:nvPicPr>
          <p:cNvPr id="40" name="Graphic 39" descr="Research">
            <a:extLst>
              <a:ext uri="{FF2B5EF4-FFF2-40B4-BE49-F238E27FC236}">
                <a16:creationId xmlns:a16="http://schemas.microsoft.com/office/drawing/2014/main" id="{C3651E00-B500-489B-993A-17C3FDBC9DF5}"/>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7244829" y="4742230"/>
            <a:ext cx="457200" cy="457200"/>
          </a:xfrm>
          <a:prstGeom prst="rect">
            <a:avLst/>
          </a:prstGeom>
        </p:spPr>
      </p:pic>
      <p:pic>
        <p:nvPicPr>
          <p:cNvPr id="51" name="Graphic 50" descr="Building">
            <a:extLst>
              <a:ext uri="{FF2B5EF4-FFF2-40B4-BE49-F238E27FC236}">
                <a16:creationId xmlns:a16="http://schemas.microsoft.com/office/drawing/2014/main" id="{B5B8EE31-8081-49BF-8512-229B54CE27D5}"/>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6619873" y="4377055"/>
            <a:ext cx="914400" cy="914400"/>
          </a:xfrm>
          <a:prstGeom prst="rect">
            <a:avLst/>
          </a:prstGeom>
        </p:spPr>
      </p:pic>
      <p:sp>
        <p:nvSpPr>
          <p:cNvPr id="44" name="Rectangle: Rounded Corners 43">
            <a:extLst>
              <a:ext uri="{FF2B5EF4-FFF2-40B4-BE49-F238E27FC236}">
                <a16:creationId xmlns:a16="http://schemas.microsoft.com/office/drawing/2014/main" id="{88F21098-0D6E-42C4-B789-2CBC5974DDC9}"/>
              </a:ext>
            </a:extLst>
          </p:cNvPr>
          <p:cNvSpPr/>
          <p:nvPr/>
        </p:nvSpPr>
        <p:spPr>
          <a:xfrm>
            <a:off x="2482028" y="5170088"/>
            <a:ext cx="1371600" cy="914400"/>
          </a:xfrm>
          <a:prstGeom prst="roundRect">
            <a:avLst/>
          </a:prstGeom>
          <a:solidFill>
            <a:schemeClr val="bg2">
              <a:lumMod val="90000"/>
            </a:schemeClr>
          </a:solidFill>
          <a:ln w="12700">
            <a:solidFill>
              <a:schemeClr val="tx2">
                <a:lumMod val="50000"/>
              </a:schemeClr>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1A3040">
                    <a:lumMod val="50000"/>
                  </a:srgbClr>
                </a:solidFill>
                <a:effectLst/>
                <a:uLnTx/>
                <a:uFillTx/>
                <a:latin typeface="Arial" panose="020B0604020202020204"/>
                <a:ea typeface="+mn-ea"/>
                <a:cs typeface="+mn-cs"/>
              </a:rPr>
              <a:t>Business Partner (BP): Customer</a:t>
            </a:r>
          </a:p>
        </p:txBody>
      </p:sp>
      <p:sp>
        <p:nvSpPr>
          <p:cNvPr id="46" name="Rectangle: Rounded Corners 45">
            <a:extLst>
              <a:ext uri="{FF2B5EF4-FFF2-40B4-BE49-F238E27FC236}">
                <a16:creationId xmlns:a16="http://schemas.microsoft.com/office/drawing/2014/main" id="{71302D86-8CAA-4BDE-B424-8A0BEBE76415}"/>
              </a:ext>
            </a:extLst>
          </p:cNvPr>
          <p:cNvSpPr/>
          <p:nvPr/>
        </p:nvSpPr>
        <p:spPr>
          <a:xfrm>
            <a:off x="4447778" y="5170088"/>
            <a:ext cx="1371600" cy="914400"/>
          </a:xfrm>
          <a:prstGeom prst="roundRect">
            <a:avLst/>
          </a:prstGeom>
          <a:solidFill>
            <a:schemeClr val="bg2">
              <a:lumMod val="90000"/>
            </a:schemeClr>
          </a:solidFill>
          <a:ln w="12700">
            <a:solidFill>
              <a:schemeClr val="tx2">
                <a:lumMod val="50000"/>
              </a:schemeClr>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1A3040">
                    <a:lumMod val="50000"/>
                  </a:srgbClr>
                </a:solidFill>
                <a:effectLst/>
                <a:uLnTx/>
                <a:uFillTx/>
                <a:latin typeface="Arial" panose="020B0604020202020204"/>
                <a:ea typeface="+mn-ea"/>
                <a:cs typeface="+mn-cs"/>
              </a:rPr>
              <a:t>Material Master Data for Sales</a:t>
            </a:r>
          </a:p>
        </p:txBody>
      </p:sp>
      <p:sp>
        <p:nvSpPr>
          <p:cNvPr id="47" name="Rectangle: Rounded Corners 46">
            <a:extLst>
              <a:ext uri="{FF2B5EF4-FFF2-40B4-BE49-F238E27FC236}">
                <a16:creationId xmlns:a16="http://schemas.microsoft.com/office/drawing/2014/main" id="{1056CCDF-8C61-4073-8D80-6AF4552D8F30}"/>
              </a:ext>
            </a:extLst>
          </p:cNvPr>
          <p:cNvSpPr/>
          <p:nvPr/>
        </p:nvSpPr>
        <p:spPr>
          <a:xfrm>
            <a:off x="6354535" y="5172408"/>
            <a:ext cx="1371600" cy="914400"/>
          </a:xfrm>
          <a:prstGeom prst="roundRect">
            <a:avLst/>
          </a:prstGeom>
          <a:solidFill>
            <a:schemeClr val="bg2">
              <a:lumMod val="90000"/>
            </a:schemeClr>
          </a:solidFill>
          <a:ln w="12700">
            <a:solidFill>
              <a:schemeClr val="tx2">
                <a:lumMod val="50000"/>
              </a:schemeClr>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1A3040">
                    <a:lumMod val="50000"/>
                  </a:srgbClr>
                </a:solidFill>
                <a:effectLst/>
                <a:uLnTx/>
                <a:uFillTx/>
                <a:latin typeface="Arial" panose="020B0604020202020204"/>
                <a:ea typeface="+mn-ea"/>
                <a:cs typeface="+mn-cs"/>
              </a:rPr>
              <a:t>Business Partner (BP): Customer Credit Management</a:t>
            </a:r>
          </a:p>
        </p:txBody>
      </p:sp>
      <p:sp>
        <p:nvSpPr>
          <p:cNvPr id="49" name="Rectangle: Rounded Corners 48">
            <a:extLst>
              <a:ext uri="{FF2B5EF4-FFF2-40B4-BE49-F238E27FC236}">
                <a16:creationId xmlns:a16="http://schemas.microsoft.com/office/drawing/2014/main" id="{092B8C18-8CC2-4252-AD1C-4506EE80D74C}"/>
              </a:ext>
            </a:extLst>
          </p:cNvPr>
          <p:cNvSpPr/>
          <p:nvPr/>
        </p:nvSpPr>
        <p:spPr>
          <a:xfrm>
            <a:off x="8292478" y="5172533"/>
            <a:ext cx="1371600" cy="914400"/>
          </a:xfrm>
          <a:prstGeom prst="roundRect">
            <a:avLst/>
          </a:prstGeom>
          <a:solidFill>
            <a:schemeClr val="bg2">
              <a:lumMod val="90000"/>
            </a:schemeClr>
          </a:solidFill>
          <a:ln w="12700">
            <a:solidFill>
              <a:schemeClr val="tx2">
                <a:lumMod val="50000"/>
              </a:schemeClr>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1A3040">
                    <a:lumMod val="50000"/>
                  </a:srgbClr>
                </a:solidFill>
                <a:effectLst/>
                <a:uLnTx/>
                <a:uFillTx/>
                <a:latin typeface="Arial" panose="020B0604020202020204"/>
                <a:ea typeface="+mn-ea"/>
                <a:cs typeface="+mn-cs"/>
              </a:rPr>
              <a:t>Price Management / Price Determination</a:t>
            </a:r>
          </a:p>
        </p:txBody>
      </p:sp>
      <p:sp>
        <p:nvSpPr>
          <p:cNvPr id="50" name="Rectangle: Rounded Corners 49">
            <a:extLst>
              <a:ext uri="{FF2B5EF4-FFF2-40B4-BE49-F238E27FC236}">
                <a16:creationId xmlns:a16="http://schemas.microsoft.com/office/drawing/2014/main" id="{1132304E-31CC-4F00-8ECD-C355F0C8FFDD}"/>
              </a:ext>
            </a:extLst>
          </p:cNvPr>
          <p:cNvSpPr/>
          <p:nvPr/>
        </p:nvSpPr>
        <p:spPr>
          <a:xfrm>
            <a:off x="515939" y="5170088"/>
            <a:ext cx="1371600" cy="914400"/>
          </a:xfrm>
          <a:prstGeom prst="roundRect">
            <a:avLst/>
          </a:prstGeom>
          <a:solidFill>
            <a:schemeClr val="bg2">
              <a:lumMod val="90000"/>
            </a:schemeClr>
          </a:solidFill>
          <a:ln w="12700">
            <a:solidFill>
              <a:schemeClr val="tx2">
                <a:lumMod val="50000"/>
              </a:schemeClr>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1A3040">
                    <a:lumMod val="50000"/>
                  </a:srgbClr>
                </a:solidFill>
                <a:effectLst/>
                <a:uLnTx/>
                <a:uFillTx/>
                <a:latin typeface="Arial" panose="020B0604020202020204"/>
                <a:ea typeface="+mn-ea"/>
                <a:cs typeface="+mn-cs"/>
              </a:rPr>
              <a:t>Sales Organization Structure</a:t>
            </a:r>
          </a:p>
        </p:txBody>
      </p:sp>
      <p:pic>
        <p:nvPicPr>
          <p:cNvPr id="7" name="Graphic 6" descr="City">
            <a:extLst>
              <a:ext uri="{FF2B5EF4-FFF2-40B4-BE49-F238E27FC236}">
                <a16:creationId xmlns:a16="http://schemas.microsoft.com/office/drawing/2014/main" id="{0F74D20D-1F37-470F-92E1-E16E6BB7125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757939" y="4377055"/>
            <a:ext cx="914400" cy="914400"/>
          </a:xfrm>
          <a:prstGeom prst="rect">
            <a:avLst/>
          </a:prstGeom>
        </p:spPr>
      </p:pic>
      <p:sp>
        <p:nvSpPr>
          <p:cNvPr id="52" name="Rectangle: Rounded Corners 51">
            <a:extLst>
              <a:ext uri="{FF2B5EF4-FFF2-40B4-BE49-F238E27FC236}">
                <a16:creationId xmlns:a16="http://schemas.microsoft.com/office/drawing/2014/main" id="{4E9383AC-0A32-42E1-80D2-EA12E94BEABD}"/>
              </a:ext>
            </a:extLst>
          </p:cNvPr>
          <p:cNvSpPr/>
          <p:nvPr/>
        </p:nvSpPr>
        <p:spPr>
          <a:xfrm>
            <a:off x="2385470" y="4377055"/>
            <a:ext cx="1548063" cy="1798873"/>
          </a:xfrm>
          <a:prstGeom prst="roundRect">
            <a:avLst>
              <a:gd name="adj" fmla="val 11565"/>
            </a:avLst>
          </a:prstGeom>
          <a:no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Tree>
    <p:extLst>
      <p:ext uri="{BB962C8B-B14F-4D97-AF65-F5344CB8AC3E}">
        <p14:creationId xmlns:p14="http://schemas.microsoft.com/office/powerpoint/2010/main" val="22965171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87A428F0-8CD5-480A-8147-8ABDD288EE94}"/>
              </a:ext>
            </a:extLst>
          </p:cNvPr>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dirty="0">
                <a:ln>
                  <a:noFill/>
                </a:ln>
                <a:solidFill>
                  <a:srgbClr val="000000"/>
                </a:solidFill>
                <a:effectLst/>
                <a:uLnTx/>
                <a:uFillTx/>
                <a:latin typeface="Arial" panose="020B0604020202020204"/>
                <a:ea typeface="+mn-ea"/>
                <a:cs typeface="+mn-cs"/>
              </a:rPr>
              <a:t>Sales Order Management</a:t>
            </a:r>
          </a:p>
        </p:txBody>
      </p:sp>
      <p:sp>
        <p:nvSpPr>
          <p:cNvPr id="4" name="Slide Number Placeholder 3">
            <a:extLst>
              <a:ext uri="{FF2B5EF4-FFF2-40B4-BE49-F238E27FC236}">
                <a16:creationId xmlns:a16="http://schemas.microsoft.com/office/drawing/2014/main" id="{2FBC6A23-FD66-4694-BEEF-ABB471D38B81}"/>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GB" sz="8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2" name="Title 1">
            <a:extLst>
              <a:ext uri="{FF2B5EF4-FFF2-40B4-BE49-F238E27FC236}">
                <a16:creationId xmlns:a16="http://schemas.microsoft.com/office/drawing/2014/main" id="{EFB98AC2-059F-4C24-807D-F696020F755A}"/>
              </a:ext>
            </a:extLst>
          </p:cNvPr>
          <p:cNvSpPr>
            <a:spLocks noGrp="1"/>
          </p:cNvSpPr>
          <p:nvPr>
            <p:ph type="title"/>
          </p:nvPr>
        </p:nvSpPr>
        <p:spPr/>
        <p:txBody>
          <a:bodyPr/>
          <a:lstStyle/>
          <a:p>
            <a:br>
              <a:rPr lang="en-US" dirty="0"/>
            </a:br>
            <a:r>
              <a:rPr lang="en-US" dirty="0"/>
              <a:t>Business Partners Overview</a:t>
            </a:r>
            <a:endParaRPr lang="en-GB" dirty="0"/>
          </a:p>
        </p:txBody>
      </p:sp>
      <p:sp>
        <p:nvSpPr>
          <p:cNvPr id="3" name="Content Placeholder 2">
            <a:extLst>
              <a:ext uri="{FF2B5EF4-FFF2-40B4-BE49-F238E27FC236}">
                <a16:creationId xmlns:a16="http://schemas.microsoft.com/office/drawing/2014/main" id="{5C8CD8B5-3C05-48C5-9698-12B0AAD7303F}"/>
              </a:ext>
            </a:extLst>
          </p:cNvPr>
          <p:cNvSpPr>
            <a:spLocks noGrp="1"/>
          </p:cNvSpPr>
          <p:nvPr>
            <p:ph idx="4294967295"/>
          </p:nvPr>
        </p:nvSpPr>
        <p:spPr>
          <a:xfrm>
            <a:off x="603315" y="1710965"/>
            <a:ext cx="11160125" cy="4586288"/>
          </a:xfrm>
        </p:spPr>
        <p:txBody>
          <a:bodyPr/>
          <a:lstStyle/>
          <a:p>
            <a:pPr fontAlgn="t">
              <a:spcBef>
                <a:spcPts val="0"/>
              </a:spcBef>
            </a:pPr>
            <a:r>
              <a:rPr lang="en-GB" sz="1800" b="1" dirty="0"/>
              <a:t>Business Partner (BP) Definition:</a:t>
            </a:r>
          </a:p>
          <a:p>
            <a:pPr fontAlgn="t">
              <a:spcBef>
                <a:spcPts val="0"/>
              </a:spcBef>
            </a:pPr>
            <a:r>
              <a:rPr lang="en-GB" sz="1600" dirty="0"/>
              <a:t>A person, organization, group of people or group of organizations in which a company has business interest.</a:t>
            </a:r>
          </a:p>
          <a:p>
            <a:pPr fontAlgn="t">
              <a:spcBef>
                <a:spcPts val="0"/>
              </a:spcBef>
            </a:pPr>
            <a:endParaRPr lang="en-GB" sz="1600" dirty="0"/>
          </a:p>
          <a:p>
            <a:pPr fontAlgn="t">
              <a:spcBef>
                <a:spcPts val="0"/>
              </a:spcBef>
            </a:pPr>
            <a:r>
              <a:rPr lang="en-GB" sz="1800" b="1" dirty="0"/>
              <a:t>Business Partner (BP) Maintenance:</a:t>
            </a:r>
          </a:p>
          <a:p>
            <a:pPr fontAlgn="t">
              <a:spcBef>
                <a:spcPts val="0"/>
              </a:spcBef>
            </a:pPr>
            <a:r>
              <a:rPr lang="en-GB" sz="1600" dirty="0"/>
              <a:t>SDG - Supplier Data Governance is responsible for Vendor creation and maintenance using a modification tool that interfaces with SAP S/4 HANA.</a:t>
            </a:r>
          </a:p>
          <a:p>
            <a:pPr fontAlgn="t">
              <a:spcBef>
                <a:spcPts val="0"/>
              </a:spcBef>
            </a:pPr>
            <a:endParaRPr lang="en-GB" sz="1600" dirty="0"/>
          </a:p>
          <a:p>
            <a:pPr fontAlgn="t">
              <a:spcBef>
                <a:spcPts val="0"/>
              </a:spcBef>
            </a:pPr>
            <a:r>
              <a:rPr lang="en-GB" sz="1800" b="1" dirty="0"/>
              <a:t>SAP S/4 HANA: </a:t>
            </a:r>
          </a:p>
          <a:p>
            <a:pPr fontAlgn="t">
              <a:spcBef>
                <a:spcPts val="0"/>
              </a:spcBef>
            </a:pPr>
            <a:r>
              <a:rPr lang="en-GB" sz="1600" dirty="0"/>
              <a:t>Transaction Code </a:t>
            </a:r>
            <a:r>
              <a:rPr lang="en-GB" sz="1600" b="1" dirty="0"/>
              <a:t>BP</a:t>
            </a:r>
            <a:r>
              <a:rPr lang="en-GB" sz="1600" dirty="0"/>
              <a:t>, centrally manages Master Data for Business Partners in several roles, e.g.:</a:t>
            </a:r>
          </a:p>
          <a:p>
            <a:pPr marL="285750" indent="-285750" fontAlgn="t">
              <a:spcBef>
                <a:spcPts val="0"/>
              </a:spcBef>
              <a:buFont typeface="Arial" panose="020B0604020202020204" pitchFamily="34" charset="0"/>
              <a:buChar char="•"/>
            </a:pPr>
            <a:r>
              <a:rPr lang="en-GB" sz="1600" dirty="0"/>
              <a:t>Vendors (3</a:t>
            </a:r>
            <a:r>
              <a:rPr lang="en-GB" sz="1600" baseline="30000" dirty="0"/>
              <a:t>rd</a:t>
            </a:r>
            <a:r>
              <a:rPr lang="en-GB" sz="1600" dirty="0"/>
              <a:t> parties, intercompany and employees for expense reports)</a:t>
            </a:r>
          </a:p>
          <a:p>
            <a:pPr marL="285750" indent="-285750" fontAlgn="t">
              <a:spcBef>
                <a:spcPts val="0"/>
              </a:spcBef>
              <a:buFont typeface="Arial" panose="020B0604020202020204" pitchFamily="34" charset="0"/>
              <a:buChar char="•"/>
            </a:pPr>
            <a:r>
              <a:rPr lang="en-GB" sz="1600" dirty="0"/>
              <a:t>Customers (3</a:t>
            </a:r>
            <a:r>
              <a:rPr lang="en-GB" sz="1600" baseline="30000" dirty="0"/>
              <a:t>rd</a:t>
            </a:r>
            <a:r>
              <a:rPr lang="en-GB" sz="1600" dirty="0"/>
              <a:t> parties and intercompany)</a:t>
            </a:r>
          </a:p>
          <a:p>
            <a:pPr marL="285750" indent="-285750" fontAlgn="t">
              <a:spcBef>
                <a:spcPts val="0"/>
              </a:spcBef>
              <a:buFont typeface="Arial" panose="020B0604020202020204" pitchFamily="34" charset="0"/>
              <a:buChar char="•"/>
            </a:pPr>
            <a:r>
              <a:rPr lang="en-GB" sz="1600" dirty="0"/>
              <a:t>Business Partners for treasury purposes (e.g. banks)</a:t>
            </a:r>
          </a:p>
        </p:txBody>
      </p:sp>
      <p:sp>
        <p:nvSpPr>
          <p:cNvPr id="7" name="Rectangle: Rounded Corners 6">
            <a:hlinkClick r:id="rId2"/>
            <a:extLst>
              <a:ext uri="{FF2B5EF4-FFF2-40B4-BE49-F238E27FC236}">
                <a16:creationId xmlns:a16="http://schemas.microsoft.com/office/drawing/2014/main" id="{93A83D9E-0813-4F9D-8FE4-6C3D37B966FA}"/>
              </a:ext>
            </a:extLst>
          </p:cNvPr>
          <p:cNvSpPr/>
          <p:nvPr/>
        </p:nvSpPr>
        <p:spPr>
          <a:xfrm>
            <a:off x="10030140" y="728165"/>
            <a:ext cx="1645920" cy="548640"/>
          </a:xfrm>
          <a:prstGeom prst="roundRect">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FFFFFF"/>
                </a:solidFill>
                <a:effectLst/>
                <a:uLnTx/>
                <a:uFillTx/>
                <a:latin typeface="Arial" panose="020B0604020202020204"/>
                <a:ea typeface="+mn-ea"/>
                <a:cs typeface="+mn-cs"/>
              </a:rPr>
              <a:t>Click here to view the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FFFFFF"/>
                </a:solidFill>
                <a:effectLst/>
                <a:uLnTx/>
                <a:uFillTx/>
                <a:latin typeface="Arial" panose="020B0604020202020204"/>
                <a:ea typeface="+mn-ea"/>
                <a:cs typeface="+mn-cs"/>
              </a:rPr>
              <a:t>Business Partner (BP): Customer Overview training materials. </a:t>
            </a:r>
          </a:p>
        </p:txBody>
      </p:sp>
    </p:spTree>
    <p:extLst>
      <p:ext uri="{BB962C8B-B14F-4D97-AF65-F5344CB8AC3E}">
        <p14:creationId xmlns:p14="http://schemas.microsoft.com/office/powerpoint/2010/main" val="63287533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762EA848-4FA2-440E-B2EE-5D40106C0D48}"/>
              </a:ext>
            </a:extLst>
          </p:cNvPr>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dirty="0">
                <a:ln>
                  <a:noFill/>
                </a:ln>
                <a:solidFill>
                  <a:srgbClr val="000000"/>
                </a:solidFill>
                <a:effectLst/>
                <a:uLnTx/>
                <a:uFillTx/>
                <a:latin typeface="Arial" panose="020B0604020202020204"/>
                <a:ea typeface="+mn-ea"/>
                <a:cs typeface="+mn-cs"/>
              </a:rPr>
              <a:t>Sales Order Management</a:t>
            </a:r>
          </a:p>
        </p:txBody>
      </p:sp>
      <p:sp>
        <p:nvSpPr>
          <p:cNvPr id="5" name="Slide Number Placeholder 4">
            <a:extLst>
              <a:ext uri="{FF2B5EF4-FFF2-40B4-BE49-F238E27FC236}">
                <a16:creationId xmlns:a16="http://schemas.microsoft.com/office/drawing/2014/main" id="{AE10605E-63B5-42BA-88D7-2E1413FD8FFA}"/>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GB" sz="8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2" name="Title 1">
            <a:extLst>
              <a:ext uri="{FF2B5EF4-FFF2-40B4-BE49-F238E27FC236}">
                <a16:creationId xmlns:a16="http://schemas.microsoft.com/office/drawing/2014/main" id="{86CBFD2E-845D-4D39-B0FD-7CD75E4C249D}"/>
              </a:ext>
            </a:extLst>
          </p:cNvPr>
          <p:cNvSpPr>
            <a:spLocks noGrp="1"/>
          </p:cNvSpPr>
          <p:nvPr>
            <p:ph type="title"/>
          </p:nvPr>
        </p:nvSpPr>
        <p:spPr/>
        <p:txBody>
          <a:bodyPr/>
          <a:lstStyle/>
          <a:p>
            <a:r>
              <a:rPr lang="en-US" dirty="0"/>
              <a:t>Business Partners Overview:</a:t>
            </a:r>
            <a:br>
              <a:rPr lang="en-US" dirty="0"/>
            </a:br>
            <a:r>
              <a:rPr lang="en-US" dirty="0"/>
              <a:t>BP Roles &amp; Numbering</a:t>
            </a:r>
            <a:endParaRPr lang="en-GB" dirty="0"/>
          </a:p>
        </p:txBody>
      </p:sp>
      <p:sp>
        <p:nvSpPr>
          <p:cNvPr id="3" name="Content Placeholder 2">
            <a:extLst>
              <a:ext uri="{FF2B5EF4-FFF2-40B4-BE49-F238E27FC236}">
                <a16:creationId xmlns:a16="http://schemas.microsoft.com/office/drawing/2014/main" id="{242A4F46-7D82-41FD-9638-C39488352BD9}"/>
              </a:ext>
            </a:extLst>
          </p:cNvPr>
          <p:cNvSpPr>
            <a:spLocks noGrp="1"/>
          </p:cNvSpPr>
          <p:nvPr>
            <p:ph idx="4294967295"/>
          </p:nvPr>
        </p:nvSpPr>
        <p:spPr>
          <a:xfrm>
            <a:off x="505549" y="1711233"/>
            <a:ext cx="6089650" cy="4586288"/>
          </a:xfrm>
        </p:spPr>
        <p:txBody>
          <a:bodyPr/>
          <a:lstStyle/>
          <a:p>
            <a:pPr fontAlgn="t">
              <a:spcBef>
                <a:spcPts val="0"/>
              </a:spcBef>
            </a:pPr>
            <a:r>
              <a:rPr lang="en-GB" sz="1800" b="1" dirty="0"/>
              <a:t>Business Partner (BP) Roles: </a:t>
            </a:r>
          </a:p>
          <a:p>
            <a:pPr fontAlgn="t">
              <a:spcBef>
                <a:spcPts val="0"/>
              </a:spcBef>
            </a:pPr>
            <a:r>
              <a:rPr lang="en-US" sz="1600" dirty="0">
                <a:solidFill>
                  <a:srgbClr val="000000"/>
                </a:solidFill>
              </a:rPr>
              <a:t>SAP provides a link between a business partner and other components by a role concept.</a:t>
            </a:r>
          </a:p>
          <a:p>
            <a:pPr fontAlgn="t">
              <a:spcBef>
                <a:spcPts val="0"/>
              </a:spcBef>
            </a:pPr>
            <a:endParaRPr lang="en-US" sz="1600" dirty="0">
              <a:solidFill>
                <a:srgbClr val="000000"/>
              </a:solidFill>
            </a:endParaRPr>
          </a:p>
          <a:p>
            <a:pPr fontAlgn="t">
              <a:spcBef>
                <a:spcPts val="0"/>
              </a:spcBef>
            </a:pPr>
            <a:r>
              <a:rPr lang="en-US" sz="1600" dirty="0">
                <a:solidFill>
                  <a:srgbClr val="000000"/>
                </a:solidFill>
              </a:rPr>
              <a:t>The role concept:</a:t>
            </a:r>
          </a:p>
          <a:p>
            <a:pPr marL="285750" indent="-285750" fontAlgn="t">
              <a:spcBef>
                <a:spcPts val="0"/>
              </a:spcBef>
              <a:buFont typeface="Arial" panose="020B0604020202020204" pitchFamily="34" charset="0"/>
              <a:buChar char="•"/>
            </a:pPr>
            <a:r>
              <a:rPr lang="en-US" sz="1600" dirty="0">
                <a:solidFill>
                  <a:srgbClr val="000000"/>
                </a:solidFill>
              </a:rPr>
              <a:t>Defines the screen layout and which data fields to maintain</a:t>
            </a:r>
          </a:p>
          <a:p>
            <a:pPr marL="285750" indent="-285750" fontAlgn="t">
              <a:spcBef>
                <a:spcPts val="0"/>
              </a:spcBef>
              <a:buFont typeface="Arial" panose="020B0604020202020204" pitchFamily="34" charset="0"/>
              <a:buChar char="•"/>
            </a:pPr>
            <a:r>
              <a:rPr lang="en-US" sz="1600" dirty="0">
                <a:solidFill>
                  <a:srgbClr val="000000"/>
                </a:solidFill>
              </a:rPr>
              <a:t>A business partner role is used to classify a business partner in business terms </a:t>
            </a:r>
          </a:p>
          <a:p>
            <a:pPr marL="285750" indent="-285750" fontAlgn="t">
              <a:spcBef>
                <a:spcPts val="0"/>
              </a:spcBef>
              <a:buFont typeface="Arial" panose="020B0604020202020204" pitchFamily="34" charset="0"/>
              <a:buChar char="•"/>
            </a:pPr>
            <a:r>
              <a:rPr lang="en-US" sz="1600" dirty="0">
                <a:solidFill>
                  <a:srgbClr val="000000"/>
                </a:solidFill>
              </a:rPr>
              <a:t>The roles assigned to a business partner reflect the functions it has and the business transactions in which it is likely to be involved e.g., Purchasing, Sales, Treasury etc.</a:t>
            </a:r>
          </a:p>
          <a:p>
            <a:pPr marL="285750" indent="-285750" fontAlgn="t">
              <a:spcBef>
                <a:spcPts val="0"/>
              </a:spcBef>
              <a:buFont typeface="Arial" panose="020B0604020202020204" pitchFamily="34" charset="0"/>
              <a:buChar char="•"/>
            </a:pPr>
            <a:r>
              <a:rPr lang="en-US" sz="1600" dirty="0">
                <a:solidFill>
                  <a:srgbClr val="000000"/>
                </a:solidFill>
              </a:rPr>
              <a:t>Role “General Business Partner” is always created</a:t>
            </a:r>
          </a:p>
          <a:p>
            <a:pPr marL="285750" indent="-285750" fontAlgn="t">
              <a:spcBef>
                <a:spcPts val="0"/>
              </a:spcBef>
              <a:buFont typeface="Arial" panose="020B0604020202020204" pitchFamily="34" charset="0"/>
              <a:buChar char="•"/>
            </a:pPr>
            <a:r>
              <a:rPr lang="en-US" sz="1600" dirty="0"/>
              <a:t>Other roles will be created according to the necessary functions for the Business Partner, examples:</a:t>
            </a:r>
          </a:p>
          <a:p>
            <a:pPr marL="450850" lvl="1" indent="-285750" fontAlgn="t">
              <a:spcBef>
                <a:spcPts val="0"/>
              </a:spcBef>
            </a:pPr>
            <a:r>
              <a:rPr lang="en-US" sz="1600" dirty="0"/>
              <a:t>ZD01SD: Domestic Customer SD </a:t>
            </a:r>
          </a:p>
          <a:p>
            <a:pPr marL="450850" lvl="1" indent="-285750" fontAlgn="t">
              <a:spcBef>
                <a:spcPts val="0"/>
              </a:spcBef>
            </a:pPr>
            <a:r>
              <a:rPr lang="en-US" sz="1600" dirty="0"/>
              <a:t>ZD01F1: Domestic Customer FI </a:t>
            </a:r>
          </a:p>
          <a:p>
            <a:pPr marL="450850" lvl="1" indent="-285750" fontAlgn="t">
              <a:spcBef>
                <a:spcPts val="0"/>
              </a:spcBef>
            </a:pPr>
            <a:r>
              <a:rPr lang="en-US" sz="1600" dirty="0"/>
              <a:t>UKM000: Credit Management Data</a:t>
            </a:r>
          </a:p>
          <a:p>
            <a:endParaRPr lang="en-GB" dirty="0"/>
          </a:p>
        </p:txBody>
      </p:sp>
      <p:sp>
        <p:nvSpPr>
          <p:cNvPr id="6" name="Content Placeholder 5">
            <a:extLst>
              <a:ext uri="{FF2B5EF4-FFF2-40B4-BE49-F238E27FC236}">
                <a16:creationId xmlns:a16="http://schemas.microsoft.com/office/drawing/2014/main" id="{E81E8768-7504-40A8-8E33-ED4CDA1F8FE1}"/>
              </a:ext>
            </a:extLst>
          </p:cNvPr>
          <p:cNvSpPr>
            <a:spLocks noGrp="1"/>
          </p:cNvSpPr>
          <p:nvPr>
            <p:ph idx="4294967295"/>
          </p:nvPr>
        </p:nvSpPr>
        <p:spPr>
          <a:xfrm>
            <a:off x="7370763" y="1695450"/>
            <a:ext cx="4821237" cy="4586288"/>
          </a:xfrm>
        </p:spPr>
        <p:txBody>
          <a:bodyPr/>
          <a:lstStyle/>
          <a:p>
            <a:pPr lvl="0">
              <a:spcBef>
                <a:spcPts val="0"/>
              </a:spcBef>
              <a:defRPr/>
            </a:pPr>
            <a:r>
              <a:rPr lang="en-US" sz="1800" b="1" dirty="0">
                <a:solidFill>
                  <a:schemeClr val="accent2"/>
                </a:solidFill>
              </a:rPr>
              <a:t>Business Partner: Customer Numbering</a:t>
            </a:r>
          </a:p>
          <a:p>
            <a:pPr marL="23812" lvl="1" indent="0" fontAlgn="base">
              <a:spcBef>
                <a:spcPts val="0"/>
              </a:spcBef>
              <a:buNone/>
              <a:defRPr/>
            </a:pPr>
            <a:r>
              <a:rPr lang="en-US" sz="1600" dirty="0">
                <a:solidFill>
                  <a:srgbClr val="000000"/>
                </a:solidFill>
              </a:rPr>
              <a:t>Listed Customer Account Groups number range is the same with Business Partner number range.</a:t>
            </a:r>
          </a:p>
          <a:p>
            <a:pPr lvl="0">
              <a:spcBef>
                <a:spcPts val="600"/>
              </a:spcBef>
              <a:defRPr/>
            </a:pPr>
            <a:endParaRPr lang="en-US" sz="1600" dirty="0">
              <a:solidFill>
                <a:srgbClr val="000000"/>
              </a:solidFill>
            </a:endParaRPr>
          </a:p>
          <a:p>
            <a:endParaRPr lang="en-GB" dirty="0"/>
          </a:p>
        </p:txBody>
      </p:sp>
      <p:graphicFrame>
        <p:nvGraphicFramePr>
          <p:cNvPr id="7" name="Table 6">
            <a:extLst>
              <a:ext uri="{FF2B5EF4-FFF2-40B4-BE49-F238E27FC236}">
                <a16:creationId xmlns:a16="http://schemas.microsoft.com/office/drawing/2014/main" id="{8A0017E1-5DAB-440C-AE2C-F95CBC5B9CCB}"/>
              </a:ext>
            </a:extLst>
          </p:cNvPr>
          <p:cNvGraphicFramePr>
            <a:graphicFrameLocks noGrp="1"/>
          </p:cNvGraphicFramePr>
          <p:nvPr/>
        </p:nvGraphicFramePr>
        <p:xfrm>
          <a:off x="6995206" y="2892130"/>
          <a:ext cx="4534679" cy="2270420"/>
        </p:xfrm>
        <a:graphic>
          <a:graphicData uri="http://schemas.openxmlformats.org/drawingml/2006/table">
            <a:tbl>
              <a:tblPr firstRow="1" bandRow="1">
                <a:tableStyleId>{073A0DAA-6AF3-43AB-8588-CEC1D06C72B9}</a:tableStyleId>
              </a:tblPr>
              <a:tblGrid>
                <a:gridCol w="540589">
                  <a:extLst>
                    <a:ext uri="{9D8B030D-6E8A-4147-A177-3AD203B41FA5}">
                      <a16:colId xmlns:a16="http://schemas.microsoft.com/office/drawing/2014/main" val="2399042673"/>
                    </a:ext>
                  </a:extLst>
                </a:gridCol>
                <a:gridCol w="2068299">
                  <a:extLst>
                    <a:ext uri="{9D8B030D-6E8A-4147-A177-3AD203B41FA5}">
                      <a16:colId xmlns:a16="http://schemas.microsoft.com/office/drawing/2014/main" val="1074319203"/>
                    </a:ext>
                  </a:extLst>
                </a:gridCol>
                <a:gridCol w="1925791">
                  <a:extLst>
                    <a:ext uri="{9D8B030D-6E8A-4147-A177-3AD203B41FA5}">
                      <a16:colId xmlns:a16="http://schemas.microsoft.com/office/drawing/2014/main" val="821987331"/>
                    </a:ext>
                  </a:extLst>
                </a:gridCol>
              </a:tblGrid>
              <a:tr h="363960">
                <a:tc>
                  <a:txBody>
                    <a:bodyPr/>
                    <a:lstStyle/>
                    <a:p>
                      <a:pPr algn="l" rtl="0" fontAlgn="ctr"/>
                      <a:r>
                        <a:rPr lang="en-US" sz="1400" u="none" strike="noStrike" noProof="0" dirty="0">
                          <a:effectLst/>
                        </a:rPr>
                        <a:t>Code</a:t>
                      </a:r>
                      <a:endParaRPr lang="en-US" sz="1400" b="1" i="0" u="none" strike="noStrike" noProof="0" dirty="0">
                        <a:solidFill>
                          <a:srgbClr val="FFFFFF"/>
                        </a:solidFill>
                        <a:effectLst/>
                        <a:latin typeface="+mn-lt"/>
                      </a:endParaRPr>
                    </a:p>
                  </a:txBody>
                  <a:tcPr marL="9525" marR="9525" marT="9525" marB="0" anchor="ctr"/>
                </a:tc>
                <a:tc>
                  <a:txBody>
                    <a:bodyPr/>
                    <a:lstStyle/>
                    <a:p>
                      <a:pPr algn="l" rtl="0" fontAlgn="ctr"/>
                      <a:r>
                        <a:rPr lang="en-US" sz="1400" u="none" strike="noStrike" noProof="0" dirty="0">
                          <a:effectLst/>
                        </a:rPr>
                        <a:t>Account Group</a:t>
                      </a:r>
                      <a:endParaRPr lang="en-US" sz="1400" b="1" i="0" u="none" strike="noStrike" noProof="0" dirty="0">
                        <a:solidFill>
                          <a:srgbClr val="FFFFFF"/>
                        </a:solidFill>
                        <a:effectLst/>
                        <a:latin typeface="+mn-lt"/>
                      </a:endParaRPr>
                    </a:p>
                  </a:txBody>
                  <a:tcPr marL="9525" marR="9525" marT="9525" marB="0" anchor="ctr"/>
                </a:tc>
                <a:tc>
                  <a:txBody>
                    <a:bodyPr/>
                    <a:lstStyle/>
                    <a:p>
                      <a:pPr algn="l" rtl="0" fontAlgn="ctr"/>
                      <a:r>
                        <a:rPr lang="en-US" sz="1400" u="none" strike="noStrike" noProof="0" dirty="0">
                          <a:effectLst/>
                        </a:rPr>
                        <a:t>Number Range</a:t>
                      </a:r>
                      <a:endParaRPr lang="en-US" sz="1400" b="1" i="0" u="none" strike="noStrike" noProof="0" dirty="0">
                        <a:solidFill>
                          <a:srgbClr val="FFFFFF"/>
                        </a:solidFill>
                        <a:effectLst/>
                        <a:latin typeface="+mn-lt"/>
                      </a:endParaRPr>
                    </a:p>
                  </a:txBody>
                  <a:tcPr marL="9525" marR="9525" marT="9525" marB="0" anchor="ctr"/>
                </a:tc>
                <a:extLst>
                  <a:ext uri="{0D108BD9-81ED-4DB2-BD59-A6C34878D82A}">
                    <a16:rowId xmlns:a16="http://schemas.microsoft.com/office/drawing/2014/main" val="3407376692"/>
                  </a:ext>
                </a:extLst>
              </a:tr>
              <a:tr h="381292">
                <a:tc>
                  <a:txBody>
                    <a:bodyPr/>
                    <a:lstStyle/>
                    <a:p>
                      <a:pPr algn="l" rtl="0" fontAlgn="ctr"/>
                      <a:r>
                        <a:rPr lang="en-US" sz="1100" u="none" strike="noStrike" noProof="0" dirty="0">
                          <a:effectLst/>
                        </a:rPr>
                        <a:t>ZCUS</a:t>
                      </a:r>
                      <a:endParaRPr lang="en-US" sz="1100" b="0" i="0" u="none" strike="noStrike" noProof="0" dirty="0">
                        <a:solidFill>
                          <a:schemeClr val="tx1"/>
                        </a:solidFill>
                        <a:effectLst/>
                        <a:latin typeface="+mn-lt"/>
                      </a:endParaRPr>
                    </a:p>
                  </a:txBody>
                  <a:tcPr marL="9525" marR="9525" marT="9525" marB="0" anchor="ctr"/>
                </a:tc>
                <a:tc>
                  <a:txBody>
                    <a:bodyPr/>
                    <a:lstStyle/>
                    <a:p>
                      <a:pPr algn="l" rtl="0" fontAlgn="ctr"/>
                      <a:r>
                        <a:rPr lang="en-US" sz="1100" u="none" strike="noStrike" noProof="0" dirty="0">
                          <a:effectLst/>
                        </a:rPr>
                        <a:t>JTI Customers</a:t>
                      </a:r>
                      <a:endParaRPr lang="en-US" sz="1100" b="0" i="0" u="none" strike="noStrike" noProof="0" dirty="0">
                        <a:solidFill>
                          <a:schemeClr val="tx1"/>
                        </a:solidFill>
                        <a:effectLst/>
                        <a:latin typeface="+mn-lt"/>
                      </a:endParaRPr>
                    </a:p>
                  </a:txBody>
                  <a:tcPr marL="9525" marR="9525" marT="9525" marB="0" anchor="ctr"/>
                </a:tc>
                <a:tc>
                  <a:txBody>
                    <a:bodyPr/>
                    <a:lstStyle/>
                    <a:p>
                      <a:pPr algn="l" rtl="0" fontAlgn="ctr"/>
                      <a:r>
                        <a:rPr lang="en-US" sz="1100" u="none" strike="noStrike" noProof="0" dirty="0">
                          <a:effectLst/>
                        </a:rPr>
                        <a:t>0020000000 -0049999999</a:t>
                      </a:r>
                      <a:endParaRPr lang="en-US" sz="1100" b="0" i="0" u="none" strike="noStrike" noProof="0" dirty="0">
                        <a:solidFill>
                          <a:schemeClr val="tx1"/>
                        </a:solidFill>
                        <a:effectLst/>
                        <a:latin typeface="+mn-lt"/>
                      </a:endParaRPr>
                    </a:p>
                  </a:txBody>
                  <a:tcPr marL="9525" marR="9525" marT="9525" marB="0" anchor="ctr"/>
                </a:tc>
                <a:extLst>
                  <a:ext uri="{0D108BD9-81ED-4DB2-BD59-A6C34878D82A}">
                    <a16:rowId xmlns:a16="http://schemas.microsoft.com/office/drawing/2014/main" val="1298984181"/>
                  </a:ext>
                </a:extLst>
              </a:tr>
              <a:tr h="381292">
                <a:tc>
                  <a:txBody>
                    <a:bodyPr/>
                    <a:lstStyle/>
                    <a:p>
                      <a:pPr algn="l" rtl="0" fontAlgn="ctr"/>
                      <a:r>
                        <a:rPr lang="en-US" sz="1100" u="none" strike="noStrike" noProof="0" dirty="0">
                          <a:effectLst/>
                        </a:rPr>
                        <a:t>ZEXP</a:t>
                      </a:r>
                      <a:endParaRPr lang="en-US" sz="1100" b="0" i="0" u="none" strike="noStrike" noProof="0" dirty="0">
                        <a:solidFill>
                          <a:schemeClr val="tx1"/>
                        </a:solidFill>
                        <a:effectLst/>
                        <a:latin typeface="+mn-lt"/>
                      </a:endParaRPr>
                    </a:p>
                  </a:txBody>
                  <a:tcPr marL="9525" marR="9525" marT="9525" marB="0" anchor="ctr"/>
                </a:tc>
                <a:tc>
                  <a:txBody>
                    <a:bodyPr/>
                    <a:lstStyle/>
                    <a:p>
                      <a:pPr algn="l" rtl="0" fontAlgn="ctr"/>
                      <a:r>
                        <a:rPr lang="en-US" sz="1100" u="none" strike="noStrike" noProof="0" dirty="0">
                          <a:effectLst/>
                        </a:rPr>
                        <a:t>JTI Customer Export</a:t>
                      </a:r>
                      <a:endParaRPr lang="en-US" sz="1100" b="0" i="0" u="none" strike="noStrike" noProof="0" dirty="0">
                        <a:solidFill>
                          <a:schemeClr val="tx1"/>
                        </a:solidFill>
                        <a:effectLst/>
                        <a:latin typeface="+mn-lt"/>
                      </a:endParaRPr>
                    </a:p>
                  </a:txBody>
                  <a:tcPr marL="9525" marR="9525" marT="9525" marB="0" anchor="ctr"/>
                </a:tc>
                <a:tc>
                  <a:txBody>
                    <a:bodyPr/>
                    <a:lstStyle/>
                    <a:p>
                      <a:pPr algn="l" rtl="0" fontAlgn="ctr"/>
                      <a:endParaRPr lang="en-US" sz="1100" b="0" i="0" u="none" strike="noStrike" noProof="0" dirty="0">
                        <a:solidFill>
                          <a:schemeClr val="tx1"/>
                        </a:solidFill>
                        <a:effectLst/>
                        <a:latin typeface="+mn-lt"/>
                      </a:endParaRPr>
                    </a:p>
                  </a:txBody>
                  <a:tcPr marL="9525" marR="9525" marT="9525" marB="0" anchor="ctr"/>
                </a:tc>
                <a:extLst>
                  <a:ext uri="{0D108BD9-81ED-4DB2-BD59-A6C34878D82A}">
                    <a16:rowId xmlns:a16="http://schemas.microsoft.com/office/drawing/2014/main" val="3204726132"/>
                  </a:ext>
                </a:extLst>
              </a:tr>
              <a:tr h="381292">
                <a:tc>
                  <a:txBody>
                    <a:bodyPr/>
                    <a:lstStyle/>
                    <a:p>
                      <a:pPr algn="l" rtl="0" fontAlgn="ctr"/>
                      <a:r>
                        <a:rPr lang="en-US" sz="1100" u="none" strike="noStrike" noProof="0" dirty="0">
                          <a:effectLst/>
                        </a:rPr>
                        <a:t>INT</a:t>
                      </a:r>
                      <a:endParaRPr lang="en-US" sz="1100" b="0" i="0" u="none" strike="noStrike" noProof="0" dirty="0">
                        <a:solidFill>
                          <a:schemeClr val="tx1"/>
                        </a:solidFill>
                        <a:effectLst/>
                        <a:latin typeface="+mn-lt"/>
                      </a:endParaRPr>
                    </a:p>
                  </a:txBody>
                  <a:tcPr marL="9525" marR="9525" marT="9525" marB="0" anchor="ctr"/>
                </a:tc>
                <a:tc>
                  <a:txBody>
                    <a:bodyPr/>
                    <a:lstStyle/>
                    <a:p>
                      <a:pPr algn="l" rtl="0" fontAlgn="ctr"/>
                      <a:r>
                        <a:rPr lang="en-US" sz="1100" u="none" strike="noStrike" noProof="0" dirty="0">
                          <a:effectLst/>
                        </a:rPr>
                        <a:t>Intercompany (C.Code)</a:t>
                      </a:r>
                      <a:endParaRPr lang="en-US" sz="1100" b="0" i="0" u="none" strike="noStrike" noProof="0" dirty="0">
                        <a:solidFill>
                          <a:schemeClr val="tx1"/>
                        </a:solidFill>
                        <a:effectLst/>
                        <a:latin typeface="+mn-lt"/>
                      </a:endParaRPr>
                    </a:p>
                  </a:txBody>
                  <a:tcPr marL="9525" marR="9525" marT="9525" marB="0" anchor="ctr"/>
                </a:tc>
                <a:tc>
                  <a:txBody>
                    <a:bodyPr/>
                    <a:lstStyle/>
                    <a:p>
                      <a:pPr algn="l" rtl="0" fontAlgn="ctr"/>
                      <a:r>
                        <a:rPr lang="en-US" sz="1100" u="none" strike="noStrike" noProof="0" dirty="0">
                          <a:effectLst/>
                        </a:rPr>
                        <a:t>000001000 - 000009999</a:t>
                      </a:r>
                      <a:endParaRPr lang="en-US" sz="1100" b="0" i="0" u="none" strike="noStrike" noProof="0" dirty="0">
                        <a:solidFill>
                          <a:schemeClr val="tx1"/>
                        </a:solidFill>
                        <a:effectLst/>
                        <a:latin typeface="+mn-lt"/>
                      </a:endParaRPr>
                    </a:p>
                  </a:txBody>
                  <a:tcPr marL="9525" marR="9525" marT="9525" marB="0" anchor="ctr"/>
                </a:tc>
                <a:extLst>
                  <a:ext uri="{0D108BD9-81ED-4DB2-BD59-A6C34878D82A}">
                    <a16:rowId xmlns:a16="http://schemas.microsoft.com/office/drawing/2014/main" val="2372222133"/>
                  </a:ext>
                </a:extLst>
              </a:tr>
              <a:tr h="381292">
                <a:tc>
                  <a:txBody>
                    <a:bodyPr/>
                    <a:lstStyle/>
                    <a:p>
                      <a:pPr algn="l" rtl="0" fontAlgn="ctr"/>
                      <a:r>
                        <a:rPr lang="en-US" sz="1100" u="none" strike="noStrike" noProof="0" dirty="0">
                          <a:effectLst/>
                        </a:rPr>
                        <a:t>ZICP</a:t>
                      </a:r>
                      <a:endParaRPr lang="en-US" sz="1100" b="0" i="0" u="none" strike="noStrike" noProof="0" dirty="0">
                        <a:solidFill>
                          <a:schemeClr val="tx1"/>
                        </a:solidFill>
                        <a:effectLst/>
                        <a:latin typeface="+mn-lt"/>
                      </a:endParaRPr>
                    </a:p>
                  </a:txBody>
                  <a:tcPr marL="9525" marR="9525" marT="9525" marB="0" anchor="ctr"/>
                </a:tc>
                <a:tc>
                  <a:txBody>
                    <a:bodyPr/>
                    <a:lstStyle/>
                    <a:p>
                      <a:pPr algn="l" rtl="0" fontAlgn="ctr"/>
                      <a:r>
                        <a:rPr lang="en-US" sz="1100" u="none" strike="noStrike" noProof="0" dirty="0">
                          <a:effectLst/>
                        </a:rPr>
                        <a:t>Intercompany (Plant)</a:t>
                      </a:r>
                      <a:endParaRPr lang="en-US" sz="1100" b="0" i="0" u="none" strike="noStrike" noProof="0" dirty="0">
                        <a:solidFill>
                          <a:schemeClr val="tx1"/>
                        </a:solidFill>
                        <a:effectLst/>
                        <a:latin typeface="+mn-lt"/>
                      </a:endParaRPr>
                    </a:p>
                  </a:txBody>
                  <a:tcPr marL="9525" marR="9525" marT="9525" marB="0" anchor="ctr"/>
                </a:tc>
                <a:tc>
                  <a:txBody>
                    <a:bodyPr/>
                    <a:lstStyle/>
                    <a:p>
                      <a:pPr algn="l" rtl="0" fontAlgn="ctr"/>
                      <a:r>
                        <a:rPr lang="en-US" sz="1100" u="none" strike="noStrike" noProof="0" dirty="0">
                          <a:effectLst/>
                        </a:rPr>
                        <a:t>A - ZZZZZZZZZZ</a:t>
                      </a:r>
                      <a:endParaRPr lang="en-US" sz="1100" b="0" i="0" u="none" strike="noStrike" noProof="0" dirty="0">
                        <a:solidFill>
                          <a:schemeClr val="tx1"/>
                        </a:solidFill>
                        <a:effectLst/>
                        <a:latin typeface="+mn-lt"/>
                      </a:endParaRPr>
                    </a:p>
                  </a:txBody>
                  <a:tcPr marL="9525" marR="9525" marT="9525" marB="0" anchor="ctr"/>
                </a:tc>
                <a:extLst>
                  <a:ext uri="{0D108BD9-81ED-4DB2-BD59-A6C34878D82A}">
                    <a16:rowId xmlns:a16="http://schemas.microsoft.com/office/drawing/2014/main" val="1795348080"/>
                  </a:ext>
                </a:extLst>
              </a:tr>
              <a:tr h="381292">
                <a:tc>
                  <a:txBody>
                    <a:bodyPr/>
                    <a:lstStyle/>
                    <a:p>
                      <a:pPr algn="l" rtl="0" fontAlgn="ctr"/>
                      <a:r>
                        <a:rPr lang="en-US" sz="1100" u="none" strike="noStrike" noProof="0" dirty="0">
                          <a:effectLst/>
                        </a:rPr>
                        <a:t>ZZLO</a:t>
                      </a:r>
                      <a:endParaRPr lang="en-US" sz="1100" b="0" i="0" u="none" strike="noStrike" noProof="0" dirty="0">
                        <a:solidFill>
                          <a:schemeClr val="tx1"/>
                        </a:solidFill>
                        <a:effectLst/>
                        <a:latin typeface="+mn-lt"/>
                      </a:endParaRPr>
                    </a:p>
                  </a:txBody>
                  <a:tcPr marL="9525" marR="9525" marT="9525" marB="0" anchor="ctr"/>
                </a:tc>
                <a:tc>
                  <a:txBody>
                    <a:bodyPr/>
                    <a:lstStyle/>
                    <a:p>
                      <a:pPr algn="l" rtl="0" fontAlgn="ctr"/>
                      <a:r>
                        <a:rPr lang="en-US" sz="1100" u="none" strike="noStrike" noProof="0" dirty="0">
                          <a:effectLst/>
                        </a:rPr>
                        <a:t>JTI Local Legal requirement</a:t>
                      </a:r>
                      <a:endParaRPr lang="en-US" sz="1100" b="0" i="0" u="none" strike="noStrike" noProof="0" dirty="0">
                        <a:solidFill>
                          <a:schemeClr val="tx1"/>
                        </a:solidFill>
                        <a:effectLst/>
                        <a:latin typeface="+mn-lt"/>
                      </a:endParaRPr>
                    </a:p>
                  </a:txBody>
                  <a:tcPr marL="9525" marR="9525" marT="9525" marB="0" anchor="ctr"/>
                </a:tc>
                <a:tc>
                  <a:txBody>
                    <a:bodyPr/>
                    <a:lstStyle/>
                    <a:p>
                      <a:pPr algn="l" rtl="0" fontAlgn="ctr"/>
                      <a:r>
                        <a:rPr lang="en-US" sz="1100" u="none" strike="noStrike" noProof="0" dirty="0">
                          <a:effectLst/>
                        </a:rPr>
                        <a:t>A - ZZZZZZZZZZ</a:t>
                      </a:r>
                      <a:endParaRPr lang="en-US" sz="1100" b="0" i="0" u="none" strike="noStrike" noProof="0" dirty="0">
                        <a:solidFill>
                          <a:schemeClr val="tx1"/>
                        </a:solidFill>
                        <a:effectLst/>
                        <a:latin typeface="+mn-lt"/>
                      </a:endParaRPr>
                    </a:p>
                  </a:txBody>
                  <a:tcPr marL="9525" marR="9525" marT="9525" marB="0" anchor="ctr"/>
                </a:tc>
                <a:extLst>
                  <a:ext uri="{0D108BD9-81ED-4DB2-BD59-A6C34878D82A}">
                    <a16:rowId xmlns:a16="http://schemas.microsoft.com/office/drawing/2014/main" val="1868222358"/>
                  </a:ext>
                </a:extLst>
              </a:tr>
            </a:tbl>
          </a:graphicData>
        </a:graphic>
      </p:graphicFrame>
    </p:spTree>
    <p:extLst>
      <p:ext uri="{BB962C8B-B14F-4D97-AF65-F5344CB8AC3E}">
        <p14:creationId xmlns:p14="http://schemas.microsoft.com/office/powerpoint/2010/main" val="355381430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762EA848-4FA2-440E-B2EE-5D40106C0D48}"/>
              </a:ext>
            </a:extLst>
          </p:cNvPr>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dirty="0">
                <a:ln>
                  <a:noFill/>
                </a:ln>
                <a:solidFill>
                  <a:srgbClr val="000000"/>
                </a:solidFill>
                <a:effectLst/>
                <a:uLnTx/>
                <a:uFillTx/>
                <a:latin typeface="Arial" panose="020B0604020202020204"/>
                <a:ea typeface="+mn-ea"/>
                <a:cs typeface="+mn-cs"/>
              </a:rPr>
              <a:t>Sales Order Management</a:t>
            </a:r>
          </a:p>
        </p:txBody>
      </p:sp>
      <p:sp>
        <p:nvSpPr>
          <p:cNvPr id="5" name="Slide Number Placeholder 4">
            <a:extLst>
              <a:ext uri="{FF2B5EF4-FFF2-40B4-BE49-F238E27FC236}">
                <a16:creationId xmlns:a16="http://schemas.microsoft.com/office/drawing/2014/main" id="{5344E913-0BBE-4357-9D34-045C3EC8C34C}"/>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GB" sz="8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2" name="Title 1">
            <a:extLst>
              <a:ext uri="{FF2B5EF4-FFF2-40B4-BE49-F238E27FC236}">
                <a16:creationId xmlns:a16="http://schemas.microsoft.com/office/drawing/2014/main" id="{86CBFD2E-845D-4D39-B0FD-7CD75E4C249D}"/>
              </a:ext>
            </a:extLst>
          </p:cNvPr>
          <p:cNvSpPr>
            <a:spLocks noGrp="1"/>
          </p:cNvSpPr>
          <p:nvPr>
            <p:ph type="title"/>
          </p:nvPr>
        </p:nvSpPr>
        <p:spPr/>
        <p:txBody>
          <a:bodyPr/>
          <a:lstStyle/>
          <a:p>
            <a:r>
              <a:rPr lang="en-US" dirty="0"/>
              <a:t>Business Partners Overview:</a:t>
            </a:r>
            <a:br>
              <a:rPr lang="en-US" dirty="0"/>
            </a:br>
            <a:r>
              <a:rPr lang="en-US" dirty="0"/>
              <a:t>BP Roles &amp; Numbering</a:t>
            </a:r>
            <a:endParaRPr lang="en-GB" dirty="0"/>
          </a:p>
        </p:txBody>
      </p:sp>
      <p:sp>
        <p:nvSpPr>
          <p:cNvPr id="3" name="Content Placeholder 2">
            <a:extLst>
              <a:ext uri="{FF2B5EF4-FFF2-40B4-BE49-F238E27FC236}">
                <a16:creationId xmlns:a16="http://schemas.microsoft.com/office/drawing/2014/main" id="{242A4F46-7D82-41FD-9638-C39488352BD9}"/>
              </a:ext>
            </a:extLst>
          </p:cNvPr>
          <p:cNvSpPr>
            <a:spLocks noGrp="1"/>
          </p:cNvSpPr>
          <p:nvPr>
            <p:ph idx="4294967295"/>
          </p:nvPr>
        </p:nvSpPr>
        <p:spPr>
          <a:xfrm>
            <a:off x="515939" y="1734196"/>
            <a:ext cx="6089650" cy="4586288"/>
          </a:xfrm>
        </p:spPr>
        <p:txBody>
          <a:bodyPr/>
          <a:lstStyle/>
          <a:p>
            <a:pPr fontAlgn="t">
              <a:spcBef>
                <a:spcPts val="0"/>
              </a:spcBef>
            </a:pPr>
            <a:r>
              <a:rPr lang="en-GB" sz="1800" b="1" dirty="0"/>
              <a:t>Business Partner (BP) Roles: </a:t>
            </a:r>
          </a:p>
          <a:p>
            <a:pPr fontAlgn="t">
              <a:spcBef>
                <a:spcPts val="0"/>
              </a:spcBef>
            </a:pPr>
            <a:r>
              <a:rPr lang="en-US" sz="1600" dirty="0">
                <a:solidFill>
                  <a:srgbClr val="000000"/>
                </a:solidFill>
              </a:rPr>
              <a:t>SAP provides a link between a business partner and other components by a role concept.</a:t>
            </a:r>
          </a:p>
          <a:p>
            <a:pPr fontAlgn="t">
              <a:spcBef>
                <a:spcPts val="0"/>
              </a:spcBef>
            </a:pPr>
            <a:endParaRPr lang="en-US" sz="1600" dirty="0">
              <a:solidFill>
                <a:srgbClr val="000000"/>
              </a:solidFill>
            </a:endParaRPr>
          </a:p>
          <a:p>
            <a:pPr fontAlgn="t">
              <a:spcBef>
                <a:spcPts val="0"/>
              </a:spcBef>
            </a:pPr>
            <a:r>
              <a:rPr lang="en-US" sz="1600" dirty="0">
                <a:solidFill>
                  <a:srgbClr val="000000"/>
                </a:solidFill>
              </a:rPr>
              <a:t>The role concept:</a:t>
            </a:r>
          </a:p>
          <a:p>
            <a:pPr marL="285750" indent="-285750" fontAlgn="t">
              <a:spcBef>
                <a:spcPts val="0"/>
              </a:spcBef>
              <a:buFont typeface="Arial" panose="020B0604020202020204" pitchFamily="34" charset="0"/>
              <a:buChar char="•"/>
            </a:pPr>
            <a:r>
              <a:rPr lang="en-US" sz="1600" dirty="0">
                <a:solidFill>
                  <a:srgbClr val="000000"/>
                </a:solidFill>
              </a:rPr>
              <a:t>Defines the screen layout and which data fields to maintain</a:t>
            </a:r>
          </a:p>
          <a:p>
            <a:pPr marL="285750" indent="-285750" fontAlgn="t">
              <a:spcBef>
                <a:spcPts val="0"/>
              </a:spcBef>
              <a:buFont typeface="Arial" panose="020B0604020202020204" pitchFamily="34" charset="0"/>
              <a:buChar char="•"/>
            </a:pPr>
            <a:r>
              <a:rPr lang="en-US" sz="1600" dirty="0">
                <a:solidFill>
                  <a:srgbClr val="000000"/>
                </a:solidFill>
              </a:rPr>
              <a:t>A business partner role is used to classify a business partner in business terms </a:t>
            </a:r>
          </a:p>
          <a:p>
            <a:pPr marL="285750" indent="-285750" fontAlgn="t">
              <a:spcBef>
                <a:spcPts val="0"/>
              </a:spcBef>
              <a:buFont typeface="Arial" panose="020B0604020202020204" pitchFamily="34" charset="0"/>
              <a:buChar char="•"/>
            </a:pPr>
            <a:r>
              <a:rPr lang="en-US" sz="1600" dirty="0">
                <a:solidFill>
                  <a:srgbClr val="000000"/>
                </a:solidFill>
              </a:rPr>
              <a:t>The roles assigned to a business partner reflect the functions it has and the business transactions in which it is likely to be involved e.g., Purchasing, Sales, Treasury etc.</a:t>
            </a:r>
          </a:p>
          <a:p>
            <a:pPr marL="285750" indent="-285750" fontAlgn="t">
              <a:spcBef>
                <a:spcPts val="0"/>
              </a:spcBef>
              <a:buFont typeface="Arial" panose="020B0604020202020204" pitchFamily="34" charset="0"/>
              <a:buChar char="•"/>
            </a:pPr>
            <a:r>
              <a:rPr lang="en-US" sz="1600" dirty="0">
                <a:solidFill>
                  <a:srgbClr val="000000"/>
                </a:solidFill>
              </a:rPr>
              <a:t>Role “General Business Partner” is always created</a:t>
            </a:r>
          </a:p>
          <a:p>
            <a:pPr marL="285750" indent="-285750" fontAlgn="t">
              <a:spcBef>
                <a:spcPts val="0"/>
              </a:spcBef>
              <a:buFont typeface="Arial" panose="020B0604020202020204" pitchFamily="34" charset="0"/>
              <a:buChar char="•"/>
            </a:pPr>
            <a:r>
              <a:rPr lang="en-US" sz="1600" dirty="0"/>
              <a:t>Other roles will be created according to the necessary functions for the Business Partner, examples:</a:t>
            </a:r>
          </a:p>
          <a:p>
            <a:pPr marL="450850" lvl="1" indent="-285750" fontAlgn="t">
              <a:spcBef>
                <a:spcPts val="0"/>
              </a:spcBef>
            </a:pPr>
            <a:r>
              <a:rPr lang="en-US" sz="1600" dirty="0"/>
              <a:t>ZD01SD: Domestic Customer SD </a:t>
            </a:r>
          </a:p>
          <a:p>
            <a:pPr marL="450850" lvl="1" indent="-285750" fontAlgn="t">
              <a:spcBef>
                <a:spcPts val="0"/>
              </a:spcBef>
            </a:pPr>
            <a:r>
              <a:rPr lang="en-US" sz="1600" dirty="0"/>
              <a:t>ZD01F1: Domestic Customer FI </a:t>
            </a:r>
          </a:p>
          <a:p>
            <a:pPr marL="450850" lvl="1" indent="-285750" fontAlgn="t">
              <a:spcBef>
                <a:spcPts val="0"/>
              </a:spcBef>
            </a:pPr>
            <a:r>
              <a:rPr lang="en-US" sz="1600" dirty="0"/>
              <a:t>UKM000: Credit Management Data</a:t>
            </a:r>
          </a:p>
          <a:p>
            <a:endParaRPr lang="en-GB" dirty="0"/>
          </a:p>
        </p:txBody>
      </p:sp>
      <p:sp>
        <p:nvSpPr>
          <p:cNvPr id="6" name="Content Placeholder 5">
            <a:extLst>
              <a:ext uri="{FF2B5EF4-FFF2-40B4-BE49-F238E27FC236}">
                <a16:creationId xmlns:a16="http://schemas.microsoft.com/office/drawing/2014/main" id="{E81E8768-7504-40A8-8E33-ED4CDA1F8FE1}"/>
              </a:ext>
            </a:extLst>
          </p:cNvPr>
          <p:cNvSpPr>
            <a:spLocks noGrp="1"/>
          </p:cNvSpPr>
          <p:nvPr>
            <p:ph idx="4294967295"/>
          </p:nvPr>
        </p:nvSpPr>
        <p:spPr>
          <a:xfrm>
            <a:off x="7370763" y="1695450"/>
            <a:ext cx="4821237" cy="4586288"/>
          </a:xfrm>
        </p:spPr>
        <p:txBody>
          <a:bodyPr/>
          <a:lstStyle/>
          <a:p>
            <a:pPr lvl="0">
              <a:spcBef>
                <a:spcPts val="0"/>
              </a:spcBef>
              <a:defRPr/>
            </a:pPr>
            <a:r>
              <a:rPr lang="en-US" sz="1800" b="1" dirty="0">
                <a:solidFill>
                  <a:schemeClr val="accent2"/>
                </a:solidFill>
              </a:rPr>
              <a:t>Business Partner: Customer Numbering</a:t>
            </a:r>
          </a:p>
          <a:p>
            <a:pPr marL="23812" lvl="1" indent="0" fontAlgn="base">
              <a:spcBef>
                <a:spcPts val="0"/>
              </a:spcBef>
              <a:buNone/>
              <a:defRPr/>
            </a:pPr>
            <a:r>
              <a:rPr lang="en-US" sz="1600" dirty="0">
                <a:solidFill>
                  <a:srgbClr val="000000"/>
                </a:solidFill>
              </a:rPr>
              <a:t>Listed Customer Account Groups number range is the same with Business Partner number range.</a:t>
            </a:r>
          </a:p>
          <a:p>
            <a:pPr lvl="0">
              <a:spcBef>
                <a:spcPts val="600"/>
              </a:spcBef>
              <a:defRPr/>
            </a:pPr>
            <a:endParaRPr lang="en-US" sz="1600" dirty="0">
              <a:solidFill>
                <a:srgbClr val="000000"/>
              </a:solidFill>
            </a:endParaRPr>
          </a:p>
          <a:p>
            <a:endParaRPr lang="en-GB" dirty="0"/>
          </a:p>
        </p:txBody>
      </p:sp>
      <p:graphicFrame>
        <p:nvGraphicFramePr>
          <p:cNvPr id="7" name="Table 6">
            <a:extLst>
              <a:ext uri="{FF2B5EF4-FFF2-40B4-BE49-F238E27FC236}">
                <a16:creationId xmlns:a16="http://schemas.microsoft.com/office/drawing/2014/main" id="{8A0017E1-5DAB-440C-AE2C-F95CBC5B9CCB}"/>
              </a:ext>
            </a:extLst>
          </p:cNvPr>
          <p:cNvGraphicFramePr>
            <a:graphicFrameLocks noGrp="1"/>
          </p:cNvGraphicFramePr>
          <p:nvPr/>
        </p:nvGraphicFramePr>
        <p:xfrm>
          <a:off x="6995206" y="2892130"/>
          <a:ext cx="4534679" cy="2270420"/>
        </p:xfrm>
        <a:graphic>
          <a:graphicData uri="http://schemas.openxmlformats.org/drawingml/2006/table">
            <a:tbl>
              <a:tblPr firstRow="1" bandRow="1">
                <a:tableStyleId>{073A0DAA-6AF3-43AB-8588-CEC1D06C72B9}</a:tableStyleId>
              </a:tblPr>
              <a:tblGrid>
                <a:gridCol w="540589">
                  <a:extLst>
                    <a:ext uri="{9D8B030D-6E8A-4147-A177-3AD203B41FA5}">
                      <a16:colId xmlns:a16="http://schemas.microsoft.com/office/drawing/2014/main" val="2399042673"/>
                    </a:ext>
                  </a:extLst>
                </a:gridCol>
                <a:gridCol w="2068299">
                  <a:extLst>
                    <a:ext uri="{9D8B030D-6E8A-4147-A177-3AD203B41FA5}">
                      <a16:colId xmlns:a16="http://schemas.microsoft.com/office/drawing/2014/main" val="1074319203"/>
                    </a:ext>
                  </a:extLst>
                </a:gridCol>
                <a:gridCol w="1925791">
                  <a:extLst>
                    <a:ext uri="{9D8B030D-6E8A-4147-A177-3AD203B41FA5}">
                      <a16:colId xmlns:a16="http://schemas.microsoft.com/office/drawing/2014/main" val="821987331"/>
                    </a:ext>
                  </a:extLst>
                </a:gridCol>
              </a:tblGrid>
              <a:tr h="363960">
                <a:tc>
                  <a:txBody>
                    <a:bodyPr/>
                    <a:lstStyle/>
                    <a:p>
                      <a:pPr algn="l" rtl="0" fontAlgn="ctr"/>
                      <a:r>
                        <a:rPr lang="en-US" sz="1400" u="none" strike="noStrike" noProof="0" dirty="0">
                          <a:effectLst/>
                        </a:rPr>
                        <a:t>Code</a:t>
                      </a:r>
                      <a:endParaRPr lang="en-US" sz="1400" b="1" i="0" u="none" strike="noStrike" noProof="0" dirty="0">
                        <a:solidFill>
                          <a:srgbClr val="FFFFFF"/>
                        </a:solidFill>
                        <a:effectLst/>
                        <a:latin typeface="+mn-lt"/>
                      </a:endParaRPr>
                    </a:p>
                  </a:txBody>
                  <a:tcPr marL="9525" marR="9525" marT="9525" marB="0" anchor="ctr"/>
                </a:tc>
                <a:tc>
                  <a:txBody>
                    <a:bodyPr/>
                    <a:lstStyle/>
                    <a:p>
                      <a:pPr algn="l" rtl="0" fontAlgn="ctr"/>
                      <a:r>
                        <a:rPr lang="en-US" sz="1400" u="none" strike="noStrike" noProof="0" dirty="0">
                          <a:effectLst/>
                        </a:rPr>
                        <a:t>Account Group</a:t>
                      </a:r>
                      <a:endParaRPr lang="en-US" sz="1400" b="1" i="0" u="none" strike="noStrike" noProof="0" dirty="0">
                        <a:solidFill>
                          <a:srgbClr val="FFFFFF"/>
                        </a:solidFill>
                        <a:effectLst/>
                        <a:latin typeface="+mn-lt"/>
                      </a:endParaRPr>
                    </a:p>
                  </a:txBody>
                  <a:tcPr marL="9525" marR="9525" marT="9525" marB="0" anchor="ctr"/>
                </a:tc>
                <a:tc>
                  <a:txBody>
                    <a:bodyPr/>
                    <a:lstStyle/>
                    <a:p>
                      <a:pPr algn="l" rtl="0" fontAlgn="ctr"/>
                      <a:r>
                        <a:rPr lang="en-US" sz="1400" u="none" strike="noStrike" noProof="0" dirty="0">
                          <a:effectLst/>
                        </a:rPr>
                        <a:t>Number Range</a:t>
                      </a:r>
                      <a:endParaRPr lang="en-US" sz="1400" b="1" i="0" u="none" strike="noStrike" noProof="0" dirty="0">
                        <a:solidFill>
                          <a:srgbClr val="FFFFFF"/>
                        </a:solidFill>
                        <a:effectLst/>
                        <a:latin typeface="+mn-lt"/>
                      </a:endParaRPr>
                    </a:p>
                  </a:txBody>
                  <a:tcPr marL="9525" marR="9525" marT="9525" marB="0" anchor="ctr"/>
                </a:tc>
                <a:extLst>
                  <a:ext uri="{0D108BD9-81ED-4DB2-BD59-A6C34878D82A}">
                    <a16:rowId xmlns:a16="http://schemas.microsoft.com/office/drawing/2014/main" val="3407376692"/>
                  </a:ext>
                </a:extLst>
              </a:tr>
              <a:tr h="381292">
                <a:tc>
                  <a:txBody>
                    <a:bodyPr/>
                    <a:lstStyle/>
                    <a:p>
                      <a:pPr algn="l" rtl="0" fontAlgn="ctr"/>
                      <a:r>
                        <a:rPr lang="en-US" sz="1100" u="none" strike="noStrike" noProof="0" dirty="0">
                          <a:effectLst/>
                        </a:rPr>
                        <a:t>ZCUS</a:t>
                      </a:r>
                      <a:endParaRPr lang="en-US" sz="1100" b="0" i="0" u="none" strike="noStrike" noProof="0" dirty="0">
                        <a:solidFill>
                          <a:schemeClr val="tx1"/>
                        </a:solidFill>
                        <a:effectLst/>
                        <a:latin typeface="+mn-lt"/>
                      </a:endParaRPr>
                    </a:p>
                  </a:txBody>
                  <a:tcPr marL="9525" marR="9525" marT="9525" marB="0" anchor="ctr"/>
                </a:tc>
                <a:tc>
                  <a:txBody>
                    <a:bodyPr/>
                    <a:lstStyle/>
                    <a:p>
                      <a:pPr algn="l" rtl="0" fontAlgn="ctr"/>
                      <a:r>
                        <a:rPr lang="en-US" sz="1100" u="none" strike="noStrike" noProof="0" dirty="0">
                          <a:effectLst/>
                        </a:rPr>
                        <a:t>JTI Customers</a:t>
                      </a:r>
                      <a:endParaRPr lang="en-US" sz="1100" b="0" i="0" u="none" strike="noStrike" noProof="0" dirty="0">
                        <a:solidFill>
                          <a:schemeClr val="tx1"/>
                        </a:solidFill>
                        <a:effectLst/>
                        <a:latin typeface="+mn-lt"/>
                      </a:endParaRPr>
                    </a:p>
                  </a:txBody>
                  <a:tcPr marL="9525" marR="9525" marT="9525" marB="0" anchor="ctr"/>
                </a:tc>
                <a:tc>
                  <a:txBody>
                    <a:bodyPr/>
                    <a:lstStyle/>
                    <a:p>
                      <a:pPr algn="l" rtl="0" fontAlgn="ctr"/>
                      <a:r>
                        <a:rPr lang="en-US" sz="1100" u="none" strike="noStrike" noProof="0" dirty="0">
                          <a:effectLst/>
                        </a:rPr>
                        <a:t>0020000000 -0049999999</a:t>
                      </a:r>
                      <a:endParaRPr lang="en-US" sz="1100" b="0" i="0" u="none" strike="noStrike" noProof="0" dirty="0">
                        <a:solidFill>
                          <a:schemeClr val="tx1"/>
                        </a:solidFill>
                        <a:effectLst/>
                        <a:latin typeface="+mn-lt"/>
                      </a:endParaRPr>
                    </a:p>
                  </a:txBody>
                  <a:tcPr marL="9525" marR="9525" marT="9525" marB="0" anchor="ctr"/>
                </a:tc>
                <a:extLst>
                  <a:ext uri="{0D108BD9-81ED-4DB2-BD59-A6C34878D82A}">
                    <a16:rowId xmlns:a16="http://schemas.microsoft.com/office/drawing/2014/main" val="1298984181"/>
                  </a:ext>
                </a:extLst>
              </a:tr>
              <a:tr h="381292">
                <a:tc>
                  <a:txBody>
                    <a:bodyPr/>
                    <a:lstStyle/>
                    <a:p>
                      <a:pPr algn="l" rtl="0" fontAlgn="ctr"/>
                      <a:r>
                        <a:rPr lang="en-US" sz="1100" u="none" strike="noStrike" noProof="0" dirty="0">
                          <a:effectLst/>
                        </a:rPr>
                        <a:t>ZEXP</a:t>
                      </a:r>
                      <a:endParaRPr lang="en-US" sz="1100" b="0" i="0" u="none" strike="noStrike" noProof="0" dirty="0">
                        <a:solidFill>
                          <a:schemeClr val="tx1"/>
                        </a:solidFill>
                        <a:effectLst/>
                        <a:latin typeface="+mn-lt"/>
                      </a:endParaRPr>
                    </a:p>
                  </a:txBody>
                  <a:tcPr marL="9525" marR="9525" marT="9525" marB="0" anchor="ctr"/>
                </a:tc>
                <a:tc>
                  <a:txBody>
                    <a:bodyPr/>
                    <a:lstStyle/>
                    <a:p>
                      <a:pPr algn="l" rtl="0" fontAlgn="ctr"/>
                      <a:r>
                        <a:rPr lang="en-US" sz="1100" u="none" strike="noStrike" noProof="0" dirty="0">
                          <a:effectLst/>
                        </a:rPr>
                        <a:t>JTI Customer Export</a:t>
                      </a:r>
                      <a:endParaRPr lang="en-US" sz="1100" b="0" i="0" u="none" strike="noStrike" noProof="0" dirty="0">
                        <a:solidFill>
                          <a:schemeClr val="tx1"/>
                        </a:solidFill>
                        <a:effectLst/>
                        <a:latin typeface="+mn-lt"/>
                      </a:endParaRPr>
                    </a:p>
                  </a:txBody>
                  <a:tcPr marL="9525" marR="9525" marT="9525" marB="0" anchor="ctr"/>
                </a:tc>
                <a:tc>
                  <a:txBody>
                    <a:bodyPr/>
                    <a:lstStyle/>
                    <a:p>
                      <a:pPr algn="l" rtl="0" fontAlgn="ctr"/>
                      <a:endParaRPr lang="en-US" sz="1100" b="0" i="0" u="none" strike="noStrike" noProof="0" dirty="0">
                        <a:solidFill>
                          <a:schemeClr val="tx1"/>
                        </a:solidFill>
                        <a:effectLst/>
                        <a:latin typeface="+mn-lt"/>
                      </a:endParaRPr>
                    </a:p>
                  </a:txBody>
                  <a:tcPr marL="9525" marR="9525" marT="9525" marB="0" anchor="ctr"/>
                </a:tc>
                <a:extLst>
                  <a:ext uri="{0D108BD9-81ED-4DB2-BD59-A6C34878D82A}">
                    <a16:rowId xmlns:a16="http://schemas.microsoft.com/office/drawing/2014/main" val="3204726132"/>
                  </a:ext>
                </a:extLst>
              </a:tr>
              <a:tr h="381292">
                <a:tc>
                  <a:txBody>
                    <a:bodyPr/>
                    <a:lstStyle/>
                    <a:p>
                      <a:pPr algn="l" rtl="0" fontAlgn="ctr"/>
                      <a:r>
                        <a:rPr lang="en-US" sz="1100" u="none" strike="noStrike" noProof="0" dirty="0">
                          <a:effectLst/>
                        </a:rPr>
                        <a:t>INT</a:t>
                      </a:r>
                      <a:endParaRPr lang="en-US" sz="1100" b="0" i="0" u="none" strike="noStrike" noProof="0" dirty="0">
                        <a:solidFill>
                          <a:schemeClr val="tx1"/>
                        </a:solidFill>
                        <a:effectLst/>
                        <a:latin typeface="+mn-lt"/>
                      </a:endParaRPr>
                    </a:p>
                  </a:txBody>
                  <a:tcPr marL="9525" marR="9525" marT="9525" marB="0" anchor="ctr"/>
                </a:tc>
                <a:tc>
                  <a:txBody>
                    <a:bodyPr/>
                    <a:lstStyle/>
                    <a:p>
                      <a:pPr algn="l" rtl="0" fontAlgn="ctr"/>
                      <a:r>
                        <a:rPr lang="en-US" sz="1100" u="none" strike="noStrike" noProof="0" dirty="0">
                          <a:effectLst/>
                        </a:rPr>
                        <a:t>Intercompany (C.Code)</a:t>
                      </a:r>
                      <a:endParaRPr lang="en-US" sz="1100" b="0" i="0" u="none" strike="noStrike" noProof="0" dirty="0">
                        <a:solidFill>
                          <a:schemeClr val="tx1"/>
                        </a:solidFill>
                        <a:effectLst/>
                        <a:latin typeface="+mn-lt"/>
                      </a:endParaRPr>
                    </a:p>
                  </a:txBody>
                  <a:tcPr marL="9525" marR="9525" marT="9525" marB="0" anchor="ctr"/>
                </a:tc>
                <a:tc>
                  <a:txBody>
                    <a:bodyPr/>
                    <a:lstStyle/>
                    <a:p>
                      <a:pPr algn="l" rtl="0" fontAlgn="ctr"/>
                      <a:r>
                        <a:rPr lang="en-US" sz="1100" u="none" strike="noStrike" noProof="0" dirty="0">
                          <a:effectLst/>
                        </a:rPr>
                        <a:t>000001000 - 000009999</a:t>
                      </a:r>
                      <a:endParaRPr lang="en-US" sz="1100" b="0" i="0" u="none" strike="noStrike" noProof="0" dirty="0">
                        <a:solidFill>
                          <a:schemeClr val="tx1"/>
                        </a:solidFill>
                        <a:effectLst/>
                        <a:latin typeface="+mn-lt"/>
                      </a:endParaRPr>
                    </a:p>
                  </a:txBody>
                  <a:tcPr marL="9525" marR="9525" marT="9525" marB="0" anchor="ctr"/>
                </a:tc>
                <a:extLst>
                  <a:ext uri="{0D108BD9-81ED-4DB2-BD59-A6C34878D82A}">
                    <a16:rowId xmlns:a16="http://schemas.microsoft.com/office/drawing/2014/main" val="2372222133"/>
                  </a:ext>
                </a:extLst>
              </a:tr>
              <a:tr h="381292">
                <a:tc>
                  <a:txBody>
                    <a:bodyPr/>
                    <a:lstStyle/>
                    <a:p>
                      <a:pPr algn="l" rtl="0" fontAlgn="ctr"/>
                      <a:r>
                        <a:rPr lang="en-US" sz="1100" u="none" strike="noStrike" noProof="0" dirty="0">
                          <a:effectLst/>
                        </a:rPr>
                        <a:t>ZICP</a:t>
                      </a:r>
                      <a:endParaRPr lang="en-US" sz="1100" b="0" i="0" u="none" strike="noStrike" noProof="0" dirty="0">
                        <a:solidFill>
                          <a:schemeClr val="tx1"/>
                        </a:solidFill>
                        <a:effectLst/>
                        <a:latin typeface="+mn-lt"/>
                      </a:endParaRPr>
                    </a:p>
                  </a:txBody>
                  <a:tcPr marL="9525" marR="9525" marT="9525" marB="0" anchor="ctr"/>
                </a:tc>
                <a:tc>
                  <a:txBody>
                    <a:bodyPr/>
                    <a:lstStyle/>
                    <a:p>
                      <a:pPr algn="l" rtl="0" fontAlgn="ctr"/>
                      <a:r>
                        <a:rPr lang="en-US" sz="1100" u="none" strike="noStrike" noProof="0" dirty="0">
                          <a:effectLst/>
                        </a:rPr>
                        <a:t>Intercompany (Plant)</a:t>
                      </a:r>
                      <a:endParaRPr lang="en-US" sz="1100" b="0" i="0" u="none" strike="noStrike" noProof="0" dirty="0">
                        <a:solidFill>
                          <a:schemeClr val="tx1"/>
                        </a:solidFill>
                        <a:effectLst/>
                        <a:latin typeface="+mn-lt"/>
                      </a:endParaRPr>
                    </a:p>
                  </a:txBody>
                  <a:tcPr marL="9525" marR="9525" marT="9525" marB="0" anchor="ctr"/>
                </a:tc>
                <a:tc>
                  <a:txBody>
                    <a:bodyPr/>
                    <a:lstStyle/>
                    <a:p>
                      <a:pPr algn="l" rtl="0" fontAlgn="ctr"/>
                      <a:r>
                        <a:rPr lang="en-US" sz="1100" u="none" strike="noStrike" noProof="0" dirty="0">
                          <a:effectLst/>
                        </a:rPr>
                        <a:t>A - ZZZZZZZZZZ</a:t>
                      </a:r>
                      <a:endParaRPr lang="en-US" sz="1100" b="0" i="0" u="none" strike="noStrike" noProof="0" dirty="0">
                        <a:solidFill>
                          <a:schemeClr val="tx1"/>
                        </a:solidFill>
                        <a:effectLst/>
                        <a:latin typeface="+mn-lt"/>
                      </a:endParaRPr>
                    </a:p>
                  </a:txBody>
                  <a:tcPr marL="9525" marR="9525" marT="9525" marB="0" anchor="ctr"/>
                </a:tc>
                <a:extLst>
                  <a:ext uri="{0D108BD9-81ED-4DB2-BD59-A6C34878D82A}">
                    <a16:rowId xmlns:a16="http://schemas.microsoft.com/office/drawing/2014/main" val="1795348080"/>
                  </a:ext>
                </a:extLst>
              </a:tr>
              <a:tr h="381292">
                <a:tc>
                  <a:txBody>
                    <a:bodyPr/>
                    <a:lstStyle/>
                    <a:p>
                      <a:pPr algn="l" rtl="0" fontAlgn="ctr"/>
                      <a:r>
                        <a:rPr lang="en-US" sz="1100" u="none" strike="noStrike" noProof="0" dirty="0">
                          <a:effectLst/>
                        </a:rPr>
                        <a:t>ZZLO</a:t>
                      </a:r>
                      <a:endParaRPr lang="en-US" sz="1100" b="0" i="0" u="none" strike="noStrike" noProof="0" dirty="0">
                        <a:solidFill>
                          <a:schemeClr val="tx1"/>
                        </a:solidFill>
                        <a:effectLst/>
                        <a:latin typeface="+mn-lt"/>
                      </a:endParaRPr>
                    </a:p>
                  </a:txBody>
                  <a:tcPr marL="9525" marR="9525" marT="9525" marB="0" anchor="ctr"/>
                </a:tc>
                <a:tc>
                  <a:txBody>
                    <a:bodyPr/>
                    <a:lstStyle/>
                    <a:p>
                      <a:pPr algn="l" rtl="0" fontAlgn="ctr"/>
                      <a:r>
                        <a:rPr lang="en-US" sz="1100" u="none" strike="noStrike" noProof="0" dirty="0">
                          <a:effectLst/>
                        </a:rPr>
                        <a:t>JTI Local Legal requirement</a:t>
                      </a:r>
                      <a:endParaRPr lang="en-US" sz="1100" b="0" i="0" u="none" strike="noStrike" noProof="0" dirty="0">
                        <a:solidFill>
                          <a:schemeClr val="tx1"/>
                        </a:solidFill>
                        <a:effectLst/>
                        <a:latin typeface="+mn-lt"/>
                      </a:endParaRPr>
                    </a:p>
                  </a:txBody>
                  <a:tcPr marL="9525" marR="9525" marT="9525" marB="0" anchor="ctr"/>
                </a:tc>
                <a:tc>
                  <a:txBody>
                    <a:bodyPr/>
                    <a:lstStyle/>
                    <a:p>
                      <a:pPr algn="l" rtl="0" fontAlgn="ctr"/>
                      <a:r>
                        <a:rPr lang="en-US" sz="1100" u="none" strike="noStrike" noProof="0" dirty="0">
                          <a:effectLst/>
                        </a:rPr>
                        <a:t>A - ZZZZZZZZZZ</a:t>
                      </a:r>
                      <a:endParaRPr lang="en-US" sz="1100" b="0" i="0" u="none" strike="noStrike" noProof="0" dirty="0">
                        <a:solidFill>
                          <a:schemeClr val="tx1"/>
                        </a:solidFill>
                        <a:effectLst/>
                        <a:latin typeface="+mn-lt"/>
                      </a:endParaRPr>
                    </a:p>
                  </a:txBody>
                  <a:tcPr marL="9525" marR="9525" marT="9525" marB="0" anchor="ctr"/>
                </a:tc>
                <a:extLst>
                  <a:ext uri="{0D108BD9-81ED-4DB2-BD59-A6C34878D82A}">
                    <a16:rowId xmlns:a16="http://schemas.microsoft.com/office/drawing/2014/main" val="1868222358"/>
                  </a:ext>
                </a:extLst>
              </a:tr>
            </a:tbl>
          </a:graphicData>
        </a:graphic>
      </p:graphicFrame>
    </p:spTree>
    <p:extLst>
      <p:ext uri="{BB962C8B-B14F-4D97-AF65-F5344CB8AC3E}">
        <p14:creationId xmlns:p14="http://schemas.microsoft.com/office/powerpoint/2010/main" val="180023179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2D88E924-8662-40FC-B0CA-569D6229FFDA}"/>
              </a:ext>
            </a:extLst>
          </p:cNvPr>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dirty="0">
                <a:ln>
                  <a:noFill/>
                </a:ln>
                <a:solidFill>
                  <a:srgbClr val="000000"/>
                </a:solidFill>
                <a:effectLst/>
                <a:uLnTx/>
                <a:uFillTx/>
                <a:latin typeface="Arial" panose="020B0604020202020204"/>
                <a:ea typeface="+mn-ea"/>
                <a:cs typeface="+mn-cs"/>
              </a:rPr>
              <a:t>Sales Order Management</a:t>
            </a:r>
          </a:p>
        </p:txBody>
      </p:sp>
      <p:sp>
        <p:nvSpPr>
          <p:cNvPr id="3" name="Slide Number Placeholder 2">
            <a:extLst>
              <a:ext uri="{FF2B5EF4-FFF2-40B4-BE49-F238E27FC236}">
                <a16:creationId xmlns:a16="http://schemas.microsoft.com/office/drawing/2014/main" id="{4622D1CE-BF6F-4935-8EA1-566B5FEC11F6}"/>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GB" sz="8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2" name="Title 1">
            <a:extLst>
              <a:ext uri="{FF2B5EF4-FFF2-40B4-BE49-F238E27FC236}">
                <a16:creationId xmlns:a16="http://schemas.microsoft.com/office/drawing/2014/main" id="{073F06F3-BE78-4073-8DDB-42F5B2EED9C0}"/>
              </a:ext>
            </a:extLst>
          </p:cNvPr>
          <p:cNvSpPr>
            <a:spLocks noGrp="1"/>
          </p:cNvSpPr>
          <p:nvPr>
            <p:ph type="title"/>
          </p:nvPr>
        </p:nvSpPr>
        <p:spPr/>
        <p:txBody>
          <a:bodyPr/>
          <a:lstStyle/>
          <a:p>
            <a:r>
              <a:rPr lang="en-US" dirty="0"/>
              <a:t>Business Partners Overview:</a:t>
            </a:r>
            <a:br>
              <a:rPr lang="en-US" dirty="0"/>
            </a:br>
            <a:r>
              <a:rPr lang="en-US" dirty="0"/>
              <a:t>Customer Partner Roles Overview</a:t>
            </a:r>
            <a:endParaRPr lang="en-GB" dirty="0"/>
          </a:p>
        </p:txBody>
      </p:sp>
      <p:graphicFrame>
        <p:nvGraphicFramePr>
          <p:cNvPr id="6" name="Content Placeholder 7">
            <a:extLst>
              <a:ext uri="{FF2B5EF4-FFF2-40B4-BE49-F238E27FC236}">
                <a16:creationId xmlns:a16="http://schemas.microsoft.com/office/drawing/2014/main" id="{931714CF-B160-44CD-8FA5-E4A5E9C2C558}"/>
              </a:ext>
            </a:extLst>
          </p:cNvPr>
          <p:cNvGraphicFramePr>
            <a:graphicFrameLocks/>
          </p:cNvGraphicFramePr>
          <p:nvPr/>
        </p:nvGraphicFramePr>
        <p:xfrm>
          <a:off x="3810001" y="1695449"/>
          <a:ext cx="4572000" cy="460468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7" name="Rectangle: Rounded Corners 6">
            <a:extLst>
              <a:ext uri="{FF2B5EF4-FFF2-40B4-BE49-F238E27FC236}">
                <a16:creationId xmlns:a16="http://schemas.microsoft.com/office/drawing/2014/main" id="{43A13BC0-EEC7-4C3B-9764-51FFA8CD866C}"/>
              </a:ext>
            </a:extLst>
          </p:cNvPr>
          <p:cNvSpPr/>
          <p:nvPr/>
        </p:nvSpPr>
        <p:spPr>
          <a:xfrm>
            <a:off x="515937" y="1695451"/>
            <a:ext cx="4572000" cy="1645920"/>
          </a:xfrm>
          <a:prstGeom prst="roundRect">
            <a:avLst>
              <a:gd name="adj" fmla="val 5330"/>
            </a:avLst>
          </a:prstGeom>
          <a:solidFill>
            <a:schemeClr val="bg1"/>
          </a:solidFill>
          <a:ln w="19050">
            <a:solidFill>
              <a:schemeClr val="bg2">
                <a:lumMod val="10000"/>
              </a:schemeClr>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t"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dirty="0">
                <a:ln>
                  <a:noFill/>
                </a:ln>
                <a:solidFill>
                  <a:srgbClr val="000000"/>
                </a:solidFill>
                <a:effectLst/>
                <a:uLnTx/>
                <a:uFillTx/>
                <a:latin typeface="Arial" panose="020B0604020202020204"/>
                <a:ea typeface="+mn-ea"/>
                <a:cs typeface="+mn-cs"/>
              </a:rPr>
              <a:t>Sold-to Party:</a:t>
            </a:r>
          </a:p>
          <a:p>
            <a:pPr marL="0" marR="0" lvl="0" indent="0" algn="l" defTabSz="914400" rtl="0" eaLnBrk="1" fontAlgn="t"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dirty="0">
                <a:ln>
                  <a:noFill/>
                </a:ln>
                <a:solidFill>
                  <a:srgbClr val="1A3040">
                    <a:lumMod val="50000"/>
                  </a:srgbClr>
                </a:solidFill>
                <a:effectLst/>
                <a:uLnTx/>
                <a:uFillTx/>
                <a:latin typeface="Arial" panose="020B0604020202020204"/>
                <a:ea typeface="+mn-ea"/>
                <a:cs typeface="+mn-cs"/>
              </a:rPr>
              <a:t>The Sold-to Party is the Business Partner that orders the Sales Order and to whom Sales and Material Prices are recorded against.</a:t>
            </a:r>
          </a:p>
        </p:txBody>
      </p:sp>
      <p:sp>
        <p:nvSpPr>
          <p:cNvPr id="8" name="Rectangle: Rounded Corners 7">
            <a:extLst>
              <a:ext uri="{FF2B5EF4-FFF2-40B4-BE49-F238E27FC236}">
                <a16:creationId xmlns:a16="http://schemas.microsoft.com/office/drawing/2014/main" id="{0780409D-564C-40F7-90B3-2EC249DC59EC}"/>
              </a:ext>
            </a:extLst>
          </p:cNvPr>
          <p:cNvSpPr/>
          <p:nvPr/>
        </p:nvSpPr>
        <p:spPr>
          <a:xfrm>
            <a:off x="7104065" y="1695451"/>
            <a:ext cx="4572000" cy="1645920"/>
          </a:xfrm>
          <a:prstGeom prst="roundRect">
            <a:avLst>
              <a:gd name="adj" fmla="val 5330"/>
            </a:avLst>
          </a:prstGeom>
          <a:solidFill>
            <a:schemeClr val="bg1"/>
          </a:solidFill>
          <a:ln w="19050">
            <a:solidFill>
              <a:schemeClr val="bg2">
                <a:lumMod val="25000"/>
              </a:schemeClr>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t"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dirty="0">
                <a:ln>
                  <a:noFill/>
                </a:ln>
                <a:solidFill>
                  <a:srgbClr val="000000"/>
                </a:solidFill>
                <a:effectLst/>
                <a:uLnTx/>
                <a:uFillTx/>
                <a:latin typeface="Arial" panose="020B0604020202020204"/>
                <a:ea typeface="+mn-ea"/>
                <a:cs typeface="+mn-cs"/>
              </a:rPr>
              <a:t>Ship-to Party:</a:t>
            </a:r>
          </a:p>
          <a:p>
            <a:pPr marL="0" marR="0" lvl="0" indent="0" algn="l" defTabSz="914400" rtl="0" eaLnBrk="1" fontAlgn="t"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dirty="0">
                <a:ln>
                  <a:noFill/>
                </a:ln>
                <a:solidFill>
                  <a:srgbClr val="1A3040">
                    <a:lumMod val="50000"/>
                  </a:srgbClr>
                </a:solidFill>
                <a:effectLst/>
                <a:uLnTx/>
                <a:uFillTx/>
                <a:latin typeface="Arial" panose="020B0604020202020204"/>
                <a:ea typeface="+mn-ea"/>
                <a:cs typeface="+mn-cs"/>
              </a:rPr>
              <a:t>The Ship-to Party is the Business Partner address to where the Sales Order Materials are shipped.</a:t>
            </a:r>
          </a:p>
          <a:p>
            <a:pPr marL="285750" marR="0" lvl="0" indent="-285750" algn="l" defTabSz="914400" rtl="0" eaLnBrk="1" fontAlgn="t" latinLnBrk="0" hangingPunct="1">
              <a:lnSpc>
                <a:spcPct val="100000"/>
              </a:lnSpc>
              <a:spcBef>
                <a:spcPts val="0"/>
              </a:spcBef>
              <a:spcAft>
                <a:spcPts val="0"/>
              </a:spcAft>
              <a:buClrTx/>
              <a:buSzTx/>
              <a:buFont typeface="Arial" panose="020B0604020202020204" pitchFamily="34" charset="0"/>
              <a:buChar char="•"/>
              <a:tabLst/>
              <a:defRPr/>
            </a:pPr>
            <a:r>
              <a:rPr kumimoji="0" lang="en-GB" sz="1400" b="0" i="0" u="none" strike="noStrike" kern="1200" cap="none" spc="0" normalizeH="0" baseline="0" noProof="0" dirty="0">
                <a:ln>
                  <a:noFill/>
                </a:ln>
                <a:solidFill>
                  <a:srgbClr val="1A3040">
                    <a:lumMod val="50000"/>
                  </a:srgbClr>
                </a:solidFill>
                <a:effectLst/>
                <a:uLnTx/>
                <a:uFillTx/>
                <a:latin typeface="Arial" panose="020B0604020202020204"/>
                <a:ea typeface="+mn-ea"/>
                <a:cs typeface="+mn-cs"/>
              </a:rPr>
              <a:t>The Sold-To Party is able to have many Ship-to Party (Delivery) addresses at different locations</a:t>
            </a:r>
          </a:p>
        </p:txBody>
      </p:sp>
      <p:sp>
        <p:nvSpPr>
          <p:cNvPr id="9" name="Rectangle: Rounded Corners 8">
            <a:extLst>
              <a:ext uri="{FF2B5EF4-FFF2-40B4-BE49-F238E27FC236}">
                <a16:creationId xmlns:a16="http://schemas.microsoft.com/office/drawing/2014/main" id="{24020C93-8A8A-4C36-9734-22A850E3AFA6}"/>
              </a:ext>
            </a:extLst>
          </p:cNvPr>
          <p:cNvSpPr/>
          <p:nvPr/>
        </p:nvSpPr>
        <p:spPr>
          <a:xfrm>
            <a:off x="7104065" y="4645413"/>
            <a:ext cx="4572000" cy="1645920"/>
          </a:xfrm>
          <a:prstGeom prst="roundRect">
            <a:avLst>
              <a:gd name="adj" fmla="val 5330"/>
            </a:avLst>
          </a:prstGeom>
          <a:solidFill>
            <a:schemeClr val="bg1"/>
          </a:solidFill>
          <a:ln w="19050">
            <a:solidFill>
              <a:schemeClr val="bg2">
                <a:lumMod val="50000"/>
              </a:schemeClr>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t"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dirty="0">
                <a:ln>
                  <a:noFill/>
                </a:ln>
                <a:solidFill>
                  <a:srgbClr val="000000"/>
                </a:solidFill>
                <a:effectLst/>
                <a:uLnTx/>
                <a:uFillTx/>
                <a:latin typeface="Arial" panose="020B0604020202020204"/>
                <a:ea typeface="+mn-ea"/>
                <a:cs typeface="+mn-cs"/>
              </a:rPr>
              <a:t>Payer:</a:t>
            </a:r>
          </a:p>
          <a:p>
            <a:pPr marL="0" marR="0" lvl="0" indent="0" algn="l" defTabSz="914400" rtl="0" eaLnBrk="1" fontAlgn="t"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dirty="0">
                <a:ln>
                  <a:noFill/>
                </a:ln>
                <a:solidFill>
                  <a:srgbClr val="1A3040">
                    <a:lumMod val="50000"/>
                  </a:srgbClr>
                </a:solidFill>
                <a:effectLst/>
                <a:uLnTx/>
                <a:uFillTx/>
                <a:latin typeface="Arial" panose="020B0604020202020204"/>
                <a:ea typeface="+mn-ea"/>
                <a:cs typeface="+mn-cs"/>
              </a:rPr>
              <a:t>The Payer is the Business Partner address that will Pay the Invoice.</a:t>
            </a:r>
          </a:p>
          <a:p>
            <a:pPr marL="285750" marR="0" lvl="0" indent="-285750" algn="l" defTabSz="914400" rtl="0" eaLnBrk="1" fontAlgn="t" latinLnBrk="0" hangingPunct="1">
              <a:lnSpc>
                <a:spcPct val="100000"/>
              </a:lnSpc>
              <a:spcBef>
                <a:spcPts val="0"/>
              </a:spcBef>
              <a:spcAft>
                <a:spcPts val="0"/>
              </a:spcAft>
              <a:buClrTx/>
              <a:buSzTx/>
              <a:buFont typeface="Arial" panose="020B0604020202020204" pitchFamily="34" charset="0"/>
              <a:buChar char="•"/>
              <a:tabLst/>
              <a:defRPr/>
            </a:pPr>
            <a:r>
              <a:rPr kumimoji="0" lang="en-GB" sz="1400" b="0" i="0" u="none" strike="noStrike" kern="1200" cap="none" spc="0" normalizeH="0" baseline="0" noProof="0" dirty="0">
                <a:ln>
                  <a:noFill/>
                </a:ln>
                <a:solidFill>
                  <a:srgbClr val="1A3040">
                    <a:lumMod val="50000"/>
                  </a:srgbClr>
                </a:solidFill>
                <a:effectLst/>
                <a:uLnTx/>
                <a:uFillTx/>
                <a:latin typeface="Arial" panose="020B0604020202020204"/>
                <a:ea typeface="+mn-ea"/>
                <a:cs typeface="+mn-cs"/>
              </a:rPr>
              <a:t>The Sold-to Party is able to have many Payer´s to reflect the Customers structure</a:t>
            </a:r>
          </a:p>
        </p:txBody>
      </p:sp>
      <p:sp>
        <p:nvSpPr>
          <p:cNvPr id="10" name="Rectangle: Rounded Corners 9">
            <a:extLst>
              <a:ext uri="{FF2B5EF4-FFF2-40B4-BE49-F238E27FC236}">
                <a16:creationId xmlns:a16="http://schemas.microsoft.com/office/drawing/2014/main" id="{1C439568-9ACB-4CE0-B7A5-4B6FAF087ADA}"/>
              </a:ext>
            </a:extLst>
          </p:cNvPr>
          <p:cNvSpPr/>
          <p:nvPr/>
        </p:nvSpPr>
        <p:spPr>
          <a:xfrm>
            <a:off x="531807" y="4663017"/>
            <a:ext cx="4572000" cy="1645920"/>
          </a:xfrm>
          <a:prstGeom prst="roundRect">
            <a:avLst>
              <a:gd name="adj" fmla="val 5330"/>
            </a:avLst>
          </a:prstGeom>
          <a:solidFill>
            <a:schemeClr val="bg1"/>
          </a:solidFill>
          <a:ln w="19050">
            <a:solidFill>
              <a:schemeClr val="bg2">
                <a:lumMod val="75000"/>
              </a:schemeClr>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t"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dirty="0">
                <a:ln>
                  <a:noFill/>
                </a:ln>
                <a:solidFill>
                  <a:srgbClr val="000000"/>
                </a:solidFill>
                <a:effectLst/>
                <a:uLnTx/>
                <a:uFillTx/>
                <a:latin typeface="Arial" panose="020B0604020202020204"/>
                <a:ea typeface="+mn-ea"/>
                <a:cs typeface="+mn-cs"/>
              </a:rPr>
              <a:t>Bill-to Party:</a:t>
            </a:r>
          </a:p>
          <a:p>
            <a:pPr marL="0" marR="0" lvl="0" indent="0" algn="l" defTabSz="914400" rtl="0" eaLnBrk="1" fontAlgn="t"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dirty="0">
                <a:ln>
                  <a:noFill/>
                </a:ln>
                <a:solidFill>
                  <a:srgbClr val="1A3040">
                    <a:lumMod val="50000"/>
                  </a:srgbClr>
                </a:solidFill>
                <a:effectLst/>
                <a:uLnTx/>
                <a:uFillTx/>
                <a:latin typeface="Arial" panose="020B0604020202020204"/>
                <a:ea typeface="+mn-ea"/>
                <a:cs typeface="+mn-cs"/>
              </a:rPr>
              <a:t>The Bill-to Party is the Business Partner address to where the Invoice is sent.</a:t>
            </a:r>
          </a:p>
          <a:p>
            <a:pPr marL="285750" marR="0" lvl="0" indent="-285750" algn="l" defTabSz="914400" rtl="0" eaLnBrk="1" fontAlgn="t" latinLnBrk="0" hangingPunct="1">
              <a:lnSpc>
                <a:spcPct val="100000"/>
              </a:lnSpc>
              <a:spcBef>
                <a:spcPts val="0"/>
              </a:spcBef>
              <a:spcAft>
                <a:spcPts val="0"/>
              </a:spcAft>
              <a:buClrTx/>
              <a:buSzTx/>
              <a:buFont typeface="Arial" panose="020B0604020202020204" pitchFamily="34" charset="0"/>
              <a:buChar char="•"/>
              <a:tabLst/>
              <a:defRPr/>
            </a:pPr>
            <a:r>
              <a:rPr kumimoji="0" lang="en-GB" sz="1400" b="0" i="0" u="none" strike="noStrike" kern="1200" cap="none" spc="0" normalizeH="0" baseline="0" noProof="0" dirty="0">
                <a:ln>
                  <a:noFill/>
                </a:ln>
                <a:solidFill>
                  <a:srgbClr val="1A3040">
                    <a:lumMod val="50000"/>
                  </a:srgbClr>
                </a:solidFill>
                <a:effectLst/>
                <a:uLnTx/>
                <a:uFillTx/>
                <a:latin typeface="Arial" panose="020B0604020202020204"/>
                <a:ea typeface="+mn-ea"/>
                <a:cs typeface="+mn-cs"/>
              </a:rPr>
              <a:t>The Sold-to Party is able to have many Bill-to Party´s to reflect the Customers structure</a:t>
            </a:r>
          </a:p>
        </p:txBody>
      </p:sp>
    </p:spTree>
    <p:extLst>
      <p:ext uri="{BB962C8B-B14F-4D97-AF65-F5344CB8AC3E}">
        <p14:creationId xmlns:p14="http://schemas.microsoft.com/office/powerpoint/2010/main" val="371575492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Table 6">
            <a:extLst>
              <a:ext uri="{FF2B5EF4-FFF2-40B4-BE49-F238E27FC236}">
                <a16:creationId xmlns:a16="http://schemas.microsoft.com/office/drawing/2014/main" id="{4A5DE380-9E2E-45B7-9300-FB04425009E0}"/>
              </a:ext>
            </a:extLst>
          </p:cNvPr>
          <p:cNvGraphicFramePr>
            <a:graphicFrameLocks noGrp="1"/>
          </p:cNvGraphicFramePr>
          <p:nvPr/>
        </p:nvGraphicFramePr>
        <p:xfrm>
          <a:off x="515939" y="1695450"/>
          <a:ext cx="3518966" cy="3122050"/>
        </p:xfrm>
        <a:graphic>
          <a:graphicData uri="http://schemas.openxmlformats.org/drawingml/2006/table">
            <a:tbl>
              <a:tblPr firstRow="1" bandRow="1">
                <a:tableStyleId>{073A0DAA-6AF3-43AB-8588-CEC1D06C72B9}</a:tableStyleId>
              </a:tblPr>
              <a:tblGrid>
                <a:gridCol w="616501">
                  <a:extLst>
                    <a:ext uri="{9D8B030D-6E8A-4147-A177-3AD203B41FA5}">
                      <a16:colId xmlns:a16="http://schemas.microsoft.com/office/drawing/2014/main" val="2399042673"/>
                    </a:ext>
                  </a:extLst>
                </a:gridCol>
                <a:gridCol w="1787539">
                  <a:extLst>
                    <a:ext uri="{9D8B030D-6E8A-4147-A177-3AD203B41FA5}">
                      <a16:colId xmlns:a16="http://schemas.microsoft.com/office/drawing/2014/main" val="1074319203"/>
                    </a:ext>
                  </a:extLst>
                </a:gridCol>
                <a:gridCol w="1114926">
                  <a:extLst>
                    <a:ext uri="{9D8B030D-6E8A-4147-A177-3AD203B41FA5}">
                      <a16:colId xmlns:a16="http://schemas.microsoft.com/office/drawing/2014/main" val="821987331"/>
                    </a:ext>
                  </a:extLst>
                </a:gridCol>
              </a:tblGrid>
              <a:tr h="576512">
                <a:tc gridSpan="3">
                  <a:txBody>
                    <a:bodyPr/>
                    <a:lstStyle/>
                    <a:p>
                      <a:pPr algn="ctr" rtl="0" fontAlgn="ctr"/>
                      <a:r>
                        <a:rPr lang="en-US" sz="1400" u="none" strike="noStrike" noProof="0" dirty="0">
                          <a:effectLst/>
                        </a:rPr>
                        <a:t>Business Partner Roles for Domestic Customers</a:t>
                      </a:r>
                      <a:endParaRPr lang="en-US" sz="1400" b="1" i="0" u="none" strike="noStrike" noProof="0" dirty="0">
                        <a:solidFill>
                          <a:srgbClr val="FFFFFF"/>
                        </a:solidFill>
                        <a:effectLst/>
                        <a:latin typeface="+mn-lt"/>
                      </a:endParaRPr>
                    </a:p>
                  </a:txBody>
                  <a:tcPr marL="9525" marR="9525" marT="9525" marB="0" anchor="ctr"/>
                </a:tc>
                <a:tc hMerge="1">
                  <a:txBody>
                    <a:bodyPr/>
                    <a:lstStyle/>
                    <a:p>
                      <a:pPr algn="l" rtl="0" fontAlgn="ctr"/>
                      <a:endParaRPr lang="en-US" sz="1000" b="1" i="0" u="none" strike="noStrike" noProof="0" dirty="0">
                        <a:solidFill>
                          <a:srgbClr val="FFFFFF"/>
                        </a:solidFill>
                        <a:effectLst/>
                        <a:latin typeface="+mn-lt"/>
                      </a:endParaRPr>
                    </a:p>
                  </a:txBody>
                  <a:tcPr marL="9525" marR="9525" marT="9525" marB="0" anchor="ctr">
                    <a:solidFill>
                      <a:schemeClr val="accent6"/>
                    </a:solidFill>
                  </a:tcPr>
                </a:tc>
                <a:tc hMerge="1">
                  <a:txBody>
                    <a:bodyPr/>
                    <a:lstStyle/>
                    <a:p>
                      <a:pPr algn="l" rtl="0" fontAlgn="ctr"/>
                      <a:endParaRPr lang="en-US" sz="1000" b="1" i="0" u="none" strike="noStrike" noProof="0" dirty="0">
                        <a:solidFill>
                          <a:srgbClr val="FFFFFF"/>
                        </a:solidFill>
                        <a:effectLst/>
                        <a:latin typeface="+mn-lt"/>
                      </a:endParaRPr>
                    </a:p>
                  </a:txBody>
                  <a:tcPr marL="9525" marR="9525" marT="9525" marB="0" anchor="ctr">
                    <a:solidFill>
                      <a:schemeClr val="accent6"/>
                    </a:solidFill>
                  </a:tcPr>
                </a:tc>
                <a:extLst>
                  <a:ext uri="{0D108BD9-81ED-4DB2-BD59-A6C34878D82A}">
                    <a16:rowId xmlns:a16="http://schemas.microsoft.com/office/drawing/2014/main" val="2053529486"/>
                  </a:ext>
                </a:extLst>
              </a:tr>
              <a:tr h="288758">
                <a:tc>
                  <a:txBody>
                    <a:bodyPr/>
                    <a:lstStyle/>
                    <a:p>
                      <a:pPr algn="ctr" rtl="0" fontAlgn="ctr"/>
                      <a:r>
                        <a:rPr lang="en-US" sz="1100" u="none" strike="noStrike" noProof="0" dirty="0">
                          <a:effectLst/>
                        </a:rPr>
                        <a:t>BP Code</a:t>
                      </a:r>
                      <a:endParaRPr lang="en-US" sz="1100" b="1" i="0" u="none" strike="noStrike" noProof="0" dirty="0">
                        <a:solidFill>
                          <a:schemeClr val="bg1"/>
                        </a:solidFill>
                        <a:effectLst/>
                        <a:latin typeface="+mn-lt"/>
                      </a:endParaRPr>
                    </a:p>
                  </a:txBody>
                  <a:tcPr marL="9525" marR="9525" marT="9525" marB="0" anchor="ctr"/>
                </a:tc>
                <a:tc>
                  <a:txBody>
                    <a:bodyPr/>
                    <a:lstStyle/>
                    <a:p>
                      <a:pPr algn="ctr" rtl="0" fontAlgn="ctr"/>
                      <a:r>
                        <a:rPr lang="en-US" sz="1100" u="none" strike="noStrike" noProof="0" dirty="0">
                          <a:effectLst/>
                        </a:rPr>
                        <a:t>BP Role Description</a:t>
                      </a:r>
                      <a:endParaRPr lang="en-US" sz="1100" b="1" i="0" u="none" strike="noStrike" noProof="0" dirty="0">
                        <a:solidFill>
                          <a:schemeClr val="bg1"/>
                        </a:solidFill>
                        <a:effectLst/>
                        <a:latin typeface="+mn-lt"/>
                      </a:endParaRPr>
                    </a:p>
                  </a:txBody>
                  <a:tcPr marL="9525" marR="9525" marT="9525" marB="0" anchor="ctr"/>
                </a:tc>
                <a:tc>
                  <a:txBody>
                    <a:bodyPr/>
                    <a:lstStyle/>
                    <a:p>
                      <a:pPr algn="ctr" rtl="0" fontAlgn="ctr"/>
                      <a:r>
                        <a:rPr lang="en-US" sz="1100" u="none" strike="noStrike" noProof="0" dirty="0">
                          <a:effectLst/>
                        </a:rPr>
                        <a:t>Account Group</a:t>
                      </a:r>
                      <a:endParaRPr lang="en-US" sz="1100" b="1" i="0" u="none" strike="noStrike" noProof="0" dirty="0">
                        <a:solidFill>
                          <a:srgbClr val="FFFFFF"/>
                        </a:solidFill>
                        <a:effectLst/>
                        <a:latin typeface="+mn-lt"/>
                      </a:endParaRPr>
                    </a:p>
                  </a:txBody>
                  <a:tcPr marL="9525" marR="9525" marT="9525" marB="0" anchor="ctr"/>
                </a:tc>
                <a:extLst>
                  <a:ext uri="{0D108BD9-81ED-4DB2-BD59-A6C34878D82A}">
                    <a16:rowId xmlns:a16="http://schemas.microsoft.com/office/drawing/2014/main" val="3407376692"/>
                  </a:ext>
                </a:extLst>
              </a:tr>
              <a:tr h="225678">
                <a:tc>
                  <a:txBody>
                    <a:bodyPr/>
                    <a:lstStyle/>
                    <a:p>
                      <a:pPr algn="ctr" rtl="0" fontAlgn="ctr"/>
                      <a:r>
                        <a:rPr lang="de-CH" sz="1100" kern="0" dirty="0"/>
                        <a:t>ZD01SD</a:t>
                      </a:r>
                      <a:endParaRPr lang="en-US" sz="1100" b="0" i="0" u="none" strike="noStrike" noProof="0" dirty="0">
                        <a:solidFill>
                          <a:schemeClr val="accent3">
                            <a:lumMod val="50000"/>
                          </a:schemeClr>
                        </a:solidFill>
                        <a:effectLst/>
                        <a:latin typeface="+mn-lt"/>
                      </a:endParaRPr>
                    </a:p>
                  </a:txBody>
                  <a:tcPr marL="9525" marR="9525" marT="9525" marB="0" anchor="ctr"/>
                </a:tc>
                <a:tc>
                  <a:txBody>
                    <a:bodyPr/>
                    <a:lstStyle/>
                    <a:p>
                      <a:pPr algn="l" rtl="0" fontAlgn="ctr"/>
                      <a:r>
                        <a:rPr lang="de-CH" sz="1100" kern="0" dirty="0"/>
                        <a:t>Domestic Sold-to Party SD</a:t>
                      </a:r>
                      <a:endParaRPr lang="en-US" sz="1100" b="0" i="0" u="none" strike="noStrike" noProof="0" dirty="0">
                        <a:solidFill>
                          <a:schemeClr val="accent3">
                            <a:lumMod val="50000"/>
                          </a:schemeClr>
                        </a:solidFill>
                        <a:effectLst/>
                        <a:latin typeface="+mn-lt"/>
                      </a:endParaRPr>
                    </a:p>
                  </a:txBody>
                  <a:tcPr marL="9525" marR="9525" marT="9525" marB="0" anchor="ctr"/>
                </a:tc>
                <a:tc rowSpan="2">
                  <a:txBody>
                    <a:bodyPr/>
                    <a:lstStyle/>
                    <a:p>
                      <a:pPr algn="ctr" rtl="0" fontAlgn="ctr"/>
                      <a:r>
                        <a:rPr lang="en-US" sz="1100" u="none" strike="noStrike" noProof="0" dirty="0">
                          <a:effectLst/>
                        </a:rPr>
                        <a:t>ZD01</a:t>
                      </a:r>
                      <a:endParaRPr lang="en-US" sz="1100" b="0" i="0" u="none" strike="noStrike" noProof="0" dirty="0">
                        <a:solidFill>
                          <a:schemeClr val="accent3">
                            <a:lumMod val="50000"/>
                          </a:schemeClr>
                        </a:solidFill>
                        <a:effectLst/>
                        <a:latin typeface="+mn-lt"/>
                      </a:endParaRPr>
                    </a:p>
                  </a:txBody>
                  <a:tcPr marL="9525" marR="9525" marT="9525" marB="0" anchor="ctr"/>
                </a:tc>
                <a:extLst>
                  <a:ext uri="{0D108BD9-81ED-4DB2-BD59-A6C34878D82A}">
                    <a16:rowId xmlns:a16="http://schemas.microsoft.com/office/drawing/2014/main" val="1298984181"/>
                  </a:ext>
                </a:extLst>
              </a:tr>
              <a:tr h="225678">
                <a:tc>
                  <a:txBody>
                    <a:bodyPr/>
                    <a:lstStyle/>
                    <a:p>
                      <a:pPr algn="ctr" rtl="0" fontAlgn="ctr"/>
                      <a:r>
                        <a:rPr lang="de-CH" sz="1100" kern="0" dirty="0"/>
                        <a:t>ZD01FI</a:t>
                      </a:r>
                      <a:endParaRPr lang="en-US" sz="1100" b="0" i="0" u="none" strike="noStrike" noProof="0" dirty="0">
                        <a:solidFill>
                          <a:schemeClr val="accent3">
                            <a:lumMod val="50000"/>
                          </a:schemeClr>
                        </a:solidFill>
                        <a:effectLst/>
                        <a:latin typeface="+mn-lt"/>
                      </a:endParaRPr>
                    </a:p>
                  </a:txBody>
                  <a:tcPr marL="9525" marR="9525" marT="9525" marB="0" anchor="ctr"/>
                </a:tc>
                <a:tc>
                  <a:txBody>
                    <a:bodyPr/>
                    <a:lstStyle/>
                    <a:p>
                      <a:pPr algn="l" rtl="0" fontAlgn="ctr"/>
                      <a:r>
                        <a:rPr lang="de-CH" sz="1100" kern="0" dirty="0"/>
                        <a:t>Domestic Sold-to Party FI</a:t>
                      </a:r>
                      <a:endParaRPr lang="en-US" sz="1100" b="0" i="0" u="none" strike="noStrike" noProof="0" dirty="0">
                        <a:solidFill>
                          <a:schemeClr val="accent3">
                            <a:lumMod val="50000"/>
                          </a:schemeClr>
                        </a:solidFill>
                        <a:effectLst/>
                        <a:latin typeface="+mn-lt"/>
                      </a:endParaRPr>
                    </a:p>
                  </a:txBody>
                  <a:tcPr marL="9525" marR="9525" marT="9525" marB="0" anchor="ctr"/>
                </a:tc>
                <a:tc vMerge="1">
                  <a:txBody>
                    <a:bodyPr/>
                    <a:lstStyle/>
                    <a:p>
                      <a:pPr algn="ctr" rtl="0" fontAlgn="ctr"/>
                      <a:endParaRPr lang="en-US" sz="1000" b="0" i="0" u="none" strike="noStrike" noProof="0" dirty="0">
                        <a:solidFill>
                          <a:schemeClr val="accent6">
                            <a:lumMod val="50000"/>
                          </a:schemeClr>
                        </a:solidFill>
                        <a:effectLst/>
                        <a:latin typeface="+mn-lt"/>
                      </a:endParaRPr>
                    </a:p>
                  </a:txBody>
                  <a:tcPr marL="9525" marR="9525" marT="9525" marB="0" anchor="ctr">
                    <a:solidFill>
                      <a:schemeClr val="accent6">
                        <a:lumMod val="20000"/>
                        <a:lumOff val="80000"/>
                      </a:schemeClr>
                    </a:solidFill>
                  </a:tcPr>
                </a:tc>
                <a:extLst>
                  <a:ext uri="{0D108BD9-81ED-4DB2-BD59-A6C34878D82A}">
                    <a16:rowId xmlns:a16="http://schemas.microsoft.com/office/drawing/2014/main" val="3204726132"/>
                  </a:ext>
                </a:extLst>
              </a:tr>
              <a:tr h="225678">
                <a:tc>
                  <a:txBody>
                    <a:bodyPr/>
                    <a:lstStyle/>
                    <a:p>
                      <a:pPr algn="ctr" rtl="0" fontAlgn="ctr"/>
                      <a:r>
                        <a:rPr lang="de-CH" sz="1100" kern="0" dirty="0"/>
                        <a:t>ZD02SD</a:t>
                      </a:r>
                      <a:endParaRPr lang="en-US" sz="1100" b="0" i="0" u="none" strike="noStrike" noProof="0" dirty="0">
                        <a:solidFill>
                          <a:schemeClr val="accent3">
                            <a:lumMod val="50000"/>
                          </a:schemeClr>
                        </a:solidFill>
                        <a:effectLst/>
                        <a:latin typeface="+mn-lt"/>
                      </a:endParaRPr>
                    </a:p>
                  </a:txBody>
                  <a:tcPr marL="9525" marR="9525" marT="9525" marB="0" anchor="ctr"/>
                </a:tc>
                <a:tc>
                  <a:txBody>
                    <a:bodyPr/>
                    <a:lstStyle/>
                    <a:p>
                      <a:pPr algn="l" rtl="0" fontAlgn="ctr"/>
                      <a:r>
                        <a:rPr lang="de-CH" sz="1100" kern="0" dirty="0"/>
                        <a:t>Domestic Ship-to Party SD</a:t>
                      </a:r>
                      <a:endParaRPr lang="en-US" sz="1100" b="0" i="0" u="none" strike="noStrike" noProof="0" dirty="0">
                        <a:solidFill>
                          <a:schemeClr val="accent3">
                            <a:lumMod val="50000"/>
                          </a:schemeClr>
                        </a:solidFill>
                        <a:effectLst/>
                        <a:latin typeface="+mn-lt"/>
                      </a:endParaRPr>
                    </a:p>
                  </a:txBody>
                  <a:tcPr marL="9525" marR="9525" marT="9525" marB="0" anchor="ctr"/>
                </a:tc>
                <a:tc rowSpan="2">
                  <a:txBody>
                    <a:bodyPr/>
                    <a:lstStyle/>
                    <a:p>
                      <a:pPr algn="ctr" rtl="0" fontAlgn="ctr"/>
                      <a:r>
                        <a:rPr lang="en-US" sz="1100" u="none" strike="noStrike" noProof="0" dirty="0">
                          <a:effectLst/>
                        </a:rPr>
                        <a:t>ZD02</a:t>
                      </a:r>
                      <a:endParaRPr lang="en-US" sz="1100" b="0" i="0" u="none" strike="noStrike" noProof="0" dirty="0">
                        <a:solidFill>
                          <a:schemeClr val="accent3">
                            <a:lumMod val="50000"/>
                          </a:schemeClr>
                        </a:solidFill>
                        <a:effectLst/>
                        <a:latin typeface="+mn-lt"/>
                      </a:endParaRPr>
                    </a:p>
                  </a:txBody>
                  <a:tcPr marL="9525" marR="9525" marT="9525" marB="0" anchor="ctr"/>
                </a:tc>
                <a:extLst>
                  <a:ext uri="{0D108BD9-81ED-4DB2-BD59-A6C34878D82A}">
                    <a16:rowId xmlns:a16="http://schemas.microsoft.com/office/drawing/2014/main" val="2372222133"/>
                  </a:ext>
                </a:extLst>
              </a:tr>
              <a:tr h="225678">
                <a:tc>
                  <a:txBody>
                    <a:bodyPr/>
                    <a:lstStyle/>
                    <a:p>
                      <a:pPr algn="ctr" rtl="0" fontAlgn="ctr"/>
                      <a:r>
                        <a:rPr lang="de-CH" sz="1100" kern="0" dirty="0"/>
                        <a:t>ZD02FI</a:t>
                      </a:r>
                      <a:endParaRPr lang="en-US" sz="1100" b="0" i="0" u="none" strike="noStrike" noProof="0" dirty="0">
                        <a:solidFill>
                          <a:schemeClr val="accent3">
                            <a:lumMod val="50000"/>
                          </a:schemeClr>
                        </a:solidFill>
                        <a:effectLst/>
                        <a:latin typeface="+mn-lt"/>
                      </a:endParaRPr>
                    </a:p>
                  </a:txBody>
                  <a:tcPr marL="9525" marR="9525" marT="9525" marB="0" anchor="ctr"/>
                </a:tc>
                <a:tc>
                  <a:txBody>
                    <a:bodyPr/>
                    <a:lstStyle/>
                    <a:p>
                      <a:pPr algn="l" rtl="0" fontAlgn="ctr"/>
                      <a:r>
                        <a:rPr lang="de-CH" sz="1100" kern="0" dirty="0"/>
                        <a:t>Domestic Ship-to Party FI</a:t>
                      </a:r>
                      <a:endParaRPr lang="en-US" sz="1100" b="0" i="0" u="none" strike="noStrike" noProof="0" dirty="0">
                        <a:solidFill>
                          <a:schemeClr val="accent3">
                            <a:lumMod val="50000"/>
                          </a:schemeClr>
                        </a:solidFill>
                        <a:effectLst/>
                        <a:latin typeface="+mn-lt"/>
                      </a:endParaRPr>
                    </a:p>
                  </a:txBody>
                  <a:tcPr marL="9525" marR="9525" marT="9525" marB="0" anchor="ctr"/>
                </a:tc>
                <a:tc vMerge="1">
                  <a:txBody>
                    <a:bodyPr/>
                    <a:lstStyle/>
                    <a:p>
                      <a:pPr algn="ctr" rtl="0" fontAlgn="ctr"/>
                      <a:endParaRPr lang="en-US" sz="1000" b="0" i="0" u="none" strike="noStrike" noProof="0" dirty="0">
                        <a:solidFill>
                          <a:schemeClr val="accent6">
                            <a:lumMod val="50000"/>
                          </a:schemeClr>
                        </a:solidFill>
                        <a:effectLst/>
                        <a:latin typeface="+mn-lt"/>
                      </a:endParaRPr>
                    </a:p>
                  </a:txBody>
                  <a:tcPr marL="9525" marR="9525" marT="9525" marB="0" anchor="ctr">
                    <a:solidFill>
                      <a:schemeClr val="accent6">
                        <a:lumMod val="20000"/>
                        <a:lumOff val="80000"/>
                      </a:schemeClr>
                    </a:solidFill>
                  </a:tcPr>
                </a:tc>
                <a:extLst>
                  <a:ext uri="{0D108BD9-81ED-4DB2-BD59-A6C34878D82A}">
                    <a16:rowId xmlns:a16="http://schemas.microsoft.com/office/drawing/2014/main" val="1795348080"/>
                  </a:ext>
                </a:extLst>
              </a:tr>
              <a:tr h="225678">
                <a:tc>
                  <a:txBody>
                    <a:bodyPr/>
                    <a:lstStyle/>
                    <a:p>
                      <a:pPr algn="ctr" rtl="0" fontAlgn="ctr"/>
                      <a:r>
                        <a:rPr lang="de-CH" sz="1100" kern="0" dirty="0"/>
                        <a:t>ZD03SD</a:t>
                      </a:r>
                      <a:endParaRPr lang="en-US" sz="1100" b="0" i="0" u="none" strike="noStrike" noProof="0" dirty="0">
                        <a:solidFill>
                          <a:schemeClr val="accent3">
                            <a:lumMod val="50000"/>
                          </a:schemeClr>
                        </a:solidFill>
                        <a:effectLst/>
                        <a:latin typeface="+mn-lt"/>
                      </a:endParaRPr>
                    </a:p>
                  </a:txBody>
                  <a:tcPr marL="9525" marR="9525" marT="9525" marB="0" anchor="ctr"/>
                </a:tc>
                <a:tc>
                  <a:txBody>
                    <a:bodyPr/>
                    <a:lstStyle/>
                    <a:p>
                      <a:pPr algn="l" rtl="0" fontAlgn="ctr"/>
                      <a:r>
                        <a:rPr lang="de-CH" sz="1100" kern="0" dirty="0"/>
                        <a:t>Domestic Payer SD</a:t>
                      </a:r>
                      <a:endParaRPr lang="en-US" sz="1100" b="0" i="0" u="none" strike="noStrike" noProof="0" dirty="0">
                        <a:solidFill>
                          <a:schemeClr val="accent3">
                            <a:lumMod val="50000"/>
                          </a:schemeClr>
                        </a:solidFill>
                        <a:effectLst/>
                        <a:latin typeface="+mn-lt"/>
                      </a:endParaRPr>
                    </a:p>
                  </a:txBody>
                  <a:tcPr marL="9525" marR="9525" marT="9525" marB="0" anchor="ctr"/>
                </a:tc>
                <a:tc rowSpan="2">
                  <a:txBody>
                    <a:bodyPr/>
                    <a:lstStyle/>
                    <a:p>
                      <a:pPr algn="ctr" rtl="0" fontAlgn="ctr"/>
                      <a:r>
                        <a:rPr lang="en-US" sz="1100" u="none" strike="noStrike" noProof="0" dirty="0">
                          <a:effectLst/>
                        </a:rPr>
                        <a:t>ZD03</a:t>
                      </a:r>
                      <a:endParaRPr lang="en-US" sz="1100" b="0" i="0" u="none" strike="noStrike" noProof="0" dirty="0">
                        <a:solidFill>
                          <a:schemeClr val="accent3">
                            <a:lumMod val="50000"/>
                          </a:schemeClr>
                        </a:solidFill>
                        <a:effectLst/>
                        <a:latin typeface="+mn-lt"/>
                      </a:endParaRPr>
                    </a:p>
                  </a:txBody>
                  <a:tcPr marL="9525" marR="9525" marT="9525" marB="0" anchor="ctr"/>
                </a:tc>
                <a:extLst>
                  <a:ext uri="{0D108BD9-81ED-4DB2-BD59-A6C34878D82A}">
                    <a16:rowId xmlns:a16="http://schemas.microsoft.com/office/drawing/2014/main" val="1868222358"/>
                  </a:ext>
                </a:extLst>
              </a:tr>
              <a:tr h="225678">
                <a:tc>
                  <a:txBody>
                    <a:bodyPr/>
                    <a:lstStyle/>
                    <a:p>
                      <a:pPr algn="ctr" rtl="0" fontAlgn="ctr"/>
                      <a:r>
                        <a:rPr lang="de-CH" sz="1100" kern="0" dirty="0"/>
                        <a:t>ZD03FI</a:t>
                      </a:r>
                      <a:endParaRPr lang="en-US" sz="1100" b="0" i="0" u="none" strike="noStrike" noProof="0" dirty="0">
                        <a:solidFill>
                          <a:schemeClr val="accent3">
                            <a:lumMod val="50000"/>
                          </a:schemeClr>
                        </a:solidFill>
                        <a:effectLst/>
                        <a:latin typeface="+mn-lt"/>
                      </a:endParaRPr>
                    </a:p>
                  </a:txBody>
                  <a:tcPr marL="9525" marR="9525" marT="9525" marB="0" anchor="ctr"/>
                </a:tc>
                <a:tc>
                  <a:txBody>
                    <a:bodyPr/>
                    <a:lstStyle/>
                    <a:p>
                      <a:pPr algn="l" rtl="0" fontAlgn="ctr"/>
                      <a:r>
                        <a:rPr lang="de-CH" sz="1100" kern="0" dirty="0"/>
                        <a:t>Domestic Payer FI</a:t>
                      </a:r>
                      <a:endParaRPr lang="en-US" sz="1100" b="0" i="0" u="none" strike="noStrike" noProof="0" dirty="0">
                        <a:solidFill>
                          <a:schemeClr val="accent3">
                            <a:lumMod val="50000"/>
                          </a:schemeClr>
                        </a:solidFill>
                        <a:effectLst/>
                        <a:latin typeface="+mn-lt"/>
                      </a:endParaRPr>
                    </a:p>
                  </a:txBody>
                  <a:tcPr marL="9525" marR="9525" marT="9525" marB="0" anchor="ctr"/>
                </a:tc>
                <a:tc vMerge="1">
                  <a:txBody>
                    <a:bodyPr/>
                    <a:lstStyle/>
                    <a:p>
                      <a:pPr algn="ctr" rtl="0" fontAlgn="ctr"/>
                      <a:endParaRPr lang="en-US" sz="1000" b="0" i="0" u="none" strike="noStrike" noProof="0" dirty="0">
                        <a:solidFill>
                          <a:schemeClr val="accent6">
                            <a:lumMod val="50000"/>
                          </a:schemeClr>
                        </a:solidFill>
                        <a:effectLst/>
                        <a:latin typeface="+mn-lt"/>
                      </a:endParaRPr>
                    </a:p>
                  </a:txBody>
                  <a:tcPr marL="9525" marR="9525" marT="9525" marB="0" anchor="ctr">
                    <a:solidFill>
                      <a:schemeClr val="accent6">
                        <a:lumMod val="20000"/>
                        <a:lumOff val="80000"/>
                      </a:schemeClr>
                    </a:solidFill>
                  </a:tcPr>
                </a:tc>
                <a:extLst>
                  <a:ext uri="{0D108BD9-81ED-4DB2-BD59-A6C34878D82A}">
                    <a16:rowId xmlns:a16="http://schemas.microsoft.com/office/drawing/2014/main" val="2543230831"/>
                  </a:ext>
                </a:extLst>
              </a:tr>
              <a:tr h="225678">
                <a:tc>
                  <a:txBody>
                    <a:bodyPr/>
                    <a:lstStyle/>
                    <a:p>
                      <a:pPr algn="ctr" rtl="0" fontAlgn="ctr"/>
                      <a:r>
                        <a:rPr lang="de-CH" sz="1100" kern="0" dirty="0"/>
                        <a:t>ZD04SD</a:t>
                      </a:r>
                      <a:endParaRPr lang="en-US" sz="1100" b="0" i="0" u="none" strike="noStrike" noProof="0" dirty="0">
                        <a:solidFill>
                          <a:schemeClr val="accent3">
                            <a:lumMod val="50000"/>
                          </a:schemeClr>
                        </a:solidFill>
                        <a:effectLst/>
                        <a:latin typeface="+mn-lt"/>
                      </a:endParaRPr>
                    </a:p>
                  </a:txBody>
                  <a:tcPr marL="9525" marR="9525" marT="9525" marB="0" anchor="ctr"/>
                </a:tc>
                <a:tc>
                  <a:txBody>
                    <a:bodyPr/>
                    <a:lstStyle/>
                    <a:p>
                      <a:pPr algn="l" rtl="0" fontAlgn="ctr"/>
                      <a:r>
                        <a:rPr lang="de-CH" sz="1100" kern="0" dirty="0"/>
                        <a:t>Domestic Bill-to Party SD</a:t>
                      </a:r>
                      <a:endParaRPr lang="en-US" sz="1100" b="0" i="0" u="none" strike="noStrike" noProof="0" dirty="0">
                        <a:solidFill>
                          <a:schemeClr val="accent3">
                            <a:lumMod val="50000"/>
                          </a:schemeClr>
                        </a:solidFill>
                        <a:effectLst/>
                        <a:latin typeface="+mn-lt"/>
                      </a:endParaRPr>
                    </a:p>
                  </a:txBody>
                  <a:tcPr marL="9525" marR="9525" marT="9525" marB="0" anchor="ctr"/>
                </a:tc>
                <a:tc rowSpan="2">
                  <a:txBody>
                    <a:bodyPr/>
                    <a:lstStyle/>
                    <a:p>
                      <a:pPr algn="ctr" rtl="0" fontAlgn="ctr"/>
                      <a:r>
                        <a:rPr lang="en-US" sz="1100" u="none" strike="noStrike" noProof="0" dirty="0">
                          <a:effectLst/>
                        </a:rPr>
                        <a:t>ZD04</a:t>
                      </a:r>
                      <a:endParaRPr lang="en-US" sz="1100" b="0" i="0" u="none" strike="noStrike" noProof="0" dirty="0">
                        <a:solidFill>
                          <a:schemeClr val="accent3">
                            <a:lumMod val="50000"/>
                          </a:schemeClr>
                        </a:solidFill>
                        <a:effectLst/>
                        <a:latin typeface="+mn-lt"/>
                      </a:endParaRPr>
                    </a:p>
                  </a:txBody>
                  <a:tcPr marL="9525" marR="9525" marT="9525" marB="0" anchor="ctr"/>
                </a:tc>
                <a:extLst>
                  <a:ext uri="{0D108BD9-81ED-4DB2-BD59-A6C34878D82A}">
                    <a16:rowId xmlns:a16="http://schemas.microsoft.com/office/drawing/2014/main" val="4971628"/>
                  </a:ext>
                </a:extLst>
              </a:tr>
              <a:tr h="225678">
                <a:tc>
                  <a:txBody>
                    <a:bodyPr/>
                    <a:lstStyle/>
                    <a:p>
                      <a:pPr algn="ctr" rtl="0" fontAlgn="ctr"/>
                      <a:r>
                        <a:rPr lang="de-CH" sz="1100" kern="0" dirty="0"/>
                        <a:t>ZD04FI</a:t>
                      </a:r>
                      <a:endParaRPr lang="en-US" sz="1100" b="0" i="0" u="none" strike="noStrike" noProof="0" dirty="0">
                        <a:solidFill>
                          <a:schemeClr val="accent3">
                            <a:lumMod val="50000"/>
                          </a:schemeClr>
                        </a:solidFill>
                        <a:effectLst/>
                        <a:latin typeface="+mn-lt"/>
                      </a:endParaRPr>
                    </a:p>
                  </a:txBody>
                  <a:tcPr marL="9525" marR="9525" marT="9525" marB="0" anchor="ctr"/>
                </a:tc>
                <a:tc>
                  <a:txBody>
                    <a:bodyPr/>
                    <a:lstStyle/>
                    <a:p>
                      <a:pPr algn="l" rtl="0" fontAlgn="ctr"/>
                      <a:r>
                        <a:rPr lang="de-CH" sz="1100" kern="0" dirty="0"/>
                        <a:t>Domestic Bill-to Party FI</a:t>
                      </a:r>
                      <a:endParaRPr lang="en-US" sz="1100" b="0" i="0" u="none" strike="noStrike" noProof="0" dirty="0">
                        <a:solidFill>
                          <a:schemeClr val="accent3">
                            <a:lumMod val="50000"/>
                          </a:schemeClr>
                        </a:solidFill>
                        <a:effectLst/>
                        <a:latin typeface="+mn-lt"/>
                      </a:endParaRPr>
                    </a:p>
                  </a:txBody>
                  <a:tcPr marL="9525" marR="9525" marT="9525" marB="0" anchor="ctr"/>
                </a:tc>
                <a:tc vMerge="1">
                  <a:txBody>
                    <a:bodyPr/>
                    <a:lstStyle/>
                    <a:p>
                      <a:pPr algn="ctr" rtl="0" fontAlgn="ctr"/>
                      <a:endParaRPr lang="en-US" sz="1000" b="0" i="0" u="none" strike="noStrike" noProof="0" dirty="0">
                        <a:solidFill>
                          <a:schemeClr val="accent6">
                            <a:lumMod val="50000"/>
                          </a:schemeClr>
                        </a:solidFill>
                        <a:effectLst/>
                        <a:latin typeface="+mn-lt"/>
                      </a:endParaRPr>
                    </a:p>
                  </a:txBody>
                  <a:tcPr marL="9525" marR="9525" marT="9525" marB="0" anchor="ctr">
                    <a:solidFill>
                      <a:schemeClr val="accent6">
                        <a:lumMod val="20000"/>
                        <a:lumOff val="80000"/>
                      </a:schemeClr>
                    </a:solidFill>
                  </a:tcPr>
                </a:tc>
                <a:extLst>
                  <a:ext uri="{0D108BD9-81ED-4DB2-BD59-A6C34878D82A}">
                    <a16:rowId xmlns:a16="http://schemas.microsoft.com/office/drawing/2014/main" val="2503656408"/>
                  </a:ext>
                </a:extLst>
              </a:tr>
              <a:tr h="225678">
                <a:tc>
                  <a:txBody>
                    <a:bodyPr/>
                    <a:lstStyle/>
                    <a:p>
                      <a:pPr algn="ctr" rtl="0" fontAlgn="ctr"/>
                      <a:r>
                        <a:rPr lang="de-CH" sz="1100" kern="0" dirty="0"/>
                        <a:t>ZPDOSD</a:t>
                      </a:r>
                      <a:endParaRPr lang="en-US" sz="1100" b="0" i="0" u="none" strike="noStrike" noProof="0" dirty="0">
                        <a:solidFill>
                          <a:schemeClr val="accent3">
                            <a:lumMod val="50000"/>
                          </a:schemeClr>
                        </a:solidFill>
                        <a:effectLst/>
                        <a:latin typeface="+mn-lt"/>
                      </a:endParaRPr>
                    </a:p>
                  </a:txBody>
                  <a:tcPr marL="9525" marR="9525" marT="9525" marB="0" anchor="ct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de-CH" sz="1100" kern="0" dirty="0"/>
                        <a:t>Domestic Prospect SD</a:t>
                      </a:r>
                      <a:endParaRPr lang="en-US" sz="1100" b="0" i="0" u="none" strike="noStrike" noProof="0" dirty="0">
                        <a:solidFill>
                          <a:schemeClr val="accent3">
                            <a:lumMod val="50000"/>
                          </a:schemeClr>
                        </a:solidFill>
                        <a:effectLst/>
                        <a:latin typeface="+mn-lt"/>
                      </a:endParaRPr>
                    </a:p>
                  </a:txBody>
                  <a:tcPr marL="9525" marR="9525" marT="9525" marB="0" anchor="ctr"/>
                </a:tc>
                <a:tc rowSpan="2">
                  <a:txBody>
                    <a:bodyPr/>
                    <a:lstStyle/>
                    <a:p>
                      <a:pPr algn="ctr" rtl="0" fontAlgn="ctr"/>
                      <a:r>
                        <a:rPr lang="en-US" sz="1100" u="none" strike="noStrike" noProof="0" dirty="0">
                          <a:effectLst/>
                        </a:rPr>
                        <a:t>ZPD0</a:t>
                      </a:r>
                      <a:endParaRPr lang="en-US" sz="1100" b="0" i="0" u="none" strike="noStrike" noProof="0" dirty="0">
                        <a:solidFill>
                          <a:schemeClr val="accent3">
                            <a:lumMod val="50000"/>
                          </a:schemeClr>
                        </a:solidFill>
                        <a:effectLst/>
                        <a:latin typeface="+mn-lt"/>
                      </a:endParaRPr>
                    </a:p>
                  </a:txBody>
                  <a:tcPr marL="9525" marR="9525" marT="9525" marB="0" anchor="ctr"/>
                </a:tc>
                <a:extLst>
                  <a:ext uri="{0D108BD9-81ED-4DB2-BD59-A6C34878D82A}">
                    <a16:rowId xmlns:a16="http://schemas.microsoft.com/office/drawing/2014/main" val="227379715"/>
                  </a:ext>
                </a:extLst>
              </a:tr>
              <a:tr h="225678">
                <a:tc>
                  <a:txBody>
                    <a:bodyPr/>
                    <a:lstStyle/>
                    <a:p>
                      <a:pPr algn="ctr" rtl="0" fontAlgn="ctr"/>
                      <a:r>
                        <a:rPr lang="de-CH" sz="1100" kern="0" dirty="0"/>
                        <a:t>ZPDOFI</a:t>
                      </a:r>
                      <a:endParaRPr lang="en-US" sz="1100" b="0" i="0" u="none" strike="noStrike" noProof="0" dirty="0">
                        <a:solidFill>
                          <a:schemeClr val="accent3">
                            <a:lumMod val="50000"/>
                          </a:schemeClr>
                        </a:solidFill>
                        <a:effectLst/>
                        <a:latin typeface="+mn-lt"/>
                      </a:endParaRPr>
                    </a:p>
                  </a:txBody>
                  <a:tcPr marL="9525" marR="9525" marT="9525" marB="0" anchor="ctr"/>
                </a:tc>
                <a:tc>
                  <a:txBody>
                    <a:bodyPr/>
                    <a:lstStyle/>
                    <a:p>
                      <a:pPr algn="l" rtl="0" fontAlgn="ctr"/>
                      <a:r>
                        <a:rPr lang="de-CH" sz="1100" kern="0" dirty="0"/>
                        <a:t>Domestic Prospect FI</a:t>
                      </a:r>
                      <a:endParaRPr lang="en-US" sz="1100" b="0" i="0" u="none" strike="noStrike" noProof="0" dirty="0">
                        <a:solidFill>
                          <a:schemeClr val="accent3">
                            <a:lumMod val="50000"/>
                          </a:schemeClr>
                        </a:solidFill>
                        <a:effectLst/>
                        <a:latin typeface="+mn-lt"/>
                      </a:endParaRPr>
                    </a:p>
                  </a:txBody>
                  <a:tcPr marL="9525" marR="9525" marT="9525" marB="0" anchor="ctr"/>
                </a:tc>
                <a:tc vMerge="1">
                  <a:txBody>
                    <a:bodyPr/>
                    <a:lstStyle/>
                    <a:p>
                      <a:pPr algn="ctr" rtl="0" fontAlgn="ctr"/>
                      <a:endParaRPr lang="en-US" sz="1000" b="0" i="0" u="none" strike="noStrike" noProof="0" dirty="0">
                        <a:solidFill>
                          <a:schemeClr val="accent6">
                            <a:lumMod val="50000"/>
                          </a:schemeClr>
                        </a:solidFill>
                        <a:effectLst/>
                        <a:latin typeface="+mn-lt"/>
                      </a:endParaRPr>
                    </a:p>
                  </a:txBody>
                  <a:tcPr marL="9525" marR="9525" marT="9525" marB="0" anchor="ctr">
                    <a:solidFill>
                      <a:schemeClr val="accent6">
                        <a:lumMod val="20000"/>
                        <a:lumOff val="80000"/>
                      </a:schemeClr>
                    </a:solidFill>
                  </a:tcPr>
                </a:tc>
                <a:extLst>
                  <a:ext uri="{0D108BD9-81ED-4DB2-BD59-A6C34878D82A}">
                    <a16:rowId xmlns:a16="http://schemas.microsoft.com/office/drawing/2014/main" val="924556929"/>
                  </a:ext>
                </a:extLst>
              </a:tr>
            </a:tbl>
          </a:graphicData>
        </a:graphic>
      </p:graphicFrame>
      <p:graphicFrame>
        <p:nvGraphicFramePr>
          <p:cNvPr id="8" name="Table 7">
            <a:extLst>
              <a:ext uri="{FF2B5EF4-FFF2-40B4-BE49-F238E27FC236}">
                <a16:creationId xmlns:a16="http://schemas.microsoft.com/office/drawing/2014/main" id="{539DB88F-CE1E-41CB-9E2D-AA59D19B5734}"/>
              </a:ext>
            </a:extLst>
          </p:cNvPr>
          <p:cNvGraphicFramePr>
            <a:graphicFrameLocks noGrp="1"/>
          </p:cNvGraphicFramePr>
          <p:nvPr/>
        </p:nvGraphicFramePr>
        <p:xfrm>
          <a:off x="4336518" y="1695450"/>
          <a:ext cx="3518965" cy="3338492"/>
        </p:xfrm>
        <a:graphic>
          <a:graphicData uri="http://schemas.openxmlformats.org/drawingml/2006/table">
            <a:tbl>
              <a:tblPr firstRow="1" bandRow="1">
                <a:tableStyleId>{073A0DAA-6AF3-43AB-8588-CEC1D06C72B9}</a:tableStyleId>
              </a:tblPr>
              <a:tblGrid>
                <a:gridCol w="616501">
                  <a:extLst>
                    <a:ext uri="{9D8B030D-6E8A-4147-A177-3AD203B41FA5}">
                      <a16:colId xmlns:a16="http://schemas.microsoft.com/office/drawing/2014/main" val="2399042673"/>
                    </a:ext>
                  </a:extLst>
                </a:gridCol>
                <a:gridCol w="1787540">
                  <a:extLst>
                    <a:ext uri="{9D8B030D-6E8A-4147-A177-3AD203B41FA5}">
                      <a16:colId xmlns:a16="http://schemas.microsoft.com/office/drawing/2014/main" val="1074319203"/>
                    </a:ext>
                  </a:extLst>
                </a:gridCol>
                <a:gridCol w="1114924">
                  <a:extLst>
                    <a:ext uri="{9D8B030D-6E8A-4147-A177-3AD203B41FA5}">
                      <a16:colId xmlns:a16="http://schemas.microsoft.com/office/drawing/2014/main" val="821987331"/>
                    </a:ext>
                  </a:extLst>
                </a:gridCol>
              </a:tblGrid>
              <a:tr h="567276">
                <a:tc gridSpan="3">
                  <a:txBody>
                    <a:bodyPr/>
                    <a:lstStyle/>
                    <a:p>
                      <a:pPr algn="ctr" rtl="0" fontAlgn="ctr"/>
                      <a:r>
                        <a:rPr lang="en-US" sz="1400" u="none" strike="noStrike" noProof="0" dirty="0">
                          <a:effectLst/>
                        </a:rPr>
                        <a:t>Business Partner Roles for Export Customers</a:t>
                      </a:r>
                      <a:endParaRPr lang="en-US" sz="1400" b="1" i="0" u="none" strike="noStrike" noProof="0" dirty="0">
                        <a:solidFill>
                          <a:srgbClr val="FFFFFF"/>
                        </a:solidFill>
                        <a:effectLst/>
                        <a:latin typeface="+mn-lt"/>
                      </a:endParaRPr>
                    </a:p>
                  </a:txBody>
                  <a:tcPr marL="9525" marR="9525" marT="9525" marB="0" anchor="ctr"/>
                </a:tc>
                <a:tc hMerge="1">
                  <a:txBody>
                    <a:bodyPr/>
                    <a:lstStyle/>
                    <a:p>
                      <a:pPr algn="l" rtl="0" fontAlgn="ctr"/>
                      <a:endParaRPr lang="en-US" sz="1000" b="1" i="0" u="none" strike="noStrike" noProof="0" dirty="0">
                        <a:solidFill>
                          <a:srgbClr val="FFFFFF"/>
                        </a:solidFill>
                        <a:effectLst/>
                        <a:latin typeface="+mn-lt"/>
                      </a:endParaRPr>
                    </a:p>
                  </a:txBody>
                  <a:tcPr marL="9525" marR="9525" marT="9525" marB="0" anchor="ctr">
                    <a:solidFill>
                      <a:schemeClr val="accent6"/>
                    </a:solidFill>
                  </a:tcPr>
                </a:tc>
                <a:tc hMerge="1">
                  <a:txBody>
                    <a:bodyPr/>
                    <a:lstStyle/>
                    <a:p>
                      <a:pPr algn="l" rtl="0" fontAlgn="ctr"/>
                      <a:endParaRPr lang="en-US" sz="1000" b="1" i="0" u="none" strike="noStrike" noProof="0" dirty="0">
                        <a:solidFill>
                          <a:srgbClr val="FFFFFF"/>
                        </a:solidFill>
                        <a:effectLst/>
                        <a:latin typeface="+mn-lt"/>
                      </a:endParaRPr>
                    </a:p>
                  </a:txBody>
                  <a:tcPr marL="9525" marR="9525" marT="9525" marB="0" anchor="ctr">
                    <a:solidFill>
                      <a:schemeClr val="accent6"/>
                    </a:solidFill>
                  </a:tcPr>
                </a:tc>
                <a:extLst>
                  <a:ext uri="{0D108BD9-81ED-4DB2-BD59-A6C34878D82A}">
                    <a16:rowId xmlns:a16="http://schemas.microsoft.com/office/drawing/2014/main" val="2053529486"/>
                  </a:ext>
                </a:extLst>
              </a:tr>
              <a:tr h="288758">
                <a:tc>
                  <a:txBody>
                    <a:bodyPr/>
                    <a:lstStyle/>
                    <a:p>
                      <a:pPr algn="ctr" rtl="0" fontAlgn="ctr"/>
                      <a:r>
                        <a:rPr lang="en-US" sz="1100" u="none" strike="noStrike" noProof="0" dirty="0">
                          <a:effectLst/>
                        </a:rPr>
                        <a:t>BP Code</a:t>
                      </a:r>
                      <a:endParaRPr lang="en-US" sz="1100" b="1" i="0" u="none" strike="noStrike" noProof="0" dirty="0">
                        <a:solidFill>
                          <a:schemeClr val="bg1"/>
                        </a:solidFill>
                        <a:effectLst/>
                        <a:latin typeface="+mn-lt"/>
                      </a:endParaRPr>
                    </a:p>
                  </a:txBody>
                  <a:tcPr marL="9525" marR="9525" marT="9525" marB="0" anchor="ctr"/>
                </a:tc>
                <a:tc>
                  <a:txBody>
                    <a:bodyPr/>
                    <a:lstStyle/>
                    <a:p>
                      <a:pPr algn="ctr" rtl="0" fontAlgn="ctr"/>
                      <a:r>
                        <a:rPr lang="en-US" sz="1100" u="none" strike="noStrike" noProof="0" dirty="0">
                          <a:effectLst/>
                        </a:rPr>
                        <a:t>BP Role Description</a:t>
                      </a:r>
                      <a:endParaRPr lang="en-US" sz="1100" b="1" i="0" u="none" strike="noStrike" noProof="0" dirty="0">
                        <a:solidFill>
                          <a:schemeClr val="bg1"/>
                        </a:solidFill>
                        <a:effectLst/>
                        <a:latin typeface="+mn-lt"/>
                      </a:endParaRPr>
                    </a:p>
                  </a:txBody>
                  <a:tcPr marL="9525" marR="9525" marT="9525" marB="0" anchor="ctr"/>
                </a:tc>
                <a:tc>
                  <a:txBody>
                    <a:bodyPr/>
                    <a:lstStyle/>
                    <a:p>
                      <a:pPr algn="ctr" rtl="0" fontAlgn="ctr"/>
                      <a:r>
                        <a:rPr lang="en-US" sz="1100" u="none" strike="noStrike" noProof="0" dirty="0">
                          <a:effectLst/>
                        </a:rPr>
                        <a:t>Account Group</a:t>
                      </a:r>
                      <a:endParaRPr lang="en-US" sz="1100" b="1" i="0" u="none" strike="noStrike" noProof="0" dirty="0">
                        <a:solidFill>
                          <a:srgbClr val="FFFFFF"/>
                        </a:solidFill>
                        <a:effectLst/>
                        <a:latin typeface="+mn-lt"/>
                      </a:endParaRPr>
                    </a:p>
                  </a:txBody>
                  <a:tcPr marL="9525" marR="9525" marT="9525" marB="0" anchor="ctr"/>
                </a:tc>
                <a:extLst>
                  <a:ext uri="{0D108BD9-81ED-4DB2-BD59-A6C34878D82A}">
                    <a16:rowId xmlns:a16="http://schemas.microsoft.com/office/drawing/2014/main" val="3407376692"/>
                  </a:ext>
                </a:extLst>
              </a:tr>
              <a:tr h="225678">
                <a:tc>
                  <a:txBody>
                    <a:bodyPr/>
                    <a:lstStyle/>
                    <a:p>
                      <a:pPr algn="ctr" rtl="0" fontAlgn="ctr"/>
                      <a:r>
                        <a:rPr lang="de-CH" sz="1100" kern="0" dirty="0"/>
                        <a:t>ZE01SD</a:t>
                      </a:r>
                      <a:endParaRPr lang="en-US" sz="1100" b="0" i="0" u="none" strike="noStrike" noProof="0" dirty="0">
                        <a:solidFill>
                          <a:schemeClr val="accent3">
                            <a:lumMod val="50000"/>
                          </a:schemeClr>
                        </a:solidFill>
                        <a:effectLst/>
                        <a:latin typeface="+mn-lt"/>
                      </a:endParaRPr>
                    </a:p>
                  </a:txBody>
                  <a:tcPr marL="9525" marR="9525" marT="9525" marB="0" anchor="ctr"/>
                </a:tc>
                <a:tc>
                  <a:txBody>
                    <a:bodyPr/>
                    <a:lstStyle/>
                    <a:p>
                      <a:pPr algn="l" rtl="0" fontAlgn="ctr"/>
                      <a:r>
                        <a:rPr lang="de-CH" sz="1100" kern="0" dirty="0"/>
                        <a:t>Export Sold-to Party SD</a:t>
                      </a:r>
                      <a:endParaRPr lang="en-US" sz="1100" b="0" i="0" u="none" strike="noStrike" noProof="0" dirty="0">
                        <a:solidFill>
                          <a:schemeClr val="accent3">
                            <a:lumMod val="50000"/>
                          </a:schemeClr>
                        </a:solidFill>
                        <a:effectLst/>
                        <a:latin typeface="+mn-lt"/>
                      </a:endParaRPr>
                    </a:p>
                  </a:txBody>
                  <a:tcPr marL="9525" marR="9525" marT="9525" marB="0" anchor="ctr"/>
                </a:tc>
                <a:tc rowSpan="2">
                  <a:txBody>
                    <a:bodyPr/>
                    <a:lstStyle/>
                    <a:p>
                      <a:pPr algn="ctr" rtl="0" fontAlgn="ctr"/>
                      <a:r>
                        <a:rPr lang="en-US" sz="1100" u="none" strike="noStrike" noProof="0" dirty="0">
                          <a:effectLst/>
                        </a:rPr>
                        <a:t>ZE01</a:t>
                      </a:r>
                      <a:endParaRPr lang="en-US" sz="1100" b="0" i="0" u="none" strike="noStrike" noProof="0" dirty="0">
                        <a:solidFill>
                          <a:schemeClr val="accent3">
                            <a:lumMod val="50000"/>
                          </a:schemeClr>
                        </a:solidFill>
                        <a:effectLst/>
                        <a:latin typeface="+mn-lt"/>
                      </a:endParaRPr>
                    </a:p>
                  </a:txBody>
                  <a:tcPr marL="9525" marR="9525" marT="9525" marB="0" anchor="ctr"/>
                </a:tc>
                <a:extLst>
                  <a:ext uri="{0D108BD9-81ED-4DB2-BD59-A6C34878D82A}">
                    <a16:rowId xmlns:a16="http://schemas.microsoft.com/office/drawing/2014/main" val="1298984181"/>
                  </a:ext>
                </a:extLst>
              </a:tr>
              <a:tr h="225678">
                <a:tc>
                  <a:txBody>
                    <a:bodyPr/>
                    <a:lstStyle/>
                    <a:p>
                      <a:pPr algn="ctr" rtl="0" fontAlgn="ctr"/>
                      <a:r>
                        <a:rPr lang="de-CH" sz="1100" kern="0" dirty="0"/>
                        <a:t>ZE01FI</a:t>
                      </a:r>
                      <a:endParaRPr lang="en-US" sz="1100" b="0" i="0" u="none" strike="noStrike" noProof="0" dirty="0">
                        <a:solidFill>
                          <a:schemeClr val="accent3">
                            <a:lumMod val="50000"/>
                          </a:schemeClr>
                        </a:solidFill>
                        <a:effectLst/>
                        <a:latin typeface="+mn-lt"/>
                      </a:endParaRPr>
                    </a:p>
                  </a:txBody>
                  <a:tcPr marL="9525" marR="9525" marT="9525" marB="0" anchor="ctr"/>
                </a:tc>
                <a:tc>
                  <a:txBody>
                    <a:bodyPr/>
                    <a:lstStyle/>
                    <a:p>
                      <a:pPr algn="l" rtl="0" fontAlgn="ctr"/>
                      <a:r>
                        <a:rPr lang="de-CH" sz="1100" kern="0" dirty="0"/>
                        <a:t>Export Sold-to Party FI</a:t>
                      </a:r>
                      <a:endParaRPr lang="en-US" sz="1100" b="0" i="0" u="none" strike="noStrike" noProof="0" dirty="0">
                        <a:solidFill>
                          <a:schemeClr val="accent3">
                            <a:lumMod val="50000"/>
                          </a:schemeClr>
                        </a:solidFill>
                        <a:effectLst/>
                        <a:latin typeface="+mn-lt"/>
                      </a:endParaRPr>
                    </a:p>
                  </a:txBody>
                  <a:tcPr marL="9525" marR="9525" marT="9525" marB="0" anchor="ctr"/>
                </a:tc>
                <a:tc vMerge="1">
                  <a:txBody>
                    <a:bodyPr/>
                    <a:lstStyle/>
                    <a:p>
                      <a:pPr algn="ctr" rtl="0" fontAlgn="ctr"/>
                      <a:endParaRPr lang="en-US" sz="1000" b="0" i="0" u="none" strike="noStrike" noProof="0" dirty="0">
                        <a:solidFill>
                          <a:schemeClr val="accent6">
                            <a:lumMod val="50000"/>
                          </a:schemeClr>
                        </a:solidFill>
                        <a:effectLst/>
                        <a:latin typeface="+mn-lt"/>
                      </a:endParaRPr>
                    </a:p>
                  </a:txBody>
                  <a:tcPr marL="9525" marR="9525" marT="9525" marB="0" anchor="ctr">
                    <a:solidFill>
                      <a:schemeClr val="accent6">
                        <a:lumMod val="20000"/>
                        <a:lumOff val="80000"/>
                      </a:schemeClr>
                    </a:solidFill>
                  </a:tcPr>
                </a:tc>
                <a:extLst>
                  <a:ext uri="{0D108BD9-81ED-4DB2-BD59-A6C34878D82A}">
                    <a16:rowId xmlns:a16="http://schemas.microsoft.com/office/drawing/2014/main" val="3204726132"/>
                  </a:ext>
                </a:extLst>
              </a:tr>
              <a:tr h="225678">
                <a:tc>
                  <a:txBody>
                    <a:bodyPr/>
                    <a:lstStyle/>
                    <a:p>
                      <a:pPr algn="ctr" rtl="0" fontAlgn="ctr"/>
                      <a:r>
                        <a:rPr lang="de-CH" sz="1100" kern="0" dirty="0"/>
                        <a:t>ZE02SD</a:t>
                      </a:r>
                      <a:endParaRPr lang="en-US" sz="1100" b="0" i="0" u="none" strike="noStrike" noProof="0" dirty="0">
                        <a:solidFill>
                          <a:schemeClr val="accent3">
                            <a:lumMod val="50000"/>
                          </a:schemeClr>
                        </a:solidFill>
                        <a:effectLst/>
                        <a:latin typeface="+mn-lt"/>
                      </a:endParaRPr>
                    </a:p>
                  </a:txBody>
                  <a:tcPr marL="9525" marR="9525" marT="9525" marB="0" anchor="ctr"/>
                </a:tc>
                <a:tc>
                  <a:txBody>
                    <a:bodyPr/>
                    <a:lstStyle/>
                    <a:p>
                      <a:pPr algn="l" rtl="0" fontAlgn="ctr"/>
                      <a:r>
                        <a:rPr lang="de-CH" sz="1100" kern="0" dirty="0"/>
                        <a:t>Export Ship-to Party SD</a:t>
                      </a:r>
                      <a:endParaRPr lang="en-US" sz="1100" b="0" i="0" u="none" strike="noStrike" noProof="0" dirty="0">
                        <a:solidFill>
                          <a:schemeClr val="accent3">
                            <a:lumMod val="50000"/>
                          </a:schemeClr>
                        </a:solidFill>
                        <a:effectLst/>
                        <a:latin typeface="+mn-lt"/>
                      </a:endParaRPr>
                    </a:p>
                  </a:txBody>
                  <a:tcPr marL="9525" marR="9525" marT="9525" marB="0" anchor="ctr"/>
                </a:tc>
                <a:tc rowSpan="2">
                  <a:txBody>
                    <a:bodyPr/>
                    <a:lstStyle/>
                    <a:p>
                      <a:pPr algn="ctr" rtl="0" fontAlgn="ctr"/>
                      <a:r>
                        <a:rPr lang="en-US" sz="1100" u="none" strike="noStrike" noProof="0" dirty="0">
                          <a:effectLst/>
                        </a:rPr>
                        <a:t>ZE02</a:t>
                      </a:r>
                      <a:endParaRPr lang="en-US" sz="1100" b="0" i="0" u="none" strike="noStrike" noProof="0" dirty="0">
                        <a:solidFill>
                          <a:schemeClr val="accent3">
                            <a:lumMod val="50000"/>
                          </a:schemeClr>
                        </a:solidFill>
                        <a:effectLst/>
                        <a:latin typeface="+mn-lt"/>
                      </a:endParaRPr>
                    </a:p>
                  </a:txBody>
                  <a:tcPr marL="9525" marR="9525" marT="9525" marB="0" anchor="ctr"/>
                </a:tc>
                <a:extLst>
                  <a:ext uri="{0D108BD9-81ED-4DB2-BD59-A6C34878D82A}">
                    <a16:rowId xmlns:a16="http://schemas.microsoft.com/office/drawing/2014/main" val="2372222133"/>
                  </a:ext>
                </a:extLst>
              </a:tr>
              <a:tr h="225678">
                <a:tc>
                  <a:txBody>
                    <a:bodyPr/>
                    <a:lstStyle/>
                    <a:p>
                      <a:pPr algn="ctr" rtl="0" fontAlgn="ctr"/>
                      <a:r>
                        <a:rPr lang="de-CH" sz="1100" kern="0" dirty="0"/>
                        <a:t>ZE02FI</a:t>
                      </a:r>
                      <a:endParaRPr lang="en-US" sz="1100" b="0" i="0" u="none" strike="noStrike" noProof="0" dirty="0">
                        <a:solidFill>
                          <a:schemeClr val="accent3">
                            <a:lumMod val="50000"/>
                          </a:schemeClr>
                        </a:solidFill>
                        <a:effectLst/>
                        <a:latin typeface="+mn-lt"/>
                      </a:endParaRPr>
                    </a:p>
                  </a:txBody>
                  <a:tcPr marL="9525" marR="9525" marT="9525" marB="0" anchor="ctr"/>
                </a:tc>
                <a:tc>
                  <a:txBody>
                    <a:bodyPr/>
                    <a:lstStyle/>
                    <a:p>
                      <a:pPr algn="l" rtl="0" fontAlgn="ctr"/>
                      <a:r>
                        <a:rPr lang="de-CH" sz="1100" kern="0" dirty="0"/>
                        <a:t>Export Ship-to Party FI</a:t>
                      </a:r>
                      <a:endParaRPr lang="en-US" sz="1100" b="0" i="0" u="none" strike="noStrike" noProof="0" dirty="0">
                        <a:solidFill>
                          <a:schemeClr val="accent3">
                            <a:lumMod val="50000"/>
                          </a:schemeClr>
                        </a:solidFill>
                        <a:effectLst/>
                        <a:latin typeface="+mn-lt"/>
                      </a:endParaRPr>
                    </a:p>
                  </a:txBody>
                  <a:tcPr marL="9525" marR="9525" marT="9525" marB="0" anchor="ctr"/>
                </a:tc>
                <a:tc vMerge="1">
                  <a:txBody>
                    <a:bodyPr/>
                    <a:lstStyle/>
                    <a:p>
                      <a:pPr algn="ctr" rtl="0" fontAlgn="ctr"/>
                      <a:endParaRPr lang="en-US" sz="1000" b="0" i="0" u="none" strike="noStrike" noProof="0" dirty="0">
                        <a:solidFill>
                          <a:schemeClr val="accent6">
                            <a:lumMod val="50000"/>
                          </a:schemeClr>
                        </a:solidFill>
                        <a:effectLst/>
                        <a:latin typeface="+mn-lt"/>
                      </a:endParaRPr>
                    </a:p>
                  </a:txBody>
                  <a:tcPr marL="9525" marR="9525" marT="9525" marB="0" anchor="ctr">
                    <a:solidFill>
                      <a:schemeClr val="accent6">
                        <a:lumMod val="20000"/>
                        <a:lumOff val="80000"/>
                      </a:schemeClr>
                    </a:solidFill>
                  </a:tcPr>
                </a:tc>
                <a:extLst>
                  <a:ext uri="{0D108BD9-81ED-4DB2-BD59-A6C34878D82A}">
                    <a16:rowId xmlns:a16="http://schemas.microsoft.com/office/drawing/2014/main" val="1795348080"/>
                  </a:ext>
                </a:extLst>
              </a:tr>
              <a:tr h="225678">
                <a:tc>
                  <a:txBody>
                    <a:bodyPr/>
                    <a:lstStyle/>
                    <a:p>
                      <a:pPr algn="ctr" rtl="0" fontAlgn="ctr"/>
                      <a:r>
                        <a:rPr lang="de-CH" sz="1100" kern="0" dirty="0"/>
                        <a:t>ZE03SD</a:t>
                      </a:r>
                      <a:endParaRPr lang="en-US" sz="1100" b="0" i="0" u="none" strike="noStrike" noProof="0" dirty="0">
                        <a:solidFill>
                          <a:schemeClr val="accent3">
                            <a:lumMod val="50000"/>
                          </a:schemeClr>
                        </a:solidFill>
                        <a:effectLst/>
                        <a:latin typeface="+mn-lt"/>
                      </a:endParaRPr>
                    </a:p>
                  </a:txBody>
                  <a:tcPr marL="9525" marR="9525" marT="9525" marB="0" anchor="ctr"/>
                </a:tc>
                <a:tc>
                  <a:txBody>
                    <a:bodyPr/>
                    <a:lstStyle/>
                    <a:p>
                      <a:pPr algn="l" rtl="0" fontAlgn="ctr"/>
                      <a:r>
                        <a:rPr lang="de-CH" sz="1100" kern="0" dirty="0"/>
                        <a:t>Export Payer SD</a:t>
                      </a:r>
                      <a:endParaRPr lang="en-US" sz="1100" b="0" i="0" u="none" strike="noStrike" noProof="0" dirty="0">
                        <a:solidFill>
                          <a:schemeClr val="accent3">
                            <a:lumMod val="50000"/>
                          </a:schemeClr>
                        </a:solidFill>
                        <a:effectLst/>
                        <a:latin typeface="+mn-lt"/>
                      </a:endParaRPr>
                    </a:p>
                  </a:txBody>
                  <a:tcPr marL="9525" marR="9525" marT="9525" marB="0" anchor="ctr"/>
                </a:tc>
                <a:tc rowSpan="2">
                  <a:txBody>
                    <a:bodyPr/>
                    <a:lstStyle/>
                    <a:p>
                      <a:pPr algn="ctr" rtl="0" fontAlgn="ctr"/>
                      <a:r>
                        <a:rPr lang="en-US" sz="1100" u="none" strike="noStrike" noProof="0" dirty="0">
                          <a:effectLst/>
                        </a:rPr>
                        <a:t>ZE03</a:t>
                      </a:r>
                      <a:endParaRPr lang="en-US" sz="1100" b="0" i="0" u="none" strike="noStrike" noProof="0" dirty="0">
                        <a:solidFill>
                          <a:schemeClr val="accent3">
                            <a:lumMod val="50000"/>
                          </a:schemeClr>
                        </a:solidFill>
                        <a:effectLst/>
                        <a:latin typeface="+mn-lt"/>
                      </a:endParaRPr>
                    </a:p>
                  </a:txBody>
                  <a:tcPr marL="9525" marR="9525" marT="9525" marB="0" anchor="ctr"/>
                </a:tc>
                <a:extLst>
                  <a:ext uri="{0D108BD9-81ED-4DB2-BD59-A6C34878D82A}">
                    <a16:rowId xmlns:a16="http://schemas.microsoft.com/office/drawing/2014/main" val="1868222358"/>
                  </a:ext>
                </a:extLst>
              </a:tr>
              <a:tr h="225678">
                <a:tc>
                  <a:txBody>
                    <a:bodyPr/>
                    <a:lstStyle/>
                    <a:p>
                      <a:pPr algn="ctr" rtl="0" fontAlgn="ctr"/>
                      <a:r>
                        <a:rPr lang="de-CH" sz="1100" kern="0" dirty="0"/>
                        <a:t>ZE03FI</a:t>
                      </a:r>
                      <a:endParaRPr lang="en-US" sz="1100" b="0" i="0" u="none" strike="noStrike" noProof="0" dirty="0">
                        <a:solidFill>
                          <a:schemeClr val="accent3">
                            <a:lumMod val="50000"/>
                          </a:schemeClr>
                        </a:solidFill>
                        <a:effectLst/>
                        <a:latin typeface="+mn-lt"/>
                      </a:endParaRPr>
                    </a:p>
                  </a:txBody>
                  <a:tcPr marL="9525" marR="9525" marT="9525" marB="0" anchor="ctr"/>
                </a:tc>
                <a:tc>
                  <a:txBody>
                    <a:bodyPr/>
                    <a:lstStyle/>
                    <a:p>
                      <a:pPr algn="l" rtl="0" fontAlgn="ctr"/>
                      <a:r>
                        <a:rPr lang="de-CH" sz="1100" kern="0" dirty="0"/>
                        <a:t>Export Payer FI</a:t>
                      </a:r>
                      <a:endParaRPr lang="en-US" sz="1100" b="0" i="0" u="none" strike="noStrike" noProof="0" dirty="0">
                        <a:solidFill>
                          <a:schemeClr val="accent3">
                            <a:lumMod val="50000"/>
                          </a:schemeClr>
                        </a:solidFill>
                        <a:effectLst/>
                        <a:latin typeface="+mn-lt"/>
                      </a:endParaRPr>
                    </a:p>
                  </a:txBody>
                  <a:tcPr marL="9525" marR="9525" marT="9525" marB="0" anchor="ctr"/>
                </a:tc>
                <a:tc vMerge="1">
                  <a:txBody>
                    <a:bodyPr/>
                    <a:lstStyle/>
                    <a:p>
                      <a:pPr algn="ctr" rtl="0" fontAlgn="ctr"/>
                      <a:endParaRPr lang="en-US" sz="1000" b="0" i="0" u="none" strike="noStrike" noProof="0" dirty="0">
                        <a:solidFill>
                          <a:schemeClr val="accent6">
                            <a:lumMod val="50000"/>
                          </a:schemeClr>
                        </a:solidFill>
                        <a:effectLst/>
                        <a:latin typeface="+mn-lt"/>
                      </a:endParaRPr>
                    </a:p>
                  </a:txBody>
                  <a:tcPr marL="9525" marR="9525" marT="9525" marB="0" anchor="ctr">
                    <a:solidFill>
                      <a:schemeClr val="accent6">
                        <a:lumMod val="20000"/>
                        <a:lumOff val="80000"/>
                      </a:schemeClr>
                    </a:solidFill>
                  </a:tcPr>
                </a:tc>
                <a:extLst>
                  <a:ext uri="{0D108BD9-81ED-4DB2-BD59-A6C34878D82A}">
                    <a16:rowId xmlns:a16="http://schemas.microsoft.com/office/drawing/2014/main" val="2543230831"/>
                  </a:ext>
                </a:extLst>
              </a:tr>
              <a:tr h="225678">
                <a:tc>
                  <a:txBody>
                    <a:bodyPr/>
                    <a:lstStyle/>
                    <a:p>
                      <a:pPr algn="ctr" rtl="0" fontAlgn="ctr"/>
                      <a:r>
                        <a:rPr lang="de-CH" sz="1100" kern="0" dirty="0"/>
                        <a:t>ZE04SD</a:t>
                      </a:r>
                      <a:endParaRPr lang="en-US" sz="1100" b="0" i="0" u="none" strike="noStrike" noProof="0" dirty="0">
                        <a:solidFill>
                          <a:schemeClr val="accent3">
                            <a:lumMod val="50000"/>
                          </a:schemeClr>
                        </a:solidFill>
                        <a:effectLst/>
                        <a:latin typeface="+mn-lt"/>
                      </a:endParaRPr>
                    </a:p>
                  </a:txBody>
                  <a:tcPr marL="9525" marR="9525" marT="9525" marB="0" anchor="ctr"/>
                </a:tc>
                <a:tc>
                  <a:txBody>
                    <a:bodyPr/>
                    <a:lstStyle/>
                    <a:p>
                      <a:pPr algn="l" rtl="0" fontAlgn="ctr"/>
                      <a:r>
                        <a:rPr lang="de-CH" sz="1100" kern="0" dirty="0"/>
                        <a:t>Export Bill-to Party SD</a:t>
                      </a:r>
                      <a:endParaRPr lang="en-US" sz="1100" b="0" i="0" u="none" strike="noStrike" noProof="0" dirty="0">
                        <a:solidFill>
                          <a:schemeClr val="accent3">
                            <a:lumMod val="50000"/>
                          </a:schemeClr>
                        </a:solidFill>
                        <a:effectLst/>
                        <a:latin typeface="+mn-lt"/>
                      </a:endParaRPr>
                    </a:p>
                  </a:txBody>
                  <a:tcPr marL="9525" marR="9525" marT="9525" marB="0" anchor="ctr"/>
                </a:tc>
                <a:tc rowSpan="2">
                  <a:txBody>
                    <a:bodyPr/>
                    <a:lstStyle/>
                    <a:p>
                      <a:pPr algn="ctr" rtl="0" fontAlgn="ctr"/>
                      <a:r>
                        <a:rPr lang="en-US" sz="1100" u="none" strike="noStrike" noProof="0" dirty="0">
                          <a:effectLst/>
                        </a:rPr>
                        <a:t>ZE04</a:t>
                      </a:r>
                      <a:endParaRPr lang="en-US" sz="1100" b="0" i="0" u="none" strike="noStrike" noProof="0" dirty="0">
                        <a:solidFill>
                          <a:schemeClr val="accent3">
                            <a:lumMod val="50000"/>
                          </a:schemeClr>
                        </a:solidFill>
                        <a:effectLst/>
                        <a:latin typeface="+mn-lt"/>
                      </a:endParaRPr>
                    </a:p>
                  </a:txBody>
                  <a:tcPr marL="9525" marR="9525" marT="9525" marB="0" anchor="ctr"/>
                </a:tc>
                <a:extLst>
                  <a:ext uri="{0D108BD9-81ED-4DB2-BD59-A6C34878D82A}">
                    <a16:rowId xmlns:a16="http://schemas.microsoft.com/office/drawing/2014/main" val="4971628"/>
                  </a:ext>
                </a:extLst>
              </a:tr>
              <a:tr h="225678">
                <a:tc>
                  <a:txBody>
                    <a:bodyPr/>
                    <a:lstStyle/>
                    <a:p>
                      <a:pPr algn="ctr" rtl="0" fontAlgn="ctr"/>
                      <a:r>
                        <a:rPr lang="de-CH" sz="1100" kern="0" dirty="0"/>
                        <a:t>ZE04FI</a:t>
                      </a:r>
                      <a:endParaRPr lang="en-US" sz="1100" b="0" i="0" u="none" strike="noStrike" noProof="0" dirty="0">
                        <a:solidFill>
                          <a:schemeClr val="accent3">
                            <a:lumMod val="50000"/>
                          </a:schemeClr>
                        </a:solidFill>
                        <a:effectLst/>
                        <a:latin typeface="+mn-lt"/>
                      </a:endParaRPr>
                    </a:p>
                  </a:txBody>
                  <a:tcPr marL="9525" marR="9525" marT="9525" marB="0" anchor="ctr"/>
                </a:tc>
                <a:tc>
                  <a:txBody>
                    <a:bodyPr/>
                    <a:lstStyle/>
                    <a:p>
                      <a:pPr algn="l" rtl="0" fontAlgn="ctr"/>
                      <a:r>
                        <a:rPr lang="de-CH" sz="1100" kern="0" dirty="0"/>
                        <a:t>Export Bill-to Party FI</a:t>
                      </a:r>
                      <a:endParaRPr lang="en-US" sz="1100" b="0" i="0" u="none" strike="noStrike" noProof="0" dirty="0">
                        <a:solidFill>
                          <a:schemeClr val="accent3">
                            <a:lumMod val="50000"/>
                          </a:schemeClr>
                        </a:solidFill>
                        <a:effectLst/>
                        <a:latin typeface="+mn-lt"/>
                      </a:endParaRPr>
                    </a:p>
                  </a:txBody>
                  <a:tcPr marL="9525" marR="9525" marT="9525" marB="0" anchor="ctr"/>
                </a:tc>
                <a:tc vMerge="1">
                  <a:txBody>
                    <a:bodyPr/>
                    <a:lstStyle/>
                    <a:p>
                      <a:pPr algn="ctr" rtl="0" fontAlgn="ctr"/>
                      <a:endParaRPr lang="en-US" sz="1000" b="0" i="0" u="none" strike="noStrike" noProof="0" dirty="0">
                        <a:solidFill>
                          <a:schemeClr val="accent6">
                            <a:lumMod val="50000"/>
                          </a:schemeClr>
                        </a:solidFill>
                        <a:effectLst/>
                        <a:latin typeface="+mn-lt"/>
                      </a:endParaRPr>
                    </a:p>
                  </a:txBody>
                  <a:tcPr marL="9525" marR="9525" marT="9525" marB="0" anchor="ctr">
                    <a:solidFill>
                      <a:schemeClr val="accent6">
                        <a:lumMod val="20000"/>
                        <a:lumOff val="80000"/>
                      </a:schemeClr>
                    </a:solidFill>
                  </a:tcPr>
                </a:tc>
                <a:extLst>
                  <a:ext uri="{0D108BD9-81ED-4DB2-BD59-A6C34878D82A}">
                    <a16:rowId xmlns:a16="http://schemas.microsoft.com/office/drawing/2014/main" val="2503656408"/>
                  </a:ext>
                </a:extLst>
              </a:tr>
              <a:tr h="225678">
                <a:tc>
                  <a:txBody>
                    <a:bodyPr/>
                    <a:lstStyle/>
                    <a:p>
                      <a:pPr algn="ctr" rtl="0" fontAlgn="ctr"/>
                      <a:r>
                        <a:rPr lang="en-US" sz="1100" u="none" strike="noStrike" noProof="0" dirty="0">
                          <a:effectLst/>
                        </a:rPr>
                        <a:t>ZE05SD</a:t>
                      </a:r>
                      <a:endParaRPr lang="en-US" sz="1100" b="0" i="0" u="none" strike="noStrike" noProof="0" dirty="0">
                        <a:solidFill>
                          <a:schemeClr val="accent3">
                            <a:lumMod val="50000"/>
                          </a:schemeClr>
                        </a:solidFill>
                        <a:effectLst/>
                        <a:latin typeface="+mn-lt"/>
                      </a:endParaRPr>
                    </a:p>
                  </a:txBody>
                  <a:tcPr marL="9525" marR="9525" marT="9525" marB="0" anchor="ct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US" sz="1100" u="none" strike="noStrike" noProof="0" dirty="0">
                          <a:effectLst/>
                        </a:rPr>
                        <a:t>Intermediate Address</a:t>
                      </a:r>
                      <a:endParaRPr lang="en-US" sz="1100" b="0" i="0" u="none" strike="noStrike" noProof="0" dirty="0">
                        <a:solidFill>
                          <a:schemeClr val="accent3">
                            <a:lumMod val="50000"/>
                          </a:schemeClr>
                        </a:solidFill>
                        <a:effectLst/>
                        <a:latin typeface="+mn-lt"/>
                      </a:endParaRPr>
                    </a:p>
                  </a:txBody>
                  <a:tcPr marL="9525" marR="9525" marT="9525" marB="0" anchor="ctr"/>
                </a:tc>
                <a:tc>
                  <a:txBody>
                    <a:bodyPr/>
                    <a:lstStyle/>
                    <a:p>
                      <a:pPr algn="ctr" rtl="0" fontAlgn="ctr"/>
                      <a:r>
                        <a:rPr lang="en-US" sz="1100" u="none" strike="noStrike" noProof="0" dirty="0">
                          <a:effectLst/>
                        </a:rPr>
                        <a:t>ZE05</a:t>
                      </a:r>
                      <a:endParaRPr lang="en-US" sz="1100" b="0" i="0" u="none" strike="noStrike" noProof="0" dirty="0">
                        <a:solidFill>
                          <a:schemeClr val="accent3">
                            <a:lumMod val="50000"/>
                          </a:schemeClr>
                        </a:solidFill>
                        <a:effectLst/>
                        <a:latin typeface="+mn-lt"/>
                      </a:endParaRPr>
                    </a:p>
                  </a:txBody>
                  <a:tcPr marL="9525" marR="9525" marT="9525" marB="0" anchor="ctr"/>
                </a:tc>
                <a:extLst>
                  <a:ext uri="{0D108BD9-81ED-4DB2-BD59-A6C34878D82A}">
                    <a16:rowId xmlns:a16="http://schemas.microsoft.com/office/drawing/2014/main" val="668014621"/>
                  </a:ext>
                </a:extLst>
              </a:tr>
              <a:tr h="225678">
                <a:tc>
                  <a:txBody>
                    <a:bodyPr/>
                    <a:lstStyle/>
                    <a:p>
                      <a:pPr algn="ctr" rtl="0" fontAlgn="ctr"/>
                      <a:r>
                        <a:rPr lang="de-CH" sz="1100" kern="0" dirty="0"/>
                        <a:t>ZPDOSD</a:t>
                      </a:r>
                      <a:endParaRPr lang="en-US" sz="1100" b="0" i="0" u="none" strike="noStrike" noProof="0" dirty="0">
                        <a:solidFill>
                          <a:schemeClr val="accent3">
                            <a:lumMod val="50000"/>
                          </a:schemeClr>
                        </a:solidFill>
                        <a:effectLst/>
                        <a:latin typeface="+mn-lt"/>
                      </a:endParaRPr>
                    </a:p>
                  </a:txBody>
                  <a:tcPr marL="9525" marR="9525" marT="9525" marB="0" anchor="ct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de-CH" sz="1100" kern="0" dirty="0"/>
                        <a:t>Export Prospect SD</a:t>
                      </a:r>
                      <a:endParaRPr lang="en-US" sz="1100" b="0" i="0" u="none" strike="noStrike" noProof="0" dirty="0">
                        <a:solidFill>
                          <a:schemeClr val="accent3">
                            <a:lumMod val="50000"/>
                          </a:schemeClr>
                        </a:solidFill>
                        <a:effectLst/>
                        <a:latin typeface="+mn-lt"/>
                      </a:endParaRPr>
                    </a:p>
                  </a:txBody>
                  <a:tcPr marL="9525" marR="9525" marT="9525" marB="0" anchor="ctr"/>
                </a:tc>
                <a:tc rowSpan="2">
                  <a:txBody>
                    <a:bodyPr/>
                    <a:lstStyle/>
                    <a:p>
                      <a:pPr algn="ctr" rtl="0" fontAlgn="ctr"/>
                      <a:r>
                        <a:rPr lang="en-US" sz="1100" u="none" strike="noStrike" noProof="0" dirty="0">
                          <a:effectLst/>
                        </a:rPr>
                        <a:t>ZPEX</a:t>
                      </a:r>
                      <a:endParaRPr lang="en-US" sz="1100" b="0" i="0" u="none" strike="noStrike" noProof="0" dirty="0">
                        <a:solidFill>
                          <a:schemeClr val="accent3">
                            <a:lumMod val="50000"/>
                          </a:schemeClr>
                        </a:solidFill>
                        <a:effectLst/>
                        <a:latin typeface="+mn-lt"/>
                      </a:endParaRPr>
                    </a:p>
                  </a:txBody>
                  <a:tcPr marL="9525" marR="9525" marT="9525" marB="0" anchor="ctr"/>
                </a:tc>
                <a:extLst>
                  <a:ext uri="{0D108BD9-81ED-4DB2-BD59-A6C34878D82A}">
                    <a16:rowId xmlns:a16="http://schemas.microsoft.com/office/drawing/2014/main" val="227379715"/>
                  </a:ext>
                </a:extLst>
              </a:tr>
              <a:tr h="225678">
                <a:tc>
                  <a:txBody>
                    <a:bodyPr/>
                    <a:lstStyle/>
                    <a:p>
                      <a:pPr algn="ctr" rtl="0" fontAlgn="ctr"/>
                      <a:r>
                        <a:rPr lang="de-CH" sz="1100" kern="0" dirty="0"/>
                        <a:t>ZPDOFI </a:t>
                      </a:r>
                      <a:endParaRPr lang="en-US" sz="1100" b="0" i="0" u="none" strike="noStrike" noProof="0" dirty="0">
                        <a:solidFill>
                          <a:schemeClr val="accent6">
                            <a:lumMod val="50000"/>
                          </a:schemeClr>
                        </a:solidFill>
                        <a:effectLst/>
                        <a:latin typeface="+mn-lt"/>
                      </a:endParaRPr>
                    </a:p>
                  </a:txBody>
                  <a:tcPr marL="9525" marR="9525" marT="9525" marB="0" anchor="ctr"/>
                </a:tc>
                <a:tc>
                  <a:txBody>
                    <a:bodyPr/>
                    <a:lstStyle/>
                    <a:p>
                      <a:pPr algn="l" rtl="0" fontAlgn="ctr"/>
                      <a:r>
                        <a:rPr lang="de-CH" sz="1100" kern="0" dirty="0"/>
                        <a:t>Export Prospect FI</a:t>
                      </a:r>
                      <a:endParaRPr lang="en-US" sz="1100" b="0" i="0" u="none" strike="noStrike" noProof="0" dirty="0">
                        <a:solidFill>
                          <a:schemeClr val="accent6">
                            <a:lumMod val="50000"/>
                          </a:schemeClr>
                        </a:solidFill>
                        <a:effectLst/>
                        <a:latin typeface="+mn-lt"/>
                      </a:endParaRPr>
                    </a:p>
                  </a:txBody>
                  <a:tcPr marL="9525" marR="9525" marT="9525" marB="0" anchor="ctr"/>
                </a:tc>
                <a:tc vMerge="1">
                  <a:txBody>
                    <a:bodyPr/>
                    <a:lstStyle/>
                    <a:p>
                      <a:pPr algn="ctr" rtl="0" fontAlgn="ctr"/>
                      <a:endParaRPr lang="en-US" sz="1000" b="0" i="0" u="none" strike="noStrike" noProof="0" dirty="0">
                        <a:solidFill>
                          <a:schemeClr val="accent6">
                            <a:lumMod val="50000"/>
                          </a:schemeClr>
                        </a:solidFill>
                        <a:effectLst/>
                        <a:latin typeface="+mn-lt"/>
                      </a:endParaRPr>
                    </a:p>
                  </a:txBody>
                  <a:tcPr marL="9525" marR="9525" marT="9525" marB="0" anchor="ctr">
                    <a:solidFill>
                      <a:schemeClr val="accent6">
                        <a:lumMod val="20000"/>
                        <a:lumOff val="80000"/>
                      </a:schemeClr>
                    </a:solidFill>
                  </a:tcPr>
                </a:tc>
                <a:extLst>
                  <a:ext uri="{0D108BD9-81ED-4DB2-BD59-A6C34878D82A}">
                    <a16:rowId xmlns:a16="http://schemas.microsoft.com/office/drawing/2014/main" val="924556929"/>
                  </a:ext>
                </a:extLst>
              </a:tr>
            </a:tbl>
          </a:graphicData>
        </a:graphic>
      </p:graphicFrame>
      <p:graphicFrame>
        <p:nvGraphicFramePr>
          <p:cNvPr id="9" name="Table 8">
            <a:extLst>
              <a:ext uri="{FF2B5EF4-FFF2-40B4-BE49-F238E27FC236}">
                <a16:creationId xmlns:a16="http://schemas.microsoft.com/office/drawing/2014/main" id="{8AB12C6D-5506-4FAB-B9E5-A0B9B05B0A8C}"/>
              </a:ext>
            </a:extLst>
          </p:cNvPr>
          <p:cNvGraphicFramePr>
            <a:graphicFrameLocks noGrp="1"/>
          </p:cNvGraphicFramePr>
          <p:nvPr/>
        </p:nvGraphicFramePr>
        <p:xfrm>
          <a:off x="8157096" y="1695450"/>
          <a:ext cx="3518965" cy="2670694"/>
        </p:xfrm>
        <a:graphic>
          <a:graphicData uri="http://schemas.openxmlformats.org/drawingml/2006/table">
            <a:tbl>
              <a:tblPr firstRow="1" bandRow="1">
                <a:tableStyleId>{073A0DAA-6AF3-43AB-8588-CEC1D06C72B9}</a:tableStyleId>
              </a:tblPr>
              <a:tblGrid>
                <a:gridCol w="616501">
                  <a:extLst>
                    <a:ext uri="{9D8B030D-6E8A-4147-A177-3AD203B41FA5}">
                      <a16:colId xmlns:a16="http://schemas.microsoft.com/office/drawing/2014/main" val="2399042673"/>
                    </a:ext>
                  </a:extLst>
                </a:gridCol>
                <a:gridCol w="1787536">
                  <a:extLst>
                    <a:ext uri="{9D8B030D-6E8A-4147-A177-3AD203B41FA5}">
                      <a16:colId xmlns:a16="http://schemas.microsoft.com/office/drawing/2014/main" val="1074319203"/>
                    </a:ext>
                  </a:extLst>
                </a:gridCol>
                <a:gridCol w="1114928">
                  <a:extLst>
                    <a:ext uri="{9D8B030D-6E8A-4147-A177-3AD203B41FA5}">
                      <a16:colId xmlns:a16="http://schemas.microsoft.com/office/drawing/2014/main" val="821987331"/>
                    </a:ext>
                  </a:extLst>
                </a:gridCol>
              </a:tblGrid>
              <a:tr h="576512">
                <a:tc gridSpan="3">
                  <a:txBody>
                    <a:bodyPr/>
                    <a:lstStyle/>
                    <a:p>
                      <a:pPr algn="ctr" rtl="0" fontAlgn="ctr"/>
                      <a:r>
                        <a:rPr lang="en-US" sz="1400" u="none" strike="noStrike" noProof="0" dirty="0">
                          <a:effectLst/>
                        </a:rPr>
                        <a:t>Business Partner Roles for Others</a:t>
                      </a:r>
                      <a:endParaRPr lang="en-US" sz="1400" b="1" i="0" u="none" strike="noStrike" noProof="0" dirty="0">
                        <a:solidFill>
                          <a:srgbClr val="FFFFFF"/>
                        </a:solidFill>
                        <a:effectLst/>
                        <a:latin typeface="+mn-lt"/>
                      </a:endParaRPr>
                    </a:p>
                  </a:txBody>
                  <a:tcPr marL="9525" marR="9525" marT="9525" marB="0" anchor="ctr"/>
                </a:tc>
                <a:tc hMerge="1">
                  <a:txBody>
                    <a:bodyPr/>
                    <a:lstStyle/>
                    <a:p>
                      <a:pPr algn="l" rtl="0" fontAlgn="ctr"/>
                      <a:endParaRPr lang="en-US" sz="1000" b="1" i="0" u="none" strike="noStrike" noProof="0" dirty="0">
                        <a:solidFill>
                          <a:srgbClr val="FFFFFF"/>
                        </a:solidFill>
                        <a:effectLst/>
                        <a:latin typeface="+mn-lt"/>
                      </a:endParaRPr>
                    </a:p>
                  </a:txBody>
                  <a:tcPr marL="9525" marR="9525" marT="9525" marB="0" anchor="ctr">
                    <a:solidFill>
                      <a:schemeClr val="accent6"/>
                    </a:solidFill>
                  </a:tcPr>
                </a:tc>
                <a:tc hMerge="1">
                  <a:txBody>
                    <a:bodyPr/>
                    <a:lstStyle/>
                    <a:p>
                      <a:pPr algn="l" rtl="0" fontAlgn="ctr"/>
                      <a:endParaRPr lang="en-US" sz="1000" b="1" i="0" u="none" strike="noStrike" noProof="0" dirty="0">
                        <a:solidFill>
                          <a:srgbClr val="FFFFFF"/>
                        </a:solidFill>
                        <a:effectLst/>
                        <a:latin typeface="+mn-lt"/>
                      </a:endParaRPr>
                    </a:p>
                  </a:txBody>
                  <a:tcPr marL="9525" marR="9525" marT="9525" marB="0" anchor="ctr">
                    <a:solidFill>
                      <a:schemeClr val="accent6"/>
                    </a:solidFill>
                  </a:tcPr>
                </a:tc>
                <a:extLst>
                  <a:ext uri="{0D108BD9-81ED-4DB2-BD59-A6C34878D82A}">
                    <a16:rowId xmlns:a16="http://schemas.microsoft.com/office/drawing/2014/main" val="2053529486"/>
                  </a:ext>
                </a:extLst>
              </a:tr>
              <a:tr h="288758">
                <a:tc>
                  <a:txBody>
                    <a:bodyPr/>
                    <a:lstStyle/>
                    <a:p>
                      <a:pPr algn="ctr" rtl="0" fontAlgn="ctr"/>
                      <a:r>
                        <a:rPr lang="en-US" sz="1100" u="none" strike="noStrike" noProof="0" dirty="0">
                          <a:effectLst/>
                        </a:rPr>
                        <a:t>BP Code</a:t>
                      </a:r>
                      <a:endParaRPr lang="en-US" sz="1100" b="1" i="0" u="none" strike="noStrike" noProof="0" dirty="0">
                        <a:solidFill>
                          <a:schemeClr val="bg1"/>
                        </a:solidFill>
                        <a:effectLst/>
                        <a:latin typeface="+mn-lt"/>
                      </a:endParaRPr>
                    </a:p>
                  </a:txBody>
                  <a:tcPr marL="9525" marR="9525" marT="9525" marB="0" anchor="ctr"/>
                </a:tc>
                <a:tc>
                  <a:txBody>
                    <a:bodyPr/>
                    <a:lstStyle/>
                    <a:p>
                      <a:pPr algn="ctr" rtl="0" fontAlgn="ctr"/>
                      <a:r>
                        <a:rPr lang="en-US" sz="1100" u="none" strike="noStrike" noProof="0" dirty="0">
                          <a:effectLst/>
                        </a:rPr>
                        <a:t>BP Role Description</a:t>
                      </a:r>
                      <a:endParaRPr lang="en-US" sz="1100" b="1" i="0" u="none" strike="noStrike" noProof="0" dirty="0">
                        <a:solidFill>
                          <a:schemeClr val="bg1"/>
                        </a:solidFill>
                        <a:effectLst/>
                        <a:latin typeface="+mn-lt"/>
                      </a:endParaRPr>
                    </a:p>
                  </a:txBody>
                  <a:tcPr marL="9525" marR="9525" marT="9525" marB="0" anchor="ctr"/>
                </a:tc>
                <a:tc>
                  <a:txBody>
                    <a:bodyPr/>
                    <a:lstStyle/>
                    <a:p>
                      <a:pPr algn="ctr" rtl="0" fontAlgn="ctr"/>
                      <a:r>
                        <a:rPr lang="en-US" sz="1100" u="none" strike="noStrike" noProof="0" dirty="0">
                          <a:effectLst/>
                        </a:rPr>
                        <a:t>Account Group</a:t>
                      </a:r>
                      <a:endParaRPr lang="en-US" sz="1100" b="1" i="0" u="none" strike="noStrike" noProof="0" dirty="0">
                        <a:solidFill>
                          <a:srgbClr val="FFFFFF"/>
                        </a:solidFill>
                        <a:effectLst/>
                        <a:latin typeface="+mn-lt"/>
                      </a:endParaRPr>
                    </a:p>
                  </a:txBody>
                  <a:tcPr marL="9525" marR="9525" marT="9525" marB="0" anchor="ctr"/>
                </a:tc>
                <a:extLst>
                  <a:ext uri="{0D108BD9-81ED-4DB2-BD59-A6C34878D82A}">
                    <a16:rowId xmlns:a16="http://schemas.microsoft.com/office/drawing/2014/main" val="3407376692"/>
                  </a:ext>
                </a:extLst>
              </a:tr>
              <a:tr h="225678">
                <a:tc>
                  <a:txBody>
                    <a:bodyPr/>
                    <a:lstStyle/>
                    <a:p>
                      <a:pPr algn="ctr" rtl="0" fontAlgn="ctr"/>
                      <a:r>
                        <a:rPr lang="de-CH" sz="1100" kern="0" dirty="0"/>
                        <a:t>Z012SD</a:t>
                      </a:r>
                      <a:endParaRPr lang="en-US" sz="1100" b="0" i="0" u="none" strike="noStrike" noProof="0" dirty="0">
                        <a:solidFill>
                          <a:schemeClr val="accent3">
                            <a:lumMod val="50000"/>
                          </a:schemeClr>
                        </a:solidFill>
                        <a:effectLst/>
                        <a:latin typeface="+mn-lt"/>
                      </a:endParaRPr>
                    </a:p>
                  </a:txBody>
                  <a:tcPr marL="9525" marR="9525" marT="9525" marB="0" anchor="ctr"/>
                </a:tc>
                <a:tc>
                  <a:txBody>
                    <a:bodyPr/>
                    <a:lstStyle/>
                    <a:p>
                      <a:pPr algn="l" rtl="0" fontAlgn="ctr"/>
                      <a:r>
                        <a:rPr lang="de-CH" sz="1100" kern="0" dirty="0"/>
                        <a:t>Hierarchy Node SD</a:t>
                      </a:r>
                      <a:endParaRPr lang="en-US" sz="1100" b="0" i="0" u="none" strike="noStrike" noProof="0" dirty="0">
                        <a:solidFill>
                          <a:schemeClr val="accent3">
                            <a:lumMod val="50000"/>
                          </a:schemeClr>
                        </a:solidFill>
                        <a:effectLst/>
                        <a:latin typeface="+mn-lt"/>
                      </a:endParaRPr>
                    </a:p>
                  </a:txBody>
                  <a:tcPr marL="9525" marR="9525" marT="9525" marB="0" anchor="ctr"/>
                </a:tc>
                <a:tc rowSpan="2">
                  <a:txBody>
                    <a:bodyPr/>
                    <a:lstStyle/>
                    <a:p>
                      <a:pPr algn="ctr" rtl="0" fontAlgn="ctr"/>
                      <a:r>
                        <a:rPr lang="en-US" sz="1100" u="none" strike="noStrike" noProof="0" dirty="0">
                          <a:effectLst/>
                        </a:rPr>
                        <a:t>Z012</a:t>
                      </a:r>
                      <a:endParaRPr lang="en-US" sz="1100" b="0" i="0" u="none" strike="noStrike" noProof="0" dirty="0">
                        <a:solidFill>
                          <a:schemeClr val="accent3">
                            <a:lumMod val="50000"/>
                          </a:schemeClr>
                        </a:solidFill>
                        <a:effectLst/>
                        <a:latin typeface="+mn-lt"/>
                      </a:endParaRPr>
                    </a:p>
                  </a:txBody>
                  <a:tcPr marL="9525" marR="9525" marT="9525" marB="0" anchor="ctr"/>
                </a:tc>
                <a:extLst>
                  <a:ext uri="{0D108BD9-81ED-4DB2-BD59-A6C34878D82A}">
                    <a16:rowId xmlns:a16="http://schemas.microsoft.com/office/drawing/2014/main" val="1298984181"/>
                  </a:ext>
                </a:extLst>
              </a:tr>
              <a:tr h="225678">
                <a:tc>
                  <a:txBody>
                    <a:bodyPr/>
                    <a:lstStyle/>
                    <a:p>
                      <a:pPr algn="ctr" rtl="0" fontAlgn="ctr"/>
                      <a:r>
                        <a:rPr lang="de-CH" sz="1100" kern="0" dirty="0"/>
                        <a:t>Z012FI</a:t>
                      </a:r>
                      <a:endParaRPr lang="en-US" sz="1100" b="0" i="0" u="none" strike="noStrike" noProof="0" dirty="0">
                        <a:solidFill>
                          <a:schemeClr val="accent3">
                            <a:lumMod val="50000"/>
                          </a:schemeClr>
                        </a:solidFill>
                        <a:effectLst/>
                        <a:latin typeface="+mn-lt"/>
                      </a:endParaRPr>
                    </a:p>
                  </a:txBody>
                  <a:tcPr marL="9525" marR="9525" marT="9525" marB="0" anchor="ctr"/>
                </a:tc>
                <a:tc>
                  <a:txBody>
                    <a:bodyPr/>
                    <a:lstStyle/>
                    <a:p>
                      <a:pPr algn="l" rtl="0" fontAlgn="ctr"/>
                      <a:r>
                        <a:rPr lang="de-CH" sz="1100" kern="0" dirty="0"/>
                        <a:t>Hierarchy Node FI</a:t>
                      </a:r>
                      <a:endParaRPr lang="en-US" sz="1100" b="0" i="0" u="none" strike="noStrike" noProof="0" dirty="0">
                        <a:solidFill>
                          <a:schemeClr val="accent3">
                            <a:lumMod val="50000"/>
                          </a:schemeClr>
                        </a:solidFill>
                        <a:effectLst/>
                        <a:latin typeface="+mn-lt"/>
                      </a:endParaRPr>
                    </a:p>
                  </a:txBody>
                  <a:tcPr marL="9525" marR="9525" marT="9525" marB="0" anchor="ctr"/>
                </a:tc>
                <a:tc vMerge="1">
                  <a:txBody>
                    <a:bodyPr/>
                    <a:lstStyle/>
                    <a:p>
                      <a:pPr algn="ctr" rtl="0" fontAlgn="ctr"/>
                      <a:endParaRPr lang="en-US" sz="1000" b="0" i="0" u="none" strike="noStrike" noProof="0" dirty="0">
                        <a:solidFill>
                          <a:schemeClr val="accent6">
                            <a:lumMod val="50000"/>
                          </a:schemeClr>
                        </a:solidFill>
                        <a:effectLst/>
                        <a:latin typeface="+mn-lt"/>
                      </a:endParaRPr>
                    </a:p>
                  </a:txBody>
                  <a:tcPr marL="9525" marR="9525" marT="9525" marB="0" anchor="ctr">
                    <a:solidFill>
                      <a:schemeClr val="accent6">
                        <a:lumMod val="20000"/>
                        <a:lumOff val="80000"/>
                      </a:schemeClr>
                    </a:solidFill>
                  </a:tcPr>
                </a:tc>
                <a:extLst>
                  <a:ext uri="{0D108BD9-81ED-4DB2-BD59-A6C34878D82A}">
                    <a16:rowId xmlns:a16="http://schemas.microsoft.com/office/drawing/2014/main" val="3204726132"/>
                  </a:ext>
                </a:extLst>
              </a:tr>
              <a:tr h="225678">
                <a:tc>
                  <a:txBody>
                    <a:bodyPr/>
                    <a:lstStyle/>
                    <a:p>
                      <a:pPr algn="ctr" rtl="0" fontAlgn="ctr"/>
                      <a:r>
                        <a:rPr lang="de-CH" sz="1100" kern="0" dirty="0"/>
                        <a:t>ZC01SD</a:t>
                      </a:r>
                      <a:endParaRPr lang="en-US" sz="1100" b="0" i="0" u="none" strike="noStrike" noProof="0" dirty="0">
                        <a:solidFill>
                          <a:schemeClr val="accent3">
                            <a:lumMod val="50000"/>
                          </a:schemeClr>
                        </a:solidFill>
                        <a:effectLst/>
                        <a:latin typeface="+mn-lt"/>
                      </a:endParaRPr>
                    </a:p>
                  </a:txBody>
                  <a:tcPr marL="9525" marR="9525" marT="9525" marB="0" anchor="ctr"/>
                </a:tc>
                <a:tc>
                  <a:txBody>
                    <a:bodyPr/>
                    <a:lstStyle/>
                    <a:p>
                      <a:pPr algn="l" rtl="0" fontAlgn="ctr"/>
                      <a:r>
                        <a:rPr lang="de-CH" sz="1100" kern="0" dirty="0"/>
                        <a:t>JTI Contact Person SD</a:t>
                      </a:r>
                      <a:endParaRPr lang="en-US" sz="1100" b="0" i="0" u="none" strike="noStrike" noProof="0" dirty="0">
                        <a:solidFill>
                          <a:schemeClr val="accent3">
                            <a:lumMod val="50000"/>
                          </a:schemeClr>
                        </a:solidFill>
                        <a:effectLst/>
                        <a:latin typeface="+mn-lt"/>
                      </a:endParaRPr>
                    </a:p>
                  </a:txBody>
                  <a:tcPr marL="9525" marR="9525" marT="9525" marB="0" anchor="ctr"/>
                </a:tc>
                <a:tc rowSpan="2">
                  <a:txBody>
                    <a:bodyPr/>
                    <a:lstStyle/>
                    <a:p>
                      <a:pPr algn="ctr" rtl="0" fontAlgn="ctr"/>
                      <a:r>
                        <a:rPr lang="en-US" sz="1100" u="none" strike="noStrike" noProof="0" dirty="0">
                          <a:effectLst/>
                        </a:rPr>
                        <a:t>ZC01</a:t>
                      </a:r>
                      <a:endParaRPr lang="en-US" sz="1100" b="0" i="0" u="none" strike="noStrike" noProof="0" dirty="0">
                        <a:solidFill>
                          <a:schemeClr val="accent3">
                            <a:lumMod val="50000"/>
                          </a:schemeClr>
                        </a:solidFill>
                        <a:effectLst/>
                        <a:latin typeface="+mn-lt"/>
                      </a:endParaRPr>
                    </a:p>
                  </a:txBody>
                  <a:tcPr marL="9525" marR="9525" marT="9525" marB="0" anchor="ctr"/>
                </a:tc>
                <a:extLst>
                  <a:ext uri="{0D108BD9-81ED-4DB2-BD59-A6C34878D82A}">
                    <a16:rowId xmlns:a16="http://schemas.microsoft.com/office/drawing/2014/main" val="2372222133"/>
                  </a:ext>
                </a:extLst>
              </a:tr>
              <a:tr h="225678">
                <a:tc>
                  <a:txBody>
                    <a:bodyPr/>
                    <a:lstStyle/>
                    <a:p>
                      <a:pPr algn="ctr" rtl="0" fontAlgn="ctr"/>
                      <a:r>
                        <a:rPr lang="de-CH" sz="1100" u="none" strike="noStrike" kern="0" noProof="0" dirty="0">
                          <a:effectLst/>
                        </a:rPr>
                        <a:t>ZC01FI</a:t>
                      </a:r>
                      <a:endParaRPr lang="en-US" sz="1100" b="0" i="0" u="none" strike="noStrike" noProof="0" dirty="0">
                        <a:solidFill>
                          <a:schemeClr val="accent3">
                            <a:lumMod val="50000"/>
                          </a:schemeClr>
                        </a:solidFill>
                        <a:effectLst/>
                        <a:latin typeface="+mn-lt"/>
                      </a:endParaRPr>
                    </a:p>
                  </a:txBody>
                  <a:tcPr marL="9525" marR="9525" marT="9525" marB="0" anchor="ctr"/>
                </a:tc>
                <a:tc>
                  <a:txBody>
                    <a:bodyPr/>
                    <a:lstStyle/>
                    <a:p>
                      <a:pPr algn="l" rtl="0" fontAlgn="ctr"/>
                      <a:r>
                        <a:rPr lang="de-CH" sz="1100" kern="0" dirty="0"/>
                        <a:t>JTI Contact Person FI</a:t>
                      </a:r>
                      <a:endParaRPr lang="en-US" sz="1100" b="0" i="0" u="none" strike="noStrike" noProof="0" dirty="0">
                        <a:solidFill>
                          <a:schemeClr val="accent3">
                            <a:lumMod val="50000"/>
                          </a:schemeClr>
                        </a:solidFill>
                        <a:effectLst/>
                        <a:latin typeface="+mn-lt"/>
                      </a:endParaRPr>
                    </a:p>
                  </a:txBody>
                  <a:tcPr marL="9525" marR="9525" marT="9525" marB="0" anchor="ctr"/>
                </a:tc>
                <a:tc vMerge="1">
                  <a:txBody>
                    <a:bodyPr/>
                    <a:lstStyle/>
                    <a:p>
                      <a:pPr algn="ctr" rtl="0" fontAlgn="ctr"/>
                      <a:endParaRPr lang="en-US" sz="1000" b="0" i="0" u="none" strike="noStrike" noProof="0" dirty="0">
                        <a:solidFill>
                          <a:schemeClr val="accent6">
                            <a:lumMod val="50000"/>
                          </a:schemeClr>
                        </a:solidFill>
                        <a:effectLst/>
                        <a:latin typeface="+mn-lt"/>
                      </a:endParaRPr>
                    </a:p>
                  </a:txBody>
                  <a:tcPr marL="9525" marR="9525" marT="9525" marB="0" anchor="ctr">
                    <a:solidFill>
                      <a:schemeClr val="accent6">
                        <a:lumMod val="20000"/>
                        <a:lumOff val="80000"/>
                      </a:schemeClr>
                    </a:solidFill>
                  </a:tcPr>
                </a:tc>
                <a:extLst>
                  <a:ext uri="{0D108BD9-81ED-4DB2-BD59-A6C34878D82A}">
                    <a16:rowId xmlns:a16="http://schemas.microsoft.com/office/drawing/2014/main" val="1795348080"/>
                  </a:ext>
                </a:extLst>
              </a:tr>
              <a:tr h="225678">
                <a:tc>
                  <a:txBody>
                    <a:bodyPr/>
                    <a:lstStyle/>
                    <a:p>
                      <a:pPr algn="ctr" rtl="0" fontAlgn="ctr"/>
                      <a:r>
                        <a:rPr lang="de-CH" sz="1100" kern="0" dirty="0"/>
                        <a:t>ZCPDSD</a:t>
                      </a:r>
                      <a:endParaRPr lang="en-US" sz="1100" b="0" i="0" u="none" strike="noStrike" noProof="0" dirty="0">
                        <a:solidFill>
                          <a:schemeClr val="accent3">
                            <a:lumMod val="50000"/>
                          </a:schemeClr>
                        </a:solidFill>
                        <a:effectLst/>
                        <a:latin typeface="+mn-lt"/>
                      </a:endParaRPr>
                    </a:p>
                  </a:txBody>
                  <a:tcPr marL="9525" marR="9525" marT="9525" marB="0" anchor="ctr"/>
                </a:tc>
                <a:tc>
                  <a:txBody>
                    <a:bodyPr/>
                    <a:lstStyle/>
                    <a:p>
                      <a:pPr algn="l" rtl="0" fontAlgn="ctr"/>
                      <a:r>
                        <a:rPr lang="de-CH" sz="1100" kern="0" dirty="0"/>
                        <a:t>One Time Customer SD</a:t>
                      </a:r>
                      <a:endParaRPr lang="en-US" sz="1100" b="0" i="0" u="none" strike="noStrike" noProof="0" dirty="0">
                        <a:solidFill>
                          <a:schemeClr val="accent3">
                            <a:lumMod val="50000"/>
                          </a:schemeClr>
                        </a:solidFill>
                        <a:effectLst/>
                        <a:latin typeface="+mn-lt"/>
                      </a:endParaRPr>
                    </a:p>
                  </a:txBody>
                  <a:tcPr marL="9525" marR="9525" marT="9525" marB="0" anchor="ctr"/>
                </a:tc>
                <a:tc rowSpan="2">
                  <a:txBody>
                    <a:bodyPr/>
                    <a:lstStyle/>
                    <a:p>
                      <a:pPr algn="ctr" rtl="0" fontAlgn="ctr"/>
                      <a:r>
                        <a:rPr lang="en-US" sz="1100" u="none" strike="noStrike" noProof="0" dirty="0">
                          <a:effectLst/>
                        </a:rPr>
                        <a:t>ZCPD</a:t>
                      </a:r>
                      <a:endParaRPr lang="en-US" sz="1100" b="0" i="0" u="none" strike="noStrike" noProof="0" dirty="0">
                        <a:solidFill>
                          <a:schemeClr val="accent3">
                            <a:lumMod val="50000"/>
                          </a:schemeClr>
                        </a:solidFill>
                        <a:effectLst/>
                        <a:latin typeface="+mn-lt"/>
                      </a:endParaRPr>
                    </a:p>
                  </a:txBody>
                  <a:tcPr marL="9525" marR="9525" marT="9525" marB="0" anchor="ctr"/>
                </a:tc>
                <a:extLst>
                  <a:ext uri="{0D108BD9-81ED-4DB2-BD59-A6C34878D82A}">
                    <a16:rowId xmlns:a16="http://schemas.microsoft.com/office/drawing/2014/main" val="1868222358"/>
                  </a:ext>
                </a:extLst>
              </a:tr>
              <a:tr h="225678">
                <a:tc>
                  <a:txBody>
                    <a:bodyPr/>
                    <a:lstStyle/>
                    <a:p>
                      <a:pPr algn="ctr" rtl="0" fontAlgn="ctr"/>
                      <a:r>
                        <a:rPr lang="de-CH" sz="1100" kern="0" dirty="0"/>
                        <a:t>ZCPDFI</a:t>
                      </a:r>
                      <a:endParaRPr lang="en-US" sz="1100" b="0" i="0" u="none" strike="noStrike" noProof="0" dirty="0">
                        <a:solidFill>
                          <a:schemeClr val="accent3">
                            <a:lumMod val="50000"/>
                          </a:schemeClr>
                        </a:solidFill>
                        <a:effectLst/>
                        <a:latin typeface="+mn-lt"/>
                      </a:endParaRPr>
                    </a:p>
                  </a:txBody>
                  <a:tcPr marL="9525" marR="9525" marT="9525" marB="0" anchor="ctr"/>
                </a:tc>
                <a:tc>
                  <a:txBody>
                    <a:bodyPr/>
                    <a:lstStyle/>
                    <a:p>
                      <a:pPr algn="l" rtl="0" fontAlgn="ctr"/>
                      <a:r>
                        <a:rPr lang="de-CH" sz="1100" kern="0" dirty="0"/>
                        <a:t>One Time Customer FI</a:t>
                      </a:r>
                      <a:endParaRPr lang="en-US" sz="1100" b="0" i="0" u="none" strike="noStrike" noProof="0" dirty="0">
                        <a:solidFill>
                          <a:schemeClr val="accent3">
                            <a:lumMod val="50000"/>
                          </a:schemeClr>
                        </a:solidFill>
                        <a:effectLst/>
                        <a:latin typeface="+mn-lt"/>
                      </a:endParaRPr>
                    </a:p>
                  </a:txBody>
                  <a:tcPr marL="9525" marR="9525" marT="9525" marB="0" anchor="ctr"/>
                </a:tc>
                <a:tc vMerge="1">
                  <a:txBody>
                    <a:bodyPr/>
                    <a:lstStyle/>
                    <a:p>
                      <a:pPr algn="ctr" rtl="0" fontAlgn="ctr"/>
                      <a:endParaRPr lang="en-US" sz="1000" b="0" i="0" u="none" strike="noStrike" noProof="0" dirty="0">
                        <a:solidFill>
                          <a:schemeClr val="accent6">
                            <a:lumMod val="50000"/>
                          </a:schemeClr>
                        </a:solidFill>
                        <a:effectLst/>
                        <a:latin typeface="+mn-lt"/>
                      </a:endParaRPr>
                    </a:p>
                  </a:txBody>
                  <a:tcPr marL="9525" marR="9525" marT="9525" marB="0" anchor="ctr">
                    <a:solidFill>
                      <a:schemeClr val="accent6">
                        <a:lumMod val="20000"/>
                        <a:lumOff val="80000"/>
                      </a:schemeClr>
                    </a:solidFill>
                  </a:tcPr>
                </a:tc>
                <a:extLst>
                  <a:ext uri="{0D108BD9-81ED-4DB2-BD59-A6C34878D82A}">
                    <a16:rowId xmlns:a16="http://schemas.microsoft.com/office/drawing/2014/main" val="2543230831"/>
                  </a:ext>
                </a:extLst>
              </a:tr>
              <a:tr h="225678">
                <a:tc>
                  <a:txBody>
                    <a:bodyPr/>
                    <a:lstStyle/>
                    <a:p>
                      <a:pPr algn="ctr" rtl="0" fontAlgn="ctr"/>
                      <a:r>
                        <a:rPr lang="de-CH" sz="1100" kern="0" dirty="0"/>
                        <a:t>ZZLOSD</a:t>
                      </a:r>
                      <a:endParaRPr lang="en-US" sz="1100" b="0" i="0" u="none" strike="noStrike" noProof="0" dirty="0">
                        <a:solidFill>
                          <a:schemeClr val="accent3">
                            <a:lumMod val="50000"/>
                          </a:schemeClr>
                        </a:solidFill>
                        <a:effectLst/>
                        <a:latin typeface="+mn-lt"/>
                      </a:endParaRPr>
                    </a:p>
                  </a:txBody>
                  <a:tcPr marL="9525" marR="9525" marT="9525" marB="0" anchor="ctr"/>
                </a:tc>
                <a:tc>
                  <a:txBody>
                    <a:bodyPr/>
                    <a:lstStyle/>
                    <a:p>
                      <a:pPr algn="l" rtl="0" fontAlgn="ctr"/>
                      <a:r>
                        <a:rPr lang="de-CH" sz="1100" kern="0" dirty="0"/>
                        <a:t>Local Legal Req. SD</a:t>
                      </a:r>
                      <a:endParaRPr lang="en-US" sz="1100" b="0" i="0" u="none" strike="noStrike" noProof="0" dirty="0">
                        <a:solidFill>
                          <a:schemeClr val="accent3">
                            <a:lumMod val="50000"/>
                          </a:schemeClr>
                        </a:solidFill>
                        <a:effectLst/>
                        <a:latin typeface="+mn-lt"/>
                      </a:endParaRPr>
                    </a:p>
                  </a:txBody>
                  <a:tcPr marL="9525" marR="9525" marT="9525" marB="0" anchor="ctr"/>
                </a:tc>
                <a:tc rowSpan="2">
                  <a:txBody>
                    <a:bodyPr/>
                    <a:lstStyle/>
                    <a:p>
                      <a:pPr algn="ctr" rtl="0" fontAlgn="ctr"/>
                      <a:r>
                        <a:rPr lang="en-US" sz="1100" u="none" strike="noStrike" noProof="0" dirty="0">
                          <a:effectLst/>
                        </a:rPr>
                        <a:t>ZZLO</a:t>
                      </a:r>
                      <a:endParaRPr lang="en-US" sz="1100" b="0" i="0" u="none" strike="noStrike" noProof="0" dirty="0">
                        <a:solidFill>
                          <a:schemeClr val="accent3">
                            <a:lumMod val="50000"/>
                          </a:schemeClr>
                        </a:solidFill>
                        <a:effectLst/>
                        <a:latin typeface="+mn-lt"/>
                      </a:endParaRPr>
                    </a:p>
                  </a:txBody>
                  <a:tcPr marL="9525" marR="9525" marT="9525" marB="0" anchor="ctr"/>
                </a:tc>
                <a:extLst>
                  <a:ext uri="{0D108BD9-81ED-4DB2-BD59-A6C34878D82A}">
                    <a16:rowId xmlns:a16="http://schemas.microsoft.com/office/drawing/2014/main" val="4971628"/>
                  </a:ext>
                </a:extLst>
              </a:tr>
              <a:tr h="225678">
                <a:tc>
                  <a:txBody>
                    <a:bodyPr/>
                    <a:lstStyle/>
                    <a:p>
                      <a:pPr algn="ctr" rtl="0" fontAlgn="ctr"/>
                      <a:r>
                        <a:rPr lang="de-CH" sz="1000" kern="0" dirty="0"/>
                        <a:t>ZZLOFI</a:t>
                      </a:r>
                      <a:endParaRPr lang="en-US" sz="1000" b="0" i="0" u="none" strike="noStrike" noProof="0" dirty="0">
                        <a:solidFill>
                          <a:schemeClr val="accent3">
                            <a:lumMod val="50000"/>
                          </a:schemeClr>
                        </a:solidFill>
                        <a:effectLst/>
                        <a:latin typeface="+mn-lt"/>
                      </a:endParaRPr>
                    </a:p>
                  </a:txBody>
                  <a:tcPr marL="9525" marR="9525" marT="9525" marB="0" anchor="ctr"/>
                </a:tc>
                <a:tc>
                  <a:txBody>
                    <a:bodyPr/>
                    <a:lstStyle/>
                    <a:p>
                      <a:pPr algn="l" rtl="0" fontAlgn="ctr"/>
                      <a:r>
                        <a:rPr lang="de-CH" sz="1000" kern="0" dirty="0"/>
                        <a:t>Local Legal Req. FI</a:t>
                      </a:r>
                      <a:endParaRPr lang="en-US" sz="1000" b="0" i="0" u="none" strike="noStrike" noProof="0" dirty="0">
                        <a:solidFill>
                          <a:schemeClr val="accent3">
                            <a:lumMod val="50000"/>
                          </a:schemeClr>
                        </a:solidFill>
                        <a:effectLst/>
                        <a:latin typeface="+mn-lt"/>
                      </a:endParaRPr>
                    </a:p>
                  </a:txBody>
                  <a:tcPr marL="9525" marR="9525" marT="9525" marB="0" anchor="ctr"/>
                </a:tc>
                <a:tc vMerge="1">
                  <a:txBody>
                    <a:bodyPr/>
                    <a:lstStyle/>
                    <a:p>
                      <a:pPr algn="ctr" rtl="0" fontAlgn="ctr"/>
                      <a:endParaRPr lang="en-US" sz="1000" b="0" i="0" u="none" strike="noStrike" noProof="0" dirty="0">
                        <a:solidFill>
                          <a:schemeClr val="accent6">
                            <a:lumMod val="50000"/>
                          </a:schemeClr>
                        </a:solidFill>
                        <a:effectLst/>
                        <a:latin typeface="+mn-lt"/>
                      </a:endParaRPr>
                    </a:p>
                  </a:txBody>
                  <a:tcPr marL="9525" marR="9525" marT="9525" marB="0" anchor="ctr">
                    <a:solidFill>
                      <a:schemeClr val="accent6">
                        <a:lumMod val="20000"/>
                        <a:lumOff val="80000"/>
                      </a:schemeClr>
                    </a:solidFill>
                  </a:tcPr>
                </a:tc>
                <a:extLst>
                  <a:ext uri="{0D108BD9-81ED-4DB2-BD59-A6C34878D82A}">
                    <a16:rowId xmlns:a16="http://schemas.microsoft.com/office/drawing/2014/main" val="2503656408"/>
                  </a:ext>
                </a:extLst>
              </a:tr>
            </a:tbl>
          </a:graphicData>
        </a:graphic>
      </p:graphicFrame>
      <p:sp>
        <p:nvSpPr>
          <p:cNvPr id="5" name="Footer Placeholder 4">
            <a:extLst>
              <a:ext uri="{FF2B5EF4-FFF2-40B4-BE49-F238E27FC236}">
                <a16:creationId xmlns:a16="http://schemas.microsoft.com/office/drawing/2014/main" id="{87A428F0-8CD5-480A-8147-8ABDD288EE94}"/>
              </a:ext>
            </a:extLst>
          </p:cNvPr>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dirty="0">
                <a:ln>
                  <a:noFill/>
                </a:ln>
                <a:solidFill>
                  <a:srgbClr val="000000"/>
                </a:solidFill>
                <a:effectLst/>
                <a:uLnTx/>
                <a:uFillTx/>
                <a:latin typeface="Arial" panose="020B0604020202020204"/>
                <a:ea typeface="+mn-ea"/>
                <a:cs typeface="+mn-cs"/>
              </a:rPr>
              <a:t>Sales Order Management</a:t>
            </a:r>
          </a:p>
        </p:txBody>
      </p:sp>
      <p:sp>
        <p:nvSpPr>
          <p:cNvPr id="3" name="Slide Number Placeholder 2">
            <a:extLst>
              <a:ext uri="{FF2B5EF4-FFF2-40B4-BE49-F238E27FC236}">
                <a16:creationId xmlns:a16="http://schemas.microsoft.com/office/drawing/2014/main" id="{8292614A-1ADB-4E45-86CB-943B75E72B6D}"/>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GB" sz="8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2" name="Title 1">
            <a:extLst>
              <a:ext uri="{FF2B5EF4-FFF2-40B4-BE49-F238E27FC236}">
                <a16:creationId xmlns:a16="http://schemas.microsoft.com/office/drawing/2014/main" id="{EFB98AC2-059F-4C24-807D-F696020F755A}"/>
              </a:ext>
            </a:extLst>
          </p:cNvPr>
          <p:cNvSpPr>
            <a:spLocks noGrp="1"/>
          </p:cNvSpPr>
          <p:nvPr>
            <p:ph type="title"/>
          </p:nvPr>
        </p:nvSpPr>
        <p:spPr/>
        <p:txBody>
          <a:bodyPr/>
          <a:lstStyle/>
          <a:p>
            <a:r>
              <a:rPr lang="en-US" dirty="0"/>
              <a:t>Business Partners Overview:</a:t>
            </a:r>
            <a:br>
              <a:rPr lang="en-US" dirty="0"/>
            </a:br>
            <a:r>
              <a:rPr lang="en-US" dirty="0"/>
              <a:t>BP Customer Partner Roles in SAP S/4 HANA</a:t>
            </a:r>
            <a:endParaRPr lang="en-GB" dirty="0"/>
          </a:p>
        </p:txBody>
      </p:sp>
    </p:spTree>
    <p:extLst>
      <p:ext uri="{BB962C8B-B14F-4D97-AF65-F5344CB8AC3E}">
        <p14:creationId xmlns:p14="http://schemas.microsoft.com/office/powerpoint/2010/main" val="208296936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9BE7BD15-37F9-4042-A2D5-F876DA8665C9}"/>
              </a:ext>
            </a:extLst>
          </p:cNvPr>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dirty="0">
                <a:ln>
                  <a:noFill/>
                </a:ln>
                <a:solidFill>
                  <a:srgbClr val="000000"/>
                </a:solidFill>
                <a:effectLst/>
                <a:uLnTx/>
                <a:uFillTx/>
                <a:latin typeface="Arial" panose="020B0604020202020204"/>
                <a:ea typeface="+mn-ea"/>
                <a:cs typeface="+mn-cs"/>
              </a:rPr>
              <a:t>Sales Order Management</a:t>
            </a:r>
          </a:p>
        </p:txBody>
      </p:sp>
      <p:sp>
        <p:nvSpPr>
          <p:cNvPr id="5" name="Slide Number Placeholder 4">
            <a:extLst>
              <a:ext uri="{FF2B5EF4-FFF2-40B4-BE49-F238E27FC236}">
                <a16:creationId xmlns:a16="http://schemas.microsoft.com/office/drawing/2014/main" id="{6E78C8C6-77CD-40CA-9D4A-3A5FFE21D6C6}"/>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GB" sz="8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2" name="Title 1">
            <a:extLst>
              <a:ext uri="{FF2B5EF4-FFF2-40B4-BE49-F238E27FC236}">
                <a16:creationId xmlns:a16="http://schemas.microsoft.com/office/drawing/2014/main" id="{80B1E512-30E2-4F71-AEB8-D1E2133F712C}"/>
              </a:ext>
            </a:extLst>
          </p:cNvPr>
          <p:cNvSpPr>
            <a:spLocks noGrp="1"/>
          </p:cNvSpPr>
          <p:nvPr>
            <p:ph type="title"/>
          </p:nvPr>
        </p:nvSpPr>
        <p:spPr/>
        <p:txBody>
          <a:bodyPr/>
          <a:lstStyle/>
          <a:p>
            <a:r>
              <a:rPr lang="en-US" dirty="0"/>
              <a:t>Sales Document Management:</a:t>
            </a:r>
            <a:br>
              <a:rPr lang="en-US" dirty="0"/>
            </a:br>
            <a:r>
              <a:rPr lang="en-US" dirty="0"/>
              <a:t>Data from different Business Partners</a:t>
            </a:r>
            <a:endParaRPr lang="en-GB" dirty="0"/>
          </a:p>
        </p:txBody>
      </p:sp>
      <p:sp>
        <p:nvSpPr>
          <p:cNvPr id="3" name="Content Placeholder 2">
            <a:extLst>
              <a:ext uri="{FF2B5EF4-FFF2-40B4-BE49-F238E27FC236}">
                <a16:creationId xmlns:a16="http://schemas.microsoft.com/office/drawing/2014/main" id="{928D4670-70C5-4081-A7A1-D1C32DE26E11}"/>
              </a:ext>
            </a:extLst>
          </p:cNvPr>
          <p:cNvSpPr>
            <a:spLocks noGrp="1"/>
          </p:cNvSpPr>
          <p:nvPr>
            <p:ph idx="4294967295"/>
          </p:nvPr>
        </p:nvSpPr>
        <p:spPr>
          <a:xfrm>
            <a:off x="531401" y="1702991"/>
            <a:ext cx="4824413" cy="4586288"/>
          </a:xfrm>
        </p:spPr>
        <p:txBody>
          <a:bodyPr/>
          <a:lstStyle/>
          <a:p>
            <a:pPr>
              <a:spcBef>
                <a:spcPts val="0"/>
              </a:spcBef>
            </a:pPr>
            <a:r>
              <a:rPr lang="en-GB" sz="1800" b="1" dirty="0"/>
              <a:t>Sales Document Data from different Business Partners </a:t>
            </a:r>
          </a:p>
          <a:p>
            <a:pPr>
              <a:spcBef>
                <a:spcPts val="0"/>
              </a:spcBef>
            </a:pPr>
            <a:r>
              <a:rPr lang="en-GB" sz="1600" dirty="0"/>
              <a:t>Sometimes the Business Partner: Customer master record specifies different Partners for the various Partner</a:t>
            </a:r>
          </a:p>
          <a:p>
            <a:pPr>
              <a:spcBef>
                <a:spcPts val="0"/>
              </a:spcBef>
            </a:pPr>
            <a:endParaRPr lang="en-GB" sz="1600" dirty="0"/>
          </a:p>
          <a:p>
            <a:pPr>
              <a:spcBef>
                <a:spcPts val="0"/>
              </a:spcBef>
            </a:pPr>
            <a:endParaRPr lang="en-GB" sz="1600" dirty="0"/>
          </a:p>
          <a:p>
            <a:pPr>
              <a:spcBef>
                <a:spcPts val="0"/>
              </a:spcBef>
            </a:pPr>
            <a:endParaRPr lang="en-GB" sz="1600" dirty="0"/>
          </a:p>
          <a:p>
            <a:pPr>
              <a:spcBef>
                <a:spcPts val="0"/>
              </a:spcBef>
            </a:pPr>
            <a:endParaRPr lang="en-GB" sz="1600" dirty="0"/>
          </a:p>
          <a:p>
            <a:pPr>
              <a:spcBef>
                <a:spcPts val="0"/>
              </a:spcBef>
            </a:pPr>
            <a:endParaRPr lang="en-GB" sz="1600" dirty="0"/>
          </a:p>
          <a:p>
            <a:pPr>
              <a:spcBef>
                <a:spcPts val="0"/>
              </a:spcBef>
            </a:pPr>
            <a:r>
              <a:rPr lang="en-GB" sz="1600" dirty="0"/>
              <a:t>Each Business Partner has its own Customer record. During Sales Document processing, the system automatically copies data from the Customer of the relevant Partner into the Sales Document. </a:t>
            </a:r>
          </a:p>
          <a:p>
            <a:endParaRPr lang="en-GB" dirty="0"/>
          </a:p>
        </p:txBody>
      </p:sp>
      <p:sp>
        <p:nvSpPr>
          <p:cNvPr id="6" name="Content Placeholder 5">
            <a:extLst>
              <a:ext uri="{FF2B5EF4-FFF2-40B4-BE49-F238E27FC236}">
                <a16:creationId xmlns:a16="http://schemas.microsoft.com/office/drawing/2014/main" id="{FE6081F0-EC95-4A69-B079-BD30AFE6C9C9}"/>
              </a:ext>
            </a:extLst>
          </p:cNvPr>
          <p:cNvSpPr>
            <a:spLocks noGrp="1"/>
          </p:cNvSpPr>
          <p:nvPr>
            <p:ph idx="4294967295"/>
          </p:nvPr>
        </p:nvSpPr>
        <p:spPr>
          <a:xfrm>
            <a:off x="7669212" y="1265231"/>
            <a:ext cx="4522787" cy="4586288"/>
          </a:xfrm>
        </p:spPr>
        <p:txBody>
          <a:bodyPr/>
          <a:lstStyle/>
          <a:p>
            <a:pPr>
              <a:spcBef>
                <a:spcPts val="0"/>
              </a:spcBef>
            </a:pPr>
            <a:r>
              <a:rPr lang="en-GB" b="1" dirty="0">
                <a:solidFill>
                  <a:schemeClr val="accent2"/>
                </a:solidFill>
              </a:rPr>
              <a:t>Example Sales Order Business Partners:</a:t>
            </a:r>
          </a:p>
          <a:p>
            <a:pPr>
              <a:spcBef>
                <a:spcPts val="0"/>
              </a:spcBef>
            </a:pPr>
            <a:r>
              <a:rPr lang="en-GB" dirty="0"/>
              <a:t>This example shows the Sold-to Party, Ship-to Party, and Payer are all different and have different addresses: </a:t>
            </a:r>
          </a:p>
          <a:p>
            <a:pPr>
              <a:spcBef>
                <a:spcPts val="0"/>
              </a:spcBef>
            </a:pPr>
            <a:r>
              <a:rPr lang="en-GB" dirty="0"/>
              <a:t>In Sales Order Processing:</a:t>
            </a:r>
          </a:p>
          <a:p>
            <a:pPr marL="285750" indent="-285750">
              <a:spcBef>
                <a:spcPts val="0"/>
              </a:spcBef>
              <a:buFont typeface="Arial" panose="020B0604020202020204" pitchFamily="34" charset="0"/>
              <a:buChar char="•"/>
            </a:pPr>
            <a:r>
              <a:rPr lang="en-GB" dirty="0"/>
              <a:t>The Payment Terms are copied from the Payer</a:t>
            </a:r>
          </a:p>
          <a:p>
            <a:pPr marL="285750" indent="-285750">
              <a:spcBef>
                <a:spcPts val="0"/>
              </a:spcBef>
              <a:buFont typeface="Arial" panose="020B0604020202020204" pitchFamily="34" charset="0"/>
              <a:buChar char="•"/>
            </a:pPr>
            <a:r>
              <a:rPr lang="en-GB" dirty="0"/>
              <a:t>The Shipping (delivery) address is copied from the Ship-to Party.</a:t>
            </a:r>
          </a:p>
          <a:p>
            <a:endParaRPr lang="en-GB" dirty="0"/>
          </a:p>
        </p:txBody>
      </p:sp>
      <p:sp>
        <p:nvSpPr>
          <p:cNvPr id="8" name="Rectangle: Rounded Corners 7">
            <a:extLst>
              <a:ext uri="{FF2B5EF4-FFF2-40B4-BE49-F238E27FC236}">
                <a16:creationId xmlns:a16="http://schemas.microsoft.com/office/drawing/2014/main" id="{726B9050-504B-4485-9160-12B733F340C6}"/>
              </a:ext>
            </a:extLst>
          </p:cNvPr>
          <p:cNvSpPr/>
          <p:nvPr/>
        </p:nvSpPr>
        <p:spPr>
          <a:xfrm>
            <a:off x="515937" y="3055455"/>
            <a:ext cx="4824413" cy="1005840"/>
          </a:xfrm>
          <a:prstGeom prst="roundRect">
            <a:avLst>
              <a:gd name="adj" fmla="val 5330"/>
            </a:avLst>
          </a:prstGeom>
          <a:solidFill>
            <a:schemeClr val="bg1"/>
          </a:solidFill>
          <a:ln w="19050">
            <a:solidFill>
              <a:schemeClr val="bg2">
                <a:lumMod val="50000"/>
              </a:schemeClr>
            </a:solidFill>
            <a:prstDash val="sys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dirty="0">
                <a:ln>
                  <a:noFill/>
                </a:ln>
                <a:solidFill>
                  <a:srgbClr val="1A3040">
                    <a:lumMod val="75000"/>
                  </a:srgbClr>
                </a:solidFill>
                <a:effectLst/>
                <a:uLnTx/>
                <a:uFillTx/>
                <a:latin typeface="Arial" panose="020B0604020202020204"/>
                <a:ea typeface="+mn-ea"/>
                <a:cs typeface="+mn-cs"/>
              </a:rPr>
              <a:t>Example:</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400" b="0" i="0" u="none" strike="noStrike" kern="1200" cap="none" spc="0" normalizeH="0" baseline="0" noProof="0" dirty="0">
                <a:ln>
                  <a:noFill/>
                </a:ln>
                <a:solidFill>
                  <a:srgbClr val="1A3040">
                    <a:lumMod val="75000"/>
                  </a:srgbClr>
                </a:solidFill>
                <a:effectLst/>
                <a:uLnTx/>
                <a:uFillTx/>
                <a:latin typeface="Arial" panose="020B0604020202020204"/>
                <a:ea typeface="+mn-ea"/>
                <a:cs typeface="+mn-cs"/>
              </a:rPr>
              <a:t>A Customer may have several Ship-to Party´s for a single Sold-to Party and different Payers for receiving and paying invoices</a:t>
            </a:r>
          </a:p>
        </p:txBody>
      </p:sp>
      <p:sp>
        <p:nvSpPr>
          <p:cNvPr id="9" name="Rectangle: Rounded Corners 8">
            <a:extLst>
              <a:ext uri="{FF2B5EF4-FFF2-40B4-BE49-F238E27FC236}">
                <a16:creationId xmlns:a16="http://schemas.microsoft.com/office/drawing/2014/main" id="{DF6837E1-DED8-4CD2-826A-B089987C0C53}"/>
              </a:ext>
            </a:extLst>
          </p:cNvPr>
          <p:cNvSpPr/>
          <p:nvPr/>
        </p:nvSpPr>
        <p:spPr>
          <a:xfrm>
            <a:off x="526736" y="5276691"/>
            <a:ext cx="4813614" cy="1005840"/>
          </a:xfrm>
          <a:prstGeom prst="roundRect">
            <a:avLst>
              <a:gd name="adj" fmla="val 5330"/>
            </a:avLst>
          </a:prstGeom>
          <a:solidFill>
            <a:schemeClr val="bg1"/>
          </a:solidFill>
          <a:ln w="19050">
            <a:solidFill>
              <a:schemeClr val="bg2">
                <a:lumMod val="50000"/>
              </a:schemeClr>
            </a:solidFill>
            <a:prstDash val="sys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dirty="0">
                <a:ln>
                  <a:noFill/>
                </a:ln>
                <a:solidFill>
                  <a:srgbClr val="1A3040">
                    <a:lumMod val="75000"/>
                  </a:srgbClr>
                </a:solidFill>
                <a:effectLst/>
                <a:uLnTx/>
                <a:uFillTx/>
                <a:latin typeface="Arial" panose="020B0604020202020204"/>
                <a:ea typeface="+mn-ea"/>
                <a:cs typeface="+mn-cs"/>
              </a:rPr>
              <a:t>Example:</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400" b="0" i="0" u="none" strike="noStrike" kern="1200" cap="none" spc="0" normalizeH="0" baseline="0" noProof="0" dirty="0">
                <a:ln>
                  <a:noFill/>
                </a:ln>
                <a:solidFill>
                  <a:srgbClr val="1A3040">
                    <a:lumMod val="75000"/>
                  </a:srgbClr>
                </a:solidFill>
                <a:effectLst/>
                <a:uLnTx/>
                <a:uFillTx/>
                <a:latin typeface="Arial" panose="020B0604020202020204"/>
                <a:ea typeface="+mn-ea"/>
                <a:cs typeface="+mn-cs"/>
              </a:rPr>
              <a:t>For each different Ship-to Party, the system copies the appropriate Delivery and Shipping data from the Customer master record into the document </a:t>
            </a:r>
          </a:p>
        </p:txBody>
      </p:sp>
      <p:sp>
        <p:nvSpPr>
          <p:cNvPr id="10" name="Text Box 75">
            <a:extLst>
              <a:ext uri="{FF2B5EF4-FFF2-40B4-BE49-F238E27FC236}">
                <a16:creationId xmlns:a16="http://schemas.microsoft.com/office/drawing/2014/main" id="{438386AA-C4A5-4AE4-BCB3-116B03E89ABD}"/>
              </a:ext>
            </a:extLst>
          </p:cNvPr>
          <p:cNvSpPr txBox="1">
            <a:spLocks noChangeArrowheads="1"/>
          </p:cNvSpPr>
          <p:nvPr/>
        </p:nvSpPr>
        <p:spPr bwMode="auto">
          <a:xfrm>
            <a:off x="8396508" y="3804228"/>
            <a:ext cx="1645920" cy="6052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square" lIns="47625" tIns="25400" rIns="47625" bIns="25400" anchor="ctr">
            <a:spAutoFit/>
          </a:bodyPr>
          <a:lstStyle>
            <a:lvl1pPr algn="l" defTabSz="554038">
              <a:defRPr>
                <a:solidFill>
                  <a:schemeClr val="tx1"/>
                </a:solidFill>
                <a:latin typeface="Arial" charset="0"/>
              </a:defRPr>
            </a:lvl1pPr>
            <a:lvl2pPr marL="742950" indent="-285750" algn="l" defTabSz="554038">
              <a:defRPr>
                <a:solidFill>
                  <a:schemeClr val="tx1"/>
                </a:solidFill>
                <a:latin typeface="Arial" charset="0"/>
              </a:defRPr>
            </a:lvl2pPr>
            <a:lvl3pPr marL="1143000" indent="-228600" algn="l" defTabSz="554038">
              <a:defRPr>
                <a:solidFill>
                  <a:schemeClr val="tx1"/>
                </a:solidFill>
                <a:latin typeface="Arial" charset="0"/>
              </a:defRPr>
            </a:lvl3pPr>
            <a:lvl4pPr marL="1600200" indent="-228600" algn="l" defTabSz="554038">
              <a:defRPr>
                <a:solidFill>
                  <a:schemeClr val="tx1"/>
                </a:solidFill>
                <a:latin typeface="Arial" charset="0"/>
              </a:defRPr>
            </a:lvl4pPr>
            <a:lvl5pPr marL="2057400" indent="-228600" algn="l" defTabSz="554038">
              <a:defRPr>
                <a:solidFill>
                  <a:schemeClr val="tx1"/>
                </a:solidFill>
                <a:latin typeface="Arial" charset="0"/>
              </a:defRPr>
            </a:lvl5pPr>
            <a:lvl6pPr marL="2514600" indent="-228600" defTabSz="554038" fontAlgn="base">
              <a:spcBef>
                <a:spcPct val="0"/>
              </a:spcBef>
              <a:spcAft>
                <a:spcPct val="0"/>
              </a:spcAft>
              <a:defRPr>
                <a:solidFill>
                  <a:schemeClr val="tx1"/>
                </a:solidFill>
                <a:latin typeface="Arial" charset="0"/>
              </a:defRPr>
            </a:lvl6pPr>
            <a:lvl7pPr marL="2971800" indent="-228600" defTabSz="554038" fontAlgn="base">
              <a:spcBef>
                <a:spcPct val="0"/>
              </a:spcBef>
              <a:spcAft>
                <a:spcPct val="0"/>
              </a:spcAft>
              <a:defRPr>
                <a:solidFill>
                  <a:schemeClr val="tx1"/>
                </a:solidFill>
                <a:latin typeface="Arial" charset="0"/>
              </a:defRPr>
            </a:lvl7pPr>
            <a:lvl8pPr marL="3429000" indent="-228600" defTabSz="554038" fontAlgn="base">
              <a:spcBef>
                <a:spcPct val="0"/>
              </a:spcBef>
              <a:spcAft>
                <a:spcPct val="0"/>
              </a:spcAft>
              <a:defRPr>
                <a:solidFill>
                  <a:schemeClr val="tx1"/>
                </a:solidFill>
                <a:latin typeface="Arial" charset="0"/>
              </a:defRPr>
            </a:lvl8pPr>
            <a:lvl9pPr marL="3886200" indent="-228600" defTabSz="554038" fontAlgn="base">
              <a:spcBef>
                <a:spcPct val="0"/>
              </a:spcBef>
              <a:spcAft>
                <a:spcPct val="0"/>
              </a:spcAft>
              <a:defRPr>
                <a:solidFill>
                  <a:schemeClr val="tx1"/>
                </a:solidFill>
                <a:latin typeface="Arial" charset="0"/>
              </a:defRPr>
            </a:lvl9pPr>
          </a:lstStyle>
          <a:p>
            <a:pPr marL="171450" marR="0" lvl="0" indent="-171450" algn="l" defTabSz="554038" rtl="0" eaLnBrk="0" fontAlgn="auto" latinLnBrk="0" hangingPunct="0">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Arial" panose="020B0604020202020204"/>
                <a:ea typeface="+mn-ea"/>
                <a:cs typeface="+mn-cs"/>
              </a:rPr>
              <a:t>Pricing</a:t>
            </a:r>
          </a:p>
          <a:p>
            <a:pPr marL="171450" marR="0" lvl="0" indent="-171450" algn="l" defTabSz="554038" rtl="0" eaLnBrk="0" fontAlgn="auto" latinLnBrk="0" hangingPunct="0">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Arial" panose="020B0604020202020204"/>
                <a:ea typeface="+mn-ea"/>
                <a:cs typeface="+mn-cs"/>
              </a:rPr>
              <a:t>Incoterms</a:t>
            </a:r>
          </a:p>
          <a:p>
            <a:pPr marL="171450" marR="0" lvl="0" indent="-171450" algn="l" defTabSz="554038" rtl="0" eaLnBrk="0" fontAlgn="auto" latinLnBrk="0" hangingPunct="0">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Arial" panose="020B0604020202020204"/>
                <a:ea typeface="+mn-ea"/>
                <a:cs typeface="+mn-cs"/>
              </a:rPr>
              <a:t>Shipping Conditions</a:t>
            </a:r>
          </a:p>
        </p:txBody>
      </p:sp>
      <p:sp>
        <p:nvSpPr>
          <p:cNvPr id="11" name="Text Box 74">
            <a:extLst>
              <a:ext uri="{FF2B5EF4-FFF2-40B4-BE49-F238E27FC236}">
                <a16:creationId xmlns:a16="http://schemas.microsoft.com/office/drawing/2014/main" id="{5419F7A9-13FF-4AA7-AABE-C67B0508A9BA}"/>
              </a:ext>
            </a:extLst>
          </p:cNvPr>
          <p:cNvSpPr txBox="1">
            <a:spLocks noChangeArrowheads="1"/>
          </p:cNvSpPr>
          <p:nvPr/>
        </p:nvSpPr>
        <p:spPr bwMode="auto">
          <a:xfrm>
            <a:off x="8402853" y="5651756"/>
            <a:ext cx="1645920" cy="4206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47625" tIns="25400" rIns="47625" bIns="25400" anchor="ctr">
            <a:spAutoFit/>
          </a:bodyPr>
          <a:lstStyle>
            <a:lvl1pPr algn="l" defTabSz="554038">
              <a:defRPr>
                <a:solidFill>
                  <a:schemeClr val="tx1"/>
                </a:solidFill>
                <a:latin typeface="Arial" charset="0"/>
              </a:defRPr>
            </a:lvl1pPr>
            <a:lvl2pPr marL="742950" indent="-285750" algn="l" defTabSz="554038">
              <a:defRPr>
                <a:solidFill>
                  <a:schemeClr val="tx1"/>
                </a:solidFill>
                <a:latin typeface="Arial" charset="0"/>
              </a:defRPr>
            </a:lvl2pPr>
            <a:lvl3pPr marL="1143000" indent="-228600" algn="l" defTabSz="554038">
              <a:defRPr>
                <a:solidFill>
                  <a:schemeClr val="tx1"/>
                </a:solidFill>
                <a:latin typeface="Arial" charset="0"/>
              </a:defRPr>
            </a:lvl3pPr>
            <a:lvl4pPr marL="1600200" indent="-228600" algn="l" defTabSz="554038">
              <a:defRPr>
                <a:solidFill>
                  <a:schemeClr val="tx1"/>
                </a:solidFill>
                <a:latin typeface="Arial" charset="0"/>
              </a:defRPr>
            </a:lvl4pPr>
            <a:lvl5pPr marL="2057400" indent="-228600" algn="l" defTabSz="554038">
              <a:defRPr>
                <a:solidFill>
                  <a:schemeClr val="tx1"/>
                </a:solidFill>
                <a:latin typeface="Arial" charset="0"/>
              </a:defRPr>
            </a:lvl5pPr>
            <a:lvl6pPr marL="2514600" indent="-228600" defTabSz="554038" fontAlgn="base">
              <a:spcBef>
                <a:spcPct val="0"/>
              </a:spcBef>
              <a:spcAft>
                <a:spcPct val="0"/>
              </a:spcAft>
              <a:defRPr>
                <a:solidFill>
                  <a:schemeClr val="tx1"/>
                </a:solidFill>
                <a:latin typeface="Arial" charset="0"/>
              </a:defRPr>
            </a:lvl6pPr>
            <a:lvl7pPr marL="2971800" indent="-228600" defTabSz="554038" fontAlgn="base">
              <a:spcBef>
                <a:spcPct val="0"/>
              </a:spcBef>
              <a:spcAft>
                <a:spcPct val="0"/>
              </a:spcAft>
              <a:defRPr>
                <a:solidFill>
                  <a:schemeClr val="tx1"/>
                </a:solidFill>
                <a:latin typeface="Arial" charset="0"/>
              </a:defRPr>
            </a:lvl7pPr>
            <a:lvl8pPr marL="3429000" indent="-228600" defTabSz="554038" fontAlgn="base">
              <a:spcBef>
                <a:spcPct val="0"/>
              </a:spcBef>
              <a:spcAft>
                <a:spcPct val="0"/>
              </a:spcAft>
              <a:defRPr>
                <a:solidFill>
                  <a:schemeClr val="tx1"/>
                </a:solidFill>
                <a:latin typeface="Arial" charset="0"/>
              </a:defRPr>
            </a:lvl8pPr>
            <a:lvl9pPr marL="3886200" indent="-228600" defTabSz="554038" fontAlgn="base">
              <a:spcBef>
                <a:spcPct val="0"/>
              </a:spcBef>
              <a:spcAft>
                <a:spcPct val="0"/>
              </a:spcAft>
              <a:defRPr>
                <a:solidFill>
                  <a:schemeClr val="tx1"/>
                </a:solidFill>
                <a:latin typeface="Arial" charset="0"/>
              </a:defRPr>
            </a:lvl9pPr>
          </a:lstStyle>
          <a:p>
            <a:pPr marL="171450" marR="0" lvl="0" indent="-171450" algn="l" defTabSz="554038" rtl="0" eaLnBrk="0" fontAlgn="auto" latinLnBrk="0" hangingPunct="0">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Arial" panose="020B0604020202020204"/>
                <a:ea typeface="+mn-ea"/>
                <a:cs typeface="+mn-cs"/>
              </a:rPr>
              <a:t>Term of Payment</a:t>
            </a:r>
          </a:p>
          <a:p>
            <a:pPr marL="171450" marR="0" lvl="0" indent="-171450" algn="l" defTabSz="554038" rtl="0" eaLnBrk="0" fontAlgn="auto" latinLnBrk="0" hangingPunct="0">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Arial" panose="020B0604020202020204"/>
                <a:ea typeface="+mn-ea"/>
                <a:cs typeface="+mn-cs"/>
              </a:rPr>
              <a:t>Credit Limit Check</a:t>
            </a:r>
          </a:p>
        </p:txBody>
      </p:sp>
      <p:sp>
        <p:nvSpPr>
          <p:cNvPr id="12" name="Text Box 74">
            <a:extLst>
              <a:ext uri="{FF2B5EF4-FFF2-40B4-BE49-F238E27FC236}">
                <a16:creationId xmlns:a16="http://schemas.microsoft.com/office/drawing/2014/main" id="{198EA79E-6D6A-4124-8662-15FF40EDD688}"/>
              </a:ext>
            </a:extLst>
          </p:cNvPr>
          <p:cNvSpPr txBox="1">
            <a:spLocks noChangeArrowheads="1"/>
          </p:cNvSpPr>
          <p:nvPr/>
        </p:nvSpPr>
        <p:spPr bwMode="auto">
          <a:xfrm>
            <a:off x="8396508" y="4770980"/>
            <a:ext cx="1645920" cy="4206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47625" tIns="25400" rIns="47625" bIns="25400" anchor="ctr">
            <a:spAutoFit/>
          </a:bodyPr>
          <a:lstStyle>
            <a:lvl1pPr algn="l" defTabSz="554038">
              <a:defRPr>
                <a:solidFill>
                  <a:schemeClr val="tx1"/>
                </a:solidFill>
                <a:latin typeface="Arial" charset="0"/>
              </a:defRPr>
            </a:lvl1pPr>
            <a:lvl2pPr marL="742950" indent="-285750" algn="l" defTabSz="554038">
              <a:defRPr>
                <a:solidFill>
                  <a:schemeClr val="tx1"/>
                </a:solidFill>
                <a:latin typeface="Arial" charset="0"/>
              </a:defRPr>
            </a:lvl2pPr>
            <a:lvl3pPr marL="1143000" indent="-228600" algn="l" defTabSz="554038">
              <a:defRPr>
                <a:solidFill>
                  <a:schemeClr val="tx1"/>
                </a:solidFill>
                <a:latin typeface="Arial" charset="0"/>
              </a:defRPr>
            </a:lvl3pPr>
            <a:lvl4pPr marL="1600200" indent="-228600" algn="l" defTabSz="554038">
              <a:defRPr>
                <a:solidFill>
                  <a:schemeClr val="tx1"/>
                </a:solidFill>
                <a:latin typeface="Arial" charset="0"/>
              </a:defRPr>
            </a:lvl4pPr>
            <a:lvl5pPr marL="2057400" indent="-228600" algn="l" defTabSz="554038">
              <a:defRPr>
                <a:solidFill>
                  <a:schemeClr val="tx1"/>
                </a:solidFill>
                <a:latin typeface="Arial" charset="0"/>
              </a:defRPr>
            </a:lvl5pPr>
            <a:lvl6pPr marL="2514600" indent="-228600" defTabSz="554038" fontAlgn="base">
              <a:spcBef>
                <a:spcPct val="0"/>
              </a:spcBef>
              <a:spcAft>
                <a:spcPct val="0"/>
              </a:spcAft>
              <a:defRPr>
                <a:solidFill>
                  <a:schemeClr val="tx1"/>
                </a:solidFill>
                <a:latin typeface="Arial" charset="0"/>
              </a:defRPr>
            </a:lvl6pPr>
            <a:lvl7pPr marL="2971800" indent="-228600" defTabSz="554038" fontAlgn="base">
              <a:spcBef>
                <a:spcPct val="0"/>
              </a:spcBef>
              <a:spcAft>
                <a:spcPct val="0"/>
              </a:spcAft>
              <a:defRPr>
                <a:solidFill>
                  <a:schemeClr val="tx1"/>
                </a:solidFill>
                <a:latin typeface="Arial" charset="0"/>
              </a:defRPr>
            </a:lvl7pPr>
            <a:lvl8pPr marL="3429000" indent="-228600" defTabSz="554038" fontAlgn="base">
              <a:spcBef>
                <a:spcPct val="0"/>
              </a:spcBef>
              <a:spcAft>
                <a:spcPct val="0"/>
              </a:spcAft>
              <a:defRPr>
                <a:solidFill>
                  <a:schemeClr val="tx1"/>
                </a:solidFill>
                <a:latin typeface="Arial" charset="0"/>
              </a:defRPr>
            </a:lvl8pPr>
            <a:lvl9pPr marL="3886200" indent="-228600" defTabSz="554038" fontAlgn="base">
              <a:spcBef>
                <a:spcPct val="0"/>
              </a:spcBef>
              <a:spcAft>
                <a:spcPct val="0"/>
              </a:spcAft>
              <a:defRPr>
                <a:solidFill>
                  <a:schemeClr val="tx1"/>
                </a:solidFill>
                <a:latin typeface="Arial" charset="0"/>
              </a:defRPr>
            </a:lvl9pPr>
          </a:lstStyle>
          <a:p>
            <a:pPr marL="171450" marR="0" lvl="0" indent="-171450" algn="l" defTabSz="554038" rtl="0" eaLnBrk="0" fontAlgn="auto" latinLnBrk="0" hangingPunct="0">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Arial" panose="020B0604020202020204"/>
                <a:ea typeface="+mn-ea"/>
                <a:cs typeface="+mn-cs"/>
              </a:rPr>
              <a:t>Ship-to Address</a:t>
            </a:r>
          </a:p>
          <a:p>
            <a:pPr marL="171450" marR="0" lvl="0" indent="-171450" algn="l" defTabSz="554038" rtl="0" eaLnBrk="0" fontAlgn="auto" latinLnBrk="0" hangingPunct="0">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Arial" panose="020B0604020202020204"/>
                <a:ea typeface="+mn-ea"/>
                <a:cs typeface="+mn-cs"/>
              </a:rPr>
              <a:t>Tax</a:t>
            </a:r>
          </a:p>
        </p:txBody>
      </p:sp>
      <p:pic>
        <p:nvPicPr>
          <p:cNvPr id="13" name="Graphic 12" descr="Earth globe Africa and Europe">
            <a:extLst>
              <a:ext uri="{FF2B5EF4-FFF2-40B4-BE49-F238E27FC236}">
                <a16:creationId xmlns:a16="http://schemas.microsoft.com/office/drawing/2014/main" id="{D44436CB-BD79-4383-BBFD-2C3E19749E8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041629" y="3775106"/>
            <a:ext cx="640080" cy="640080"/>
          </a:xfrm>
          <a:prstGeom prst="rect">
            <a:avLst/>
          </a:prstGeom>
        </p:spPr>
      </p:pic>
      <p:pic>
        <p:nvPicPr>
          <p:cNvPr id="14" name="Graphic 13" descr="Bank">
            <a:extLst>
              <a:ext uri="{FF2B5EF4-FFF2-40B4-BE49-F238E27FC236}">
                <a16:creationId xmlns:a16="http://schemas.microsoft.com/office/drawing/2014/main" id="{6AED9718-D87C-409C-9126-8B7267C3301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041629" y="4661254"/>
            <a:ext cx="640080" cy="640080"/>
          </a:xfrm>
          <a:prstGeom prst="rect">
            <a:avLst/>
          </a:prstGeom>
        </p:spPr>
      </p:pic>
      <p:pic>
        <p:nvPicPr>
          <p:cNvPr id="15" name="Graphic 14" descr="Shopping basket">
            <a:extLst>
              <a:ext uri="{FF2B5EF4-FFF2-40B4-BE49-F238E27FC236}">
                <a16:creationId xmlns:a16="http://schemas.microsoft.com/office/drawing/2014/main" id="{D5596136-C77A-4CA5-8C19-5A675F5D8358}"/>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048773" y="5538975"/>
            <a:ext cx="640080" cy="640080"/>
          </a:xfrm>
          <a:prstGeom prst="rect">
            <a:avLst/>
          </a:prstGeom>
        </p:spPr>
      </p:pic>
      <p:sp>
        <p:nvSpPr>
          <p:cNvPr id="16" name="Right Brace 15">
            <a:extLst>
              <a:ext uri="{FF2B5EF4-FFF2-40B4-BE49-F238E27FC236}">
                <a16:creationId xmlns:a16="http://schemas.microsoft.com/office/drawing/2014/main" id="{2908FE95-DD4D-4BD3-AC98-68D0F1F65F47}"/>
              </a:ext>
            </a:extLst>
          </p:cNvPr>
          <p:cNvSpPr/>
          <p:nvPr/>
        </p:nvSpPr>
        <p:spPr>
          <a:xfrm>
            <a:off x="8034344" y="3781036"/>
            <a:ext cx="182880" cy="640080"/>
          </a:xfrm>
          <a:prstGeom prst="rightBrace">
            <a:avLst/>
          </a:prstGeom>
          <a:ln w="25400">
            <a:solidFill>
              <a:schemeClr val="bg2">
                <a:lumMod val="50000"/>
              </a:schemeClr>
            </a:solidFill>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w="0"/>
              <a:solidFill>
                <a:srgbClr val="00B2A9"/>
              </a:solidFill>
              <a:effectLst>
                <a:outerShdw blurRad="38100" dist="19050" dir="2700000" algn="tl" rotWithShape="0">
                  <a:srgbClr val="000000">
                    <a:alpha val="40000"/>
                  </a:srgbClr>
                </a:outerShdw>
              </a:effectLst>
              <a:uLnTx/>
              <a:uFillTx/>
              <a:latin typeface="Arial" panose="020B0604020202020204"/>
              <a:ea typeface="+mn-ea"/>
              <a:cs typeface="+mn-cs"/>
            </a:endParaRPr>
          </a:p>
        </p:txBody>
      </p:sp>
      <p:sp>
        <p:nvSpPr>
          <p:cNvPr id="17" name="Right Brace 16">
            <a:extLst>
              <a:ext uri="{FF2B5EF4-FFF2-40B4-BE49-F238E27FC236}">
                <a16:creationId xmlns:a16="http://schemas.microsoft.com/office/drawing/2014/main" id="{CFFEB19C-DF8D-49A5-A02B-BCDB9B6A6EB8}"/>
              </a:ext>
            </a:extLst>
          </p:cNvPr>
          <p:cNvSpPr/>
          <p:nvPr/>
        </p:nvSpPr>
        <p:spPr>
          <a:xfrm>
            <a:off x="8037812" y="4661254"/>
            <a:ext cx="182880" cy="640080"/>
          </a:xfrm>
          <a:prstGeom prst="rightBrace">
            <a:avLst/>
          </a:prstGeom>
          <a:ln w="25400">
            <a:solidFill>
              <a:schemeClr val="bg2">
                <a:lumMod val="50000"/>
              </a:schemeClr>
            </a:solidFill>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w="0"/>
              <a:solidFill>
                <a:srgbClr val="00B2A9"/>
              </a:solidFill>
              <a:effectLst>
                <a:outerShdw blurRad="38100" dist="19050" dir="2700000" algn="tl" rotWithShape="0">
                  <a:srgbClr val="000000">
                    <a:alpha val="40000"/>
                  </a:srgbClr>
                </a:outerShdw>
              </a:effectLst>
              <a:uLnTx/>
              <a:uFillTx/>
              <a:latin typeface="Arial" panose="020B0604020202020204"/>
              <a:ea typeface="+mn-ea"/>
              <a:cs typeface="+mn-cs"/>
            </a:endParaRPr>
          </a:p>
        </p:txBody>
      </p:sp>
      <p:sp>
        <p:nvSpPr>
          <p:cNvPr id="18" name="Right Brace 17">
            <a:extLst>
              <a:ext uri="{FF2B5EF4-FFF2-40B4-BE49-F238E27FC236}">
                <a16:creationId xmlns:a16="http://schemas.microsoft.com/office/drawing/2014/main" id="{E1853569-4F28-4458-9AC8-BA617D99597D}"/>
              </a:ext>
            </a:extLst>
          </p:cNvPr>
          <p:cNvSpPr/>
          <p:nvPr/>
        </p:nvSpPr>
        <p:spPr>
          <a:xfrm>
            <a:off x="8034344" y="5542030"/>
            <a:ext cx="182880" cy="640080"/>
          </a:xfrm>
          <a:prstGeom prst="rightBrace">
            <a:avLst/>
          </a:prstGeom>
          <a:ln w="25400">
            <a:solidFill>
              <a:schemeClr val="bg2">
                <a:lumMod val="50000"/>
              </a:schemeClr>
            </a:solidFill>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w="0"/>
              <a:solidFill>
                <a:srgbClr val="00B2A9"/>
              </a:solidFill>
              <a:effectLst>
                <a:outerShdw blurRad="38100" dist="19050" dir="2700000" algn="tl" rotWithShape="0">
                  <a:srgbClr val="000000">
                    <a:alpha val="40000"/>
                  </a:srgbClr>
                </a:outerShdw>
              </a:effectLst>
              <a:uLnTx/>
              <a:uFillTx/>
              <a:latin typeface="Arial" panose="020B0604020202020204"/>
              <a:ea typeface="+mn-ea"/>
              <a:cs typeface="+mn-cs"/>
            </a:endParaRPr>
          </a:p>
        </p:txBody>
      </p:sp>
      <p:grpSp>
        <p:nvGrpSpPr>
          <p:cNvPr id="25" name="Group 24">
            <a:extLst>
              <a:ext uri="{FF2B5EF4-FFF2-40B4-BE49-F238E27FC236}">
                <a16:creationId xmlns:a16="http://schemas.microsoft.com/office/drawing/2014/main" id="{C1FC73DC-9818-4CE9-A684-C4E4D82879DA}"/>
              </a:ext>
            </a:extLst>
          </p:cNvPr>
          <p:cNvGrpSpPr/>
          <p:nvPr/>
        </p:nvGrpSpPr>
        <p:grpSpPr>
          <a:xfrm>
            <a:off x="5639419" y="1702991"/>
            <a:ext cx="1865745" cy="4572000"/>
            <a:chOff x="6105964" y="1702991"/>
            <a:chExt cx="1865745" cy="4572000"/>
          </a:xfrm>
        </p:grpSpPr>
        <p:sp>
          <p:nvSpPr>
            <p:cNvPr id="19" name="Rectangle: Rounded Corners 18">
              <a:extLst>
                <a:ext uri="{FF2B5EF4-FFF2-40B4-BE49-F238E27FC236}">
                  <a16:creationId xmlns:a16="http://schemas.microsoft.com/office/drawing/2014/main" id="{CD91BE02-5C35-40C4-BB19-4EE01400A536}"/>
                </a:ext>
              </a:extLst>
            </p:cNvPr>
            <p:cNvSpPr/>
            <p:nvPr/>
          </p:nvSpPr>
          <p:spPr>
            <a:xfrm>
              <a:off x="6105964" y="1702991"/>
              <a:ext cx="1865745" cy="4572000"/>
            </a:xfrm>
            <a:prstGeom prst="roundRect">
              <a:avLst>
                <a:gd name="adj" fmla="val 5240"/>
              </a:avLst>
            </a:prstGeom>
            <a:solidFill>
              <a:schemeClr val="tx2">
                <a:lumMod val="20000"/>
                <a:lumOff val="80000"/>
              </a:schemeClr>
            </a:solidFill>
            <a:ln w="254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762000" rtl="0" eaLnBrk="1" fontAlgn="auto" latinLnBrk="0" hangingPunct="1">
                <a:lnSpc>
                  <a:spcPct val="100000"/>
                </a:lnSpc>
                <a:spcBef>
                  <a:spcPct val="5000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
          <p:nvSpPr>
            <p:cNvPr id="20" name="Rectangle: Rounded Corners 19">
              <a:extLst>
                <a:ext uri="{FF2B5EF4-FFF2-40B4-BE49-F238E27FC236}">
                  <a16:creationId xmlns:a16="http://schemas.microsoft.com/office/drawing/2014/main" id="{048D95FB-34C0-4E85-ABD9-7EC479C9BE91}"/>
                </a:ext>
              </a:extLst>
            </p:cNvPr>
            <p:cNvSpPr/>
            <p:nvPr/>
          </p:nvSpPr>
          <p:spPr>
            <a:xfrm>
              <a:off x="6361741" y="5633470"/>
              <a:ext cx="1371600" cy="457200"/>
            </a:xfrm>
            <a:prstGeom prst="roundRect">
              <a:avLst/>
            </a:prstGeom>
            <a:solidFill>
              <a:schemeClr val="tx2">
                <a:lumMod val="60000"/>
                <a:lumOff val="40000"/>
              </a:schemeClr>
            </a:solidFill>
            <a:ln w="12700">
              <a:solidFill>
                <a:schemeClr val="bg2">
                  <a:lumMod val="50000"/>
                </a:schemeClr>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Arial" panose="020B0604020202020204"/>
                  <a:ea typeface="+mn-ea"/>
                  <a:cs typeface="+mn-cs"/>
                </a:rPr>
                <a:t>Payer: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Arial" panose="020B0604020202020204"/>
                  <a:ea typeface="+mn-ea"/>
                  <a:cs typeface="+mn-cs"/>
                </a:rPr>
                <a:t>Address - X</a:t>
              </a:r>
            </a:p>
          </p:txBody>
        </p:sp>
        <p:sp>
          <p:nvSpPr>
            <p:cNvPr id="21" name="Rectangle: Rounded Corners 20">
              <a:extLst>
                <a:ext uri="{FF2B5EF4-FFF2-40B4-BE49-F238E27FC236}">
                  <a16:creationId xmlns:a16="http://schemas.microsoft.com/office/drawing/2014/main" id="{26F11E38-D611-4A22-99BF-1FDFC49FE0FD}"/>
                </a:ext>
              </a:extLst>
            </p:cNvPr>
            <p:cNvSpPr/>
            <p:nvPr/>
          </p:nvSpPr>
          <p:spPr>
            <a:xfrm>
              <a:off x="6361741" y="4752694"/>
              <a:ext cx="1371600" cy="457200"/>
            </a:xfrm>
            <a:prstGeom prst="roundRect">
              <a:avLst/>
            </a:prstGeom>
            <a:solidFill>
              <a:schemeClr val="bg2">
                <a:lumMod val="25000"/>
              </a:schemeClr>
            </a:solidFill>
            <a:ln w="12700">
              <a:solidFill>
                <a:schemeClr val="bg2">
                  <a:lumMod val="25000"/>
                </a:schemeClr>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Arial" panose="020B0604020202020204"/>
                  <a:ea typeface="+mn-ea"/>
                  <a:cs typeface="+mn-cs"/>
                </a:rPr>
                <a:t>Ship-to Party: </a:t>
              </a:r>
              <a:r>
                <a:rPr kumimoji="0" lang="en-US" sz="1200" b="0" i="0" u="none" strike="noStrike" kern="1200" cap="none" spc="0" normalizeH="0" baseline="0" noProof="0" dirty="0">
                  <a:ln>
                    <a:noFill/>
                  </a:ln>
                  <a:solidFill>
                    <a:srgbClr val="FFFFFF"/>
                  </a:solidFill>
                  <a:effectLst/>
                  <a:uLnTx/>
                  <a:uFillTx/>
                  <a:latin typeface="Arial" panose="020B0604020202020204"/>
                  <a:ea typeface="+mn-ea"/>
                  <a:cs typeface="+mn-cs"/>
                </a:rPr>
                <a:t>Address - B</a:t>
              </a:r>
            </a:p>
          </p:txBody>
        </p:sp>
        <p:sp>
          <p:nvSpPr>
            <p:cNvPr id="22" name="Rectangle: Rounded Corners 21">
              <a:extLst>
                <a:ext uri="{FF2B5EF4-FFF2-40B4-BE49-F238E27FC236}">
                  <a16:creationId xmlns:a16="http://schemas.microsoft.com/office/drawing/2014/main" id="{48766E62-D30F-4596-AFCE-BCD5BD7DE150}"/>
                </a:ext>
              </a:extLst>
            </p:cNvPr>
            <p:cNvSpPr/>
            <p:nvPr/>
          </p:nvSpPr>
          <p:spPr>
            <a:xfrm>
              <a:off x="6361741" y="3871918"/>
              <a:ext cx="1371600" cy="457200"/>
            </a:xfrm>
            <a:prstGeom prst="roundRect">
              <a:avLst/>
            </a:prstGeom>
            <a:solidFill>
              <a:schemeClr val="bg2">
                <a:lumMod val="10000"/>
              </a:schemeClr>
            </a:solidFill>
            <a:ln w="12700">
              <a:solidFill>
                <a:schemeClr val="bg2">
                  <a:lumMod val="10000"/>
                </a:schemeClr>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Arial" panose="020B0604020202020204"/>
                  <a:ea typeface="+mn-ea"/>
                  <a:cs typeface="+mn-cs"/>
                </a:rPr>
                <a:t>Sold-to Party: </a:t>
              </a:r>
              <a:r>
                <a:rPr kumimoji="0" lang="en-US" sz="1200" b="0" i="0" u="none" strike="noStrike" kern="1200" cap="none" spc="0" normalizeH="0" baseline="0" noProof="0" dirty="0">
                  <a:ln>
                    <a:noFill/>
                  </a:ln>
                  <a:solidFill>
                    <a:srgbClr val="FFFFFF"/>
                  </a:solidFill>
                  <a:effectLst/>
                  <a:uLnTx/>
                  <a:uFillTx/>
                  <a:latin typeface="Arial" panose="020B0604020202020204"/>
                  <a:ea typeface="+mn-ea"/>
                  <a:cs typeface="+mn-cs"/>
                </a:rPr>
                <a:t>Address - A</a:t>
              </a:r>
            </a:p>
          </p:txBody>
        </p:sp>
        <p:pic>
          <p:nvPicPr>
            <p:cNvPr id="23" name="Graphic 22" descr="Building">
              <a:extLst>
                <a:ext uri="{FF2B5EF4-FFF2-40B4-BE49-F238E27FC236}">
                  <a16:creationId xmlns:a16="http://schemas.microsoft.com/office/drawing/2014/main" id="{8BA20D17-149E-4AB1-A51C-3FE9DCFB4FA5}"/>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590341" y="1853555"/>
              <a:ext cx="914400" cy="914400"/>
            </a:xfrm>
            <a:prstGeom prst="rect">
              <a:avLst/>
            </a:prstGeom>
          </p:spPr>
        </p:pic>
        <p:sp>
          <p:nvSpPr>
            <p:cNvPr id="24" name="TextBox 23">
              <a:extLst>
                <a:ext uri="{FF2B5EF4-FFF2-40B4-BE49-F238E27FC236}">
                  <a16:creationId xmlns:a16="http://schemas.microsoft.com/office/drawing/2014/main" id="{3A291C5B-E890-4834-9A24-3E05E5E7913C}"/>
                </a:ext>
              </a:extLst>
            </p:cNvPr>
            <p:cNvSpPr txBox="1"/>
            <p:nvPr/>
          </p:nvSpPr>
          <p:spPr>
            <a:xfrm>
              <a:off x="6224581" y="3200281"/>
              <a:ext cx="1645920" cy="252352"/>
            </a:xfrm>
            <a:prstGeom prst="rect">
              <a:avLst/>
            </a:prstGeom>
            <a:noFill/>
          </p:spPr>
          <p:txBody>
            <a:bodyPr wrap="square" lIns="0" tIns="0" rIns="0" bIns="0" rtlCol="0">
              <a:noAutofit/>
            </a:bodyPr>
            <a:lstStyle/>
            <a:p>
              <a:pPr marL="0" marR="0" lvl="0" indent="0" algn="ctr" defTabSz="914400" rtl="0" eaLnBrk="1" fontAlgn="t"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dirty="0">
                  <a:ln>
                    <a:noFill/>
                  </a:ln>
                  <a:solidFill>
                    <a:srgbClr val="1A3040">
                      <a:lumMod val="75000"/>
                    </a:srgbClr>
                  </a:solidFill>
                  <a:effectLst/>
                  <a:uLnTx/>
                  <a:uFillTx/>
                  <a:latin typeface="Arial" panose="020B0604020202020204"/>
                  <a:ea typeface="+mn-ea"/>
                  <a:cs typeface="+mn-cs"/>
                </a:rPr>
                <a:t>Business Partner (BP)</a:t>
              </a:r>
            </a:p>
          </p:txBody>
        </p:sp>
      </p:grpSp>
    </p:spTree>
    <p:extLst>
      <p:ext uri="{BB962C8B-B14F-4D97-AF65-F5344CB8AC3E}">
        <p14:creationId xmlns:p14="http://schemas.microsoft.com/office/powerpoint/2010/main" val="753327463"/>
      </p:ext>
    </p:extLst>
  </p:cSld>
  <p:clrMapOvr>
    <a:masterClrMapping/>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Global Leaf">
  <a:themeElements>
    <a:clrScheme name="Custom 9">
      <a:dk1>
        <a:srgbClr val="000000"/>
      </a:dk1>
      <a:lt1>
        <a:srgbClr val="FFFFFF"/>
      </a:lt1>
      <a:dk2>
        <a:srgbClr val="1A3040"/>
      </a:dk2>
      <a:lt2>
        <a:srgbClr val="DDDDDD"/>
      </a:lt2>
      <a:accent1>
        <a:srgbClr val="74D9D5"/>
      </a:accent1>
      <a:accent2>
        <a:srgbClr val="EAAA00"/>
      </a:accent2>
      <a:accent3>
        <a:srgbClr val="00B2A9"/>
      </a:accent3>
      <a:accent4>
        <a:srgbClr val="8031A7"/>
      </a:accent4>
      <a:accent5>
        <a:srgbClr val="E782A9"/>
      </a:accent5>
      <a:accent6>
        <a:srgbClr val="407EC9"/>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3"/>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gn="l">
          <a:defRPr dirty="0" err="1" smtClean="0"/>
        </a:defPPr>
      </a:lstStyle>
    </a:txDef>
  </a:objectDefaults>
  <a:extraClrSchemeLst/>
  <a:extLst>
    <a:ext uri="{05A4C25C-085E-4340-85A3-A5531E510DB2}">
      <thm15:themeFamily xmlns:thm15="http://schemas.microsoft.com/office/thememl/2012/main" name="S4F Template" id="{8187A0D7-44D4-4A4B-A36D-CEF7DE641DC2}" vid="{E04EDAD1-AFC5-BE4E-A44C-E641ABC5FF65}"/>
    </a:ext>
  </a:extLst>
</a:theme>
</file>

<file path=ppt/theme/theme3.xml><?xml version="1.0" encoding="utf-8"?>
<a:theme xmlns:a="http://schemas.openxmlformats.org/drawingml/2006/main" name="Global Supply Chain">
  <a:themeElements>
    <a:clrScheme name="Custom 9">
      <a:dk1>
        <a:srgbClr val="000000"/>
      </a:dk1>
      <a:lt1>
        <a:srgbClr val="FFFFFF"/>
      </a:lt1>
      <a:dk2>
        <a:srgbClr val="1A3040"/>
      </a:dk2>
      <a:lt2>
        <a:srgbClr val="DDDDDD"/>
      </a:lt2>
      <a:accent1>
        <a:srgbClr val="74D9D5"/>
      </a:accent1>
      <a:accent2>
        <a:srgbClr val="EAAA00"/>
      </a:accent2>
      <a:accent3>
        <a:srgbClr val="00B2A9"/>
      </a:accent3>
      <a:accent4>
        <a:srgbClr val="8031A7"/>
      </a:accent4>
      <a:accent5>
        <a:srgbClr val="E782A9"/>
      </a:accent5>
      <a:accent6>
        <a:srgbClr val="407EC9"/>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3"/>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gn="l">
          <a:defRPr dirty="0" err="1" smtClean="0"/>
        </a:defPPr>
      </a:lstStyle>
    </a:txDef>
  </a:objectDefaults>
  <a:extraClrSchemeLst/>
  <a:extLst>
    <a:ext uri="{05A4C25C-085E-4340-85A3-A5531E510DB2}">
      <thm15:themeFamily xmlns:thm15="http://schemas.microsoft.com/office/thememl/2012/main" name="S4F Template" id="{8187A0D7-44D4-4A4B-A36D-CEF7DE641DC2}" vid="{E04EDAD1-AFC5-BE4E-A44C-E641ABC5FF65}"/>
    </a:ext>
  </a:extLst>
</a:theme>
</file>

<file path=ppt/theme/theme4.xml><?xml version="1.0" encoding="utf-8"?>
<a:theme xmlns:a="http://schemas.openxmlformats.org/drawingml/2006/main" name="Inventory Management">
  <a:themeElements>
    <a:clrScheme name="Custom 9">
      <a:dk1>
        <a:srgbClr val="000000"/>
      </a:dk1>
      <a:lt1>
        <a:srgbClr val="FFFFFF"/>
      </a:lt1>
      <a:dk2>
        <a:srgbClr val="1A3040"/>
      </a:dk2>
      <a:lt2>
        <a:srgbClr val="DDDDDD"/>
      </a:lt2>
      <a:accent1>
        <a:srgbClr val="74D9D5"/>
      </a:accent1>
      <a:accent2>
        <a:srgbClr val="EAAA00"/>
      </a:accent2>
      <a:accent3>
        <a:srgbClr val="00B2A9"/>
      </a:accent3>
      <a:accent4>
        <a:srgbClr val="8031A7"/>
      </a:accent4>
      <a:accent5>
        <a:srgbClr val="E782A9"/>
      </a:accent5>
      <a:accent6>
        <a:srgbClr val="407EC9"/>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3"/>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gn="l">
          <a:defRPr dirty="0" err="1" smtClean="0"/>
        </a:defPPr>
      </a:lstStyle>
    </a:txDef>
  </a:objectDefaults>
  <a:extraClrSchemeLst/>
  <a:extLst>
    <a:ext uri="{05A4C25C-085E-4340-85A3-A5531E510DB2}">
      <thm15:themeFamily xmlns:thm15="http://schemas.microsoft.com/office/thememl/2012/main" name="S4F Template" id="{8187A0D7-44D4-4A4B-A36D-CEF7DE641DC2}" vid="{E04EDAD1-AFC5-BE4E-A44C-E641ABC5FF65}"/>
    </a:ext>
  </a:extLst>
</a:theme>
</file>

<file path=ppt/theme/theme5.xml><?xml version="1.0" encoding="utf-8"?>
<a:theme xmlns:a="http://schemas.openxmlformats.org/drawingml/2006/main" name="MM Automation">
  <a:themeElements>
    <a:clrScheme name="Custom 9">
      <a:dk1>
        <a:srgbClr val="000000"/>
      </a:dk1>
      <a:lt1>
        <a:srgbClr val="FFFFFF"/>
      </a:lt1>
      <a:dk2>
        <a:srgbClr val="1A3040"/>
      </a:dk2>
      <a:lt2>
        <a:srgbClr val="DDDDDD"/>
      </a:lt2>
      <a:accent1>
        <a:srgbClr val="74D9D5"/>
      </a:accent1>
      <a:accent2>
        <a:srgbClr val="EAAA00"/>
      </a:accent2>
      <a:accent3>
        <a:srgbClr val="00B2A9"/>
      </a:accent3>
      <a:accent4>
        <a:srgbClr val="8031A7"/>
      </a:accent4>
      <a:accent5>
        <a:srgbClr val="E782A9"/>
      </a:accent5>
      <a:accent6>
        <a:srgbClr val="407EC9"/>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3"/>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gn="l">
          <a:defRPr dirty="0" err="1" smtClean="0"/>
        </a:defPPr>
      </a:lstStyle>
    </a:txDef>
  </a:objectDefaults>
  <a:extraClrSchemeLst/>
  <a:extLst>
    <a:ext uri="{05A4C25C-085E-4340-85A3-A5531E510DB2}">
      <thm15:themeFamily xmlns:thm15="http://schemas.microsoft.com/office/thememl/2012/main" name="S4F Template" id="{8187A0D7-44D4-4A4B-A36D-CEF7DE641DC2}" vid="{E04EDAD1-AFC5-BE4E-A44C-E641ABC5FF65}"/>
    </a:ext>
  </a:extLst>
</a:theme>
</file>

<file path=ppt/theme/theme6.xml><?xml version="1.0" encoding="utf-8"?>
<a:theme xmlns:a="http://schemas.openxmlformats.org/drawingml/2006/main" name="Order-to-Cash">
  <a:themeElements>
    <a:clrScheme name="Custom 9">
      <a:dk1>
        <a:srgbClr val="000000"/>
      </a:dk1>
      <a:lt1>
        <a:srgbClr val="FFFFFF"/>
      </a:lt1>
      <a:dk2>
        <a:srgbClr val="1A3040"/>
      </a:dk2>
      <a:lt2>
        <a:srgbClr val="DDDDDD"/>
      </a:lt2>
      <a:accent1>
        <a:srgbClr val="74D9D5"/>
      </a:accent1>
      <a:accent2>
        <a:srgbClr val="EAAA00"/>
      </a:accent2>
      <a:accent3>
        <a:srgbClr val="00B2A9"/>
      </a:accent3>
      <a:accent4>
        <a:srgbClr val="8031A7"/>
      </a:accent4>
      <a:accent5>
        <a:srgbClr val="E782A9"/>
      </a:accent5>
      <a:accent6>
        <a:srgbClr val="407EC9"/>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3"/>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gn="l">
          <a:defRPr dirty="0" err="1" smtClean="0"/>
        </a:defPPr>
      </a:lstStyle>
    </a:txDef>
  </a:objectDefaults>
  <a:extraClrSchemeLst/>
  <a:extLst>
    <a:ext uri="{05A4C25C-085E-4340-85A3-A5531E510DB2}">
      <thm15:themeFamily xmlns:thm15="http://schemas.microsoft.com/office/thememl/2012/main" name="S4F Template" id="{8187A0D7-44D4-4A4B-A36D-CEF7DE641DC2}" vid="{E04EDAD1-AFC5-BE4E-A44C-E641ABC5FF65}"/>
    </a:ext>
  </a:extLst>
</a:theme>
</file>

<file path=ppt/theme/theme7.xml><?xml version="1.0" encoding="utf-8"?>
<a:theme xmlns:a="http://schemas.openxmlformats.org/drawingml/2006/main" name="R&amp;D">
  <a:themeElements>
    <a:clrScheme name="Custom 9">
      <a:dk1>
        <a:srgbClr val="000000"/>
      </a:dk1>
      <a:lt1>
        <a:srgbClr val="FFFFFF"/>
      </a:lt1>
      <a:dk2>
        <a:srgbClr val="1A3040"/>
      </a:dk2>
      <a:lt2>
        <a:srgbClr val="DDDDDD"/>
      </a:lt2>
      <a:accent1>
        <a:srgbClr val="74D9D5"/>
      </a:accent1>
      <a:accent2>
        <a:srgbClr val="EAAA00"/>
      </a:accent2>
      <a:accent3>
        <a:srgbClr val="00B2A9"/>
      </a:accent3>
      <a:accent4>
        <a:srgbClr val="8031A7"/>
      </a:accent4>
      <a:accent5>
        <a:srgbClr val="E782A9"/>
      </a:accent5>
      <a:accent6>
        <a:srgbClr val="407EC9"/>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3"/>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gn="l">
          <a:defRPr dirty="0" err="1" smtClean="0"/>
        </a:defPPr>
      </a:lstStyle>
    </a:txDef>
  </a:objectDefaults>
  <a:extraClrSchemeLst/>
  <a:extLst>
    <a:ext uri="{05A4C25C-085E-4340-85A3-A5531E510DB2}">
      <thm15:themeFamily xmlns:thm15="http://schemas.microsoft.com/office/thememl/2012/main" name="S4F Template" id="{8187A0D7-44D4-4A4B-A36D-CEF7DE641DC2}" vid="{E04EDAD1-AFC5-BE4E-A44C-E641ABC5FF65}"/>
    </a:ext>
  </a:extLst>
</a:theme>
</file>

<file path=ppt/theme/theme8.xml><?xml version="1.0" encoding="utf-8"?>
<a:theme xmlns:a="http://schemas.openxmlformats.org/drawingml/2006/main" name="Shop Floor">
  <a:themeElements>
    <a:clrScheme name="Custom 9">
      <a:dk1>
        <a:srgbClr val="000000"/>
      </a:dk1>
      <a:lt1>
        <a:srgbClr val="FFFFFF"/>
      </a:lt1>
      <a:dk2>
        <a:srgbClr val="1A3040"/>
      </a:dk2>
      <a:lt2>
        <a:srgbClr val="DDDDDD"/>
      </a:lt2>
      <a:accent1>
        <a:srgbClr val="74D9D5"/>
      </a:accent1>
      <a:accent2>
        <a:srgbClr val="EAAA00"/>
      </a:accent2>
      <a:accent3>
        <a:srgbClr val="00B2A9"/>
      </a:accent3>
      <a:accent4>
        <a:srgbClr val="8031A7"/>
      </a:accent4>
      <a:accent5>
        <a:srgbClr val="E782A9"/>
      </a:accent5>
      <a:accent6>
        <a:srgbClr val="407EC9"/>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3"/>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gn="l">
          <a:defRPr dirty="0" err="1" smtClean="0"/>
        </a:defPPr>
      </a:lstStyle>
    </a:txDef>
  </a:objectDefaults>
  <a:extraClrSchemeLst/>
  <a:extLst>
    <a:ext uri="{05A4C25C-085E-4340-85A3-A5531E510DB2}">
      <thm15:themeFamily xmlns:thm15="http://schemas.microsoft.com/office/thememl/2012/main" name="S4F Template" id="{8187A0D7-44D4-4A4B-A36D-CEF7DE641DC2}" vid="{E04EDAD1-AFC5-BE4E-A44C-E641ABC5FF65}"/>
    </a:ext>
  </a:extLst>
</a:theme>
</file>

<file path=ppt/theme/theme9.xml><?xml version="1.0" encoding="utf-8"?>
<a:theme xmlns:a="http://schemas.openxmlformats.org/drawingml/2006/main" name="Business Partner Concept">
  <a:themeElements>
    <a:clrScheme name="Custom 9">
      <a:dk1>
        <a:srgbClr val="000000"/>
      </a:dk1>
      <a:lt1>
        <a:srgbClr val="FFFFFF"/>
      </a:lt1>
      <a:dk2>
        <a:srgbClr val="1A3040"/>
      </a:dk2>
      <a:lt2>
        <a:srgbClr val="DDDDDD"/>
      </a:lt2>
      <a:accent1>
        <a:srgbClr val="74D9D5"/>
      </a:accent1>
      <a:accent2>
        <a:srgbClr val="EAAA00"/>
      </a:accent2>
      <a:accent3>
        <a:srgbClr val="00B2A9"/>
      </a:accent3>
      <a:accent4>
        <a:srgbClr val="8031A7"/>
      </a:accent4>
      <a:accent5>
        <a:srgbClr val="E782A9"/>
      </a:accent5>
      <a:accent6>
        <a:srgbClr val="407EC9"/>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3"/>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gn="l">
          <a:defRPr dirty="0" err="1" smtClean="0"/>
        </a:defPPr>
      </a:lstStyle>
    </a:txDef>
  </a:objectDefaults>
  <a:extraClrSchemeLst/>
  <a:extLst>
    <a:ext uri="{05A4C25C-085E-4340-85A3-A5531E510DB2}">
      <thm15:themeFamily xmlns:thm15="http://schemas.microsoft.com/office/thememl/2012/main" name="S4F Template" id="{8187A0D7-44D4-4A4B-A36D-CEF7DE641DC2}" vid="{E04EDAD1-AFC5-BE4E-A44C-E641ABC5FF65}"/>
    </a:ext>
  </a:extLst>
</a:theme>
</file>

<file path=ppt/theme/theme10.xml><?xml version="1.0" encoding="utf-8"?>
<a:theme xmlns:a="http://schemas.openxmlformats.org/drawingml/2006/main" name="APO">
  <a:themeElements>
    <a:clrScheme name="Custom 9">
      <a:dk1>
        <a:srgbClr val="000000"/>
      </a:dk1>
      <a:lt1>
        <a:srgbClr val="FFFFFF"/>
      </a:lt1>
      <a:dk2>
        <a:srgbClr val="1A3040"/>
      </a:dk2>
      <a:lt2>
        <a:srgbClr val="DDDDDD"/>
      </a:lt2>
      <a:accent1>
        <a:srgbClr val="74D9D5"/>
      </a:accent1>
      <a:accent2>
        <a:srgbClr val="EAAA00"/>
      </a:accent2>
      <a:accent3>
        <a:srgbClr val="00B2A9"/>
      </a:accent3>
      <a:accent4>
        <a:srgbClr val="8031A7"/>
      </a:accent4>
      <a:accent5>
        <a:srgbClr val="E782A9"/>
      </a:accent5>
      <a:accent6>
        <a:srgbClr val="407EC9"/>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3"/>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gn="l">
          <a:defRPr dirty="0" err="1" smtClean="0"/>
        </a:defPPr>
      </a:lstStyle>
    </a:txDef>
  </a:objectDefaults>
  <a:extraClrSchemeLst/>
  <a:extLst>
    <a:ext uri="{05A4C25C-085E-4340-85A3-A5531E510DB2}">
      <thm15:themeFamily xmlns:thm15="http://schemas.microsoft.com/office/thememl/2012/main" name="S4F Template" id="{8187A0D7-44D4-4A4B-A36D-CEF7DE641DC2}" vid="{E04EDAD1-AFC5-BE4E-A44C-E641ABC5FF65}"/>
    </a:ext>
  </a:extLst>
</a:theme>
</file>

<file path=ppt/theme/theme11.xml><?xml version="1.0" encoding="utf-8"?>
<a:theme xmlns:a="http://schemas.openxmlformats.org/drawingml/2006/main" name="P2P">
  <a:themeElements>
    <a:clrScheme name="Custom 9">
      <a:dk1>
        <a:srgbClr val="000000"/>
      </a:dk1>
      <a:lt1>
        <a:srgbClr val="FFFFFF"/>
      </a:lt1>
      <a:dk2>
        <a:srgbClr val="1A3040"/>
      </a:dk2>
      <a:lt2>
        <a:srgbClr val="DDDDDD"/>
      </a:lt2>
      <a:accent1>
        <a:srgbClr val="74D9D5"/>
      </a:accent1>
      <a:accent2>
        <a:srgbClr val="EAAA00"/>
      </a:accent2>
      <a:accent3>
        <a:srgbClr val="00B2A9"/>
      </a:accent3>
      <a:accent4>
        <a:srgbClr val="8031A7"/>
      </a:accent4>
      <a:accent5>
        <a:srgbClr val="E782A9"/>
      </a:accent5>
      <a:accent6>
        <a:srgbClr val="407EC9"/>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3"/>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gn="l">
          <a:defRPr dirty="0" err="1" smtClean="0"/>
        </a:defPPr>
      </a:lstStyle>
    </a:txDef>
  </a:objectDefaults>
  <a:extraClrSchemeLst/>
  <a:extLst>
    <a:ext uri="{05A4C25C-085E-4340-85A3-A5531E510DB2}">
      <thm15:themeFamily xmlns:thm15="http://schemas.microsoft.com/office/thememl/2012/main" name="S4F Template" id="{8187A0D7-44D4-4A4B-A36D-CEF7DE641DC2}" vid="{E04EDAD1-AFC5-BE4E-A44C-E641ABC5FF65}"/>
    </a:ext>
  </a:extLst>
</a:theme>
</file>

<file path=ppt/theme/theme12.xml><?xml version="1.0" encoding="utf-8"?>
<a:theme xmlns:a="http://schemas.openxmlformats.org/drawingml/2006/main" name="JTI">
  <a:themeElements>
    <a:clrScheme name="Custom 9">
      <a:dk1>
        <a:srgbClr val="000000"/>
      </a:dk1>
      <a:lt1>
        <a:srgbClr val="FFFFFF"/>
      </a:lt1>
      <a:dk2>
        <a:srgbClr val="1A3040"/>
      </a:dk2>
      <a:lt2>
        <a:srgbClr val="DDDDDD"/>
      </a:lt2>
      <a:accent1>
        <a:srgbClr val="74D9D5"/>
      </a:accent1>
      <a:accent2>
        <a:srgbClr val="EAAA00"/>
      </a:accent2>
      <a:accent3>
        <a:srgbClr val="00B2A9"/>
      </a:accent3>
      <a:accent4>
        <a:srgbClr val="8031A7"/>
      </a:accent4>
      <a:accent5>
        <a:srgbClr val="E782A9"/>
      </a:accent5>
      <a:accent6>
        <a:srgbClr val="407EC9"/>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3"/>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gn="l">
          <a:defRPr dirty="0" err="1" smtClean="0"/>
        </a:defPPr>
      </a:lstStyle>
    </a:txDef>
  </a:objectDefaults>
  <a:extraClrSchemeLst/>
  <a:extLst>
    <a:ext uri="{05A4C25C-085E-4340-85A3-A5531E510DB2}">
      <thm15:themeFamily xmlns:thm15="http://schemas.microsoft.com/office/thememl/2012/main" name="S4F Template" id="{8187A0D7-44D4-4A4B-A36D-CEF7DE641DC2}" vid="{E04EDAD1-AFC5-BE4E-A44C-E641ABC5FF65}"/>
    </a:ext>
  </a:extLst>
</a:theme>
</file>

<file path=ppt/theme/theme1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EA691DA1475FED40816A34A9887BD419" ma:contentTypeVersion="25" ma:contentTypeDescription="Create a new document." ma:contentTypeScope="" ma:versionID="f84ceb03c7fb484362c32ee8faf439b3">
  <xsd:schema xmlns:xsd="http://www.w3.org/2001/XMLSchema" xmlns:xs="http://www.w3.org/2001/XMLSchema" xmlns:p="http://schemas.microsoft.com/office/2006/metadata/properties" xmlns:ns1="http://schemas.microsoft.com/sharepoint/v3" xmlns:ns2="91871c47-af2e-43ea-ad3f-7bb4c536bc45" xmlns:ns3="ba249638-b5c4-4b59-8094-70d8491c2e9c" xmlns:ns4="cb52ee0d-5346-4ae8-a9f9-d746adffeb6b" targetNamespace="http://schemas.microsoft.com/office/2006/metadata/properties" ma:root="true" ma:fieldsID="54372b6b2bb40f924c416d4186193cec" ns1:_="" ns2:_="" ns3:_="" ns4:_="">
    <xsd:import namespace="http://schemas.microsoft.com/sharepoint/v3"/>
    <xsd:import namespace="91871c47-af2e-43ea-ad3f-7bb4c536bc45"/>
    <xsd:import namespace="ba249638-b5c4-4b59-8094-70d8491c2e9c"/>
    <xsd:import namespace="cb52ee0d-5346-4ae8-a9f9-d746adffeb6b"/>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DateTaken" minOccurs="0"/>
                <xsd:element ref="ns2:MediaServiceAutoKeyPoints" minOccurs="0"/>
                <xsd:element ref="ns2:MediaServiceKeyPoints" minOccurs="0"/>
                <xsd:element ref="ns2:MediaLengthInSeconds" minOccurs="0"/>
                <xsd:element ref="ns2:ReportDate" minOccurs="0"/>
                <xsd:element ref="ns2:MediaServiceAutoTags" minOccurs="0"/>
                <xsd:element ref="ns2:lcf76f155ced4ddcb4097134ff3c332f" minOccurs="0"/>
                <xsd:element ref="ns4:TaxCatchAll" minOccurs="0"/>
                <xsd:element ref="ns2:MediaServiceGenerationTime" minOccurs="0"/>
                <xsd:element ref="ns2:MediaServiceEventHashCode" minOccurs="0"/>
                <xsd:element ref="ns2:MediaServiceOCR" minOccurs="0"/>
                <xsd:element ref="ns2:MediaServiceLocation" minOccurs="0"/>
                <xsd:element ref="ns2:MediaServiceObjectDetectorVersions" minOccurs="0"/>
                <xsd:element ref="ns2:MediaServiceSearchProperties" minOccurs="0"/>
                <xsd:element ref="ns1:_ip_UnifiedCompliancePolicyProperties" minOccurs="0"/>
                <xsd:element ref="ns1:_ip_UnifiedCompliancePolicyUIAction" minOccurs="0"/>
                <xsd:element ref="ns2:Remarks" minOccurs="0"/>
                <xsd:element ref="ns2:Details" minOccurs="0"/>
                <xsd:element ref="ns2:FolderInfo" minOccurs="0"/>
                <xsd:element ref="ns2:T_x002d_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7" nillable="true" ma:displayName="Unified Compliance Policy Properties" ma:hidden="true" ma:internalName="_ip_UnifiedCompliancePolicyProperties">
      <xsd:simpleType>
        <xsd:restriction base="dms:Note"/>
      </xsd:simpleType>
    </xsd:element>
    <xsd:element name="_ip_UnifiedCompliancePolicyUIAction" ma:index="28"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1871c47-af2e-43ea-ad3f-7bb4c536bc4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MediaLengthInSeconds" ma:index="15" nillable="true" ma:displayName="Length (seconds)" ma:internalName="MediaLengthInSeconds" ma:readOnly="true">
      <xsd:simpleType>
        <xsd:restriction base="dms:Unknown"/>
      </xsd:simpleType>
    </xsd:element>
    <xsd:element name="ReportDate" ma:index="16" nillable="true" ma:displayName="Report Date" ma:format="DateOnly" ma:internalName="ReportDate">
      <xsd:simpleType>
        <xsd:restriction base="dms:DateTime"/>
      </xsd:simpleType>
    </xsd:element>
    <xsd:element name="MediaServiceAutoTags" ma:index="17" nillable="true" ma:displayName="Tags" ma:internalName="MediaServiceAutoTags" ma:readOnly="true">
      <xsd:simpleType>
        <xsd:restriction base="dms:Text"/>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c3dfe741-475c-44cf-bcd4-46bfd3fd0691" ma:termSetId="09814cd3-568e-fe90-9814-8d621ff8fb84" ma:anchorId="fba54fb3-c3e1-fe81-a776-ca4b69148c4d" ma:open="true" ma:isKeyword="false">
      <xsd:complexType>
        <xsd:sequence>
          <xsd:element ref="pc:Terms" minOccurs="0" maxOccurs="1"/>
        </xsd:sequence>
      </xsd:complexType>
    </xsd:element>
    <xsd:element name="MediaServiceGenerationTime" ma:index="21" nillable="true" ma:displayName="MediaServiceGenerationTime" ma:hidden="true" ma:internalName="MediaServiceGenerationTime" ma:readOnly="true">
      <xsd:simpleType>
        <xsd:restriction base="dms:Text"/>
      </xsd:simpleType>
    </xsd:element>
    <xsd:element name="MediaServiceEventHashCode" ma:index="22" nillable="true" ma:displayName="MediaServiceEventHashCode" ma:hidden="true" ma:internalName="MediaServiceEventHashCode" ma:readOnly="true">
      <xsd:simpleType>
        <xsd:restriction base="dms:Text"/>
      </xsd:simpleType>
    </xsd:element>
    <xsd:element name="MediaServiceOCR" ma:index="23" nillable="true" ma:displayName="Extracted Text" ma:internalName="MediaServiceOCR" ma:readOnly="true">
      <xsd:simpleType>
        <xsd:restriction base="dms:Note">
          <xsd:maxLength value="255"/>
        </xsd:restriction>
      </xsd:simpleType>
    </xsd:element>
    <xsd:element name="MediaServiceLocation" ma:index="24" nillable="true" ma:displayName="Location" ma:indexed="true" ma:internalName="MediaServiceLocation" ma:readOnly="true">
      <xsd:simpleType>
        <xsd:restriction base="dms:Text"/>
      </xsd:simpleType>
    </xsd:element>
    <xsd:element name="MediaServiceObjectDetectorVersions" ma:index="25" nillable="true" ma:displayName="MediaServiceObjectDetectorVersions" ma:hidden="true" ma:indexed="true" ma:internalName="MediaServiceObjectDetectorVersions" ma:readOnly="true">
      <xsd:simpleType>
        <xsd:restriction base="dms:Text"/>
      </xsd:simpleType>
    </xsd:element>
    <xsd:element name="MediaServiceSearchProperties" ma:index="26" nillable="true" ma:displayName="MediaServiceSearchProperties" ma:hidden="true" ma:internalName="MediaServiceSearchProperties" ma:readOnly="true">
      <xsd:simpleType>
        <xsd:restriction base="dms:Note"/>
      </xsd:simpleType>
    </xsd:element>
    <xsd:element name="Remarks" ma:index="29" nillable="true" ma:displayName="Remarks" ma:format="Dropdown" ma:internalName="Remarks">
      <xsd:simpleType>
        <xsd:restriction base="dms:Text">
          <xsd:maxLength value="255"/>
        </xsd:restriction>
      </xsd:simpleType>
    </xsd:element>
    <xsd:element name="Details" ma:index="30" nillable="true" ma:displayName="Details" ma:format="Dropdown" ma:internalName="Details">
      <xsd:simpleType>
        <xsd:restriction base="dms:Note">
          <xsd:maxLength value="255"/>
        </xsd:restriction>
      </xsd:simpleType>
    </xsd:element>
    <xsd:element name="FolderInfo" ma:index="31" nillable="true" ma:displayName="Folder/File Info" ma:format="Dropdown" ma:internalName="FolderInfo">
      <xsd:simpleType>
        <xsd:restriction base="dms:Note">
          <xsd:maxLength value="255"/>
        </xsd:restriction>
      </xsd:simpleType>
    </xsd:element>
    <xsd:element name="T_x002d_Code" ma:index="32" nillable="true" ma:displayName="T-Code" ma:format="Dropdown" ma:internalName="T_x002d_Code">
      <xsd:simpleType>
        <xsd:restriction base="dms:Text">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ba249638-b5c4-4b59-8094-70d8491c2e9c"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cb52ee0d-5346-4ae8-a9f9-d746adffeb6b" elementFormDefault="qualified">
    <xsd:import namespace="http://schemas.microsoft.com/office/2006/documentManagement/types"/>
    <xsd:import namespace="http://schemas.microsoft.com/office/infopath/2007/PartnerControls"/>
    <xsd:element name="TaxCatchAll" ma:index="20" nillable="true" ma:displayName="Taxonomy Catch All Column" ma:hidden="true" ma:list="{4cb22aed-3451-4198-9f27-006c28665e31}" ma:internalName="TaxCatchAll" ma:showField="CatchAllData" ma:web="cb52ee0d-5346-4ae8-a9f9-d746adffeb6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ReportDate xmlns="91871c47-af2e-43ea-ad3f-7bb4c536bc45" xsi:nil="true"/>
    <lcf76f155ced4ddcb4097134ff3c332f xmlns="91871c47-af2e-43ea-ad3f-7bb4c536bc45">
      <Terms xmlns="http://schemas.microsoft.com/office/infopath/2007/PartnerControls"/>
    </lcf76f155ced4ddcb4097134ff3c332f>
    <TaxCatchAll xmlns="cb52ee0d-5346-4ae8-a9f9-d746adffeb6b" xsi:nil="true"/>
    <_ip_UnifiedCompliancePolicyUIAction xmlns="http://schemas.microsoft.com/sharepoint/v3" xsi:nil="true"/>
    <_ip_UnifiedCompliancePolicyProperties xmlns="http://schemas.microsoft.com/sharepoint/v3" xsi:nil="true"/>
    <Details xmlns="91871c47-af2e-43ea-ad3f-7bb4c536bc45" xsi:nil="true"/>
    <FolderInfo xmlns="91871c47-af2e-43ea-ad3f-7bb4c536bc45" xsi:nil="true"/>
    <Remarks xmlns="91871c47-af2e-43ea-ad3f-7bb4c536bc45" xsi:nil="true"/>
    <T_x002d_Code xmlns="91871c47-af2e-43ea-ad3f-7bb4c536bc45" xsi:nil="true"/>
  </documentManagement>
</p:properties>
</file>

<file path=customXml/itemProps1.xml><?xml version="1.0" encoding="utf-8"?>
<ds:datastoreItem xmlns:ds="http://schemas.openxmlformats.org/officeDocument/2006/customXml" ds:itemID="{5F43394D-A9A2-4315-AC7E-DD8C77BEB19A}">
  <ds:schemaRefs>
    <ds:schemaRef ds:uri="http://schemas.microsoft.com/sharepoint/v3/contenttype/forms"/>
  </ds:schemaRefs>
</ds:datastoreItem>
</file>

<file path=customXml/itemProps2.xml><?xml version="1.0" encoding="utf-8"?>
<ds:datastoreItem xmlns:ds="http://schemas.openxmlformats.org/officeDocument/2006/customXml" ds:itemID="{F19841F7-3E70-42B2-B7FE-78D4708C313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91871c47-af2e-43ea-ad3f-7bb4c536bc45"/>
    <ds:schemaRef ds:uri="ba249638-b5c4-4b59-8094-70d8491c2e9c"/>
    <ds:schemaRef ds:uri="cb52ee0d-5346-4ae8-a9f9-d746adffeb6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E3BC77B7-89BE-45D2-B43A-94AB4C5F40F4}">
  <ds:schemaRefs>
    <ds:schemaRef ds:uri="http://www.w3.org/XML/1998/namespace"/>
    <ds:schemaRef ds:uri="http://purl.org/dc/terms/"/>
    <ds:schemaRef ds:uri="http://purl.org/dc/dcmitype/"/>
    <ds:schemaRef ds:uri="http://schemas.microsoft.com/office/2006/documentManagement/types"/>
    <ds:schemaRef ds:uri="http://schemas.microsoft.com/office/infopath/2007/PartnerControls"/>
    <ds:schemaRef ds:uri="http://purl.org/dc/elements/1.1/"/>
    <ds:schemaRef ds:uri="http://schemas.microsoft.com/office/2006/metadata/properties"/>
    <ds:schemaRef ds:uri="http://schemas.openxmlformats.org/package/2006/metadata/core-properties"/>
    <ds:schemaRef ds:uri="ba249638-b5c4-4b59-8094-70d8491c2e9c"/>
    <ds:schemaRef ds:uri="91871c47-af2e-43ea-ad3f-7bb4c536bc45"/>
    <ds:schemaRef ds:uri="cb52ee0d-5346-4ae8-a9f9-d746adffeb6b"/>
    <ds:schemaRef ds:uri="http://schemas.microsoft.com/sharepoint/v3"/>
  </ds:schemaRefs>
</ds:datastoreItem>
</file>

<file path=docMetadata/LabelInfo.xml><?xml version="1.0" encoding="utf-8"?>
<clbl:labelList xmlns:clbl="http://schemas.microsoft.com/office/2020/mipLabelMetadata">
  <clbl:label id="{b020b37f-db72-473e-ae54-fb16df408069}" enabled="1" method="Standard" siteId="{705d07a3-2eea-4f3b-ab59-65ca29abeb26}" contentBits="0" removed="0"/>
</clbl:labelList>
</file>

<file path=docProps/app.xml><?xml version="1.0" encoding="utf-8"?>
<Properties xmlns="http://schemas.openxmlformats.org/officeDocument/2006/extended-properties" xmlns:vt="http://schemas.openxmlformats.org/officeDocument/2006/docPropsVTypes">
  <Template>S4F Template</Template>
  <TotalTime>1815</TotalTime>
  <Words>2209</Words>
  <Application>Microsoft Office PowerPoint</Application>
  <PresentationFormat>Widescreen</PresentationFormat>
  <Paragraphs>395</Paragraphs>
  <Slides>21</Slides>
  <Notes>1</Notes>
  <HiddenSlides>0</HiddenSlides>
  <MMClips>0</MMClips>
  <ScaleCrop>false</ScaleCrop>
  <HeadingPairs>
    <vt:vector size="6" baseType="variant">
      <vt:variant>
        <vt:lpstr>Fonts Used</vt:lpstr>
      </vt:variant>
      <vt:variant>
        <vt:i4>3</vt:i4>
      </vt:variant>
      <vt:variant>
        <vt:lpstr>Theme</vt:lpstr>
      </vt:variant>
      <vt:variant>
        <vt:i4>12</vt:i4>
      </vt:variant>
      <vt:variant>
        <vt:lpstr>Slide Titles</vt:lpstr>
      </vt:variant>
      <vt:variant>
        <vt:i4>21</vt:i4>
      </vt:variant>
    </vt:vector>
  </HeadingPairs>
  <TitlesOfParts>
    <vt:vector size="36" baseType="lpstr">
      <vt:lpstr>Arial</vt:lpstr>
      <vt:lpstr>Calibri</vt:lpstr>
      <vt:lpstr>Calibri Light</vt:lpstr>
      <vt:lpstr>Custom Design</vt:lpstr>
      <vt:lpstr>Global Leaf</vt:lpstr>
      <vt:lpstr>Global Supply Chain</vt:lpstr>
      <vt:lpstr>Inventory Management</vt:lpstr>
      <vt:lpstr>MM Automation</vt:lpstr>
      <vt:lpstr>Order-to-Cash</vt:lpstr>
      <vt:lpstr>R&amp;D</vt:lpstr>
      <vt:lpstr>Shop Floor</vt:lpstr>
      <vt:lpstr>Business Partner Concept</vt:lpstr>
      <vt:lpstr>APO</vt:lpstr>
      <vt:lpstr>P2P</vt:lpstr>
      <vt:lpstr>JTI</vt:lpstr>
      <vt:lpstr>PowerPoint Presentation</vt:lpstr>
      <vt:lpstr>ORDER TO CASH</vt:lpstr>
      <vt:lpstr>End to end global sales process</vt:lpstr>
      <vt:lpstr> Sales Order Process</vt:lpstr>
      <vt:lpstr> Sales Order Process Overview</vt:lpstr>
      <vt:lpstr>Sales Document Management</vt:lpstr>
      <vt:lpstr>Sales Document Management:  Sales Document Flow in Sales Documents</vt:lpstr>
      <vt:lpstr>Sales Organization structure</vt:lpstr>
      <vt:lpstr>   Sales Organization Structure</vt:lpstr>
      <vt:lpstr> Sales Organization Structure and Master Data in Sales</vt:lpstr>
      <vt:lpstr>Sales Document Management: JTI Sales Organization Structure</vt:lpstr>
      <vt:lpstr> Sales Document Management: JTI Sales Organization Structure continued…</vt:lpstr>
      <vt:lpstr>Sales Document Management: JTI Sales Organization Structure &amp; Sales Area</vt:lpstr>
      <vt:lpstr>Business Partners (BP):  Customers for Sales</vt:lpstr>
      <vt:lpstr>Business Partner (BP): Customer for Sales</vt:lpstr>
      <vt:lpstr> Business Partners Overview</vt:lpstr>
      <vt:lpstr>Business Partners Overview: BP Roles &amp; Numbering</vt:lpstr>
      <vt:lpstr>Business Partners Overview: BP Roles &amp; Numbering</vt:lpstr>
      <vt:lpstr>Business Partners Overview: Customer Partner Roles Overview</vt:lpstr>
      <vt:lpstr>Business Partners Overview: BP Customer Partner Roles in SAP S/4 HANA</vt:lpstr>
      <vt:lpstr>Sales Document Management: Data from different Business Partners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Sara Griffiths</dc:creator>
  <cp:lastModifiedBy>Ragathu, Naidu</cp:lastModifiedBy>
  <cp:revision>68</cp:revision>
  <dcterms:created xsi:type="dcterms:W3CDTF">2019-04-11T09:35:08Z</dcterms:created>
  <dcterms:modified xsi:type="dcterms:W3CDTF">2026-07-17T19:17:46Z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0x010100EA691DA1475FED40816A34A9887BD419</vt:lpwstr>
  </property>
  <property fmtid="{D5CDD505-2E9C-101B-9397-08002B2CF9AE}" pid="3" name="MSIP_Label_b020b37f-db72-473e-ae54-fb16df408069_Enabled">
    <vt:lpwstr>true</vt:lpwstr>
  </property>
  <property fmtid="{D5CDD505-2E9C-101B-9397-08002B2CF9AE}" pid="4" name="MSIP_Label_b020b37f-db72-473e-ae54-fb16df408069_SetDate">
    <vt:lpwstr>2021-02-24T10:41:19Z</vt:lpwstr>
  </property>
  <property fmtid="{D5CDD505-2E9C-101B-9397-08002B2CF9AE}" pid="5" name="MSIP_Label_b020b37f-db72-473e-ae54-fb16df408069_Method">
    <vt:lpwstr>Standard</vt:lpwstr>
  </property>
  <property fmtid="{D5CDD505-2E9C-101B-9397-08002B2CF9AE}" pid="6" name="MSIP_Label_b020b37f-db72-473e-ae54-fb16df408069_Name">
    <vt:lpwstr>General</vt:lpwstr>
  </property>
  <property fmtid="{D5CDD505-2E9C-101B-9397-08002B2CF9AE}" pid="7" name="MSIP_Label_b020b37f-db72-473e-ae54-fb16df408069_SiteId">
    <vt:lpwstr>705d07a3-2eea-4f3b-ab59-65ca29abeb26</vt:lpwstr>
  </property>
  <property fmtid="{D5CDD505-2E9C-101B-9397-08002B2CF9AE}" pid="8" name="MSIP_Label_b020b37f-db72-473e-ae54-fb16df408069_ActionId">
    <vt:lpwstr>d4c9f941-09e1-4408-9dec-90b166215703</vt:lpwstr>
  </property>
  <property fmtid="{D5CDD505-2E9C-101B-9397-08002B2CF9AE}" pid="9" name="MSIP_Label_b020b37f-db72-473e-ae54-fb16df408069_ContentBits">
    <vt:lpwstr>0</vt:lpwstr>
  </property>
</Properties>
</file>