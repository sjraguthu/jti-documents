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26"/>
  </p:notesMasterIdLst>
  <p:sldIdLst>
    <p:sldId id="3388" r:id="rId7"/>
    <p:sldId id="3367" r:id="rId8"/>
    <p:sldId id="3384" r:id="rId9"/>
    <p:sldId id="3390" r:id="rId10"/>
    <p:sldId id="3368" r:id="rId11"/>
    <p:sldId id="3369" r:id="rId12"/>
    <p:sldId id="3370" r:id="rId13"/>
    <p:sldId id="3371" r:id="rId14"/>
    <p:sldId id="3372" r:id="rId15"/>
    <p:sldId id="3366" r:id="rId16"/>
    <p:sldId id="3391" r:id="rId17"/>
    <p:sldId id="3373" r:id="rId18"/>
    <p:sldId id="3374" r:id="rId19"/>
    <p:sldId id="3375" r:id="rId20"/>
    <p:sldId id="3376" r:id="rId21"/>
    <p:sldId id="3377" r:id="rId22"/>
    <p:sldId id="3378" r:id="rId23"/>
    <p:sldId id="3392" r:id="rId24"/>
    <p:sldId id="338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0B1F0-FAF0-4415-A2CE-9735BFB9A850}" v="2" dt="2024-04-25T17:08:38.8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298B78E7-289E-44D3-AE64-26EF3BBB669D}"/>
    <pc:docChg chg="delSld delMainMaster">
      <pc:chgData name="Wang, Wei" userId="627587dd-935f-4f2b-a6c6-edd4e0dcbff5" providerId="ADAL" clId="{298B78E7-289E-44D3-AE64-26EF3BBB669D}" dt="2020-05-21T14:44:09.853" v="277" actId="2696"/>
      <pc:docMkLst>
        <pc:docMk/>
      </pc:docMkLst>
      <pc:sldChg chg="del">
        <pc:chgData name="Wang, Wei" userId="627587dd-935f-4f2b-a6c6-edd4e0dcbff5" providerId="ADAL" clId="{298B78E7-289E-44D3-AE64-26EF3BBB669D}" dt="2020-05-21T14:44:06.873" v="136" actId="2696"/>
        <pc:sldMkLst>
          <pc:docMk/>
          <pc:sldMk cId="3466899689" sldId="264"/>
        </pc:sldMkLst>
      </pc:sldChg>
      <pc:sldChg chg="del">
        <pc:chgData name="Wang, Wei" userId="627587dd-935f-4f2b-a6c6-edd4e0dcbff5" providerId="ADAL" clId="{298B78E7-289E-44D3-AE64-26EF3BBB669D}" dt="2020-05-21T14:43:43.266" v="0" actId="2696"/>
        <pc:sldMkLst>
          <pc:docMk/>
          <pc:sldMk cId="1859003141" sldId="403"/>
        </pc:sldMkLst>
      </pc:sldChg>
      <pc:sldChg chg="del">
        <pc:chgData name="Wang, Wei" userId="627587dd-935f-4f2b-a6c6-edd4e0dcbff5" providerId="ADAL" clId="{298B78E7-289E-44D3-AE64-26EF3BBB669D}" dt="2020-05-21T14:43:43.295" v="2" actId="2696"/>
        <pc:sldMkLst>
          <pc:docMk/>
          <pc:sldMk cId="1292908463" sldId="404"/>
        </pc:sldMkLst>
      </pc:sldChg>
      <pc:sldChg chg="del">
        <pc:chgData name="Wang, Wei" userId="627587dd-935f-4f2b-a6c6-edd4e0dcbff5" providerId="ADAL" clId="{298B78E7-289E-44D3-AE64-26EF3BBB669D}" dt="2020-05-21T14:43:43.364" v="4" actId="2696"/>
        <pc:sldMkLst>
          <pc:docMk/>
          <pc:sldMk cId="446603853" sldId="409"/>
        </pc:sldMkLst>
      </pc:sldChg>
      <pc:sldChg chg="del">
        <pc:chgData name="Wang, Wei" userId="627587dd-935f-4f2b-a6c6-edd4e0dcbff5" providerId="ADAL" clId="{298B78E7-289E-44D3-AE64-26EF3BBB669D}" dt="2020-05-21T14:43:43.335" v="3" actId="2696"/>
        <pc:sldMkLst>
          <pc:docMk/>
          <pc:sldMk cId="2082923428" sldId="454"/>
        </pc:sldMkLst>
      </pc:sldChg>
      <pc:sldChg chg="del">
        <pc:chgData name="Wang, Wei" userId="627587dd-935f-4f2b-a6c6-edd4e0dcbff5" providerId="ADAL" clId="{298B78E7-289E-44D3-AE64-26EF3BBB669D}" dt="2020-05-21T14:43:43.484" v="7" actId="2696"/>
        <pc:sldMkLst>
          <pc:docMk/>
          <pc:sldMk cId="3715361786" sldId="1704"/>
        </pc:sldMkLst>
      </pc:sldChg>
      <pc:sldChg chg="del">
        <pc:chgData name="Wang, Wei" userId="627587dd-935f-4f2b-a6c6-edd4e0dcbff5" providerId="ADAL" clId="{298B78E7-289E-44D3-AE64-26EF3BBB669D}" dt="2020-05-21T14:43:43.655" v="9" actId="2696"/>
        <pc:sldMkLst>
          <pc:docMk/>
          <pc:sldMk cId="3964538499" sldId="1705"/>
        </pc:sldMkLst>
      </pc:sldChg>
      <pc:sldChg chg="del">
        <pc:chgData name="Wang, Wei" userId="627587dd-935f-4f2b-a6c6-edd4e0dcbff5" providerId="ADAL" clId="{298B78E7-289E-44D3-AE64-26EF3BBB669D}" dt="2020-05-21T14:44:06.313" v="122" actId="2696"/>
        <pc:sldMkLst>
          <pc:docMk/>
          <pc:sldMk cId="3804357427" sldId="2298"/>
        </pc:sldMkLst>
      </pc:sldChg>
      <pc:sldChg chg="del">
        <pc:chgData name="Wang, Wei" userId="627587dd-935f-4f2b-a6c6-edd4e0dcbff5" providerId="ADAL" clId="{298B78E7-289E-44D3-AE64-26EF3BBB669D}" dt="2020-05-21T14:44:06.280" v="121" actId="2696"/>
        <pc:sldMkLst>
          <pc:docMk/>
          <pc:sldMk cId="885530237" sldId="2309"/>
        </pc:sldMkLst>
      </pc:sldChg>
      <pc:sldChg chg="del">
        <pc:chgData name="Wang, Wei" userId="627587dd-935f-4f2b-a6c6-edd4e0dcbff5" providerId="ADAL" clId="{298B78E7-289E-44D3-AE64-26EF3BBB669D}" dt="2020-05-21T14:44:09.490" v="236" actId="2696"/>
        <pc:sldMkLst>
          <pc:docMk/>
          <pc:sldMk cId="3774687517" sldId="2313"/>
        </pc:sldMkLst>
      </pc:sldChg>
      <pc:sldChg chg="del">
        <pc:chgData name="Wang, Wei" userId="627587dd-935f-4f2b-a6c6-edd4e0dcbff5" providerId="ADAL" clId="{298B78E7-289E-44D3-AE64-26EF3BBB669D}" dt="2020-05-21T14:44:09.510" v="237" actId="2696"/>
        <pc:sldMkLst>
          <pc:docMk/>
          <pc:sldMk cId="4032403608" sldId="2314"/>
        </pc:sldMkLst>
      </pc:sldChg>
      <pc:sldChg chg="del">
        <pc:chgData name="Wang, Wei" userId="627587dd-935f-4f2b-a6c6-edd4e0dcbff5" providerId="ADAL" clId="{298B78E7-289E-44D3-AE64-26EF3BBB669D}" dt="2020-05-21T14:44:09.539" v="238" actId="2696"/>
        <pc:sldMkLst>
          <pc:docMk/>
          <pc:sldMk cId="3720918296" sldId="2315"/>
        </pc:sldMkLst>
      </pc:sldChg>
      <pc:sldChg chg="del">
        <pc:chgData name="Wang, Wei" userId="627587dd-935f-4f2b-a6c6-edd4e0dcbff5" providerId="ADAL" clId="{298B78E7-289E-44D3-AE64-26EF3BBB669D}" dt="2020-05-21T14:44:09.574" v="239" actId="2696"/>
        <pc:sldMkLst>
          <pc:docMk/>
          <pc:sldMk cId="1848472487" sldId="2316"/>
        </pc:sldMkLst>
      </pc:sldChg>
      <pc:sldChg chg="del">
        <pc:chgData name="Wang, Wei" userId="627587dd-935f-4f2b-a6c6-edd4e0dcbff5" providerId="ADAL" clId="{298B78E7-289E-44D3-AE64-26EF3BBB669D}" dt="2020-05-21T14:44:09.594" v="240" actId="2696"/>
        <pc:sldMkLst>
          <pc:docMk/>
          <pc:sldMk cId="225359671" sldId="2317"/>
        </pc:sldMkLst>
      </pc:sldChg>
      <pc:sldChg chg="del">
        <pc:chgData name="Wang, Wei" userId="627587dd-935f-4f2b-a6c6-edd4e0dcbff5" providerId="ADAL" clId="{298B78E7-289E-44D3-AE64-26EF3BBB669D}" dt="2020-05-21T14:44:09.610" v="241" actId="2696"/>
        <pc:sldMkLst>
          <pc:docMk/>
          <pc:sldMk cId="822791018" sldId="2318"/>
        </pc:sldMkLst>
      </pc:sldChg>
      <pc:sldChg chg="del">
        <pc:chgData name="Wang, Wei" userId="627587dd-935f-4f2b-a6c6-edd4e0dcbff5" providerId="ADAL" clId="{298B78E7-289E-44D3-AE64-26EF3BBB669D}" dt="2020-05-21T14:44:03.035" v="22" actId="2696"/>
        <pc:sldMkLst>
          <pc:docMk/>
          <pc:sldMk cId="1886563594" sldId="2327"/>
        </pc:sldMkLst>
      </pc:sldChg>
      <pc:sldChg chg="del">
        <pc:chgData name="Wang, Wei" userId="627587dd-935f-4f2b-a6c6-edd4e0dcbff5" providerId="ADAL" clId="{298B78E7-289E-44D3-AE64-26EF3BBB669D}" dt="2020-05-21T14:44:04.941" v="91" actId="2696"/>
        <pc:sldMkLst>
          <pc:docMk/>
          <pc:sldMk cId="3610868713" sldId="2342"/>
        </pc:sldMkLst>
      </pc:sldChg>
      <pc:sldChg chg="del">
        <pc:chgData name="Wang, Wei" userId="627587dd-935f-4f2b-a6c6-edd4e0dcbff5" providerId="ADAL" clId="{298B78E7-289E-44D3-AE64-26EF3BBB669D}" dt="2020-05-21T14:44:09.409" v="233" actId="2696"/>
        <pc:sldMkLst>
          <pc:docMk/>
          <pc:sldMk cId="22907484" sldId="2522"/>
        </pc:sldMkLst>
      </pc:sldChg>
      <pc:sldChg chg="del">
        <pc:chgData name="Wang, Wei" userId="627587dd-935f-4f2b-a6c6-edd4e0dcbff5" providerId="ADAL" clId="{298B78E7-289E-44D3-AE64-26EF3BBB669D}" dt="2020-05-21T14:44:06.981" v="138" actId="2696"/>
        <pc:sldMkLst>
          <pc:docMk/>
          <pc:sldMk cId="3228592079" sldId="2529"/>
        </pc:sldMkLst>
      </pc:sldChg>
      <pc:sldChg chg="del">
        <pc:chgData name="Wang, Wei" userId="627587dd-935f-4f2b-a6c6-edd4e0dcbff5" providerId="ADAL" clId="{298B78E7-289E-44D3-AE64-26EF3BBB669D}" dt="2020-05-21T14:44:07.252" v="145" actId="2696"/>
        <pc:sldMkLst>
          <pc:docMk/>
          <pc:sldMk cId="2993275869" sldId="2530"/>
        </pc:sldMkLst>
      </pc:sldChg>
      <pc:sldChg chg="del">
        <pc:chgData name="Wang, Wei" userId="627587dd-935f-4f2b-a6c6-edd4e0dcbff5" providerId="ADAL" clId="{298B78E7-289E-44D3-AE64-26EF3BBB669D}" dt="2020-05-21T14:44:07.052" v="140" actId="2696"/>
        <pc:sldMkLst>
          <pc:docMk/>
          <pc:sldMk cId="3687469778" sldId="2537"/>
        </pc:sldMkLst>
      </pc:sldChg>
      <pc:sldChg chg="del">
        <pc:chgData name="Wang, Wei" userId="627587dd-935f-4f2b-a6c6-edd4e0dcbff5" providerId="ADAL" clId="{298B78E7-289E-44D3-AE64-26EF3BBB669D}" dt="2020-05-21T14:44:07.558" v="152" actId="2696"/>
        <pc:sldMkLst>
          <pc:docMk/>
          <pc:sldMk cId="1679945427" sldId="2538"/>
        </pc:sldMkLst>
      </pc:sldChg>
      <pc:sldChg chg="del">
        <pc:chgData name="Wang, Wei" userId="627587dd-935f-4f2b-a6c6-edd4e0dcbff5" providerId="ADAL" clId="{298B78E7-289E-44D3-AE64-26EF3BBB669D}" dt="2020-05-21T14:44:08.656" v="206" actId="2696"/>
        <pc:sldMkLst>
          <pc:docMk/>
          <pc:sldMk cId="1713380516" sldId="2558"/>
        </pc:sldMkLst>
      </pc:sldChg>
      <pc:sldChg chg="del">
        <pc:chgData name="Wang, Wei" userId="627587dd-935f-4f2b-a6c6-edd4e0dcbff5" providerId="ADAL" clId="{298B78E7-289E-44D3-AE64-26EF3BBB669D}" dt="2020-05-21T14:44:08.008" v="187" actId="2696"/>
        <pc:sldMkLst>
          <pc:docMk/>
          <pc:sldMk cId="2955668432" sldId="2559"/>
        </pc:sldMkLst>
      </pc:sldChg>
      <pc:sldChg chg="del">
        <pc:chgData name="Wang, Wei" userId="627587dd-935f-4f2b-a6c6-edd4e0dcbff5" providerId="ADAL" clId="{298B78E7-289E-44D3-AE64-26EF3BBB669D}" dt="2020-05-21T14:44:08.467" v="200" actId="2696"/>
        <pc:sldMkLst>
          <pc:docMk/>
          <pc:sldMk cId="523632826" sldId="2560"/>
        </pc:sldMkLst>
      </pc:sldChg>
      <pc:sldChg chg="del">
        <pc:chgData name="Wang, Wei" userId="627587dd-935f-4f2b-a6c6-edd4e0dcbff5" providerId="ADAL" clId="{298B78E7-289E-44D3-AE64-26EF3BBB669D}" dt="2020-05-21T14:44:08.220" v="193" actId="2696"/>
        <pc:sldMkLst>
          <pc:docMk/>
          <pc:sldMk cId="167443583" sldId="2561"/>
        </pc:sldMkLst>
      </pc:sldChg>
      <pc:sldChg chg="del">
        <pc:chgData name="Wang, Wei" userId="627587dd-935f-4f2b-a6c6-edd4e0dcbff5" providerId="ADAL" clId="{298B78E7-289E-44D3-AE64-26EF3BBB669D}" dt="2020-05-21T14:44:08.492" v="201" actId="2696"/>
        <pc:sldMkLst>
          <pc:docMk/>
          <pc:sldMk cId="881083979" sldId="2564"/>
        </pc:sldMkLst>
      </pc:sldChg>
      <pc:sldChg chg="del">
        <pc:chgData name="Wang, Wei" userId="627587dd-935f-4f2b-a6c6-edd4e0dcbff5" providerId="ADAL" clId="{298B78E7-289E-44D3-AE64-26EF3BBB669D}" dt="2020-05-21T14:44:07.661" v="154" actId="2696"/>
        <pc:sldMkLst>
          <pc:docMk/>
          <pc:sldMk cId="3797758620" sldId="2574"/>
        </pc:sldMkLst>
      </pc:sldChg>
      <pc:sldChg chg="del">
        <pc:chgData name="Wang, Wei" userId="627587dd-935f-4f2b-a6c6-edd4e0dcbff5" providerId="ADAL" clId="{298B78E7-289E-44D3-AE64-26EF3BBB669D}" dt="2020-05-21T14:44:09.394" v="231" actId="2696"/>
        <pc:sldMkLst>
          <pc:docMk/>
          <pc:sldMk cId="391170887" sldId="2638"/>
        </pc:sldMkLst>
      </pc:sldChg>
      <pc:sldChg chg="del">
        <pc:chgData name="Wang, Wei" userId="627587dd-935f-4f2b-a6c6-edd4e0dcbff5" providerId="ADAL" clId="{298B78E7-289E-44D3-AE64-26EF3BBB669D}" dt="2020-05-21T14:44:04.989" v="92" actId="2696"/>
        <pc:sldMkLst>
          <pc:docMk/>
          <pc:sldMk cId="656517287" sldId="2987"/>
        </pc:sldMkLst>
      </pc:sldChg>
      <pc:sldChg chg="del">
        <pc:chgData name="Wang, Wei" userId="627587dd-935f-4f2b-a6c6-edd4e0dcbff5" providerId="ADAL" clId="{298B78E7-289E-44D3-AE64-26EF3BBB669D}" dt="2020-05-21T14:44:05.024" v="93" actId="2696"/>
        <pc:sldMkLst>
          <pc:docMk/>
          <pc:sldMk cId="2823534408" sldId="2988"/>
        </pc:sldMkLst>
      </pc:sldChg>
      <pc:sldChg chg="del">
        <pc:chgData name="Wang, Wei" userId="627587dd-935f-4f2b-a6c6-edd4e0dcbff5" providerId="ADAL" clId="{298B78E7-289E-44D3-AE64-26EF3BBB669D}" dt="2020-05-21T14:44:06.380" v="124" actId="2696"/>
        <pc:sldMkLst>
          <pc:docMk/>
          <pc:sldMk cId="1416977938" sldId="3032"/>
        </pc:sldMkLst>
      </pc:sldChg>
      <pc:sldChg chg="del">
        <pc:chgData name="Wang, Wei" userId="627587dd-935f-4f2b-a6c6-edd4e0dcbff5" providerId="ADAL" clId="{298B78E7-289E-44D3-AE64-26EF3BBB669D}" dt="2020-05-21T14:44:06.357" v="123" actId="2696"/>
        <pc:sldMkLst>
          <pc:docMk/>
          <pc:sldMk cId="4269338773" sldId="3034"/>
        </pc:sldMkLst>
      </pc:sldChg>
      <pc:sldChg chg="del">
        <pc:chgData name="Wang, Wei" userId="627587dd-935f-4f2b-a6c6-edd4e0dcbff5" providerId="ADAL" clId="{298B78E7-289E-44D3-AE64-26EF3BBB669D}" dt="2020-05-21T14:44:06.046" v="116" actId="2696"/>
        <pc:sldMkLst>
          <pc:docMk/>
          <pc:sldMk cId="885568083" sldId="3044"/>
        </pc:sldMkLst>
      </pc:sldChg>
      <pc:sldChg chg="del">
        <pc:chgData name="Wang, Wei" userId="627587dd-935f-4f2b-a6c6-edd4e0dcbff5" providerId="ADAL" clId="{298B78E7-289E-44D3-AE64-26EF3BBB669D}" dt="2020-05-21T14:44:09.736" v="272" actId="2696"/>
        <pc:sldMkLst>
          <pc:docMk/>
          <pc:sldMk cId="2221406117" sldId="3051"/>
        </pc:sldMkLst>
      </pc:sldChg>
      <pc:sldChg chg="del">
        <pc:chgData name="Wang, Wei" userId="627587dd-935f-4f2b-a6c6-edd4e0dcbff5" providerId="ADAL" clId="{298B78E7-289E-44D3-AE64-26EF3BBB669D}" dt="2020-05-21T14:44:09.762" v="273" actId="2696"/>
        <pc:sldMkLst>
          <pc:docMk/>
          <pc:sldMk cId="3256214767" sldId="3052"/>
        </pc:sldMkLst>
      </pc:sldChg>
      <pc:sldChg chg="del">
        <pc:chgData name="Wang, Wei" userId="627587dd-935f-4f2b-a6c6-edd4e0dcbff5" providerId="ADAL" clId="{298B78E7-289E-44D3-AE64-26EF3BBB669D}" dt="2020-05-21T14:44:09.782" v="274" actId="2696"/>
        <pc:sldMkLst>
          <pc:docMk/>
          <pc:sldMk cId="2788603205" sldId="3053"/>
        </pc:sldMkLst>
      </pc:sldChg>
      <pc:sldChg chg="del">
        <pc:chgData name="Wang, Wei" userId="627587dd-935f-4f2b-a6c6-edd4e0dcbff5" providerId="ADAL" clId="{298B78E7-289E-44D3-AE64-26EF3BBB669D}" dt="2020-05-21T14:44:09.801" v="275" actId="2696"/>
        <pc:sldMkLst>
          <pc:docMk/>
          <pc:sldMk cId="487834608" sldId="3054"/>
        </pc:sldMkLst>
      </pc:sldChg>
      <pc:sldChg chg="del">
        <pc:chgData name="Wang, Wei" userId="627587dd-935f-4f2b-a6c6-edd4e0dcbff5" providerId="ADAL" clId="{298B78E7-289E-44D3-AE64-26EF3BBB669D}" dt="2020-05-21T14:44:07.171" v="143" actId="2696"/>
        <pc:sldMkLst>
          <pc:docMk/>
          <pc:sldMk cId="2156271036" sldId="3180"/>
        </pc:sldMkLst>
      </pc:sldChg>
      <pc:sldChg chg="del">
        <pc:chgData name="Wang, Wei" userId="627587dd-935f-4f2b-a6c6-edd4e0dcbff5" providerId="ADAL" clId="{298B78E7-289E-44D3-AE64-26EF3BBB669D}" dt="2020-05-21T14:44:02.997" v="21" actId="2696"/>
        <pc:sldMkLst>
          <pc:docMk/>
          <pc:sldMk cId="3225735422" sldId="3185"/>
        </pc:sldMkLst>
      </pc:sldChg>
      <pc:sldChg chg="del">
        <pc:chgData name="Wang, Wei" userId="627587dd-935f-4f2b-a6c6-edd4e0dcbff5" providerId="ADAL" clId="{298B78E7-289E-44D3-AE64-26EF3BBB669D}" dt="2020-05-21T14:43:43.593" v="8" actId="2696"/>
        <pc:sldMkLst>
          <pc:docMk/>
          <pc:sldMk cId="1652393144" sldId="3188"/>
        </pc:sldMkLst>
      </pc:sldChg>
      <pc:sldChg chg="del">
        <pc:chgData name="Wang, Wei" userId="627587dd-935f-4f2b-a6c6-edd4e0dcbff5" providerId="ADAL" clId="{298B78E7-289E-44D3-AE64-26EF3BBB669D}" dt="2020-05-21T14:44:05.961" v="115" actId="2696"/>
        <pc:sldMkLst>
          <pc:docMk/>
          <pc:sldMk cId="1347930657" sldId="3190"/>
        </pc:sldMkLst>
      </pc:sldChg>
      <pc:sldChg chg="del">
        <pc:chgData name="Wang, Wei" userId="627587dd-935f-4f2b-a6c6-edd4e0dcbff5" providerId="ADAL" clId="{298B78E7-289E-44D3-AE64-26EF3BBB669D}" dt="2020-05-21T14:44:06.127" v="117" actId="2696"/>
        <pc:sldMkLst>
          <pc:docMk/>
          <pc:sldMk cId="1761783579" sldId="3192"/>
        </pc:sldMkLst>
      </pc:sldChg>
      <pc:sldChg chg="del">
        <pc:chgData name="Wang, Wei" userId="627587dd-935f-4f2b-a6c6-edd4e0dcbff5" providerId="ADAL" clId="{298B78E7-289E-44D3-AE64-26EF3BBB669D}" dt="2020-05-21T14:44:06.158" v="118" actId="2696"/>
        <pc:sldMkLst>
          <pc:docMk/>
          <pc:sldMk cId="3842869934" sldId="3193"/>
        </pc:sldMkLst>
      </pc:sldChg>
      <pc:sldChg chg="del">
        <pc:chgData name="Wang, Wei" userId="627587dd-935f-4f2b-a6c6-edd4e0dcbff5" providerId="ADAL" clId="{298B78E7-289E-44D3-AE64-26EF3BBB669D}" dt="2020-05-21T14:43:43.390" v="5" actId="2696"/>
        <pc:sldMkLst>
          <pc:docMk/>
          <pc:sldMk cId="659576491" sldId="3195"/>
        </pc:sldMkLst>
      </pc:sldChg>
      <pc:sldChg chg="del">
        <pc:chgData name="Wang, Wei" userId="627587dd-935f-4f2b-a6c6-edd4e0dcbff5" providerId="ADAL" clId="{298B78E7-289E-44D3-AE64-26EF3BBB669D}" dt="2020-05-21T14:44:02.515" v="10" actId="2696"/>
        <pc:sldMkLst>
          <pc:docMk/>
          <pc:sldMk cId="450852563" sldId="3196"/>
        </pc:sldMkLst>
      </pc:sldChg>
      <pc:sldChg chg="del">
        <pc:chgData name="Wang, Wei" userId="627587dd-935f-4f2b-a6c6-edd4e0dcbff5" providerId="ADAL" clId="{298B78E7-289E-44D3-AE64-26EF3BBB669D}" dt="2020-05-21T14:44:02.595" v="12" actId="2696"/>
        <pc:sldMkLst>
          <pc:docMk/>
          <pc:sldMk cId="1451686496" sldId="3197"/>
        </pc:sldMkLst>
      </pc:sldChg>
      <pc:sldChg chg="del">
        <pc:chgData name="Wang, Wei" userId="627587dd-935f-4f2b-a6c6-edd4e0dcbff5" providerId="ADAL" clId="{298B78E7-289E-44D3-AE64-26EF3BBB669D}" dt="2020-05-21T14:44:02.631" v="13" actId="2696"/>
        <pc:sldMkLst>
          <pc:docMk/>
          <pc:sldMk cId="615656619" sldId="3198"/>
        </pc:sldMkLst>
      </pc:sldChg>
      <pc:sldChg chg="del">
        <pc:chgData name="Wang, Wei" userId="627587dd-935f-4f2b-a6c6-edd4e0dcbff5" providerId="ADAL" clId="{298B78E7-289E-44D3-AE64-26EF3BBB669D}" dt="2020-05-21T14:44:02.673" v="14" actId="2696"/>
        <pc:sldMkLst>
          <pc:docMk/>
          <pc:sldMk cId="3932808795" sldId="3199"/>
        </pc:sldMkLst>
      </pc:sldChg>
      <pc:sldChg chg="del">
        <pc:chgData name="Wang, Wei" userId="627587dd-935f-4f2b-a6c6-edd4e0dcbff5" providerId="ADAL" clId="{298B78E7-289E-44D3-AE64-26EF3BBB669D}" dt="2020-05-21T14:44:02.712" v="15" actId="2696"/>
        <pc:sldMkLst>
          <pc:docMk/>
          <pc:sldMk cId="2409233393" sldId="3200"/>
        </pc:sldMkLst>
      </pc:sldChg>
      <pc:sldChg chg="del">
        <pc:chgData name="Wang, Wei" userId="627587dd-935f-4f2b-a6c6-edd4e0dcbff5" providerId="ADAL" clId="{298B78E7-289E-44D3-AE64-26EF3BBB669D}" dt="2020-05-21T14:44:02.746" v="16" actId="2696"/>
        <pc:sldMkLst>
          <pc:docMk/>
          <pc:sldMk cId="3403919418" sldId="3201"/>
        </pc:sldMkLst>
      </pc:sldChg>
      <pc:sldChg chg="del">
        <pc:chgData name="Wang, Wei" userId="627587dd-935f-4f2b-a6c6-edd4e0dcbff5" providerId="ADAL" clId="{298B78E7-289E-44D3-AE64-26EF3BBB669D}" dt="2020-05-21T14:44:02.784" v="17" actId="2696"/>
        <pc:sldMkLst>
          <pc:docMk/>
          <pc:sldMk cId="1897824491" sldId="3202"/>
        </pc:sldMkLst>
      </pc:sldChg>
      <pc:sldChg chg="del">
        <pc:chgData name="Wang, Wei" userId="627587dd-935f-4f2b-a6c6-edd4e0dcbff5" providerId="ADAL" clId="{298B78E7-289E-44D3-AE64-26EF3BBB669D}" dt="2020-05-21T14:44:03.076" v="23" actId="2696"/>
        <pc:sldMkLst>
          <pc:docMk/>
          <pc:sldMk cId="881279817" sldId="3204"/>
        </pc:sldMkLst>
      </pc:sldChg>
      <pc:sldChg chg="del">
        <pc:chgData name="Wang, Wei" userId="627587dd-935f-4f2b-a6c6-edd4e0dcbff5" providerId="ADAL" clId="{298B78E7-289E-44D3-AE64-26EF3BBB669D}" dt="2020-05-21T14:44:03.117" v="24" actId="2696"/>
        <pc:sldMkLst>
          <pc:docMk/>
          <pc:sldMk cId="2173968615" sldId="3205"/>
        </pc:sldMkLst>
      </pc:sldChg>
      <pc:sldChg chg="del">
        <pc:chgData name="Wang, Wei" userId="627587dd-935f-4f2b-a6c6-edd4e0dcbff5" providerId="ADAL" clId="{298B78E7-289E-44D3-AE64-26EF3BBB669D}" dt="2020-05-21T14:44:03.278" v="28" actId="2696"/>
        <pc:sldMkLst>
          <pc:docMk/>
          <pc:sldMk cId="3993921764" sldId="3206"/>
        </pc:sldMkLst>
      </pc:sldChg>
      <pc:sldChg chg="del">
        <pc:chgData name="Wang, Wei" userId="627587dd-935f-4f2b-a6c6-edd4e0dcbff5" providerId="ADAL" clId="{298B78E7-289E-44D3-AE64-26EF3BBB669D}" dt="2020-05-21T14:44:03.159" v="25" actId="2696"/>
        <pc:sldMkLst>
          <pc:docMk/>
          <pc:sldMk cId="1666393814" sldId="3207"/>
        </pc:sldMkLst>
      </pc:sldChg>
      <pc:sldChg chg="del">
        <pc:chgData name="Wang, Wei" userId="627587dd-935f-4f2b-a6c6-edd4e0dcbff5" providerId="ADAL" clId="{298B78E7-289E-44D3-AE64-26EF3BBB669D}" dt="2020-05-21T14:44:03.204" v="26" actId="2696"/>
        <pc:sldMkLst>
          <pc:docMk/>
          <pc:sldMk cId="263658791" sldId="3208"/>
        </pc:sldMkLst>
      </pc:sldChg>
      <pc:sldChg chg="del">
        <pc:chgData name="Wang, Wei" userId="627587dd-935f-4f2b-a6c6-edd4e0dcbff5" providerId="ADAL" clId="{298B78E7-289E-44D3-AE64-26EF3BBB669D}" dt="2020-05-21T14:44:03.324" v="29" actId="2696"/>
        <pc:sldMkLst>
          <pc:docMk/>
          <pc:sldMk cId="1981241024" sldId="3209"/>
        </pc:sldMkLst>
      </pc:sldChg>
      <pc:sldChg chg="del">
        <pc:chgData name="Wang, Wei" userId="627587dd-935f-4f2b-a6c6-edd4e0dcbff5" providerId="ADAL" clId="{298B78E7-289E-44D3-AE64-26EF3BBB669D}" dt="2020-05-21T14:44:03.448" v="56" actId="2696"/>
        <pc:sldMkLst>
          <pc:docMk/>
          <pc:sldMk cId="2805832465" sldId="3210"/>
        </pc:sldMkLst>
      </pc:sldChg>
      <pc:sldChg chg="del">
        <pc:chgData name="Wang, Wei" userId="627587dd-935f-4f2b-a6c6-edd4e0dcbff5" providerId="ADAL" clId="{298B78E7-289E-44D3-AE64-26EF3BBB669D}" dt="2020-05-21T14:44:03.492" v="57" actId="2696"/>
        <pc:sldMkLst>
          <pc:docMk/>
          <pc:sldMk cId="2052222845" sldId="3211"/>
        </pc:sldMkLst>
      </pc:sldChg>
      <pc:sldChg chg="del">
        <pc:chgData name="Wang, Wei" userId="627587dd-935f-4f2b-a6c6-edd4e0dcbff5" providerId="ADAL" clId="{298B78E7-289E-44D3-AE64-26EF3BBB669D}" dt="2020-05-21T14:44:03.578" v="59" actId="2696"/>
        <pc:sldMkLst>
          <pc:docMk/>
          <pc:sldMk cId="4020754754" sldId="3213"/>
        </pc:sldMkLst>
      </pc:sldChg>
      <pc:sldChg chg="del">
        <pc:chgData name="Wang, Wei" userId="627587dd-935f-4f2b-a6c6-edd4e0dcbff5" providerId="ADAL" clId="{298B78E7-289E-44D3-AE64-26EF3BBB669D}" dt="2020-05-21T14:44:03.232" v="27" actId="2696"/>
        <pc:sldMkLst>
          <pc:docMk/>
          <pc:sldMk cId="2518968447" sldId="3214"/>
        </pc:sldMkLst>
      </pc:sldChg>
      <pc:sldChg chg="del">
        <pc:chgData name="Wang, Wei" userId="627587dd-935f-4f2b-a6c6-edd4e0dcbff5" providerId="ADAL" clId="{298B78E7-289E-44D3-AE64-26EF3BBB669D}" dt="2020-05-21T14:44:03.615" v="60" actId="2696"/>
        <pc:sldMkLst>
          <pc:docMk/>
          <pc:sldMk cId="2246022790" sldId="3215"/>
        </pc:sldMkLst>
      </pc:sldChg>
      <pc:sldChg chg="del">
        <pc:chgData name="Wang, Wei" userId="627587dd-935f-4f2b-a6c6-edd4e0dcbff5" providerId="ADAL" clId="{298B78E7-289E-44D3-AE64-26EF3BBB669D}" dt="2020-05-21T14:44:03.650" v="61" actId="2696"/>
        <pc:sldMkLst>
          <pc:docMk/>
          <pc:sldMk cId="2119841619" sldId="3216"/>
        </pc:sldMkLst>
      </pc:sldChg>
      <pc:sldChg chg="del">
        <pc:chgData name="Wang, Wei" userId="627587dd-935f-4f2b-a6c6-edd4e0dcbff5" providerId="ADAL" clId="{298B78E7-289E-44D3-AE64-26EF3BBB669D}" dt="2020-05-21T14:44:03.797" v="64" actId="2696"/>
        <pc:sldMkLst>
          <pc:docMk/>
          <pc:sldMk cId="3857299536" sldId="3217"/>
        </pc:sldMkLst>
      </pc:sldChg>
      <pc:sldChg chg="del">
        <pc:chgData name="Wang, Wei" userId="627587dd-935f-4f2b-a6c6-edd4e0dcbff5" providerId="ADAL" clId="{298B78E7-289E-44D3-AE64-26EF3BBB669D}" dt="2020-05-21T14:44:03.829" v="65" actId="2696"/>
        <pc:sldMkLst>
          <pc:docMk/>
          <pc:sldMk cId="246017269" sldId="3218"/>
        </pc:sldMkLst>
      </pc:sldChg>
      <pc:sldChg chg="del">
        <pc:chgData name="Wang, Wei" userId="627587dd-935f-4f2b-a6c6-edd4e0dcbff5" providerId="ADAL" clId="{298B78E7-289E-44D3-AE64-26EF3BBB669D}" dt="2020-05-21T14:44:03.908" v="67" actId="2696"/>
        <pc:sldMkLst>
          <pc:docMk/>
          <pc:sldMk cId="3408671469" sldId="3219"/>
        </pc:sldMkLst>
      </pc:sldChg>
      <pc:sldChg chg="del">
        <pc:chgData name="Wang, Wei" userId="627587dd-935f-4f2b-a6c6-edd4e0dcbff5" providerId="ADAL" clId="{298B78E7-289E-44D3-AE64-26EF3BBB669D}" dt="2020-05-21T14:44:03.872" v="66" actId="2696"/>
        <pc:sldMkLst>
          <pc:docMk/>
          <pc:sldMk cId="1897169788" sldId="3220"/>
        </pc:sldMkLst>
      </pc:sldChg>
      <pc:sldChg chg="del">
        <pc:chgData name="Wang, Wei" userId="627587dd-935f-4f2b-a6c6-edd4e0dcbff5" providerId="ADAL" clId="{298B78E7-289E-44D3-AE64-26EF3BBB669D}" dt="2020-05-21T14:44:03.950" v="68" actId="2696"/>
        <pc:sldMkLst>
          <pc:docMk/>
          <pc:sldMk cId="204676027" sldId="3222"/>
        </pc:sldMkLst>
      </pc:sldChg>
      <pc:sldChg chg="del">
        <pc:chgData name="Wang, Wei" userId="627587dd-935f-4f2b-a6c6-edd4e0dcbff5" providerId="ADAL" clId="{298B78E7-289E-44D3-AE64-26EF3BBB669D}" dt="2020-05-21T14:44:04.094" v="71" actId="2696"/>
        <pc:sldMkLst>
          <pc:docMk/>
          <pc:sldMk cId="2373195931" sldId="3223"/>
        </pc:sldMkLst>
      </pc:sldChg>
      <pc:sldChg chg="del">
        <pc:chgData name="Wang, Wei" userId="627587dd-935f-4f2b-a6c6-edd4e0dcbff5" providerId="ADAL" clId="{298B78E7-289E-44D3-AE64-26EF3BBB669D}" dt="2020-05-21T14:44:04.048" v="70" actId="2696"/>
        <pc:sldMkLst>
          <pc:docMk/>
          <pc:sldMk cId="877100948" sldId="3224"/>
        </pc:sldMkLst>
      </pc:sldChg>
      <pc:sldChg chg="del">
        <pc:chgData name="Wang, Wei" userId="627587dd-935f-4f2b-a6c6-edd4e0dcbff5" providerId="ADAL" clId="{298B78E7-289E-44D3-AE64-26EF3BBB669D}" dt="2020-05-21T14:44:04.124" v="72" actId="2696"/>
        <pc:sldMkLst>
          <pc:docMk/>
          <pc:sldMk cId="1460641953" sldId="3226"/>
        </pc:sldMkLst>
      </pc:sldChg>
      <pc:sldChg chg="del">
        <pc:chgData name="Wang, Wei" userId="627587dd-935f-4f2b-a6c6-edd4e0dcbff5" providerId="ADAL" clId="{298B78E7-289E-44D3-AE64-26EF3BBB669D}" dt="2020-05-21T14:44:04.325" v="77" actId="2696"/>
        <pc:sldMkLst>
          <pc:docMk/>
          <pc:sldMk cId="709152779" sldId="3227"/>
        </pc:sldMkLst>
      </pc:sldChg>
      <pc:sldChg chg="del">
        <pc:chgData name="Wang, Wei" userId="627587dd-935f-4f2b-a6c6-edd4e0dcbff5" providerId="ADAL" clId="{298B78E7-289E-44D3-AE64-26EF3BBB669D}" dt="2020-05-21T14:44:04.508" v="81" actId="2696"/>
        <pc:sldMkLst>
          <pc:docMk/>
          <pc:sldMk cId="1157975152" sldId="3228"/>
        </pc:sldMkLst>
      </pc:sldChg>
      <pc:sldChg chg="del">
        <pc:chgData name="Wang, Wei" userId="627587dd-935f-4f2b-a6c6-edd4e0dcbff5" providerId="ADAL" clId="{298B78E7-289E-44D3-AE64-26EF3BBB669D}" dt="2020-05-21T14:44:04.213" v="74" actId="2696"/>
        <pc:sldMkLst>
          <pc:docMk/>
          <pc:sldMk cId="654653082" sldId="3229"/>
        </pc:sldMkLst>
      </pc:sldChg>
      <pc:sldChg chg="del">
        <pc:chgData name="Wang, Wei" userId="627587dd-935f-4f2b-a6c6-edd4e0dcbff5" providerId="ADAL" clId="{298B78E7-289E-44D3-AE64-26EF3BBB669D}" dt="2020-05-21T14:44:04.257" v="75" actId="2696"/>
        <pc:sldMkLst>
          <pc:docMk/>
          <pc:sldMk cId="3816839617" sldId="3230"/>
        </pc:sldMkLst>
      </pc:sldChg>
      <pc:sldChg chg="del">
        <pc:chgData name="Wang, Wei" userId="627587dd-935f-4f2b-a6c6-edd4e0dcbff5" providerId="ADAL" clId="{298B78E7-289E-44D3-AE64-26EF3BBB669D}" dt="2020-05-21T14:44:04.166" v="73" actId="2696"/>
        <pc:sldMkLst>
          <pc:docMk/>
          <pc:sldMk cId="3155281055" sldId="3231"/>
        </pc:sldMkLst>
      </pc:sldChg>
      <pc:sldChg chg="del">
        <pc:chgData name="Wang, Wei" userId="627587dd-935f-4f2b-a6c6-edd4e0dcbff5" providerId="ADAL" clId="{298B78E7-289E-44D3-AE64-26EF3BBB669D}" dt="2020-05-21T14:44:04.292" v="76" actId="2696"/>
        <pc:sldMkLst>
          <pc:docMk/>
          <pc:sldMk cId="509975017" sldId="3232"/>
        </pc:sldMkLst>
      </pc:sldChg>
      <pc:sldChg chg="del">
        <pc:chgData name="Wang, Wei" userId="627587dd-935f-4f2b-a6c6-edd4e0dcbff5" providerId="ADAL" clId="{298B78E7-289E-44D3-AE64-26EF3BBB669D}" dt="2020-05-21T14:44:04.363" v="78" actId="2696"/>
        <pc:sldMkLst>
          <pc:docMk/>
          <pc:sldMk cId="1649909049" sldId="3233"/>
        </pc:sldMkLst>
      </pc:sldChg>
      <pc:sldChg chg="del">
        <pc:chgData name="Wang, Wei" userId="627587dd-935f-4f2b-a6c6-edd4e0dcbff5" providerId="ADAL" clId="{298B78E7-289E-44D3-AE64-26EF3BBB669D}" dt="2020-05-21T14:44:04.425" v="79" actId="2696"/>
        <pc:sldMkLst>
          <pc:docMk/>
          <pc:sldMk cId="3548260843" sldId="3235"/>
        </pc:sldMkLst>
      </pc:sldChg>
      <pc:sldChg chg="del">
        <pc:chgData name="Wang, Wei" userId="627587dd-935f-4f2b-a6c6-edd4e0dcbff5" providerId="ADAL" clId="{298B78E7-289E-44D3-AE64-26EF3BBB669D}" dt="2020-05-21T14:44:04.465" v="80" actId="2696"/>
        <pc:sldMkLst>
          <pc:docMk/>
          <pc:sldMk cId="763565562" sldId="3236"/>
        </pc:sldMkLst>
      </pc:sldChg>
      <pc:sldChg chg="del">
        <pc:chgData name="Wang, Wei" userId="627587dd-935f-4f2b-a6c6-edd4e0dcbff5" providerId="ADAL" clId="{298B78E7-289E-44D3-AE64-26EF3BBB669D}" dt="2020-05-21T14:44:04.576" v="83" actId="2696"/>
        <pc:sldMkLst>
          <pc:docMk/>
          <pc:sldMk cId="1984202630" sldId="3241"/>
        </pc:sldMkLst>
      </pc:sldChg>
      <pc:sldChg chg="del">
        <pc:chgData name="Wang, Wei" userId="627587dd-935f-4f2b-a6c6-edd4e0dcbff5" providerId="ADAL" clId="{298B78E7-289E-44D3-AE64-26EF3BBB669D}" dt="2020-05-21T14:44:04.614" v="84" actId="2696"/>
        <pc:sldMkLst>
          <pc:docMk/>
          <pc:sldMk cId="1888640879" sldId="3242"/>
        </pc:sldMkLst>
      </pc:sldChg>
      <pc:sldChg chg="del">
        <pc:chgData name="Wang, Wei" userId="627587dd-935f-4f2b-a6c6-edd4e0dcbff5" providerId="ADAL" clId="{298B78E7-289E-44D3-AE64-26EF3BBB669D}" dt="2020-05-21T14:44:04.847" v="89" actId="2696"/>
        <pc:sldMkLst>
          <pc:docMk/>
          <pc:sldMk cId="3650905765" sldId="3245"/>
        </pc:sldMkLst>
      </pc:sldChg>
      <pc:sldChg chg="del">
        <pc:chgData name="Wang, Wei" userId="627587dd-935f-4f2b-a6c6-edd4e0dcbff5" providerId="ADAL" clId="{298B78E7-289E-44D3-AE64-26EF3BBB669D}" dt="2020-05-21T14:44:04.894" v="90" actId="2696"/>
        <pc:sldMkLst>
          <pc:docMk/>
          <pc:sldMk cId="3318895836" sldId="3246"/>
        </pc:sldMkLst>
      </pc:sldChg>
      <pc:sldChg chg="del">
        <pc:chgData name="Wang, Wei" userId="627587dd-935f-4f2b-a6c6-edd4e0dcbff5" providerId="ADAL" clId="{298B78E7-289E-44D3-AE64-26EF3BBB669D}" dt="2020-05-21T14:44:05.272" v="100" actId="2696"/>
        <pc:sldMkLst>
          <pc:docMk/>
          <pc:sldMk cId="410940375" sldId="3247"/>
        </pc:sldMkLst>
      </pc:sldChg>
      <pc:sldChg chg="del">
        <pc:chgData name="Wang, Wei" userId="627587dd-935f-4f2b-a6c6-edd4e0dcbff5" providerId="ADAL" clId="{298B78E7-289E-44D3-AE64-26EF3BBB669D}" dt="2020-05-21T14:44:05.170" v="97" actId="2696"/>
        <pc:sldMkLst>
          <pc:docMk/>
          <pc:sldMk cId="991313656" sldId="3248"/>
        </pc:sldMkLst>
      </pc:sldChg>
      <pc:sldChg chg="del">
        <pc:chgData name="Wang, Wei" userId="627587dd-935f-4f2b-a6c6-edd4e0dcbff5" providerId="ADAL" clId="{298B78E7-289E-44D3-AE64-26EF3BBB669D}" dt="2020-05-21T14:44:05.093" v="95" actId="2696"/>
        <pc:sldMkLst>
          <pc:docMk/>
          <pc:sldMk cId="4163159633" sldId="3249"/>
        </pc:sldMkLst>
      </pc:sldChg>
      <pc:sldChg chg="del">
        <pc:chgData name="Wang, Wei" userId="627587dd-935f-4f2b-a6c6-edd4e0dcbff5" providerId="ADAL" clId="{298B78E7-289E-44D3-AE64-26EF3BBB669D}" dt="2020-05-21T14:44:05.125" v="96" actId="2696"/>
        <pc:sldMkLst>
          <pc:docMk/>
          <pc:sldMk cId="1078204521" sldId="3250"/>
        </pc:sldMkLst>
      </pc:sldChg>
      <pc:sldChg chg="del">
        <pc:chgData name="Wang, Wei" userId="627587dd-935f-4f2b-a6c6-edd4e0dcbff5" providerId="ADAL" clId="{298B78E7-289E-44D3-AE64-26EF3BBB669D}" dt="2020-05-21T14:44:05.199" v="98" actId="2696"/>
        <pc:sldMkLst>
          <pc:docMk/>
          <pc:sldMk cId="1715815920" sldId="3251"/>
        </pc:sldMkLst>
      </pc:sldChg>
      <pc:sldChg chg="del">
        <pc:chgData name="Wang, Wei" userId="627587dd-935f-4f2b-a6c6-edd4e0dcbff5" providerId="ADAL" clId="{298B78E7-289E-44D3-AE64-26EF3BBB669D}" dt="2020-05-21T14:44:05.306" v="101" actId="2696"/>
        <pc:sldMkLst>
          <pc:docMk/>
          <pc:sldMk cId="1954399707" sldId="3252"/>
        </pc:sldMkLst>
      </pc:sldChg>
      <pc:sldChg chg="del">
        <pc:chgData name="Wang, Wei" userId="627587dd-935f-4f2b-a6c6-edd4e0dcbff5" providerId="ADAL" clId="{298B78E7-289E-44D3-AE64-26EF3BBB669D}" dt="2020-05-21T14:44:05.059" v="94" actId="2696"/>
        <pc:sldMkLst>
          <pc:docMk/>
          <pc:sldMk cId="1692271070" sldId="3253"/>
        </pc:sldMkLst>
      </pc:sldChg>
      <pc:sldChg chg="del">
        <pc:chgData name="Wang, Wei" userId="627587dd-935f-4f2b-a6c6-edd4e0dcbff5" providerId="ADAL" clId="{298B78E7-289E-44D3-AE64-26EF3BBB669D}" dt="2020-05-21T14:44:05.332" v="102" actId="2696"/>
        <pc:sldMkLst>
          <pc:docMk/>
          <pc:sldMk cId="3626943776" sldId="3254"/>
        </pc:sldMkLst>
      </pc:sldChg>
      <pc:sldChg chg="del">
        <pc:chgData name="Wang, Wei" userId="627587dd-935f-4f2b-a6c6-edd4e0dcbff5" providerId="ADAL" clId="{298B78E7-289E-44D3-AE64-26EF3BBB669D}" dt="2020-05-21T14:44:05.238" v="99" actId="2696"/>
        <pc:sldMkLst>
          <pc:docMk/>
          <pc:sldMk cId="2984461346" sldId="3255"/>
        </pc:sldMkLst>
      </pc:sldChg>
      <pc:sldChg chg="del">
        <pc:chgData name="Wang, Wei" userId="627587dd-935f-4f2b-a6c6-edd4e0dcbff5" providerId="ADAL" clId="{298B78E7-289E-44D3-AE64-26EF3BBB669D}" dt="2020-05-21T14:44:05.387" v="103" actId="2696"/>
        <pc:sldMkLst>
          <pc:docMk/>
          <pc:sldMk cId="1985833319" sldId="3256"/>
        </pc:sldMkLst>
      </pc:sldChg>
      <pc:sldChg chg="del">
        <pc:chgData name="Wang, Wei" userId="627587dd-935f-4f2b-a6c6-edd4e0dcbff5" providerId="ADAL" clId="{298B78E7-289E-44D3-AE64-26EF3BBB669D}" dt="2020-05-21T14:44:05.537" v="107" actId="2696"/>
        <pc:sldMkLst>
          <pc:docMk/>
          <pc:sldMk cId="924062676" sldId="3257"/>
        </pc:sldMkLst>
      </pc:sldChg>
      <pc:sldChg chg="del">
        <pc:chgData name="Wang, Wei" userId="627587dd-935f-4f2b-a6c6-edd4e0dcbff5" providerId="ADAL" clId="{298B78E7-289E-44D3-AE64-26EF3BBB669D}" dt="2020-05-21T14:44:05.427" v="104" actId="2696"/>
        <pc:sldMkLst>
          <pc:docMk/>
          <pc:sldMk cId="1768402278" sldId="3258"/>
        </pc:sldMkLst>
      </pc:sldChg>
      <pc:sldChg chg="del">
        <pc:chgData name="Wang, Wei" userId="627587dd-935f-4f2b-a6c6-edd4e0dcbff5" providerId="ADAL" clId="{298B78E7-289E-44D3-AE64-26EF3BBB669D}" dt="2020-05-21T14:44:05.564" v="108" actId="2696"/>
        <pc:sldMkLst>
          <pc:docMk/>
          <pc:sldMk cId="716511567" sldId="3259"/>
        </pc:sldMkLst>
      </pc:sldChg>
      <pc:sldChg chg="del">
        <pc:chgData name="Wang, Wei" userId="627587dd-935f-4f2b-a6c6-edd4e0dcbff5" providerId="ADAL" clId="{298B78E7-289E-44D3-AE64-26EF3BBB669D}" dt="2020-05-21T14:44:05.471" v="105" actId="2696"/>
        <pc:sldMkLst>
          <pc:docMk/>
          <pc:sldMk cId="3234899859" sldId="3260"/>
        </pc:sldMkLst>
      </pc:sldChg>
      <pc:sldChg chg="del">
        <pc:chgData name="Wang, Wei" userId="627587dd-935f-4f2b-a6c6-edd4e0dcbff5" providerId="ADAL" clId="{298B78E7-289E-44D3-AE64-26EF3BBB669D}" dt="2020-05-21T14:44:05.508" v="106" actId="2696"/>
        <pc:sldMkLst>
          <pc:docMk/>
          <pc:sldMk cId="3066737904" sldId="3261"/>
        </pc:sldMkLst>
      </pc:sldChg>
      <pc:sldChg chg="del">
        <pc:chgData name="Wang, Wei" userId="627587dd-935f-4f2b-a6c6-edd4e0dcbff5" providerId="ADAL" clId="{298B78E7-289E-44D3-AE64-26EF3BBB669D}" dt="2020-05-21T14:44:05.621" v="109" actId="2696"/>
        <pc:sldMkLst>
          <pc:docMk/>
          <pc:sldMk cId="244349391" sldId="3262"/>
        </pc:sldMkLst>
      </pc:sldChg>
      <pc:sldChg chg="del">
        <pc:chgData name="Wang, Wei" userId="627587dd-935f-4f2b-a6c6-edd4e0dcbff5" providerId="ADAL" clId="{298B78E7-289E-44D3-AE64-26EF3BBB669D}" dt="2020-05-21T14:44:05.662" v="110" actId="2696"/>
        <pc:sldMkLst>
          <pc:docMk/>
          <pc:sldMk cId="1346862001" sldId="3263"/>
        </pc:sldMkLst>
      </pc:sldChg>
      <pc:sldChg chg="del">
        <pc:chgData name="Wang, Wei" userId="627587dd-935f-4f2b-a6c6-edd4e0dcbff5" providerId="ADAL" clId="{298B78E7-289E-44D3-AE64-26EF3BBB669D}" dt="2020-05-21T14:44:05.705" v="111" actId="2696"/>
        <pc:sldMkLst>
          <pc:docMk/>
          <pc:sldMk cId="1391415964" sldId="3264"/>
        </pc:sldMkLst>
      </pc:sldChg>
      <pc:sldChg chg="del">
        <pc:chgData name="Wang, Wei" userId="627587dd-935f-4f2b-a6c6-edd4e0dcbff5" providerId="ADAL" clId="{298B78E7-289E-44D3-AE64-26EF3BBB669D}" dt="2020-05-21T14:44:05.754" v="112" actId="2696"/>
        <pc:sldMkLst>
          <pc:docMk/>
          <pc:sldMk cId="2212679919" sldId="3265"/>
        </pc:sldMkLst>
      </pc:sldChg>
      <pc:sldChg chg="del">
        <pc:chgData name="Wang, Wei" userId="627587dd-935f-4f2b-a6c6-edd4e0dcbff5" providerId="ADAL" clId="{298B78E7-289E-44D3-AE64-26EF3BBB669D}" dt="2020-05-21T14:44:05.893" v="114" actId="2696"/>
        <pc:sldMkLst>
          <pc:docMk/>
          <pc:sldMk cId="126287035" sldId="3267"/>
        </pc:sldMkLst>
      </pc:sldChg>
      <pc:sldChg chg="del">
        <pc:chgData name="Wang, Wei" userId="627587dd-935f-4f2b-a6c6-edd4e0dcbff5" providerId="ADAL" clId="{298B78E7-289E-44D3-AE64-26EF3BBB669D}" dt="2020-05-21T14:44:06.194" v="119" actId="2696"/>
        <pc:sldMkLst>
          <pc:docMk/>
          <pc:sldMk cId="1679015854" sldId="3268"/>
        </pc:sldMkLst>
      </pc:sldChg>
      <pc:sldChg chg="del">
        <pc:chgData name="Wang, Wei" userId="627587dd-935f-4f2b-a6c6-edd4e0dcbff5" providerId="ADAL" clId="{298B78E7-289E-44D3-AE64-26EF3BBB669D}" dt="2020-05-21T14:44:06.231" v="120" actId="2696"/>
        <pc:sldMkLst>
          <pc:docMk/>
          <pc:sldMk cId="996068935" sldId="3269"/>
        </pc:sldMkLst>
      </pc:sldChg>
      <pc:sldChg chg="del">
        <pc:chgData name="Wang, Wei" userId="627587dd-935f-4f2b-a6c6-edd4e0dcbff5" providerId="ADAL" clId="{298B78E7-289E-44D3-AE64-26EF3BBB669D}" dt="2020-05-21T14:44:06.419" v="125" actId="2696"/>
        <pc:sldMkLst>
          <pc:docMk/>
          <pc:sldMk cId="742174932" sldId="3275"/>
        </pc:sldMkLst>
      </pc:sldChg>
      <pc:sldChg chg="del">
        <pc:chgData name="Wang, Wei" userId="627587dd-935f-4f2b-a6c6-edd4e0dcbff5" providerId="ADAL" clId="{298B78E7-289E-44D3-AE64-26EF3BBB669D}" dt="2020-05-21T14:44:06.449" v="126" actId="2696"/>
        <pc:sldMkLst>
          <pc:docMk/>
          <pc:sldMk cId="503339778" sldId="3276"/>
        </pc:sldMkLst>
      </pc:sldChg>
      <pc:sldChg chg="del">
        <pc:chgData name="Wang, Wei" userId="627587dd-935f-4f2b-a6c6-edd4e0dcbff5" providerId="ADAL" clId="{298B78E7-289E-44D3-AE64-26EF3BBB669D}" dt="2020-05-21T14:44:06.486" v="127" actId="2696"/>
        <pc:sldMkLst>
          <pc:docMk/>
          <pc:sldMk cId="3108903484" sldId="3277"/>
        </pc:sldMkLst>
      </pc:sldChg>
      <pc:sldChg chg="del">
        <pc:chgData name="Wang, Wei" userId="627587dd-935f-4f2b-a6c6-edd4e0dcbff5" providerId="ADAL" clId="{298B78E7-289E-44D3-AE64-26EF3BBB669D}" dt="2020-05-21T14:44:06.580" v="129" actId="2696"/>
        <pc:sldMkLst>
          <pc:docMk/>
          <pc:sldMk cId="1068174136" sldId="3279"/>
        </pc:sldMkLst>
      </pc:sldChg>
      <pc:sldChg chg="del">
        <pc:chgData name="Wang, Wei" userId="627587dd-935f-4f2b-a6c6-edd4e0dcbff5" providerId="ADAL" clId="{298B78E7-289E-44D3-AE64-26EF3BBB669D}" dt="2020-05-21T14:44:06.607" v="130" actId="2696"/>
        <pc:sldMkLst>
          <pc:docMk/>
          <pc:sldMk cId="1016294463" sldId="3280"/>
        </pc:sldMkLst>
      </pc:sldChg>
      <pc:sldChg chg="del">
        <pc:chgData name="Wang, Wei" userId="627587dd-935f-4f2b-a6c6-edd4e0dcbff5" providerId="ADAL" clId="{298B78E7-289E-44D3-AE64-26EF3BBB669D}" dt="2020-05-21T14:44:06.636" v="131" actId="2696"/>
        <pc:sldMkLst>
          <pc:docMk/>
          <pc:sldMk cId="2375318970" sldId="3281"/>
        </pc:sldMkLst>
      </pc:sldChg>
      <pc:sldChg chg="del">
        <pc:chgData name="Wang, Wei" userId="627587dd-935f-4f2b-a6c6-edd4e0dcbff5" providerId="ADAL" clId="{298B78E7-289E-44D3-AE64-26EF3BBB669D}" dt="2020-05-21T14:44:06.671" v="132" actId="2696"/>
        <pc:sldMkLst>
          <pc:docMk/>
          <pc:sldMk cId="3139898537" sldId="3282"/>
        </pc:sldMkLst>
      </pc:sldChg>
      <pc:sldChg chg="del">
        <pc:chgData name="Wang, Wei" userId="627587dd-935f-4f2b-a6c6-edd4e0dcbff5" providerId="ADAL" clId="{298B78E7-289E-44D3-AE64-26EF3BBB669D}" dt="2020-05-21T14:44:06.712" v="133" actId="2696"/>
        <pc:sldMkLst>
          <pc:docMk/>
          <pc:sldMk cId="3981214641" sldId="3284"/>
        </pc:sldMkLst>
      </pc:sldChg>
      <pc:sldChg chg="del">
        <pc:chgData name="Wang, Wei" userId="627587dd-935f-4f2b-a6c6-edd4e0dcbff5" providerId="ADAL" clId="{298B78E7-289E-44D3-AE64-26EF3BBB669D}" dt="2020-05-21T14:44:06.841" v="135" actId="2696"/>
        <pc:sldMkLst>
          <pc:docMk/>
          <pc:sldMk cId="3197551137" sldId="3287"/>
        </pc:sldMkLst>
      </pc:sldChg>
      <pc:sldChg chg="del">
        <pc:chgData name="Wang, Wei" userId="627587dd-935f-4f2b-a6c6-edd4e0dcbff5" providerId="ADAL" clId="{298B78E7-289E-44D3-AE64-26EF3BBB669D}" dt="2020-05-21T14:44:07.293" v="146" actId="2696"/>
        <pc:sldMkLst>
          <pc:docMk/>
          <pc:sldMk cId="3798856135" sldId="3288"/>
        </pc:sldMkLst>
      </pc:sldChg>
      <pc:sldChg chg="del">
        <pc:chgData name="Wang, Wei" userId="627587dd-935f-4f2b-a6c6-edd4e0dcbff5" providerId="ADAL" clId="{298B78E7-289E-44D3-AE64-26EF3BBB669D}" dt="2020-05-21T14:44:07.331" v="147" actId="2696"/>
        <pc:sldMkLst>
          <pc:docMk/>
          <pc:sldMk cId="19228181" sldId="3289"/>
        </pc:sldMkLst>
      </pc:sldChg>
      <pc:sldChg chg="del">
        <pc:chgData name="Wang, Wei" userId="627587dd-935f-4f2b-a6c6-edd4e0dcbff5" providerId="ADAL" clId="{298B78E7-289E-44D3-AE64-26EF3BBB669D}" dt="2020-05-21T14:44:07.021" v="139" actId="2696"/>
        <pc:sldMkLst>
          <pc:docMk/>
          <pc:sldMk cId="2303224268" sldId="3290"/>
        </pc:sldMkLst>
      </pc:sldChg>
      <pc:sldChg chg="del">
        <pc:chgData name="Wang, Wei" userId="627587dd-935f-4f2b-a6c6-edd4e0dcbff5" providerId="ADAL" clId="{298B78E7-289E-44D3-AE64-26EF3BBB669D}" dt="2020-05-21T14:44:07.390" v="148" actId="2696"/>
        <pc:sldMkLst>
          <pc:docMk/>
          <pc:sldMk cId="864121547" sldId="3291"/>
        </pc:sldMkLst>
      </pc:sldChg>
      <pc:sldChg chg="del">
        <pc:chgData name="Wang, Wei" userId="627587dd-935f-4f2b-a6c6-edd4e0dcbff5" providerId="ADAL" clId="{298B78E7-289E-44D3-AE64-26EF3BBB669D}" dt="2020-05-21T14:44:07.802" v="181" actId="2696"/>
        <pc:sldMkLst>
          <pc:docMk/>
          <pc:sldMk cId="2795661269" sldId="3292"/>
        </pc:sldMkLst>
      </pc:sldChg>
      <pc:sldChg chg="del">
        <pc:chgData name="Wang, Wei" userId="627587dd-935f-4f2b-a6c6-edd4e0dcbff5" providerId="ADAL" clId="{298B78E7-289E-44D3-AE64-26EF3BBB669D}" dt="2020-05-21T14:44:07.760" v="179" actId="2696"/>
        <pc:sldMkLst>
          <pc:docMk/>
          <pc:sldMk cId="1553453907" sldId="3293"/>
        </pc:sldMkLst>
      </pc:sldChg>
      <pc:sldChg chg="del">
        <pc:chgData name="Wang, Wei" userId="627587dd-935f-4f2b-a6c6-edd4e0dcbff5" providerId="ADAL" clId="{298B78E7-289E-44D3-AE64-26EF3BBB669D}" dt="2020-05-21T14:44:08.097" v="189" actId="2696"/>
        <pc:sldMkLst>
          <pc:docMk/>
          <pc:sldMk cId="929812060" sldId="3294"/>
        </pc:sldMkLst>
      </pc:sldChg>
      <pc:sldChg chg="del">
        <pc:chgData name="Wang, Wei" userId="627587dd-935f-4f2b-a6c6-edd4e0dcbff5" providerId="ADAL" clId="{298B78E7-289E-44D3-AE64-26EF3BBB669D}" dt="2020-05-21T14:44:07.834" v="182" actId="2696"/>
        <pc:sldMkLst>
          <pc:docMk/>
          <pc:sldMk cId="1479512413" sldId="3295"/>
        </pc:sldMkLst>
      </pc:sldChg>
      <pc:sldChg chg="del">
        <pc:chgData name="Wang, Wei" userId="627587dd-935f-4f2b-a6c6-edd4e0dcbff5" providerId="ADAL" clId="{298B78E7-289E-44D3-AE64-26EF3BBB669D}" dt="2020-05-21T14:44:07.872" v="183" actId="2696"/>
        <pc:sldMkLst>
          <pc:docMk/>
          <pc:sldMk cId="3954248733" sldId="3296"/>
        </pc:sldMkLst>
      </pc:sldChg>
      <pc:sldChg chg="del">
        <pc:chgData name="Wang, Wei" userId="627587dd-935f-4f2b-a6c6-edd4e0dcbff5" providerId="ADAL" clId="{298B78E7-289E-44D3-AE64-26EF3BBB669D}" dt="2020-05-21T14:44:07.910" v="184" actId="2696"/>
        <pc:sldMkLst>
          <pc:docMk/>
          <pc:sldMk cId="3156802134" sldId="3297"/>
        </pc:sldMkLst>
      </pc:sldChg>
      <pc:sldChg chg="del">
        <pc:chgData name="Wang, Wei" userId="627587dd-935f-4f2b-a6c6-edd4e0dcbff5" providerId="ADAL" clId="{298B78E7-289E-44D3-AE64-26EF3BBB669D}" dt="2020-05-21T14:44:07.943" v="185" actId="2696"/>
        <pc:sldMkLst>
          <pc:docMk/>
          <pc:sldMk cId="2403325956" sldId="3298"/>
        </pc:sldMkLst>
      </pc:sldChg>
      <pc:sldChg chg="del">
        <pc:chgData name="Wang, Wei" userId="627587dd-935f-4f2b-a6c6-edd4e0dcbff5" providerId="ADAL" clId="{298B78E7-289E-44D3-AE64-26EF3BBB669D}" dt="2020-05-21T14:44:07.979" v="186" actId="2696"/>
        <pc:sldMkLst>
          <pc:docMk/>
          <pc:sldMk cId="4278664167" sldId="3299"/>
        </pc:sldMkLst>
      </pc:sldChg>
      <pc:sldChg chg="del">
        <pc:chgData name="Wang, Wei" userId="627587dd-935f-4f2b-a6c6-edd4e0dcbff5" providerId="ADAL" clId="{298B78E7-289E-44D3-AE64-26EF3BBB669D}" dt="2020-05-21T14:44:08.302" v="195" actId="2696"/>
        <pc:sldMkLst>
          <pc:docMk/>
          <pc:sldMk cId="2813254392" sldId="3300"/>
        </pc:sldMkLst>
      </pc:sldChg>
      <pc:sldChg chg="del">
        <pc:chgData name="Wang, Wei" userId="627587dd-935f-4f2b-a6c6-edd4e0dcbff5" providerId="ADAL" clId="{298B78E7-289E-44D3-AE64-26EF3BBB669D}" dt="2020-05-21T14:44:08.331" v="196" actId="2696"/>
        <pc:sldMkLst>
          <pc:docMk/>
          <pc:sldMk cId="2168276619" sldId="3301"/>
        </pc:sldMkLst>
      </pc:sldChg>
      <pc:sldChg chg="del">
        <pc:chgData name="Wang, Wei" userId="627587dd-935f-4f2b-a6c6-edd4e0dcbff5" providerId="ADAL" clId="{298B78E7-289E-44D3-AE64-26EF3BBB669D}" dt="2020-05-21T14:44:08.370" v="197" actId="2696"/>
        <pc:sldMkLst>
          <pc:docMk/>
          <pc:sldMk cId="606603448" sldId="3302"/>
        </pc:sldMkLst>
      </pc:sldChg>
      <pc:sldChg chg="del">
        <pc:chgData name="Wang, Wei" userId="627587dd-935f-4f2b-a6c6-edd4e0dcbff5" providerId="ADAL" clId="{298B78E7-289E-44D3-AE64-26EF3BBB669D}" dt="2020-05-21T14:44:08.395" v="198" actId="2696"/>
        <pc:sldMkLst>
          <pc:docMk/>
          <pc:sldMk cId="83612990" sldId="3305"/>
        </pc:sldMkLst>
      </pc:sldChg>
      <pc:sldChg chg="del">
        <pc:chgData name="Wang, Wei" userId="627587dd-935f-4f2b-a6c6-edd4e0dcbff5" providerId="ADAL" clId="{298B78E7-289E-44D3-AE64-26EF3BBB669D}" dt="2020-05-21T14:44:08.424" v="199" actId="2696"/>
        <pc:sldMkLst>
          <pc:docMk/>
          <pc:sldMk cId="1312951834" sldId="3306"/>
        </pc:sldMkLst>
      </pc:sldChg>
      <pc:sldChg chg="del">
        <pc:chgData name="Wang, Wei" userId="627587dd-935f-4f2b-a6c6-edd4e0dcbff5" providerId="ADAL" clId="{298B78E7-289E-44D3-AE64-26EF3BBB669D}" dt="2020-05-21T14:44:08.128" v="190" actId="2696"/>
        <pc:sldMkLst>
          <pc:docMk/>
          <pc:sldMk cId="1996300682" sldId="3307"/>
        </pc:sldMkLst>
      </pc:sldChg>
      <pc:sldChg chg="del">
        <pc:chgData name="Wang, Wei" userId="627587dd-935f-4f2b-a6c6-edd4e0dcbff5" providerId="ADAL" clId="{298B78E7-289E-44D3-AE64-26EF3BBB669D}" dt="2020-05-21T14:44:08.164" v="191" actId="2696"/>
        <pc:sldMkLst>
          <pc:docMk/>
          <pc:sldMk cId="2269029745" sldId="3309"/>
        </pc:sldMkLst>
      </pc:sldChg>
      <pc:sldChg chg="del">
        <pc:chgData name="Wang, Wei" userId="627587dd-935f-4f2b-a6c6-edd4e0dcbff5" providerId="ADAL" clId="{298B78E7-289E-44D3-AE64-26EF3BBB669D}" dt="2020-05-21T14:44:08.195" v="192" actId="2696"/>
        <pc:sldMkLst>
          <pc:docMk/>
          <pc:sldMk cId="667677968" sldId="3310"/>
        </pc:sldMkLst>
      </pc:sldChg>
      <pc:sldChg chg="del">
        <pc:chgData name="Wang, Wei" userId="627587dd-935f-4f2b-a6c6-edd4e0dcbff5" providerId="ADAL" clId="{298B78E7-289E-44D3-AE64-26EF3BBB669D}" dt="2020-05-21T14:44:08.057" v="188" actId="2696"/>
        <pc:sldMkLst>
          <pc:docMk/>
          <pc:sldMk cId="1892545769" sldId="3311"/>
        </pc:sldMkLst>
      </pc:sldChg>
      <pc:sldChg chg="del">
        <pc:chgData name="Wang, Wei" userId="627587dd-935f-4f2b-a6c6-edd4e0dcbff5" providerId="ADAL" clId="{298B78E7-289E-44D3-AE64-26EF3BBB669D}" dt="2020-05-21T14:44:08.262" v="194" actId="2696"/>
        <pc:sldMkLst>
          <pc:docMk/>
          <pc:sldMk cId="2194838920" sldId="3312"/>
        </pc:sldMkLst>
      </pc:sldChg>
      <pc:sldChg chg="del">
        <pc:chgData name="Wang, Wei" userId="627587dd-935f-4f2b-a6c6-edd4e0dcbff5" providerId="ADAL" clId="{298B78E7-289E-44D3-AE64-26EF3BBB669D}" dt="2020-05-21T14:44:08.539" v="202" actId="2696"/>
        <pc:sldMkLst>
          <pc:docMk/>
          <pc:sldMk cId="215748073" sldId="3313"/>
        </pc:sldMkLst>
      </pc:sldChg>
      <pc:sldChg chg="del">
        <pc:chgData name="Wang, Wei" userId="627587dd-935f-4f2b-a6c6-edd4e0dcbff5" providerId="ADAL" clId="{298B78E7-289E-44D3-AE64-26EF3BBB669D}" dt="2020-05-21T14:44:08.578" v="203" actId="2696"/>
        <pc:sldMkLst>
          <pc:docMk/>
          <pc:sldMk cId="4262673835" sldId="3314"/>
        </pc:sldMkLst>
      </pc:sldChg>
      <pc:sldChg chg="del">
        <pc:chgData name="Wang, Wei" userId="627587dd-935f-4f2b-a6c6-edd4e0dcbff5" providerId="ADAL" clId="{298B78E7-289E-44D3-AE64-26EF3BBB669D}" dt="2020-05-21T14:44:08.608" v="204" actId="2696"/>
        <pc:sldMkLst>
          <pc:docMk/>
          <pc:sldMk cId="3335184793" sldId="3315"/>
        </pc:sldMkLst>
      </pc:sldChg>
      <pc:sldChg chg="del">
        <pc:chgData name="Wang, Wei" userId="627587dd-935f-4f2b-a6c6-edd4e0dcbff5" providerId="ADAL" clId="{298B78E7-289E-44D3-AE64-26EF3BBB669D}" dt="2020-05-21T14:44:08.676" v="207" actId="2696"/>
        <pc:sldMkLst>
          <pc:docMk/>
          <pc:sldMk cId="2416137483" sldId="3316"/>
        </pc:sldMkLst>
      </pc:sldChg>
      <pc:sldChg chg="del">
        <pc:chgData name="Wang, Wei" userId="627587dd-935f-4f2b-a6c6-edd4e0dcbff5" providerId="ADAL" clId="{298B78E7-289E-44D3-AE64-26EF3BBB669D}" dt="2020-05-21T14:44:08.956" v="216" actId="2696"/>
        <pc:sldMkLst>
          <pc:docMk/>
          <pc:sldMk cId="526447841" sldId="3317"/>
        </pc:sldMkLst>
      </pc:sldChg>
      <pc:sldChg chg="del">
        <pc:chgData name="Wang, Wei" userId="627587dd-935f-4f2b-a6c6-edd4e0dcbff5" providerId="ADAL" clId="{298B78E7-289E-44D3-AE64-26EF3BBB669D}" dt="2020-05-21T14:44:08.631" v="205" actId="2696"/>
        <pc:sldMkLst>
          <pc:docMk/>
          <pc:sldMk cId="2947608363" sldId="3318"/>
        </pc:sldMkLst>
      </pc:sldChg>
      <pc:sldChg chg="del">
        <pc:chgData name="Wang, Wei" userId="627587dd-935f-4f2b-a6c6-edd4e0dcbff5" providerId="ADAL" clId="{298B78E7-289E-44D3-AE64-26EF3BBB669D}" dt="2020-05-21T14:44:08.724" v="208" actId="2696"/>
        <pc:sldMkLst>
          <pc:docMk/>
          <pc:sldMk cId="2127992302" sldId="3319"/>
        </pc:sldMkLst>
      </pc:sldChg>
      <pc:sldChg chg="del">
        <pc:chgData name="Wang, Wei" userId="627587dd-935f-4f2b-a6c6-edd4e0dcbff5" providerId="ADAL" clId="{298B78E7-289E-44D3-AE64-26EF3BBB669D}" dt="2020-05-21T14:44:08.758" v="209" actId="2696"/>
        <pc:sldMkLst>
          <pc:docMk/>
          <pc:sldMk cId="2777060430" sldId="3320"/>
        </pc:sldMkLst>
      </pc:sldChg>
      <pc:sldChg chg="del">
        <pc:chgData name="Wang, Wei" userId="627587dd-935f-4f2b-a6c6-edd4e0dcbff5" providerId="ADAL" clId="{298B78E7-289E-44D3-AE64-26EF3BBB669D}" dt="2020-05-21T14:44:08.792" v="211" actId="2696"/>
        <pc:sldMkLst>
          <pc:docMk/>
          <pc:sldMk cId="1945554767" sldId="3321"/>
        </pc:sldMkLst>
      </pc:sldChg>
      <pc:sldChg chg="del">
        <pc:chgData name="Wang, Wei" userId="627587dd-935f-4f2b-a6c6-edd4e0dcbff5" providerId="ADAL" clId="{298B78E7-289E-44D3-AE64-26EF3BBB669D}" dt="2020-05-21T14:44:08.819" v="212" actId="2696"/>
        <pc:sldMkLst>
          <pc:docMk/>
          <pc:sldMk cId="2127991632" sldId="3322"/>
        </pc:sldMkLst>
      </pc:sldChg>
      <pc:sldChg chg="del">
        <pc:chgData name="Wang, Wei" userId="627587dd-935f-4f2b-a6c6-edd4e0dcbff5" providerId="ADAL" clId="{298B78E7-289E-44D3-AE64-26EF3BBB669D}" dt="2020-05-21T14:44:08.858" v="213" actId="2696"/>
        <pc:sldMkLst>
          <pc:docMk/>
          <pc:sldMk cId="4281611941" sldId="3323"/>
        </pc:sldMkLst>
      </pc:sldChg>
      <pc:sldChg chg="del">
        <pc:chgData name="Wang, Wei" userId="627587dd-935f-4f2b-a6c6-edd4e0dcbff5" providerId="ADAL" clId="{298B78E7-289E-44D3-AE64-26EF3BBB669D}" dt="2020-05-21T14:44:08.910" v="215" actId="2696"/>
        <pc:sldMkLst>
          <pc:docMk/>
          <pc:sldMk cId="3390179843" sldId="3326"/>
        </pc:sldMkLst>
      </pc:sldChg>
      <pc:sldChg chg="del">
        <pc:chgData name="Wang, Wei" userId="627587dd-935f-4f2b-a6c6-edd4e0dcbff5" providerId="ADAL" clId="{298B78E7-289E-44D3-AE64-26EF3BBB669D}" dt="2020-05-21T14:44:08.888" v="214" actId="2696"/>
        <pc:sldMkLst>
          <pc:docMk/>
          <pc:sldMk cId="3124520466" sldId="3327"/>
        </pc:sldMkLst>
      </pc:sldChg>
      <pc:sldChg chg="del">
        <pc:chgData name="Wang, Wei" userId="627587dd-935f-4f2b-a6c6-edd4e0dcbff5" providerId="ADAL" clId="{298B78E7-289E-44D3-AE64-26EF3BBB669D}" dt="2020-05-21T14:44:09.008" v="218" actId="2696"/>
        <pc:sldMkLst>
          <pc:docMk/>
          <pc:sldMk cId="3477645088" sldId="3328"/>
        </pc:sldMkLst>
      </pc:sldChg>
      <pc:sldChg chg="del">
        <pc:chgData name="Wang, Wei" userId="627587dd-935f-4f2b-a6c6-edd4e0dcbff5" providerId="ADAL" clId="{298B78E7-289E-44D3-AE64-26EF3BBB669D}" dt="2020-05-21T14:44:09.037" v="219" actId="2696"/>
        <pc:sldMkLst>
          <pc:docMk/>
          <pc:sldMk cId="1662053451" sldId="3329"/>
        </pc:sldMkLst>
      </pc:sldChg>
      <pc:sldChg chg="del">
        <pc:chgData name="Wang, Wei" userId="627587dd-935f-4f2b-a6c6-edd4e0dcbff5" providerId="ADAL" clId="{298B78E7-289E-44D3-AE64-26EF3BBB669D}" dt="2020-05-21T14:44:09.111" v="222" actId="2696"/>
        <pc:sldMkLst>
          <pc:docMk/>
          <pc:sldMk cId="346396587" sldId="3330"/>
        </pc:sldMkLst>
      </pc:sldChg>
      <pc:sldChg chg="del">
        <pc:chgData name="Wang, Wei" userId="627587dd-935f-4f2b-a6c6-edd4e0dcbff5" providerId="ADAL" clId="{298B78E7-289E-44D3-AE64-26EF3BBB669D}" dt="2020-05-21T14:44:09.194" v="224" actId="2696"/>
        <pc:sldMkLst>
          <pc:docMk/>
          <pc:sldMk cId="1291678737" sldId="3331"/>
        </pc:sldMkLst>
      </pc:sldChg>
      <pc:sldChg chg="del">
        <pc:chgData name="Wang, Wei" userId="627587dd-935f-4f2b-a6c6-edd4e0dcbff5" providerId="ADAL" clId="{298B78E7-289E-44D3-AE64-26EF3BBB669D}" dt="2020-05-21T14:44:09.278" v="226" actId="2696"/>
        <pc:sldMkLst>
          <pc:docMk/>
          <pc:sldMk cId="3148421959" sldId="3332"/>
        </pc:sldMkLst>
      </pc:sldChg>
      <pc:sldChg chg="del">
        <pc:chgData name="Wang, Wei" userId="627587dd-935f-4f2b-a6c6-edd4e0dcbff5" providerId="ADAL" clId="{298B78E7-289E-44D3-AE64-26EF3BBB669D}" dt="2020-05-21T14:44:08.979" v="217" actId="2696"/>
        <pc:sldMkLst>
          <pc:docMk/>
          <pc:sldMk cId="3111119971" sldId="3334"/>
        </pc:sldMkLst>
      </pc:sldChg>
      <pc:sldChg chg="del">
        <pc:chgData name="Wang, Wei" userId="627587dd-935f-4f2b-a6c6-edd4e0dcbff5" providerId="ADAL" clId="{298B78E7-289E-44D3-AE64-26EF3BBB669D}" dt="2020-05-21T14:44:09.058" v="220" actId="2696"/>
        <pc:sldMkLst>
          <pc:docMk/>
          <pc:sldMk cId="380740504" sldId="3335"/>
        </pc:sldMkLst>
      </pc:sldChg>
      <pc:sldChg chg="del">
        <pc:chgData name="Wang, Wei" userId="627587dd-935f-4f2b-a6c6-edd4e0dcbff5" providerId="ADAL" clId="{298B78E7-289E-44D3-AE64-26EF3BBB669D}" dt="2020-05-21T14:44:09.331" v="228" actId="2696"/>
        <pc:sldMkLst>
          <pc:docMk/>
          <pc:sldMk cId="4214234733" sldId="3337"/>
        </pc:sldMkLst>
      </pc:sldChg>
      <pc:sldChg chg="del">
        <pc:chgData name="Wang, Wei" userId="627587dd-935f-4f2b-a6c6-edd4e0dcbff5" providerId="ADAL" clId="{298B78E7-289E-44D3-AE64-26EF3BBB669D}" dt="2020-05-21T14:44:09.385" v="230" actId="2696"/>
        <pc:sldMkLst>
          <pc:docMk/>
          <pc:sldMk cId="3949925884" sldId="3338"/>
        </pc:sldMkLst>
      </pc:sldChg>
      <pc:sldChg chg="del">
        <pc:chgData name="Wang, Wei" userId="627587dd-935f-4f2b-a6c6-edd4e0dcbff5" providerId="ADAL" clId="{298B78E7-289E-44D3-AE64-26EF3BBB669D}" dt="2020-05-21T14:44:09.360" v="229" actId="2696"/>
        <pc:sldMkLst>
          <pc:docMk/>
          <pc:sldMk cId="4188551729" sldId="3339"/>
        </pc:sldMkLst>
      </pc:sldChg>
      <pc:sldChg chg="del">
        <pc:chgData name="Wang, Wei" userId="627587dd-935f-4f2b-a6c6-edd4e0dcbff5" providerId="ADAL" clId="{298B78E7-289E-44D3-AE64-26EF3BBB669D}" dt="2020-05-21T14:44:09.085" v="221" actId="2696"/>
        <pc:sldMkLst>
          <pc:docMk/>
          <pc:sldMk cId="3603535866" sldId="3340"/>
        </pc:sldMkLst>
      </pc:sldChg>
      <pc:sldChg chg="del">
        <pc:chgData name="Wang, Wei" userId="627587dd-935f-4f2b-a6c6-edd4e0dcbff5" providerId="ADAL" clId="{298B78E7-289E-44D3-AE64-26EF3BBB669D}" dt="2020-05-21T14:44:09.152" v="223" actId="2696"/>
        <pc:sldMkLst>
          <pc:docMk/>
          <pc:sldMk cId="3144107531" sldId="3341"/>
        </pc:sldMkLst>
      </pc:sldChg>
      <pc:sldChg chg="del">
        <pc:chgData name="Wang, Wei" userId="627587dd-935f-4f2b-a6c6-edd4e0dcbff5" providerId="ADAL" clId="{298B78E7-289E-44D3-AE64-26EF3BBB669D}" dt="2020-05-21T14:44:09.253" v="225" actId="2696"/>
        <pc:sldMkLst>
          <pc:docMk/>
          <pc:sldMk cId="2740622052" sldId="3342"/>
        </pc:sldMkLst>
      </pc:sldChg>
      <pc:sldChg chg="del">
        <pc:chgData name="Wang, Wei" userId="627587dd-935f-4f2b-a6c6-edd4e0dcbff5" providerId="ADAL" clId="{298B78E7-289E-44D3-AE64-26EF3BBB669D}" dt="2020-05-21T14:44:02.553" v="11" actId="2696"/>
        <pc:sldMkLst>
          <pc:docMk/>
          <pc:sldMk cId="2231477961" sldId="3343"/>
        </pc:sldMkLst>
      </pc:sldChg>
      <pc:sldChg chg="del">
        <pc:chgData name="Wang, Wei" userId="627587dd-935f-4f2b-a6c6-edd4e0dcbff5" providerId="ADAL" clId="{298B78E7-289E-44D3-AE64-26EF3BBB669D}" dt="2020-05-21T14:44:02.901" v="19" actId="2696"/>
        <pc:sldMkLst>
          <pc:docMk/>
          <pc:sldMk cId="254823969" sldId="3344"/>
        </pc:sldMkLst>
      </pc:sldChg>
      <pc:sldChg chg="del">
        <pc:chgData name="Wang, Wei" userId="627587dd-935f-4f2b-a6c6-edd4e0dcbff5" providerId="ADAL" clId="{298B78E7-289E-44D3-AE64-26EF3BBB669D}" dt="2020-05-21T14:44:04.765" v="87" actId="2696"/>
        <pc:sldMkLst>
          <pc:docMk/>
          <pc:sldMk cId="1271632320" sldId="3346"/>
        </pc:sldMkLst>
      </pc:sldChg>
      <pc:sldChg chg="del">
        <pc:chgData name="Wang, Wei" userId="627587dd-935f-4f2b-a6c6-edd4e0dcbff5" providerId="ADAL" clId="{298B78E7-289E-44D3-AE64-26EF3BBB669D}" dt="2020-05-21T14:44:02.856" v="18" actId="2696"/>
        <pc:sldMkLst>
          <pc:docMk/>
          <pc:sldMk cId="2979927466" sldId="3348"/>
        </pc:sldMkLst>
      </pc:sldChg>
      <pc:sldChg chg="del">
        <pc:chgData name="Wang, Wei" userId="627587dd-935f-4f2b-a6c6-edd4e0dcbff5" providerId="ADAL" clId="{298B78E7-289E-44D3-AE64-26EF3BBB669D}" dt="2020-05-21T14:44:02.941" v="20" actId="2696"/>
        <pc:sldMkLst>
          <pc:docMk/>
          <pc:sldMk cId="1899842097" sldId="3349"/>
        </pc:sldMkLst>
      </pc:sldChg>
      <pc:sldChg chg="del">
        <pc:chgData name="Wang, Wei" userId="627587dd-935f-4f2b-a6c6-edd4e0dcbff5" providerId="ADAL" clId="{298B78E7-289E-44D3-AE64-26EF3BBB669D}" dt="2020-05-21T14:44:03.544" v="58" actId="2696"/>
        <pc:sldMkLst>
          <pc:docMk/>
          <pc:sldMk cId="842741756" sldId="3350"/>
        </pc:sldMkLst>
      </pc:sldChg>
      <pc:sldChg chg="del">
        <pc:chgData name="Wang, Wei" userId="627587dd-935f-4f2b-a6c6-edd4e0dcbff5" providerId="ADAL" clId="{298B78E7-289E-44D3-AE64-26EF3BBB669D}" dt="2020-05-21T14:44:04.005" v="69" actId="2696"/>
        <pc:sldMkLst>
          <pc:docMk/>
          <pc:sldMk cId="3109476665" sldId="3351"/>
        </pc:sldMkLst>
      </pc:sldChg>
      <pc:sldChg chg="del">
        <pc:chgData name="Wang, Wei" userId="627587dd-935f-4f2b-a6c6-edd4e0dcbff5" providerId="ADAL" clId="{298B78E7-289E-44D3-AE64-26EF3BBB669D}" dt="2020-05-21T14:44:04.544" v="82" actId="2696"/>
        <pc:sldMkLst>
          <pc:docMk/>
          <pc:sldMk cId="3704800372" sldId="3352"/>
        </pc:sldMkLst>
      </pc:sldChg>
      <pc:sldChg chg="del">
        <pc:chgData name="Wang, Wei" userId="627587dd-935f-4f2b-a6c6-edd4e0dcbff5" providerId="ADAL" clId="{298B78E7-289E-44D3-AE64-26EF3BBB669D}" dt="2020-05-21T14:44:04.677" v="85" actId="2696"/>
        <pc:sldMkLst>
          <pc:docMk/>
          <pc:sldMk cId="2944446884" sldId="3353"/>
        </pc:sldMkLst>
      </pc:sldChg>
      <pc:sldChg chg="del">
        <pc:chgData name="Wang, Wei" userId="627587dd-935f-4f2b-a6c6-edd4e0dcbff5" providerId="ADAL" clId="{298B78E7-289E-44D3-AE64-26EF3BBB669D}" dt="2020-05-21T14:44:04.723" v="86" actId="2696"/>
        <pc:sldMkLst>
          <pc:docMk/>
          <pc:sldMk cId="2195433763" sldId="3354"/>
        </pc:sldMkLst>
      </pc:sldChg>
      <pc:sldChg chg="del">
        <pc:chgData name="Wang, Wei" userId="627587dd-935f-4f2b-a6c6-edd4e0dcbff5" providerId="ADAL" clId="{298B78E7-289E-44D3-AE64-26EF3BBB669D}" dt="2020-05-21T14:44:04.799" v="88" actId="2696"/>
        <pc:sldMkLst>
          <pc:docMk/>
          <pc:sldMk cId="3347548171" sldId="3355"/>
        </pc:sldMkLst>
      </pc:sldChg>
      <pc:sldChg chg="del">
        <pc:chgData name="Wang, Wei" userId="627587dd-935f-4f2b-a6c6-edd4e0dcbff5" providerId="ADAL" clId="{298B78E7-289E-44D3-AE64-26EF3BBB669D}" dt="2020-05-21T14:44:05.831" v="113" actId="2696"/>
        <pc:sldMkLst>
          <pc:docMk/>
          <pc:sldMk cId="2383908075" sldId="3356"/>
        </pc:sldMkLst>
      </pc:sldChg>
      <pc:sldChg chg="del">
        <pc:chgData name="Wang, Wei" userId="627587dd-935f-4f2b-a6c6-edd4e0dcbff5" providerId="ADAL" clId="{298B78E7-289E-44D3-AE64-26EF3BBB669D}" dt="2020-05-21T14:44:06.541" v="128" actId="2696"/>
        <pc:sldMkLst>
          <pc:docMk/>
          <pc:sldMk cId="1258555308" sldId="3357"/>
        </pc:sldMkLst>
      </pc:sldChg>
      <pc:sldChg chg="del">
        <pc:chgData name="Wang, Wei" userId="627587dd-935f-4f2b-a6c6-edd4e0dcbff5" providerId="ADAL" clId="{298B78E7-289E-44D3-AE64-26EF3BBB669D}" dt="2020-05-21T14:44:06.785" v="134" actId="2696"/>
        <pc:sldMkLst>
          <pc:docMk/>
          <pc:sldMk cId="981708690" sldId="3358"/>
        </pc:sldMkLst>
      </pc:sldChg>
      <pc:sldChg chg="del">
        <pc:chgData name="Wang, Wei" userId="627587dd-935f-4f2b-a6c6-edd4e0dcbff5" providerId="ADAL" clId="{298B78E7-289E-44D3-AE64-26EF3BBB669D}" dt="2020-05-21T14:44:07.596" v="153" actId="2696"/>
        <pc:sldMkLst>
          <pc:docMk/>
          <pc:sldMk cId="644571749" sldId="3359"/>
        </pc:sldMkLst>
      </pc:sldChg>
      <pc:sldChg chg="del">
        <pc:chgData name="Wang, Wei" userId="627587dd-935f-4f2b-a6c6-edd4e0dcbff5" providerId="ADAL" clId="{298B78E7-289E-44D3-AE64-26EF3BBB669D}" dt="2020-05-21T14:44:09.425" v="234" actId="2696"/>
        <pc:sldMkLst>
          <pc:docMk/>
          <pc:sldMk cId="1224844810" sldId="3379"/>
        </pc:sldMkLst>
      </pc:sldChg>
      <pc:sldChg chg="del">
        <pc:chgData name="Wang, Wei" userId="627587dd-935f-4f2b-a6c6-edd4e0dcbff5" providerId="ADAL" clId="{298B78E7-289E-44D3-AE64-26EF3BBB669D}" dt="2020-05-21T14:44:09.643" v="243" actId="2696"/>
        <pc:sldMkLst>
          <pc:docMk/>
          <pc:sldMk cId="1670647803" sldId="3380"/>
        </pc:sldMkLst>
      </pc:sldChg>
      <pc:sldChg chg="del">
        <pc:chgData name="Wang, Wei" userId="627587dd-935f-4f2b-a6c6-edd4e0dcbff5" providerId="ADAL" clId="{298B78E7-289E-44D3-AE64-26EF3BBB669D}" dt="2020-05-21T14:44:09.455" v="235" actId="2696"/>
        <pc:sldMkLst>
          <pc:docMk/>
          <pc:sldMk cId="1014139772" sldId="3381"/>
        </pc:sldMkLst>
      </pc:sldChg>
      <pc:sldChg chg="del">
        <pc:chgData name="Wang, Wei" userId="627587dd-935f-4f2b-a6c6-edd4e0dcbff5" providerId="ADAL" clId="{298B78E7-289E-44D3-AE64-26EF3BBB669D}" dt="2020-05-21T14:44:09.813" v="276" actId="2696"/>
        <pc:sldMkLst>
          <pc:docMk/>
          <pc:sldMk cId="3166199077" sldId="3382"/>
        </pc:sldMkLst>
      </pc:sldChg>
      <pc:sldChg chg="del">
        <pc:chgData name="Wang, Wei" userId="627587dd-935f-4f2b-a6c6-edd4e0dcbff5" providerId="ADAL" clId="{298B78E7-289E-44D3-AE64-26EF3BBB669D}" dt="2020-05-21T14:44:09.853" v="277" actId="2696"/>
        <pc:sldMkLst>
          <pc:docMk/>
          <pc:sldMk cId="1004978973" sldId="3383"/>
        </pc:sldMkLst>
      </pc:sldChg>
      <pc:sldChg chg="del">
        <pc:chgData name="Wang, Wei" userId="627587dd-935f-4f2b-a6c6-edd4e0dcbff5" providerId="ADAL" clId="{298B78E7-289E-44D3-AE64-26EF3BBB669D}" dt="2020-05-21T14:43:43.431" v="6" actId="2696"/>
        <pc:sldMkLst>
          <pc:docMk/>
          <pc:sldMk cId="4114256573" sldId="3387"/>
        </pc:sldMkLst>
      </pc:sldChg>
      <pc:sldChg chg="del">
        <pc:chgData name="Wang, Wei" userId="627587dd-935f-4f2b-a6c6-edd4e0dcbff5" providerId="ADAL" clId="{298B78E7-289E-44D3-AE64-26EF3BBB669D}" dt="2020-05-21T14:44:03.707" v="62" actId="2696"/>
        <pc:sldMkLst>
          <pc:docMk/>
          <pc:sldMk cId="3510057645" sldId="3392"/>
        </pc:sldMkLst>
      </pc:sldChg>
      <pc:sldChg chg="del">
        <pc:chgData name="Wang, Wei" userId="627587dd-935f-4f2b-a6c6-edd4e0dcbff5" providerId="ADAL" clId="{298B78E7-289E-44D3-AE64-26EF3BBB669D}" dt="2020-05-21T14:44:03.758" v="63" actId="2696"/>
        <pc:sldMkLst>
          <pc:docMk/>
          <pc:sldMk cId="3242740702" sldId="3393"/>
        </pc:sldMkLst>
      </pc:sldChg>
      <pc:sldChg chg="del">
        <pc:chgData name="Wang, Wei" userId="627587dd-935f-4f2b-a6c6-edd4e0dcbff5" providerId="ADAL" clId="{298B78E7-289E-44D3-AE64-26EF3BBB669D}" dt="2020-05-21T14:44:09.304" v="227" actId="2696"/>
        <pc:sldMkLst>
          <pc:docMk/>
          <pc:sldMk cId="2567629624" sldId="3394"/>
        </pc:sldMkLst>
      </pc:sldChg>
      <pc:sldChg chg="del">
        <pc:chgData name="Wang, Wei" userId="627587dd-935f-4f2b-a6c6-edd4e0dcbff5" providerId="ADAL" clId="{298B78E7-289E-44D3-AE64-26EF3BBB669D}" dt="2020-05-21T14:44:07.212" v="144" actId="2696"/>
        <pc:sldMkLst>
          <pc:docMk/>
          <pc:sldMk cId="947442939" sldId="3395"/>
        </pc:sldMkLst>
      </pc:sldChg>
      <pc:sldChg chg="del">
        <pc:chgData name="Wang, Wei" userId="627587dd-935f-4f2b-a6c6-edd4e0dcbff5" providerId="ADAL" clId="{298B78E7-289E-44D3-AE64-26EF3BBB669D}" dt="2020-05-21T14:44:06.927" v="137" actId="2696"/>
        <pc:sldMkLst>
          <pc:docMk/>
          <pc:sldMk cId="3504699625" sldId="3396"/>
        </pc:sldMkLst>
      </pc:sldChg>
      <pc:sldChg chg="del">
        <pc:chgData name="Wang, Wei" userId="627587dd-935f-4f2b-a6c6-edd4e0dcbff5" providerId="ADAL" clId="{298B78E7-289E-44D3-AE64-26EF3BBB669D}" dt="2020-05-21T14:44:07.097" v="141" actId="2696"/>
        <pc:sldMkLst>
          <pc:docMk/>
          <pc:sldMk cId="328478141" sldId="3397"/>
        </pc:sldMkLst>
      </pc:sldChg>
      <pc:sldChg chg="del">
        <pc:chgData name="Wang, Wei" userId="627587dd-935f-4f2b-a6c6-edd4e0dcbff5" providerId="ADAL" clId="{298B78E7-289E-44D3-AE64-26EF3BBB669D}" dt="2020-05-21T14:44:07.429" v="149" actId="2696"/>
        <pc:sldMkLst>
          <pc:docMk/>
          <pc:sldMk cId="1157161006" sldId="3398"/>
        </pc:sldMkLst>
      </pc:sldChg>
      <pc:sldChg chg="del">
        <pc:chgData name="Wang, Wei" userId="627587dd-935f-4f2b-a6c6-edd4e0dcbff5" providerId="ADAL" clId="{298B78E7-289E-44D3-AE64-26EF3BBB669D}" dt="2020-05-21T14:44:07.141" v="142" actId="2696"/>
        <pc:sldMkLst>
          <pc:docMk/>
          <pc:sldMk cId="2824584400" sldId="3399"/>
        </pc:sldMkLst>
      </pc:sldChg>
      <pc:sldChg chg="del">
        <pc:chgData name="Wang, Wei" userId="627587dd-935f-4f2b-a6c6-edd4e0dcbff5" providerId="ADAL" clId="{298B78E7-289E-44D3-AE64-26EF3BBB669D}" dt="2020-05-21T14:44:07.473" v="150" actId="2696"/>
        <pc:sldMkLst>
          <pc:docMk/>
          <pc:sldMk cId="3420566958" sldId="3400"/>
        </pc:sldMkLst>
      </pc:sldChg>
      <pc:sldChg chg="del">
        <pc:chgData name="Wang, Wei" userId="627587dd-935f-4f2b-a6c6-edd4e0dcbff5" providerId="ADAL" clId="{298B78E7-289E-44D3-AE64-26EF3BBB669D}" dt="2020-05-21T14:44:07.510" v="151" actId="2696"/>
        <pc:sldMkLst>
          <pc:docMk/>
          <pc:sldMk cId="4176833171" sldId="3401"/>
        </pc:sldMkLst>
      </pc:sldChg>
      <pc:sldMasterChg chg="del delSldLayout">
        <pc:chgData name="Wang, Wei" userId="627587dd-935f-4f2b-a6c6-edd4e0dcbff5" providerId="ADAL" clId="{298B78E7-289E-44D3-AE64-26EF3BBB669D}" dt="2020-05-21T14:44:07.713" v="178" actId="2696"/>
        <pc:sldMasterMkLst>
          <pc:docMk/>
          <pc:sldMasterMk cId="1583574900" sldId="2147483648"/>
        </pc:sldMasterMkLst>
        <pc:sldLayoutChg chg="del">
          <pc:chgData name="Wang, Wei" userId="627587dd-935f-4f2b-a6c6-edd4e0dcbff5" providerId="ADAL" clId="{298B78E7-289E-44D3-AE64-26EF3BBB669D}" dt="2020-05-21T14:44:07.676" v="160" actId="2696"/>
          <pc:sldLayoutMkLst>
            <pc:docMk/>
            <pc:sldMasterMk cId="1583574900" sldId="2147483648"/>
            <pc:sldLayoutMk cId="1650472377" sldId="2147483650"/>
          </pc:sldLayoutMkLst>
        </pc:sldLayoutChg>
        <pc:sldLayoutChg chg="del">
          <pc:chgData name="Wang, Wei" userId="627587dd-935f-4f2b-a6c6-edd4e0dcbff5" providerId="ADAL" clId="{298B78E7-289E-44D3-AE64-26EF3BBB669D}" dt="2020-05-21T14:44:07.680" v="162" actId="2696"/>
          <pc:sldLayoutMkLst>
            <pc:docMk/>
            <pc:sldMasterMk cId="1583574900" sldId="2147483648"/>
            <pc:sldLayoutMk cId="1636589590" sldId="2147483654"/>
          </pc:sldLayoutMkLst>
        </pc:sldLayoutChg>
        <pc:sldLayoutChg chg="del">
          <pc:chgData name="Wang, Wei" userId="627587dd-935f-4f2b-a6c6-edd4e0dcbff5" providerId="ADAL" clId="{298B78E7-289E-44D3-AE64-26EF3BBB669D}" dt="2020-05-21T14:44:07.699" v="170" actId="2696"/>
          <pc:sldLayoutMkLst>
            <pc:docMk/>
            <pc:sldMasterMk cId="1583574900" sldId="2147483648"/>
            <pc:sldLayoutMk cId="2202305574" sldId="2147483655"/>
          </pc:sldLayoutMkLst>
        </pc:sldLayoutChg>
        <pc:sldLayoutChg chg="del">
          <pc:chgData name="Wang, Wei" userId="627587dd-935f-4f2b-a6c6-edd4e0dcbff5" providerId="ADAL" clId="{298B78E7-289E-44D3-AE64-26EF3BBB669D}" dt="2020-05-21T14:44:07.678" v="161" actId="2696"/>
          <pc:sldLayoutMkLst>
            <pc:docMk/>
            <pc:sldMasterMk cId="1583574900" sldId="2147483648"/>
            <pc:sldLayoutMk cId="1882155853" sldId="2147483657"/>
          </pc:sldLayoutMkLst>
        </pc:sldLayoutChg>
        <pc:sldLayoutChg chg="del">
          <pc:chgData name="Wang, Wei" userId="627587dd-935f-4f2b-a6c6-edd4e0dcbff5" providerId="ADAL" clId="{298B78E7-289E-44D3-AE64-26EF3BBB669D}" dt="2020-05-21T14:44:07.687" v="164" actId="2696"/>
          <pc:sldLayoutMkLst>
            <pc:docMk/>
            <pc:sldMasterMk cId="1583574900" sldId="2147483648"/>
            <pc:sldLayoutMk cId="1265934994" sldId="2147483664"/>
          </pc:sldLayoutMkLst>
        </pc:sldLayoutChg>
        <pc:sldLayoutChg chg="del">
          <pc:chgData name="Wang, Wei" userId="627587dd-935f-4f2b-a6c6-edd4e0dcbff5" providerId="ADAL" clId="{298B78E7-289E-44D3-AE64-26EF3BBB669D}" dt="2020-05-21T14:44:07.672" v="158" actId="2696"/>
          <pc:sldLayoutMkLst>
            <pc:docMk/>
            <pc:sldMasterMk cId="1583574900" sldId="2147483648"/>
            <pc:sldLayoutMk cId="3792690241" sldId="2147483668"/>
          </pc:sldLayoutMkLst>
        </pc:sldLayoutChg>
        <pc:sldLayoutChg chg="del">
          <pc:chgData name="Wang, Wei" userId="627587dd-935f-4f2b-a6c6-edd4e0dcbff5" providerId="ADAL" clId="{298B78E7-289E-44D3-AE64-26EF3BBB669D}" dt="2020-05-21T14:44:07.685" v="163" actId="2696"/>
          <pc:sldLayoutMkLst>
            <pc:docMk/>
            <pc:sldMasterMk cId="1583574900" sldId="2147483648"/>
            <pc:sldLayoutMk cId="1239496803" sldId="2147483679"/>
          </pc:sldLayoutMkLst>
        </pc:sldLayoutChg>
        <pc:sldLayoutChg chg="del">
          <pc:chgData name="Wang, Wei" userId="627587dd-935f-4f2b-a6c6-edd4e0dcbff5" providerId="ADAL" clId="{298B78E7-289E-44D3-AE64-26EF3BBB669D}" dt="2020-05-21T14:44:07.707" v="174" actId="2696"/>
          <pc:sldLayoutMkLst>
            <pc:docMk/>
            <pc:sldMasterMk cId="1583574900" sldId="2147483648"/>
            <pc:sldLayoutMk cId="1669711868" sldId="2147483684"/>
          </pc:sldLayoutMkLst>
        </pc:sldLayoutChg>
        <pc:sldLayoutChg chg="del">
          <pc:chgData name="Wang, Wei" userId="627587dd-935f-4f2b-a6c6-edd4e0dcbff5" providerId="ADAL" clId="{298B78E7-289E-44D3-AE64-26EF3BBB669D}" dt="2020-05-21T14:44:07.704" v="172" actId="2696"/>
          <pc:sldLayoutMkLst>
            <pc:docMk/>
            <pc:sldMasterMk cId="1583574900" sldId="2147483648"/>
            <pc:sldLayoutMk cId="0" sldId="2147483685"/>
          </pc:sldLayoutMkLst>
        </pc:sldLayoutChg>
        <pc:sldLayoutChg chg="del">
          <pc:chgData name="Wang, Wei" userId="627587dd-935f-4f2b-a6c6-edd4e0dcbff5" providerId="ADAL" clId="{298B78E7-289E-44D3-AE64-26EF3BBB669D}" dt="2020-05-21T14:43:43.268" v="1" actId="2696"/>
          <pc:sldLayoutMkLst>
            <pc:docMk/>
            <pc:sldMasterMk cId="1583574900" sldId="2147483648"/>
            <pc:sldLayoutMk cId="1063780236" sldId="2147483686"/>
          </pc:sldLayoutMkLst>
        </pc:sldLayoutChg>
        <pc:sldLayoutChg chg="del">
          <pc:chgData name="Wang, Wei" userId="627587dd-935f-4f2b-a6c6-edd4e0dcbff5" providerId="ADAL" clId="{298B78E7-289E-44D3-AE64-26EF3BBB669D}" dt="2020-05-21T14:44:07.689" v="165" actId="2696"/>
          <pc:sldLayoutMkLst>
            <pc:docMk/>
            <pc:sldMasterMk cId="1583574900" sldId="2147483648"/>
            <pc:sldLayoutMk cId="673999311" sldId="2147483688"/>
          </pc:sldLayoutMkLst>
        </pc:sldLayoutChg>
        <pc:sldLayoutChg chg="del">
          <pc:chgData name="Wang, Wei" userId="627587dd-935f-4f2b-a6c6-edd4e0dcbff5" providerId="ADAL" clId="{298B78E7-289E-44D3-AE64-26EF3BBB669D}" dt="2020-05-21T14:44:07.706" v="173" actId="2696"/>
          <pc:sldLayoutMkLst>
            <pc:docMk/>
            <pc:sldMasterMk cId="1583574900" sldId="2147483648"/>
            <pc:sldLayoutMk cId="0" sldId="2147483691"/>
          </pc:sldLayoutMkLst>
        </pc:sldLayoutChg>
        <pc:sldLayoutChg chg="del">
          <pc:chgData name="Wang, Wei" userId="627587dd-935f-4f2b-a6c6-edd4e0dcbff5" providerId="ADAL" clId="{298B78E7-289E-44D3-AE64-26EF3BBB669D}" dt="2020-05-21T14:44:07.670" v="157" actId="2696"/>
          <pc:sldLayoutMkLst>
            <pc:docMk/>
            <pc:sldMasterMk cId="1583574900" sldId="2147483648"/>
            <pc:sldLayoutMk cId="0" sldId="2147483692"/>
          </pc:sldLayoutMkLst>
        </pc:sldLayoutChg>
        <pc:sldLayoutChg chg="del">
          <pc:chgData name="Wang, Wei" userId="627587dd-935f-4f2b-a6c6-edd4e0dcbff5" providerId="ADAL" clId="{298B78E7-289E-44D3-AE64-26EF3BBB669D}" dt="2020-05-21T14:44:07.702" v="171" actId="2696"/>
          <pc:sldLayoutMkLst>
            <pc:docMk/>
            <pc:sldMasterMk cId="1583574900" sldId="2147483648"/>
            <pc:sldLayoutMk cId="1283683246" sldId="2147483693"/>
          </pc:sldLayoutMkLst>
        </pc:sldLayoutChg>
        <pc:sldLayoutChg chg="del">
          <pc:chgData name="Wang, Wei" userId="627587dd-935f-4f2b-a6c6-edd4e0dcbff5" providerId="ADAL" clId="{298B78E7-289E-44D3-AE64-26EF3BBB669D}" dt="2020-05-21T14:44:07.674" v="159" actId="2696"/>
          <pc:sldLayoutMkLst>
            <pc:docMk/>
            <pc:sldMasterMk cId="1583574900" sldId="2147483648"/>
            <pc:sldLayoutMk cId="0" sldId="2147483695"/>
          </pc:sldLayoutMkLst>
        </pc:sldLayoutChg>
        <pc:sldLayoutChg chg="del">
          <pc:chgData name="Wang, Wei" userId="627587dd-935f-4f2b-a6c6-edd4e0dcbff5" providerId="ADAL" clId="{298B78E7-289E-44D3-AE64-26EF3BBB669D}" dt="2020-05-21T14:44:07.663" v="155" actId="2696"/>
          <pc:sldLayoutMkLst>
            <pc:docMk/>
            <pc:sldMasterMk cId="1583574900" sldId="2147483648"/>
            <pc:sldLayoutMk cId="0" sldId="2147483696"/>
          </pc:sldLayoutMkLst>
        </pc:sldLayoutChg>
        <pc:sldLayoutChg chg="del">
          <pc:chgData name="Wang, Wei" userId="627587dd-935f-4f2b-a6c6-edd4e0dcbff5" providerId="ADAL" clId="{298B78E7-289E-44D3-AE64-26EF3BBB669D}" dt="2020-05-21T14:44:07.694" v="168" actId="2696"/>
          <pc:sldLayoutMkLst>
            <pc:docMk/>
            <pc:sldMasterMk cId="1583574900" sldId="2147483648"/>
            <pc:sldLayoutMk cId="0" sldId="2147483698"/>
          </pc:sldLayoutMkLst>
        </pc:sldLayoutChg>
        <pc:sldLayoutChg chg="del">
          <pc:chgData name="Wang, Wei" userId="627587dd-935f-4f2b-a6c6-edd4e0dcbff5" providerId="ADAL" clId="{298B78E7-289E-44D3-AE64-26EF3BBB669D}" dt="2020-05-21T14:44:07.696" v="169" actId="2696"/>
          <pc:sldLayoutMkLst>
            <pc:docMk/>
            <pc:sldMasterMk cId="1583574900" sldId="2147483648"/>
            <pc:sldLayoutMk cId="0" sldId="2147483699"/>
          </pc:sldLayoutMkLst>
        </pc:sldLayoutChg>
        <pc:sldLayoutChg chg="del">
          <pc:chgData name="Wang, Wei" userId="627587dd-935f-4f2b-a6c6-edd4e0dcbff5" providerId="ADAL" clId="{298B78E7-289E-44D3-AE64-26EF3BBB669D}" dt="2020-05-21T14:44:07.691" v="166" actId="2696"/>
          <pc:sldLayoutMkLst>
            <pc:docMk/>
            <pc:sldMasterMk cId="1583574900" sldId="2147483648"/>
            <pc:sldLayoutMk cId="0" sldId="2147483700"/>
          </pc:sldLayoutMkLst>
        </pc:sldLayoutChg>
        <pc:sldLayoutChg chg="del">
          <pc:chgData name="Wang, Wei" userId="627587dd-935f-4f2b-a6c6-edd4e0dcbff5" providerId="ADAL" clId="{298B78E7-289E-44D3-AE64-26EF3BBB669D}" dt="2020-05-21T14:44:07.693" v="167" actId="2696"/>
          <pc:sldLayoutMkLst>
            <pc:docMk/>
            <pc:sldMasterMk cId="1583574900" sldId="2147483648"/>
            <pc:sldLayoutMk cId="0" sldId="2147483701"/>
          </pc:sldLayoutMkLst>
        </pc:sldLayoutChg>
        <pc:sldLayoutChg chg="del">
          <pc:chgData name="Wang, Wei" userId="627587dd-935f-4f2b-a6c6-edd4e0dcbff5" providerId="ADAL" clId="{298B78E7-289E-44D3-AE64-26EF3BBB669D}" dt="2020-05-21T14:44:07.708" v="175" actId="2696"/>
          <pc:sldLayoutMkLst>
            <pc:docMk/>
            <pc:sldMasterMk cId="1583574900" sldId="2147483648"/>
            <pc:sldLayoutMk cId="0" sldId="2147483717"/>
          </pc:sldLayoutMkLst>
        </pc:sldLayoutChg>
        <pc:sldLayoutChg chg="del">
          <pc:chgData name="Wang, Wei" userId="627587dd-935f-4f2b-a6c6-edd4e0dcbff5" providerId="ADAL" clId="{298B78E7-289E-44D3-AE64-26EF3BBB669D}" dt="2020-05-21T14:44:07.709" v="176" actId="2696"/>
          <pc:sldLayoutMkLst>
            <pc:docMk/>
            <pc:sldMasterMk cId="1583574900" sldId="2147483648"/>
            <pc:sldLayoutMk cId="1228748614" sldId="2147483817"/>
          </pc:sldLayoutMkLst>
        </pc:sldLayoutChg>
        <pc:sldLayoutChg chg="del">
          <pc:chgData name="Wang, Wei" userId="627587dd-935f-4f2b-a6c6-edd4e0dcbff5" providerId="ADAL" clId="{298B78E7-289E-44D3-AE64-26EF3BBB669D}" dt="2020-05-21T14:44:07.668" v="156" actId="2696"/>
          <pc:sldLayoutMkLst>
            <pc:docMk/>
            <pc:sldMasterMk cId="1583574900" sldId="2147483648"/>
            <pc:sldLayoutMk cId="4061941092" sldId="2147483818"/>
          </pc:sldLayoutMkLst>
        </pc:sldLayoutChg>
        <pc:sldLayoutChg chg="del">
          <pc:chgData name="Wang, Wei" userId="627587dd-935f-4f2b-a6c6-edd4e0dcbff5" providerId="ADAL" clId="{298B78E7-289E-44D3-AE64-26EF3BBB669D}" dt="2020-05-21T14:44:07.711" v="177" actId="2696"/>
          <pc:sldLayoutMkLst>
            <pc:docMk/>
            <pc:sldMasterMk cId="1583574900" sldId="2147483648"/>
            <pc:sldLayoutMk cId="280407589" sldId="2147483819"/>
          </pc:sldLayoutMkLst>
        </pc:sldLayoutChg>
      </pc:sldMasterChg>
      <pc:sldMasterChg chg="del delSldLayout">
        <pc:chgData name="Wang, Wei" userId="627587dd-935f-4f2b-a6c6-edd4e0dcbff5" providerId="ADAL" clId="{298B78E7-289E-44D3-AE64-26EF3BBB669D}" dt="2020-05-21T14:44:09.707" v="271" actId="2696"/>
        <pc:sldMasterMkLst>
          <pc:docMk/>
          <pc:sldMasterMk cId="3877396151" sldId="2147483849"/>
        </pc:sldMasterMkLst>
        <pc:sldLayoutChg chg="del">
          <pc:chgData name="Wang, Wei" userId="627587dd-935f-4f2b-a6c6-edd4e0dcbff5" providerId="ADAL" clId="{298B78E7-289E-44D3-AE64-26EF3BBB669D}" dt="2020-05-21T14:44:09.644" v="244" actId="2696"/>
          <pc:sldLayoutMkLst>
            <pc:docMk/>
            <pc:sldMasterMk cId="3877396151" sldId="2147483849"/>
            <pc:sldLayoutMk cId="2809059773" sldId="2147483850"/>
          </pc:sldLayoutMkLst>
        </pc:sldLayoutChg>
        <pc:sldLayoutChg chg="del">
          <pc:chgData name="Wang, Wei" userId="627587dd-935f-4f2b-a6c6-edd4e0dcbff5" providerId="ADAL" clId="{298B78E7-289E-44D3-AE64-26EF3BBB669D}" dt="2020-05-21T14:44:09.650" v="245" actId="2696"/>
          <pc:sldLayoutMkLst>
            <pc:docMk/>
            <pc:sldMasterMk cId="3877396151" sldId="2147483849"/>
            <pc:sldLayoutMk cId="4210182259" sldId="2147483851"/>
          </pc:sldLayoutMkLst>
        </pc:sldLayoutChg>
        <pc:sldLayoutChg chg="del">
          <pc:chgData name="Wang, Wei" userId="627587dd-935f-4f2b-a6c6-edd4e0dcbff5" providerId="ADAL" clId="{298B78E7-289E-44D3-AE64-26EF3BBB669D}" dt="2020-05-21T14:44:09.653" v="246" actId="2696"/>
          <pc:sldLayoutMkLst>
            <pc:docMk/>
            <pc:sldMasterMk cId="3877396151" sldId="2147483849"/>
            <pc:sldLayoutMk cId="3881125674" sldId="2147483852"/>
          </pc:sldLayoutMkLst>
        </pc:sldLayoutChg>
        <pc:sldLayoutChg chg="del">
          <pc:chgData name="Wang, Wei" userId="627587dd-935f-4f2b-a6c6-edd4e0dcbff5" providerId="ADAL" clId="{298B78E7-289E-44D3-AE64-26EF3BBB669D}" dt="2020-05-21T14:44:09.656" v="247" actId="2696"/>
          <pc:sldLayoutMkLst>
            <pc:docMk/>
            <pc:sldMasterMk cId="3877396151" sldId="2147483849"/>
            <pc:sldLayoutMk cId="214291803" sldId="2147483853"/>
          </pc:sldLayoutMkLst>
        </pc:sldLayoutChg>
        <pc:sldLayoutChg chg="del">
          <pc:chgData name="Wang, Wei" userId="627587dd-935f-4f2b-a6c6-edd4e0dcbff5" providerId="ADAL" clId="{298B78E7-289E-44D3-AE64-26EF3BBB669D}" dt="2020-05-21T14:44:09.658" v="248" actId="2696"/>
          <pc:sldLayoutMkLst>
            <pc:docMk/>
            <pc:sldMasterMk cId="3877396151" sldId="2147483849"/>
            <pc:sldLayoutMk cId="1474066911" sldId="2147483854"/>
          </pc:sldLayoutMkLst>
        </pc:sldLayoutChg>
        <pc:sldLayoutChg chg="del">
          <pc:chgData name="Wang, Wei" userId="627587dd-935f-4f2b-a6c6-edd4e0dcbff5" providerId="ADAL" clId="{298B78E7-289E-44D3-AE64-26EF3BBB669D}" dt="2020-05-21T14:44:09.660" v="249" actId="2696"/>
          <pc:sldLayoutMkLst>
            <pc:docMk/>
            <pc:sldMasterMk cId="3877396151" sldId="2147483849"/>
            <pc:sldLayoutMk cId="1847845935" sldId="2147483855"/>
          </pc:sldLayoutMkLst>
        </pc:sldLayoutChg>
        <pc:sldLayoutChg chg="del">
          <pc:chgData name="Wang, Wei" userId="627587dd-935f-4f2b-a6c6-edd4e0dcbff5" providerId="ADAL" clId="{298B78E7-289E-44D3-AE64-26EF3BBB669D}" dt="2020-05-21T14:44:09.662" v="250" actId="2696"/>
          <pc:sldLayoutMkLst>
            <pc:docMk/>
            <pc:sldMasterMk cId="3877396151" sldId="2147483849"/>
            <pc:sldLayoutMk cId="4057498967" sldId="2147483856"/>
          </pc:sldLayoutMkLst>
        </pc:sldLayoutChg>
        <pc:sldLayoutChg chg="del">
          <pc:chgData name="Wang, Wei" userId="627587dd-935f-4f2b-a6c6-edd4e0dcbff5" providerId="ADAL" clId="{298B78E7-289E-44D3-AE64-26EF3BBB669D}" dt="2020-05-21T14:44:09.667" v="251" actId="2696"/>
          <pc:sldLayoutMkLst>
            <pc:docMk/>
            <pc:sldMasterMk cId="3877396151" sldId="2147483849"/>
            <pc:sldLayoutMk cId="439931139" sldId="2147483857"/>
          </pc:sldLayoutMkLst>
        </pc:sldLayoutChg>
        <pc:sldLayoutChg chg="del">
          <pc:chgData name="Wang, Wei" userId="627587dd-935f-4f2b-a6c6-edd4e0dcbff5" providerId="ADAL" clId="{298B78E7-289E-44D3-AE64-26EF3BBB669D}" dt="2020-05-21T14:44:09.670" v="252" actId="2696"/>
          <pc:sldLayoutMkLst>
            <pc:docMk/>
            <pc:sldMasterMk cId="3877396151" sldId="2147483849"/>
            <pc:sldLayoutMk cId="740488066" sldId="2147483858"/>
          </pc:sldLayoutMkLst>
        </pc:sldLayoutChg>
        <pc:sldLayoutChg chg="del">
          <pc:chgData name="Wang, Wei" userId="627587dd-935f-4f2b-a6c6-edd4e0dcbff5" providerId="ADAL" clId="{298B78E7-289E-44D3-AE64-26EF3BBB669D}" dt="2020-05-21T14:44:09.671" v="253" actId="2696"/>
          <pc:sldLayoutMkLst>
            <pc:docMk/>
            <pc:sldMasterMk cId="3877396151" sldId="2147483849"/>
            <pc:sldLayoutMk cId="1760919890" sldId="2147483859"/>
          </pc:sldLayoutMkLst>
        </pc:sldLayoutChg>
        <pc:sldLayoutChg chg="del">
          <pc:chgData name="Wang, Wei" userId="627587dd-935f-4f2b-a6c6-edd4e0dcbff5" providerId="ADAL" clId="{298B78E7-289E-44D3-AE64-26EF3BBB669D}" dt="2020-05-21T14:44:09.673" v="254" actId="2696"/>
          <pc:sldLayoutMkLst>
            <pc:docMk/>
            <pc:sldMasterMk cId="3877396151" sldId="2147483849"/>
            <pc:sldLayoutMk cId="2694469045" sldId="2147483860"/>
          </pc:sldLayoutMkLst>
        </pc:sldLayoutChg>
        <pc:sldLayoutChg chg="del">
          <pc:chgData name="Wang, Wei" userId="627587dd-935f-4f2b-a6c6-edd4e0dcbff5" providerId="ADAL" clId="{298B78E7-289E-44D3-AE64-26EF3BBB669D}" dt="2020-05-21T14:44:09.674" v="255" actId="2696"/>
          <pc:sldLayoutMkLst>
            <pc:docMk/>
            <pc:sldMasterMk cId="3877396151" sldId="2147483849"/>
            <pc:sldLayoutMk cId="2180933198" sldId="2147483861"/>
          </pc:sldLayoutMkLst>
        </pc:sldLayoutChg>
        <pc:sldLayoutChg chg="del">
          <pc:chgData name="Wang, Wei" userId="627587dd-935f-4f2b-a6c6-edd4e0dcbff5" providerId="ADAL" clId="{298B78E7-289E-44D3-AE64-26EF3BBB669D}" dt="2020-05-21T14:44:09.675" v="256" actId="2696"/>
          <pc:sldLayoutMkLst>
            <pc:docMk/>
            <pc:sldMasterMk cId="3877396151" sldId="2147483849"/>
            <pc:sldLayoutMk cId="3841452663" sldId="2147483862"/>
          </pc:sldLayoutMkLst>
        </pc:sldLayoutChg>
        <pc:sldLayoutChg chg="del">
          <pc:chgData name="Wang, Wei" userId="627587dd-935f-4f2b-a6c6-edd4e0dcbff5" providerId="ADAL" clId="{298B78E7-289E-44D3-AE64-26EF3BBB669D}" dt="2020-05-21T14:44:09.677" v="257" actId="2696"/>
          <pc:sldLayoutMkLst>
            <pc:docMk/>
            <pc:sldMasterMk cId="3877396151" sldId="2147483849"/>
            <pc:sldLayoutMk cId="1875997094" sldId="2147483863"/>
          </pc:sldLayoutMkLst>
        </pc:sldLayoutChg>
        <pc:sldLayoutChg chg="del">
          <pc:chgData name="Wang, Wei" userId="627587dd-935f-4f2b-a6c6-edd4e0dcbff5" providerId="ADAL" clId="{298B78E7-289E-44D3-AE64-26EF3BBB669D}" dt="2020-05-21T14:44:09.678" v="258" actId="2696"/>
          <pc:sldLayoutMkLst>
            <pc:docMk/>
            <pc:sldMasterMk cId="3877396151" sldId="2147483849"/>
            <pc:sldLayoutMk cId="2610778980" sldId="2147483864"/>
          </pc:sldLayoutMkLst>
        </pc:sldLayoutChg>
        <pc:sldLayoutChg chg="del">
          <pc:chgData name="Wang, Wei" userId="627587dd-935f-4f2b-a6c6-edd4e0dcbff5" providerId="ADAL" clId="{298B78E7-289E-44D3-AE64-26EF3BBB669D}" dt="2020-05-21T14:44:09.682" v="259" actId="2696"/>
          <pc:sldLayoutMkLst>
            <pc:docMk/>
            <pc:sldMasterMk cId="3877396151" sldId="2147483849"/>
            <pc:sldLayoutMk cId="2535699597" sldId="2147483865"/>
          </pc:sldLayoutMkLst>
        </pc:sldLayoutChg>
        <pc:sldLayoutChg chg="del">
          <pc:chgData name="Wang, Wei" userId="627587dd-935f-4f2b-a6c6-edd4e0dcbff5" providerId="ADAL" clId="{298B78E7-289E-44D3-AE64-26EF3BBB669D}" dt="2020-05-21T14:44:09.686" v="260" actId="2696"/>
          <pc:sldLayoutMkLst>
            <pc:docMk/>
            <pc:sldMasterMk cId="3877396151" sldId="2147483849"/>
            <pc:sldLayoutMk cId="3601425507" sldId="2147483866"/>
          </pc:sldLayoutMkLst>
        </pc:sldLayoutChg>
        <pc:sldLayoutChg chg="del">
          <pc:chgData name="Wang, Wei" userId="627587dd-935f-4f2b-a6c6-edd4e0dcbff5" providerId="ADAL" clId="{298B78E7-289E-44D3-AE64-26EF3BBB669D}" dt="2020-05-21T14:44:09.688" v="261" actId="2696"/>
          <pc:sldLayoutMkLst>
            <pc:docMk/>
            <pc:sldMasterMk cId="3877396151" sldId="2147483849"/>
            <pc:sldLayoutMk cId="2609394409" sldId="2147483867"/>
          </pc:sldLayoutMkLst>
        </pc:sldLayoutChg>
        <pc:sldLayoutChg chg="del">
          <pc:chgData name="Wang, Wei" userId="627587dd-935f-4f2b-a6c6-edd4e0dcbff5" providerId="ADAL" clId="{298B78E7-289E-44D3-AE64-26EF3BBB669D}" dt="2020-05-21T14:44:09.689" v="262" actId="2696"/>
          <pc:sldLayoutMkLst>
            <pc:docMk/>
            <pc:sldMasterMk cId="3877396151" sldId="2147483849"/>
            <pc:sldLayoutMk cId="3610381843" sldId="2147483868"/>
          </pc:sldLayoutMkLst>
        </pc:sldLayoutChg>
        <pc:sldLayoutChg chg="del">
          <pc:chgData name="Wang, Wei" userId="627587dd-935f-4f2b-a6c6-edd4e0dcbff5" providerId="ADAL" clId="{298B78E7-289E-44D3-AE64-26EF3BBB669D}" dt="2020-05-21T14:44:09.691" v="263" actId="2696"/>
          <pc:sldLayoutMkLst>
            <pc:docMk/>
            <pc:sldMasterMk cId="3877396151" sldId="2147483849"/>
            <pc:sldLayoutMk cId="286573086" sldId="2147483869"/>
          </pc:sldLayoutMkLst>
        </pc:sldLayoutChg>
        <pc:sldLayoutChg chg="del">
          <pc:chgData name="Wang, Wei" userId="627587dd-935f-4f2b-a6c6-edd4e0dcbff5" providerId="ADAL" clId="{298B78E7-289E-44D3-AE64-26EF3BBB669D}" dt="2020-05-21T14:44:09.693" v="264" actId="2696"/>
          <pc:sldLayoutMkLst>
            <pc:docMk/>
            <pc:sldMasterMk cId="3877396151" sldId="2147483849"/>
            <pc:sldLayoutMk cId="1939716253" sldId="2147483870"/>
          </pc:sldLayoutMkLst>
        </pc:sldLayoutChg>
        <pc:sldLayoutChg chg="del">
          <pc:chgData name="Wang, Wei" userId="627587dd-935f-4f2b-a6c6-edd4e0dcbff5" providerId="ADAL" clId="{298B78E7-289E-44D3-AE64-26EF3BBB669D}" dt="2020-05-21T14:44:09.694" v="265" actId="2696"/>
          <pc:sldLayoutMkLst>
            <pc:docMk/>
            <pc:sldMasterMk cId="3877396151" sldId="2147483849"/>
            <pc:sldLayoutMk cId="3360775297" sldId="2147483871"/>
          </pc:sldLayoutMkLst>
        </pc:sldLayoutChg>
        <pc:sldLayoutChg chg="del">
          <pc:chgData name="Wang, Wei" userId="627587dd-935f-4f2b-a6c6-edd4e0dcbff5" providerId="ADAL" clId="{298B78E7-289E-44D3-AE64-26EF3BBB669D}" dt="2020-05-21T14:44:09.696" v="266" actId="2696"/>
          <pc:sldLayoutMkLst>
            <pc:docMk/>
            <pc:sldMasterMk cId="3877396151" sldId="2147483849"/>
            <pc:sldLayoutMk cId="1765900942" sldId="2147483872"/>
          </pc:sldLayoutMkLst>
        </pc:sldLayoutChg>
        <pc:sldLayoutChg chg="del">
          <pc:chgData name="Wang, Wei" userId="627587dd-935f-4f2b-a6c6-edd4e0dcbff5" providerId="ADAL" clId="{298B78E7-289E-44D3-AE64-26EF3BBB669D}" dt="2020-05-21T14:44:09.700" v="267" actId="2696"/>
          <pc:sldLayoutMkLst>
            <pc:docMk/>
            <pc:sldMasterMk cId="3877396151" sldId="2147483849"/>
            <pc:sldLayoutMk cId="1953932773" sldId="2147483873"/>
          </pc:sldLayoutMkLst>
        </pc:sldLayoutChg>
        <pc:sldLayoutChg chg="del">
          <pc:chgData name="Wang, Wei" userId="627587dd-935f-4f2b-a6c6-edd4e0dcbff5" providerId="ADAL" clId="{298B78E7-289E-44D3-AE64-26EF3BBB669D}" dt="2020-05-21T14:44:09.702" v="268" actId="2696"/>
          <pc:sldLayoutMkLst>
            <pc:docMk/>
            <pc:sldMasterMk cId="3877396151" sldId="2147483849"/>
            <pc:sldLayoutMk cId="2795723551" sldId="2147483874"/>
          </pc:sldLayoutMkLst>
        </pc:sldLayoutChg>
        <pc:sldLayoutChg chg="del">
          <pc:chgData name="Wang, Wei" userId="627587dd-935f-4f2b-a6c6-edd4e0dcbff5" providerId="ADAL" clId="{298B78E7-289E-44D3-AE64-26EF3BBB669D}" dt="2020-05-21T14:44:09.703" v="269" actId="2696"/>
          <pc:sldLayoutMkLst>
            <pc:docMk/>
            <pc:sldMasterMk cId="3877396151" sldId="2147483849"/>
            <pc:sldLayoutMk cId="3625183382" sldId="2147483875"/>
          </pc:sldLayoutMkLst>
        </pc:sldLayoutChg>
        <pc:sldLayoutChg chg="del">
          <pc:chgData name="Wang, Wei" userId="627587dd-935f-4f2b-a6c6-edd4e0dcbff5" providerId="ADAL" clId="{298B78E7-289E-44D3-AE64-26EF3BBB669D}" dt="2020-05-21T14:44:09.705" v="270" actId="2696"/>
          <pc:sldLayoutMkLst>
            <pc:docMk/>
            <pc:sldMasterMk cId="3877396151" sldId="2147483849"/>
            <pc:sldLayoutMk cId="3754326233" sldId="2147483876"/>
          </pc:sldLayoutMkLst>
        </pc:sldLayoutChg>
        <pc:sldLayoutChg chg="del">
          <pc:chgData name="Wang, Wei" userId="627587dd-935f-4f2b-a6c6-edd4e0dcbff5" providerId="ADAL" clId="{298B78E7-289E-44D3-AE64-26EF3BBB669D}" dt="2020-05-21T14:44:09.612" v="242" actId="2696"/>
          <pc:sldLayoutMkLst>
            <pc:docMk/>
            <pc:sldMasterMk cId="3877396151" sldId="2147483849"/>
            <pc:sldLayoutMk cId="1039443579" sldId="2147483993"/>
          </pc:sldLayoutMkLst>
        </pc:sldLayoutChg>
      </pc:sldMasterChg>
      <pc:sldMasterChg chg="delSldLayout">
        <pc:chgData name="Wang, Wei" userId="627587dd-935f-4f2b-a6c6-edd4e0dcbff5" providerId="ADAL" clId="{298B78E7-289E-44D3-AE64-26EF3BBB669D}" dt="2020-05-21T14:44:07.761" v="180" actId="2696"/>
        <pc:sldMasterMkLst>
          <pc:docMk/>
          <pc:sldMasterMk cId="2027459739" sldId="2147483926"/>
        </pc:sldMasterMkLst>
        <pc:sldLayoutChg chg="del">
          <pc:chgData name="Wang, Wei" userId="627587dd-935f-4f2b-a6c6-edd4e0dcbff5" providerId="ADAL" clId="{298B78E7-289E-44D3-AE64-26EF3BBB669D}" dt="2020-05-21T14:44:07.761" v="180" actId="2696"/>
          <pc:sldLayoutMkLst>
            <pc:docMk/>
            <pc:sldMasterMk cId="2027459739" sldId="2147483926"/>
            <pc:sldLayoutMk cId="1571272697" sldId="2147483992"/>
          </pc:sldLayoutMkLst>
        </pc:sldLayoutChg>
      </pc:sldMasterChg>
      <pc:sldMasterChg chg="delSldLayout">
        <pc:chgData name="Wang, Wei" userId="627587dd-935f-4f2b-a6c6-edd4e0dcbff5" providerId="ADAL" clId="{298B78E7-289E-44D3-AE64-26EF3BBB669D}" dt="2020-05-21T14:44:09.399" v="232" actId="2696"/>
        <pc:sldMasterMkLst>
          <pc:docMk/>
          <pc:sldMasterMk cId="2216067138" sldId="2147483931"/>
        </pc:sldMasterMkLst>
        <pc:sldLayoutChg chg="del">
          <pc:chgData name="Wang, Wei" userId="627587dd-935f-4f2b-a6c6-edd4e0dcbff5" providerId="ADAL" clId="{298B78E7-289E-44D3-AE64-26EF3BBB669D}" dt="2020-05-21T14:44:08.760" v="210" actId="2696"/>
          <pc:sldLayoutMkLst>
            <pc:docMk/>
            <pc:sldMasterMk cId="2216067138" sldId="2147483931"/>
            <pc:sldLayoutMk cId="3162750045" sldId="2147483996"/>
          </pc:sldLayoutMkLst>
        </pc:sldLayoutChg>
        <pc:sldLayoutChg chg="del">
          <pc:chgData name="Wang, Wei" userId="627587dd-935f-4f2b-a6c6-edd4e0dcbff5" providerId="ADAL" clId="{298B78E7-289E-44D3-AE64-26EF3BBB669D}" dt="2020-05-21T14:44:09.399" v="232" actId="2696"/>
          <pc:sldLayoutMkLst>
            <pc:docMk/>
            <pc:sldMasterMk cId="2216067138" sldId="2147483931"/>
            <pc:sldLayoutMk cId="852366077" sldId="2147483997"/>
          </pc:sldLayoutMkLst>
        </pc:sldLayoutChg>
      </pc:sldMasterChg>
      <pc:sldMasterChg chg="del delSldLayout">
        <pc:chgData name="Wang, Wei" userId="627587dd-935f-4f2b-a6c6-edd4e0dcbff5" providerId="ADAL" clId="{298B78E7-289E-44D3-AE64-26EF3BBB669D}" dt="2020-05-21T14:44:03.412" v="55" actId="2696"/>
        <pc:sldMasterMkLst>
          <pc:docMk/>
          <pc:sldMasterMk cId="954369021" sldId="2147483936"/>
        </pc:sldMasterMkLst>
        <pc:sldLayoutChg chg="del">
          <pc:chgData name="Wang, Wei" userId="627587dd-935f-4f2b-a6c6-edd4e0dcbff5" providerId="ADAL" clId="{298B78E7-289E-44D3-AE64-26EF3BBB669D}" dt="2020-05-21T14:44:03.327" v="30" actId="2696"/>
          <pc:sldLayoutMkLst>
            <pc:docMk/>
            <pc:sldMasterMk cId="954369021" sldId="2147483936"/>
            <pc:sldLayoutMk cId="818417136" sldId="2147483937"/>
          </pc:sldLayoutMkLst>
        </pc:sldLayoutChg>
        <pc:sldLayoutChg chg="del">
          <pc:chgData name="Wang, Wei" userId="627587dd-935f-4f2b-a6c6-edd4e0dcbff5" providerId="ADAL" clId="{298B78E7-289E-44D3-AE64-26EF3BBB669D}" dt="2020-05-21T14:44:03.329" v="31" actId="2696"/>
          <pc:sldLayoutMkLst>
            <pc:docMk/>
            <pc:sldMasterMk cId="954369021" sldId="2147483936"/>
            <pc:sldLayoutMk cId="543811376" sldId="2147483938"/>
          </pc:sldLayoutMkLst>
        </pc:sldLayoutChg>
        <pc:sldLayoutChg chg="del">
          <pc:chgData name="Wang, Wei" userId="627587dd-935f-4f2b-a6c6-edd4e0dcbff5" providerId="ADAL" clId="{298B78E7-289E-44D3-AE64-26EF3BBB669D}" dt="2020-05-21T14:44:03.331" v="32" actId="2696"/>
          <pc:sldLayoutMkLst>
            <pc:docMk/>
            <pc:sldMasterMk cId="954369021" sldId="2147483936"/>
            <pc:sldLayoutMk cId="1430133504" sldId="2147483939"/>
          </pc:sldLayoutMkLst>
        </pc:sldLayoutChg>
        <pc:sldLayoutChg chg="del">
          <pc:chgData name="Wang, Wei" userId="627587dd-935f-4f2b-a6c6-edd4e0dcbff5" providerId="ADAL" clId="{298B78E7-289E-44D3-AE64-26EF3BBB669D}" dt="2020-05-21T14:44:03.333" v="33" actId="2696"/>
          <pc:sldLayoutMkLst>
            <pc:docMk/>
            <pc:sldMasterMk cId="954369021" sldId="2147483936"/>
            <pc:sldLayoutMk cId="3735828143" sldId="2147483940"/>
          </pc:sldLayoutMkLst>
        </pc:sldLayoutChg>
        <pc:sldLayoutChg chg="del">
          <pc:chgData name="Wang, Wei" userId="627587dd-935f-4f2b-a6c6-edd4e0dcbff5" providerId="ADAL" clId="{298B78E7-289E-44D3-AE64-26EF3BBB669D}" dt="2020-05-21T14:44:03.336" v="34" actId="2696"/>
          <pc:sldLayoutMkLst>
            <pc:docMk/>
            <pc:sldMasterMk cId="954369021" sldId="2147483936"/>
            <pc:sldLayoutMk cId="423612377" sldId="2147483941"/>
          </pc:sldLayoutMkLst>
        </pc:sldLayoutChg>
        <pc:sldLayoutChg chg="del">
          <pc:chgData name="Wang, Wei" userId="627587dd-935f-4f2b-a6c6-edd4e0dcbff5" providerId="ADAL" clId="{298B78E7-289E-44D3-AE64-26EF3BBB669D}" dt="2020-05-21T14:44:03.340" v="35" actId="2696"/>
          <pc:sldLayoutMkLst>
            <pc:docMk/>
            <pc:sldMasterMk cId="954369021" sldId="2147483936"/>
            <pc:sldLayoutMk cId="1724219016" sldId="2147483942"/>
          </pc:sldLayoutMkLst>
        </pc:sldLayoutChg>
        <pc:sldLayoutChg chg="del">
          <pc:chgData name="Wang, Wei" userId="627587dd-935f-4f2b-a6c6-edd4e0dcbff5" providerId="ADAL" clId="{298B78E7-289E-44D3-AE64-26EF3BBB669D}" dt="2020-05-21T14:44:03.342" v="36" actId="2696"/>
          <pc:sldLayoutMkLst>
            <pc:docMk/>
            <pc:sldMasterMk cId="954369021" sldId="2147483936"/>
            <pc:sldLayoutMk cId="2934421115" sldId="2147483943"/>
          </pc:sldLayoutMkLst>
        </pc:sldLayoutChg>
        <pc:sldLayoutChg chg="del">
          <pc:chgData name="Wang, Wei" userId="627587dd-935f-4f2b-a6c6-edd4e0dcbff5" providerId="ADAL" clId="{298B78E7-289E-44D3-AE64-26EF3BBB669D}" dt="2020-05-21T14:44:03.344" v="37" actId="2696"/>
          <pc:sldLayoutMkLst>
            <pc:docMk/>
            <pc:sldMasterMk cId="954369021" sldId="2147483936"/>
            <pc:sldLayoutMk cId="888873232" sldId="2147483944"/>
          </pc:sldLayoutMkLst>
        </pc:sldLayoutChg>
        <pc:sldLayoutChg chg="del">
          <pc:chgData name="Wang, Wei" userId="627587dd-935f-4f2b-a6c6-edd4e0dcbff5" providerId="ADAL" clId="{298B78E7-289E-44D3-AE64-26EF3BBB669D}" dt="2020-05-21T14:44:03.346" v="38" actId="2696"/>
          <pc:sldLayoutMkLst>
            <pc:docMk/>
            <pc:sldMasterMk cId="954369021" sldId="2147483936"/>
            <pc:sldLayoutMk cId="2170328060" sldId="2147483945"/>
          </pc:sldLayoutMkLst>
        </pc:sldLayoutChg>
        <pc:sldLayoutChg chg="del">
          <pc:chgData name="Wang, Wei" userId="627587dd-935f-4f2b-a6c6-edd4e0dcbff5" providerId="ADAL" clId="{298B78E7-289E-44D3-AE64-26EF3BBB669D}" dt="2020-05-21T14:44:03.348" v="39" actId="2696"/>
          <pc:sldLayoutMkLst>
            <pc:docMk/>
            <pc:sldMasterMk cId="954369021" sldId="2147483936"/>
            <pc:sldLayoutMk cId="4262357477" sldId="2147483946"/>
          </pc:sldLayoutMkLst>
        </pc:sldLayoutChg>
        <pc:sldLayoutChg chg="del">
          <pc:chgData name="Wang, Wei" userId="627587dd-935f-4f2b-a6c6-edd4e0dcbff5" providerId="ADAL" clId="{298B78E7-289E-44D3-AE64-26EF3BBB669D}" dt="2020-05-21T14:44:03.350" v="40" actId="2696"/>
          <pc:sldLayoutMkLst>
            <pc:docMk/>
            <pc:sldMasterMk cId="954369021" sldId="2147483936"/>
            <pc:sldLayoutMk cId="3661023220" sldId="2147483947"/>
          </pc:sldLayoutMkLst>
        </pc:sldLayoutChg>
        <pc:sldLayoutChg chg="del">
          <pc:chgData name="Wang, Wei" userId="627587dd-935f-4f2b-a6c6-edd4e0dcbff5" providerId="ADAL" clId="{298B78E7-289E-44D3-AE64-26EF3BBB669D}" dt="2020-05-21T14:44:03.355" v="41" actId="2696"/>
          <pc:sldLayoutMkLst>
            <pc:docMk/>
            <pc:sldMasterMk cId="954369021" sldId="2147483936"/>
            <pc:sldLayoutMk cId="760398524" sldId="2147483948"/>
          </pc:sldLayoutMkLst>
        </pc:sldLayoutChg>
        <pc:sldLayoutChg chg="del">
          <pc:chgData name="Wang, Wei" userId="627587dd-935f-4f2b-a6c6-edd4e0dcbff5" providerId="ADAL" clId="{298B78E7-289E-44D3-AE64-26EF3BBB669D}" dt="2020-05-21T14:44:03.357" v="42" actId="2696"/>
          <pc:sldLayoutMkLst>
            <pc:docMk/>
            <pc:sldMasterMk cId="954369021" sldId="2147483936"/>
            <pc:sldLayoutMk cId="1302664462" sldId="2147483949"/>
          </pc:sldLayoutMkLst>
        </pc:sldLayoutChg>
        <pc:sldLayoutChg chg="del">
          <pc:chgData name="Wang, Wei" userId="627587dd-935f-4f2b-a6c6-edd4e0dcbff5" providerId="ADAL" clId="{298B78E7-289E-44D3-AE64-26EF3BBB669D}" dt="2020-05-21T14:44:03.359" v="43" actId="2696"/>
          <pc:sldLayoutMkLst>
            <pc:docMk/>
            <pc:sldMasterMk cId="954369021" sldId="2147483936"/>
            <pc:sldLayoutMk cId="1289734112" sldId="2147483950"/>
          </pc:sldLayoutMkLst>
        </pc:sldLayoutChg>
        <pc:sldLayoutChg chg="del">
          <pc:chgData name="Wang, Wei" userId="627587dd-935f-4f2b-a6c6-edd4e0dcbff5" providerId="ADAL" clId="{298B78E7-289E-44D3-AE64-26EF3BBB669D}" dt="2020-05-21T14:44:03.361" v="44" actId="2696"/>
          <pc:sldLayoutMkLst>
            <pc:docMk/>
            <pc:sldMasterMk cId="954369021" sldId="2147483936"/>
            <pc:sldLayoutMk cId="1131758393" sldId="2147483951"/>
          </pc:sldLayoutMkLst>
        </pc:sldLayoutChg>
        <pc:sldLayoutChg chg="del">
          <pc:chgData name="Wang, Wei" userId="627587dd-935f-4f2b-a6c6-edd4e0dcbff5" providerId="ADAL" clId="{298B78E7-289E-44D3-AE64-26EF3BBB669D}" dt="2020-05-21T14:44:03.362" v="45" actId="2696"/>
          <pc:sldLayoutMkLst>
            <pc:docMk/>
            <pc:sldMasterMk cId="954369021" sldId="2147483936"/>
            <pc:sldLayoutMk cId="1239783985" sldId="2147483952"/>
          </pc:sldLayoutMkLst>
        </pc:sldLayoutChg>
        <pc:sldLayoutChg chg="del">
          <pc:chgData name="Wang, Wei" userId="627587dd-935f-4f2b-a6c6-edd4e0dcbff5" providerId="ADAL" clId="{298B78E7-289E-44D3-AE64-26EF3BBB669D}" dt="2020-05-21T14:44:03.364" v="46" actId="2696"/>
          <pc:sldLayoutMkLst>
            <pc:docMk/>
            <pc:sldMasterMk cId="954369021" sldId="2147483936"/>
            <pc:sldLayoutMk cId="509478517" sldId="2147483953"/>
          </pc:sldLayoutMkLst>
        </pc:sldLayoutChg>
        <pc:sldLayoutChg chg="del">
          <pc:chgData name="Wang, Wei" userId="627587dd-935f-4f2b-a6c6-edd4e0dcbff5" providerId="ADAL" clId="{298B78E7-289E-44D3-AE64-26EF3BBB669D}" dt="2020-05-21T14:44:03.365" v="47" actId="2696"/>
          <pc:sldLayoutMkLst>
            <pc:docMk/>
            <pc:sldMasterMk cId="954369021" sldId="2147483936"/>
            <pc:sldLayoutMk cId="3895010805" sldId="2147483954"/>
          </pc:sldLayoutMkLst>
        </pc:sldLayoutChg>
        <pc:sldLayoutChg chg="del">
          <pc:chgData name="Wang, Wei" userId="627587dd-935f-4f2b-a6c6-edd4e0dcbff5" providerId="ADAL" clId="{298B78E7-289E-44D3-AE64-26EF3BBB669D}" dt="2020-05-21T14:44:03.367" v="48" actId="2696"/>
          <pc:sldLayoutMkLst>
            <pc:docMk/>
            <pc:sldMasterMk cId="954369021" sldId="2147483936"/>
            <pc:sldLayoutMk cId="1855096728" sldId="2147483955"/>
          </pc:sldLayoutMkLst>
        </pc:sldLayoutChg>
        <pc:sldLayoutChg chg="del">
          <pc:chgData name="Wang, Wei" userId="627587dd-935f-4f2b-a6c6-edd4e0dcbff5" providerId="ADAL" clId="{298B78E7-289E-44D3-AE64-26EF3BBB669D}" dt="2020-05-21T14:44:03.371" v="49" actId="2696"/>
          <pc:sldLayoutMkLst>
            <pc:docMk/>
            <pc:sldMasterMk cId="954369021" sldId="2147483936"/>
            <pc:sldLayoutMk cId="2020224282" sldId="2147483956"/>
          </pc:sldLayoutMkLst>
        </pc:sldLayoutChg>
        <pc:sldLayoutChg chg="del">
          <pc:chgData name="Wang, Wei" userId="627587dd-935f-4f2b-a6c6-edd4e0dcbff5" providerId="ADAL" clId="{298B78E7-289E-44D3-AE64-26EF3BBB669D}" dt="2020-05-21T14:44:03.374" v="50" actId="2696"/>
          <pc:sldLayoutMkLst>
            <pc:docMk/>
            <pc:sldMasterMk cId="954369021" sldId="2147483936"/>
            <pc:sldLayoutMk cId="3543200963" sldId="2147483957"/>
          </pc:sldLayoutMkLst>
        </pc:sldLayoutChg>
        <pc:sldLayoutChg chg="del">
          <pc:chgData name="Wang, Wei" userId="627587dd-935f-4f2b-a6c6-edd4e0dcbff5" providerId="ADAL" clId="{298B78E7-289E-44D3-AE64-26EF3BBB669D}" dt="2020-05-21T14:44:03.375" v="51" actId="2696"/>
          <pc:sldLayoutMkLst>
            <pc:docMk/>
            <pc:sldMasterMk cId="954369021" sldId="2147483936"/>
            <pc:sldLayoutMk cId="384300419" sldId="2147483958"/>
          </pc:sldLayoutMkLst>
        </pc:sldLayoutChg>
        <pc:sldLayoutChg chg="del">
          <pc:chgData name="Wang, Wei" userId="627587dd-935f-4f2b-a6c6-edd4e0dcbff5" providerId="ADAL" clId="{298B78E7-289E-44D3-AE64-26EF3BBB669D}" dt="2020-05-21T14:44:03.377" v="52" actId="2696"/>
          <pc:sldLayoutMkLst>
            <pc:docMk/>
            <pc:sldMasterMk cId="954369021" sldId="2147483936"/>
            <pc:sldLayoutMk cId="2997555234" sldId="2147483959"/>
          </pc:sldLayoutMkLst>
        </pc:sldLayoutChg>
        <pc:sldLayoutChg chg="del">
          <pc:chgData name="Wang, Wei" userId="627587dd-935f-4f2b-a6c6-edd4e0dcbff5" providerId="ADAL" clId="{298B78E7-289E-44D3-AE64-26EF3BBB669D}" dt="2020-05-21T14:44:03.379" v="53" actId="2696"/>
          <pc:sldLayoutMkLst>
            <pc:docMk/>
            <pc:sldMasterMk cId="954369021" sldId="2147483936"/>
            <pc:sldLayoutMk cId="3070119381" sldId="2147483960"/>
          </pc:sldLayoutMkLst>
        </pc:sldLayoutChg>
        <pc:sldLayoutChg chg="del">
          <pc:chgData name="Wang, Wei" userId="627587dd-935f-4f2b-a6c6-edd4e0dcbff5" providerId="ADAL" clId="{298B78E7-289E-44D3-AE64-26EF3BBB669D}" dt="2020-05-21T14:44:03.381" v="54" actId="2696"/>
          <pc:sldLayoutMkLst>
            <pc:docMk/>
            <pc:sldMasterMk cId="954369021" sldId="2147483936"/>
            <pc:sldLayoutMk cId="567751140" sldId="2147483961"/>
          </pc:sldLayoutMkLst>
        </pc:sldLayoutChg>
      </pc:sldMasterChg>
    </pc:docChg>
  </pc:docChgLst>
  <pc:docChgLst>
    <pc:chgData name="Wang, Wei" userId="627587dd-935f-4f2b-a6c6-edd4e0dcbff5" providerId="ADAL" clId="{AAC0B1F0-FAF0-4415-A2CE-9735BFB9A850}"/>
    <pc:docChg chg="delSld">
      <pc:chgData name="Wang, Wei" userId="627587dd-935f-4f2b-a6c6-edd4e0dcbff5" providerId="ADAL" clId="{AAC0B1F0-FAF0-4415-A2CE-9735BFB9A850}" dt="2024-04-25T17:08:13.822" v="1" actId="47"/>
      <pc:docMkLst>
        <pc:docMk/>
      </pc:docMkLst>
      <pc:sldChg chg="del">
        <pc:chgData name="Wang, Wei" userId="627587dd-935f-4f2b-a6c6-edd4e0dcbff5" providerId="ADAL" clId="{AAC0B1F0-FAF0-4415-A2CE-9735BFB9A850}" dt="2024-04-25T17:07:46.106" v="0" actId="47"/>
        <pc:sldMkLst>
          <pc:docMk/>
          <pc:sldMk cId="3462559914" sldId="3366"/>
        </pc:sldMkLst>
      </pc:sldChg>
      <pc:sldChg chg="del">
        <pc:chgData name="Wang, Wei" userId="627587dd-935f-4f2b-a6c6-edd4e0dcbff5" providerId="ADAL" clId="{AAC0B1F0-FAF0-4415-A2CE-9735BFB9A850}" dt="2024-04-25T17:07:46.106" v="0" actId="47"/>
        <pc:sldMkLst>
          <pc:docMk/>
          <pc:sldMk cId="2688626219" sldId="3367"/>
        </pc:sldMkLst>
      </pc:sldChg>
      <pc:sldChg chg="del">
        <pc:chgData name="Wang, Wei" userId="627587dd-935f-4f2b-a6c6-edd4e0dcbff5" providerId="ADAL" clId="{AAC0B1F0-FAF0-4415-A2CE-9735BFB9A850}" dt="2024-04-25T17:07:46.106" v="0" actId="47"/>
        <pc:sldMkLst>
          <pc:docMk/>
          <pc:sldMk cId="1259372867" sldId="3368"/>
        </pc:sldMkLst>
      </pc:sldChg>
      <pc:sldChg chg="del">
        <pc:chgData name="Wang, Wei" userId="627587dd-935f-4f2b-a6c6-edd4e0dcbff5" providerId="ADAL" clId="{AAC0B1F0-FAF0-4415-A2CE-9735BFB9A850}" dt="2024-04-25T17:07:46.106" v="0" actId="47"/>
        <pc:sldMkLst>
          <pc:docMk/>
          <pc:sldMk cId="1377410484" sldId="3369"/>
        </pc:sldMkLst>
      </pc:sldChg>
      <pc:sldChg chg="del">
        <pc:chgData name="Wang, Wei" userId="627587dd-935f-4f2b-a6c6-edd4e0dcbff5" providerId="ADAL" clId="{AAC0B1F0-FAF0-4415-A2CE-9735BFB9A850}" dt="2024-04-25T17:07:46.106" v="0" actId="47"/>
        <pc:sldMkLst>
          <pc:docMk/>
          <pc:sldMk cId="836586135" sldId="3370"/>
        </pc:sldMkLst>
      </pc:sldChg>
      <pc:sldChg chg="del">
        <pc:chgData name="Wang, Wei" userId="627587dd-935f-4f2b-a6c6-edd4e0dcbff5" providerId="ADAL" clId="{AAC0B1F0-FAF0-4415-A2CE-9735BFB9A850}" dt="2024-04-25T17:07:46.106" v="0" actId="47"/>
        <pc:sldMkLst>
          <pc:docMk/>
          <pc:sldMk cId="482020239" sldId="3371"/>
        </pc:sldMkLst>
      </pc:sldChg>
      <pc:sldChg chg="del">
        <pc:chgData name="Wang, Wei" userId="627587dd-935f-4f2b-a6c6-edd4e0dcbff5" providerId="ADAL" clId="{AAC0B1F0-FAF0-4415-A2CE-9735BFB9A850}" dt="2024-04-25T17:07:46.106" v="0" actId="47"/>
        <pc:sldMkLst>
          <pc:docMk/>
          <pc:sldMk cId="3389317194" sldId="3372"/>
        </pc:sldMkLst>
      </pc:sldChg>
      <pc:sldChg chg="del">
        <pc:chgData name="Wang, Wei" userId="627587dd-935f-4f2b-a6c6-edd4e0dcbff5" providerId="ADAL" clId="{AAC0B1F0-FAF0-4415-A2CE-9735BFB9A850}" dt="2024-04-25T17:07:46.106" v="0" actId="47"/>
        <pc:sldMkLst>
          <pc:docMk/>
          <pc:sldMk cId="3738227962" sldId="3373"/>
        </pc:sldMkLst>
      </pc:sldChg>
      <pc:sldChg chg="del">
        <pc:chgData name="Wang, Wei" userId="627587dd-935f-4f2b-a6c6-edd4e0dcbff5" providerId="ADAL" clId="{AAC0B1F0-FAF0-4415-A2CE-9735BFB9A850}" dt="2024-04-25T17:07:46.106" v="0" actId="47"/>
        <pc:sldMkLst>
          <pc:docMk/>
          <pc:sldMk cId="4285430497" sldId="3374"/>
        </pc:sldMkLst>
      </pc:sldChg>
      <pc:sldChg chg="del">
        <pc:chgData name="Wang, Wei" userId="627587dd-935f-4f2b-a6c6-edd4e0dcbff5" providerId="ADAL" clId="{AAC0B1F0-FAF0-4415-A2CE-9735BFB9A850}" dt="2024-04-25T17:07:46.106" v="0" actId="47"/>
        <pc:sldMkLst>
          <pc:docMk/>
          <pc:sldMk cId="2855469808" sldId="3375"/>
        </pc:sldMkLst>
      </pc:sldChg>
      <pc:sldChg chg="del">
        <pc:chgData name="Wang, Wei" userId="627587dd-935f-4f2b-a6c6-edd4e0dcbff5" providerId="ADAL" clId="{AAC0B1F0-FAF0-4415-A2CE-9735BFB9A850}" dt="2024-04-25T17:07:46.106" v="0" actId="47"/>
        <pc:sldMkLst>
          <pc:docMk/>
          <pc:sldMk cId="3755021060" sldId="3376"/>
        </pc:sldMkLst>
      </pc:sldChg>
      <pc:sldChg chg="del">
        <pc:chgData name="Wang, Wei" userId="627587dd-935f-4f2b-a6c6-edd4e0dcbff5" providerId="ADAL" clId="{AAC0B1F0-FAF0-4415-A2CE-9735BFB9A850}" dt="2024-04-25T17:07:46.106" v="0" actId="47"/>
        <pc:sldMkLst>
          <pc:docMk/>
          <pc:sldMk cId="384373623" sldId="3377"/>
        </pc:sldMkLst>
      </pc:sldChg>
      <pc:sldChg chg="del">
        <pc:chgData name="Wang, Wei" userId="627587dd-935f-4f2b-a6c6-edd4e0dcbff5" providerId="ADAL" clId="{AAC0B1F0-FAF0-4415-A2CE-9735BFB9A850}" dt="2024-04-25T17:07:46.106" v="0" actId="47"/>
        <pc:sldMkLst>
          <pc:docMk/>
          <pc:sldMk cId="499139244" sldId="3378"/>
        </pc:sldMkLst>
      </pc:sldChg>
      <pc:sldChg chg="del">
        <pc:chgData name="Wang, Wei" userId="627587dd-935f-4f2b-a6c6-edd4e0dcbff5" providerId="ADAL" clId="{AAC0B1F0-FAF0-4415-A2CE-9735BFB9A850}" dt="2024-04-25T17:07:46.106" v="0" actId="47"/>
        <pc:sldMkLst>
          <pc:docMk/>
          <pc:sldMk cId="2399175576" sldId="3384"/>
        </pc:sldMkLst>
      </pc:sldChg>
      <pc:sldChg chg="del">
        <pc:chgData name="Wang, Wei" userId="627587dd-935f-4f2b-a6c6-edd4e0dcbff5" providerId="ADAL" clId="{AAC0B1F0-FAF0-4415-A2CE-9735BFB9A850}" dt="2024-04-25T17:07:46.106" v="0" actId="47"/>
        <pc:sldMkLst>
          <pc:docMk/>
          <pc:sldMk cId="4194780976" sldId="3385"/>
        </pc:sldMkLst>
      </pc:sldChg>
      <pc:sldChg chg="del">
        <pc:chgData name="Wang, Wei" userId="627587dd-935f-4f2b-a6c6-edd4e0dcbff5" providerId="ADAL" clId="{AAC0B1F0-FAF0-4415-A2CE-9735BFB9A850}" dt="2024-04-25T17:07:46.106" v="0" actId="47"/>
        <pc:sldMkLst>
          <pc:docMk/>
          <pc:sldMk cId="2131152357" sldId="3389"/>
        </pc:sldMkLst>
      </pc:sldChg>
      <pc:sldChg chg="del">
        <pc:chgData name="Wang, Wei" userId="627587dd-935f-4f2b-a6c6-edd4e0dcbff5" providerId="ADAL" clId="{AAC0B1F0-FAF0-4415-A2CE-9735BFB9A850}" dt="2024-04-25T17:08:13.822" v="1" actId="47"/>
        <pc:sldMkLst>
          <pc:docMk/>
          <pc:sldMk cId="3826007496" sldId="3389"/>
        </pc:sldMkLst>
      </pc:sldChg>
      <pc:sldChg chg="del">
        <pc:chgData name="Wang, Wei" userId="627587dd-935f-4f2b-a6c6-edd4e0dcbff5" providerId="ADAL" clId="{AAC0B1F0-FAF0-4415-A2CE-9735BFB9A850}" dt="2024-04-25T17:07:46.106" v="0" actId="47"/>
        <pc:sldMkLst>
          <pc:docMk/>
          <pc:sldMk cId="2108132475" sldId="3390"/>
        </pc:sldMkLst>
      </pc:sldChg>
      <pc:sldChg chg="del">
        <pc:chgData name="Wang, Wei" userId="627587dd-935f-4f2b-a6c6-edd4e0dcbff5" providerId="ADAL" clId="{AAC0B1F0-FAF0-4415-A2CE-9735BFB9A850}" dt="2024-04-25T17:07:46.106" v="0" actId="47"/>
        <pc:sldMkLst>
          <pc:docMk/>
          <pc:sldMk cId="3099488781" sldId="33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9</a:t>
            </a:fld>
            <a:endParaRPr lang="en-GB"/>
          </a:p>
        </p:txBody>
      </p:sp>
    </p:spTree>
    <p:extLst>
      <p:ext uri="{BB962C8B-B14F-4D97-AF65-F5344CB8AC3E}">
        <p14:creationId xmlns:p14="http://schemas.microsoft.com/office/powerpoint/2010/main" val="1876585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microsoft.com/office/2007/relationships/hdphoto" Target="../media/hdphoto5.wdp"/><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5.png"/><Relationship Id="rId5" Type="http://schemas.microsoft.com/office/2007/relationships/hdphoto" Target="../media/hdphoto4.wdp"/><Relationship Id="rId4" Type="http://schemas.openxmlformats.org/officeDocument/2006/relationships/image" Target="../media/image14.png"/><Relationship Id="rId9"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microsoft.com/office/2007/relationships/hdphoto" Target="../media/hdphoto8.wdp"/><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microsoft.com/office/2007/relationships/hdphoto" Target="../media/hdphoto7.wdp"/></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9.sv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25.png"/><Relationship Id="rId4" Type="http://schemas.microsoft.com/office/2007/relationships/hdphoto" Target="../media/hdphoto9.wdp"/></Relationships>
</file>

<file path=ppt/slides/_rels/slide16.xml.rels><?xml version="1.0" encoding="UTF-8" standalone="yes"?>
<Relationships xmlns="http://schemas.openxmlformats.org/package/2006/relationships"><Relationship Id="rId3" Type="http://schemas.microsoft.com/office/2007/relationships/hdphoto" Target="../media/hdphoto10.wdp"/><Relationship Id="rId7"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29.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9.sv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95023" y="3274103"/>
            <a:ext cx="408026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000000"/>
                </a:solidFill>
                <a:latin typeface="Arial" charset="0"/>
                <a:cs typeface="Arial" charset="0"/>
              </a:rPr>
              <a:t>Period End Closing Overview</a:t>
            </a:r>
          </a:p>
        </p:txBody>
      </p:sp>
      <p:sp>
        <p:nvSpPr>
          <p:cNvPr id="41" name="Rounded Rectangle 40"/>
          <p:cNvSpPr/>
          <p:nvPr/>
        </p:nvSpPr>
        <p:spPr>
          <a:xfrm>
            <a:off x="5868217" y="4241032"/>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FCC Variants Overview</a:t>
            </a: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flipV="1">
            <a:off x="4599709" y="3177153"/>
            <a:ext cx="1126836" cy="348798"/>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a:off x="4599709" y="3525950"/>
            <a:ext cx="1126836" cy="966929"/>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3" name="Rounded Rectangle 40">
            <a:extLst>
              <a:ext uri="{FF2B5EF4-FFF2-40B4-BE49-F238E27FC236}">
                <a16:creationId xmlns:a16="http://schemas.microsoft.com/office/drawing/2014/main" id="{3B7A6A7E-D54B-4464-8203-DF984ED60F8B}"/>
              </a:ext>
            </a:extLst>
          </p:cNvPr>
          <p:cNvSpPr/>
          <p:nvPr/>
        </p:nvSpPr>
        <p:spPr>
          <a:xfrm>
            <a:off x="5868216" y="292530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Process Overview</a:t>
            </a:r>
          </a:p>
        </p:txBody>
      </p:sp>
    </p:spTree>
    <p:extLst>
      <p:ext uri="{BB962C8B-B14F-4D97-AF65-F5344CB8AC3E}">
        <p14:creationId xmlns:p14="http://schemas.microsoft.com/office/powerpoint/2010/main" val="207701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0348B7-C21F-4618-83AA-3A8CBD287A35}"/>
              </a:ext>
            </a:extLst>
          </p:cNvPr>
          <p:cNvSpPr>
            <a:spLocks noGrp="1"/>
          </p:cNvSpPr>
          <p:nvPr>
            <p:ph type="sldNum" sz="quarter" idx="12"/>
          </p:nvPr>
        </p:nvSpPr>
        <p:spPr/>
        <p:txBody>
          <a:bodyPr/>
          <a:lstStyle/>
          <a:p>
            <a:fld id="{F4C94289-3309-4C35-850A-56FD49B3E346}" type="slidenum">
              <a:rPr lang="en-GB" smtClean="0"/>
              <a:t>2</a:t>
            </a:fld>
            <a:endParaRPr lang="en-GB"/>
          </a:p>
        </p:txBody>
      </p:sp>
      <p:sp>
        <p:nvSpPr>
          <p:cNvPr id="4" name="Title 3">
            <a:extLst>
              <a:ext uri="{FF2B5EF4-FFF2-40B4-BE49-F238E27FC236}">
                <a16:creationId xmlns:a16="http://schemas.microsoft.com/office/drawing/2014/main" id="{1B158821-7639-4B9B-ADB2-0AD2292FB960}"/>
              </a:ext>
            </a:extLst>
          </p:cNvPr>
          <p:cNvSpPr>
            <a:spLocks noGrp="1"/>
          </p:cNvSpPr>
          <p:nvPr>
            <p:ph type="title"/>
          </p:nvPr>
        </p:nvSpPr>
        <p:spPr/>
        <p:txBody>
          <a:bodyPr/>
          <a:lstStyle/>
          <a:p>
            <a:r>
              <a:rPr lang="en-US"/>
              <a:t>Basic Attributes of a Variant used in SAP</a:t>
            </a:r>
          </a:p>
        </p:txBody>
      </p:sp>
      <p:pic>
        <p:nvPicPr>
          <p:cNvPr id="5" name="Picture 4">
            <a:extLst>
              <a:ext uri="{FF2B5EF4-FFF2-40B4-BE49-F238E27FC236}">
                <a16:creationId xmlns:a16="http://schemas.microsoft.com/office/drawing/2014/main" id="{AE05582B-878B-491A-B769-46D171A3500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76446" y="1443293"/>
            <a:ext cx="8195902" cy="3523343"/>
          </a:xfrm>
          <a:prstGeom prst="rect">
            <a:avLst/>
          </a:prstGeom>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7469BEEE-0B52-41F6-BBA0-76C52F00BCA0}"/>
              </a:ext>
            </a:extLst>
          </p:cNvPr>
          <p:cNvSpPr/>
          <p:nvPr/>
        </p:nvSpPr>
        <p:spPr>
          <a:xfrm>
            <a:off x="1183907" y="3792354"/>
            <a:ext cx="885525" cy="1174282"/>
          </a:xfrm>
          <a:prstGeom prst="roundRect">
            <a:avLst>
              <a:gd name="adj" fmla="val 5162"/>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1F1D467D-331B-4BD6-94F6-5CBC42BFABA3}"/>
              </a:ext>
            </a:extLst>
          </p:cNvPr>
          <p:cNvSpPr/>
          <p:nvPr/>
        </p:nvSpPr>
        <p:spPr>
          <a:xfrm>
            <a:off x="369665" y="1366293"/>
            <a:ext cx="6637527" cy="231503"/>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Variant attribute can be accessed via “Save as Variant” menu in a transaction. This is an example of a F.13 variant.</a:t>
            </a:r>
          </a:p>
        </p:txBody>
      </p:sp>
      <p:sp>
        <p:nvSpPr>
          <p:cNvPr id="8" name="Rectangle: Rounded Corners 7">
            <a:extLst>
              <a:ext uri="{FF2B5EF4-FFF2-40B4-BE49-F238E27FC236}">
                <a16:creationId xmlns:a16="http://schemas.microsoft.com/office/drawing/2014/main" id="{CE4CAFD6-4817-443D-953D-9352762A55CF}"/>
              </a:ext>
            </a:extLst>
          </p:cNvPr>
          <p:cNvSpPr/>
          <p:nvPr/>
        </p:nvSpPr>
        <p:spPr>
          <a:xfrm>
            <a:off x="654518" y="2214867"/>
            <a:ext cx="1703671" cy="231503"/>
          </a:xfrm>
          <a:prstGeom prst="roundRect">
            <a:avLst>
              <a:gd name="adj" fmla="val 5162"/>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D85F2823-B4DD-4091-AFFF-6673AA9F68D2}"/>
              </a:ext>
            </a:extLst>
          </p:cNvPr>
          <p:cNvSpPr/>
          <p:nvPr/>
        </p:nvSpPr>
        <p:spPr>
          <a:xfrm>
            <a:off x="6294922" y="3771499"/>
            <a:ext cx="712270" cy="1174282"/>
          </a:xfrm>
          <a:prstGeom prst="roundRect">
            <a:avLst>
              <a:gd name="adj" fmla="val 5162"/>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F24B281-E38E-4BD4-BAD0-7DC888499D06}"/>
              </a:ext>
            </a:extLst>
          </p:cNvPr>
          <p:cNvSpPr/>
          <p:nvPr/>
        </p:nvSpPr>
        <p:spPr>
          <a:xfrm>
            <a:off x="7275638" y="3771499"/>
            <a:ext cx="1296710" cy="1174282"/>
          </a:xfrm>
          <a:prstGeom prst="roundRect">
            <a:avLst>
              <a:gd name="adj" fmla="val 5162"/>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A67A422-4105-4654-AAC2-BE855BDFDAA5}"/>
              </a:ext>
            </a:extLst>
          </p:cNvPr>
          <p:cNvSpPr/>
          <p:nvPr/>
        </p:nvSpPr>
        <p:spPr>
          <a:xfrm>
            <a:off x="8684499" y="1395171"/>
            <a:ext cx="3298954" cy="14442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If a transaction is scheduled in an FCC task list as a Job, then the </a:t>
            </a:r>
            <a:r>
              <a:rPr lang="en-US" sz="1200" b="1">
                <a:solidFill>
                  <a:schemeClr val="tx1"/>
                </a:solidFill>
                <a:latin typeface="Calibri" panose="020F0502020204030204" pitchFamily="34" charset="0"/>
                <a:cs typeface="Calibri" panose="020F0502020204030204" pitchFamily="34" charset="0"/>
              </a:rPr>
              <a:t>Variant Name </a:t>
            </a:r>
            <a:r>
              <a:rPr lang="en-US" sz="1200">
                <a:solidFill>
                  <a:schemeClr val="tx1"/>
                </a:solidFill>
                <a:latin typeface="Calibri" panose="020F0502020204030204" pitchFamily="34" charset="0"/>
                <a:cs typeface="Calibri" panose="020F0502020204030204" pitchFamily="34" charset="0"/>
              </a:rPr>
              <a:t>to be used to run that job is maintained in the corresponding FCC task. You should be able to display the attributes of that variant via the respective end user transaction (e.g. F.13 in this example) as shown on this screenshot. </a:t>
            </a:r>
          </a:p>
        </p:txBody>
      </p:sp>
      <p:cxnSp>
        <p:nvCxnSpPr>
          <p:cNvPr id="13" name="Connector: Elbow 12">
            <a:extLst>
              <a:ext uri="{FF2B5EF4-FFF2-40B4-BE49-F238E27FC236}">
                <a16:creationId xmlns:a16="http://schemas.microsoft.com/office/drawing/2014/main" id="{8D263657-7090-42CC-A947-C61379AE2728}"/>
              </a:ext>
            </a:extLst>
          </p:cNvPr>
          <p:cNvCxnSpPr>
            <a:stCxn id="8" idx="3"/>
            <a:endCxn id="11" idx="1"/>
          </p:cNvCxnSpPr>
          <p:nvPr/>
        </p:nvCxnSpPr>
        <p:spPr>
          <a:xfrm flipV="1">
            <a:off x="2358189" y="2117312"/>
            <a:ext cx="6326310" cy="213307"/>
          </a:xfrm>
          <a:prstGeom prst="bentConnector3">
            <a:avLst>
              <a:gd name="adj1" fmla="val 90015"/>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3FAF4CC-D987-4158-8BB5-BBE10A77C6A7}"/>
              </a:ext>
            </a:extLst>
          </p:cNvPr>
          <p:cNvSpPr/>
          <p:nvPr/>
        </p:nvSpPr>
        <p:spPr>
          <a:xfrm>
            <a:off x="245095" y="5236010"/>
            <a:ext cx="2209347" cy="1262038"/>
          </a:xfrm>
          <a:prstGeom prst="rect">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These are the </a:t>
            </a:r>
            <a:r>
              <a:rPr lang="en-US" sz="1200" b="1">
                <a:solidFill>
                  <a:schemeClr val="tx1"/>
                </a:solidFill>
                <a:latin typeface="Calibri" panose="020F0502020204030204" pitchFamily="34" charset="0"/>
                <a:cs typeface="Calibri" panose="020F0502020204030204" pitchFamily="34" charset="0"/>
              </a:rPr>
              <a:t>Field Names </a:t>
            </a:r>
            <a:r>
              <a:rPr lang="en-US" sz="1200">
                <a:solidFill>
                  <a:schemeClr val="tx1"/>
                </a:solidFill>
                <a:latin typeface="Calibri" panose="020F0502020204030204" pitchFamily="34" charset="0"/>
                <a:cs typeface="Calibri" panose="020F0502020204030204" pitchFamily="34" charset="0"/>
              </a:rPr>
              <a:t>that are </a:t>
            </a:r>
            <a:r>
              <a:rPr lang="en-US" sz="1200" b="1">
                <a:solidFill>
                  <a:schemeClr val="tx1"/>
                </a:solidFill>
                <a:latin typeface="Calibri" panose="020F0502020204030204" pitchFamily="34" charset="0"/>
                <a:cs typeface="Calibri" panose="020F0502020204030204" pitchFamily="34" charset="0"/>
              </a:rPr>
              <a:t>on the selection screen </a:t>
            </a:r>
            <a:r>
              <a:rPr lang="en-US" sz="1200">
                <a:solidFill>
                  <a:schemeClr val="tx1"/>
                </a:solidFill>
                <a:latin typeface="Calibri" panose="020F0502020204030204" pitchFamily="34" charset="0"/>
                <a:cs typeface="Calibri" panose="020F0502020204030204" pitchFamily="34" charset="0"/>
              </a:rPr>
              <a:t>of the transaction.</a:t>
            </a:r>
          </a:p>
        </p:txBody>
      </p:sp>
      <p:cxnSp>
        <p:nvCxnSpPr>
          <p:cNvPr id="17" name="Connector: Elbow 16">
            <a:extLst>
              <a:ext uri="{FF2B5EF4-FFF2-40B4-BE49-F238E27FC236}">
                <a16:creationId xmlns:a16="http://schemas.microsoft.com/office/drawing/2014/main" id="{02A2EED2-1040-4FBE-9539-CDD46E23E275}"/>
              </a:ext>
            </a:extLst>
          </p:cNvPr>
          <p:cNvCxnSpPr>
            <a:cxnSpLocks/>
            <a:endCxn id="15" idx="0"/>
          </p:cNvCxnSpPr>
          <p:nvPr/>
        </p:nvCxnSpPr>
        <p:spPr>
          <a:xfrm rot="5400000">
            <a:off x="1324661" y="4991744"/>
            <a:ext cx="269375" cy="219157"/>
          </a:xfrm>
          <a:prstGeom prst="bentConnector3">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486676E-D539-4D3C-98C5-A53C869F25E0}"/>
              </a:ext>
            </a:extLst>
          </p:cNvPr>
          <p:cNvSpPr/>
          <p:nvPr/>
        </p:nvSpPr>
        <p:spPr>
          <a:xfrm>
            <a:off x="2542241" y="5236010"/>
            <a:ext cx="9441212" cy="1262038"/>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If “</a:t>
            </a:r>
            <a:r>
              <a:rPr lang="en-US" sz="1200" b="1">
                <a:solidFill>
                  <a:schemeClr val="tx1"/>
                </a:solidFill>
                <a:latin typeface="Calibri" panose="020F0502020204030204" pitchFamily="34" charset="0"/>
                <a:cs typeface="Calibri" panose="020F0502020204030204" pitchFamily="34" charset="0"/>
              </a:rPr>
              <a:t>T</a:t>
            </a:r>
            <a:r>
              <a:rPr lang="en-US" sz="1200">
                <a:solidFill>
                  <a:schemeClr val="tx1"/>
                </a:solidFill>
                <a:latin typeface="Calibri" panose="020F0502020204030204" pitchFamily="34" charset="0"/>
                <a:cs typeface="Calibri" panose="020F0502020204030204" pitchFamily="34" charset="0"/>
              </a:rPr>
              <a:t>” is indicated in this column, it means that </a:t>
            </a:r>
            <a:r>
              <a:rPr lang="en-US" sz="1200" b="1">
                <a:solidFill>
                  <a:schemeClr val="tx1"/>
                </a:solidFill>
                <a:latin typeface="Calibri" panose="020F0502020204030204" pitchFamily="34" charset="0"/>
                <a:cs typeface="Calibri" panose="020F0502020204030204" pitchFamily="34" charset="0"/>
              </a:rPr>
              <a:t>a Variable is used</a:t>
            </a:r>
            <a:r>
              <a:rPr lang="en-US" sz="1200">
                <a:solidFill>
                  <a:schemeClr val="tx1"/>
                </a:solidFill>
                <a:latin typeface="Calibri" panose="020F0502020204030204" pitchFamily="34" charset="0"/>
                <a:cs typeface="Calibri" panose="020F0502020204030204" pitchFamily="34" charset="0"/>
              </a:rPr>
              <a:t> for this particular field. That means we need to specify a </a:t>
            </a:r>
            <a:r>
              <a:rPr lang="en-US" sz="1200" b="1">
                <a:solidFill>
                  <a:schemeClr val="tx1"/>
                </a:solidFill>
                <a:latin typeface="Calibri" panose="020F0502020204030204" pitchFamily="34" charset="0"/>
                <a:cs typeface="Calibri" panose="020F0502020204030204" pitchFamily="34" charset="0"/>
              </a:rPr>
              <a:t>Name of Variable </a:t>
            </a:r>
            <a:r>
              <a:rPr lang="en-US" sz="1200">
                <a:solidFill>
                  <a:schemeClr val="tx1"/>
                </a:solidFill>
                <a:latin typeface="Calibri" panose="020F0502020204030204" pitchFamily="34" charset="0"/>
                <a:cs typeface="Calibri" panose="020F0502020204030204" pitchFamily="34" charset="0"/>
              </a:rPr>
              <a:t>instead of indicating a specific value or a range. E.g. in this example, we have specified that we will use a Company Code variable, rather than indicating a specific company code or a range of company codes.</a:t>
            </a:r>
          </a:p>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Most of the </a:t>
            </a:r>
            <a:r>
              <a:rPr lang="en-US" sz="1200" b="1">
                <a:solidFill>
                  <a:schemeClr val="tx1"/>
                </a:solidFill>
                <a:latin typeface="Calibri" panose="020F0502020204030204" pitchFamily="34" charset="0"/>
                <a:cs typeface="Calibri" panose="020F0502020204030204" pitchFamily="34" charset="0"/>
              </a:rPr>
              <a:t>Variants used in FCC tasks use Variables </a:t>
            </a:r>
            <a:r>
              <a:rPr lang="en-US" sz="1200">
                <a:solidFill>
                  <a:schemeClr val="tx1"/>
                </a:solidFill>
                <a:latin typeface="Calibri" panose="020F0502020204030204" pitchFamily="34" charset="0"/>
                <a:cs typeface="Calibri" panose="020F0502020204030204" pitchFamily="34" charset="0"/>
              </a:rPr>
              <a:t>in them. This allows the correct information to be automatically picked up when FCC tasks are run. However this also means </a:t>
            </a:r>
            <a:r>
              <a:rPr lang="en-US" sz="1200" b="1">
                <a:solidFill>
                  <a:schemeClr val="tx1"/>
                </a:solidFill>
                <a:latin typeface="Calibri" panose="020F0502020204030204" pitchFamily="34" charset="0"/>
                <a:cs typeface="Calibri" panose="020F0502020204030204" pitchFamily="34" charset="0"/>
              </a:rPr>
              <a:t>when the transactions are executed outside of FCC using the same variants, some information need to be checked/corrected</a:t>
            </a:r>
            <a:r>
              <a:rPr lang="en-US" sz="1200">
                <a:solidFill>
                  <a:schemeClr val="tx1"/>
                </a:solidFill>
                <a:latin typeface="Calibri" panose="020F0502020204030204" pitchFamily="34" charset="0"/>
                <a:cs typeface="Calibri" panose="020F0502020204030204" pitchFamily="34" charset="0"/>
              </a:rPr>
              <a:t> as you may see unexpected value populated due to the way how variables work. This will be explained further on the next slides. </a:t>
            </a:r>
          </a:p>
        </p:txBody>
      </p:sp>
      <p:sp>
        <p:nvSpPr>
          <p:cNvPr id="20" name="Rectangle 19">
            <a:extLst>
              <a:ext uri="{FF2B5EF4-FFF2-40B4-BE49-F238E27FC236}">
                <a16:creationId xmlns:a16="http://schemas.microsoft.com/office/drawing/2014/main" id="{8E0EDA82-C883-4182-A945-5783739C1E07}"/>
              </a:ext>
            </a:extLst>
          </p:cNvPr>
          <p:cNvSpPr/>
          <p:nvPr/>
        </p:nvSpPr>
        <p:spPr>
          <a:xfrm>
            <a:off x="8684499" y="3129682"/>
            <a:ext cx="3298954" cy="1998895"/>
          </a:xfrm>
          <a:prstGeom prst="rect">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If the column “Selection variable” is indicated with “T” then a name of the variable needs to be specified here.</a:t>
            </a:r>
          </a:p>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Some of the Variable Names begin with “SAP” and some begin with “ZFCC”. These are so called “</a:t>
            </a:r>
            <a:r>
              <a:rPr lang="en-US" sz="1200" b="1">
                <a:solidFill>
                  <a:schemeClr val="tx1"/>
                </a:solidFill>
                <a:latin typeface="Calibri" panose="020F0502020204030204" pitchFamily="34" charset="0"/>
                <a:cs typeface="Calibri" panose="020F0502020204030204" pitchFamily="34" charset="0"/>
              </a:rPr>
              <a:t>Standard variables</a:t>
            </a:r>
            <a:r>
              <a:rPr lang="en-US" sz="1200">
                <a:solidFill>
                  <a:schemeClr val="tx1"/>
                </a:solidFill>
                <a:latin typeface="Calibri" panose="020F0502020204030204" pitchFamily="34" charset="0"/>
                <a:cs typeface="Calibri" panose="020F0502020204030204" pitchFamily="34" charset="0"/>
              </a:rPr>
              <a:t>” and “</a:t>
            </a:r>
            <a:r>
              <a:rPr lang="en-US" sz="1200" b="1">
                <a:solidFill>
                  <a:schemeClr val="tx1"/>
                </a:solidFill>
                <a:latin typeface="Calibri" panose="020F0502020204030204" pitchFamily="34" charset="0"/>
                <a:cs typeface="Calibri" panose="020F0502020204030204" pitchFamily="34" charset="0"/>
              </a:rPr>
              <a:t>Custom variables</a:t>
            </a:r>
            <a:r>
              <a:rPr lang="en-US" sz="1200">
                <a:solidFill>
                  <a:schemeClr val="tx1"/>
                </a:solidFill>
                <a:latin typeface="Calibri" panose="020F0502020204030204" pitchFamily="34" charset="0"/>
                <a:cs typeface="Calibri" panose="020F0502020204030204" pitchFamily="34" charset="0"/>
              </a:rPr>
              <a:t>” respectively. These variables have to be defined first before they can be used in a variant. The next few slides explain how the variables and their values are defined.</a:t>
            </a:r>
          </a:p>
          <a:p>
            <a:endParaRPr lang="en-US" sz="1200">
              <a:solidFill>
                <a:schemeClr val="tx1"/>
              </a:solidFill>
              <a:latin typeface="Calibri" panose="020F0502020204030204" pitchFamily="34" charset="0"/>
              <a:cs typeface="Calibri" panose="020F0502020204030204" pitchFamily="34" charset="0"/>
            </a:endParaRPr>
          </a:p>
        </p:txBody>
      </p:sp>
      <p:cxnSp>
        <p:nvCxnSpPr>
          <p:cNvPr id="24" name="Connector: Elbow 23">
            <a:extLst>
              <a:ext uri="{FF2B5EF4-FFF2-40B4-BE49-F238E27FC236}">
                <a16:creationId xmlns:a16="http://schemas.microsoft.com/office/drawing/2014/main" id="{AB76388E-455D-4FA0-A61F-40027C2B0701}"/>
              </a:ext>
            </a:extLst>
          </p:cNvPr>
          <p:cNvCxnSpPr>
            <a:cxnSpLocks/>
            <a:stCxn id="9" idx="2"/>
            <a:endCxn id="18" idx="0"/>
          </p:cNvCxnSpPr>
          <p:nvPr/>
        </p:nvCxnSpPr>
        <p:spPr>
          <a:xfrm rot="16200000" flipH="1">
            <a:off x="6811838" y="4785000"/>
            <a:ext cx="290229" cy="611790"/>
          </a:xfrm>
          <a:prstGeom prst="bentConnector3">
            <a:avLst>
              <a:gd name="adj1" fmla="val 50000"/>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36476C57-9F85-44C1-89D5-0C056D12CBF6}"/>
              </a:ext>
            </a:extLst>
          </p:cNvPr>
          <p:cNvCxnSpPr>
            <a:cxnSpLocks/>
            <a:stCxn id="10" idx="0"/>
            <a:endCxn id="20" idx="0"/>
          </p:cNvCxnSpPr>
          <p:nvPr/>
        </p:nvCxnSpPr>
        <p:spPr>
          <a:xfrm rot="5400000" flipH="1" flipV="1">
            <a:off x="8808076" y="2245600"/>
            <a:ext cx="641817" cy="2409983"/>
          </a:xfrm>
          <a:prstGeom prst="bentConnector3">
            <a:avLst>
              <a:gd name="adj1" fmla="val 135618"/>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8626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FFC0FA-299B-4D4F-BCF2-CA2F4FB3CC8D}"/>
              </a:ext>
            </a:extLst>
          </p:cNvPr>
          <p:cNvSpPr>
            <a:spLocks noGrp="1"/>
          </p:cNvSpPr>
          <p:nvPr>
            <p:ph type="sldNum" sz="quarter" idx="12"/>
          </p:nvPr>
        </p:nvSpPr>
        <p:spPr/>
        <p:txBody>
          <a:bodyPr/>
          <a:lstStyle/>
          <a:p>
            <a:fld id="{F4C94289-3309-4C35-850A-56FD49B3E346}" type="slidenum">
              <a:rPr lang="en-GB" smtClean="0"/>
              <a:t>3</a:t>
            </a:fld>
            <a:endParaRPr lang="en-GB"/>
          </a:p>
        </p:txBody>
      </p:sp>
      <p:sp>
        <p:nvSpPr>
          <p:cNvPr id="4" name="Title 3">
            <a:extLst>
              <a:ext uri="{FF2B5EF4-FFF2-40B4-BE49-F238E27FC236}">
                <a16:creationId xmlns:a16="http://schemas.microsoft.com/office/drawing/2014/main" id="{3BCA19F7-BF4E-4B7F-8DCE-ECE3B5362419}"/>
              </a:ext>
            </a:extLst>
          </p:cNvPr>
          <p:cNvSpPr>
            <a:spLocks noGrp="1"/>
          </p:cNvSpPr>
          <p:nvPr>
            <p:ph type="title"/>
          </p:nvPr>
        </p:nvSpPr>
        <p:spPr>
          <a:xfrm>
            <a:off x="1511277" y="210344"/>
            <a:ext cx="9767523" cy="984247"/>
          </a:xfrm>
        </p:spPr>
        <p:txBody>
          <a:bodyPr/>
          <a:lstStyle/>
          <a:p>
            <a:r>
              <a:rPr lang="en-US"/>
              <a:t>Date/Period/Year and Company Code in Variants</a:t>
            </a:r>
          </a:p>
        </p:txBody>
      </p:sp>
      <p:sp>
        <p:nvSpPr>
          <p:cNvPr id="5" name="TextBox 4">
            <a:extLst>
              <a:ext uri="{FF2B5EF4-FFF2-40B4-BE49-F238E27FC236}">
                <a16:creationId xmlns:a16="http://schemas.microsoft.com/office/drawing/2014/main" id="{890E15A3-6C03-4477-A38C-AD5B7A42C084}"/>
              </a:ext>
            </a:extLst>
          </p:cNvPr>
          <p:cNvSpPr txBox="1"/>
          <p:nvPr/>
        </p:nvSpPr>
        <p:spPr>
          <a:xfrm>
            <a:off x="950026" y="1793174"/>
            <a:ext cx="10726035" cy="4215740"/>
          </a:xfrm>
          <a:prstGeom prst="rect">
            <a:avLst/>
          </a:prstGeom>
          <a:noFill/>
        </p:spPr>
        <p:txBody>
          <a:bodyPr wrap="square" lIns="0" tIns="0" rIns="0" bIns="0" rtlCol="0">
            <a:noAutofit/>
          </a:bodyPr>
          <a:lstStyle/>
          <a:p>
            <a:pPr algn="l"/>
            <a:r>
              <a:rPr lang="en-US" b="1" dirty="0"/>
              <a:t>The following two types of fields in FCC task variants use Variables frequently:</a:t>
            </a:r>
          </a:p>
          <a:p>
            <a:pPr algn="l"/>
            <a:endParaRPr lang="en-US" b="1" dirty="0"/>
          </a:p>
          <a:p>
            <a:pPr marL="342900" indent="-342900" algn="l">
              <a:buFont typeface="+mj-lt"/>
              <a:buAutoNum type="alphaUcPeriod"/>
            </a:pPr>
            <a:r>
              <a:rPr lang="en-US" b="1" dirty="0"/>
              <a:t>Date/Period/Year related fields</a:t>
            </a:r>
          </a:p>
          <a:p>
            <a:pPr marL="742950" lvl="1" indent="-285750">
              <a:buFont typeface="Arial" panose="020B0604020202020204" pitchFamily="34" charset="0"/>
              <a:buChar char="•"/>
            </a:pPr>
            <a:r>
              <a:rPr lang="en-US" dirty="0"/>
              <a:t>These variables are very widely used in fields representing date/period/year in variants</a:t>
            </a:r>
          </a:p>
          <a:p>
            <a:pPr marL="742950" lvl="1" indent="-285750">
              <a:buFont typeface="Arial" panose="020B0604020202020204" pitchFamily="34" charset="0"/>
              <a:buChar char="•"/>
            </a:pPr>
            <a:r>
              <a:rPr lang="en-US" dirty="0"/>
              <a:t>Examples of date/period/year in variants:</a:t>
            </a:r>
          </a:p>
          <a:p>
            <a:pPr marL="1200150" lvl="2" indent="-285750">
              <a:buFont typeface="Arial" panose="020B0604020202020204" pitchFamily="34" charset="0"/>
              <a:buChar char="•"/>
            </a:pPr>
            <a:r>
              <a:rPr lang="en-US" dirty="0"/>
              <a:t>Posting Date / Posting Period / Fiscal Year</a:t>
            </a:r>
          </a:p>
          <a:p>
            <a:pPr marL="1200150" lvl="2" indent="-285750">
              <a:buFont typeface="Arial" panose="020B0604020202020204" pitchFamily="34" charset="0"/>
              <a:buChar char="•"/>
            </a:pPr>
            <a:r>
              <a:rPr lang="en-US" dirty="0"/>
              <a:t>Reversal Date / Fiscal Year</a:t>
            </a:r>
          </a:p>
          <a:p>
            <a:pPr marL="1200150" lvl="2" indent="-285750">
              <a:buFont typeface="Arial" panose="020B0604020202020204" pitchFamily="34" charset="0"/>
              <a:buChar char="•"/>
            </a:pPr>
            <a:r>
              <a:rPr lang="en-US" dirty="0"/>
              <a:t>Key Date</a:t>
            </a:r>
          </a:p>
          <a:p>
            <a:pPr marL="285750" indent="-285750" algn="l">
              <a:buFont typeface="Arial" panose="020B0604020202020204" pitchFamily="34" charset="0"/>
              <a:buChar char="•"/>
            </a:pPr>
            <a:endParaRPr lang="en-US" dirty="0"/>
          </a:p>
          <a:p>
            <a:pPr marL="342900" indent="-342900">
              <a:buFont typeface="+mj-lt"/>
              <a:buAutoNum type="alphaUcPeriod" startAt="2"/>
            </a:pPr>
            <a:r>
              <a:rPr lang="en-US" b="1" dirty="0"/>
              <a:t>Company Code</a:t>
            </a:r>
          </a:p>
          <a:p>
            <a:pPr marL="742950" lvl="1" indent="-285750">
              <a:buFont typeface="Arial" panose="020B0604020202020204" pitchFamily="34" charset="0"/>
              <a:buChar char="•"/>
            </a:pPr>
            <a:r>
              <a:rPr lang="en-US" dirty="0"/>
              <a:t>Company Code variables are used mainly in variants which are used by all entities globally (“global variants”, e.g. “C_XXXX_F.13”) or entities belonging to the same GBS/JTBC (“GBS/JTBC variants”, e.g. “C_SPB*”). </a:t>
            </a:r>
          </a:p>
          <a:p>
            <a:pPr marL="742950" lvl="1" indent="-285750">
              <a:buFont typeface="Arial" panose="020B0604020202020204" pitchFamily="34" charset="0"/>
              <a:buChar char="•"/>
            </a:pPr>
            <a:r>
              <a:rPr lang="en-US" dirty="0"/>
              <a:t>The use of Company Code variables allows a single variant, instead of one per company code, to be created for use by multiple entities in the same FCC task, as long as other selection criteria are universal across all the selected entities.</a:t>
            </a:r>
          </a:p>
        </p:txBody>
      </p:sp>
    </p:spTree>
    <p:extLst>
      <p:ext uri="{BB962C8B-B14F-4D97-AF65-F5344CB8AC3E}">
        <p14:creationId xmlns:p14="http://schemas.microsoft.com/office/powerpoint/2010/main" val="2399175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Overview</a:t>
            </a:r>
          </a:p>
        </p:txBody>
      </p:sp>
      <p:sp>
        <p:nvSpPr>
          <p:cNvPr id="40" name="Rounded Rectangle 39"/>
          <p:cNvSpPr/>
          <p:nvPr/>
        </p:nvSpPr>
        <p:spPr>
          <a:xfrm>
            <a:off x="853017"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FCC Variants Overview</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807351" y="4027904"/>
            <a:ext cx="412441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Changing FCC Variants</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4529469" y="2418746"/>
            <a:ext cx="1127056" cy="96521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934912" y="3558138"/>
            <a:ext cx="879698" cy="563532"/>
          </a:xfrm>
          <a:prstGeom prst="bentConnector3">
            <a:avLst>
              <a:gd name="adj1" fmla="val 10129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807351" y="2166899"/>
            <a:ext cx="412441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Date/Period/Year in FCC Variants</a:t>
            </a:r>
          </a:p>
        </p:txBody>
      </p:sp>
      <p:sp>
        <p:nvSpPr>
          <p:cNvPr id="12" name="Rounded Rectangle 39">
            <a:extLst>
              <a:ext uri="{FF2B5EF4-FFF2-40B4-BE49-F238E27FC236}">
                <a16:creationId xmlns:a16="http://schemas.microsoft.com/office/drawing/2014/main" id="{818E4374-12E5-4380-BC28-2EF7FB207441}"/>
              </a:ext>
            </a:extLst>
          </p:cNvPr>
          <p:cNvSpPr/>
          <p:nvPr/>
        </p:nvSpPr>
        <p:spPr>
          <a:xfrm>
            <a:off x="5807351" y="3097401"/>
            <a:ext cx="412441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Company Code in FCC Variants</a:t>
            </a:r>
          </a:p>
        </p:txBody>
      </p:sp>
      <p:cxnSp>
        <p:nvCxnSpPr>
          <p:cNvPr id="15" name="Straight Connector 14">
            <a:extLst>
              <a:ext uri="{FF2B5EF4-FFF2-40B4-BE49-F238E27FC236}">
                <a16:creationId xmlns:a16="http://schemas.microsoft.com/office/drawing/2014/main" id="{A2C0ADED-D8F0-4ECD-929E-B75260B973E6}"/>
              </a:ext>
            </a:extLst>
          </p:cNvPr>
          <p:cNvCxnSpPr>
            <a:cxnSpLocks/>
          </p:cNvCxnSpPr>
          <p:nvPr/>
        </p:nvCxnSpPr>
        <p:spPr>
          <a:xfrm>
            <a:off x="5057780" y="3394018"/>
            <a:ext cx="598745"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152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E4874C-4283-4CB6-A070-11E375A78B4D}"/>
              </a:ext>
            </a:extLst>
          </p:cNvPr>
          <p:cNvSpPr>
            <a:spLocks noGrp="1"/>
          </p:cNvSpPr>
          <p:nvPr>
            <p:ph type="sldNum" sz="quarter" idx="12"/>
          </p:nvPr>
        </p:nvSpPr>
        <p:spPr/>
        <p:txBody>
          <a:bodyPr/>
          <a:lstStyle/>
          <a:p>
            <a:fld id="{F4C94289-3309-4C35-850A-56FD49B3E346}" type="slidenum">
              <a:rPr lang="en-GB" smtClean="0"/>
              <a:t>5</a:t>
            </a:fld>
            <a:endParaRPr lang="en-GB"/>
          </a:p>
        </p:txBody>
      </p:sp>
      <p:sp>
        <p:nvSpPr>
          <p:cNvPr id="4" name="Title 3">
            <a:extLst>
              <a:ext uri="{FF2B5EF4-FFF2-40B4-BE49-F238E27FC236}">
                <a16:creationId xmlns:a16="http://schemas.microsoft.com/office/drawing/2014/main" id="{90ED4305-3E43-471B-9A7B-4880F08341EE}"/>
              </a:ext>
            </a:extLst>
          </p:cNvPr>
          <p:cNvSpPr>
            <a:spLocks noGrp="1"/>
          </p:cNvSpPr>
          <p:nvPr>
            <p:ph type="title"/>
          </p:nvPr>
        </p:nvSpPr>
        <p:spPr>
          <a:xfrm>
            <a:off x="1511277" y="210344"/>
            <a:ext cx="9634778" cy="984247"/>
          </a:xfrm>
        </p:spPr>
        <p:txBody>
          <a:bodyPr/>
          <a:lstStyle/>
          <a:p>
            <a:r>
              <a:rPr lang="en-US"/>
              <a:t>How Are </a:t>
            </a:r>
            <a:r>
              <a:rPr lang="en-US" u="sng"/>
              <a:t>Date/Period/Year</a:t>
            </a:r>
            <a:r>
              <a:rPr lang="en-US"/>
              <a:t> in Variants Defined?</a:t>
            </a:r>
          </a:p>
        </p:txBody>
      </p:sp>
      <p:sp>
        <p:nvSpPr>
          <p:cNvPr id="20" name="Rectangle: Rounded Corners 19">
            <a:extLst>
              <a:ext uri="{FF2B5EF4-FFF2-40B4-BE49-F238E27FC236}">
                <a16:creationId xmlns:a16="http://schemas.microsoft.com/office/drawing/2014/main" id="{1CB645DB-6656-4725-A62D-74CA96EC6C3D}"/>
              </a:ext>
            </a:extLst>
          </p:cNvPr>
          <p:cNvSpPr/>
          <p:nvPr/>
        </p:nvSpPr>
        <p:spPr>
          <a:xfrm>
            <a:off x="5319721" y="2312736"/>
            <a:ext cx="1035768" cy="32050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63722542-B435-4503-9C46-3698C17C8BEB}"/>
              </a:ext>
            </a:extLst>
          </p:cNvPr>
          <p:cNvSpPr/>
          <p:nvPr/>
        </p:nvSpPr>
        <p:spPr>
          <a:xfrm>
            <a:off x="1161914" y="2774692"/>
            <a:ext cx="2916000" cy="1623600"/>
          </a:xfrm>
          <a:custGeom>
            <a:avLst/>
            <a:gdLst>
              <a:gd name="connsiteX0" fmla="*/ 0 w 2135187"/>
              <a:gd name="connsiteY0" fmla="*/ 146127 h 1461268"/>
              <a:gd name="connsiteX1" fmla="*/ 146127 w 2135187"/>
              <a:gd name="connsiteY1" fmla="*/ 0 h 1461268"/>
              <a:gd name="connsiteX2" fmla="*/ 1989060 w 2135187"/>
              <a:gd name="connsiteY2" fmla="*/ 0 h 1461268"/>
              <a:gd name="connsiteX3" fmla="*/ 2135187 w 2135187"/>
              <a:gd name="connsiteY3" fmla="*/ 146127 h 1461268"/>
              <a:gd name="connsiteX4" fmla="*/ 2135187 w 2135187"/>
              <a:gd name="connsiteY4" fmla="*/ 1315141 h 1461268"/>
              <a:gd name="connsiteX5" fmla="*/ 1989060 w 2135187"/>
              <a:gd name="connsiteY5" fmla="*/ 1461268 h 1461268"/>
              <a:gd name="connsiteX6" fmla="*/ 146127 w 2135187"/>
              <a:gd name="connsiteY6" fmla="*/ 1461268 h 1461268"/>
              <a:gd name="connsiteX7" fmla="*/ 0 w 2135187"/>
              <a:gd name="connsiteY7" fmla="*/ 1315141 h 1461268"/>
              <a:gd name="connsiteX8" fmla="*/ 0 w 2135187"/>
              <a:gd name="connsiteY8" fmla="*/ 146127 h 146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187" h="1461268">
                <a:moveTo>
                  <a:pt x="0" y="146127"/>
                </a:moveTo>
                <a:cubicBezTo>
                  <a:pt x="0" y="65423"/>
                  <a:pt x="65423" y="0"/>
                  <a:pt x="146127" y="0"/>
                </a:cubicBezTo>
                <a:lnTo>
                  <a:pt x="1989060" y="0"/>
                </a:lnTo>
                <a:cubicBezTo>
                  <a:pt x="2069764" y="0"/>
                  <a:pt x="2135187" y="65423"/>
                  <a:pt x="2135187" y="146127"/>
                </a:cubicBezTo>
                <a:lnTo>
                  <a:pt x="2135187" y="1315141"/>
                </a:lnTo>
                <a:cubicBezTo>
                  <a:pt x="2135187" y="1395845"/>
                  <a:pt x="2069764" y="1461268"/>
                  <a:pt x="1989060" y="1461268"/>
                </a:cubicBezTo>
                <a:lnTo>
                  <a:pt x="146127" y="1461268"/>
                </a:lnTo>
                <a:cubicBezTo>
                  <a:pt x="65423" y="1461268"/>
                  <a:pt x="0" y="1395845"/>
                  <a:pt x="0" y="1315141"/>
                </a:cubicBezTo>
                <a:lnTo>
                  <a:pt x="0" y="146127"/>
                </a:lnTo>
                <a:close/>
              </a:path>
            </a:pathLst>
          </a:custGeom>
        </p:spPr>
        <p:style>
          <a:lnRef idx="0">
            <a:schemeClr val="lt1">
              <a:hueOff val="0"/>
              <a:satOff val="0"/>
              <a:lumOff val="0"/>
              <a:alphaOff val="0"/>
            </a:schemeClr>
          </a:lnRef>
          <a:fillRef idx="3">
            <a:schemeClr val="accent3">
              <a:shade val="50000"/>
              <a:hueOff val="0"/>
              <a:satOff val="0"/>
              <a:lumOff val="0"/>
              <a:alphaOff val="0"/>
            </a:schemeClr>
          </a:fillRef>
          <a:effectRef idx="3">
            <a:schemeClr val="accent3">
              <a:shade val="50000"/>
              <a:hueOff val="0"/>
              <a:satOff val="0"/>
              <a:lumOff val="0"/>
              <a:alphaOff val="0"/>
            </a:schemeClr>
          </a:effectRef>
          <a:fontRef idx="minor">
            <a:schemeClr val="lt1"/>
          </a:fontRef>
        </p:style>
        <p:txBody>
          <a:bodyPr spcFirstLastPara="0" vert="horz" wrap="square" lIns="111379" tIns="111379" rIns="111379" bIns="252000" numCol="1" spcCol="1270" anchor="b" anchorCtr="0">
            <a:noAutofit/>
          </a:bodyPr>
          <a:lstStyle/>
          <a:p>
            <a:pPr marL="0" lvl="0" indent="0" algn="ctr" defTabSz="800100">
              <a:lnSpc>
                <a:spcPct val="90000"/>
              </a:lnSpc>
              <a:spcBef>
                <a:spcPct val="0"/>
              </a:spcBef>
              <a:spcAft>
                <a:spcPct val="35000"/>
              </a:spcAft>
              <a:buNone/>
            </a:pPr>
            <a:r>
              <a:rPr lang="en-US" sz="1800" kern="1200"/>
              <a:t>Creation of </a:t>
            </a:r>
            <a:r>
              <a:rPr lang="en-US" sz="1800" b="1" u="sng" kern="1200"/>
              <a:t>Periodic FCC Task List</a:t>
            </a:r>
            <a:r>
              <a:rPr lang="en-US" sz="1800" kern="1200"/>
              <a:t> for a new period</a:t>
            </a:r>
          </a:p>
        </p:txBody>
      </p:sp>
      <p:sp>
        <p:nvSpPr>
          <p:cNvPr id="17" name="Freeform: Shape 16">
            <a:extLst>
              <a:ext uri="{FF2B5EF4-FFF2-40B4-BE49-F238E27FC236}">
                <a16:creationId xmlns:a16="http://schemas.microsoft.com/office/drawing/2014/main" id="{C2899494-67D5-48D7-A6C1-0D74E45FD441}"/>
              </a:ext>
            </a:extLst>
          </p:cNvPr>
          <p:cNvSpPr/>
          <p:nvPr/>
        </p:nvSpPr>
        <p:spPr>
          <a:xfrm>
            <a:off x="4123542" y="2085370"/>
            <a:ext cx="452659" cy="529526"/>
          </a:xfrm>
          <a:custGeom>
            <a:avLst/>
            <a:gdLst>
              <a:gd name="connsiteX0" fmla="*/ 0 w 452659"/>
              <a:gd name="connsiteY0" fmla="*/ 105905 h 529526"/>
              <a:gd name="connsiteX1" fmla="*/ 226330 w 452659"/>
              <a:gd name="connsiteY1" fmla="*/ 105905 h 529526"/>
              <a:gd name="connsiteX2" fmla="*/ 226330 w 452659"/>
              <a:gd name="connsiteY2" fmla="*/ 0 h 529526"/>
              <a:gd name="connsiteX3" fmla="*/ 452659 w 452659"/>
              <a:gd name="connsiteY3" fmla="*/ 264763 h 529526"/>
              <a:gd name="connsiteX4" fmla="*/ 226330 w 452659"/>
              <a:gd name="connsiteY4" fmla="*/ 529526 h 529526"/>
              <a:gd name="connsiteX5" fmla="*/ 226330 w 452659"/>
              <a:gd name="connsiteY5" fmla="*/ 423621 h 529526"/>
              <a:gd name="connsiteX6" fmla="*/ 0 w 452659"/>
              <a:gd name="connsiteY6" fmla="*/ 423621 h 529526"/>
              <a:gd name="connsiteX7" fmla="*/ 0 w 452659"/>
              <a:gd name="connsiteY7" fmla="*/ 105905 h 52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659" h="529526">
                <a:moveTo>
                  <a:pt x="0" y="105905"/>
                </a:moveTo>
                <a:lnTo>
                  <a:pt x="226330" y="105905"/>
                </a:lnTo>
                <a:lnTo>
                  <a:pt x="226330" y="0"/>
                </a:lnTo>
                <a:lnTo>
                  <a:pt x="452659" y="264763"/>
                </a:lnTo>
                <a:lnTo>
                  <a:pt x="226330" y="529526"/>
                </a:lnTo>
                <a:lnTo>
                  <a:pt x="226330" y="423621"/>
                </a:lnTo>
                <a:lnTo>
                  <a:pt x="0" y="423621"/>
                </a:lnTo>
                <a:lnTo>
                  <a:pt x="0" y="105905"/>
                </a:lnTo>
                <a:close/>
              </a:path>
            </a:pathLst>
          </a:custGeom>
          <a:solidFill>
            <a:schemeClr val="tx1">
              <a:lumMod val="50000"/>
              <a:lumOff val="50000"/>
            </a:schemeClr>
          </a:solidFill>
        </p:spPr>
        <p:style>
          <a:lnRef idx="0">
            <a:schemeClr val="accent3">
              <a:shade val="90000"/>
              <a:hueOff val="0"/>
              <a:satOff val="0"/>
              <a:lumOff val="0"/>
              <a:alphaOff val="0"/>
            </a:schemeClr>
          </a:lnRef>
          <a:fillRef idx="3">
            <a:schemeClr val="accent3">
              <a:shade val="90000"/>
              <a:hueOff val="0"/>
              <a:satOff val="0"/>
              <a:lumOff val="0"/>
              <a:alphaOff val="0"/>
            </a:schemeClr>
          </a:fillRef>
          <a:effectRef idx="3">
            <a:schemeClr val="accent3">
              <a:shade val="90000"/>
              <a:hueOff val="0"/>
              <a:satOff val="0"/>
              <a:lumOff val="0"/>
              <a:alphaOff val="0"/>
            </a:schemeClr>
          </a:effectRef>
          <a:fontRef idx="minor">
            <a:schemeClr val="lt1"/>
          </a:fontRef>
        </p:style>
        <p:txBody>
          <a:bodyPr spcFirstLastPara="0" vert="horz" wrap="square" lIns="0" tIns="105905" rIns="135798" bIns="105905" numCol="1" spcCol="1270" anchor="ctr" anchorCtr="0">
            <a:noAutofit/>
          </a:bodyPr>
          <a:lstStyle/>
          <a:p>
            <a:pPr marL="0" lvl="0" indent="0" algn="ctr" defTabSz="622300">
              <a:lnSpc>
                <a:spcPct val="90000"/>
              </a:lnSpc>
              <a:spcBef>
                <a:spcPct val="0"/>
              </a:spcBef>
              <a:spcAft>
                <a:spcPct val="35000"/>
              </a:spcAft>
              <a:buNone/>
            </a:pPr>
            <a:endParaRPr lang="en-US" sz="1400" kern="1200"/>
          </a:p>
        </p:txBody>
      </p:sp>
      <p:sp>
        <p:nvSpPr>
          <p:cNvPr id="18" name="Freeform: Shape 17">
            <a:extLst>
              <a:ext uri="{FF2B5EF4-FFF2-40B4-BE49-F238E27FC236}">
                <a16:creationId xmlns:a16="http://schemas.microsoft.com/office/drawing/2014/main" id="{E9A56437-935E-45FD-8DC1-FC36F1E53D69}"/>
              </a:ext>
            </a:extLst>
          </p:cNvPr>
          <p:cNvSpPr/>
          <p:nvPr/>
        </p:nvSpPr>
        <p:spPr>
          <a:xfrm>
            <a:off x="4769958" y="1619499"/>
            <a:ext cx="2914558" cy="1624330"/>
          </a:xfrm>
          <a:custGeom>
            <a:avLst/>
            <a:gdLst>
              <a:gd name="connsiteX0" fmla="*/ 0 w 2135187"/>
              <a:gd name="connsiteY0" fmla="*/ 146127 h 1461268"/>
              <a:gd name="connsiteX1" fmla="*/ 146127 w 2135187"/>
              <a:gd name="connsiteY1" fmla="*/ 0 h 1461268"/>
              <a:gd name="connsiteX2" fmla="*/ 1989060 w 2135187"/>
              <a:gd name="connsiteY2" fmla="*/ 0 h 1461268"/>
              <a:gd name="connsiteX3" fmla="*/ 2135187 w 2135187"/>
              <a:gd name="connsiteY3" fmla="*/ 146127 h 1461268"/>
              <a:gd name="connsiteX4" fmla="*/ 2135187 w 2135187"/>
              <a:gd name="connsiteY4" fmla="*/ 1315141 h 1461268"/>
              <a:gd name="connsiteX5" fmla="*/ 1989060 w 2135187"/>
              <a:gd name="connsiteY5" fmla="*/ 1461268 h 1461268"/>
              <a:gd name="connsiteX6" fmla="*/ 146127 w 2135187"/>
              <a:gd name="connsiteY6" fmla="*/ 1461268 h 1461268"/>
              <a:gd name="connsiteX7" fmla="*/ 0 w 2135187"/>
              <a:gd name="connsiteY7" fmla="*/ 1315141 h 1461268"/>
              <a:gd name="connsiteX8" fmla="*/ 0 w 2135187"/>
              <a:gd name="connsiteY8" fmla="*/ 146127 h 146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187" h="1461268">
                <a:moveTo>
                  <a:pt x="0" y="146127"/>
                </a:moveTo>
                <a:cubicBezTo>
                  <a:pt x="0" y="65423"/>
                  <a:pt x="65423" y="0"/>
                  <a:pt x="146127" y="0"/>
                </a:cubicBezTo>
                <a:lnTo>
                  <a:pt x="1989060" y="0"/>
                </a:lnTo>
                <a:cubicBezTo>
                  <a:pt x="2069764" y="0"/>
                  <a:pt x="2135187" y="65423"/>
                  <a:pt x="2135187" y="146127"/>
                </a:cubicBezTo>
                <a:lnTo>
                  <a:pt x="2135187" y="1315141"/>
                </a:lnTo>
                <a:cubicBezTo>
                  <a:pt x="2135187" y="1395845"/>
                  <a:pt x="2069764" y="1461268"/>
                  <a:pt x="1989060" y="1461268"/>
                </a:cubicBezTo>
                <a:lnTo>
                  <a:pt x="146127" y="1461268"/>
                </a:lnTo>
                <a:cubicBezTo>
                  <a:pt x="65423" y="1461268"/>
                  <a:pt x="0" y="1395845"/>
                  <a:pt x="0" y="1315141"/>
                </a:cubicBezTo>
                <a:lnTo>
                  <a:pt x="0" y="146127"/>
                </a:lnTo>
                <a:close/>
              </a:path>
            </a:pathLst>
          </a:custGeom>
          <a:solidFill>
            <a:schemeClr val="tx1">
              <a:lumMod val="50000"/>
              <a:lumOff val="50000"/>
            </a:schemeClr>
          </a:solidFill>
        </p:spPr>
        <p:style>
          <a:lnRef idx="0">
            <a:schemeClr val="lt1">
              <a:hueOff val="0"/>
              <a:satOff val="0"/>
              <a:lumOff val="0"/>
              <a:alphaOff val="0"/>
            </a:schemeClr>
          </a:lnRef>
          <a:fillRef idx="3">
            <a:schemeClr val="accent3">
              <a:shade val="50000"/>
              <a:hueOff val="-109554"/>
              <a:satOff val="-44283"/>
              <a:lumOff val="34793"/>
              <a:alphaOff val="0"/>
            </a:schemeClr>
          </a:fillRef>
          <a:effectRef idx="3">
            <a:schemeClr val="accent3">
              <a:shade val="50000"/>
              <a:hueOff val="-109554"/>
              <a:satOff val="-44283"/>
              <a:lumOff val="34793"/>
              <a:alphaOff val="0"/>
            </a:schemeClr>
          </a:effectRef>
          <a:fontRef idx="minor">
            <a:schemeClr val="lt1"/>
          </a:fontRef>
        </p:style>
        <p:txBody>
          <a:bodyPr spcFirstLastPara="0" vert="horz" wrap="square" lIns="111379" tIns="111379" rIns="111379" bIns="0" numCol="1" spcCol="1270" anchor="b" anchorCtr="0">
            <a:noAutofit/>
          </a:bodyPr>
          <a:lstStyle/>
          <a:p>
            <a:pPr marL="0" lvl="0" indent="0" algn="ctr" defTabSz="800100">
              <a:lnSpc>
                <a:spcPct val="90000"/>
              </a:lnSpc>
              <a:spcBef>
                <a:spcPct val="0"/>
              </a:spcBef>
              <a:spcAft>
                <a:spcPct val="35000"/>
              </a:spcAft>
              <a:buNone/>
            </a:pPr>
            <a:r>
              <a:rPr lang="en-US" sz="1800" kern="1200"/>
              <a:t>Maintain values for </a:t>
            </a:r>
            <a:r>
              <a:rPr lang="en-US" sz="1800" b="1" u="sng" kern="1200"/>
              <a:t>Custom Variables </a:t>
            </a:r>
            <a:r>
              <a:rPr lang="en-US" sz="1800" kern="1200"/>
              <a:t>in the Task List</a:t>
            </a:r>
          </a:p>
        </p:txBody>
      </p:sp>
      <p:sp>
        <p:nvSpPr>
          <p:cNvPr id="22" name="Freeform: Shape 21">
            <a:extLst>
              <a:ext uri="{FF2B5EF4-FFF2-40B4-BE49-F238E27FC236}">
                <a16:creationId xmlns:a16="http://schemas.microsoft.com/office/drawing/2014/main" id="{6A35D143-80E6-4452-A67E-9E3B498374DB}"/>
              </a:ext>
            </a:extLst>
          </p:cNvPr>
          <p:cNvSpPr/>
          <p:nvPr/>
        </p:nvSpPr>
        <p:spPr>
          <a:xfrm rot="21575456">
            <a:off x="7905590" y="3312635"/>
            <a:ext cx="456457" cy="529526"/>
          </a:xfrm>
          <a:custGeom>
            <a:avLst/>
            <a:gdLst>
              <a:gd name="connsiteX0" fmla="*/ 0 w 456457"/>
              <a:gd name="connsiteY0" fmla="*/ 105905 h 529526"/>
              <a:gd name="connsiteX1" fmla="*/ 228229 w 456457"/>
              <a:gd name="connsiteY1" fmla="*/ 105905 h 529526"/>
              <a:gd name="connsiteX2" fmla="*/ 228229 w 456457"/>
              <a:gd name="connsiteY2" fmla="*/ 0 h 529526"/>
              <a:gd name="connsiteX3" fmla="*/ 456457 w 456457"/>
              <a:gd name="connsiteY3" fmla="*/ 264763 h 529526"/>
              <a:gd name="connsiteX4" fmla="*/ 228229 w 456457"/>
              <a:gd name="connsiteY4" fmla="*/ 529526 h 529526"/>
              <a:gd name="connsiteX5" fmla="*/ 228229 w 456457"/>
              <a:gd name="connsiteY5" fmla="*/ 423621 h 529526"/>
              <a:gd name="connsiteX6" fmla="*/ 0 w 456457"/>
              <a:gd name="connsiteY6" fmla="*/ 423621 h 529526"/>
              <a:gd name="connsiteX7" fmla="*/ 0 w 456457"/>
              <a:gd name="connsiteY7" fmla="*/ 105905 h 52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457" h="529526">
                <a:moveTo>
                  <a:pt x="0" y="105905"/>
                </a:moveTo>
                <a:lnTo>
                  <a:pt x="228229" y="105905"/>
                </a:lnTo>
                <a:lnTo>
                  <a:pt x="228229" y="0"/>
                </a:lnTo>
                <a:lnTo>
                  <a:pt x="456457" y="264763"/>
                </a:lnTo>
                <a:lnTo>
                  <a:pt x="228229" y="529526"/>
                </a:lnTo>
                <a:lnTo>
                  <a:pt x="228229" y="423621"/>
                </a:lnTo>
                <a:lnTo>
                  <a:pt x="0" y="423621"/>
                </a:lnTo>
                <a:lnTo>
                  <a:pt x="0" y="105905"/>
                </a:lnTo>
                <a:close/>
              </a:path>
            </a:pathLst>
          </a:custGeom>
          <a:solidFill>
            <a:schemeClr val="accent3">
              <a:lumMod val="50000"/>
            </a:schemeClr>
          </a:solidFill>
        </p:spPr>
        <p:style>
          <a:lnRef idx="0">
            <a:schemeClr val="accent3">
              <a:shade val="90000"/>
              <a:hueOff val="-174309"/>
              <a:satOff val="-67086"/>
              <a:lumOff val="46804"/>
              <a:alphaOff val="0"/>
            </a:schemeClr>
          </a:lnRef>
          <a:fillRef idx="3">
            <a:schemeClr val="accent3">
              <a:shade val="90000"/>
              <a:hueOff val="-174309"/>
              <a:satOff val="-67086"/>
              <a:lumOff val="46804"/>
              <a:alphaOff val="0"/>
            </a:schemeClr>
          </a:fillRef>
          <a:effectRef idx="3">
            <a:schemeClr val="accent3">
              <a:shade val="90000"/>
              <a:hueOff val="-174309"/>
              <a:satOff val="-67086"/>
              <a:lumOff val="46804"/>
              <a:alphaOff val="0"/>
            </a:schemeClr>
          </a:effectRef>
          <a:fontRef idx="minor">
            <a:schemeClr val="lt1"/>
          </a:fontRef>
        </p:style>
        <p:txBody>
          <a:bodyPr spcFirstLastPara="0" vert="horz" wrap="square" lIns="0" tIns="105905" rIns="136936" bIns="105904" numCol="1" spcCol="1270" anchor="ctr" anchorCtr="0">
            <a:noAutofit/>
          </a:bodyPr>
          <a:lstStyle/>
          <a:p>
            <a:pPr marL="0" lvl="0" indent="0" algn="ctr" defTabSz="622300">
              <a:lnSpc>
                <a:spcPct val="90000"/>
              </a:lnSpc>
              <a:spcBef>
                <a:spcPct val="0"/>
              </a:spcBef>
              <a:spcAft>
                <a:spcPct val="35000"/>
              </a:spcAft>
              <a:buNone/>
            </a:pPr>
            <a:endParaRPr lang="en-US" sz="1400" kern="1200"/>
          </a:p>
        </p:txBody>
      </p:sp>
      <p:sp>
        <p:nvSpPr>
          <p:cNvPr id="23" name="Freeform: Shape 22">
            <a:extLst>
              <a:ext uri="{FF2B5EF4-FFF2-40B4-BE49-F238E27FC236}">
                <a16:creationId xmlns:a16="http://schemas.microsoft.com/office/drawing/2014/main" id="{B66E6C14-2C07-4343-B0DC-60DF1246B8A7}"/>
              </a:ext>
            </a:extLst>
          </p:cNvPr>
          <p:cNvSpPr/>
          <p:nvPr/>
        </p:nvSpPr>
        <p:spPr>
          <a:xfrm>
            <a:off x="8579220" y="2774692"/>
            <a:ext cx="2914558" cy="1624330"/>
          </a:xfrm>
          <a:custGeom>
            <a:avLst/>
            <a:gdLst>
              <a:gd name="connsiteX0" fmla="*/ 0 w 2135187"/>
              <a:gd name="connsiteY0" fmla="*/ 146127 h 1461268"/>
              <a:gd name="connsiteX1" fmla="*/ 146127 w 2135187"/>
              <a:gd name="connsiteY1" fmla="*/ 0 h 1461268"/>
              <a:gd name="connsiteX2" fmla="*/ 1989060 w 2135187"/>
              <a:gd name="connsiteY2" fmla="*/ 0 h 1461268"/>
              <a:gd name="connsiteX3" fmla="*/ 2135187 w 2135187"/>
              <a:gd name="connsiteY3" fmla="*/ 146127 h 1461268"/>
              <a:gd name="connsiteX4" fmla="*/ 2135187 w 2135187"/>
              <a:gd name="connsiteY4" fmla="*/ 1315141 h 1461268"/>
              <a:gd name="connsiteX5" fmla="*/ 1989060 w 2135187"/>
              <a:gd name="connsiteY5" fmla="*/ 1461268 h 1461268"/>
              <a:gd name="connsiteX6" fmla="*/ 146127 w 2135187"/>
              <a:gd name="connsiteY6" fmla="*/ 1461268 h 1461268"/>
              <a:gd name="connsiteX7" fmla="*/ 0 w 2135187"/>
              <a:gd name="connsiteY7" fmla="*/ 1315141 h 1461268"/>
              <a:gd name="connsiteX8" fmla="*/ 0 w 2135187"/>
              <a:gd name="connsiteY8" fmla="*/ 146127 h 146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187" h="1461268">
                <a:moveTo>
                  <a:pt x="0" y="146127"/>
                </a:moveTo>
                <a:cubicBezTo>
                  <a:pt x="0" y="65423"/>
                  <a:pt x="65423" y="0"/>
                  <a:pt x="146127" y="0"/>
                </a:cubicBezTo>
                <a:lnTo>
                  <a:pt x="1989060" y="0"/>
                </a:lnTo>
                <a:cubicBezTo>
                  <a:pt x="2069764" y="0"/>
                  <a:pt x="2135187" y="65423"/>
                  <a:pt x="2135187" y="146127"/>
                </a:cubicBezTo>
                <a:lnTo>
                  <a:pt x="2135187" y="1315141"/>
                </a:lnTo>
                <a:cubicBezTo>
                  <a:pt x="2135187" y="1395845"/>
                  <a:pt x="2069764" y="1461268"/>
                  <a:pt x="1989060" y="1461268"/>
                </a:cubicBezTo>
                <a:lnTo>
                  <a:pt x="146127" y="1461268"/>
                </a:lnTo>
                <a:cubicBezTo>
                  <a:pt x="65423" y="1461268"/>
                  <a:pt x="0" y="1395845"/>
                  <a:pt x="0" y="1315141"/>
                </a:cubicBezTo>
                <a:lnTo>
                  <a:pt x="0" y="146127"/>
                </a:lnTo>
                <a:close/>
              </a:path>
            </a:pathLst>
          </a:custGeom>
          <a:solidFill>
            <a:schemeClr val="accent3">
              <a:lumMod val="50000"/>
            </a:schemeClr>
          </a:solidFill>
        </p:spPr>
        <p:style>
          <a:lnRef idx="0">
            <a:schemeClr val="lt1">
              <a:hueOff val="0"/>
              <a:satOff val="0"/>
              <a:lumOff val="0"/>
              <a:alphaOff val="0"/>
            </a:schemeClr>
          </a:lnRef>
          <a:fillRef idx="3">
            <a:schemeClr val="accent3">
              <a:shade val="50000"/>
              <a:hueOff val="-109554"/>
              <a:satOff val="-44283"/>
              <a:lumOff val="34793"/>
              <a:alphaOff val="0"/>
            </a:schemeClr>
          </a:fillRef>
          <a:effectRef idx="3">
            <a:schemeClr val="accent3">
              <a:shade val="50000"/>
              <a:hueOff val="-109554"/>
              <a:satOff val="-44283"/>
              <a:lumOff val="34793"/>
              <a:alphaOff val="0"/>
            </a:schemeClr>
          </a:effectRef>
          <a:fontRef idx="minor">
            <a:schemeClr val="lt1"/>
          </a:fontRef>
        </p:style>
        <p:txBody>
          <a:bodyPr spcFirstLastPara="0" vert="horz" wrap="square" lIns="111379" tIns="111379" rIns="111379" bIns="111379" numCol="1" spcCol="1270" anchor="b" anchorCtr="0">
            <a:noAutofit/>
          </a:bodyPr>
          <a:lstStyle/>
          <a:p>
            <a:pPr marL="0" lvl="0" indent="0" algn="ctr" defTabSz="800100">
              <a:lnSpc>
                <a:spcPct val="90000"/>
              </a:lnSpc>
              <a:spcBef>
                <a:spcPct val="0"/>
              </a:spcBef>
              <a:spcAft>
                <a:spcPct val="35000"/>
              </a:spcAft>
              <a:buNone/>
            </a:pPr>
            <a:r>
              <a:rPr lang="en-US" sz="1800" b="1" u="sng" kern="1200"/>
              <a:t>Date/Period/Year</a:t>
            </a:r>
            <a:r>
              <a:rPr lang="en-US" sz="1800" kern="1200"/>
              <a:t> in the Variants used in FCC tasks are populated automatically</a:t>
            </a:r>
          </a:p>
        </p:txBody>
      </p:sp>
      <p:sp>
        <p:nvSpPr>
          <p:cNvPr id="27" name="Freeform: Shape 26">
            <a:extLst>
              <a:ext uri="{FF2B5EF4-FFF2-40B4-BE49-F238E27FC236}">
                <a16:creationId xmlns:a16="http://schemas.microsoft.com/office/drawing/2014/main" id="{4115D00B-7F97-4BA1-B012-B5E798F50456}"/>
              </a:ext>
            </a:extLst>
          </p:cNvPr>
          <p:cNvSpPr/>
          <p:nvPr/>
        </p:nvSpPr>
        <p:spPr>
          <a:xfrm>
            <a:off x="4123542" y="4743577"/>
            <a:ext cx="452659" cy="529526"/>
          </a:xfrm>
          <a:custGeom>
            <a:avLst/>
            <a:gdLst>
              <a:gd name="connsiteX0" fmla="*/ 0 w 452659"/>
              <a:gd name="connsiteY0" fmla="*/ 105905 h 529526"/>
              <a:gd name="connsiteX1" fmla="*/ 226330 w 452659"/>
              <a:gd name="connsiteY1" fmla="*/ 105905 h 529526"/>
              <a:gd name="connsiteX2" fmla="*/ 226330 w 452659"/>
              <a:gd name="connsiteY2" fmla="*/ 0 h 529526"/>
              <a:gd name="connsiteX3" fmla="*/ 452659 w 452659"/>
              <a:gd name="connsiteY3" fmla="*/ 264763 h 529526"/>
              <a:gd name="connsiteX4" fmla="*/ 226330 w 452659"/>
              <a:gd name="connsiteY4" fmla="*/ 529526 h 529526"/>
              <a:gd name="connsiteX5" fmla="*/ 226330 w 452659"/>
              <a:gd name="connsiteY5" fmla="*/ 423621 h 529526"/>
              <a:gd name="connsiteX6" fmla="*/ 0 w 452659"/>
              <a:gd name="connsiteY6" fmla="*/ 423621 h 529526"/>
              <a:gd name="connsiteX7" fmla="*/ 0 w 452659"/>
              <a:gd name="connsiteY7" fmla="*/ 105905 h 52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659" h="529526">
                <a:moveTo>
                  <a:pt x="0" y="105905"/>
                </a:moveTo>
                <a:lnTo>
                  <a:pt x="226330" y="105905"/>
                </a:lnTo>
                <a:lnTo>
                  <a:pt x="226330" y="0"/>
                </a:lnTo>
                <a:lnTo>
                  <a:pt x="452659" y="264763"/>
                </a:lnTo>
                <a:lnTo>
                  <a:pt x="226330" y="529526"/>
                </a:lnTo>
                <a:lnTo>
                  <a:pt x="226330" y="423621"/>
                </a:lnTo>
                <a:lnTo>
                  <a:pt x="0" y="423621"/>
                </a:lnTo>
                <a:lnTo>
                  <a:pt x="0" y="105905"/>
                </a:lnTo>
                <a:close/>
              </a:path>
            </a:pathLst>
          </a:custGeom>
          <a:solidFill>
            <a:schemeClr val="tx1">
              <a:lumMod val="50000"/>
              <a:lumOff val="50000"/>
            </a:schemeClr>
          </a:solidFill>
        </p:spPr>
        <p:style>
          <a:lnRef idx="0">
            <a:schemeClr val="accent3">
              <a:shade val="90000"/>
              <a:hueOff val="0"/>
              <a:satOff val="0"/>
              <a:lumOff val="0"/>
              <a:alphaOff val="0"/>
            </a:schemeClr>
          </a:lnRef>
          <a:fillRef idx="3">
            <a:schemeClr val="accent3">
              <a:shade val="90000"/>
              <a:hueOff val="0"/>
              <a:satOff val="0"/>
              <a:lumOff val="0"/>
              <a:alphaOff val="0"/>
            </a:schemeClr>
          </a:fillRef>
          <a:effectRef idx="3">
            <a:schemeClr val="accent3">
              <a:shade val="90000"/>
              <a:hueOff val="0"/>
              <a:satOff val="0"/>
              <a:lumOff val="0"/>
              <a:alphaOff val="0"/>
            </a:schemeClr>
          </a:effectRef>
          <a:fontRef idx="minor">
            <a:schemeClr val="lt1"/>
          </a:fontRef>
        </p:style>
        <p:txBody>
          <a:bodyPr spcFirstLastPara="0" vert="horz" wrap="square" lIns="0" tIns="105905" rIns="135798" bIns="105905" numCol="1" spcCol="1270" anchor="ctr" anchorCtr="0">
            <a:noAutofit/>
          </a:bodyPr>
          <a:lstStyle/>
          <a:p>
            <a:pPr marL="0" lvl="0" indent="0" algn="ctr" defTabSz="622300">
              <a:lnSpc>
                <a:spcPct val="90000"/>
              </a:lnSpc>
              <a:spcBef>
                <a:spcPct val="0"/>
              </a:spcBef>
              <a:spcAft>
                <a:spcPct val="35000"/>
              </a:spcAft>
              <a:buNone/>
            </a:pPr>
            <a:endParaRPr lang="en-US" sz="1400" kern="1200"/>
          </a:p>
        </p:txBody>
      </p:sp>
      <p:sp>
        <p:nvSpPr>
          <p:cNvPr id="28" name="Freeform: Shape 27">
            <a:extLst>
              <a:ext uri="{FF2B5EF4-FFF2-40B4-BE49-F238E27FC236}">
                <a16:creationId xmlns:a16="http://schemas.microsoft.com/office/drawing/2014/main" id="{5C38C0F9-0E22-4F77-94BC-2B07DC1E7214}"/>
              </a:ext>
            </a:extLst>
          </p:cNvPr>
          <p:cNvSpPr/>
          <p:nvPr/>
        </p:nvSpPr>
        <p:spPr>
          <a:xfrm>
            <a:off x="4764098" y="4277706"/>
            <a:ext cx="2914558" cy="1624330"/>
          </a:xfrm>
          <a:custGeom>
            <a:avLst/>
            <a:gdLst>
              <a:gd name="connsiteX0" fmla="*/ 0 w 2135187"/>
              <a:gd name="connsiteY0" fmla="*/ 146127 h 1461268"/>
              <a:gd name="connsiteX1" fmla="*/ 146127 w 2135187"/>
              <a:gd name="connsiteY1" fmla="*/ 0 h 1461268"/>
              <a:gd name="connsiteX2" fmla="*/ 1989060 w 2135187"/>
              <a:gd name="connsiteY2" fmla="*/ 0 h 1461268"/>
              <a:gd name="connsiteX3" fmla="*/ 2135187 w 2135187"/>
              <a:gd name="connsiteY3" fmla="*/ 146127 h 1461268"/>
              <a:gd name="connsiteX4" fmla="*/ 2135187 w 2135187"/>
              <a:gd name="connsiteY4" fmla="*/ 1315141 h 1461268"/>
              <a:gd name="connsiteX5" fmla="*/ 1989060 w 2135187"/>
              <a:gd name="connsiteY5" fmla="*/ 1461268 h 1461268"/>
              <a:gd name="connsiteX6" fmla="*/ 146127 w 2135187"/>
              <a:gd name="connsiteY6" fmla="*/ 1461268 h 1461268"/>
              <a:gd name="connsiteX7" fmla="*/ 0 w 2135187"/>
              <a:gd name="connsiteY7" fmla="*/ 1315141 h 1461268"/>
              <a:gd name="connsiteX8" fmla="*/ 0 w 2135187"/>
              <a:gd name="connsiteY8" fmla="*/ 146127 h 146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187" h="1461268">
                <a:moveTo>
                  <a:pt x="0" y="146127"/>
                </a:moveTo>
                <a:cubicBezTo>
                  <a:pt x="0" y="65423"/>
                  <a:pt x="65423" y="0"/>
                  <a:pt x="146127" y="0"/>
                </a:cubicBezTo>
                <a:lnTo>
                  <a:pt x="1989060" y="0"/>
                </a:lnTo>
                <a:cubicBezTo>
                  <a:pt x="2069764" y="0"/>
                  <a:pt x="2135187" y="65423"/>
                  <a:pt x="2135187" y="146127"/>
                </a:cubicBezTo>
                <a:lnTo>
                  <a:pt x="2135187" y="1315141"/>
                </a:lnTo>
                <a:cubicBezTo>
                  <a:pt x="2135187" y="1395845"/>
                  <a:pt x="2069764" y="1461268"/>
                  <a:pt x="1989060" y="1461268"/>
                </a:cubicBezTo>
                <a:lnTo>
                  <a:pt x="146127" y="1461268"/>
                </a:lnTo>
                <a:cubicBezTo>
                  <a:pt x="65423" y="1461268"/>
                  <a:pt x="0" y="1395845"/>
                  <a:pt x="0" y="1315141"/>
                </a:cubicBezTo>
                <a:lnTo>
                  <a:pt x="0" y="146127"/>
                </a:lnTo>
                <a:close/>
              </a:path>
            </a:pathLst>
          </a:custGeom>
          <a:solidFill>
            <a:schemeClr val="tx1">
              <a:lumMod val="50000"/>
              <a:lumOff val="50000"/>
            </a:schemeClr>
          </a:solidFill>
        </p:spPr>
        <p:style>
          <a:lnRef idx="0">
            <a:schemeClr val="lt1">
              <a:hueOff val="0"/>
              <a:satOff val="0"/>
              <a:lumOff val="0"/>
              <a:alphaOff val="0"/>
            </a:schemeClr>
          </a:lnRef>
          <a:fillRef idx="3">
            <a:schemeClr val="accent3">
              <a:shade val="50000"/>
              <a:hueOff val="-109554"/>
              <a:satOff val="-44283"/>
              <a:lumOff val="34793"/>
              <a:alphaOff val="0"/>
            </a:schemeClr>
          </a:fillRef>
          <a:effectRef idx="3">
            <a:schemeClr val="accent3">
              <a:shade val="50000"/>
              <a:hueOff val="-109554"/>
              <a:satOff val="-44283"/>
              <a:lumOff val="34793"/>
              <a:alphaOff val="0"/>
            </a:schemeClr>
          </a:effectRef>
          <a:fontRef idx="minor">
            <a:schemeClr val="lt1"/>
          </a:fontRef>
        </p:style>
        <p:txBody>
          <a:bodyPr spcFirstLastPara="0" vert="horz" wrap="square" lIns="111379" tIns="111379" rIns="111379" bIns="0" numCol="1" spcCol="1270" anchor="b" anchorCtr="0">
            <a:noAutofit/>
          </a:bodyPr>
          <a:lstStyle/>
          <a:p>
            <a:pPr marL="0" lvl="0" indent="0" algn="ctr" defTabSz="800100">
              <a:lnSpc>
                <a:spcPct val="90000"/>
              </a:lnSpc>
              <a:spcBef>
                <a:spcPct val="0"/>
              </a:spcBef>
              <a:buNone/>
            </a:pPr>
            <a:r>
              <a:rPr lang="en-US" sz="1800" kern="1200"/>
              <a:t>Values of </a:t>
            </a:r>
          </a:p>
          <a:p>
            <a:pPr marL="0" lvl="0" indent="0" algn="ctr" defTabSz="800100">
              <a:lnSpc>
                <a:spcPct val="90000"/>
              </a:lnSpc>
              <a:spcBef>
                <a:spcPct val="0"/>
              </a:spcBef>
              <a:buNone/>
            </a:pPr>
            <a:r>
              <a:rPr lang="en-US" sz="1800" b="1" u="sng" kern="1200"/>
              <a:t>Standard Variables </a:t>
            </a:r>
            <a:r>
              <a:rPr lang="en-US" sz="1800" kern="1200"/>
              <a:t>auto-populated upon saving of Periodic Task List</a:t>
            </a:r>
          </a:p>
        </p:txBody>
      </p:sp>
      <p:sp>
        <p:nvSpPr>
          <p:cNvPr id="25" name="Oval 24">
            <a:extLst>
              <a:ext uri="{FF2B5EF4-FFF2-40B4-BE49-F238E27FC236}">
                <a16:creationId xmlns:a16="http://schemas.microsoft.com/office/drawing/2014/main" id="{577A00C7-4EA6-4AF4-B382-A152454DA0CE}"/>
              </a:ext>
            </a:extLst>
          </p:cNvPr>
          <p:cNvSpPr/>
          <p:nvPr/>
        </p:nvSpPr>
        <p:spPr>
          <a:xfrm>
            <a:off x="2389885" y="2953591"/>
            <a:ext cx="475624" cy="453459"/>
          </a:xfrm>
          <a:prstGeom prst="ellipse">
            <a:avLst/>
          </a:prstGeom>
          <a:solidFill>
            <a:srgbClr val="33C78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1</a:t>
            </a:r>
          </a:p>
        </p:txBody>
      </p:sp>
      <p:sp>
        <p:nvSpPr>
          <p:cNvPr id="30" name="Oval 29">
            <a:extLst>
              <a:ext uri="{FF2B5EF4-FFF2-40B4-BE49-F238E27FC236}">
                <a16:creationId xmlns:a16="http://schemas.microsoft.com/office/drawing/2014/main" id="{5045F8F5-2F64-48E3-B19D-37E1BAC5D0FB}"/>
              </a:ext>
            </a:extLst>
          </p:cNvPr>
          <p:cNvSpPr/>
          <p:nvPr/>
        </p:nvSpPr>
        <p:spPr>
          <a:xfrm>
            <a:off x="5983565" y="1735262"/>
            <a:ext cx="475624" cy="453459"/>
          </a:xfrm>
          <a:prstGeom prst="ellipse">
            <a:avLst/>
          </a:prstGeom>
          <a:solidFill>
            <a:srgbClr val="33C78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2A</a:t>
            </a:r>
          </a:p>
        </p:txBody>
      </p:sp>
      <p:sp>
        <p:nvSpPr>
          <p:cNvPr id="31" name="Oval 30">
            <a:extLst>
              <a:ext uri="{FF2B5EF4-FFF2-40B4-BE49-F238E27FC236}">
                <a16:creationId xmlns:a16="http://schemas.microsoft.com/office/drawing/2014/main" id="{C64615D0-A807-4286-8530-3935CCC0AE0D}"/>
              </a:ext>
            </a:extLst>
          </p:cNvPr>
          <p:cNvSpPr/>
          <p:nvPr/>
        </p:nvSpPr>
        <p:spPr>
          <a:xfrm>
            <a:off x="5993677" y="4396836"/>
            <a:ext cx="475624" cy="453459"/>
          </a:xfrm>
          <a:prstGeom prst="ellipse">
            <a:avLst/>
          </a:prstGeom>
          <a:solidFill>
            <a:srgbClr val="33C78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2B</a:t>
            </a:r>
          </a:p>
        </p:txBody>
      </p:sp>
      <p:sp>
        <p:nvSpPr>
          <p:cNvPr id="32" name="Oval 31">
            <a:extLst>
              <a:ext uri="{FF2B5EF4-FFF2-40B4-BE49-F238E27FC236}">
                <a16:creationId xmlns:a16="http://schemas.microsoft.com/office/drawing/2014/main" id="{D2A4A202-A794-4695-BA87-80D8F33E6AFF}"/>
              </a:ext>
            </a:extLst>
          </p:cNvPr>
          <p:cNvSpPr/>
          <p:nvPr/>
        </p:nvSpPr>
        <p:spPr>
          <a:xfrm>
            <a:off x="9798687" y="2838092"/>
            <a:ext cx="475624" cy="453459"/>
          </a:xfrm>
          <a:prstGeom prst="ellipse">
            <a:avLst/>
          </a:prstGeom>
          <a:solidFill>
            <a:srgbClr val="33C78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3</a:t>
            </a:r>
          </a:p>
        </p:txBody>
      </p:sp>
    </p:spTree>
    <p:extLst>
      <p:ext uri="{BB962C8B-B14F-4D97-AF65-F5344CB8AC3E}">
        <p14:creationId xmlns:p14="http://schemas.microsoft.com/office/powerpoint/2010/main" val="1259372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24986529-C7B3-40E1-A371-DA8417292B1B}"/>
              </a:ext>
            </a:extLst>
          </p:cNvPr>
          <p:cNvSpPr/>
          <p:nvPr/>
        </p:nvSpPr>
        <p:spPr>
          <a:xfrm>
            <a:off x="7176654" y="1394691"/>
            <a:ext cx="4784749" cy="2309081"/>
          </a:xfrm>
          <a:prstGeom prst="roundRect">
            <a:avLst>
              <a:gd name="adj" fmla="val 4667"/>
            </a:avLst>
          </a:prstGeom>
          <a:solidFill>
            <a:srgbClr val="C3EBE9"/>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FA0537AB-0F92-4D86-B2F2-D19AED4AC5AC}"/>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4" name="Title 3">
            <a:extLst>
              <a:ext uri="{FF2B5EF4-FFF2-40B4-BE49-F238E27FC236}">
                <a16:creationId xmlns:a16="http://schemas.microsoft.com/office/drawing/2014/main" id="{A9208342-8BF6-4997-B78F-85BA64564B8B}"/>
              </a:ext>
            </a:extLst>
          </p:cNvPr>
          <p:cNvSpPr>
            <a:spLocks noGrp="1"/>
          </p:cNvSpPr>
          <p:nvPr>
            <p:ph type="title"/>
          </p:nvPr>
        </p:nvSpPr>
        <p:spPr>
          <a:xfrm>
            <a:off x="1511277" y="210344"/>
            <a:ext cx="9451898" cy="1104180"/>
          </a:xfrm>
        </p:spPr>
        <p:txBody>
          <a:bodyPr/>
          <a:lstStyle/>
          <a:p>
            <a:pPr>
              <a:lnSpc>
                <a:spcPct val="100000"/>
              </a:lnSpc>
              <a:spcBef>
                <a:spcPts val="600"/>
              </a:spcBef>
            </a:pPr>
            <a:r>
              <a:rPr lang="en-US"/>
              <a:t>How Are </a:t>
            </a:r>
            <a:r>
              <a:rPr lang="en-US" u="sng"/>
              <a:t>Date/Period/Year</a:t>
            </a:r>
            <a:r>
              <a:rPr lang="en-US"/>
              <a:t> in Variants Defined?</a:t>
            </a:r>
            <a:br>
              <a:rPr lang="en-US"/>
            </a:br>
            <a:r>
              <a:rPr lang="en-US" sz="1800" b="0" i="1">
                <a:solidFill>
                  <a:schemeClr val="bg1">
                    <a:lumMod val="65000"/>
                  </a:schemeClr>
                </a:solidFill>
                <a:latin typeface="Georgia" panose="02040502050405020303" pitchFamily="18" charset="0"/>
              </a:rPr>
              <a:t>1. Creation of Periodic FCC Task List</a:t>
            </a:r>
          </a:p>
        </p:txBody>
      </p:sp>
      <p:pic>
        <p:nvPicPr>
          <p:cNvPr id="333826" name="Picture 2" descr="C:\Users\cstwangw\AppData\Local\Temp\SNAGHTML47f822.PNG">
            <a:extLst>
              <a:ext uri="{FF2B5EF4-FFF2-40B4-BE49-F238E27FC236}">
                <a16:creationId xmlns:a16="http://schemas.microsoft.com/office/drawing/2014/main" id="{1E46AC0B-4D40-4D5E-ACE6-20D5EDCF4A3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454745" y="2080257"/>
            <a:ext cx="6421478" cy="3683234"/>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B8BFFF48-2E78-4DE5-A629-FDAE2C9F37A9}"/>
              </a:ext>
            </a:extLst>
          </p:cNvPr>
          <p:cNvSpPr/>
          <p:nvPr/>
        </p:nvSpPr>
        <p:spPr>
          <a:xfrm>
            <a:off x="454744" y="1792609"/>
            <a:ext cx="6421478" cy="287648"/>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dirty="0">
                <a:solidFill>
                  <a:srgbClr val="00B2A9">
                    <a:lumMod val="50000"/>
                  </a:srgbClr>
                </a:solidFill>
                <a:latin typeface="Arial" panose="020B0604020202020204"/>
              </a:rPr>
              <a:t>Basic Data of new task list (centrally maintained by Warsaw)</a:t>
            </a:r>
            <a:endPar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8" name="Rectangle: Rounded Corners 7">
            <a:extLst>
              <a:ext uri="{FF2B5EF4-FFF2-40B4-BE49-F238E27FC236}">
                <a16:creationId xmlns:a16="http://schemas.microsoft.com/office/drawing/2014/main" id="{E7617ADC-BEAF-4584-8036-8E42BA87E0DB}"/>
              </a:ext>
            </a:extLst>
          </p:cNvPr>
          <p:cNvSpPr/>
          <p:nvPr/>
        </p:nvSpPr>
        <p:spPr>
          <a:xfrm>
            <a:off x="7176653" y="2196623"/>
            <a:ext cx="1496849" cy="869850"/>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7272EDBC-1053-4766-B03C-F7BD94800869}"/>
              </a:ext>
            </a:extLst>
          </p:cNvPr>
          <p:cNvCxnSpPr>
            <a:cxnSpLocks/>
            <a:stCxn id="8" idx="1"/>
          </p:cNvCxnSpPr>
          <p:nvPr/>
        </p:nvCxnSpPr>
        <p:spPr>
          <a:xfrm flipH="1" flipV="1">
            <a:off x="6493164" y="2456873"/>
            <a:ext cx="683489" cy="17467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DEED09C-FCDD-42CB-800E-CF82AC66B83A}"/>
              </a:ext>
            </a:extLst>
          </p:cNvPr>
          <p:cNvSpPr/>
          <p:nvPr/>
        </p:nvSpPr>
        <p:spPr>
          <a:xfrm>
            <a:off x="8414564" y="1399257"/>
            <a:ext cx="3590855" cy="276999"/>
          </a:xfrm>
          <a:prstGeom prst="rect">
            <a:avLst/>
          </a:prstGeom>
        </p:spPr>
        <p:txBody>
          <a:bodyPr wrap="none">
            <a:spAutoFit/>
          </a:bodyPr>
          <a:lstStyle/>
          <a:p>
            <a:r>
              <a:rPr lang="en-US" sz="1200" b="1"/>
              <a:t>How Are </a:t>
            </a:r>
            <a:r>
              <a:rPr lang="en-US" sz="1200" b="1" u="sng"/>
              <a:t>Date/Period/Year</a:t>
            </a:r>
            <a:r>
              <a:rPr lang="en-US" sz="1200" b="1"/>
              <a:t> in Variants Defined?</a:t>
            </a:r>
          </a:p>
        </p:txBody>
      </p:sp>
      <p:sp>
        <p:nvSpPr>
          <p:cNvPr id="17" name="Rectangle: Rounded Corners 16">
            <a:extLst>
              <a:ext uri="{FF2B5EF4-FFF2-40B4-BE49-F238E27FC236}">
                <a16:creationId xmlns:a16="http://schemas.microsoft.com/office/drawing/2014/main" id="{5B9942EC-EE28-4A16-88A2-858FBAA63592}"/>
              </a:ext>
            </a:extLst>
          </p:cNvPr>
          <p:cNvSpPr/>
          <p:nvPr/>
        </p:nvSpPr>
        <p:spPr>
          <a:xfrm>
            <a:off x="1182255" y="2743120"/>
            <a:ext cx="1440872" cy="17095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6F2C306-6E09-4BFA-8CF0-771BF4D519FF}"/>
              </a:ext>
            </a:extLst>
          </p:cNvPr>
          <p:cNvSpPr/>
          <p:nvPr/>
        </p:nvSpPr>
        <p:spPr>
          <a:xfrm>
            <a:off x="4029239" y="2941700"/>
            <a:ext cx="1440872" cy="17095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9BE01723-BDDF-40B8-BD1E-D3FB404EEAF4}"/>
              </a:ext>
            </a:extLst>
          </p:cNvPr>
          <p:cNvSpPr/>
          <p:nvPr/>
        </p:nvSpPr>
        <p:spPr>
          <a:xfrm>
            <a:off x="1182255" y="3112653"/>
            <a:ext cx="1440872" cy="17095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FD08937-9A91-4D8F-B4AD-59AE0DEA9754}"/>
              </a:ext>
            </a:extLst>
          </p:cNvPr>
          <p:cNvSpPr txBox="1"/>
          <p:nvPr/>
        </p:nvSpPr>
        <p:spPr>
          <a:xfrm>
            <a:off x="7431900" y="4526579"/>
            <a:ext cx="4466565" cy="2136067"/>
          </a:xfrm>
          <a:prstGeom prst="rect">
            <a:avLst/>
          </a:prstGeom>
          <a:noFill/>
        </p:spPr>
        <p:txBody>
          <a:bodyPr wrap="square" lIns="0" tIns="0" rIns="0" bIns="0" rtlCol="0">
            <a:noAutofit/>
          </a:bodyPr>
          <a:lstStyle/>
          <a:p>
            <a:pPr marL="171450" indent="-171450" algn="l">
              <a:spcAft>
                <a:spcPts val="300"/>
              </a:spcAft>
              <a:buFont typeface="Arial" panose="020B0604020202020204" pitchFamily="34" charset="0"/>
              <a:buChar char="•"/>
            </a:pPr>
            <a:r>
              <a:rPr lang="en-US" sz="1150" i="1">
                <a:latin typeface="Georgia" panose="02040502050405020303" pitchFamily="18" charset="0"/>
              </a:rPr>
              <a:t>When a new Periodic Task List is created, key information such as Key Date, Posting Period ad Fiscal Year values are inputted.</a:t>
            </a:r>
          </a:p>
          <a:p>
            <a:pPr marL="171450" indent="-171450" algn="l">
              <a:spcAft>
                <a:spcPts val="300"/>
              </a:spcAft>
              <a:buFont typeface="Arial" panose="020B0604020202020204" pitchFamily="34" charset="0"/>
              <a:buChar char="•"/>
            </a:pPr>
            <a:r>
              <a:rPr lang="en-US" sz="1150" i="1">
                <a:latin typeface="Georgia" panose="02040502050405020303" pitchFamily="18" charset="0"/>
              </a:rPr>
              <a:t>These values will help to define the values of both Custom Variables and Standard Variables used in the current period in the next step.</a:t>
            </a:r>
          </a:p>
        </p:txBody>
      </p:sp>
      <p:pic>
        <p:nvPicPr>
          <p:cNvPr id="21" name="Graphic 20" descr="Person with idea">
            <a:extLst>
              <a:ext uri="{FF2B5EF4-FFF2-40B4-BE49-F238E27FC236}">
                <a16:creationId xmlns:a16="http://schemas.microsoft.com/office/drawing/2014/main" id="{A259D45A-6F37-465C-9B34-9E5680A1D6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06650" y="4144006"/>
            <a:ext cx="661199" cy="661199"/>
          </a:xfrm>
          <a:prstGeom prst="rect">
            <a:avLst/>
          </a:prstGeom>
          <a:effectLst>
            <a:outerShdw blurRad="50800" dist="38100" dir="5400000" algn="t" rotWithShape="0">
              <a:prstClr val="black">
                <a:alpha val="40000"/>
              </a:prstClr>
            </a:outerShdw>
          </a:effectLst>
        </p:spPr>
      </p:pic>
      <p:sp>
        <p:nvSpPr>
          <p:cNvPr id="16" name="Oval 15">
            <a:extLst>
              <a:ext uri="{FF2B5EF4-FFF2-40B4-BE49-F238E27FC236}">
                <a16:creationId xmlns:a16="http://schemas.microsoft.com/office/drawing/2014/main" id="{91EF4C16-101A-400D-B133-D7E062F37FAD}"/>
              </a:ext>
            </a:extLst>
          </p:cNvPr>
          <p:cNvSpPr/>
          <p:nvPr/>
        </p:nvSpPr>
        <p:spPr>
          <a:xfrm>
            <a:off x="5894325" y="2124729"/>
            <a:ext cx="475624" cy="453459"/>
          </a:xfrm>
          <a:prstGeom prst="ellipse">
            <a:avLst/>
          </a:prstGeom>
          <a:solidFill>
            <a:srgbClr val="33C781"/>
          </a:soli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1</a:t>
            </a:r>
          </a:p>
        </p:txBody>
      </p:sp>
      <p:pic>
        <p:nvPicPr>
          <p:cNvPr id="2" name="Picture 1">
            <a:extLst>
              <a:ext uri="{FF2B5EF4-FFF2-40B4-BE49-F238E27FC236}">
                <a16:creationId xmlns:a16="http://schemas.microsoft.com/office/drawing/2014/main" id="{1771C4EF-65AB-49FE-B17B-D40AAE6206F7}"/>
              </a:ext>
            </a:extLst>
          </p:cNvPr>
          <p:cNvPicPr>
            <a:picLocks noChangeAspect="1"/>
          </p:cNvPicPr>
          <p:nvPr/>
        </p:nvPicPr>
        <p:blipFill>
          <a:blip r:embed="rId6"/>
          <a:stretch>
            <a:fillRect/>
          </a:stretch>
        </p:blipFill>
        <p:spPr>
          <a:xfrm>
            <a:off x="7395345" y="1792609"/>
            <a:ext cx="4414184" cy="1914183"/>
          </a:xfrm>
          <a:prstGeom prst="rect">
            <a:avLst/>
          </a:prstGeom>
        </p:spPr>
      </p:pic>
    </p:spTree>
    <p:extLst>
      <p:ext uri="{BB962C8B-B14F-4D97-AF65-F5344CB8AC3E}">
        <p14:creationId xmlns:p14="http://schemas.microsoft.com/office/powerpoint/2010/main" val="1377410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01CA1BD3-C733-4D99-8687-6039BB04974D}"/>
              </a:ext>
            </a:extLst>
          </p:cNvPr>
          <p:cNvSpPr/>
          <p:nvPr/>
        </p:nvSpPr>
        <p:spPr>
          <a:xfrm>
            <a:off x="7176654" y="1394691"/>
            <a:ext cx="4784749" cy="2309081"/>
          </a:xfrm>
          <a:prstGeom prst="roundRect">
            <a:avLst>
              <a:gd name="adj" fmla="val 4667"/>
            </a:avLst>
          </a:prstGeom>
          <a:solidFill>
            <a:srgbClr val="C3EBE9"/>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FA0537AB-0F92-4D86-B2F2-D19AED4AC5AC}"/>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4" name="Title 3">
            <a:extLst>
              <a:ext uri="{FF2B5EF4-FFF2-40B4-BE49-F238E27FC236}">
                <a16:creationId xmlns:a16="http://schemas.microsoft.com/office/drawing/2014/main" id="{A9208342-8BF6-4997-B78F-85BA64564B8B}"/>
              </a:ext>
            </a:extLst>
          </p:cNvPr>
          <p:cNvSpPr>
            <a:spLocks noGrp="1"/>
          </p:cNvSpPr>
          <p:nvPr>
            <p:ph type="title"/>
          </p:nvPr>
        </p:nvSpPr>
        <p:spPr>
          <a:xfrm>
            <a:off x="1511277" y="210344"/>
            <a:ext cx="9615527" cy="984247"/>
          </a:xfrm>
        </p:spPr>
        <p:txBody>
          <a:bodyPr/>
          <a:lstStyle/>
          <a:p>
            <a:pPr>
              <a:lnSpc>
                <a:spcPct val="100000"/>
              </a:lnSpc>
              <a:spcAft>
                <a:spcPts val="600"/>
              </a:spcAft>
            </a:pPr>
            <a:r>
              <a:rPr lang="en-US"/>
              <a:t>How Are </a:t>
            </a:r>
            <a:r>
              <a:rPr lang="en-US" u="sng"/>
              <a:t>Date/Period/Year</a:t>
            </a:r>
            <a:r>
              <a:rPr lang="en-US"/>
              <a:t> in Variants Defined?</a:t>
            </a:r>
            <a:br>
              <a:rPr lang="en-US"/>
            </a:br>
            <a:r>
              <a:rPr lang="en-US" sz="1800" b="0" i="1">
                <a:solidFill>
                  <a:schemeClr val="bg1">
                    <a:lumMod val="65000"/>
                  </a:schemeClr>
                </a:solidFill>
                <a:latin typeface="Georgia" panose="02040502050405020303" pitchFamily="18" charset="0"/>
              </a:rPr>
              <a:t>2A. Maintain Values for Custom Variables</a:t>
            </a:r>
          </a:p>
        </p:txBody>
      </p:sp>
      <p:sp>
        <p:nvSpPr>
          <p:cNvPr id="7" name="Rectangle: Rounded Corners 6">
            <a:extLst>
              <a:ext uri="{FF2B5EF4-FFF2-40B4-BE49-F238E27FC236}">
                <a16:creationId xmlns:a16="http://schemas.microsoft.com/office/drawing/2014/main" id="{B8BFFF48-2E78-4DE5-A629-FDAE2C9F37A9}"/>
              </a:ext>
            </a:extLst>
          </p:cNvPr>
          <p:cNvSpPr/>
          <p:nvPr/>
        </p:nvSpPr>
        <p:spPr>
          <a:xfrm>
            <a:off x="454744" y="1792609"/>
            <a:ext cx="6421478" cy="287648"/>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dirty="0">
                <a:solidFill>
                  <a:srgbClr val="00B2A9">
                    <a:lumMod val="50000"/>
                  </a:srgbClr>
                </a:solidFill>
                <a:latin typeface="Arial" panose="020B0604020202020204"/>
              </a:rPr>
              <a:t>Basic Data of new task list (centrally maintained by Warsaw)</a:t>
            </a:r>
            <a:endPar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8" name="Rectangle: Rounded Corners 7">
            <a:extLst>
              <a:ext uri="{FF2B5EF4-FFF2-40B4-BE49-F238E27FC236}">
                <a16:creationId xmlns:a16="http://schemas.microsoft.com/office/drawing/2014/main" id="{E7617ADC-BEAF-4584-8036-8E42BA87E0DB}"/>
              </a:ext>
            </a:extLst>
          </p:cNvPr>
          <p:cNvSpPr/>
          <p:nvPr/>
        </p:nvSpPr>
        <p:spPr>
          <a:xfrm>
            <a:off x="8802252" y="1676256"/>
            <a:ext cx="1496849" cy="869850"/>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5B9942EC-EE28-4A16-88A2-858FBAA63592}"/>
              </a:ext>
            </a:extLst>
          </p:cNvPr>
          <p:cNvSpPr/>
          <p:nvPr/>
        </p:nvSpPr>
        <p:spPr>
          <a:xfrm>
            <a:off x="1182255" y="2743120"/>
            <a:ext cx="1440872" cy="17095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6F2C306-6E09-4BFA-8CF0-771BF4D519FF}"/>
              </a:ext>
            </a:extLst>
          </p:cNvPr>
          <p:cNvSpPr/>
          <p:nvPr/>
        </p:nvSpPr>
        <p:spPr>
          <a:xfrm>
            <a:off x="4029239" y="2941700"/>
            <a:ext cx="1440872" cy="17095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9BE01723-BDDF-40B8-BD1E-D3FB404EEAF4}"/>
              </a:ext>
            </a:extLst>
          </p:cNvPr>
          <p:cNvSpPr/>
          <p:nvPr/>
        </p:nvSpPr>
        <p:spPr>
          <a:xfrm>
            <a:off x="1182255" y="3112653"/>
            <a:ext cx="1440872" cy="17095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FD08937-9A91-4D8F-B4AD-59AE0DEA9754}"/>
              </a:ext>
            </a:extLst>
          </p:cNvPr>
          <p:cNvSpPr txBox="1"/>
          <p:nvPr/>
        </p:nvSpPr>
        <p:spPr>
          <a:xfrm>
            <a:off x="7643472" y="4260084"/>
            <a:ext cx="4328780" cy="2136067"/>
          </a:xfrm>
          <a:prstGeom prst="rect">
            <a:avLst/>
          </a:prstGeom>
          <a:noFill/>
        </p:spPr>
        <p:txBody>
          <a:bodyPr wrap="square" lIns="0" tIns="0" rIns="0" bIns="0" rtlCol="0">
            <a:noAutofit/>
          </a:bodyPr>
          <a:lstStyle/>
          <a:p>
            <a:pPr marL="171450" indent="-171450" algn="l">
              <a:spcAft>
                <a:spcPts val="300"/>
              </a:spcAft>
              <a:buFont typeface="Arial" panose="020B0604020202020204" pitchFamily="34" charset="0"/>
              <a:buChar char="•"/>
            </a:pPr>
            <a:r>
              <a:rPr lang="en-US" sz="1150" i="1">
                <a:latin typeface="Georgia" panose="02040502050405020303" pitchFamily="18" charset="0"/>
              </a:rPr>
              <a:t>The values for Custom Variables must be updated manually when a new periodic task list is created. </a:t>
            </a:r>
          </a:p>
        </p:txBody>
      </p:sp>
      <p:pic>
        <p:nvPicPr>
          <p:cNvPr id="21" name="Graphic 20" descr="Person with idea">
            <a:extLst>
              <a:ext uri="{FF2B5EF4-FFF2-40B4-BE49-F238E27FC236}">
                <a16:creationId xmlns:a16="http://schemas.microsoft.com/office/drawing/2014/main" id="{A259D45A-6F37-465C-9B34-9E5680A1D6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7250" y="3849741"/>
            <a:ext cx="661199" cy="661199"/>
          </a:xfrm>
          <a:prstGeom prst="rect">
            <a:avLst/>
          </a:prstGeom>
          <a:effectLst>
            <a:outerShdw blurRad="50800" dist="38100" dir="5400000" algn="t" rotWithShape="0">
              <a:prstClr val="black">
                <a:alpha val="40000"/>
              </a:prstClr>
            </a:outerShdw>
          </a:effectLst>
        </p:spPr>
      </p:pic>
      <p:grpSp>
        <p:nvGrpSpPr>
          <p:cNvPr id="9" name="Group 8">
            <a:extLst>
              <a:ext uri="{FF2B5EF4-FFF2-40B4-BE49-F238E27FC236}">
                <a16:creationId xmlns:a16="http://schemas.microsoft.com/office/drawing/2014/main" id="{099B2F90-8ED2-407C-8009-B5F4138498BB}"/>
              </a:ext>
            </a:extLst>
          </p:cNvPr>
          <p:cNvGrpSpPr/>
          <p:nvPr/>
        </p:nvGrpSpPr>
        <p:grpSpPr>
          <a:xfrm>
            <a:off x="454744" y="2080257"/>
            <a:ext cx="6685206" cy="2543279"/>
            <a:chOff x="445508" y="2331411"/>
            <a:chExt cx="7886411" cy="3095002"/>
          </a:xfrm>
        </p:grpSpPr>
        <p:pic>
          <p:nvPicPr>
            <p:cNvPr id="334850" name="Picture 2" descr="C:\Users\cstwangw\AppData\Local\Temp\SNAGHTML877483.PNG">
              <a:extLst>
                <a:ext uri="{FF2B5EF4-FFF2-40B4-BE49-F238E27FC236}">
                  <a16:creationId xmlns:a16="http://schemas.microsoft.com/office/drawing/2014/main" id="{013E3E82-2130-4BE7-920F-7EE2AE93C4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744" y="2331411"/>
              <a:ext cx="7877175" cy="2714625"/>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B435E37-DA3D-43F2-8345-E82A6D1F8184}"/>
                </a:ext>
              </a:extLst>
            </p:cNvPr>
            <p:cNvPicPr>
              <a:picLocks noChangeAspect="1"/>
            </p:cNvPicPr>
            <p:nvPr/>
          </p:nvPicPr>
          <p:blipFill>
            <a:blip r:embed="rId5"/>
            <a:stretch>
              <a:fillRect/>
            </a:stretch>
          </p:blipFill>
          <p:spPr>
            <a:xfrm>
              <a:off x="445508" y="5064508"/>
              <a:ext cx="7876190" cy="361905"/>
            </a:xfrm>
            <a:prstGeom prst="rect">
              <a:avLst/>
            </a:prstGeom>
            <a:effectLst>
              <a:outerShdw blurRad="50800" dist="38100" dir="10800000" algn="r" rotWithShape="0">
                <a:prstClr val="black">
                  <a:alpha val="40000"/>
                </a:prstClr>
              </a:outerShdw>
            </a:effectLst>
          </p:spPr>
        </p:pic>
      </p:grpSp>
      <p:cxnSp>
        <p:nvCxnSpPr>
          <p:cNvPr id="10" name="Straight Arrow Connector 9">
            <a:extLst>
              <a:ext uri="{FF2B5EF4-FFF2-40B4-BE49-F238E27FC236}">
                <a16:creationId xmlns:a16="http://schemas.microsoft.com/office/drawing/2014/main" id="{7272EDBC-1053-4766-B03C-F7BD94800869}"/>
              </a:ext>
            </a:extLst>
          </p:cNvPr>
          <p:cNvCxnSpPr>
            <a:cxnSpLocks/>
          </p:cNvCxnSpPr>
          <p:nvPr/>
        </p:nvCxnSpPr>
        <p:spPr>
          <a:xfrm flipH="1">
            <a:off x="1311564" y="1995055"/>
            <a:ext cx="7490688" cy="428087"/>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AB8264C3-7945-47AA-8396-D21D188A27FA}"/>
              </a:ext>
            </a:extLst>
          </p:cNvPr>
          <p:cNvSpPr/>
          <p:nvPr/>
        </p:nvSpPr>
        <p:spPr>
          <a:xfrm>
            <a:off x="415479" y="2423142"/>
            <a:ext cx="896085" cy="25513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0DD17C54-2F69-40B3-BF47-BA7B1F9DFAE4}"/>
              </a:ext>
            </a:extLst>
          </p:cNvPr>
          <p:cNvSpPr/>
          <p:nvPr/>
        </p:nvSpPr>
        <p:spPr>
          <a:xfrm>
            <a:off x="5470111" y="2751982"/>
            <a:ext cx="1661175" cy="1846631"/>
          </a:xfrm>
          <a:prstGeom prst="roundRect">
            <a:avLst>
              <a:gd name="adj" fmla="val 3113"/>
            </a:avLst>
          </a:prstGeom>
          <a:no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41DDB24C-15F4-4742-93D7-F04FCDFFAE16}"/>
              </a:ext>
            </a:extLst>
          </p:cNvPr>
          <p:cNvSpPr/>
          <p:nvPr/>
        </p:nvSpPr>
        <p:spPr>
          <a:xfrm>
            <a:off x="680689" y="2751982"/>
            <a:ext cx="4380838" cy="1846632"/>
          </a:xfrm>
          <a:prstGeom prst="roundRect">
            <a:avLst>
              <a:gd name="adj" fmla="val 3113"/>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2BC8823-C67F-4C2A-A96F-22B3083AEEB2}"/>
              </a:ext>
            </a:extLst>
          </p:cNvPr>
          <p:cNvSpPr/>
          <p:nvPr/>
        </p:nvSpPr>
        <p:spPr>
          <a:xfrm>
            <a:off x="462573" y="4983438"/>
            <a:ext cx="4598954" cy="1262038"/>
          </a:xfrm>
          <a:prstGeom prst="rect">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The Name, Description and Type of each Custom Variable are already populated in every task list as per FCC configuration.</a:t>
            </a:r>
          </a:p>
        </p:txBody>
      </p:sp>
      <p:cxnSp>
        <p:nvCxnSpPr>
          <p:cNvPr id="29" name="Connector: Elbow 28">
            <a:extLst>
              <a:ext uri="{FF2B5EF4-FFF2-40B4-BE49-F238E27FC236}">
                <a16:creationId xmlns:a16="http://schemas.microsoft.com/office/drawing/2014/main" id="{52114E6D-39DE-43CD-BCDB-2FD1260B5D2B}"/>
              </a:ext>
            </a:extLst>
          </p:cNvPr>
          <p:cNvCxnSpPr>
            <a:cxnSpLocks/>
            <a:stCxn id="26" idx="2"/>
            <a:endCxn id="28" idx="0"/>
          </p:cNvCxnSpPr>
          <p:nvPr/>
        </p:nvCxnSpPr>
        <p:spPr>
          <a:xfrm rot="5400000">
            <a:off x="2624167" y="4736497"/>
            <a:ext cx="384824" cy="109058"/>
          </a:xfrm>
          <a:prstGeom prst="bentConnector3">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617DD61-4E3E-4338-BB4C-AE6E328BD926}"/>
              </a:ext>
            </a:extLst>
          </p:cNvPr>
          <p:cNvSpPr/>
          <p:nvPr/>
        </p:nvSpPr>
        <p:spPr>
          <a:xfrm>
            <a:off x="5453053" y="4997903"/>
            <a:ext cx="4598954" cy="1262038"/>
          </a:xfrm>
          <a:prstGeom prst="rect">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indent="-72000">
              <a:buFont typeface="Arial" panose="020B0604020202020204" pitchFamily="34" charset="0"/>
              <a:buChar char="•"/>
            </a:pPr>
            <a:r>
              <a:rPr lang="en-US" sz="1200" dirty="0">
                <a:solidFill>
                  <a:schemeClr val="tx1"/>
                </a:solidFill>
                <a:latin typeface="Calibri" panose="020F0502020204030204" pitchFamily="34" charset="0"/>
                <a:cs typeface="Calibri" panose="020F0502020204030204" pitchFamily="34" charset="0"/>
              </a:rPr>
              <a:t>The Values of each Custom Variable will need to be inputted by the user. This is normally done by GBS Warsaw who creates new periodic task lists.</a:t>
            </a:r>
          </a:p>
          <a:p>
            <a:pPr marL="72000" indent="-72000">
              <a:buFont typeface="Arial" panose="020B0604020202020204" pitchFamily="34" charset="0"/>
              <a:buChar char="•"/>
            </a:pPr>
            <a:r>
              <a:rPr lang="en-US" sz="1200" dirty="0">
                <a:solidFill>
                  <a:schemeClr val="tx1"/>
                </a:solidFill>
                <a:latin typeface="Calibri" panose="020F0502020204030204" pitchFamily="34" charset="0"/>
                <a:cs typeface="Calibri" panose="020F0502020204030204" pitchFamily="34" charset="0"/>
              </a:rPr>
              <a:t>These dates/periods/years are extremely important as they  determine the various dates/periods/years that will be used in the variants of FCC tasks when the system executes those tasks as per FCC scheduling.</a:t>
            </a:r>
          </a:p>
        </p:txBody>
      </p:sp>
      <p:cxnSp>
        <p:nvCxnSpPr>
          <p:cNvPr id="35" name="Connector: Elbow 34">
            <a:extLst>
              <a:ext uri="{FF2B5EF4-FFF2-40B4-BE49-F238E27FC236}">
                <a16:creationId xmlns:a16="http://schemas.microsoft.com/office/drawing/2014/main" id="{3F989857-0B5C-4F6A-9E72-8A307268BA01}"/>
              </a:ext>
            </a:extLst>
          </p:cNvPr>
          <p:cNvCxnSpPr>
            <a:cxnSpLocks/>
            <a:stCxn id="25" idx="2"/>
            <a:endCxn id="34" idx="0"/>
          </p:cNvCxnSpPr>
          <p:nvPr/>
        </p:nvCxnSpPr>
        <p:spPr>
          <a:xfrm rot="16200000" flipH="1">
            <a:off x="6826969" y="4072342"/>
            <a:ext cx="399290" cy="1451831"/>
          </a:xfrm>
          <a:prstGeom prst="bentConnector3">
            <a:avLst/>
          </a:prstGeom>
          <a:ln w="95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CA1C74E2-1ACD-44C3-9978-5C4C7F0D5EF7}"/>
              </a:ext>
            </a:extLst>
          </p:cNvPr>
          <p:cNvSpPr/>
          <p:nvPr/>
        </p:nvSpPr>
        <p:spPr>
          <a:xfrm>
            <a:off x="5470111" y="2196412"/>
            <a:ext cx="475624" cy="453459"/>
          </a:xfrm>
          <a:prstGeom prst="ellipse">
            <a:avLst/>
          </a:prstGeom>
          <a:solidFill>
            <a:srgbClr val="33C781"/>
          </a:soli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2A</a:t>
            </a:r>
          </a:p>
        </p:txBody>
      </p:sp>
      <p:sp>
        <p:nvSpPr>
          <p:cNvPr id="32" name="Rectangle 31">
            <a:extLst>
              <a:ext uri="{FF2B5EF4-FFF2-40B4-BE49-F238E27FC236}">
                <a16:creationId xmlns:a16="http://schemas.microsoft.com/office/drawing/2014/main" id="{84BAB3AA-DB97-44F6-8BF8-53F3697A95C3}"/>
              </a:ext>
            </a:extLst>
          </p:cNvPr>
          <p:cNvSpPr/>
          <p:nvPr/>
        </p:nvSpPr>
        <p:spPr>
          <a:xfrm>
            <a:off x="8414564" y="1399257"/>
            <a:ext cx="3590855" cy="276999"/>
          </a:xfrm>
          <a:prstGeom prst="rect">
            <a:avLst/>
          </a:prstGeom>
        </p:spPr>
        <p:txBody>
          <a:bodyPr wrap="none">
            <a:spAutoFit/>
          </a:bodyPr>
          <a:lstStyle/>
          <a:p>
            <a:r>
              <a:rPr lang="en-US" sz="1200" b="1"/>
              <a:t>How Are </a:t>
            </a:r>
            <a:r>
              <a:rPr lang="en-US" sz="1200" b="1" u="sng"/>
              <a:t>Date/Period/Year</a:t>
            </a:r>
            <a:r>
              <a:rPr lang="en-US" sz="1200" b="1"/>
              <a:t> in Variants Defined?</a:t>
            </a:r>
          </a:p>
        </p:txBody>
      </p:sp>
      <p:pic>
        <p:nvPicPr>
          <p:cNvPr id="33" name="Picture 32">
            <a:extLst>
              <a:ext uri="{FF2B5EF4-FFF2-40B4-BE49-F238E27FC236}">
                <a16:creationId xmlns:a16="http://schemas.microsoft.com/office/drawing/2014/main" id="{2233978E-12B9-470C-91B4-4CA9EB8F8FAE}"/>
              </a:ext>
            </a:extLst>
          </p:cNvPr>
          <p:cNvPicPr>
            <a:picLocks noChangeAspect="1"/>
          </p:cNvPicPr>
          <p:nvPr/>
        </p:nvPicPr>
        <p:blipFill>
          <a:blip r:embed="rId6"/>
          <a:stretch>
            <a:fillRect/>
          </a:stretch>
        </p:blipFill>
        <p:spPr>
          <a:xfrm>
            <a:off x="7395345" y="1792609"/>
            <a:ext cx="4414184" cy="1914183"/>
          </a:xfrm>
          <a:prstGeom prst="rect">
            <a:avLst/>
          </a:prstGeom>
        </p:spPr>
      </p:pic>
    </p:spTree>
    <p:extLst>
      <p:ext uri="{BB962C8B-B14F-4D97-AF65-F5344CB8AC3E}">
        <p14:creationId xmlns:p14="http://schemas.microsoft.com/office/powerpoint/2010/main" val="836586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5874" name="Picture 2" descr="C:\Users\cstwangw\AppData\Local\Temp\SNAGHTML95c752.PNG">
            <a:extLst>
              <a:ext uri="{FF2B5EF4-FFF2-40B4-BE49-F238E27FC236}">
                <a16:creationId xmlns:a16="http://schemas.microsoft.com/office/drawing/2014/main" id="{C82690B0-7B47-4A52-A747-0CDCA33D1AA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80216" y="2187643"/>
            <a:ext cx="6593331" cy="2410968"/>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FA0537AB-0F92-4D86-B2F2-D19AED4AC5AC}"/>
              </a:ext>
            </a:extLst>
          </p:cNvPr>
          <p:cNvSpPr>
            <a:spLocks noGrp="1"/>
          </p:cNvSpPr>
          <p:nvPr>
            <p:ph type="sldNum" sz="quarter" idx="12"/>
          </p:nvPr>
        </p:nvSpPr>
        <p:spPr/>
        <p:txBody>
          <a:bodyPr/>
          <a:lstStyle/>
          <a:p>
            <a:fld id="{F4C94289-3309-4C35-850A-56FD49B3E346}" type="slidenum">
              <a:rPr lang="en-GB" smtClean="0"/>
              <a:t>8</a:t>
            </a:fld>
            <a:endParaRPr lang="en-GB"/>
          </a:p>
        </p:txBody>
      </p:sp>
      <p:sp>
        <p:nvSpPr>
          <p:cNvPr id="4" name="Title 3">
            <a:extLst>
              <a:ext uri="{FF2B5EF4-FFF2-40B4-BE49-F238E27FC236}">
                <a16:creationId xmlns:a16="http://schemas.microsoft.com/office/drawing/2014/main" id="{A9208342-8BF6-4997-B78F-85BA64564B8B}"/>
              </a:ext>
            </a:extLst>
          </p:cNvPr>
          <p:cNvSpPr>
            <a:spLocks noGrp="1"/>
          </p:cNvSpPr>
          <p:nvPr>
            <p:ph type="title"/>
          </p:nvPr>
        </p:nvSpPr>
        <p:spPr>
          <a:xfrm>
            <a:off x="1511277" y="210344"/>
            <a:ext cx="9625152" cy="984247"/>
          </a:xfrm>
        </p:spPr>
        <p:txBody>
          <a:bodyPr/>
          <a:lstStyle/>
          <a:p>
            <a:pPr>
              <a:lnSpc>
                <a:spcPct val="100000"/>
              </a:lnSpc>
              <a:spcAft>
                <a:spcPts val="600"/>
              </a:spcAft>
            </a:pPr>
            <a:r>
              <a:rPr lang="en-US"/>
              <a:t>How Are </a:t>
            </a:r>
            <a:r>
              <a:rPr lang="en-US" u="sng"/>
              <a:t>Date/Period/Year</a:t>
            </a:r>
            <a:r>
              <a:rPr lang="en-US"/>
              <a:t> in Variants Defined?</a:t>
            </a:r>
            <a:br>
              <a:rPr lang="en-US"/>
            </a:br>
            <a:r>
              <a:rPr lang="en-US" sz="1800" b="0" i="1">
                <a:solidFill>
                  <a:schemeClr val="bg1">
                    <a:lumMod val="65000"/>
                  </a:schemeClr>
                </a:solidFill>
                <a:latin typeface="Georgia" panose="02040502050405020303" pitchFamily="18" charset="0"/>
              </a:rPr>
              <a:t>2B. Values of Standard Variables auto-populated</a:t>
            </a:r>
            <a:endParaRPr lang="en-US"/>
          </a:p>
        </p:txBody>
      </p:sp>
      <p:sp>
        <p:nvSpPr>
          <p:cNvPr id="7" name="Rectangle: Rounded Corners 6">
            <a:extLst>
              <a:ext uri="{FF2B5EF4-FFF2-40B4-BE49-F238E27FC236}">
                <a16:creationId xmlns:a16="http://schemas.microsoft.com/office/drawing/2014/main" id="{B8BFFF48-2E78-4DE5-A629-FDAE2C9F37A9}"/>
              </a:ext>
            </a:extLst>
          </p:cNvPr>
          <p:cNvSpPr/>
          <p:nvPr/>
        </p:nvSpPr>
        <p:spPr>
          <a:xfrm>
            <a:off x="454744" y="1792609"/>
            <a:ext cx="6421478" cy="287648"/>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dirty="0">
                <a:solidFill>
                  <a:srgbClr val="00B2A9">
                    <a:lumMod val="50000"/>
                  </a:srgbClr>
                </a:solidFill>
                <a:latin typeface="Arial" panose="020B0604020202020204"/>
              </a:rPr>
              <a:t>Basic Data of new task list (centrally maintained by Warsaw)</a:t>
            </a:r>
            <a:endPar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AB8264C3-7945-47AA-8396-D21D188A27FA}"/>
              </a:ext>
            </a:extLst>
          </p:cNvPr>
          <p:cNvSpPr/>
          <p:nvPr/>
        </p:nvSpPr>
        <p:spPr>
          <a:xfrm>
            <a:off x="1363297" y="2612024"/>
            <a:ext cx="896085" cy="25513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41DDB24C-15F4-4742-93D7-F04FCDFFAE16}"/>
              </a:ext>
            </a:extLst>
          </p:cNvPr>
          <p:cNvSpPr/>
          <p:nvPr/>
        </p:nvSpPr>
        <p:spPr>
          <a:xfrm>
            <a:off x="1187531" y="3017800"/>
            <a:ext cx="3360997" cy="1580814"/>
          </a:xfrm>
          <a:prstGeom prst="roundRect">
            <a:avLst>
              <a:gd name="adj" fmla="val 3113"/>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2BC8823-C67F-4C2A-A96F-22B3083AEEB2}"/>
              </a:ext>
            </a:extLst>
          </p:cNvPr>
          <p:cNvSpPr/>
          <p:nvPr/>
        </p:nvSpPr>
        <p:spPr>
          <a:xfrm>
            <a:off x="462573" y="4983438"/>
            <a:ext cx="4598954" cy="1262038"/>
          </a:xfrm>
          <a:prstGeom prst="rect">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When a new periodic task list is created, the Name and Description of each Standard Variable are already populated in every task list as per FCC configuration.</a:t>
            </a:r>
          </a:p>
        </p:txBody>
      </p:sp>
      <p:cxnSp>
        <p:nvCxnSpPr>
          <p:cNvPr id="29" name="Connector: Elbow 28">
            <a:extLst>
              <a:ext uri="{FF2B5EF4-FFF2-40B4-BE49-F238E27FC236}">
                <a16:creationId xmlns:a16="http://schemas.microsoft.com/office/drawing/2014/main" id="{52114E6D-39DE-43CD-BCDB-2FD1260B5D2B}"/>
              </a:ext>
            </a:extLst>
          </p:cNvPr>
          <p:cNvCxnSpPr>
            <a:cxnSpLocks/>
            <a:stCxn id="26" idx="2"/>
            <a:endCxn id="28" idx="0"/>
          </p:cNvCxnSpPr>
          <p:nvPr/>
        </p:nvCxnSpPr>
        <p:spPr>
          <a:xfrm rot="5400000">
            <a:off x="2622628" y="4738036"/>
            <a:ext cx="384824" cy="105980"/>
          </a:xfrm>
          <a:prstGeom prst="bentConnector3">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617DD61-4E3E-4338-BB4C-AE6E328BD926}"/>
              </a:ext>
            </a:extLst>
          </p:cNvPr>
          <p:cNvSpPr/>
          <p:nvPr/>
        </p:nvSpPr>
        <p:spPr>
          <a:xfrm>
            <a:off x="5453053" y="4997903"/>
            <a:ext cx="4598954" cy="1262038"/>
          </a:xfrm>
          <a:prstGeom prst="rect">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indent="-72000">
              <a:buFont typeface="Arial" panose="020B0604020202020204" pitchFamily="34" charset="0"/>
              <a:buChar char="•"/>
            </a:pPr>
            <a:r>
              <a:rPr lang="en-US" sz="1200">
                <a:solidFill>
                  <a:schemeClr val="tx1"/>
                </a:solidFill>
                <a:latin typeface="Calibri" panose="020F0502020204030204" pitchFamily="34" charset="0"/>
                <a:cs typeface="Calibri" panose="020F0502020204030204" pitchFamily="34" charset="0"/>
              </a:rPr>
              <a:t>The Values are automatically populated based on the Key Date, Fiscal Year and Period information maintained in the task list when a newly created periodic task list is saved.</a:t>
            </a:r>
          </a:p>
        </p:txBody>
      </p:sp>
      <p:cxnSp>
        <p:nvCxnSpPr>
          <p:cNvPr id="35" name="Connector: Elbow 34">
            <a:extLst>
              <a:ext uri="{FF2B5EF4-FFF2-40B4-BE49-F238E27FC236}">
                <a16:creationId xmlns:a16="http://schemas.microsoft.com/office/drawing/2014/main" id="{3F989857-0B5C-4F6A-9E72-8A307268BA01}"/>
              </a:ext>
            </a:extLst>
          </p:cNvPr>
          <p:cNvCxnSpPr>
            <a:cxnSpLocks/>
            <a:stCxn id="32" idx="2"/>
            <a:endCxn id="34" idx="0"/>
          </p:cNvCxnSpPr>
          <p:nvPr/>
        </p:nvCxnSpPr>
        <p:spPr>
          <a:xfrm rot="16200000" flipH="1">
            <a:off x="6378050" y="3623423"/>
            <a:ext cx="402026" cy="2346934"/>
          </a:xfrm>
          <a:prstGeom prst="bentConnector3">
            <a:avLst/>
          </a:prstGeom>
          <a:ln w="95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BECDE636-FCBA-4A20-ABF8-F20630745B40}"/>
              </a:ext>
            </a:extLst>
          </p:cNvPr>
          <p:cNvSpPr/>
          <p:nvPr/>
        </p:nvSpPr>
        <p:spPr>
          <a:xfrm>
            <a:off x="4715191" y="3015062"/>
            <a:ext cx="1380810" cy="1580815"/>
          </a:xfrm>
          <a:prstGeom prst="roundRect">
            <a:avLst>
              <a:gd name="adj" fmla="val 3113"/>
            </a:avLst>
          </a:prstGeom>
          <a:no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8449398-7D3E-466D-8582-22791A64E8C3}"/>
              </a:ext>
            </a:extLst>
          </p:cNvPr>
          <p:cNvSpPr/>
          <p:nvPr/>
        </p:nvSpPr>
        <p:spPr>
          <a:xfrm>
            <a:off x="5470111" y="2196412"/>
            <a:ext cx="475624" cy="453459"/>
          </a:xfrm>
          <a:prstGeom prst="ellipse">
            <a:avLst/>
          </a:prstGeom>
          <a:solidFill>
            <a:srgbClr val="33C781"/>
          </a:soli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2B</a:t>
            </a:r>
          </a:p>
        </p:txBody>
      </p:sp>
      <p:sp>
        <p:nvSpPr>
          <p:cNvPr id="20" name="Rectangle: Rounded Corners 19">
            <a:extLst>
              <a:ext uri="{FF2B5EF4-FFF2-40B4-BE49-F238E27FC236}">
                <a16:creationId xmlns:a16="http://schemas.microsoft.com/office/drawing/2014/main" id="{D561CA69-A37B-4E84-8231-2D285663C4C8}"/>
              </a:ext>
            </a:extLst>
          </p:cNvPr>
          <p:cNvSpPr/>
          <p:nvPr/>
        </p:nvSpPr>
        <p:spPr>
          <a:xfrm>
            <a:off x="7176654" y="1394691"/>
            <a:ext cx="4784749" cy="2309081"/>
          </a:xfrm>
          <a:prstGeom prst="roundRect">
            <a:avLst>
              <a:gd name="adj" fmla="val 4667"/>
            </a:avLst>
          </a:prstGeom>
          <a:solidFill>
            <a:srgbClr val="C3EBE9"/>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01356C11-5F67-4F58-88E2-AC03007E6D83}"/>
              </a:ext>
            </a:extLst>
          </p:cNvPr>
          <p:cNvSpPr/>
          <p:nvPr/>
        </p:nvSpPr>
        <p:spPr>
          <a:xfrm>
            <a:off x="8851452" y="2831889"/>
            <a:ext cx="1496849" cy="869850"/>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8502EA7-AC4F-4BE5-B7EF-590261B83594}"/>
              </a:ext>
            </a:extLst>
          </p:cNvPr>
          <p:cNvSpPr/>
          <p:nvPr/>
        </p:nvSpPr>
        <p:spPr>
          <a:xfrm>
            <a:off x="8414564" y="1399257"/>
            <a:ext cx="3590855" cy="276999"/>
          </a:xfrm>
          <a:prstGeom prst="rect">
            <a:avLst/>
          </a:prstGeom>
        </p:spPr>
        <p:txBody>
          <a:bodyPr wrap="none">
            <a:spAutoFit/>
          </a:bodyPr>
          <a:lstStyle/>
          <a:p>
            <a:r>
              <a:rPr lang="en-US" sz="1200" b="1"/>
              <a:t>How Are </a:t>
            </a:r>
            <a:r>
              <a:rPr lang="en-US" sz="1200" b="1" u="sng"/>
              <a:t>Date/Period/Year</a:t>
            </a:r>
            <a:r>
              <a:rPr lang="en-US" sz="1200" b="1"/>
              <a:t> in Variants Defined?</a:t>
            </a:r>
          </a:p>
        </p:txBody>
      </p:sp>
      <p:pic>
        <p:nvPicPr>
          <p:cNvPr id="24" name="Picture 23">
            <a:extLst>
              <a:ext uri="{FF2B5EF4-FFF2-40B4-BE49-F238E27FC236}">
                <a16:creationId xmlns:a16="http://schemas.microsoft.com/office/drawing/2014/main" id="{6EE30D35-5DA0-4E6B-8863-204672BD1C5F}"/>
              </a:ext>
            </a:extLst>
          </p:cNvPr>
          <p:cNvPicPr>
            <a:picLocks noChangeAspect="1"/>
          </p:cNvPicPr>
          <p:nvPr/>
        </p:nvPicPr>
        <p:blipFill>
          <a:blip r:embed="rId4"/>
          <a:stretch>
            <a:fillRect/>
          </a:stretch>
        </p:blipFill>
        <p:spPr>
          <a:xfrm>
            <a:off x="7395345" y="1792609"/>
            <a:ext cx="4414184" cy="1914183"/>
          </a:xfrm>
          <a:prstGeom prst="rect">
            <a:avLst/>
          </a:prstGeom>
        </p:spPr>
      </p:pic>
      <p:cxnSp>
        <p:nvCxnSpPr>
          <p:cNvPr id="10" name="Straight Arrow Connector 9">
            <a:extLst>
              <a:ext uri="{FF2B5EF4-FFF2-40B4-BE49-F238E27FC236}">
                <a16:creationId xmlns:a16="http://schemas.microsoft.com/office/drawing/2014/main" id="{7272EDBC-1053-4766-B03C-F7BD94800869}"/>
              </a:ext>
            </a:extLst>
          </p:cNvPr>
          <p:cNvCxnSpPr>
            <a:cxnSpLocks/>
          </p:cNvCxnSpPr>
          <p:nvPr/>
        </p:nvCxnSpPr>
        <p:spPr>
          <a:xfrm flipH="1" flipV="1">
            <a:off x="2347634" y="2761972"/>
            <a:ext cx="6503818" cy="337363"/>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020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CFAA2AA1-24DB-4485-A501-80CD819C5E3D}"/>
              </a:ext>
            </a:extLst>
          </p:cNvPr>
          <p:cNvSpPr/>
          <p:nvPr/>
        </p:nvSpPr>
        <p:spPr>
          <a:xfrm>
            <a:off x="7176654" y="1394691"/>
            <a:ext cx="4784749" cy="2309081"/>
          </a:xfrm>
          <a:prstGeom prst="roundRect">
            <a:avLst>
              <a:gd name="adj" fmla="val 4667"/>
            </a:avLst>
          </a:prstGeom>
          <a:solidFill>
            <a:srgbClr val="C3EBE9"/>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802B7B0D-26C7-452D-A76D-9B98043EED8D}"/>
              </a:ext>
            </a:extLst>
          </p:cNvPr>
          <p:cNvSpPr/>
          <p:nvPr/>
        </p:nvSpPr>
        <p:spPr>
          <a:xfrm>
            <a:off x="8414564" y="1399257"/>
            <a:ext cx="3590855" cy="276999"/>
          </a:xfrm>
          <a:prstGeom prst="rect">
            <a:avLst/>
          </a:prstGeom>
        </p:spPr>
        <p:txBody>
          <a:bodyPr wrap="none">
            <a:spAutoFit/>
          </a:bodyPr>
          <a:lstStyle/>
          <a:p>
            <a:r>
              <a:rPr lang="en-US" sz="1200" b="1"/>
              <a:t>How Are </a:t>
            </a:r>
            <a:r>
              <a:rPr lang="en-US" sz="1200" b="1" u="sng"/>
              <a:t>Date/Period/Year</a:t>
            </a:r>
            <a:r>
              <a:rPr lang="en-US" sz="1200" b="1"/>
              <a:t> in Variants Defined?</a:t>
            </a:r>
          </a:p>
        </p:txBody>
      </p:sp>
      <p:pic>
        <p:nvPicPr>
          <p:cNvPr id="31" name="Picture 30">
            <a:extLst>
              <a:ext uri="{FF2B5EF4-FFF2-40B4-BE49-F238E27FC236}">
                <a16:creationId xmlns:a16="http://schemas.microsoft.com/office/drawing/2014/main" id="{32D46667-0EFC-4921-824C-1914B37DB7FB}"/>
              </a:ext>
            </a:extLst>
          </p:cNvPr>
          <p:cNvPicPr>
            <a:picLocks noChangeAspect="1"/>
          </p:cNvPicPr>
          <p:nvPr/>
        </p:nvPicPr>
        <p:blipFill>
          <a:blip r:embed="rId3"/>
          <a:stretch>
            <a:fillRect/>
          </a:stretch>
        </p:blipFill>
        <p:spPr>
          <a:xfrm>
            <a:off x="7395345" y="1792609"/>
            <a:ext cx="4414184" cy="1914183"/>
          </a:xfrm>
          <a:prstGeom prst="rect">
            <a:avLst/>
          </a:prstGeom>
        </p:spPr>
      </p:pic>
      <p:sp>
        <p:nvSpPr>
          <p:cNvPr id="3" name="Slide Number Placeholder 2">
            <a:extLst>
              <a:ext uri="{FF2B5EF4-FFF2-40B4-BE49-F238E27FC236}">
                <a16:creationId xmlns:a16="http://schemas.microsoft.com/office/drawing/2014/main" id="{FA0537AB-0F92-4D86-B2F2-D19AED4AC5AC}"/>
              </a:ext>
            </a:extLst>
          </p:cNvPr>
          <p:cNvSpPr>
            <a:spLocks noGrp="1"/>
          </p:cNvSpPr>
          <p:nvPr>
            <p:ph type="sldNum" sz="quarter" idx="12"/>
          </p:nvPr>
        </p:nvSpPr>
        <p:spPr/>
        <p:txBody>
          <a:bodyPr/>
          <a:lstStyle/>
          <a:p>
            <a:fld id="{F4C94289-3309-4C35-850A-56FD49B3E346}" type="slidenum">
              <a:rPr lang="en-GB" smtClean="0"/>
              <a:t>9</a:t>
            </a:fld>
            <a:endParaRPr lang="en-GB"/>
          </a:p>
        </p:txBody>
      </p:sp>
      <p:sp>
        <p:nvSpPr>
          <p:cNvPr id="4" name="Title 3">
            <a:extLst>
              <a:ext uri="{FF2B5EF4-FFF2-40B4-BE49-F238E27FC236}">
                <a16:creationId xmlns:a16="http://schemas.microsoft.com/office/drawing/2014/main" id="{A9208342-8BF6-4997-B78F-85BA64564B8B}"/>
              </a:ext>
            </a:extLst>
          </p:cNvPr>
          <p:cNvSpPr>
            <a:spLocks noGrp="1"/>
          </p:cNvSpPr>
          <p:nvPr>
            <p:ph type="title"/>
          </p:nvPr>
        </p:nvSpPr>
        <p:spPr>
          <a:xfrm>
            <a:off x="1511277" y="210344"/>
            <a:ext cx="9888887" cy="984247"/>
          </a:xfrm>
        </p:spPr>
        <p:txBody>
          <a:bodyPr/>
          <a:lstStyle/>
          <a:p>
            <a:pPr>
              <a:lnSpc>
                <a:spcPct val="100000"/>
              </a:lnSpc>
              <a:spcBef>
                <a:spcPts val="600"/>
              </a:spcBef>
            </a:pPr>
            <a:r>
              <a:rPr lang="en-US"/>
              <a:t>How Are </a:t>
            </a:r>
            <a:r>
              <a:rPr lang="en-US" u="sng"/>
              <a:t>Date/Period/Year</a:t>
            </a:r>
            <a:r>
              <a:rPr lang="en-US"/>
              <a:t> in Variants Defined?</a:t>
            </a:r>
            <a:br>
              <a:rPr lang="en-US"/>
            </a:br>
            <a:r>
              <a:rPr lang="en-US" sz="1800" b="0" i="1">
                <a:solidFill>
                  <a:schemeClr val="bg1">
                    <a:lumMod val="65000"/>
                  </a:schemeClr>
                </a:solidFill>
                <a:latin typeface="Georgia" panose="02040502050405020303" pitchFamily="18" charset="0"/>
              </a:rPr>
              <a:t>3. Date/Year in FCC task variants auto-populated</a:t>
            </a:r>
            <a:endParaRPr lang="en-US" sz="1800"/>
          </a:p>
        </p:txBody>
      </p:sp>
      <p:sp>
        <p:nvSpPr>
          <p:cNvPr id="8" name="Rectangle: Rounded Corners 7">
            <a:extLst>
              <a:ext uri="{FF2B5EF4-FFF2-40B4-BE49-F238E27FC236}">
                <a16:creationId xmlns:a16="http://schemas.microsoft.com/office/drawing/2014/main" id="{E7617ADC-BEAF-4584-8036-8E42BA87E0DB}"/>
              </a:ext>
            </a:extLst>
          </p:cNvPr>
          <p:cNvSpPr/>
          <p:nvPr/>
        </p:nvSpPr>
        <p:spPr>
          <a:xfrm>
            <a:off x="10464554" y="2195310"/>
            <a:ext cx="1496849" cy="869850"/>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0CA3D708-A898-46B8-B686-F8C755E8E39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8411" y="1948291"/>
            <a:ext cx="7026216" cy="1974016"/>
          </a:xfrm>
          <a:prstGeom prst="rect">
            <a:avLst/>
          </a:prstGeom>
          <a:effectLst>
            <a:outerShdw blurRad="50800" dist="38100" dir="2700000" algn="tl" rotWithShape="0">
              <a:prstClr val="black">
                <a:alpha val="40000"/>
              </a:prstClr>
            </a:outerShdw>
          </a:effectLst>
        </p:spPr>
      </p:pic>
      <p:sp>
        <p:nvSpPr>
          <p:cNvPr id="7" name="Rectangle: Rounded Corners 6">
            <a:extLst>
              <a:ext uri="{FF2B5EF4-FFF2-40B4-BE49-F238E27FC236}">
                <a16:creationId xmlns:a16="http://schemas.microsoft.com/office/drawing/2014/main" id="{B8BFFF48-2E78-4DE5-A629-FDAE2C9F37A9}"/>
              </a:ext>
            </a:extLst>
          </p:cNvPr>
          <p:cNvSpPr/>
          <p:nvPr/>
        </p:nvSpPr>
        <p:spPr>
          <a:xfrm>
            <a:off x="18411" y="1615549"/>
            <a:ext cx="7026216" cy="308406"/>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a:solidFill>
                  <a:srgbClr val="00B2A9">
                    <a:lumMod val="50000"/>
                  </a:srgbClr>
                </a:solidFill>
                <a:latin typeface="Arial" panose="020B0604020202020204"/>
              </a:rPr>
              <a:t>FCLOCO: FCC Task List -&gt; select a task that uses a variant, e.g. F.13. Then click on the variant to see details.</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0AFB624A-E67A-434E-9877-33594E5B0618}"/>
              </a:ext>
            </a:extLst>
          </p:cNvPr>
          <p:cNvSpPr/>
          <p:nvPr/>
        </p:nvSpPr>
        <p:spPr>
          <a:xfrm>
            <a:off x="6452534" y="3757070"/>
            <a:ext cx="592094" cy="165237"/>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FC88A7C9-077E-4821-92D4-ACEB9CF05CBE}"/>
              </a:ext>
            </a:extLst>
          </p:cNvPr>
          <p:cNvGrpSpPr/>
          <p:nvPr/>
        </p:nvGrpSpPr>
        <p:grpSpPr>
          <a:xfrm>
            <a:off x="368879" y="4146553"/>
            <a:ext cx="4920995" cy="2321100"/>
            <a:chOff x="6280166" y="4081901"/>
            <a:chExt cx="4920995" cy="2321100"/>
          </a:xfrm>
        </p:grpSpPr>
        <p:pic>
          <p:nvPicPr>
            <p:cNvPr id="6" name="Picture 5">
              <a:extLst>
                <a:ext uri="{FF2B5EF4-FFF2-40B4-BE49-F238E27FC236}">
                  <a16:creationId xmlns:a16="http://schemas.microsoft.com/office/drawing/2014/main" id="{40839685-68B9-4092-81C9-04194056EBEA}"/>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6280166" y="4081901"/>
              <a:ext cx="4920995" cy="2321100"/>
            </a:xfrm>
            <a:prstGeom prst="rect">
              <a:avLst/>
            </a:prstGeom>
            <a:effectLst>
              <a:outerShdw blurRad="50800" dist="38100" dir="13500000" algn="br" rotWithShape="0">
                <a:prstClr val="black">
                  <a:alpha val="40000"/>
                </a:prstClr>
              </a:outerShdw>
            </a:effectLst>
          </p:spPr>
        </p:pic>
        <p:sp>
          <p:nvSpPr>
            <p:cNvPr id="21" name="Rectangle: Rounded Corners 20">
              <a:extLst>
                <a:ext uri="{FF2B5EF4-FFF2-40B4-BE49-F238E27FC236}">
                  <a16:creationId xmlns:a16="http://schemas.microsoft.com/office/drawing/2014/main" id="{D8854C08-28CF-40EA-BFA1-8D3763FA35EF}"/>
                </a:ext>
              </a:extLst>
            </p:cNvPr>
            <p:cNvSpPr/>
            <p:nvPr/>
          </p:nvSpPr>
          <p:spPr>
            <a:xfrm>
              <a:off x="9169587" y="4165584"/>
              <a:ext cx="713321" cy="175507"/>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44A1E95-E4CF-49A5-BA55-3E8B77EEA3B9}"/>
                </a:ext>
              </a:extLst>
            </p:cNvPr>
            <p:cNvSpPr/>
            <p:nvPr/>
          </p:nvSpPr>
          <p:spPr>
            <a:xfrm>
              <a:off x="6948242" y="5611075"/>
              <a:ext cx="3913722" cy="175507"/>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AB4D5F9E-A9C9-48A8-A278-914C476BFC15}"/>
                </a:ext>
              </a:extLst>
            </p:cNvPr>
            <p:cNvSpPr/>
            <p:nvPr/>
          </p:nvSpPr>
          <p:spPr>
            <a:xfrm>
              <a:off x="6948242" y="6209767"/>
              <a:ext cx="3913722" cy="175507"/>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TextBox 35">
            <a:extLst>
              <a:ext uri="{FF2B5EF4-FFF2-40B4-BE49-F238E27FC236}">
                <a16:creationId xmlns:a16="http://schemas.microsoft.com/office/drawing/2014/main" id="{049E4275-793B-49AB-853E-D037C8AB10BD}"/>
              </a:ext>
            </a:extLst>
          </p:cNvPr>
          <p:cNvSpPr txBox="1"/>
          <p:nvPr/>
        </p:nvSpPr>
        <p:spPr>
          <a:xfrm>
            <a:off x="5967678" y="4820641"/>
            <a:ext cx="5577777" cy="1596115"/>
          </a:xfrm>
          <a:prstGeom prst="rect">
            <a:avLst/>
          </a:prstGeom>
          <a:noFill/>
        </p:spPr>
        <p:txBody>
          <a:bodyPr wrap="square" lIns="0" tIns="0" rIns="0" bIns="0" rtlCol="0">
            <a:noAutofit/>
          </a:bodyPr>
          <a:lstStyle/>
          <a:p>
            <a:pPr marL="171450" indent="-171450" algn="l">
              <a:spcAft>
                <a:spcPts val="300"/>
              </a:spcAft>
              <a:buFont typeface="Arial" panose="020B0604020202020204" pitchFamily="34" charset="0"/>
              <a:buChar char="•"/>
            </a:pPr>
            <a:r>
              <a:rPr lang="en-US" sz="1150" i="1">
                <a:latin typeface="Georgia" panose="02040502050405020303" pitchFamily="18" charset="0"/>
              </a:rPr>
              <a:t>As demonstrated earlier, once the Custom Variables and Standard Variables have their values updated within a FCC Task List, all the variants included in the jobs belonging to the specific task list should have the dates/periods/years related values updated.</a:t>
            </a:r>
          </a:p>
          <a:p>
            <a:pPr marL="171450" indent="-171450" algn="l">
              <a:spcAft>
                <a:spcPts val="300"/>
              </a:spcAft>
              <a:buFont typeface="Arial" panose="020B0604020202020204" pitchFamily="34" charset="0"/>
              <a:buChar char="•"/>
            </a:pPr>
            <a:r>
              <a:rPr lang="en-US" sz="1150" i="1">
                <a:latin typeface="Georgia" panose="02040502050405020303" pitchFamily="18" charset="0"/>
              </a:rPr>
              <a:t>This ensures that when executions of the jobs are triggered by FCC scheduling, they will pick up the correct dates/periods/years. </a:t>
            </a:r>
            <a:r>
              <a:rPr lang="en-US" sz="1150" i="1" baseline="30000">
                <a:solidFill>
                  <a:srgbClr val="FF0000"/>
                </a:solidFill>
                <a:latin typeface="Georgia" panose="02040502050405020303" pitchFamily="18" charset="0"/>
              </a:rPr>
              <a:t>1)</a:t>
            </a:r>
          </a:p>
          <a:p>
            <a:pPr marL="171450" indent="-171450" algn="l">
              <a:spcAft>
                <a:spcPts val="300"/>
              </a:spcAft>
              <a:buFont typeface="Arial" panose="020B0604020202020204" pitchFamily="34" charset="0"/>
              <a:buChar char="•"/>
            </a:pPr>
            <a:r>
              <a:rPr lang="en-US" sz="1150" i="1">
                <a:latin typeface="Georgia" panose="02040502050405020303" pitchFamily="18" charset="0"/>
              </a:rPr>
              <a:t>However</a:t>
            </a:r>
            <a:r>
              <a:rPr lang="en-US" sz="1150" b="1" i="1">
                <a:latin typeface="Georgia" panose="02040502050405020303" pitchFamily="18" charset="0"/>
              </a:rPr>
              <a:t>, if you manually execute a transaction using the same variant, you may not always get the correct dates/periods/years</a:t>
            </a:r>
            <a:r>
              <a:rPr lang="en-US" sz="1150" i="1">
                <a:latin typeface="Georgia" panose="02040502050405020303" pitchFamily="18" charset="0"/>
              </a:rPr>
              <a:t>. Please see next slide.</a:t>
            </a:r>
          </a:p>
        </p:txBody>
      </p:sp>
      <p:pic>
        <p:nvPicPr>
          <p:cNvPr id="37" name="Graphic 36" descr="Person with idea">
            <a:extLst>
              <a:ext uri="{FF2B5EF4-FFF2-40B4-BE49-F238E27FC236}">
                <a16:creationId xmlns:a16="http://schemas.microsoft.com/office/drawing/2014/main" id="{1342BDBA-E20F-4B77-BB89-4778EC1EF9F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34801" y="4405743"/>
            <a:ext cx="661199" cy="661199"/>
          </a:xfrm>
          <a:prstGeom prst="rect">
            <a:avLst/>
          </a:prstGeom>
          <a:effectLst>
            <a:outerShdw blurRad="50800" dist="38100" dir="5400000" algn="t" rotWithShape="0">
              <a:prstClr val="black">
                <a:alpha val="40000"/>
              </a:prstClr>
            </a:outerShdw>
          </a:effectLst>
        </p:spPr>
      </p:pic>
      <p:cxnSp>
        <p:nvCxnSpPr>
          <p:cNvPr id="27" name="Connector: Elbow 26">
            <a:extLst>
              <a:ext uri="{FF2B5EF4-FFF2-40B4-BE49-F238E27FC236}">
                <a16:creationId xmlns:a16="http://schemas.microsoft.com/office/drawing/2014/main" id="{6920DBEF-255F-450B-9751-73C8C313F44C}"/>
              </a:ext>
            </a:extLst>
          </p:cNvPr>
          <p:cNvCxnSpPr>
            <a:cxnSpLocks/>
            <a:stCxn id="8" idx="1"/>
          </p:cNvCxnSpPr>
          <p:nvPr/>
        </p:nvCxnSpPr>
        <p:spPr>
          <a:xfrm rot="10800000" flipV="1">
            <a:off x="6914900" y="2630235"/>
            <a:ext cx="3549655" cy="441276"/>
          </a:xfrm>
          <a:prstGeom prst="bentConnector3">
            <a:avLst>
              <a:gd name="adj1" fmla="val 50000"/>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20C628B0-4FF3-4DC9-BF38-579CC392020E}"/>
              </a:ext>
            </a:extLst>
          </p:cNvPr>
          <p:cNvCxnSpPr>
            <a:stCxn id="20" idx="2"/>
          </p:cNvCxnSpPr>
          <p:nvPr/>
        </p:nvCxnSpPr>
        <p:spPr>
          <a:xfrm rot="5400000">
            <a:off x="5164564" y="2729364"/>
            <a:ext cx="391075" cy="2776960"/>
          </a:xfrm>
          <a:prstGeom prst="bentConnector2">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8A9F024-8F1A-4069-AA17-583908B22832}"/>
              </a:ext>
            </a:extLst>
          </p:cNvPr>
          <p:cNvSpPr txBox="1"/>
          <p:nvPr/>
        </p:nvSpPr>
        <p:spPr>
          <a:xfrm>
            <a:off x="7237250" y="6456007"/>
            <a:ext cx="4162914" cy="365125"/>
          </a:xfrm>
          <a:prstGeom prst="rect">
            <a:avLst/>
          </a:prstGeom>
          <a:noFill/>
        </p:spPr>
        <p:txBody>
          <a:bodyPr wrap="square" lIns="0" tIns="0" rIns="0" bIns="0" rtlCol="0">
            <a:noAutofit/>
          </a:bodyPr>
          <a:lstStyle/>
          <a:p>
            <a:pPr algn="l"/>
            <a:r>
              <a:rPr lang="en-US" sz="900" i="1" baseline="30000" dirty="0">
                <a:solidFill>
                  <a:srgbClr val="FF0000"/>
                </a:solidFill>
              </a:rPr>
              <a:t>1) </a:t>
            </a:r>
            <a:r>
              <a:rPr lang="en-US" sz="900" i="1" dirty="0"/>
              <a:t>A task list will have to be released first (currently controlled by GBS Warsaw) before any tasks can be scheduled. </a:t>
            </a:r>
          </a:p>
        </p:txBody>
      </p:sp>
      <p:sp>
        <p:nvSpPr>
          <p:cNvPr id="23" name="Oval 22">
            <a:extLst>
              <a:ext uri="{FF2B5EF4-FFF2-40B4-BE49-F238E27FC236}">
                <a16:creationId xmlns:a16="http://schemas.microsoft.com/office/drawing/2014/main" id="{78D84F2D-1226-4CCD-9200-AB0255680858}"/>
              </a:ext>
            </a:extLst>
          </p:cNvPr>
          <p:cNvSpPr/>
          <p:nvPr/>
        </p:nvSpPr>
        <p:spPr>
          <a:xfrm>
            <a:off x="6300895" y="2730927"/>
            <a:ext cx="475624" cy="453459"/>
          </a:xfrm>
          <a:prstGeom prst="ellipse">
            <a:avLst/>
          </a:prstGeom>
          <a:solidFill>
            <a:srgbClr val="33C781"/>
          </a:soli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3</a:t>
            </a:r>
          </a:p>
        </p:txBody>
      </p:sp>
      <p:sp>
        <p:nvSpPr>
          <p:cNvPr id="25" name="Rectangle: Rounded Corners 24">
            <a:extLst>
              <a:ext uri="{FF2B5EF4-FFF2-40B4-BE49-F238E27FC236}">
                <a16:creationId xmlns:a16="http://schemas.microsoft.com/office/drawing/2014/main" id="{572EFC92-72C4-4084-9B7A-C36CF4C6AB92}"/>
              </a:ext>
            </a:extLst>
          </p:cNvPr>
          <p:cNvSpPr/>
          <p:nvPr/>
        </p:nvSpPr>
        <p:spPr>
          <a:xfrm>
            <a:off x="1853639" y="2238323"/>
            <a:ext cx="4922879" cy="192891"/>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BE6DDB70-228F-4869-A4C8-CE8651EE67E1}"/>
              </a:ext>
            </a:extLst>
          </p:cNvPr>
          <p:cNvSpPr/>
          <p:nvPr/>
        </p:nvSpPr>
        <p:spPr>
          <a:xfrm>
            <a:off x="27798" y="2508683"/>
            <a:ext cx="1281049" cy="153836"/>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9317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ED4305-3E43-471B-9A7B-4880F08341EE}"/>
              </a:ext>
            </a:extLst>
          </p:cNvPr>
          <p:cNvSpPr>
            <a:spLocks noGrp="1"/>
          </p:cNvSpPr>
          <p:nvPr>
            <p:ph type="title"/>
          </p:nvPr>
        </p:nvSpPr>
        <p:spPr>
          <a:xfrm>
            <a:off x="1511277" y="210344"/>
            <a:ext cx="9548150" cy="984247"/>
          </a:xfrm>
        </p:spPr>
        <p:txBody>
          <a:bodyPr/>
          <a:lstStyle/>
          <a:p>
            <a:pPr>
              <a:lnSpc>
                <a:spcPct val="100000"/>
              </a:lnSpc>
              <a:spcBef>
                <a:spcPts val="600"/>
              </a:spcBef>
            </a:pPr>
            <a:r>
              <a:rPr lang="en-US"/>
              <a:t>How Are </a:t>
            </a:r>
            <a:r>
              <a:rPr lang="en-US" u="sng"/>
              <a:t>Date/Period/Year</a:t>
            </a:r>
            <a:r>
              <a:rPr lang="en-US"/>
              <a:t> in Variants Defined?</a:t>
            </a:r>
            <a:br>
              <a:rPr lang="en-US"/>
            </a:br>
            <a:r>
              <a:rPr lang="en-US" sz="1800" b="0" i="1">
                <a:solidFill>
                  <a:schemeClr val="bg1">
                    <a:lumMod val="65000"/>
                  </a:schemeClr>
                </a:solidFill>
                <a:latin typeface="Georgia" panose="02040502050405020303" pitchFamily="18" charset="0"/>
              </a:rPr>
              <a:t>When executing the transactions outside of FCC</a:t>
            </a:r>
            <a:endParaRPr lang="en-US" sz="1800"/>
          </a:p>
        </p:txBody>
      </p:sp>
      <p:pic>
        <p:nvPicPr>
          <p:cNvPr id="2" name="Picture 1">
            <a:extLst>
              <a:ext uri="{FF2B5EF4-FFF2-40B4-BE49-F238E27FC236}">
                <a16:creationId xmlns:a16="http://schemas.microsoft.com/office/drawing/2014/main" id="{DACDEE8A-A9D0-4C7C-9762-3ABE0D495E2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444427" y="1372747"/>
            <a:ext cx="4552024" cy="5397508"/>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BFCD9F12-EA0C-466D-8108-317B998403A8}"/>
              </a:ext>
            </a:extLst>
          </p:cNvPr>
          <p:cNvPicPr>
            <a:picLocks noChangeAspect="1"/>
          </p:cNvPicPr>
          <p:nvPr/>
        </p:nvPicPr>
        <p:blipFill>
          <a:blip r:embed="rId4"/>
          <a:stretch>
            <a:fillRect/>
          </a:stretch>
        </p:blipFill>
        <p:spPr>
          <a:xfrm>
            <a:off x="5133518" y="1372747"/>
            <a:ext cx="4389173" cy="3108212"/>
          </a:xfrm>
          <a:prstGeom prst="rect">
            <a:avLst/>
          </a:prstGeom>
          <a:effectLst>
            <a:outerShdw blurRad="50800" dist="38100" dir="2700000" algn="tl" rotWithShape="0">
              <a:prstClr val="black">
                <a:alpha val="40000"/>
              </a:prstClr>
            </a:outerShdw>
          </a:effectLst>
        </p:spPr>
      </p:pic>
      <p:sp>
        <p:nvSpPr>
          <p:cNvPr id="27" name="Rectangle: Rounded Corners 26">
            <a:extLst>
              <a:ext uri="{FF2B5EF4-FFF2-40B4-BE49-F238E27FC236}">
                <a16:creationId xmlns:a16="http://schemas.microsoft.com/office/drawing/2014/main" id="{7DB3F792-EC69-474C-8843-A00460907EF8}"/>
              </a:ext>
            </a:extLst>
          </p:cNvPr>
          <p:cNvSpPr/>
          <p:nvPr/>
        </p:nvSpPr>
        <p:spPr>
          <a:xfrm>
            <a:off x="444427" y="1372746"/>
            <a:ext cx="3739646" cy="436803"/>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a:solidFill>
                  <a:srgbClr val="00B2A9">
                    <a:lumMod val="50000"/>
                  </a:srgbClr>
                </a:solidFill>
                <a:latin typeface="Arial" panose="020B0604020202020204"/>
              </a:rPr>
              <a:t>F.13: Automatic Clearing -&gt;Get Variant -&gt; select the variant used in FCC task “C_XXXX_F.13”. Then follow “Save as Variant” menu to display Variant Attributes.</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8" name="Rectangle: Rounded Corners 27">
            <a:extLst>
              <a:ext uri="{FF2B5EF4-FFF2-40B4-BE49-F238E27FC236}">
                <a16:creationId xmlns:a16="http://schemas.microsoft.com/office/drawing/2014/main" id="{A65232AA-F127-461C-B962-1744769E655A}"/>
              </a:ext>
            </a:extLst>
          </p:cNvPr>
          <p:cNvSpPr/>
          <p:nvPr/>
        </p:nvSpPr>
        <p:spPr>
          <a:xfrm>
            <a:off x="1511277" y="1868918"/>
            <a:ext cx="592094" cy="165237"/>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11C3D683-B009-432D-BF38-1D6A7A7C8C2A}"/>
              </a:ext>
            </a:extLst>
          </p:cNvPr>
          <p:cNvCxnSpPr>
            <a:cxnSpLocks/>
            <a:stCxn id="28" idx="2"/>
            <a:endCxn id="41" idx="1"/>
          </p:cNvCxnSpPr>
          <p:nvPr/>
        </p:nvCxnSpPr>
        <p:spPr>
          <a:xfrm rot="5400000" flipH="1" flipV="1">
            <a:off x="4126933" y="-688806"/>
            <a:ext cx="403351" cy="5042571"/>
          </a:xfrm>
          <a:prstGeom prst="bentConnector4">
            <a:avLst>
              <a:gd name="adj1" fmla="val -56675"/>
              <a:gd name="adj2" fmla="val 52935"/>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06AA3054-F6C1-4276-9AA6-67F258A0D64B}"/>
              </a:ext>
            </a:extLst>
          </p:cNvPr>
          <p:cNvSpPr/>
          <p:nvPr/>
        </p:nvSpPr>
        <p:spPr>
          <a:xfrm>
            <a:off x="5799953" y="3693100"/>
            <a:ext cx="3214738" cy="149227"/>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C07B4A45-5FF3-42B8-90C8-C05D58219A29}"/>
              </a:ext>
            </a:extLst>
          </p:cNvPr>
          <p:cNvSpPr/>
          <p:nvPr/>
        </p:nvSpPr>
        <p:spPr>
          <a:xfrm>
            <a:off x="5799953" y="4205718"/>
            <a:ext cx="3214738" cy="149227"/>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0A1E3961-4212-4A8C-8611-ADCC4E7FF453}"/>
              </a:ext>
            </a:extLst>
          </p:cNvPr>
          <p:cNvSpPr/>
          <p:nvPr/>
        </p:nvSpPr>
        <p:spPr>
          <a:xfrm>
            <a:off x="1511277" y="2577321"/>
            <a:ext cx="2672796" cy="127155"/>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8EB085D8-96EB-49F9-9EF1-40ECE7AE3707}"/>
              </a:ext>
            </a:extLst>
          </p:cNvPr>
          <p:cNvSpPr/>
          <p:nvPr/>
        </p:nvSpPr>
        <p:spPr>
          <a:xfrm>
            <a:off x="1511277" y="3120488"/>
            <a:ext cx="2672796" cy="127155"/>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E7DF13C3-FB79-4E7E-9CEC-AD8132AE78FF}"/>
              </a:ext>
            </a:extLst>
          </p:cNvPr>
          <p:cNvCxnSpPr>
            <a:stCxn id="33" idx="3"/>
            <a:endCxn id="31" idx="1"/>
          </p:cNvCxnSpPr>
          <p:nvPr/>
        </p:nvCxnSpPr>
        <p:spPr>
          <a:xfrm>
            <a:off x="4184073" y="2640899"/>
            <a:ext cx="1615880" cy="1126815"/>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C531B51-6C52-42B1-8715-0EFB69E6960D}"/>
              </a:ext>
            </a:extLst>
          </p:cNvPr>
          <p:cNvCxnSpPr>
            <a:endCxn id="32" idx="1"/>
          </p:cNvCxnSpPr>
          <p:nvPr/>
        </p:nvCxnSpPr>
        <p:spPr>
          <a:xfrm>
            <a:off x="4184073" y="3184065"/>
            <a:ext cx="1615880" cy="1096267"/>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42E784A-FC82-4530-8E08-DC94824E251C}"/>
              </a:ext>
            </a:extLst>
          </p:cNvPr>
          <p:cNvSpPr txBox="1"/>
          <p:nvPr/>
        </p:nvSpPr>
        <p:spPr>
          <a:xfrm>
            <a:off x="5133518" y="4533339"/>
            <a:ext cx="6956882" cy="2211779"/>
          </a:xfrm>
          <a:prstGeom prst="rect">
            <a:avLst/>
          </a:prstGeom>
          <a:solidFill>
            <a:schemeClr val="bg1"/>
          </a:solidFill>
        </p:spPr>
        <p:txBody>
          <a:bodyPr wrap="square" lIns="612000" tIns="0" rIns="0" bIns="0" rtlCol="0" anchor="t">
            <a:noAutofit/>
          </a:bodyPr>
          <a:lstStyle/>
          <a:p>
            <a:pPr marL="171450" indent="-171450" algn="l">
              <a:spcAft>
                <a:spcPts val="300"/>
              </a:spcAft>
              <a:buFont typeface="Arial" panose="020B0604020202020204" pitchFamily="34" charset="0"/>
              <a:buChar char="•"/>
            </a:pPr>
            <a:r>
              <a:rPr lang="en-US" sz="1150" i="1" dirty="0">
                <a:latin typeface="Georgia" panose="02040502050405020303" pitchFamily="18" charset="0"/>
              </a:rPr>
              <a:t>If you execute the period end GR/IR Clearing step outside of FCC for any reason, you will be able to see, from its Variant Attributes, that the dates/years selections are using the custom variables that were maintained in the current FCC task list.</a:t>
            </a:r>
          </a:p>
          <a:p>
            <a:pPr marL="171450" indent="-171450" algn="l">
              <a:spcAft>
                <a:spcPts val="300"/>
              </a:spcAft>
              <a:buFont typeface="Arial" panose="020B0604020202020204" pitchFamily="34" charset="0"/>
              <a:buChar char="•"/>
            </a:pPr>
            <a:r>
              <a:rPr lang="en-US" sz="1150" i="1" dirty="0">
                <a:latin typeface="Georgia" panose="02040502050405020303" pitchFamily="18" charset="0"/>
              </a:rPr>
              <a:t>So the question is “</a:t>
            </a:r>
            <a:r>
              <a:rPr lang="en-US" sz="1150" b="1" i="1" dirty="0">
                <a:latin typeface="Georgia" panose="02040502050405020303" pitchFamily="18" charset="0"/>
              </a:rPr>
              <a:t>Are these dates/years correct?</a:t>
            </a:r>
            <a:r>
              <a:rPr lang="en-US" sz="1150" i="1" dirty="0">
                <a:latin typeface="Georgia" panose="02040502050405020303" pitchFamily="18" charset="0"/>
              </a:rPr>
              <a:t>”</a:t>
            </a:r>
          </a:p>
          <a:p>
            <a:pPr marL="628650" lvl="1" indent="-171450">
              <a:lnSpc>
                <a:spcPts val="1100"/>
              </a:lnSpc>
              <a:buFont typeface="Arial" panose="020B0604020202020204" pitchFamily="34" charset="0"/>
              <a:buChar char="•"/>
            </a:pPr>
            <a:r>
              <a:rPr lang="en-US" sz="1100" i="1" dirty="0">
                <a:latin typeface="Georgia" panose="02040502050405020303" pitchFamily="18" charset="0"/>
              </a:rPr>
              <a:t>They will be </a:t>
            </a:r>
            <a:r>
              <a:rPr lang="en-US" sz="1100" b="1" i="1" dirty="0">
                <a:latin typeface="Georgia" panose="02040502050405020303" pitchFamily="18" charset="0"/>
              </a:rPr>
              <a:t>correct only if you have the up-to-date FCC task list correctly maintained at the right timing</a:t>
            </a:r>
            <a:r>
              <a:rPr lang="en-US" sz="1100" i="1" dirty="0">
                <a:latin typeface="Georgia" panose="02040502050405020303" pitchFamily="18" charset="0"/>
              </a:rPr>
              <a:t>, i.e. during the actual time frame when you are closing P1 2020, you have created the P1 2020 task list and updated the values of custom variables accordingly.</a:t>
            </a:r>
          </a:p>
          <a:p>
            <a:pPr marL="628650" lvl="1" indent="-171450">
              <a:lnSpc>
                <a:spcPts val="1100"/>
              </a:lnSpc>
              <a:spcBef>
                <a:spcPts val="300"/>
              </a:spcBef>
              <a:spcAft>
                <a:spcPts val="300"/>
              </a:spcAft>
              <a:buFont typeface="Arial" panose="020B0604020202020204" pitchFamily="34" charset="0"/>
              <a:buChar char="•"/>
            </a:pPr>
            <a:r>
              <a:rPr lang="en-US" sz="1100" i="1" dirty="0">
                <a:latin typeface="Georgia"/>
              </a:rPr>
              <a:t>Other wise they will not be correct. E.g. (in testing environment) we are currently in April 2020 but there’s no P4 2020 task list created, instead the last task list available is P1 2020.</a:t>
            </a:r>
          </a:p>
          <a:p>
            <a:pPr marL="171450" indent="-171450">
              <a:spcAft>
                <a:spcPts val="300"/>
              </a:spcAft>
              <a:buFont typeface="Arial" panose="020B0604020202020204" pitchFamily="34" charset="0"/>
              <a:buChar char="•"/>
            </a:pPr>
            <a:r>
              <a:rPr lang="en-US" sz="1150" i="1" dirty="0">
                <a:latin typeface="Georgia"/>
              </a:rPr>
              <a:t>Due to the above reason, when you execute a transaction outside of FCC by using an FCC variant, you should </a:t>
            </a:r>
            <a:r>
              <a:rPr lang="en-US" sz="1150" b="1" i="1" u="sng" dirty="0">
                <a:latin typeface="Georgia"/>
              </a:rPr>
              <a:t>always check the dates/periods/years and amend them if needed</a:t>
            </a:r>
            <a:r>
              <a:rPr lang="en-US" sz="1150" i="1" dirty="0">
                <a:latin typeface="Georgia"/>
              </a:rPr>
              <a:t>, e.g. if you are doing a testing for a specific month for which no task list is created.</a:t>
            </a:r>
          </a:p>
        </p:txBody>
      </p:sp>
      <p:pic>
        <p:nvPicPr>
          <p:cNvPr id="40" name="Graphic 39" descr="Person with idea">
            <a:extLst>
              <a:ext uri="{FF2B5EF4-FFF2-40B4-BE49-F238E27FC236}">
                <a16:creationId xmlns:a16="http://schemas.microsoft.com/office/drawing/2014/main" id="{5955A344-FAA1-4D45-8259-21D0014FE1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92013" y="4533495"/>
            <a:ext cx="661199" cy="661199"/>
          </a:xfrm>
          <a:prstGeom prst="rect">
            <a:avLst/>
          </a:prstGeom>
          <a:effectLst>
            <a:outerShdw blurRad="50800" dist="38100" dir="5400000" algn="t" rotWithShape="0">
              <a:prstClr val="black">
                <a:alpha val="40000"/>
              </a:prstClr>
            </a:outerShdw>
          </a:effectLst>
        </p:spPr>
      </p:pic>
      <p:sp>
        <p:nvSpPr>
          <p:cNvPr id="41" name="Rectangle: Rounded Corners 40">
            <a:extLst>
              <a:ext uri="{FF2B5EF4-FFF2-40B4-BE49-F238E27FC236}">
                <a16:creationId xmlns:a16="http://schemas.microsoft.com/office/drawing/2014/main" id="{1F7BA548-764C-4F3C-B2B4-0BF043C0A94A}"/>
              </a:ext>
            </a:extLst>
          </p:cNvPr>
          <p:cNvSpPr/>
          <p:nvPr/>
        </p:nvSpPr>
        <p:spPr>
          <a:xfrm>
            <a:off x="6849895" y="1557982"/>
            <a:ext cx="1342760" cy="145644"/>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2E4874C-4283-4CB6-A070-11E375A78B4D}"/>
              </a:ext>
            </a:extLst>
          </p:cNvPr>
          <p:cNvSpPr>
            <a:spLocks noGrp="1"/>
          </p:cNvSpPr>
          <p:nvPr>
            <p:ph type="sldNum" sz="quarter" idx="12"/>
          </p:nvPr>
        </p:nvSpPr>
        <p:spPr>
          <a:xfrm>
            <a:off x="11665430" y="6405130"/>
            <a:ext cx="397261" cy="365125"/>
          </a:xfrm>
        </p:spPr>
        <p:txBody>
          <a:bodyPr/>
          <a:lstStyle/>
          <a:p>
            <a:fld id="{F4C94289-3309-4C35-850A-56FD49B3E346}" type="slidenum">
              <a:rPr lang="en-GB" smtClean="0"/>
              <a:t>10</a:t>
            </a:fld>
            <a:endParaRPr lang="en-GB"/>
          </a:p>
        </p:txBody>
      </p:sp>
    </p:spTree>
    <p:extLst>
      <p:ext uri="{BB962C8B-B14F-4D97-AF65-F5344CB8AC3E}">
        <p14:creationId xmlns:p14="http://schemas.microsoft.com/office/powerpoint/2010/main" val="3462559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Overview</a:t>
            </a:r>
          </a:p>
        </p:txBody>
      </p:sp>
      <p:sp>
        <p:nvSpPr>
          <p:cNvPr id="40" name="Rounded Rectangle 39"/>
          <p:cNvSpPr/>
          <p:nvPr/>
        </p:nvSpPr>
        <p:spPr>
          <a:xfrm>
            <a:off x="853017"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FCC Variants Overview</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807351" y="4027904"/>
            <a:ext cx="412441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Changing FCC Variants</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4529469" y="2418746"/>
            <a:ext cx="1127056" cy="96521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934912" y="3558138"/>
            <a:ext cx="879698" cy="563532"/>
          </a:xfrm>
          <a:prstGeom prst="bentConnector3">
            <a:avLst>
              <a:gd name="adj1" fmla="val 10129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807351" y="2166899"/>
            <a:ext cx="412441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chemeClr val="bg1"/>
                </a:solidFill>
                <a:latin typeface="Arial" charset="0"/>
                <a:cs typeface="Arial" charset="0"/>
              </a:rPr>
              <a:t>Date/Period/Year in FCC Variants</a:t>
            </a:r>
          </a:p>
        </p:txBody>
      </p:sp>
      <p:sp>
        <p:nvSpPr>
          <p:cNvPr id="12" name="Rounded Rectangle 39">
            <a:extLst>
              <a:ext uri="{FF2B5EF4-FFF2-40B4-BE49-F238E27FC236}">
                <a16:creationId xmlns:a16="http://schemas.microsoft.com/office/drawing/2014/main" id="{818E4374-12E5-4380-BC28-2EF7FB207441}"/>
              </a:ext>
            </a:extLst>
          </p:cNvPr>
          <p:cNvSpPr/>
          <p:nvPr/>
        </p:nvSpPr>
        <p:spPr>
          <a:xfrm>
            <a:off x="5807351" y="3097401"/>
            <a:ext cx="412441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Company Code in FCC Variants</a:t>
            </a:r>
          </a:p>
        </p:txBody>
      </p:sp>
      <p:cxnSp>
        <p:nvCxnSpPr>
          <p:cNvPr id="15" name="Straight Connector 14">
            <a:extLst>
              <a:ext uri="{FF2B5EF4-FFF2-40B4-BE49-F238E27FC236}">
                <a16:creationId xmlns:a16="http://schemas.microsoft.com/office/drawing/2014/main" id="{A2C0ADED-D8F0-4ECD-929E-B75260B973E6}"/>
              </a:ext>
            </a:extLst>
          </p:cNvPr>
          <p:cNvCxnSpPr>
            <a:cxnSpLocks/>
          </p:cNvCxnSpPr>
          <p:nvPr/>
        </p:nvCxnSpPr>
        <p:spPr>
          <a:xfrm>
            <a:off x="5057780" y="3394018"/>
            <a:ext cx="598745"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8132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ED4305-3E43-471B-9A7B-4880F08341EE}"/>
              </a:ext>
            </a:extLst>
          </p:cNvPr>
          <p:cNvSpPr>
            <a:spLocks noGrp="1"/>
          </p:cNvSpPr>
          <p:nvPr>
            <p:ph type="title"/>
          </p:nvPr>
        </p:nvSpPr>
        <p:spPr>
          <a:xfrm>
            <a:off x="1511277" y="210344"/>
            <a:ext cx="9637014" cy="984247"/>
          </a:xfrm>
        </p:spPr>
        <p:txBody>
          <a:bodyPr/>
          <a:lstStyle/>
          <a:p>
            <a:r>
              <a:rPr lang="en-US"/>
              <a:t>Variant Attribute for Company Code Field</a:t>
            </a:r>
          </a:p>
        </p:txBody>
      </p:sp>
      <p:sp>
        <p:nvSpPr>
          <p:cNvPr id="3" name="Slide Number Placeholder 2">
            <a:extLst>
              <a:ext uri="{FF2B5EF4-FFF2-40B4-BE49-F238E27FC236}">
                <a16:creationId xmlns:a16="http://schemas.microsoft.com/office/drawing/2014/main" id="{82E4874C-4283-4CB6-A070-11E375A78B4D}"/>
              </a:ext>
            </a:extLst>
          </p:cNvPr>
          <p:cNvSpPr>
            <a:spLocks noGrp="1"/>
          </p:cNvSpPr>
          <p:nvPr>
            <p:ph type="sldNum" sz="quarter" idx="12"/>
          </p:nvPr>
        </p:nvSpPr>
        <p:spPr>
          <a:xfrm>
            <a:off x="11443757" y="6238875"/>
            <a:ext cx="397261" cy="365125"/>
          </a:xfrm>
        </p:spPr>
        <p:txBody>
          <a:bodyPr/>
          <a:lstStyle/>
          <a:p>
            <a:fld id="{F4C94289-3309-4C35-850A-56FD49B3E346}" type="slidenum">
              <a:rPr lang="en-GB" smtClean="0"/>
              <a:t>12</a:t>
            </a:fld>
            <a:endParaRPr lang="en-GB"/>
          </a:p>
        </p:txBody>
      </p:sp>
      <p:pic>
        <p:nvPicPr>
          <p:cNvPr id="6" name="Picture 5">
            <a:extLst>
              <a:ext uri="{FF2B5EF4-FFF2-40B4-BE49-F238E27FC236}">
                <a16:creationId xmlns:a16="http://schemas.microsoft.com/office/drawing/2014/main" id="{5944E686-A3CC-499F-BF96-60B0E85A9BFC}"/>
              </a:ext>
            </a:extLst>
          </p:cNvPr>
          <p:cNvPicPr>
            <a:picLocks noChangeAspect="1"/>
          </p:cNvPicPr>
          <p:nvPr/>
        </p:nvPicPr>
        <p:blipFill>
          <a:blip r:embed="rId2"/>
          <a:stretch>
            <a:fillRect/>
          </a:stretch>
        </p:blipFill>
        <p:spPr>
          <a:xfrm>
            <a:off x="521104" y="1626820"/>
            <a:ext cx="5113077" cy="2654289"/>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4BCA5D7E-72EA-4CE6-8602-4D8823F88EF1}"/>
              </a:ext>
            </a:extLst>
          </p:cNvPr>
          <p:cNvPicPr>
            <a:picLocks noChangeAspect="1"/>
          </p:cNvPicPr>
          <p:nvPr/>
        </p:nvPicPr>
        <p:blipFill>
          <a:blip r:embed="rId3"/>
          <a:stretch>
            <a:fillRect/>
          </a:stretch>
        </p:blipFill>
        <p:spPr>
          <a:xfrm>
            <a:off x="5741987" y="1420004"/>
            <a:ext cx="5741842" cy="4192087"/>
          </a:xfrm>
          <a:prstGeom prst="rect">
            <a:avLst/>
          </a:prstGeom>
          <a:effectLst>
            <a:outerShdw blurRad="50800" dist="38100" dir="2700000" algn="tl" rotWithShape="0">
              <a:prstClr val="black">
                <a:alpha val="40000"/>
              </a:prstClr>
            </a:outerShdw>
          </a:effectLst>
        </p:spPr>
      </p:pic>
      <p:sp>
        <p:nvSpPr>
          <p:cNvPr id="20" name="Rectangle: Rounded Corners 19">
            <a:extLst>
              <a:ext uri="{FF2B5EF4-FFF2-40B4-BE49-F238E27FC236}">
                <a16:creationId xmlns:a16="http://schemas.microsoft.com/office/drawing/2014/main" id="{3E08D1C9-170E-4C69-A7D4-33005FA6B8A7}"/>
              </a:ext>
            </a:extLst>
          </p:cNvPr>
          <p:cNvSpPr/>
          <p:nvPr/>
        </p:nvSpPr>
        <p:spPr>
          <a:xfrm>
            <a:off x="839897" y="2296890"/>
            <a:ext cx="1413776" cy="141508"/>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EA498406-F2F5-453E-9B34-B90D358A1A86}"/>
              </a:ext>
            </a:extLst>
          </p:cNvPr>
          <p:cNvSpPr/>
          <p:nvPr/>
        </p:nvSpPr>
        <p:spPr>
          <a:xfrm>
            <a:off x="6077528" y="2207491"/>
            <a:ext cx="1413776" cy="141508"/>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9006E8C-41FA-4990-A042-8388D3282816}"/>
              </a:ext>
            </a:extLst>
          </p:cNvPr>
          <p:cNvSpPr/>
          <p:nvPr/>
        </p:nvSpPr>
        <p:spPr>
          <a:xfrm>
            <a:off x="1315568" y="4037945"/>
            <a:ext cx="3967631" cy="243164"/>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8D9A7E6E-3D8E-4F51-A134-8D5403554977}"/>
              </a:ext>
            </a:extLst>
          </p:cNvPr>
          <p:cNvSpPr/>
          <p:nvPr/>
        </p:nvSpPr>
        <p:spPr>
          <a:xfrm>
            <a:off x="7019023" y="5303562"/>
            <a:ext cx="4129268" cy="243164"/>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4780BE5-A3D9-4317-96B1-A7306AC7E22B}"/>
              </a:ext>
            </a:extLst>
          </p:cNvPr>
          <p:cNvSpPr txBox="1"/>
          <p:nvPr/>
        </p:nvSpPr>
        <p:spPr>
          <a:xfrm>
            <a:off x="822132" y="4390065"/>
            <a:ext cx="4922606" cy="1378977"/>
          </a:xfrm>
          <a:prstGeom prst="rect">
            <a:avLst/>
          </a:prstGeom>
          <a:noFill/>
        </p:spPr>
        <p:txBody>
          <a:bodyPr wrap="square" lIns="0" tIns="0" rIns="0" bIns="0" rtlCol="0">
            <a:noAutofit/>
          </a:bodyPr>
          <a:lstStyle/>
          <a:p>
            <a:pPr algn="l">
              <a:spcAft>
                <a:spcPts val="300"/>
              </a:spcAft>
            </a:pPr>
            <a:r>
              <a:rPr lang="en-US" sz="1150" i="1" dirty="0">
                <a:latin typeface="Georgia" panose="02040502050405020303" pitchFamily="18" charset="0"/>
              </a:rPr>
              <a:t>There are different ways how a variant is created with regards to the “Company Code” field selection.</a:t>
            </a:r>
          </a:p>
          <a:p>
            <a:pPr marL="171450" indent="-171450">
              <a:lnSpc>
                <a:spcPts val="1100"/>
              </a:lnSpc>
              <a:spcBef>
                <a:spcPts val="300"/>
              </a:spcBef>
              <a:spcAft>
                <a:spcPts val="300"/>
              </a:spcAft>
              <a:buFont typeface="Arial" panose="020B0604020202020204" pitchFamily="34" charset="0"/>
              <a:buChar char="•"/>
            </a:pPr>
            <a:r>
              <a:rPr lang="en-US" sz="1100" i="1" dirty="0">
                <a:latin typeface="Georgia" panose="02040502050405020303" pitchFamily="18" charset="0"/>
              </a:rPr>
              <a:t>In many cases (</a:t>
            </a:r>
            <a:r>
              <a:rPr lang="en-US" sz="1100" b="1" i="1" dirty="0">
                <a:latin typeface="Georgia" panose="02040502050405020303" pitchFamily="18" charset="0"/>
              </a:rPr>
              <a:t>when a “global” or “GBS/JTBC” variant is </a:t>
            </a:r>
            <a:r>
              <a:rPr lang="en-US" sz="1100" b="1" i="1" u="sng" dirty="0">
                <a:latin typeface="Georgia" panose="02040502050405020303" pitchFamily="18" charset="0"/>
              </a:rPr>
              <a:t>not </a:t>
            </a:r>
            <a:r>
              <a:rPr lang="en-US" sz="1100" b="1" i="1" dirty="0">
                <a:latin typeface="Georgia" panose="02040502050405020303" pitchFamily="18" charset="0"/>
              </a:rPr>
              <a:t>used</a:t>
            </a:r>
            <a:r>
              <a:rPr lang="en-US" sz="1100" i="1" dirty="0">
                <a:latin typeface="Georgia" panose="02040502050405020303" pitchFamily="18" charset="0"/>
              </a:rPr>
              <a:t>), especially the transactions that are executed at entity level using a specifically defined variant just for a given entity, the Company Code is hard coded in the variant, which is very obvious and won’t go wrong whether you execute the transaction within FCC or outside of FCC. E.g. Revaluation and Translation variants.</a:t>
            </a:r>
          </a:p>
        </p:txBody>
      </p:sp>
      <p:pic>
        <p:nvPicPr>
          <p:cNvPr id="25" name="Graphic 24" descr="Person with idea">
            <a:extLst>
              <a:ext uri="{FF2B5EF4-FFF2-40B4-BE49-F238E27FC236}">
                <a16:creationId xmlns:a16="http://schemas.microsoft.com/office/drawing/2014/main" id="{1CFF3FBE-FF83-44A8-9028-EEF68982C7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8698" y="4315481"/>
            <a:ext cx="661199" cy="661199"/>
          </a:xfrm>
          <a:prstGeom prst="rect">
            <a:avLst/>
          </a:prstGeom>
          <a:effectLst>
            <a:outerShdw blurRad="50800" dist="38100" dir="5400000" algn="t" rotWithShape="0">
              <a:prstClr val="black">
                <a:alpha val="40000"/>
              </a:prstClr>
            </a:outerShdw>
          </a:effectLst>
        </p:spPr>
      </p:pic>
      <p:sp>
        <p:nvSpPr>
          <p:cNvPr id="26" name="TextBox 25">
            <a:extLst>
              <a:ext uri="{FF2B5EF4-FFF2-40B4-BE49-F238E27FC236}">
                <a16:creationId xmlns:a16="http://schemas.microsoft.com/office/drawing/2014/main" id="{594631C8-052F-4CF0-89EC-4BAC5C1AE43B}"/>
              </a:ext>
            </a:extLst>
          </p:cNvPr>
          <p:cNvSpPr txBox="1"/>
          <p:nvPr/>
        </p:nvSpPr>
        <p:spPr>
          <a:xfrm>
            <a:off x="350982" y="5687161"/>
            <a:ext cx="11351211" cy="1148610"/>
          </a:xfrm>
          <a:prstGeom prst="rect">
            <a:avLst/>
          </a:prstGeom>
          <a:solidFill>
            <a:schemeClr val="bg1"/>
          </a:solidFill>
        </p:spPr>
        <p:txBody>
          <a:bodyPr wrap="square" lIns="468000" tIns="0" rIns="0" bIns="0" rtlCol="0">
            <a:noAutofit/>
          </a:bodyPr>
          <a:lstStyle/>
          <a:p>
            <a:pPr marL="171450" indent="-171450">
              <a:lnSpc>
                <a:spcPts val="1100"/>
              </a:lnSpc>
              <a:spcBef>
                <a:spcPts val="300"/>
              </a:spcBef>
              <a:spcAft>
                <a:spcPts val="300"/>
              </a:spcAft>
              <a:buFont typeface="Arial" panose="020B0604020202020204" pitchFamily="34" charset="0"/>
              <a:buChar char="•"/>
            </a:pPr>
            <a:r>
              <a:rPr lang="en-US" sz="1100" i="1" dirty="0">
                <a:latin typeface="Georgia" panose="02040502050405020303" pitchFamily="18" charset="0"/>
              </a:rPr>
              <a:t>In some cases, when a universal variant (or “global variant”), which is normally coded with “</a:t>
            </a:r>
            <a:r>
              <a:rPr lang="en-US" sz="1100" b="1" i="1" dirty="0" err="1">
                <a:latin typeface="+mj-lt"/>
              </a:rPr>
              <a:t>xxxx</a:t>
            </a:r>
            <a:r>
              <a:rPr lang="en-US" sz="1100" i="1" dirty="0">
                <a:latin typeface="Georgia" panose="02040502050405020303" pitchFamily="18" charset="0"/>
              </a:rPr>
              <a:t>” in the variant name, or a variant containing all entities within a GBS/JTBC (“GBS/JTBC variant”) is used in an FCC task, you will notice in the variant attribute that the Company Code field selection is defined by </a:t>
            </a:r>
            <a:r>
              <a:rPr lang="en-US" sz="1100" b="1" i="1" dirty="0">
                <a:latin typeface="Georgia" panose="02040502050405020303" pitchFamily="18" charset="0"/>
              </a:rPr>
              <a:t>Standard Variable SAP_FAST_CLOSE_BUKRS_S</a:t>
            </a:r>
            <a:r>
              <a:rPr lang="en-US" sz="1100" i="1" dirty="0">
                <a:latin typeface="Georgia" panose="02040502050405020303" pitchFamily="18" charset="0"/>
              </a:rPr>
              <a:t>.</a:t>
            </a:r>
          </a:p>
          <a:p>
            <a:pPr marL="171450" indent="-171450">
              <a:lnSpc>
                <a:spcPts val="1100"/>
              </a:lnSpc>
              <a:spcBef>
                <a:spcPts val="300"/>
              </a:spcBef>
              <a:spcAft>
                <a:spcPts val="300"/>
              </a:spcAft>
              <a:buFont typeface="Arial" panose="020B0604020202020204" pitchFamily="34" charset="0"/>
              <a:buChar char="•"/>
            </a:pPr>
            <a:r>
              <a:rPr lang="en-US" sz="1100" i="1" dirty="0">
                <a:latin typeface="Georgia" panose="02040502050405020303" pitchFamily="18" charset="0"/>
              </a:rPr>
              <a:t>When a job task in FCC using standard variable </a:t>
            </a:r>
            <a:r>
              <a:rPr lang="en-US" sz="1100" b="1" i="1" dirty="0">
                <a:latin typeface="Georgia" panose="02040502050405020303" pitchFamily="18" charset="0"/>
              </a:rPr>
              <a:t>SAP_FAST_CLOSE_BUKRS_S </a:t>
            </a:r>
            <a:r>
              <a:rPr lang="en-US" sz="1100" i="1" dirty="0">
                <a:latin typeface="Georgia" panose="02040502050405020303" pitchFamily="18" charset="0"/>
              </a:rPr>
              <a:t>is executed within FCC, the correct Company Codes will be picked up depending on the setting of each FCC task, however </a:t>
            </a:r>
            <a:r>
              <a:rPr lang="en-US" sz="1100" b="1" i="1" dirty="0">
                <a:latin typeface="Georgia" panose="02040502050405020303" pitchFamily="18" charset="0"/>
              </a:rPr>
              <a:t>if the task is executed outside of FCC, in majority of the cases the Company Code information will not be correct</a:t>
            </a:r>
            <a:r>
              <a:rPr lang="en-US" sz="1100" i="1" dirty="0">
                <a:latin typeface="Georgia" panose="02040502050405020303" pitchFamily="18" charset="0"/>
              </a:rPr>
              <a:t>, therefore users are required to always review the Company Code selection when executing a task outside of FCC.  See next slide for explanation.</a:t>
            </a:r>
          </a:p>
        </p:txBody>
      </p:sp>
      <p:sp>
        <p:nvSpPr>
          <p:cNvPr id="29" name="Rectangle: Rounded Corners 28">
            <a:extLst>
              <a:ext uri="{FF2B5EF4-FFF2-40B4-BE49-F238E27FC236}">
                <a16:creationId xmlns:a16="http://schemas.microsoft.com/office/drawing/2014/main" id="{ABB3B9CC-C497-426A-9EBC-36F787F24909}"/>
              </a:ext>
            </a:extLst>
          </p:cNvPr>
          <p:cNvSpPr/>
          <p:nvPr/>
        </p:nvSpPr>
        <p:spPr>
          <a:xfrm>
            <a:off x="509079" y="1354274"/>
            <a:ext cx="3739646" cy="43604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a:solidFill>
                  <a:srgbClr val="00B2A9">
                    <a:lumMod val="50000"/>
                  </a:srgbClr>
                </a:solidFill>
                <a:latin typeface="Arial" panose="020B0604020202020204"/>
              </a:rPr>
              <a:t>Example of transaction using a “global variant” – AFAB (Depreciation Run) variant -&gt; Click “Save as Variant” to access “Variant Attributes” as shown below.</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5" name="Rectangle: Rounded Corners 34">
            <a:extLst>
              <a:ext uri="{FF2B5EF4-FFF2-40B4-BE49-F238E27FC236}">
                <a16:creationId xmlns:a16="http://schemas.microsoft.com/office/drawing/2014/main" id="{971A753F-4F5A-4ECC-80BF-0AF45916F792}"/>
              </a:ext>
            </a:extLst>
          </p:cNvPr>
          <p:cNvSpPr/>
          <p:nvPr/>
        </p:nvSpPr>
        <p:spPr>
          <a:xfrm>
            <a:off x="5741987" y="1346120"/>
            <a:ext cx="3931402" cy="43604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Another example of “global variant” – this is </a:t>
            </a:r>
            <a:r>
              <a:rPr lang="en-GB" sz="900" b="1">
                <a:solidFill>
                  <a:srgbClr val="00B2A9">
                    <a:lumMod val="50000"/>
                  </a:srgbClr>
                </a:solidFill>
                <a:latin typeface="Arial" panose="020B0604020202020204"/>
              </a:rPr>
              <a:t>not a variant for executing a transaction but a “Selection Variant” for CJ8G. Use “Change Variant” to access “Variant Attributes” as shown below</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38227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ED4305-3E43-471B-9A7B-4880F08341EE}"/>
              </a:ext>
            </a:extLst>
          </p:cNvPr>
          <p:cNvSpPr>
            <a:spLocks noGrp="1"/>
          </p:cNvSpPr>
          <p:nvPr>
            <p:ph type="title"/>
          </p:nvPr>
        </p:nvSpPr>
        <p:spPr>
          <a:xfrm>
            <a:off x="1511277" y="210344"/>
            <a:ext cx="9532775" cy="984247"/>
          </a:xfrm>
        </p:spPr>
        <p:txBody>
          <a:bodyPr/>
          <a:lstStyle/>
          <a:p>
            <a:r>
              <a:rPr lang="en-US"/>
              <a:t>How Are </a:t>
            </a:r>
            <a:r>
              <a:rPr lang="en-US" u="sng"/>
              <a:t>Company Codes</a:t>
            </a:r>
            <a:r>
              <a:rPr lang="en-US"/>
              <a:t> in Variants Defined?</a:t>
            </a:r>
          </a:p>
        </p:txBody>
      </p:sp>
      <p:sp>
        <p:nvSpPr>
          <p:cNvPr id="3" name="Slide Number Placeholder 2">
            <a:extLst>
              <a:ext uri="{FF2B5EF4-FFF2-40B4-BE49-F238E27FC236}">
                <a16:creationId xmlns:a16="http://schemas.microsoft.com/office/drawing/2014/main" id="{82E4874C-4283-4CB6-A070-11E375A78B4D}"/>
              </a:ext>
            </a:extLst>
          </p:cNvPr>
          <p:cNvSpPr>
            <a:spLocks noGrp="1"/>
          </p:cNvSpPr>
          <p:nvPr>
            <p:ph type="sldNum" sz="quarter" idx="12"/>
          </p:nvPr>
        </p:nvSpPr>
        <p:spPr>
          <a:xfrm>
            <a:off x="11416047" y="6282531"/>
            <a:ext cx="397261" cy="365125"/>
          </a:xfrm>
        </p:spPr>
        <p:txBody>
          <a:bodyPr/>
          <a:lstStyle/>
          <a:p>
            <a:fld id="{F4C94289-3309-4C35-850A-56FD49B3E346}" type="slidenum">
              <a:rPr lang="en-GB" smtClean="0"/>
              <a:t>13</a:t>
            </a:fld>
            <a:endParaRPr lang="en-GB"/>
          </a:p>
        </p:txBody>
      </p:sp>
      <p:grpSp>
        <p:nvGrpSpPr>
          <p:cNvPr id="8" name="Group 7">
            <a:extLst>
              <a:ext uri="{FF2B5EF4-FFF2-40B4-BE49-F238E27FC236}">
                <a16:creationId xmlns:a16="http://schemas.microsoft.com/office/drawing/2014/main" id="{B9DE9B50-D41E-439E-95D7-9D46DEF1E2C5}"/>
              </a:ext>
            </a:extLst>
          </p:cNvPr>
          <p:cNvGrpSpPr/>
          <p:nvPr/>
        </p:nvGrpSpPr>
        <p:grpSpPr>
          <a:xfrm>
            <a:off x="328415" y="3797759"/>
            <a:ext cx="11701415" cy="1376775"/>
            <a:chOff x="199111" y="2864887"/>
            <a:chExt cx="11701415" cy="1376775"/>
          </a:xfrm>
        </p:grpSpPr>
        <p:sp>
          <p:nvSpPr>
            <p:cNvPr id="9" name="Freeform: Shape 8">
              <a:extLst>
                <a:ext uri="{FF2B5EF4-FFF2-40B4-BE49-F238E27FC236}">
                  <a16:creationId xmlns:a16="http://schemas.microsoft.com/office/drawing/2014/main" id="{0BA9D9F6-D278-4DA4-AC70-8EED85ACB411}"/>
                </a:ext>
              </a:extLst>
            </p:cNvPr>
            <p:cNvSpPr/>
            <p:nvPr/>
          </p:nvSpPr>
          <p:spPr>
            <a:xfrm>
              <a:off x="199111" y="2864887"/>
              <a:ext cx="2250272" cy="1350163"/>
            </a:xfrm>
            <a:custGeom>
              <a:avLst/>
              <a:gdLst>
                <a:gd name="connsiteX0" fmla="*/ 0 w 2250272"/>
                <a:gd name="connsiteY0" fmla="*/ 135016 h 1350163"/>
                <a:gd name="connsiteX1" fmla="*/ 135016 w 2250272"/>
                <a:gd name="connsiteY1" fmla="*/ 0 h 1350163"/>
                <a:gd name="connsiteX2" fmla="*/ 2115256 w 2250272"/>
                <a:gd name="connsiteY2" fmla="*/ 0 h 1350163"/>
                <a:gd name="connsiteX3" fmla="*/ 2250272 w 2250272"/>
                <a:gd name="connsiteY3" fmla="*/ 135016 h 1350163"/>
                <a:gd name="connsiteX4" fmla="*/ 2250272 w 2250272"/>
                <a:gd name="connsiteY4" fmla="*/ 1215147 h 1350163"/>
                <a:gd name="connsiteX5" fmla="*/ 2115256 w 2250272"/>
                <a:gd name="connsiteY5" fmla="*/ 1350163 h 1350163"/>
                <a:gd name="connsiteX6" fmla="*/ 135016 w 2250272"/>
                <a:gd name="connsiteY6" fmla="*/ 1350163 h 1350163"/>
                <a:gd name="connsiteX7" fmla="*/ 0 w 2250272"/>
                <a:gd name="connsiteY7" fmla="*/ 1215147 h 1350163"/>
                <a:gd name="connsiteX8" fmla="*/ 0 w 2250272"/>
                <a:gd name="connsiteY8" fmla="*/ 135016 h 1350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272" h="1350163">
                  <a:moveTo>
                    <a:pt x="0" y="135016"/>
                  </a:moveTo>
                  <a:cubicBezTo>
                    <a:pt x="0" y="60449"/>
                    <a:pt x="60449" y="0"/>
                    <a:pt x="135016" y="0"/>
                  </a:cubicBezTo>
                  <a:lnTo>
                    <a:pt x="2115256" y="0"/>
                  </a:lnTo>
                  <a:cubicBezTo>
                    <a:pt x="2189823" y="0"/>
                    <a:pt x="2250272" y="60449"/>
                    <a:pt x="2250272" y="135016"/>
                  </a:cubicBezTo>
                  <a:lnTo>
                    <a:pt x="2250272" y="1215147"/>
                  </a:lnTo>
                  <a:cubicBezTo>
                    <a:pt x="2250272" y="1289714"/>
                    <a:pt x="2189823" y="1350163"/>
                    <a:pt x="2115256" y="1350163"/>
                  </a:cubicBezTo>
                  <a:lnTo>
                    <a:pt x="135016" y="1350163"/>
                  </a:lnTo>
                  <a:cubicBezTo>
                    <a:pt x="60449" y="1350163"/>
                    <a:pt x="0" y="1289714"/>
                    <a:pt x="0" y="1215147"/>
                  </a:cubicBezTo>
                  <a:lnTo>
                    <a:pt x="0" y="135016"/>
                  </a:lnTo>
                  <a:close/>
                </a:path>
              </a:pathLst>
            </a:custGeom>
            <a:solidFill>
              <a:schemeClr val="accent6">
                <a:lumMod val="50000"/>
              </a:schemeClr>
            </a:solidFill>
          </p:spPr>
          <p:style>
            <a:lnRef idx="0">
              <a:schemeClr val="lt1">
                <a:hueOff val="0"/>
                <a:satOff val="0"/>
                <a:lumOff val="0"/>
                <a:alphaOff val="0"/>
              </a:schemeClr>
            </a:lnRef>
            <a:fillRef idx="3">
              <a:schemeClr val="accent6">
                <a:shade val="50000"/>
                <a:hueOff val="0"/>
                <a:satOff val="0"/>
                <a:lumOff val="0"/>
                <a:alphaOff val="0"/>
              </a:schemeClr>
            </a:fillRef>
            <a:effectRef idx="3">
              <a:schemeClr val="accent6">
                <a:shade val="50000"/>
                <a:hueOff val="0"/>
                <a:satOff val="0"/>
                <a:lumOff val="0"/>
                <a:alphaOff val="0"/>
              </a:schemeClr>
            </a:effectRef>
            <a:fontRef idx="minor">
              <a:schemeClr val="lt1"/>
            </a:fontRef>
          </p:style>
          <p:txBody>
            <a:bodyPr spcFirstLastPara="0" vert="horz" wrap="square" lIns="81455" tIns="81455" rIns="81455" bIns="81455" numCol="1" spcCol="1270" anchor="ctr" anchorCtr="0">
              <a:noAutofit/>
            </a:bodyPr>
            <a:lstStyle/>
            <a:p>
              <a:pPr marL="0" lvl="0" indent="0" algn="ctr" defTabSz="488950">
                <a:lnSpc>
                  <a:spcPct val="90000"/>
                </a:lnSpc>
                <a:spcBef>
                  <a:spcPct val="0"/>
                </a:spcBef>
                <a:spcAft>
                  <a:spcPct val="35000"/>
                </a:spcAft>
                <a:buNone/>
              </a:pPr>
              <a:r>
                <a:rPr lang="en-US" sz="1400" kern="1200"/>
                <a:t>Each FCC task is assigned to a </a:t>
              </a:r>
              <a:r>
                <a:rPr lang="en-US" sz="1400" b="1" u="sng" kern="1200"/>
                <a:t>folder</a:t>
              </a:r>
              <a:r>
                <a:rPr lang="en-US" sz="1400" kern="1200"/>
                <a:t> in an FCC Task List</a:t>
              </a:r>
            </a:p>
          </p:txBody>
        </p:sp>
        <p:sp>
          <p:nvSpPr>
            <p:cNvPr id="10" name="Freeform: Shape 9">
              <a:extLst>
                <a:ext uri="{FF2B5EF4-FFF2-40B4-BE49-F238E27FC236}">
                  <a16:creationId xmlns:a16="http://schemas.microsoft.com/office/drawing/2014/main" id="{BB5696A1-A571-4FE5-BE3C-B41427820D15}"/>
                </a:ext>
              </a:extLst>
            </p:cNvPr>
            <p:cNvSpPr/>
            <p:nvPr/>
          </p:nvSpPr>
          <p:spPr>
            <a:xfrm>
              <a:off x="2674410" y="3260935"/>
              <a:ext cx="477057" cy="558067"/>
            </a:xfrm>
            <a:custGeom>
              <a:avLst/>
              <a:gdLst>
                <a:gd name="connsiteX0" fmla="*/ 0 w 477057"/>
                <a:gd name="connsiteY0" fmla="*/ 111613 h 558067"/>
                <a:gd name="connsiteX1" fmla="*/ 238529 w 477057"/>
                <a:gd name="connsiteY1" fmla="*/ 111613 h 558067"/>
                <a:gd name="connsiteX2" fmla="*/ 238529 w 477057"/>
                <a:gd name="connsiteY2" fmla="*/ 0 h 558067"/>
                <a:gd name="connsiteX3" fmla="*/ 477057 w 477057"/>
                <a:gd name="connsiteY3" fmla="*/ 279034 h 558067"/>
                <a:gd name="connsiteX4" fmla="*/ 238529 w 477057"/>
                <a:gd name="connsiteY4" fmla="*/ 558067 h 558067"/>
                <a:gd name="connsiteX5" fmla="*/ 238529 w 477057"/>
                <a:gd name="connsiteY5" fmla="*/ 446454 h 558067"/>
                <a:gd name="connsiteX6" fmla="*/ 0 w 477057"/>
                <a:gd name="connsiteY6" fmla="*/ 446454 h 558067"/>
                <a:gd name="connsiteX7" fmla="*/ 0 w 477057"/>
                <a:gd name="connsiteY7" fmla="*/ 111613 h 55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057" h="558067">
                  <a:moveTo>
                    <a:pt x="0" y="111613"/>
                  </a:moveTo>
                  <a:lnTo>
                    <a:pt x="238529" y="111613"/>
                  </a:lnTo>
                  <a:lnTo>
                    <a:pt x="238529" y="0"/>
                  </a:lnTo>
                  <a:lnTo>
                    <a:pt x="477057" y="279034"/>
                  </a:lnTo>
                  <a:lnTo>
                    <a:pt x="238529" y="558067"/>
                  </a:lnTo>
                  <a:lnTo>
                    <a:pt x="238529" y="446454"/>
                  </a:lnTo>
                  <a:lnTo>
                    <a:pt x="0" y="446454"/>
                  </a:lnTo>
                  <a:lnTo>
                    <a:pt x="0" y="111613"/>
                  </a:lnTo>
                  <a:close/>
                </a:path>
              </a:pathLst>
            </a:custGeom>
          </p:spPr>
          <p:style>
            <a:lnRef idx="0">
              <a:schemeClr val="accent6">
                <a:shade val="90000"/>
                <a:hueOff val="0"/>
                <a:satOff val="0"/>
                <a:lumOff val="0"/>
                <a:alphaOff val="0"/>
              </a:schemeClr>
            </a:lnRef>
            <a:fillRef idx="3">
              <a:schemeClr val="accent6">
                <a:shade val="90000"/>
                <a:hueOff val="0"/>
                <a:satOff val="0"/>
                <a:lumOff val="0"/>
                <a:alphaOff val="0"/>
              </a:schemeClr>
            </a:fillRef>
            <a:effectRef idx="3">
              <a:schemeClr val="accent6">
                <a:shade val="90000"/>
                <a:hueOff val="0"/>
                <a:satOff val="0"/>
                <a:lumOff val="0"/>
                <a:alphaOff val="0"/>
              </a:schemeClr>
            </a:effectRef>
            <a:fontRef idx="minor">
              <a:schemeClr val="lt1"/>
            </a:fontRef>
          </p:style>
          <p:txBody>
            <a:bodyPr spcFirstLastPara="0" vert="horz" wrap="square" lIns="0" tIns="111613" rIns="143117" bIns="111613" numCol="1" spcCol="1270" anchor="ctr" anchorCtr="0">
              <a:noAutofit/>
            </a:bodyPr>
            <a:lstStyle/>
            <a:p>
              <a:pPr marL="0" lvl="0" indent="0" algn="ctr" defTabSz="400050">
                <a:lnSpc>
                  <a:spcPct val="90000"/>
                </a:lnSpc>
                <a:spcBef>
                  <a:spcPct val="0"/>
                </a:spcBef>
                <a:spcAft>
                  <a:spcPct val="35000"/>
                </a:spcAft>
                <a:buNone/>
              </a:pPr>
              <a:endParaRPr lang="en-US" sz="900" kern="1200"/>
            </a:p>
          </p:txBody>
        </p:sp>
        <p:sp>
          <p:nvSpPr>
            <p:cNvPr id="11" name="Freeform: Shape 10">
              <a:extLst>
                <a:ext uri="{FF2B5EF4-FFF2-40B4-BE49-F238E27FC236}">
                  <a16:creationId xmlns:a16="http://schemas.microsoft.com/office/drawing/2014/main" id="{85D0F5D2-E78A-4253-9F36-4F14D6FB3F93}"/>
                </a:ext>
              </a:extLst>
            </p:cNvPr>
            <p:cNvSpPr/>
            <p:nvPr/>
          </p:nvSpPr>
          <p:spPr>
            <a:xfrm>
              <a:off x="3349492" y="2864887"/>
              <a:ext cx="2250272" cy="1350163"/>
            </a:xfrm>
            <a:custGeom>
              <a:avLst/>
              <a:gdLst>
                <a:gd name="connsiteX0" fmla="*/ 0 w 2250272"/>
                <a:gd name="connsiteY0" fmla="*/ 135016 h 1350163"/>
                <a:gd name="connsiteX1" fmla="*/ 135016 w 2250272"/>
                <a:gd name="connsiteY1" fmla="*/ 0 h 1350163"/>
                <a:gd name="connsiteX2" fmla="*/ 2115256 w 2250272"/>
                <a:gd name="connsiteY2" fmla="*/ 0 h 1350163"/>
                <a:gd name="connsiteX3" fmla="*/ 2250272 w 2250272"/>
                <a:gd name="connsiteY3" fmla="*/ 135016 h 1350163"/>
                <a:gd name="connsiteX4" fmla="*/ 2250272 w 2250272"/>
                <a:gd name="connsiteY4" fmla="*/ 1215147 h 1350163"/>
                <a:gd name="connsiteX5" fmla="*/ 2115256 w 2250272"/>
                <a:gd name="connsiteY5" fmla="*/ 1350163 h 1350163"/>
                <a:gd name="connsiteX6" fmla="*/ 135016 w 2250272"/>
                <a:gd name="connsiteY6" fmla="*/ 1350163 h 1350163"/>
                <a:gd name="connsiteX7" fmla="*/ 0 w 2250272"/>
                <a:gd name="connsiteY7" fmla="*/ 1215147 h 1350163"/>
                <a:gd name="connsiteX8" fmla="*/ 0 w 2250272"/>
                <a:gd name="connsiteY8" fmla="*/ 135016 h 1350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272" h="1350163">
                  <a:moveTo>
                    <a:pt x="0" y="135016"/>
                  </a:moveTo>
                  <a:cubicBezTo>
                    <a:pt x="0" y="60449"/>
                    <a:pt x="60449" y="0"/>
                    <a:pt x="135016" y="0"/>
                  </a:cubicBezTo>
                  <a:lnTo>
                    <a:pt x="2115256" y="0"/>
                  </a:lnTo>
                  <a:cubicBezTo>
                    <a:pt x="2189823" y="0"/>
                    <a:pt x="2250272" y="60449"/>
                    <a:pt x="2250272" y="135016"/>
                  </a:cubicBezTo>
                  <a:lnTo>
                    <a:pt x="2250272" y="1215147"/>
                  </a:lnTo>
                  <a:cubicBezTo>
                    <a:pt x="2250272" y="1289714"/>
                    <a:pt x="2189823" y="1350163"/>
                    <a:pt x="2115256" y="1350163"/>
                  </a:cubicBezTo>
                  <a:lnTo>
                    <a:pt x="135016" y="1350163"/>
                  </a:lnTo>
                  <a:cubicBezTo>
                    <a:pt x="60449" y="1350163"/>
                    <a:pt x="0" y="1289714"/>
                    <a:pt x="0" y="1215147"/>
                  </a:cubicBezTo>
                  <a:lnTo>
                    <a:pt x="0" y="135016"/>
                  </a:lnTo>
                  <a:close/>
                </a:path>
              </a:pathLst>
            </a:custGeom>
            <a:solidFill>
              <a:schemeClr val="accent6">
                <a:lumMod val="75000"/>
              </a:schemeClr>
            </a:solidFill>
          </p:spPr>
          <p:style>
            <a:lnRef idx="0">
              <a:schemeClr val="lt1">
                <a:hueOff val="0"/>
                <a:satOff val="0"/>
                <a:lumOff val="0"/>
                <a:alphaOff val="0"/>
              </a:schemeClr>
            </a:lnRef>
            <a:fillRef idx="3">
              <a:schemeClr val="accent6">
                <a:shade val="50000"/>
                <a:hueOff val="228315"/>
                <a:satOff val="-4732"/>
                <a:lumOff val="21540"/>
                <a:alphaOff val="0"/>
              </a:schemeClr>
            </a:fillRef>
            <a:effectRef idx="3">
              <a:schemeClr val="accent6">
                <a:shade val="50000"/>
                <a:hueOff val="228315"/>
                <a:satOff val="-4732"/>
                <a:lumOff val="21540"/>
                <a:alphaOff val="0"/>
              </a:schemeClr>
            </a:effectRef>
            <a:fontRef idx="minor">
              <a:schemeClr val="lt1"/>
            </a:fontRef>
          </p:style>
          <p:txBody>
            <a:bodyPr spcFirstLastPara="0" vert="horz" wrap="square" lIns="81455" tIns="81455" rIns="81455" bIns="81455" numCol="1" spcCol="1270" anchor="ctr" anchorCtr="0">
              <a:noAutofit/>
            </a:bodyPr>
            <a:lstStyle/>
            <a:p>
              <a:pPr marL="0" lvl="0" indent="0" algn="ctr" defTabSz="488950">
                <a:lnSpc>
                  <a:spcPct val="90000"/>
                </a:lnSpc>
                <a:spcBef>
                  <a:spcPct val="0"/>
                </a:spcBef>
                <a:spcAft>
                  <a:spcPct val="35000"/>
                </a:spcAft>
                <a:buNone/>
              </a:pPr>
              <a:r>
                <a:rPr lang="en-US" sz="1400"/>
                <a:t>Folders with tasks requiring Company Code </a:t>
              </a:r>
              <a:r>
                <a:rPr lang="en-US" sz="1400" kern="1200"/>
                <a:t>uses </a:t>
              </a:r>
              <a:r>
                <a:rPr lang="en-US" sz="1400" b="1" kern="1200"/>
                <a:t>Standard Variable </a:t>
              </a:r>
              <a:r>
                <a:rPr lang="en-GB" sz="1400" b="1" kern="1200"/>
                <a:t>SAP_FAST_CLOSE_BUKRS_S</a:t>
              </a:r>
              <a:r>
                <a:rPr lang="en-GB" sz="1400" kern="1200"/>
                <a:t> as Selection Variable</a:t>
              </a:r>
              <a:endParaRPr lang="en-US" sz="1400" kern="1200"/>
            </a:p>
          </p:txBody>
        </p:sp>
        <p:sp>
          <p:nvSpPr>
            <p:cNvPr id="12" name="Freeform: Shape 11">
              <a:extLst>
                <a:ext uri="{FF2B5EF4-FFF2-40B4-BE49-F238E27FC236}">
                  <a16:creationId xmlns:a16="http://schemas.microsoft.com/office/drawing/2014/main" id="{2064D05E-4EC1-430F-BCD4-4403A281B2CC}"/>
                </a:ext>
              </a:extLst>
            </p:cNvPr>
            <p:cNvSpPr/>
            <p:nvPr/>
          </p:nvSpPr>
          <p:spPr>
            <a:xfrm rot="29822">
              <a:off x="5804096" y="3274347"/>
              <a:ext cx="433218" cy="558067"/>
            </a:xfrm>
            <a:custGeom>
              <a:avLst/>
              <a:gdLst>
                <a:gd name="connsiteX0" fmla="*/ 0 w 433218"/>
                <a:gd name="connsiteY0" fmla="*/ 111613 h 558067"/>
                <a:gd name="connsiteX1" fmla="*/ 216609 w 433218"/>
                <a:gd name="connsiteY1" fmla="*/ 111613 h 558067"/>
                <a:gd name="connsiteX2" fmla="*/ 216609 w 433218"/>
                <a:gd name="connsiteY2" fmla="*/ 0 h 558067"/>
                <a:gd name="connsiteX3" fmla="*/ 433218 w 433218"/>
                <a:gd name="connsiteY3" fmla="*/ 279034 h 558067"/>
                <a:gd name="connsiteX4" fmla="*/ 216609 w 433218"/>
                <a:gd name="connsiteY4" fmla="*/ 558067 h 558067"/>
                <a:gd name="connsiteX5" fmla="*/ 216609 w 433218"/>
                <a:gd name="connsiteY5" fmla="*/ 446454 h 558067"/>
                <a:gd name="connsiteX6" fmla="*/ 0 w 433218"/>
                <a:gd name="connsiteY6" fmla="*/ 446454 h 558067"/>
                <a:gd name="connsiteX7" fmla="*/ 0 w 433218"/>
                <a:gd name="connsiteY7" fmla="*/ 111613 h 55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3218" h="558067">
                  <a:moveTo>
                    <a:pt x="0" y="111613"/>
                  </a:moveTo>
                  <a:lnTo>
                    <a:pt x="216609" y="111613"/>
                  </a:lnTo>
                  <a:lnTo>
                    <a:pt x="216609" y="0"/>
                  </a:lnTo>
                  <a:lnTo>
                    <a:pt x="433218" y="279034"/>
                  </a:lnTo>
                  <a:lnTo>
                    <a:pt x="216609" y="558067"/>
                  </a:lnTo>
                  <a:lnTo>
                    <a:pt x="216609" y="446454"/>
                  </a:lnTo>
                  <a:lnTo>
                    <a:pt x="0" y="446454"/>
                  </a:lnTo>
                  <a:lnTo>
                    <a:pt x="0" y="111613"/>
                  </a:lnTo>
                  <a:close/>
                </a:path>
              </a:pathLst>
            </a:custGeom>
          </p:spPr>
          <p:style>
            <a:lnRef idx="0">
              <a:schemeClr val="accent6">
                <a:shade val="90000"/>
                <a:hueOff val="315239"/>
                <a:satOff val="-5636"/>
                <a:lumOff val="22150"/>
                <a:alphaOff val="0"/>
              </a:schemeClr>
            </a:lnRef>
            <a:fillRef idx="3">
              <a:schemeClr val="accent6">
                <a:shade val="90000"/>
                <a:hueOff val="315239"/>
                <a:satOff val="-5636"/>
                <a:lumOff val="22150"/>
                <a:alphaOff val="0"/>
              </a:schemeClr>
            </a:fillRef>
            <a:effectRef idx="3">
              <a:schemeClr val="accent6">
                <a:shade val="90000"/>
                <a:hueOff val="315239"/>
                <a:satOff val="-5636"/>
                <a:lumOff val="22150"/>
                <a:alphaOff val="0"/>
              </a:schemeClr>
            </a:effectRef>
            <a:fontRef idx="minor">
              <a:schemeClr val="lt1"/>
            </a:fontRef>
          </p:style>
          <p:txBody>
            <a:bodyPr spcFirstLastPara="0" vert="horz" wrap="square" lIns="-1" tIns="111612" rIns="129965" bIns="111613" numCol="1" spcCol="1270" anchor="ctr" anchorCtr="0">
              <a:noAutofit/>
            </a:bodyPr>
            <a:lstStyle/>
            <a:p>
              <a:pPr marL="0" lvl="0" indent="0" algn="ctr" defTabSz="400050">
                <a:lnSpc>
                  <a:spcPct val="90000"/>
                </a:lnSpc>
                <a:spcBef>
                  <a:spcPct val="0"/>
                </a:spcBef>
                <a:spcAft>
                  <a:spcPct val="35000"/>
                </a:spcAft>
                <a:buNone/>
              </a:pPr>
              <a:endParaRPr lang="en-US" sz="900" kern="1200"/>
            </a:p>
          </p:txBody>
        </p:sp>
        <p:sp>
          <p:nvSpPr>
            <p:cNvPr id="13" name="Freeform: Shape 12">
              <a:extLst>
                <a:ext uri="{FF2B5EF4-FFF2-40B4-BE49-F238E27FC236}">
                  <a16:creationId xmlns:a16="http://schemas.microsoft.com/office/drawing/2014/main" id="{3921AC63-7CBE-4F19-9040-D382C87C8366}"/>
                </a:ext>
              </a:extLst>
            </p:cNvPr>
            <p:cNvSpPr/>
            <p:nvPr/>
          </p:nvSpPr>
          <p:spPr>
            <a:xfrm>
              <a:off x="6417126" y="2891499"/>
              <a:ext cx="2250272" cy="1350163"/>
            </a:xfrm>
            <a:custGeom>
              <a:avLst/>
              <a:gdLst>
                <a:gd name="connsiteX0" fmla="*/ 0 w 2250272"/>
                <a:gd name="connsiteY0" fmla="*/ 135016 h 1350163"/>
                <a:gd name="connsiteX1" fmla="*/ 135016 w 2250272"/>
                <a:gd name="connsiteY1" fmla="*/ 0 h 1350163"/>
                <a:gd name="connsiteX2" fmla="*/ 2115256 w 2250272"/>
                <a:gd name="connsiteY2" fmla="*/ 0 h 1350163"/>
                <a:gd name="connsiteX3" fmla="*/ 2250272 w 2250272"/>
                <a:gd name="connsiteY3" fmla="*/ 135016 h 1350163"/>
                <a:gd name="connsiteX4" fmla="*/ 2250272 w 2250272"/>
                <a:gd name="connsiteY4" fmla="*/ 1215147 h 1350163"/>
                <a:gd name="connsiteX5" fmla="*/ 2115256 w 2250272"/>
                <a:gd name="connsiteY5" fmla="*/ 1350163 h 1350163"/>
                <a:gd name="connsiteX6" fmla="*/ 135016 w 2250272"/>
                <a:gd name="connsiteY6" fmla="*/ 1350163 h 1350163"/>
                <a:gd name="connsiteX7" fmla="*/ 0 w 2250272"/>
                <a:gd name="connsiteY7" fmla="*/ 1215147 h 1350163"/>
                <a:gd name="connsiteX8" fmla="*/ 0 w 2250272"/>
                <a:gd name="connsiteY8" fmla="*/ 135016 h 1350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272" h="1350163">
                  <a:moveTo>
                    <a:pt x="0" y="135016"/>
                  </a:moveTo>
                  <a:cubicBezTo>
                    <a:pt x="0" y="60449"/>
                    <a:pt x="60449" y="0"/>
                    <a:pt x="135016" y="0"/>
                  </a:cubicBezTo>
                  <a:lnTo>
                    <a:pt x="2115256" y="0"/>
                  </a:lnTo>
                  <a:cubicBezTo>
                    <a:pt x="2189823" y="0"/>
                    <a:pt x="2250272" y="60449"/>
                    <a:pt x="2250272" y="135016"/>
                  </a:cubicBezTo>
                  <a:lnTo>
                    <a:pt x="2250272" y="1215147"/>
                  </a:lnTo>
                  <a:cubicBezTo>
                    <a:pt x="2250272" y="1289714"/>
                    <a:pt x="2189823" y="1350163"/>
                    <a:pt x="2115256" y="1350163"/>
                  </a:cubicBezTo>
                  <a:lnTo>
                    <a:pt x="135016" y="1350163"/>
                  </a:lnTo>
                  <a:cubicBezTo>
                    <a:pt x="60449" y="1350163"/>
                    <a:pt x="0" y="1289714"/>
                    <a:pt x="0" y="1215147"/>
                  </a:cubicBezTo>
                  <a:lnTo>
                    <a:pt x="0" y="135016"/>
                  </a:lnTo>
                  <a:close/>
                </a:path>
              </a:pathLst>
            </a:custGeom>
            <a:solidFill>
              <a:schemeClr val="accent6"/>
            </a:solidFill>
          </p:spPr>
          <p:style>
            <a:lnRef idx="0">
              <a:schemeClr val="lt1">
                <a:hueOff val="0"/>
                <a:satOff val="0"/>
                <a:lumOff val="0"/>
                <a:alphaOff val="0"/>
              </a:schemeClr>
            </a:lnRef>
            <a:fillRef idx="3">
              <a:schemeClr val="accent6">
                <a:shade val="50000"/>
                <a:hueOff val="456629"/>
                <a:satOff val="-9464"/>
                <a:lumOff val="43081"/>
                <a:alphaOff val="0"/>
              </a:schemeClr>
            </a:fillRef>
            <a:effectRef idx="3">
              <a:schemeClr val="accent6">
                <a:shade val="50000"/>
                <a:hueOff val="456629"/>
                <a:satOff val="-9464"/>
                <a:lumOff val="43081"/>
                <a:alphaOff val="0"/>
              </a:schemeClr>
            </a:effectRef>
            <a:fontRef idx="minor">
              <a:schemeClr val="lt1"/>
            </a:fontRef>
          </p:style>
          <p:txBody>
            <a:bodyPr spcFirstLastPara="0" vert="horz" wrap="square" lIns="81455" tIns="81455" rIns="81455" bIns="81455" numCol="1" spcCol="1270" anchor="ctr" anchorCtr="0">
              <a:noAutofit/>
            </a:bodyPr>
            <a:lstStyle/>
            <a:p>
              <a:pPr marL="0" lvl="0" indent="0" algn="ctr" defTabSz="488950">
                <a:lnSpc>
                  <a:spcPct val="90000"/>
                </a:lnSpc>
                <a:spcBef>
                  <a:spcPct val="0"/>
                </a:spcBef>
                <a:spcAft>
                  <a:spcPct val="35000"/>
                </a:spcAft>
                <a:buNone/>
              </a:pPr>
              <a:r>
                <a:rPr lang="en-US" sz="1400" kern="1200"/>
                <a:t>The values of company codes are </a:t>
              </a:r>
              <a:r>
                <a:rPr lang="en-US" sz="1400" b="1" u="sng" kern="1200"/>
                <a:t>marked as “+” or “-” </a:t>
              </a:r>
              <a:r>
                <a:rPr lang="en-US" sz="1400" kern="1200"/>
                <a:t>to indicate which one is selected (“+”) for the FCC tasks within the folder</a:t>
              </a:r>
            </a:p>
          </p:txBody>
        </p:sp>
        <p:sp>
          <p:nvSpPr>
            <p:cNvPr id="14" name="Freeform: Shape 13">
              <a:extLst>
                <a:ext uri="{FF2B5EF4-FFF2-40B4-BE49-F238E27FC236}">
                  <a16:creationId xmlns:a16="http://schemas.microsoft.com/office/drawing/2014/main" id="{763ED8FD-9FE2-4EEB-A7E3-4DF39EC2ED28}"/>
                </a:ext>
              </a:extLst>
            </p:cNvPr>
            <p:cNvSpPr/>
            <p:nvPr/>
          </p:nvSpPr>
          <p:spPr>
            <a:xfrm rot="21571705">
              <a:off x="8913103" y="3274119"/>
              <a:ext cx="520931" cy="558067"/>
            </a:xfrm>
            <a:custGeom>
              <a:avLst/>
              <a:gdLst>
                <a:gd name="connsiteX0" fmla="*/ 0 w 520931"/>
                <a:gd name="connsiteY0" fmla="*/ 111613 h 558067"/>
                <a:gd name="connsiteX1" fmla="*/ 260466 w 520931"/>
                <a:gd name="connsiteY1" fmla="*/ 111613 h 558067"/>
                <a:gd name="connsiteX2" fmla="*/ 260466 w 520931"/>
                <a:gd name="connsiteY2" fmla="*/ 0 h 558067"/>
                <a:gd name="connsiteX3" fmla="*/ 520931 w 520931"/>
                <a:gd name="connsiteY3" fmla="*/ 279034 h 558067"/>
                <a:gd name="connsiteX4" fmla="*/ 260466 w 520931"/>
                <a:gd name="connsiteY4" fmla="*/ 558067 h 558067"/>
                <a:gd name="connsiteX5" fmla="*/ 260466 w 520931"/>
                <a:gd name="connsiteY5" fmla="*/ 446454 h 558067"/>
                <a:gd name="connsiteX6" fmla="*/ 0 w 520931"/>
                <a:gd name="connsiteY6" fmla="*/ 446454 h 558067"/>
                <a:gd name="connsiteX7" fmla="*/ 0 w 520931"/>
                <a:gd name="connsiteY7" fmla="*/ 111613 h 55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931" h="558067">
                  <a:moveTo>
                    <a:pt x="0" y="111613"/>
                  </a:moveTo>
                  <a:lnTo>
                    <a:pt x="260466" y="111613"/>
                  </a:lnTo>
                  <a:lnTo>
                    <a:pt x="260466" y="0"/>
                  </a:lnTo>
                  <a:lnTo>
                    <a:pt x="520931" y="279034"/>
                  </a:lnTo>
                  <a:lnTo>
                    <a:pt x="260466" y="558067"/>
                  </a:lnTo>
                  <a:lnTo>
                    <a:pt x="260466" y="446454"/>
                  </a:lnTo>
                  <a:lnTo>
                    <a:pt x="0" y="446454"/>
                  </a:lnTo>
                  <a:lnTo>
                    <a:pt x="0" y="111613"/>
                  </a:lnTo>
                  <a:close/>
                </a:path>
              </a:pathLst>
            </a:custGeom>
          </p:spPr>
          <p:style>
            <a:lnRef idx="0">
              <a:schemeClr val="accent6">
                <a:shade val="90000"/>
                <a:hueOff val="315239"/>
                <a:satOff val="-5636"/>
                <a:lumOff val="22150"/>
                <a:alphaOff val="0"/>
              </a:schemeClr>
            </a:lnRef>
            <a:fillRef idx="3">
              <a:schemeClr val="accent6">
                <a:shade val="90000"/>
                <a:hueOff val="315239"/>
                <a:satOff val="-5636"/>
                <a:lumOff val="22150"/>
                <a:alphaOff val="0"/>
              </a:schemeClr>
            </a:fillRef>
            <a:effectRef idx="3">
              <a:schemeClr val="accent6">
                <a:shade val="90000"/>
                <a:hueOff val="315239"/>
                <a:satOff val="-5636"/>
                <a:lumOff val="22150"/>
                <a:alphaOff val="0"/>
              </a:schemeClr>
            </a:effectRef>
            <a:fontRef idx="minor">
              <a:schemeClr val="lt1"/>
            </a:fontRef>
          </p:style>
          <p:txBody>
            <a:bodyPr spcFirstLastPara="0" vert="horz" wrap="square" lIns="0" tIns="111612" rIns="156278" bIns="111613" numCol="1" spcCol="1270" anchor="ctr" anchorCtr="0">
              <a:noAutofit/>
            </a:bodyPr>
            <a:lstStyle/>
            <a:p>
              <a:pPr marL="0" lvl="0" indent="0" algn="ctr" defTabSz="400050">
                <a:lnSpc>
                  <a:spcPct val="90000"/>
                </a:lnSpc>
                <a:spcBef>
                  <a:spcPct val="0"/>
                </a:spcBef>
                <a:spcAft>
                  <a:spcPct val="35000"/>
                </a:spcAft>
                <a:buNone/>
              </a:pPr>
              <a:endParaRPr lang="en-US" sz="900" kern="1200"/>
            </a:p>
          </p:txBody>
        </p:sp>
        <p:sp>
          <p:nvSpPr>
            <p:cNvPr id="15" name="Freeform: Shape 14">
              <a:extLst>
                <a:ext uri="{FF2B5EF4-FFF2-40B4-BE49-F238E27FC236}">
                  <a16:creationId xmlns:a16="http://schemas.microsoft.com/office/drawing/2014/main" id="{383CB874-0B83-4C38-84E8-5A04E3C379DB}"/>
                </a:ext>
              </a:extLst>
            </p:cNvPr>
            <p:cNvSpPr/>
            <p:nvPr/>
          </p:nvSpPr>
          <p:spPr>
            <a:xfrm>
              <a:off x="9650254" y="2864887"/>
              <a:ext cx="2250272" cy="1350163"/>
            </a:xfrm>
            <a:custGeom>
              <a:avLst/>
              <a:gdLst>
                <a:gd name="connsiteX0" fmla="*/ 0 w 2250272"/>
                <a:gd name="connsiteY0" fmla="*/ 135016 h 1350163"/>
                <a:gd name="connsiteX1" fmla="*/ 135016 w 2250272"/>
                <a:gd name="connsiteY1" fmla="*/ 0 h 1350163"/>
                <a:gd name="connsiteX2" fmla="*/ 2115256 w 2250272"/>
                <a:gd name="connsiteY2" fmla="*/ 0 h 1350163"/>
                <a:gd name="connsiteX3" fmla="*/ 2250272 w 2250272"/>
                <a:gd name="connsiteY3" fmla="*/ 135016 h 1350163"/>
                <a:gd name="connsiteX4" fmla="*/ 2250272 w 2250272"/>
                <a:gd name="connsiteY4" fmla="*/ 1215147 h 1350163"/>
                <a:gd name="connsiteX5" fmla="*/ 2115256 w 2250272"/>
                <a:gd name="connsiteY5" fmla="*/ 1350163 h 1350163"/>
                <a:gd name="connsiteX6" fmla="*/ 135016 w 2250272"/>
                <a:gd name="connsiteY6" fmla="*/ 1350163 h 1350163"/>
                <a:gd name="connsiteX7" fmla="*/ 0 w 2250272"/>
                <a:gd name="connsiteY7" fmla="*/ 1215147 h 1350163"/>
                <a:gd name="connsiteX8" fmla="*/ 0 w 2250272"/>
                <a:gd name="connsiteY8" fmla="*/ 135016 h 1350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272" h="1350163">
                  <a:moveTo>
                    <a:pt x="0" y="135016"/>
                  </a:moveTo>
                  <a:cubicBezTo>
                    <a:pt x="0" y="60449"/>
                    <a:pt x="60449" y="0"/>
                    <a:pt x="135016" y="0"/>
                  </a:cubicBezTo>
                  <a:lnTo>
                    <a:pt x="2115256" y="0"/>
                  </a:lnTo>
                  <a:cubicBezTo>
                    <a:pt x="2189823" y="0"/>
                    <a:pt x="2250272" y="60449"/>
                    <a:pt x="2250272" y="135016"/>
                  </a:cubicBezTo>
                  <a:lnTo>
                    <a:pt x="2250272" y="1215147"/>
                  </a:lnTo>
                  <a:cubicBezTo>
                    <a:pt x="2250272" y="1289714"/>
                    <a:pt x="2189823" y="1350163"/>
                    <a:pt x="2115256" y="1350163"/>
                  </a:cubicBezTo>
                  <a:lnTo>
                    <a:pt x="135016" y="1350163"/>
                  </a:lnTo>
                  <a:cubicBezTo>
                    <a:pt x="60449" y="1350163"/>
                    <a:pt x="0" y="1289714"/>
                    <a:pt x="0" y="1215147"/>
                  </a:cubicBezTo>
                  <a:lnTo>
                    <a:pt x="0" y="135016"/>
                  </a:lnTo>
                  <a:close/>
                </a:path>
              </a:pathLst>
            </a:custGeom>
            <a:solidFill>
              <a:schemeClr val="accent6">
                <a:lumMod val="60000"/>
                <a:lumOff val="40000"/>
              </a:schemeClr>
            </a:solidFill>
          </p:spPr>
          <p:style>
            <a:lnRef idx="0">
              <a:schemeClr val="lt1">
                <a:hueOff val="0"/>
                <a:satOff val="0"/>
                <a:lumOff val="0"/>
                <a:alphaOff val="0"/>
              </a:schemeClr>
            </a:lnRef>
            <a:fillRef idx="3">
              <a:schemeClr val="accent6">
                <a:shade val="50000"/>
                <a:hueOff val="228315"/>
                <a:satOff val="-4732"/>
                <a:lumOff val="21540"/>
                <a:alphaOff val="0"/>
              </a:schemeClr>
            </a:fillRef>
            <a:effectRef idx="3">
              <a:schemeClr val="accent6">
                <a:shade val="50000"/>
                <a:hueOff val="228315"/>
                <a:satOff val="-4732"/>
                <a:lumOff val="21540"/>
                <a:alphaOff val="0"/>
              </a:schemeClr>
            </a:effectRef>
            <a:fontRef idx="minor">
              <a:schemeClr val="lt1"/>
            </a:fontRef>
          </p:style>
          <p:txBody>
            <a:bodyPr spcFirstLastPara="0" vert="horz" wrap="square" lIns="81455" tIns="81455" rIns="81455" bIns="81455" numCol="1" spcCol="1270" anchor="ctr" anchorCtr="0">
              <a:noAutofit/>
            </a:bodyPr>
            <a:lstStyle/>
            <a:p>
              <a:pPr marL="0" lvl="0" indent="0" algn="ctr" defTabSz="488950">
                <a:lnSpc>
                  <a:spcPct val="90000"/>
                </a:lnSpc>
                <a:spcBef>
                  <a:spcPct val="0"/>
                </a:spcBef>
                <a:spcAft>
                  <a:spcPct val="35000"/>
                </a:spcAft>
                <a:buNone/>
              </a:pPr>
              <a:r>
                <a:rPr lang="en-US" sz="1400" kern="1200"/>
                <a:t>When an FCC task is executed </a:t>
              </a:r>
              <a:r>
                <a:rPr lang="en-US" sz="1400" b="1" kern="1200"/>
                <a:t>via FCC the correct company codes are picked up </a:t>
              </a:r>
              <a:r>
                <a:rPr lang="en-US" sz="1400" kern="1200"/>
                <a:t>based on the folder values</a:t>
              </a:r>
            </a:p>
          </p:txBody>
        </p:sp>
      </p:grpSp>
      <p:sp>
        <p:nvSpPr>
          <p:cNvPr id="37" name="Oval 36">
            <a:extLst>
              <a:ext uri="{FF2B5EF4-FFF2-40B4-BE49-F238E27FC236}">
                <a16:creationId xmlns:a16="http://schemas.microsoft.com/office/drawing/2014/main" id="{99496AA4-2985-4D73-9AAE-BEFFA6A6CCDB}"/>
              </a:ext>
            </a:extLst>
          </p:cNvPr>
          <p:cNvSpPr/>
          <p:nvPr/>
        </p:nvSpPr>
        <p:spPr>
          <a:xfrm>
            <a:off x="1178795" y="3249154"/>
            <a:ext cx="475624" cy="453459"/>
          </a:xfrm>
          <a:prstGeom prst="ellipse">
            <a:avLst/>
          </a:prstGeom>
          <a:solidFill>
            <a:srgbClr val="00B0F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1</a:t>
            </a:r>
          </a:p>
        </p:txBody>
      </p:sp>
      <p:sp>
        <p:nvSpPr>
          <p:cNvPr id="38" name="Oval 37">
            <a:extLst>
              <a:ext uri="{FF2B5EF4-FFF2-40B4-BE49-F238E27FC236}">
                <a16:creationId xmlns:a16="http://schemas.microsoft.com/office/drawing/2014/main" id="{D2D95518-656F-49CB-BA38-6FBC4C2CAC97}"/>
              </a:ext>
            </a:extLst>
          </p:cNvPr>
          <p:cNvSpPr/>
          <p:nvPr/>
        </p:nvSpPr>
        <p:spPr>
          <a:xfrm>
            <a:off x="4366120" y="3240435"/>
            <a:ext cx="475624" cy="453459"/>
          </a:xfrm>
          <a:prstGeom prst="ellipse">
            <a:avLst/>
          </a:prstGeom>
          <a:solidFill>
            <a:srgbClr val="00B0F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2</a:t>
            </a:r>
          </a:p>
        </p:txBody>
      </p:sp>
      <p:sp>
        <p:nvSpPr>
          <p:cNvPr id="39" name="Oval 38">
            <a:extLst>
              <a:ext uri="{FF2B5EF4-FFF2-40B4-BE49-F238E27FC236}">
                <a16:creationId xmlns:a16="http://schemas.microsoft.com/office/drawing/2014/main" id="{3C328E76-A3CC-457F-8D7F-0CBEB149DE25}"/>
              </a:ext>
            </a:extLst>
          </p:cNvPr>
          <p:cNvSpPr/>
          <p:nvPr/>
        </p:nvSpPr>
        <p:spPr>
          <a:xfrm>
            <a:off x="7433754" y="3249154"/>
            <a:ext cx="475624" cy="453459"/>
          </a:xfrm>
          <a:prstGeom prst="ellipse">
            <a:avLst/>
          </a:prstGeom>
          <a:solidFill>
            <a:srgbClr val="00B0F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3</a:t>
            </a:r>
          </a:p>
        </p:txBody>
      </p:sp>
      <p:sp>
        <p:nvSpPr>
          <p:cNvPr id="40" name="Oval 39">
            <a:extLst>
              <a:ext uri="{FF2B5EF4-FFF2-40B4-BE49-F238E27FC236}">
                <a16:creationId xmlns:a16="http://schemas.microsoft.com/office/drawing/2014/main" id="{643FF806-BAA8-4A74-A228-13FCE2395FB6}"/>
              </a:ext>
            </a:extLst>
          </p:cNvPr>
          <p:cNvSpPr/>
          <p:nvPr/>
        </p:nvSpPr>
        <p:spPr>
          <a:xfrm>
            <a:off x="10666882" y="3249154"/>
            <a:ext cx="475624" cy="453459"/>
          </a:xfrm>
          <a:prstGeom prst="ellipse">
            <a:avLst/>
          </a:prstGeom>
          <a:solidFill>
            <a:srgbClr val="00B0F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4</a:t>
            </a:r>
          </a:p>
        </p:txBody>
      </p:sp>
      <p:sp>
        <p:nvSpPr>
          <p:cNvPr id="41" name="TextBox 40">
            <a:extLst>
              <a:ext uri="{FF2B5EF4-FFF2-40B4-BE49-F238E27FC236}">
                <a16:creationId xmlns:a16="http://schemas.microsoft.com/office/drawing/2014/main" id="{8CDB24D1-BFA6-46DD-8E4F-8E7F34ED46A8}"/>
              </a:ext>
            </a:extLst>
          </p:cNvPr>
          <p:cNvSpPr txBox="1"/>
          <p:nvPr/>
        </p:nvSpPr>
        <p:spPr>
          <a:xfrm>
            <a:off x="1022126" y="1560275"/>
            <a:ext cx="10917285" cy="1378977"/>
          </a:xfrm>
          <a:prstGeom prst="rect">
            <a:avLst/>
          </a:prstGeom>
          <a:noFill/>
        </p:spPr>
        <p:txBody>
          <a:bodyPr wrap="square" lIns="0" tIns="0" rIns="0" bIns="0" rtlCol="0">
            <a:noAutofit/>
          </a:bodyPr>
          <a:lstStyle/>
          <a:p>
            <a:pPr marL="171450" indent="-171450" algn="l">
              <a:spcAft>
                <a:spcPts val="600"/>
              </a:spcAft>
              <a:buFont typeface="Arial" panose="020B0604020202020204" pitchFamily="34" charset="0"/>
              <a:buChar char="•"/>
            </a:pPr>
            <a:r>
              <a:rPr lang="en-US" sz="1200" i="1">
                <a:latin typeface="Georgia" panose="02040502050405020303" pitchFamily="18" charset="0"/>
              </a:rPr>
              <a:t>The way how standard variable SAP_FAST_CLOSE_BUKRS_S works is defined in customizing. This makes it convenient for FCC to automatically pick up the required company codes for a given task within an FCC Task List.</a:t>
            </a:r>
          </a:p>
          <a:p>
            <a:pPr marL="171450" indent="-171450" algn="l">
              <a:spcAft>
                <a:spcPts val="600"/>
              </a:spcAft>
              <a:buFont typeface="Arial" panose="020B0604020202020204" pitchFamily="34" charset="0"/>
              <a:buChar char="•"/>
            </a:pPr>
            <a:r>
              <a:rPr lang="en-US" sz="1200" i="1">
                <a:latin typeface="Georgia" panose="02040502050405020303" pitchFamily="18" charset="0"/>
              </a:rPr>
              <a:t>At the same time this might create some confusion if users execute a transaction outside of FCC using the same variant, as FCC folder settings are not taken into consideration if a transaction is executed outside of FCC, therefore the Company Codes populated from the variant may not be the correct ones.</a:t>
            </a:r>
          </a:p>
          <a:p>
            <a:pPr marL="171450" indent="-171450" algn="l">
              <a:spcAft>
                <a:spcPts val="600"/>
              </a:spcAft>
              <a:buFont typeface="Arial" panose="020B0604020202020204" pitchFamily="34" charset="0"/>
              <a:buChar char="•"/>
            </a:pPr>
            <a:r>
              <a:rPr lang="en-US" sz="1200" i="1">
                <a:latin typeface="Georgia" panose="02040502050405020303" pitchFamily="18" charset="0"/>
              </a:rPr>
              <a:t>Below shows the logic </a:t>
            </a:r>
            <a:r>
              <a:rPr lang="en-US" sz="1200" b="1" i="1">
                <a:latin typeface="Georgia" panose="02040502050405020303" pitchFamily="18" charset="0"/>
              </a:rPr>
              <a:t>how an FCC task is able to pick up the correct company code</a:t>
            </a:r>
            <a:r>
              <a:rPr lang="en-US" sz="1200" i="1">
                <a:latin typeface="Georgia" panose="02040502050405020303" pitchFamily="18" charset="0"/>
              </a:rPr>
              <a:t>. Examples are provided to demonstrate this logic on the following slides.</a:t>
            </a:r>
          </a:p>
          <a:p>
            <a:pPr marL="171450" indent="-171450" algn="l">
              <a:spcAft>
                <a:spcPts val="600"/>
              </a:spcAft>
              <a:buFont typeface="Arial" panose="020B0604020202020204" pitchFamily="34" charset="0"/>
              <a:buChar char="•"/>
            </a:pPr>
            <a:endParaRPr lang="en-US" sz="1200" i="1">
              <a:latin typeface="Georgia" panose="02040502050405020303" pitchFamily="18" charset="0"/>
            </a:endParaRPr>
          </a:p>
          <a:p>
            <a:pPr algn="l">
              <a:spcAft>
                <a:spcPts val="300"/>
              </a:spcAft>
            </a:pPr>
            <a:endParaRPr lang="en-US" sz="1200" i="1">
              <a:latin typeface="Georgia" panose="02040502050405020303" pitchFamily="18" charset="0"/>
            </a:endParaRPr>
          </a:p>
        </p:txBody>
      </p:sp>
      <p:pic>
        <p:nvPicPr>
          <p:cNvPr id="42" name="Graphic 41" descr="Person with idea">
            <a:extLst>
              <a:ext uri="{FF2B5EF4-FFF2-40B4-BE49-F238E27FC236}">
                <a16:creationId xmlns:a16="http://schemas.microsoft.com/office/drawing/2014/main" id="{F2904B31-C683-4E94-8D0F-D320FCF25B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2589" y="1411789"/>
            <a:ext cx="661199" cy="661199"/>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285430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ECE4B4DC-BEF7-431E-AE82-22614ED66BF7}"/>
              </a:ext>
            </a:extLst>
          </p:cNvPr>
          <p:cNvSpPr/>
          <p:nvPr/>
        </p:nvSpPr>
        <p:spPr>
          <a:xfrm>
            <a:off x="5929748" y="1403925"/>
            <a:ext cx="6123707" cy="1366982"/>
          </a:xfrm>
          <a:prstGeom prst="roundRect">
            <a:avLst>
              <a:gd name="adj" fmla="val 4667"/>
            </a:avLst>
          </a:prstGeom>
          <a:solidFill>
            <a:schemeClr val="bg1">
              <a:lumMod val="95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90ED4305-3E43-471B-9A7B-4880F08341EE}"/>
              </a:ext>
            </a:extLst>
          </p:cNvPr>
          <p:cNvSpPr>
            <a:spLocks noGrp="1"/>
          </p:cNvSpPr>
          <p:nvPr>
            <p:ph type="title"/>
          </p:nvPr>
        </p:nvSpPr>
        <p:spPr>
          <a:xfrm>
            <a:off x="1511277" y="210344"/>
            <a:ext cx="9342770" cy="984247"/>
          </a:xfrm>
        </p:spPr>
        <p:txBody>
          <a:bodyPr/>
          <a:lstStyle/>
          <a:p>
            <a:pPr>
              <a:lnSpc>
                <a:spcPct val="100000"/>
              </a:lnSpc>
              <a:spcBef>
                <a:spcPts val="600"/>
              </a:spcBef>
            </a:pPr>
            <a:r>
              <a:rPr lang="en-US"/>
              <a:t>How Are </a:t>
            </a:r>
            <a:r>
              <a:rPr lang="en-US" u="sng"/>
              <a:t>Company Codes</a:t>
            </a:r>
            <a:r>
              <a:rPr lang="en-US"/>
              <a:t> in Variants Defined?</a:t>
            </a:r>
            <a:br>
              <a:rPr lang="en-US"/>
            </a:br>
            <a:r>
              <a:rPr lang="en-US" sz="1800" b="0" i="1">
                <a:solidFill>
                  <a:schemeClr val="bg1">
                    <a:lumMod val="65000"/>
                  </a:schemeClr>
                </a:solidFill>
                <a:latin typeface="Georgia" panose="02040502050405020303" pitchFamily="18" charset="0"/>
              </a:rPr>
              <a:t>Company codes definition in each FCC folder</a:t>
            </a:r>
          </a:p>
        </p:txBody>
      </p:sp>
      <p:sp>
        <p:nvSpPr>
          <p:cNvPr id="3" name="Slide Number Placeholder 2">
            <a:extLst>
              <a:ext uri="{FF2B5EF4-FFF2-40B4-BE49-F238E27FC236}">
                <a16:creationId xmlns:a16="http://schemas.microsoft.com/office/drawing/2014/main" id="{82E4874C-4283-4CB6-A070-11E375A78B4D}"/>
              </a:ext>
            </a:extLst>
          </p:cNvPr>
          <p:cNvSpPr>
            <a:spLocks noGrp="1"/>
          </p:cNvSpPr>
          <p:nvPr>
            <p:ph type="sldNum" sz="quarter" idx="12"/>
          </p:nvPr>
        </p:nvSpPr>
        <p:spPr>
          <a:xfrm>
            <a:off x="11416047" y="6282531"/>
            <a:ext cx="397261" cy="365125"/>
          </a:xfrm>
        </p:spPr>
        <p:txBody>
          <a:bodyPr/>
          <a:lstStyle/>
          <a:p>
            <a:fld id="{F4C94289-3309-4C35-850A-56FD49B3E346}" type="slidenum">
              <a:rPr lang="en-GB" smtClean="0"/>
              <a:t>14</a:t>
            </a:fld>
            <a:endParaRPr lang="en-GB"/>
          </a:p>
        </p:txBody>
      </p:sp>
      <p:pic>
        <p:nvPicPr>
          <p:cNvPr id="2" name="Picture 1">
            <a:extLst>
              <a:ext uri="{FF2B5EF4-FFF2-40B4-BE49-F238E27FC236}">
                <a16:creationId xmlns:a16="http://schemas.microsoft.com/office/drawing/2014/main" id="{8FE21689-3018-4CD5-ABF6-69F0CE6DF412}"/>
              </a:ext>
            </a:extLst>
          </p:cNvPr>
          <p:cNvPicPr>
            <a:picLocks noChangeAspect="1"/>
          </p:cNvPicPr>
          <p:nvPr/>
        </p:nvPicPr>
        <p:blipFill>
          <a:blip r:embed="rId2"/>
          <a:stretch>
            <a:fillRect/>
          </a:stretch>
        </p:blipFill>
        <p:spPr>
          <a:xfrm>
            <a:off x="6160653" y="1709005"/>
            <a:ext cx="5719577" cy="992021"/>
          </a:xfrm>
          <a:prstGeom prst="rect">
            <a:avLst/>
          </a:prstGeom>
        </p:spPr>
      </p:pic>
      <p:sp>
        <p:nvSpPr>
          <p:cNvPr id="5" name="Rectangle 4">
            <a:extLst>
              <a:ext uri="{FF2B5EF4-FFF2-40B4-BE49-F238E27FC236}">
                <a16:creationId xmlns:a16="http://schemas.microsoft.com/office/drawing/2014/main" id="{FF664C09-B477-4C0F-8E88-54715D25DE0C}"/>
              </a:ext>
            </a:extLst>
          </p:cNvPr>
          <p:cNvSpPr/>
          <p:nvPr/>
        </p:nvSpPr>
        <p:spPr>
          <a:xfrm>
            <a:off x="6795465" y="1417966"/>
            <a:ext cx="4711546" cy="276999"/>
          </a:xfrm>
          <a:prstGeom prst="rect">
            <a:avLst/>
          </a:prstGeom>
        </p:spPr>
        <p:txBody>
          <a:bodyPr wrap="none">
            <a:spAutoFit/>
          </a:bodyPr>
          <a:lstStyle/>
          <a:p>
            <a:r>
              <a:rPr lang="en-US" sz="1200" b="1"/>
              <a:t>How does an FCC task pick up the required </a:t>
            </a:r>
            <a:r>
              <a:rPr lang="en-US" sz="1200" b="1" u="sng"/>
              <a:t>Company Codes</a:t>
            </a:r>
            <a:r>
              <a:rPr lang="en-US" sz="1200" b="1"/>
              <a:t>?</a:t>
            </a:r>
          </a:p>
        </p:txBody>
      </p:sp>
      <p:pic>
        <p:nvPicPr>
          <p:cNvPr id="6" name="Picture 5">
            <a:extLst>
              <a:ext uri="{FF2B5EF4-FFF2-40B4-BE49-F238E27FC236}">
                <a16:creationId xmlns:a16="http://schemas.microsoft.com/office/drawing/2014/main" id="{7C25B313-A18C-40D3-A9EF-0B8E0D7A07E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459460" y="1796655"/>
            <a:ext cx="3382868" cy="2129019"/>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1D49AFC0-3C3F-4A5E-9AC1-83BA50E77BC8}"/>
              </a:ext>
            </a:extLst>
          </p:cNvPr>
          <p:cNvPicPr>
            <a:picLocks noChangeAspect="1"/>
          </p:cNvPicPr>
          <p:nvPr/>
        </p:nvPicPr>
        <p:blipFill>
          <a:blip r:embed="rId5"/>
          <a:stretch>
            <a:fillRect/>
          </a:stretch>
        </p:blipFill>
        <p:spPr>
          <a:xfrm>
            <a:off x="1171840" y="4281009"/>
            <a:ext cx="5340976" cy="1098626"/>
          </a:xfrm>
          <a:prstGeom prst="rect">
            <a:avLst/>
          </a:prstGeom>
          <a:ln>
            <a:solidFill>
              <a:schemeClr val="accent6"/>
            </a:solidFill>
          </a:ln>
          <a:effectLst>
            <a:outerShdw blurRad="50800" dist="38100" dir="5400000" algn="t" rotWithShape="0">
              <a:prstClr val="black">
                <a:alpha val="40000"/>
              </a:prstClr>
            </a:outerShdw>
          </a:effectLst>
        </p:spPr>
      </p:pic>
      <p:pic>
        <p:nvPicPr>
          <p:cNvPr id="336898" name="Picture 2" descr="C:\Users\cstwangw\AppData\Local\Temp\SNAGHTML167b033.PNG">
            <a:extLst>
              <a:ext uri="{FF2B5EF4-FFF2-40B4-BE49-F238E27FC236}">
                <a16:creationId xmlns:a16="http://schemas.microsoft.com/office/drawing/2014/main" id="{7ACDC1D4-8845-45B9-8EA3-E6015FD39A60}"/>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107946" y="2802644"/>
            <a:ext cx="3306054" cy="4055356"/>
          </a:xfrm>
          <a:prstGeom prst="rect">
            <a:avLst/>
          </a:prstGeom>
          <a:noFill/>
          <a:ln>
            <a:solidFill>
              <a:schemeClr val="accent4"/>
            </a:solid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4" name="Rectangle: Rounded Corners 23">
            <a:extLst>
              <a:ext uri="{FF2B5EF4-FFF2-40B4-BE49-F238E27FC236}">
                <a16:creationId xmlns:a16="http://schemas.microsoft.com/office/drawing/2014/main" id="{C509F03A-8663-4EE0-8B39-BDCEF6754C26}"/>
              </a:ext>
            </a:extLst>
          </p:cNvPr>
          <p:cNvSpPr/>
          <p:nvPr/>
        </p:nvSpPr>
        <p:spPr>
          <a:xfrm>
            <a:off x="435732" y="1366152"/>
            <a:ext cx="3406596" cy="43604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dirty="0">
                <a:solidFill>
                  <a:srgbClr val="00B2A9">
                    <a:lumMod val="50000"/>
                  </a:srgbClr>
                </a:solidFill>
                <a:latin typeface="Arial" panose="020B0604020202020204"/>
              </a:rPr>
              <a:t>FCLOCO: Display FCC Task List -&gt;Select folder for GBS/JTBC St. Pete GBS/JTBC level tasks -&gt; Right mouse click</a:t>
            </a:r>
            <a:endPar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5DB0173E-08C6-4279-A409-856C3AD16466}"/>
              </a:ext>
            </a:extLst>
          </p:cNvPr>
          <p:cNvSpPr/>
          <p:nvPr/>
        </p:nvSpPr>
        <p:spPr>
          <a:xfrm>
            <a:off x="1071111" y="2970847"/>
            <a:ext cx="1441179" cy="151044"/>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483266F5-07B8-48E0-B4F7-4F0E4C306D90}"/>
              </a:ext>
            </a:extLst>
          </p:cNvPr>
          <p:cNvSpPr/>
          <p:nvPr/>
        </p:nvSpPr>
        <p:spPr>
          <a:xfrm>
            <a:off x="2627438" y="3121891"/>
            <a:ext cx="799253" cy="151044"/>
          </a:xfrm>
          <a:prstGeom prst="roundRect">
            <a:avLst>
              <a:gd name="adj" fmla="val 9229"/>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6956806A-12D4-420C-B7B9-4738C45C7E41}"/>
              </a:ext>
            </a:extLst>
          </p:cNvPr>
          <p:cNvCxnSpPr>
            <a:cxnSpLocks/>
            <a:stCxn id="26" idx="1"/>
            <a:endCxn id="7" idx="2"/>
          </p:cNvCxnSpPr>
          <p:nvPr/>
        </p:nvCxnSpPr>
        <p:spPr>
          <a:xfrm rot="10800000" flipH="1" flipV="1">
            <a:off x="2627438" y="3197413"/>
            <a:ext cx="1214890" cy="2182222"/>
          </a:xfrm>
          <a:prstGeom prst="bentConnector4">
            <a:avLst>
              <a:gd name="adj1" fmla="val -138630"/>
              <a:gd name="adj2" fmla="val 110476"/>
            </a:avLst>
          </a:prstGeom>
          <a:ln w="95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AEC10610-6421-48EB-9567-0721BC1BC62E}"/>
              </a:ext>
            </a:extLst>
          </p:cNvPr>
          <p:cNvSpPr/>
          <p:nvPr/>
        </p:nvSpPr>
        <p:spPr>
          <a:xfrm>
            <a:off x="2872201" y="5144655"/>
            <a:ext cx="2069254" cy="234980"/>
          </a:xfrm>
          <a:prstGeom prst="roundRect">
            <a:avLst>
              <a:gd name="adj" fmla="val 9229"/>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5D9261CC-D4C4-4A8F-9BD2-506234FAAC2C}"/>
              </a:ext>
            </a:extLst>
          </p:cNvPr>
          <p:cNvSpPr/>
          <p:nvPr/>
        </p:nvSpPr>
        <p:spPr>
          <a:xfrm>
            <a:off x="2627436" y="3532565"/>
            <a:ext cx="799253" cy="151044"/>
          </a:xfrm>
          <a:prstGeom prst="roundRect">
            <a:avLst>
              <a:gd name="adj" fmla="val 9229"/>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ctor: Elbow 20">
            <a:extLst>
              <a:ext uri="{FF2B5EF4-FFF2-40B4-BE49-F238E27FC236}">
                <a16:creationId xmlns:a16="http://schemas.microsoft.com/office/drawing/2014/main" id="{A7BF75D2-5A5A-475D-8673-95F6D9C5A617}"/>
              </a:ext>
            </a:extLst>
          </p:cNvPr>
          <p:cNvCxnSpPr>
            <a:stCxn id="31" idx="3"/>
            <a:endCxn id="336898" idx="1"/>
          </p:cNvCxnSpPr>
          <p:nvPr/>
        </p:nvCxnSpPr>
        <p:spPr>
          <a:xfrm>
            <a:off x="3426689" y="3608087"/>
            <a:ext cx="3681257" cy="1222235"/>
          </a:xfrm>
          <a:prstGeom prst="bentConnector3">
            <a:avLst>
              <a:gd name="adj1" fmla="val 91148"/>
            </a:avLst>
          </a:prstGeom>
          <a:ln w="95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6FFE7CEE-CE69-48FC-BBE5-0D600601F245}"/>
              </a:ext>
            </a:extLst>
          </p:cNvPr>
          <p:cNvSpPr/>
          <p:nvPr/>
        </p:nvSpPr>
        <p:spPr>
          <a:xfrm>
            <a:off x="7453745" y="3429000"/>
            <a:ext cx="2919819" cy="2011034"/>
          </a:xfrm>
          <a:prstGeom prst="roundRect">
            <a:avLst>
              <a:gd name="adj" fmla="val 1970"/>
            </a:avLst>
          </a:prstGeom>
          <a:solidFill>
            <a:srgbClr val="FFFF00">
              <a:alpha val="42000"/>
            </a:srgbClr>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D8C7DB64-9297-4CEE-AB3B-5FDFFB3694C7}"/>
              </a:ext>
            </a:extLst>
          </p:cNvPr>
          <p:cNvSpPr/>
          <p:nvPr/>
        </p:nvSpPr>
        <p:spPr>
          <a:xfrm>
            <a:off x="7444817" y="5471475"/>
            <a:ext cx="2919819" cy="1234125"/>
          </a:xfrm>
          <a:prstGeom prst="roundRect">
            <a:avLst>
              <a:gd name="adj" fmla="val 4266"/>
            </a:avLst>
          </a:prstGeom>
          <a:solidFill>
            <a:schemeClr val="bg1">
              <a:lumMod val="95000"/>
              <a:alpha val="42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peech Bubble: Rectangle 26">
            <a:extLst>
              <a:ext uri="{FF2B5EF4-FFF2-40B4-BE49-F238E27FC236}">
                <a16:creationId xmlns:a16="http://schemas.microsoft.com/office/drawing/2014/main" id="{C6BAF024-170D-491D-B5A4-2884057909FC}"/>
              </a:ext>
            </a:extLst>
          </p:cNvPr>
          <p:cNvSpPr/>
          <p:nvPr/>
        </p:nvSpPr>
        <p:spPr>
          <a:xfrm>
            <a:off x="10670933" y="2982374"/>
            <a:ext cx="1382522" cy="1104720"/>
          </a:xfrm>
          <a:prstGeom prst="wedgeRectCallout">
            <a:avLst>
              <a:gd name="adj1" fmla="val -76234"/>
              <a:gd name="adj2" fmla="val 92792"/>
            </a:avLst>
          </a:prstGeom>
          <a:solidFill>
            <a:srgbClr val="FFFF00">
              <a:alpha val="42000"/>
            </a:srgb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These are Company Codes for GBS/JTBC St. Pete, which are marked with “+”.</a:t>
            </a:r>
          </a:p>
        </p:txBody>
      </p:sp>
      <p:sp>
        <p:nvSpPr>
          <p:cNvPr id="43" name="Speech Bubble: Rectangle 42">
            <a:extLst>
              <a:ext uri="{FF2B5EF4-FFF2-40B4-BE49-F238E27FC236}">
                <a16:creationId xmlns:a16="http://schemas.microsoft.com/office/drawing/2014/main" id="{80CEE16C-702A-4E31-91C3-D82CC25FD729}"/>
              </a:ext>
            </a:extLst>
          </p:cNvPr>
          <p:cNvSpPr/>
          <p:nvPr/>
        </p:nvSpPr>
        <p:spPr>
          <a:xfrm>
            <a:off x="10670933" y="5327074"/>
            <a:ext cx="1382522" cy="1104720"/>
          </a:xfrm>
          <a:prstGeom prst="wedgeRectCallout">
            <a:avLst>
              <a:gd name="adj1" fmla="val -73562"/>
              <a:gd name="adj2" fmla="val -21751"/>
            </a:avLst>
          </a:prstGeom>
          <a:solidFill>
            <a:schemeClr val="bg1">
              <a:lumMod val="95000"/>
              <a:alpha val="42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These Company Codes do not belong to GBS/JTBC St. Pete, therefore marked with “-”.</a:t>
            </a:r>
          </a:p>
        </p:txBody>
      </p:sp>
      <p:sp>
        <p:nvSpPr>
          <p:cNvPr id="44" name="Speech Bubble: Rectangle 43">
            <a:extLst>
              <a:ext uri="{FF2B5EF4-FFF2-40B4-BE49-F238E27FC236}">
                <a16:creationId xmlns:a16="http://schemas.microsoft.com/office/drawing/2014/main" id="{7C491582-7EB0-40FC-A567-90C6363AAF27}"/>
              </a:ext>
            </a:extLst>
          </p:cNvPr>
          <p:cNvSpPr/>
          <p:nvPr/>
        </p:nvSpPr>
        <p:spPr>
          <a:xfrm>
            <a:off x="1967345" y="5759170"/>
            <a:ext cx="4765398" cy="770939"/>
          </a:xfrm>
          <a:prstGeom prst="wedgeRectCallout">
            <a:avLst>
              <a:gd name="adj1" fmla="val 58741"/>
              <a:gd name="adj2" fmla="val -103663"/>
            </a:avLst>
          </a:prstGeom>
          <a:solidFill>
            <a:schemeClr val="accent4">
              <a:alpha val="28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a:solidFill>
                  <a:schemeClr val="tx1"/>
                </a:solidFill>
              </a:rPr>
              <a:t>Every folder would have the same list of Company Codes, which include ALL company codes in the system, even the ones which are not used/live. Then each Company Code is marked with a “+” or “-” to indicate whether they should be picked up by tasks belong to a given folder.</a:t>
            </a:r>
          </a:p>
        </p:txBody>
      </p:sp>
      <p:sp>
        <p:nvSpPr>
          <p:cNvPr id="45" name="Rectangle: Rounded Corners 44">
            <a:extLst>
              <a:ext uri="{FF2B5EF4-FFF2-40B4-BE49-F238E27FC236}">
                <a16:creationId xmlns:a16="http://schemas.microsoft.com/office/drawing/2014/main" id="{FC6B6E0B-E85A-44E2-9C98-83D2E014CA52}"/>
              </a:ext>
            </a:extLst>
          </p:cNvPr>
          <p:cNvSpPr/>
          <p:nvPr/>
        </p:nvSpPr>
        <p:spPr>
          <a:xfrm>
            <a:off x="6096000" y="1703031"/>
            <a:ext cx="4268636" cy="992020"/>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D5F0B09-1D4D-4A4D-9FA7-26DA7BB01554}"/>
              </a:ext>
            </a:extLst>
          </p:cNvPr>
          <p:cNvSpPr/>
          <p:nvPr/>
        </p:nvSpPr>
        <p:spPr>
          <a:xfrm>
            <a:off x="2929106" y="1977279"/>
            <a:ext cx="475624" cy="453459"/>
          </a:xfrm>
          <a:prstGeom prst="ellipse">
            <a:avLst/>
          </a:prstGeom>
          <a:solidFill>
            <a:srgbClr val="00B0F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1</a:t>
            </a:r>
          </a:p>
        </p:txBody>
      </p:sp>
      <p:sp>
        <p:nvSpPr>
          <p:cNvPr id="47" name="Oval 46">
            <a:extLst>
              <a:ext uri="{FF2B5EF4-FFF2-40B4-BE49-F238E27FC236}">
                <a16:creationId xmlns:a16="http://schemas.microsoft.com/office/drawing/2014/main" id="{95A5BEFE-2D05-4635-A9A4-7DF9DA6BE324}"/>
              </a:ext>
            </a:extLst>
          </p:cNvPr>
          <p:cNvSpPr/>
          <p:nvPr/>
        </p:nvSpPr>
        <p:spPr>
          <a:xfrm>
            <a:off x="5454124" y="4376863"/>
            <a:ext cx="475624" cy="453459"/>
          </a:xfrm>
          <a:prstGeom prst="ellipse">
            <a:avLst/>
          </a:prstGeom>
          <a:solidFill>
            <a:srgbClr val="00B0F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2</a:t>
            </a:r>
          </a:p>
        </p:txBody>
      </p:sp>
      <p:sp>
        <p:nvSpPr>
          <p:cNvPr id="48" name="Oval 47">
            <a:extLst>
              <a:ext uri="{FF2B5EF4-FFF2-40B4-BE49-F238E27FC236}">
                <a16:creationId xmlns:a16="http://schemas.microsoft.com/office/drawing/2014/main" id="{6230246C-F241-4398-9F63-031E4B4213DB}"/>
              </a:ext>
            </a:extLst>
          </p:cNvPr>
          <p:cNvSpPr/>
          <p:nvPr/>
        </p:nvSpPr>
        <p:spPr>
          <a:xfrm>
            <a:off x="9163782" y="2943804"/>
            <a:ext cx="475624" cy="453459"/>
          </a:xfrm>
          <a:prstGeom prst="ellipse">
            <a:avLst/>
          </a:prstGeom>
          <a:solidFill>
            <a:srgbClr val="00B0F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3</a:t>
            </a:r>
          </a:p>
        </p:txBody>
      </p:sp>
    </p:spTree>
    <p:extLst>
      <p:ext uri="{BB962C8B-B14F-4D97-AF65-F5344CB8AC3E}">
        <p14:creationId xmlns:p14="http://schemas.microsoft.com/office/powerpoint/2010/main" val="2855469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ECE4B4DC-BEF7-431E-AE82-22614ED66BF7}"/>
              </a:ext>
            </a:extLst>
          </p:cNvPr>
          <p:cNvSpPr/>
          <p:nvPr/>
        </p:nvSpPr>
        <p:spPr>
          <a:xfrm>
            <a:off x="5929748" y="1403925"/>
            <a:ext cx="6123707" cy="1366982"/>
          </a:xfrm>
          <a:prstGeom prst="roundRect">
            <a:avLst>
              <a:gd name="adj" fmla="val 4667"/>
            </a:avLst>
          </a:prstGeom>
          <a:solidFill>
            <a:schemeClr val="bg1">
              <a:lumMod val="95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90ED4305-3E43-471B-9A7B-4880F08341EE}"/>
              </a:ext>
            </a:extLst>
          </p:cNvPr>
          <p:cNvSpPr>
            <a:spLocks noGrp="1"/>
          </p:cNvSpPr>
          <p:nvPr>
            <p:ph type="title"/>
          </p:nvPr>
        </p:nvSpPr>
        <p:spPr>
          <a:xfrm>
            <a:off x="1511277" y="210344"/>
            <a:ext cx="10138417" cy="984247"/>
          </a:xfrm>
        </p:spPr>
        <p:txBody>
          <a:bodyPr/>
          <a:lstStyle/>
          <a:p>
            <a:pPr>
              <a:lnSpc>
                <a:spcPct val="100000"/>
              </a:lnSpc>
              <a:spcBef>
                <a:spcPts val="600"/>
              </a:spcBef>
            </a:pPr>
            <a:r>
              <a:rPr lang="en-US" dirty="0"/>
              <a:t>How Are </a:t>
            </a:r>
            <a:r>
              <a:rPr lang="en-US" u="sng" dirty="0"/>
              <a:t>Company Codes</a:t>
            </a:r>
            <a:r>
              <a:rPr lang="en-US" dirty="0"/>
              <a:t> in Variants Defined?</a:t>
            </a:r>
            <a:br>
              <a:rPr lang="en-US" dirty="0"/>
            </a:br>
            <a:r>
              <a:rPr lang="en-US" sz="1800" b="0" i="1" dirty="0">
                <a:solidFill>
                  <a:schemeClr val="bg1">
                    <a:lumMod val="65000"/>
                  </a:schemeClr>
                </a:solidFill>
                <a:latin typeface="Georgia" panose="02040502050405020303" pitchFamily="18" charset="0"/>
              </a:rPr>
              <a:t>Company code values correctly picked up in FCC task variants (GBS/JTBC Variant example)</a:t>
            </a:r>
            <a:endParaRPr lang="en-US" sz="1800" dirty="0"/>
          </a:p>
        </p:txBody>
      </p:sp>
      <p:sp>
        <p:nvSpPr>
          <p:cNvPr id="3" name="Slide Number Placeholder 2">
            <a:extLst>
              <a:ext uri="{FF2B5EF4-FFF2-40B4-BE49-F238E27FC236}">
                <a16:creationId xmlns:a16="http://schemas.microsoft.com/office/drawing/2014/main" id="{82E4874C-4283-4CB6-A070-11E375A78B4D}"/>
              </a:ext>
            </a:extLst>
          </p:cNvPr>
          <p:cNvSpPr>
            <a:spLocks noGrp="1"/>
          </p:cNvSpPr>
          <p:nvPr>
            <p:ph type="sldNum" sz="quarter" idx="12"/>
          </p:nvPr>
        </p:nvSpPr>
        <p:spPr>
          <a:xfrm>
            <a:off x="11416047" y="6282531"/>
            <a:ext cx="397261" cy="365125"/>
          </a:xfrm>
        </p:spPr>
        <p:txBody>
          <a:bodyPr/>
          <a:lstStyle/>
          <a:p>
            <a:fld id="{F4C94289-3309-4C35-850A-56FD49B3E346}" type="slidenum">
              <a:rPr lang="en-GB" smtClean="0"/>
              <a:t>15</a:t>
            </a:fld>
            <a:endParaRPr lang="en-GB"/>
          </a:p>
        </p:txBody>
      </p:sp>
      <p:pic>
        <p:nvPicPr>
          <p:cNvPr id="2" name="Picture 1">
            <a:extLst>
              <a:ext uri="{FF2B5EF4-FFF2-40B4-BE49-F238E27FC236}">
                <a16:creationId xmlns:a16="http://schemas.microsoft.com/office/drawing/2014/main" id="{8FE21689-3018-4CD5-ABF6-69F0CE6DF412}"/>
              </a:ext>
            </a:extLst>
          </p:cNvPr>
          <p:cNvPicPr>
            <a:picLocks noChangeAspect="1"/>
          </p:cNvPicPr>
          <p:nvPr/>
        </p:nvPicPr>
        <p:blipFill>
          <a:blip r:embed="rId2"/>
          <a:stretch>
            <a:fillRect/>
          </a:stretch>
        </p:blipFill>
        <p:spPr>
          <a:xfrm>
            <a:off x="6160653" y="1709005"/>
            <a:ext cx="5719577" cy="992021"/>
          </a:xfrm>
          <a:prstGeom prst="rect">
            <a:avLst/>
          </a:prstGeom>
        </p:spPr>
      </p:pic>
      <p:sp>
        <p:nvSpPr>
          <p:cNvPr id="5" name="Rectangle 4">
            <a:extLst>
              <a:ext uri="{FF2B5EF4-FFF2-40B4-BE49-F238E27FC236}">
                <a16:creationId xmlns:a16="http://schemas.microsoft.com/office/drawing/2014/main" id="{FF664C09-B477-4C0F-8E88-54715D25DE0C}"/>
              </a:ext>
            </a:extLst>
          </p:cNvPr>
          <p:cNvSpPr/>
          <p:nvPr/>
        </p:nvSpPr>
        <p:spPr>
          <a:xfrm>
            <a:off x="6795465" y="1417966"/>
            <a:ext cx="4711546" cy="276999"/>
          </a:xfrm>
          <a:prstGeom prst="rect">
            <a:avLst/>
          </a:prstGeom>
        </p:spPr>
        <p:txBody>
          <a:bodyPr wrap="none">
            <a:spAutoFit/>
          </a:bodyPr>
          <a:lstStyle/>
          <a:p>
            <a:r>
              <a:rPr lang="en-US" sz="1200" b="1"/>
              <a:t>How does an FCC task pick up the required </a:t>
            </a:r>
            <a:r>
              <a:rPr lang="en-US" sz="1200" b="1" u="sng"/>
              <a:t>Company Codes</a:t>
            </a:r>
            <a:r>
              <a:rPr lang="en-US" sz="1200" b="1"/>
              <a:t>?</a:t>
            </a:r>
          </a:p>
        </p:txBody>
      </p:sp>
      <p:sp>
        <p:nvSpPr>
          <p:cNvPr id="45" name="Rectangle: Rounded Corners 44">
            <a:extLst>
              <a:ext uri="{FF2B5EF4-FFF2-40B4-BE49-F238E27FC236}">
                <a16:creationId xmlns:a16="http://schemas.microsoft.com/office/drawing/2014/main" id="{FC6B6E0B-E85A-44E2-9C98-83D2E014CA52}"/>
              </a:ext>
            </a:extLst>
          </p:cNvPr>
          <p:cNvSpPr/>
          <p:nvPr/>
        </p:nvSpPr>
        <p:spPr>
          <a:xfrm flipH="1">
            <a:off x="10649527" y="1703030"/>
            <a:ext cx="1323458" cy="992020"/>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63A1237-7FBB-455C-BD81-D6AE6A7E076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98162" y="1556464"/>
            <a:ext cx="5538831" cy="2405935"/>
          </a:xfrm>
          <a:prstGeom prst="rect">
            <a:avLst/>
          </a:prstGeom>
          <a:effectLst>
            <a:outerShdw blurRad="50800" dist="38100" dir="2700000" algn="tl" rotWithShape="0">
              <a:prstClr val="black">
                <a:alpha val="40000"/>
              </a:prstClr>
            </a:outerShdw>
          </a:effectLst>
        </p:spPr>
      </p:pic>
      <p:pic>
        <p:nvPicPr>
          <p:cNvPr id="342018" name="Picture 2" descr="C:\Users\cstwangw\AppData\Local\Temp\SNAGHTML1772e91.PNG">
            <a:extLst>
              <a:ext uri="{FF2B5EF4-FFF2-40B4-BE49-F238E27FC236}">
                <a16:creationId xmlns:a16="http://schemas.microsoft.com/office/drawing/2014/main" id="{BE083754-04CF-4998-8790-3FBFAF8FE1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2472" y="2869871"/>
            <a:ext cx="3574470" cy="384789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8" name="Rectangle: Rounded Corners 27">
            <a:extLst>
              <a:ext uri="{FF2B5EF4-FFF2-40B4-BE49-F238E27FC236}">
                <a16:creationId xmlns:a16="http://schemas.microsoft.com/office/drawing/2014/main" id="{51525F39-44B5-4023-8536-465CBABA0FE9}"/>
              </a:ext>
            </a:extLst>
          </p:cNvPr>
          <p:cNvSpPr/>
          <p:nvPr/>
        </p:nvSpPr>
        <p:spPr>
          <a:xfrm>
            <a:off x="298162" y="1386559"/>
            <a:ext cx="5538831" cy="308406"/>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dirty="0">
                <a:solidFill>
                  <a:srgbClr val="00B2A9">
                    <a:lumMod val="50000"/>
                  </a:srgbClr>
                </a:solidFill>
                <a:latin typeface="Arial" panose="020B0604020202020204"/>
              </a:rPr>
              <a:t>FCLOCO: FCC Task List -&gt; select a Job task in the GBS/JTBC St. Pete GBS/JTBC level task folder, e.g. Accrual Run. Click on the variant to see details.</a:t>
            </a:r>
            <a:endPar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0AE49828-5B82-4830-90E5-BBB87C478361}"/>
              </a:ext>
            </a:extLst>
          </p:cNvPr>
          <p:cNvSpPr/>
          <p:nvPr/>
        </p:nvSpPr>
        <p:spPr>
          <a:xfrm>
            <a:off x="9366058" y="3429000"/>
            <a:ext cx="475624" cy="453459"/>
          </a:xfrm>
          <a:prstGeom prst="ellipse">
            <a:avLst/>
          </a:prstGeom>
          <a:solidFill>
            <a:srgbClr val="00B0F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a:t>4</a:t>
            </a:r>
          </a:p>
        </p:txBody>
      </p:sp>
      <p:sp>
        <p:nvSpPr>
          <p:cNvPr id="32" name="Rectangle: Rounded Corners 31">
            <a:extLst>
              <a:ext uri="{FF2B5EF4-FFF2-40B4-BE49-F238E27FC236}">
                <a16:creationId xmlns:a16="http://schemas.microsoft.com/office/drawing/2014/main" id="{D32B9E34-E9CF-4953-9E57-44ED8699FE7A}"/>
              </a:ext>
            </a:extLst>
          </p:cNvPr>
          <p:cNvSpPr/>
          <p:nvPr/>
        </p:nvSpPr>
        <p:spPr>
          <a:xfrm>
            <a:off x="4802602" y="3770773"/>
            <a:ext cx="1034391" cy="191625"/>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4E6E97DF-27FD-4DD6-BC83-2A6E0333D0A2}"/>
              </a:ext>
            </a:extLst>
          </p:cNvPr>
          <p:cNvSpPr/>
          <p:nvPr/>
        </p:nvSpPr>
        <p:spPr>
          <a:xfrm>
            <a:off x="9338350" y="3021299"/>
            <a:ext cx="819571" cy="238856"/>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FE54A4FC-1DA9-475C-82DC-6C93F9ED31B8}"/>
              </a:ext>
            </a:extLst>
          </p:cNvPr>
          <p:cNvSpPr/>
          <p:nvPr/>
        </p:nvSpPr>
        <p:spPr>
          <a:xfrm>
            <a:off x="7218604" y="3974998"/>
            <a:ext cx="1823796" cy="2672657"/>
          </a:xfrm>
          <a:prstGeom prst="roundRect">
            <a:avLst>
              <a:gd name="adj" fmla="val 3152"/>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79EB15B9-5131-4EFB-9C9B-5F9A9B684F64}"/>
              </a:ext>
            </a:extLst>
          </p:cNvPr>
          <p:cNvCxnSpPr>
            <a:cxnSpLocks/>
            <a:endCxn id="33" idx="1"/>
          </p:cNvCxnSpPr>
          <p:nvPr/>
        </p:nvCxnSpPr>
        <p:spPr>
          <a:xfrm flipV="1">
            <a:off x="5836993" y="3140727"/>
            <a:ext cx="3501357" cy="741732"/>
          </a:xfrm>
          <a:prstGeom prst="bentConnector3">
            <a:avLst>
              <a:gd name="adj1" fmla="val 14915"/>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D79BCD5-AE99-4195-B254-7E806FD38E2F}"/>
              </a:ext>
            </a:extLst>
          </p:cNvPr>
          <p:cNvSpPr txBox="1"/>
          <p:nvPr/>
        </p:nvSpPr>
        <p:spPr>
          <a:xfrm>
            <a:off x="766386" y="4561686"/>
            <a:ext cx="5577777" cy="1596115"/>
          </a:xfrm>
          <a:prstGeom prst="rect">
            <a:avLst/>
          </a:prstGeom>
          <a:noFill/>
        </p:spPr>
        <p:txBody>
          <a:bodyPr wrap="square" lIns="0" tIns="0" rIns="0" bIns="0" rtlCol="0">
            <a:noAutofit/>
          </a:bodyPr>
          <a:lstStyle/>
          <a:p>
            <a:pPr marL="171450" indent="-171450" algn="l">
              <a:spcAft>
                <a:spcPts val="300"/>
              </a:spcAft>
              <a:buFont typeface="Arial" panose="020B0604020202020204" pitchFamily="34" charset="0"/>
              <a:buChar char="•"/>
            </a:pPr>
            <a:r>
              <a:rPr lang="en-US" sz="1150" i="1">
                <a:latin typeface="Georgia" panose="02040502050405020303" pitchFamily="18" charset="0"/>
              </a:rPr>
              <a:t>As demonstrated, the company codes which were marked with “+” in the folder values customizing are automatically selected in the variant for the corresponding task.</a:t>
            </a:r>
          </a:p>
          <a:p>
            <a:pPr marL="171450" indent="-171450" algn="l">
              <a:spcAft>
                <a:spcPts val="300"/>
              </a:spcAft>
              <a:buFont typeface="Arial" panose="020B0604020202020204" pitchFamily="34" charset="0"/>
              <a:buChar char="•"/>
            </a:pPr>
            <a:r>
              <a:rPr lang="en-US" sz="1150" i="1">
                <a:latin typeface="Georgia" panose="02040502050405020303" pitchFamily="18" charset="0"/>
              </a:rPr>
              <a:t>There is nothing needs to be done from end user perspective, as long as the corresponding tasks are created in the correct folders. </a:t>
            </a:r>
          </a:p>
          <a:p>
            <a:pPr marL="171450" indent="-171450" algn="l">
              <a:spcAft>
                <a:spcPts val="300"/>
              </a:spcAft>
              <a:buFont typeface="Arial" panose="020B0604020202020204" pitchFamily="34" charset="0"/>
              <a:buChar char="•"/>
            </a:pPr>
            <a:r>
              <a:rPr lang="en-US" sz="1150" i="1">
                <a:latin typeface="Georgia" panose="02040502050405020303" pitchFamily="18" charset="0"/>
              </a:rPr>
              <a:t>This also means when a new company code should be added or removed permanently (not temporarily or in one-off occasion), the folder customizing (instead of the specific variant in question) will need to be updated by BTS. This is done via a Change Request when such business requirements occur.</a:t>
            </a:r>
          </a:p>
        </p:txBody>
      </p:sp>
      <p:pic>
        <p:nvPicPr>
          <p:cNvPr id="40" name="Graphic 39" descr="Person with idea">
            <a:extLst>
              <a:ext uri="{FF2B5EF4-FFF2-40B4-BE49-F238E27FC236}">
                <a16:creationId xmlns:a16="http://schemas.microsoft.com/office/drawing/2014/main" id="{DEE8AC34-0E82-42C9-B8C7-6AE9C5BF944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3509" y="4146788"/>
            <a:ext cx="661199" cy="661199"/>
          </a:xfrm>
          <a:prstGeom prst="rect">
            <a:avLst/>
          </a:prstGeom>
          <a:effectLst>
            <a:outerShdw blurRad="50800" dist="38100" dir="5400000" algn="t" rotWithShape="0">
              <a:prstClr val="black">
                <a:alpha val="40000"/>
              </a:prstClr>
            </a:outerShdw>
          </a:effectLst>
        </p:spPr>
      </p:pic>
      <p:sp>
        <p:nvSpPr>
          <p:cNvPr id="18" name="Rectangle: Rounded Corners 17">
            <a:extLst>
              <a:ext uri="{FF2B5EF4-FFF2-40B4-BE49-F238E27FC236}">
                <a16:creationId xmlns:a16="http://schemas.microsoft.com/office/drawing/2014/main" id="{329C4469-0198-495D-9855-A4D7EFBA9ACE}"/>
              </a:ext>
            </a:extLst>
          </p:cNvPr>
          <p:cNvSpPr/>
          <p:nvPr/>
        </p:nvSpPr>
        <p:spPr>
          <a:xfrm>
            <a:off x="2520883" y="2452838"/>
            <a:ext cx="3316110" cy="187515"/>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CB390A8F-1DEA-40D9-8435-99FC3E463264}"/>
              </a:ext>
            </a:extLst>
          </p:cNvPr>
          <p:cNvSpPr/>
          <p:nvPr/>
        </p:nvSpPr>
        <p:spPr>
          <a:xfrm>
            <a:off x="766386" y="3232457"/>
            <a:ext cx="1754497" cy="196543"/>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5021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01C88B-3426-41CC-A12A-77D4C47B055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6629791" y="3341930"/>
            <a:ext cx="5328700" cy="2071369"/>
          </a:xfrm>
          <a:prstGeom prst="rect">
            <a:avLst/>
          </a:prstGeom>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37AAF9B4-7D3C-4946-AD83-94A203F571CB}"/>
              </a:ext>
            </a:extLst>
          </p:cNvPr>
          <p:cNvPicPr>
            <a:picLocks noChangeAspect="1"/>
          </p:cNvPicPr>
          <p:nvPr/>
        </p:nvPicPr>
        <p:blipFill>
          <a:blip r:embed="rId4"/>
          <a:stretch>
            <a:fillRect/>
          </a:stretch>
        </p:blipFill>
        <p:spPr>
          <a:xfrm>
            <a:off x="279830" y="1619488"/>
            <a:ext cx="5577778" cy="2527300"/>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90ED4305-3E43-471B-9A7B-4880F08341EE}"/>
              </a:ext>
            </a:extLst>
          </p:cNvPr>
          <p:cNvSpPr>
            <a:spLocks noGrp="1"/>
          </p:cNvSpPr>
          <p:nvPr>
            <p:ph type="title"/>
          </p:nvPr>
        </p:nvSpPr>
        <p:spPr>
          <a:xfrm>
            <a:off x="1511277" y="210344"/>
            <a:ext cx="9627643" cy="984247"/>
          </a:xfrm>
        </p:spPr>
        <p:txBody>
          <a:bodyPr/>
          <a:lstStyle/>
          <a:p>
            <a:pPr>
              <a:lnSpc>
                <a:spcPct val="100000"/>
              </a:lnSpc>
              <a:spcBef>
                <a:spcPts val="600"/>
              </a:spcBef>
            </a:pPr>
            <a:r>
              <a:rPr lang="en-US"/>
              <a:t>How Are </a:t>
            </a:r>
            <a:r>
              <a:rPr lang="en-US" u="sng"/>
              <a:t>Company Codes</a:t>
            </a:r>
            <a:r>
              <a:rPr lang="en-US"/>
              <a:t> in Variants Defined?</a:t>
            </a:r>
            <a:br>
              <a:rPr lang="en-US"/>
            </a:br>
            <a:r>
              <a:rPr lang="en-US" sz="1800" b="0" i="1">
                <a:solidFill>
                  <a:schemeClr val="bg1">
                    <a:lumMod val="65000"/>
                  </a:schemeClr>
                </a:solidFill>
                <a:latin typeface="Georgia" panose="02040502050405020303" pitchFamily="18" charset="0"/>
              </a:rPr>
              <a:t>Company code values correctly picked up in FCC task variants (Global variant example)</a:t>
            </a:r>
            <a:endParaRPr lang="en-US" sz="1800"/>
          </a:p>
        </p:txBody>
      </p:sp>
      <p:sp>
        <p:nvSpPr>
          <p:cNvPr id="3" name="Slide Number Placeholder 2">
            <a:extLst>
              <a:ext uri="{FF2B5EF4-FFF2-40B4-BE49-F238E27FC236}">
                <a16:creationId xmlns:a16="http://schemas.microsoft.com/office/drawing/2014/main" id="{82E4874C-4283-4CB6-A070-11E375A78B4D}"/>
              </a:ext>
            </a:extLst>
          </p:cNvPr>
          <p:cNvSpPr>
            <a:spLocks noGrp="1"/>
          </p:cNvSpPr>
          <p:nvPr>
            <p:ph type="sldNum" sz="quarter" idx="12"/>
          </p:nvPr>
        </p:nvSpPr>
        <p:spPr>
          <a:xfrm>
            <a:off x="11416047" y="6282531"/>
            <a:ext cx="397261" cy="365125"/>
          </a:xfrm>
        </p:spPr>
        <p:txBody>
          <a:bodyPr/>
          <a:lstStyle/>
          <a:p>
            <a:fld id="{F4C94289-3309-4C35-850A-56FD49B3E346}" type="slidenum">
              <a:rPr lang="en-GB" smtClean="0"/>
              <a:t>16</a:t>
            </a:fld>
            <a:endParaRPr lang="en-GB"/>
          </a:p>
        </p:txBody>
      </p:sp>
      <p:sp>
        <p:nvSpPr>
          <p:cNvPr id="28" name="Rectangle: Rounded Corners 27">
            <a:extLst>
              <a:ext uri="{FF2B5EF4-FFF2-40B4-BE49-F238E27FC236}">
                <a16:creationId xmlns:a16="http://schemas.microsoft.com/office/drawing/2014/main" id="{51525F39-44B5-4023-8536-465CBABA0FE9}"/>
              </a:ext>
            </a:extLst>
          </p:cNvPr>
          <p:cNvSpPr/>
          <p:nvPr/>
        </p:nvSpPr>
        <p:spPr>
          <a:xfrm>
            <a:off x="298162" y="1386559"/>
            <a:ext cx="5538831" cy="308406"/>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a:solidFill>
                  <a:srgbClr val="00B2A9">
                    <a:lumMod val="50000"/>
                  </a:srgbClr>
                </a:solidFill>
                <a:latin typeface="Arial" panose="020B0604020202020204"/>
              </a:rPr>
              <a:t>FCLOCO: FCC Task List -&gt; select a Job task in an entity task folder, e.g. 1171. Select a task in this folder, e.g. MMPV. Then click on the variant.  </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D32B9E34-E9CF-4953-9E57-44ED8699FE7A}"/>
              </a:ext>
            </a:extLst>
          </p:cNvPr>
          <p:cNvSpPr/>
          <p:nvPr/>
        </p:nvSpPr>
        <p:spPr>
          <a:xfrm>
            <a:off x="4932218" y="3978360"/>
            <a:ext cx="961460" cy="174955"/>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4E6E97DF-27FD-4DD6-BC83-2A6E0333D0A2}"/>
              </a:ext>
            </a:extLst>
          </p:cNvPr>
          <p:cNvSpPr/>
          <p:nvPr/>
        </p:nvSpPr>
        <p:spPr>
          <a:xfrm>
            <a:off x="11138920" y="3538536"/>
            <a:ext cx="819571" cy="238856"/>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FE54A4FC-1DA9-475C-82DC-6C93F9ED31B8}"/>
              </a:ext>
            </a:extLst>
          </p:cNvPr>
          <p:cNvSpPr/>
          <p:nvPr/>
        </p:nvSpPr>
        <p:spPr>
          <a:xfrm>
            <a:off x="7324435" y="4719783"/>
            <a:ext cx="2207491" cy="658086"/>
          </a:xfrm>
          <a:prstGeom prst="roundRect">
            <a:avLst>
              <a:gd name="adj" fmla="val 3152"/>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79EB15B9-5131-4EFB-9C9B-5F9A9B684F64}"/>
              </a:ext>
            </a:extLst>
          </p:cNvPr>
          <p:cNvCxnSpPr>
            <a:cxnSpLocks/>
            <a:stCxn id="32" idx="0"/>
            <a:endCxn id="33" idx="0"/>
          </p:cNvCxnSpPr>
          <p:nvPr/>
        </p:nvCxnSpPr>
        <p:spPr>
          <a:xfrm rot="5400000" flipH="1" flipV="1">
            <a:off x="8260915" y="690569"/>
            <a:ext cx="439824" cy="6135758"/>
          </a:xfrm>
          <a:prstGeom prst="bentConnector3">
            <a:avLst>
              <a:gd name="adj1" fmla="val 151975"/>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D79BCD5-AE99-4195-B254-7E806FD38E2F}"/>
              </a:ext>
            </a:extLst>
          </p:cNvPr>
          <p:cNvSpPr txBox="1"/>
          <p:nvPr/>
        </p:nvSpPr>
        <p:spPr>
          <a:xfrm>
            <a:off x="766386" y="4561686"/>
            <a:ext cx="5577777" cy="1596115"/>
          </a:xfrm>
          <a:prstGeom prst="rect">
            <a:avLst/>
          </a:prstGeom>
          <a:noFill/>
        </p:spPr>
        <p:txBody>
          <a:bodyPr wrap="square" lIns="0" tIns="0" rIns="0" bIns="0" rtlCol="0">
            <a:noAutofit/>
          </a:bodyPr>
          <a:lstStyle/>
          <a:p>
            <a:pPr marL="171450" indent="-171450" algn="l">
              <a:spcAft>
                <a:spcPts val="300"/>
              </a:spcAft>
              <a:buFont typeface="Arial" panose="020B0604020202020204" pitchFamily="34" charset="0"/>
              <a:buChar char="•"/>
            </a:pPr>
            <a:r>
              <a:rPr lang="en-US" sz="1150" i="1">
                <a:latin typeface="Georgia" panose="02040502050405020303" pitchFamily="18" charset="0"/>
              </a:rPr>
              <a:t>In this example we are looking at a task in an entity task folder. In an entity task folder only the respective company code is marked with “+”, which allows only this one entity to be selected during FCC task execution.</a:t>
            </a:r>
          </a:p>
          <a:p>
            <a:pPr marL="171450" indent="-171450" algn="l">
              <a:spcAft>
                <a:spcPts val="300"/>
              </a:spcAft>
              <a:buFont typeface="Arial" panose="020B0604020202020204" pitchFamily="34" charset="0"/>
              <a:buChar char="•"/>
            </a:pPr>
            <a:r>
              <a:rPr lang="en-US" sz="1150" i="1">
                <a:latin typeface="Georgia" panose="02040502050405020303" pitchFamily="18" charset="0"/>
              </a:rPr>
              <a:t>If you have a new company code to be added to FCC, the corresponding entity task folder will also be added and configured in the same way as demonstrated. Again this is done by BTS via a Change Request. </a:t>
            </a:r>
          </a:p>
        </p:txBody>
      </p:sp>
      <p:pic>
        <p:nvPicPr>
          <p:cNvPr id="40" name="Graphic 39" descr="Person with idea">
            <a:extLst>
              <a:ext uri="{FF2B5EF4-FFF2-40B4-BE49-F238E27FC236}">
                <a16:creationId xmlns:a16="http://schemas.microsoft.com/office/drawing/2014/main" id="{DEE8AC34-0E82-42C9-B8C7-6AE9C5BF94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3509" y="4146788"/>
            <a:ext cx="661199" cy="661199"/>
          </a:xfrm>
          <a:prstGeom prst="rect">
            <a:avLst/>
          </a:prstGeom>
          <a:effectLst>
            <a:outerShdw blurRad="50800" dist="38100" dir="5400000" algn="t" rotWithShape="0">
              <a:prstClr val="black">
                <a:alpha val="40000"/>
              </a:prstClr>
            </a:outerShdw>
          </a:effectLst>
        </p:spPr>
      </p:pic>
      <p:pic>
        <p:nvPicPr>
          <p:cNvPr id="343042" name="Picture 2" descr="C:\Users\cstwangw\AppData\Local\Temp\SNAGHTML189428f.PNG">
            <a:extLst>
              <a:ext uri="{FF2B5EF4-FFF2-40B4-BE49-F238E27FC236}">
                <a16:creationId xmlns:a16="http://schemas.microsoft.com/office/drawing/2014/main" id="{ABA9283C-D6BF-47ED-8A0E-E62FA7285C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08880" y="1404948"/>
            <a:ext cx="4243243" cy="1825581"/>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3" name="Rectangle: Rounded Corners 22">
            <a:extLst>
              <a:ext uri="{FF2B5EF4-FFF2-40B4-BE49-F238E27FC236}">
                <a16:creationId xmlns:a16="http://schemas.microsoft.com/office/drawing/2014/main" id="{BFD25289-901E-4F3D-88AF-DD1C7F397AF1}"/>
              </a:ext>
            </a:extLst>
          </p:cNvPr>
          <p:cNvSpPr/>
          <p:nvPr/>
        </p:nvSpPr>
        <p:spPr>
          <a:xfrm>
            <a:off x="6319517" y="2200798"/>
            <a:ext cx="3212409" cy="182184"/>
          </a:xfrm>
          <a:prstGeom prst="roundRect">
            <a:avLst>
              <a:gd name="adj" fmla="val 3152"/>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A2AAC52-2C4F-4376-A8C0-DF09326A5741}"/>
              </a:ext>
            </a:extLst>
          </p:cNvPr>
          <p:cNvSpPr/>
          <p:nvPr/>
        </p:nvSpPr>
        <p:spPr>
          <a:xfrm>
            <a:off x="6008880" y="1367477"/>
            <a:ext cx="1315555" cy="622964"/>
          </a:xfrm>
          <a:prstGeom prst="roundRect">
            <a:avLst>
              <a:gd name="adj" fmla="val 0"/>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900" b="1">
                <a:solidFill>
                  <a:srgbClr val="00B2A9">
                    <a:lumMod val="50000"/>
                  </a:srgbClr>
                </a:solidFill>
                <a:latin typeface="Arial" panose="020B0604020202020204"/>
              </a:rPr>
              <a:t>Right mouse click of 1171 folder and choose “Display Values”</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4373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590F0B8-CEDB-4B06-92DC-6F62B480FF6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96284" y="1810072"/>
            <a:ext cx="5169155" cy="1976835"/>
          </a:xfrm>
          <a:prstGeom prst="rect">
            <a:avLst/>
          </a:prstGeom>
        </p:spPr>
      </p:pic>
      <p:sp>
        <p:nvSpPr>
          <p:cNvPr id="4" name="Title 3">
            <a:extLst>
              <a:ext uri="{FF2B5EF4-FFF2-40B4-BE49-F238E27FC236}">
                <a16:creationId xmlns:a16="http://schemas.microsoft.com/office/drawing/2014/main" id="{90ED4305-3E43-471B-9A7B-4880F08341EE}"/>
              </a:ext>
            </a:extLst>
          </p:cNvPr>
          <p:cNvSpPr>
            <a:spLocks noGrp="1"/>
          </p:cNvSpPr>
          <p:nvPr>
            <p:ph type="title"/>
          </p:nvPr>
        </p:nvSpPr>
        <p:spPr>
          <a:xfrm>
            <a:off x="1511277" y="210344"/>
            <a:ext cx="10102791" cy="984247"/>
          </a:xfrm>
        </p:spPr>
        <p:txBody>
          <a:bodyPr/>
          <a:lstStyle/>
          <a:p>
            <a:pPr>
              <a:lnSpc>
                <a:spcPct val="100000"/>
              </a:lnSpc>
              <a:spcBef>
                <a:spcPts val="600"/>
              </a:spcBef>
            </a:pPr>
            <a:r>
              <a:rPr lang="en-US"/>
              <a:t>How Are </a:t>
            </a:r>
            <a:r>
              <a:rPr lang="en-US" u="sng"/>
              <a:t>Company Codes</a:t>
            </a:r>
            <a:r>
              <a:rPr lang="en-US"/>
              <a:t> in Variants Defined?</a:t>
            </a:r>
            <a:br>
              <a:rPr lang="en-US"/>
            </a:br>
            <a:r>
              <a:rPr lang="en-US" sz="1800" b="0" i="1">
                <a:solidFill>
                  <a:schemeClr val="bg1">
                    <a:lumMod val="65000"/>
                  </a:schemeClr>
                </a:solidFill>
                <a:latin typeface="Georgia" panose="02040502050405020303" pitchFamily="18" charset="0"/>
              </a:rPr>
              <a:t>When executing the transactions outside of FCC</a:t>
            </a:r>
            <a:endParaRPr lang="en-US" sz="1800"/>
          </a:p>
        </p:txBody>
      </p:sp>
      <p:sp>
        <p:nvSpPr>
          <p:cNvPr id="3" name="Slide Number Placeholder 2">
            <a:extLst>
              <a:ext uri="{FF2B5EF4-FFF2-40B4-BE49-F238E27FC236}">
                <a16:creationId xmlns:a16="http://schemas.microsoft.com/office/drawing/2014/main" id="{82E4874C-4283-4CB6-A070-11E375A78B4D}"/>
              </a:ext>
            </a:extLst>
          </p:cNvPr>
          <p:cNvSpPr>
            <a:spLocks noGrp="1"/>
          </p:cNvSpPr>
          <p:nvPr>
            <p:ph type="sldNum" sz="quarter" idx="12"/>
          </p:nvPr>
        </p:nvSpPr>
        <p:spPr>
          <a:xfrm>
            <a:off x="11416047" y="6282531"/>
            <a:ext cx="397261" cy="365125"/>
          </a:xfrm>
        </p:spPr>
        <p:txBody>
          <a:bodyPr/>
          <a:lstStyle/>
          <a:p>
            <a:fld id="{F4C94289-3309-4C35-850A-56FD49B3E346}" type="slidenum">
              <a:rPr lang="en-GB" smtClean="0"/>
              <a:t>17</a:t>
            </a:fld>
            <a:endParaRPr lang="en-GB"/>
          </a:p>
        </p:txBody>
      </p:sp>
      <p:sp>
        <p:nvSpPr>
          <p:cNvPr id="20" name="TextBox 19">
            <a:extLst>
              <a:ext uri="{FF2B5EF4-FFF2-40B4-BE49-F238E27FC236}">
                <a16:creationId xmlns:a16="http://schemas.microsoft.com/office/drawing/2014/main" id="{69BA740E-DCD6-46BD-A9E7-C4056C31E3D2}"/>
              </a:ext>
            </a:extLst>
          </p:cNvPr>
          <p:cNvSpPr txBox="1"/>
          <p:nvPr/>
        </p:nvSpPr>
        <p:spPr>
          <a:xfrm>
            <a:off x="783513" y="3980894"/>
            <a:ext cx="3797723" cy="1139858"/>
          </a:xfrm>
          <a:prstGeom prst="rect">
            <a:avLst/>
          </a:prstGeom>
          <a:noFill/>
        </p:spPr>
        <p:txBody>
          <a:bodyPr wrap="square" lIns="36000" tIns="0" rIns="0" bIns="0" rtlCol="0">
            <a:noAutofit/>
          </a:bodyPr>
          <a:lstStyle/>
          <a:p>
            <a:pPr marL="171450" indent="-171450" algn="l">
              <a:spcAft>
                <a:spcPts val="300"/>
              </a:spcAft>
              <a:buFont typeface="Arial" panose="020B0604020202020204" pitchFamily="34" charset="0"/>
              <a:buChar char="•"/>
            </a:pPr>
            <a:r>
              <a:rPr lang="en-US" sz="1150" i="1" dirty="0">
                <a:latin typeface="Georgia" panose="02040502050405020303" pitchFamily="18" charset="0"/>
              </a:rPr>
              <a:t>If you execute the ACACACT step outside of FCC for any reason, you will be able to see, from its Variant Attributes, that the</a:t>
            </a:r>
            <a:r>
              <a:rPr lang="en-US" sz="1150" b="1" i="1" dirty="0">
                <a:latin typeface="Georgia" panose="02040502050405020303" pitchFamily="18" charset="0"/>
              </a:rPr>
              <a:t> value for Company Code field selection is incorrect</a:t>
            </a:r>
            <a:r>
              <a:rPr lang="en-US" sz="1150" i="1" dirty="0">
                <a:latin typeface="Georgia" panose="02040502050405020303" pitchFamily="18" charset="0"/>
              </a:rPr>
              <a:t>. I.e. all GBS St. Pete company codes should be selected as we saw on the screenshot of FCC variant details, but now there’s only one selected on the screenshot. Also, different company codes may be shown on different users’ computers when calling the same variant outside of FCC. </a:t>
            </a:r>
          </a:p>
          <a:p>
            <a:pPr marL="171450" indent="-171450" algn="l">
              <a:spcAft>
                <a:spcPts val="300"/>
              </a:spcAft>
              <a:buFont typeface="Arial" panose="020B0604020202020204" pitchFamily="34" charset="0"/>
              <a:buChar char="•"/>
            </a:pPr>
            <a:endParaRPr lang="en-US" sz="1150" i="1" dirty="0">
              <a:latin typeface="Georgia" panose="02040502050405020303" pitchFamily="18" charset="0"/>
            </a:endParaRPr>
          </a:p>
        </p:txBody>
      </p:sp>
      <p:pic>
        <p:nvPicPr>
          <p:cNvPr id="21" name="Graphic 20" descr="Person with idea">
            <a:extLst>
              <a:ext uri="{FF2B5EF4-FFF2-40B4-BE49-F238E27FC236}">
                <a16:creationId xmlns:a16="http://schemas.microsoft.com/office/drawing/2014/main" id="{A179E10F-66E1-4CBB-BED0-81010F48A2E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203" y="3845595"/>
            <a:ext cx="661199" cy="661199"/>
          </a:xfrm>
          <a:prstGeom prst="rect">
            <a:avLst/>
          </a:prstGeom>
          <a:effectLst>
            <a:outerShdw blurRad="50800" dist="38100" dir="5400000" algn="t" rotWithShape="0">
              <a:prstClr val="black">
                <a:alpha val="40000"/>
              </a:prstClr>
            </a:outerShdw>
          </a:effectLst>
        </p:spPr>
      </p:pic>
      <p:pic>
        <p:nvPicPr>
          <p:cNvPr id="344066" name="Picture 2" descr="C:\Users\cstwangw\AppData\Local\Temp\SNAGHTML19d866d.PNG">
            <a:extLst>
              <a:ext uri="{FF2B5EF4-FFF2-40B4-BE49-F238E27FC236}">
                <a16:creationId xmlns:a16="http://schemas.microsoft.com/office/drawing/2014/main" id="{ACB1409E-9FBC-4078-8A6E-C1413F11AD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5763" y="1433543"/>
            <a:ext cx="5826058" cy="3076575"/>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Rounded Corners 24">
            <a:extLst>
              <a:ext uri="{FF2B5EF4-FFF2-40B4-BE49-F238E27FC236}">
                <a16:creationId xmlns:a16="http://schemas.microsoft.com/office/drawing/2014/main" id="{EEF8293D-2C12-48CF-B950-A37FCEC5AF50}"/>
              </a:ext>
            </a:extLst>
          </p:cNvPr>
          <p:cNvSpPr/>
          <p:nvPr/>
        </p:nvSpPr>
        <p:spPr>
          <a:xfrm>
            <a:off x="296284" y="1360457"/>
            <a:ext cx="4173631" cy="43604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defRPr/>
            </a:pPr>
            <a:r>
              <a:rPr lang="en-GB" sz="900" b="1">
                <a:solidFill>
                  <a:srgbClr val="00B2A9">
                    <a:lumMod val="50000"/>
                  </a:srgbClr>
                </a:solidFill>
              </a:rPr>
              <a:t>ACACACT: Monthly Accrual Run -&gt;Get Variant -&gt; select the variant used in FCC task “C_SPB_ACR_NRUN”</a:t>
            </a:r>
          </a:p>
        </p:txBody>
      </p:sp>
      <p:sp>
        <p:nvSpPr>
          <p:cNvPr id="27" name="Rectangle: Rounded Corners 26">
            <a:extLst>
              <a:ext uri="{FF2B5EF4-FFF2-40B4-BE49-F238E27FC236}">
                <a16:creationId xmlns:a16="http://schemas.microsoft.com/office/drawing/2014/main" id="{D077584E-CEF0-4A18-9F4E-985375D06935}"/>
              </a:ext>
            </a:extLst>
          </p:cNvPr>
          <p:cNvSpPr/>
          <p:nvPr/>
        </p:nvSpPr>
        <p:spPr>
          <a:xfrm>
            <a:off x="4469915" y="3621670"/>
            <a:ext cx="647029" cy="165237"/>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Elbow 28">
            <a:extLst>
              <a:ext uri="{FF2B5EF4-FFF2-40B4-BE49-F238E27FC236}">
                <a16:creationId xmlns:a16="http://schemas.microsoft.com/office/drawing/2014/main" id="{0BF61EC1-8A8E-4CCD-AC69-C878C8843D9A}"/>
              </a:ext>
            </a:extLst>
          </p:cNvPr>
          <p:cNvCxnSpPr>
            <a:cxnSpLocks/>
            <a:stCxn id="27" idx="2"/>
            <a:endCxn id="30" idx="3"/>
          </p:cNvCxnSpPr>
          <p:nvPr/>
        </p:nvCxnSpPr>
        <p:spPr>
          <a:xfrm rot="5400000" flipH="1" flipV="1">
            <a:off x="6169817" y="374997"/>
            <a:ext cx="2035523" cy="4788298"/>
          </a:xfrm>
          <a:prstGeom prst="bentConnector4">
            <a:avLst>
              <a:gd name="adj1" fmla="val -42994"/>
              <a:gd name="adj2" fmla="val 14470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AE1E0E67-993C-4E7A-9995-C528406B04D5}"/>
              </a:ext>
            </a:extLst>
          </p:cNvPr>
          <p:cNvSpPr/>
          <p:nvPr/>
        </p:nvSpPr>
        <p:spPr>
          <a:xfrm>
            <a:off x="8238968" y="1678562"/>
            <a:ext cx="1342760" cy="145644"/>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5FB9723F-E73B-416A-91EF-AC9E1E20900D}"/>
              </a:ext>
            </a:extLst>
          </p:cNvPr>
          <p:cNvSpPr/>
          <p:nvPr/>
        </p:nvSpPr>
        <p:spPr>
          <a:xfrm>
            <a:off x="6548582" y="4070752"/>
            <a:ext cx="4491594" cy="145645"/>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D4E2BC4A-F4D1-489F-9B7D-0F9984CDFEAB}"/>
              </a:ext>
            </a:extLst>
          </p:cNvPr>
          <p:cNvSpPr/>
          <p:nvPr/>
        </p:nvSpPr>
        <p:spPr>
          <a:xfrm>
            <a:off x="1276132" y="2724728"/>
            <a:ext cx="2942404" cy="145644"/>
          </a:xfrm>
          <a:prstGeom prst="roundRect">
            <a:avLst>
              <a:gd name="adj" fmla="val 922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1BA8B3D7-23C9-4DBD-846E-71548AD51F2F}"/>
              </a:ext>
            </a:extLst>
          </p:cNvPr>
          <p:cNvCxnSpPr>
            <a:cxnSpLocks/>
            <a:endCxn id="43" idx="1"/>
          </p:cNvCxnSpPr>
          <p:nvPr/>
        </p:nvCxnSpPr>
        <p:spPr>
          <a:xfrm>
            <a:off x="4218536" y="2787248"/>
            <a:ext cx="2330046" cy="1356327"/>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7DED79E-A9EC-4818-8EE6-92C7ACB55B08}"/>
              </a:ext>
            </a:extLst>
          </p:cNvPr>
          <p:cNvSpPr txBox="1"/>
          <p:nvPr/>
        </p:nvSpPr>
        <p:spPr>
          <a:xfrm>
            <a:off x="783513" y="5653863"/>
            <a:ext cx="11048753" cy="902028"/>
          </a:xfrm>
          <a:prstGeom prst="rect">
            <a:avLst/>
          </a:prstGeom>
          <a:noFill/>
        </p:spPr>
        <p:txBody>
          <a:bodyPr wrap="square" lIns="36000" tIns="0" rIns="0" bIns="0" rtlCol="0">
            <a:noAutofit/>
          </a:bodyPr>
          <a:lstStyle/>
          <a:p>
            <a:pPr marL="171450" indent="-171450" algn="l">
              <a:spcAft>
                <a:spcPts val="300"/>
              </a:spcAft>
              <a:buFont typeface="Arial" panose="020B0604020202020204" pitchFamily="34" charset="0"/>
              <a:buChar char="•"/>
            </a:pPr>
            <a:r>
              <a:rPr lang="en-US" sz="1150" i="1">
                <a:latin typeface="Georgia" panose="02040502050405020303" pitchFamily="18" charset="0"/>
              </a:rPr>
              <a:t>This is due to the fact that standard variable SAP_FASF_CLOSE_BUKRS_S is not able to refer to any folder in FCC when you execute the transaction outside of FCC. It then picks up the latest company code that you recently used in execution of an SAP T-Code.</a:t>
            </a:r>
          </a:p>
          <a:p>
            <a:pPr marL="171450" indent="-171450" algn="l">
              <a:spcAft>
                <a:spcPts val="300"/>
              </a:spcAft>
              <a:buFont typeface="Arial" panose="020B0604020202020204" pitchFamily="34" charset="0"/>
              <a:buChar char="•"/>
            </a:pPr>
            <a:r>
              <a:rPr lang="en-US" sz="1150" i="1">
                <a:latin typeface="Georgia" panose="02040502050405020303" pitchFamily="18" charset="0"/>
              </a:rPr>
              <a:t>For this reason, when you execute a transaction </a:t>
            </a:r>
            <a:r>
              <a:rPr lang="en-US" sz="1150" b="1" i="1">
                <a:latin typeface="Georgia" panose="02040502050405020303" pitchFamily="18" charset="0"/>
              </a:rPr>
              <a:t>outside of FCC </a:t>
            </a:r>
            <a:r>
              <a:rPr lang="en-US" sz="1150" i="1">
                <a:latin typeface="Georgia" panose="02040502050405020303" pitchFamily="18" charset="0"/>
              </a:rPr>
              <a:t>for any reason, make sure you </a:t>
            </a:r>
            <a:r>
              <a:rPr lang="en-US" sz="1150" b="1" i="1">
                <a:latin typeface="Georgia" panose="02040502050405020303" pitchFamily="18" charset="0"/>
              </a:rPr>
              <a:t>double check the Company Code </a:t>
            </a:r>
            <a:r>
              <a:rPr lang="en-US" sz="1150" i="1">
                <a:latin typeface="Georgia" panose="02040502050405020303" pitchFamily="18" charset="0"/>
              </a:rPr>
              <a:t>selection to ensure it is correct before executing.</a:t>
            </a:r>
          </a:p>
          <a:p>
            <a:pPr marL="171450" indent="-171450" algn="l">
              <a:spcAft>
                <a:spcPts val="300"/>
              </a:spcAft>
              <a:buFont typeface="Arial" panose="020B0604020202020204" pitchFamily="34" charset="0"/>
              <a:buChar char="•"/>
            </a:pPr>
            <a:endParaRPr lang="en-US" sz="1150" i="1">
              <a:latin typeface="Georgia" panose="02040502050405020303" pitchFamily="18" charset="0"/>
            </a:endParaRPr>
          </a:p>
        </p:txBody>
      </p:sp>
    </p:spTree>
    <p:extLst>
      <p:ext uri="{BB962C8B-B14F-4D97-AF65-F5344CB8AC3E}">
        <p14:creationId xmlns:p14="http://schemas.microsoft.com/office/powerpoint/2010/main" val="499139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Overview</a:t>
            </a:r>
          </a:p>
        </p:txBody>
      </p:sp>
      <p:sp>
        <p:nvSpPr>
          <p:cNvPr id="40" name="Rounded Rectangle 39"/>
          <p:cNvSpPr/>
          <p:nvPr/>
        </p:nvSpPr>
        <p:spPr>
          <a:xfrm>
            <a:off x="853017"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FCC Variants Overview</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807351" y="4027904"/>
            <a:ext cx="412441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Changing FCC Variants</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4529469" y="2418746"/>
            <a:ext cx="1127056" cy="96521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934912" y="3558138"/>
            <a:ext cx="879698" cy="563532"/>
          </a:xfrm>
          <a:prstGeom prst="bentConnector3">
            <a:avLst>
              <a:gd name="adj1" fmla="val 10129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807351" y="2166899"/>
            <a:ext cx="412441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Date/Period/Year in FCC Variants</a:t>
            </a:r>
          </a:p>
        </p:txBody>
      </p:sp>
      <p:sp>
        <p:nvSpPr>
          <p:cNvPr id="12" name="Rounded Rectangle 39">
            <a:extLst>
              <a:ext uri="{FF2B5EF4-FFF2-40B4-BE49-F238E27FC236}">
                <a16:creationId xmlns:a16="http://schemas.microsoft.com/office/drawing/2014/main" id="{818E4374-12E5-4380-BC28-2EF7FB207441}"/>
              </a:ext>
            </a:extLst>
          </p:cNvPr>
          <p:cNvSpPr/>
          <p:nvPr/>
        </p:nvSpPr>
        <p:spPr>
          <a:xfrm>
            <a:off x="5807351" y="3097401"/>
            <a:ext cx="412441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Company Code in FCC Variants</a:t>
            </a:r>
          </a:p>
        </p:txBody>
      </p:sp>
      <p:cxnSp>
        <p:nvCxnSpPr>
          <p:cNvPr id="15" name="Straight Connector 14">
            <a:extLst>
              <a:ext uri="{FF2B5EF4-FFF2-40B4-BE49-F238E27FC236}">
                <a16:creationId xmlns:a16="http://schemas.microsoft.com/office/drawing/2014/main" id="{A2C0ADED-D8F0-4ECD-929E-B75260B973E6}"/>
              </a:ext>
            </a:extLst>
          </p:cNvPr>
          <p:cNvCxnSpPr>
            <a:cxnSpLocks/>
          </p:cNvCxnSpPr>
          <p:nvPr/>
        </p:nvCxnSpPr>
        <p:spPr>
          <a:xfrm>
            <a:off x="5057780" y="3394018"/>
            <a:ext cx="598745"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488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35EAE0-45E1-4E3B-B197-6FFF6CE986B3}"/>
              </a:ext>
            </a:extLst>
          </p:cNvPr>
          <p:cNvSpPr>
            <a:spLocks noGrp="1"/>
          </p:cNvSpPr>
          <p:nvPr>
            <p:ph type="sldNum" sz="quarter" idx="12"/>
          </p:nvPr>
        </p:nvSpPr>
        <p:spPr/>
        <p:txBody>
          <a:bodyPr/>
          <a:lstStyle/>
          <a:p>
            <a:fld id="{F4C94289-3309-4C35-850A-56FD49B3E346}" type="slidenum">
              <a:rPr lang="en-GB" smtClean="0"/>
              <a:t>19</a:t>
            </a:fld>
            <a:endParaRPr lang="en-GB"/>
          </a:p>
        </p:txBody>
      </p:sp>
      <p:sp>
        <p:nvSpPr>
          <p:cNvPr id="4" name="Title 3">
            <a:extLst>
              <a:ext uri="{FF2B5EF4-FFF2-40B4-BE49-F238E27FC236}">
                <a16:creationId xmlns:a16="http://schemas.microsoft.com/office/drawing/2014/main" id="{31475A4F-945D-4B12-A737-1ACB4977CE24}"/>
              </a:ext>
            </a:extLst>
          </p:cNvPr>
          <p:cNvSpPr>
            <a:spLocks noGrp="1"/>
          </p:cNvSpPr>
          <p:nvPr>
            <p:ph type="title"/>
          </p:nvPr>
        </p:nvSpPr>
        <p:spPr/>
        <p:txBody>
          <a:bodyPr/>
          <a:lstStyle/>
          <a:p>
            <a:r>
              <a:rPr lang="en-GB"/>
              <a:t>Changing FCC Variants – What Shall I Do?</a:t>
            </a:r>
            <a:endParaRPr lang="en-US"/>
          </a:p>
        </p:txBody>
      </p:sp>
      <p:sp>
        <p:nvSpPr>
          <p:cNvPr id="7" name="Freeform: Shape 6">
            <a:extLst>
              <a:ext uri="{FF2B5EF4-FFF2-40B4-BE49-F238E27FC236}">
                <a16:creationId xmlns:a16="http://schemas.microsoft.com/office/drawing/2014/main" id="{E81C58EA-A96D-46EF-97CE-655ABFD9DCC0}"/>
              </a:ext>
            </a:extLst>
          </p:cNvPr>
          <p:cNvSpPr/>
          <p:nvPr/>
        </p:nvSpPr>
        <p:spPr>
          <a:xfrm>
            <a:off x="1561012" y="1403672"/>
            <a:ext cx="5029325" cy="821892"/>
          </a:xfrm>
          <a:custGeom>
            <a:avLst/>
            <a:gdLst>
              <a:gd name="connsiteX0" fmla="*/ 0 w 5029325"/>
              <a:gd name="connsiteY0" fmla="*/ 0 h 2001063"/>
              <a:gd name="connsiteX1" fmla="*/ 5029325 w 5029325"/>
              <a:gd name="connsiteY1" fmla="*/ 0 h 2001063"/>
              <a:gd name="connsiteX2" fmla="*/ 5029325 w 5029325"/>
              <a:gd name="connsiteY2" fmla="*/ 2001063 h 2001063"/>
              <a:gd name="connsiteX3" fmla="*/ 0 w 5029325"/>
              <a:gd name="connsiteY3" fmla="*/ 2001063 h 2001063"/>
              <a:gd name="connsiteX4" fmla="*/ 0 w 5029325"/>
              <a:gd name="connsiteY4" fmla="*/ 0 h 200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001063">
                <a:moveTo>
                  <a:pt x="0" y="0"/>
                </a:moveTo>
                <a:lnTo>
                  <a:pt x="5029325" y="0"/>
                </a:lnTo>
                <a:lnTo>
                  <a:pt x="5029325" y="2001063"/>
                </a:lnTo>
                <a:lnTo>
                  <a:pt x="0" y="2001063"/>
                </a:lnTo>
                <a:lnTo>
                  <a:pt x="0" y="0"/>
                </a:lnTo>
                <a:close/>
              </a:path>
            </a:pathLst>
          </a:custGeom>
        </p:spPr>
        <p:style>
          <a:lnRef idx="1">
            <a:schemeClr val="accent2">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412496" tIns="235712" rIns="412496" bIns="235712" numCol="1" spcCol="1270" anchor="ctr" anchorCtr="0">
            <a:noAutofit/>
          </a:bodyPr>
          <a:lstStyle/>
          <a:p>
            <a:pPr marL="0" lvl="0" indent="0" algn="ctr" defTabSz="2578100">
              <a:lnSpc>
                <a:spcPct val="90000"/>
              </a:lnSpc>
              <a:spcBef>
                <a:spcPct val="0"/>
              </a:spcBef>
              <a:spcAft>
                <a:spcPct val="35000"/>
              </a:spcAft>
              <a:buNone/>
            </a:pPr>
            <a:r>
              <a:rPr lang="en-US" sz="2000" b="1" kern="1200"/>
              <a:t>Change a variant used in FCC for </a:t>
            </a:r>
            <a:r>
              <a:rPr lang="en-US" sz="2000" b="1" u="sng" kern="1200"/>
              <a:t>temporary execution</a:t>
            </a:r>
          </a:p>
        </p:txBody>
      </p:sp>
      <p:sp>
        <p:nvSpPr>
          <p:cNvPr id="8" name="Freeform: Shape 7">
            <a:extLst>
              <a:ext uri="{FF2B5EF4-FFF2-40B4-BE49-F238E27FC236}">
                <a16:creationId xmlns:a16="http://schemas.microsoft.com/office/drawing/2014/main" id="{5F0A4456-3072-45FF-B0BB-1FCBC8D3B621}"/>
              </a:ext>
            </a:extLst>
          </p:cNvPr>
          <p:cNvSpPr/>
          <p:nvPr/>
        </p:nvSpPr>
        <p:spPr>
          <a:xfrm>
            <a:off x="1561012" y="2312206"/>
            <a:ext cx="5029325" cy="1599653"/>
          </a:xfrm>
          <a:custGeom>
            <a:avLst/>
            <a:gdLst>
              <a:gd name="connsiteX0" fmla="*/ 0 w 5029325"/>
              <a:gd name="connsiteY0" fmla="*/ 0 h 2547360"/>
              <a:gd name="connsiteX1" fmla="*/ 5029325 w 5029325"/>
              <a:gd name="connsiteY1" fmla="*/ 0 h 2547360"/>
              <a:gd name="connsiteX2" fmla="*/ 5029325 w 5029325"/>
              <a:gd name="connsiteY2" fmla="*/ 2547360 h 2547360"/>
              <a:gd name="connsiteX3" fmla="*/ 0 w 5029325"/>
              <a:gd name="connsiteY3" fmla="*/ 2547360 h 2547360"/>
              <a:gd name="connsiteX4" fmla="*/ 0 w 5029325"/>
              <a:gd name="connsiteY4" fmla="*/ 0 h 254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547360">
                <a:moveTo>
                  <a:pt x="0" y="0"/>
                </a:moveTo>
                <a:lnTo>
                  <a:pt x="5029325" y="0"/>
                </a:lnTo>
                <a:lnTo>
                  <a:pt x="5029325" y="2547360"/>
                </a:lnTo>
                <a:lnTo>
                  <a:pt x="0" y="2547360"/>
                </a:lnTo>
                <a:lnTo>
                  <a:pt x="0" y="0"/>
                </a:lnTo>
                <a:close/>
              </a:path>
            </a:pathLst>
          </a:custGeom>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2000" tIns="72000" rIns="72000" bIns="72000" numCol="1" spcCol="1270" anchor="t" anchorCtr="0">
            <a:noAutofit/>
          </a:bodyPr>
          <a:lstStyle/>
          <a:p>
            <a:pPr marL="144000" lvl="1" indent="-144000" algn="l" defTabSz="2578100">
              <a:lnSpc>
                <a:spcPct val="90000"/>
              </a:lnSpc>
              <a:spcBef>
                <a:spcPct val="0"/>
              </a:spcBef>
              <a:spcAft>
                <a:spcPct val="15000"/>
              </a:spcAft>
              <a:buChar char="•"/>
            </a:pPr>
            <a:r>
              <a:rPr lang="en-US" sz="1400" kern="1200"/>
              <a:t>This could be for </a:t>
            </a:r>
            <a:r>
              <a:rPr lang="en-US" sz="1400" b="1" kern="1200"/>
              <a:t>testing</a:t>
            </a:r>
            <a:r>
              <a:rPr lang="en-US" sz="1400" kern="1200"/>
              <a:t> purpose</a:t>
            </a:r>
          </a:p>
          <a:p>
            <a:pPr marL="144000" lvl="1" indent="-144000" algn="l" defTabSz="2578100">
              <a:lnSpc>
                <a:spcPct val="90000"/>
              </a:lnSpc>
              <a:spcBef>
                <a:spcPct val="0"/>
              </a:spcBef>
              <a:spcAft>
                <a:spcPct val="15000"/>
              </a:spcAft>
              <a:buChar char="•"/>
            </a:pPr>
            <a:r>
              <a:rPr lang="en-US" sz="1400" kern="1200"/>
              <a:t>This could be a </a:t>
            </a:r>
            <a:r>
              <a:rPr lang="en-US" sz="1400" b="1" kern="1200"/>
              <a:t>one-off executio</a:t>
            </a:r>
            <a:r>
              <a:rPr lang="en-US" sz="1400" b="1"/>
              <a:t>n during real period end driven by any issue</a:t>
            </a:r>
            <a:r>
              <a:rPr lang="en-US" sz="1400"/>
              <a:t> which requires changes, e.g. a company code or G/L account should be excluded</a:t>
            </a:r>
          </a:p>
          <a:p>
            <a:pPr marL="144000" lvl="1" indent="-144000" algn="l" defTabSz="2578100">
              <a:lnSpc>
                <a:spcPct val="90000"/>
              </a:lnSpc>
              <a:spcBef>
                <a:spcPct val="0"/>
              </a:spcBef>
              <a:spcAft>
                <a:spcPct val="15000"/>
              </a:spcAft>
              <a:buChar char="•"/>
            </a:pPr>
            <a:r>
              <a:rPr lang="en-US" sz="1400" kern="1200"/>
              <a:t>This could be a </a:t>
            </a:r>
            <a:r>
              <a:rPr lang="en-US" sz="1400" b="1"/>
              <a:t>temporary execution before the change request of changing FCC tasks have been implemented</a:t>
            </a:r>
            <a:endParaRPr lang="en-US" sz="1400" b="1" kern="1200"/>
          </a:p>
        </p:txBody>
      </p:sp>
      <p:sp>
        <p:nvSpPr>
          <p:cNvPr id="9" name="Freeform: Shape 8">
            <a:extLst>
              <a:ext uri="{FF2B5EF4-FFF2-40B4-BE49-F238E27FC236}">
                <a16:creationId xmlns:a16="http://schemas.microsoft.com/office/drawing/2014/main" id="{DD5A8AE9-A00D-4D59-BC26-C46DA5A37EC0}"/>
              </a:ext>
            </a:extLst>
          </p:cNvPr>
          <p:cNvSpPr/>
          <p:nvPr/>
        </p:nvSpPr>
        <p:spPr>
          <a:xfrm>
            <a:off x="6688807" y="1403672"/>
            <a:ext cx="5029325" cy="821892"/>
          </a:xfrm>
          <a:custGeom>
            <a:avLst/>
            <a:gdLst>
              <a:gd name="connsiteX0" fmla="*/ 0 w 5029325"/>
              <a:gd name="connsiteY0" fmla="*/ 0 h 2001063"/>
              <a:gd name="connsiteX1" fmla="*/ 5029325 w 5029325"/>
              <a:gd name="connsiteY1" fmla="*/ 0 h 2001063"/>
              <a:gd name="connsiteX2" fmla="*/ 5029325 w 5029325"/>
              <a:gd name="connsiteY2" fmla="*/ 2001063 h 2001063"/>
              <a:gd name="connsiteX3" fmla="*/ 0 w 5029325"/>
              <a:gd name="connsiteY3" fmla="*/ 2001063 h 2001063"/>
              <a:gd name="connsiteX4" fmla="*/ 0 w 5029325"/>
              <a:gd name="connsiteY4" fmla="*/ 0 h 200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001063">
                <a:moveTo>
                  <a:pt x="0" y="0"/>
                </a:moveTo>
                <a:lnTo>
                  <a:pt x="5029325" y="0"/>
                </a:lnTo>
                <a:lnTo>
                  <a:pt x="5029325" y="2001063"/>
                </a:lnTo>
                <a:lnTo>
                  <a:pt x="0" y="2001063"/>
                </a:lnTo>
                <a:lnTo>
                  <a:pt x="0" y="0"/>
                </a:lnTo>
                <a:close/>
              </a:path>
            </a:pathLst>
          </a:custGeom>
        </p:spPr>
        <p:style>
          <a:lnRef idx="1">
            <a:schemeClr val="accent3">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412496" tIns="235712" rIns="412496" bIns="235712" numCol="1" spcCol="1270" anchor="ctr" anchorCtr="0">
            <a:noAutofit/>
          </a:bodyPr>
          <a:lstStyle/>
          <a:p>
            <a:pPr marL="0" lvl="0" indent="0" algn="ctr" defTabSz="2578100">
              <a:lnSpc>
                <a:spcPct val="90000"/>
              </a:lnSpc>
              <a:spcBef>
                <a:spcPct val="0"/>
              </a:spcBef>
              <a:spcAft>
                <a:spcPct val="35000"/>
              </a:spcAft>
              <a:buNone/>
            </a:pPr>
            <a:r>
              <a:rPr lang="en-US" sz="2000" b="1" kern="1200"/>
              <a:t>Change a variant used in FCC for </a:t>
            </a:r>
            <a:r>
              <a:rPr lang="en-US" sz="2000" b="1" u="sng" kern="1200"/>
              <a:t>permanent use</a:t>
            </a:r>
          </a:p>
        </p:txBody>
      </p:sp>
      <p:sp>
        <p:nvSpPr>
          <p:cNvPr id="10" name="Freeform: Shape 9">
            <a:extLst>
              <a:ext uri="{FF2B5EF4-FFF2-40B4-BE49-F238E27FC236}">
                <a16:creationId xmlns:a16="http://schemas.microsoft.com/office/drawing/2014/main" id="{5189A247-65C1-4470-9E28-A0A3699081AB}"/>
              </a:ext>
            </a:extLst>
          </p:cNvPr>
          <p:cNvSpPr/>
          <p:nvPr/>
        </p:nvSpPr>
        <p:spPr>
          <a:xfrm>
            <a:off x="6700682" y="2312206"/>
            <a:ext cx="5029325" cy="1599653"/>
          </a:xfrm>
          <a:custGeom>
            <a:avLst/>
            <a:gdLst>
              <a:gd name="connsiteX0" fmla="*/ 0 w 5029325"/>
              <a:gd name="connsiteY0" fmla="*/ 0 h 2547360"/>
              <a:gd name="connsiteX1" fmla="*/ 5029325 w 5029325"/>
              <a:gd name="connsiteY1" fmla="*/ 0 h 2547360"/>
              <a:gd name="connsiteX2" fmla="*/ 5029325 w 5029325"/>
              <a:gd name="connsiteY2" fmla="*/ 2547360 h 2547360"/>
              <a:gd name="connsiteX3" fmla="*/ 0 w 5029325"/>
              <a:gd name="connsiteY3" fmla="*/ 2547360 h 2547360"/>
              <a:gd name="connsiteX4" fmla="*/ 0 w 5029325"/>
              <a:gd name="connsiteY4" fmla="*/ 0 h 254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547360">
                <a:moveTo>
                  <a:pt x="0" y="0"/>
                </a:moveTo>
                <a:lnTo>
                  <a:pt x="5029325" y="0"/>
                </a:lnTo>
                <a:lnTo>
                  <a:pt x="5029325" y="2547360"/>
                </a:lnTo>
                <a:lnTo>
                  <a:pt x="0" y="2547360"/>
                </a:lnTo>
                <a:lnTo>
                  <a:pt x="0" y="0"/>
                </a:lnTo>
                <a:close/>
              </a:path>
            </a:pathLst>
          </a:custGeom>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2000" tIns="72000" rIns="72000" bIns="72000" numCol="1" spcCol="1270" anchor="t" anchorCtr="0">
            <a:noAutofit/>
          </a:bodyPr>
          <a:lstStyle/>
          <a:p>
            <a:pPr marL="144000" lvl="1" indent="-144000" defTabSz="2578100">
              <a:lnSpc>
                <a:spcPct val="90000"/>
              </a:lnSpc>
              <a:spcBef>
                <a:spcPct val="0"/>
              </a:spcBef>
              <a:spcAft>
                <a:spcPct val="15000"/>
              </a:spcAft>
              <a:buChar char="•"/>
            </a:pPr>
            <a:r>
              <a:rPr lang="en-US" sz="1400" dirty="0"/>
              <a:t>This is when business requirements change, e.g. </a:t>
            </a:r>
          </a:p>
          <a:p>
            <a:pPr marL="540000" lvl="2" indent="-144000" defTabSz="2578100">
              <a:lnSpc>
                <a:spcPct val="90000"/>
              </a:lnSpc>
              <a:spcBef>
                <a:spcPct val="0"/>
              </a:spcBef>
              <a:spcAft>
                <a:spcPct val="15000"/>
              </a:spcAft>
              <a:buFont typeface="Courier New" panose="02070309020205020404" pitchFamily="49" charset="0"/>
              <a:buChar char="o"/>
            </a:pPr>
            <a:r>
              <a:rPr lang="en-US" sz="1200" dirty="0"/>
              <a:t>When you need to </a:t>
            </a:r>
            <a:r>
              <a:rPr lang="en-US" sz="1200" b="1" dirty="0"/>
              <a:t>add or remove company code(s) </a:t>
            </a:r>
            <a:r>
              <a:rPr lang="en-US" sz="1200" dirty="0"/>
              <a:t>from your variants due to </a:t>
            </a:r>
            <a:r>
              <a:rPr lang="en-US" sz="1200" b="1" dirty="0"/>
              <a:t>change of the company codes that your GBS/JTBC is serving</a:t>
            </a:r>
          </a:p>
          <a:p>
            <a:pPr marL="540000" lvl="2" indent="-144000" defTabSz="2578100">
              <a:lnSpc>
                <a:spcPct val="90000"/>
              </a:lnSpc>
              <a:spcBef>
                <a:spcPct val="0"/>
              </a:spcBef>
              <a:spcAft>
                <a:spcPct val="15000"/>
              </a:spcAft>
              <a:buFont typeface="Courier New" panose="02070309020205020404" pitchFamily="49" charset="0"/>
              <a:buChar char="o"/>
            </a:pPr>
            <a:r>
              <a:rPr lang="en-US" sz="1200" dirty="0"/>
              <a:t>When some </a:t>
            </a:r>
            <a:r>
              <a:rPr lang="en-US" sz="1200" b="1" dirty="0"/>
              <a:t>accounts need to be included/excluded</a:t>
            </a:r>
            <a:r>
              <a:rPr lang="en-US" sz="1200" dirty="0"/>
              <a:t> from the variants due to change in accounting treatment</a:t>
            </a:r>
          </a:p>
          <a:p>
            <a:pPr marL="742950" lvl="2" indent="-285750" defTabSz="2578100">
              <a:lnSpc>
                <a:spcPct val="90000"/>
              </a:lnSpc>
              <a:spcBef>
                <a:spcPct val="0"/>
              </a:spcBef>
              <a:spcAft>
                <a:spcPct val="15000"/>
              </a:spcAft>
              <a:buChar char="•"/>
            </a:pPr>
            <a:endParaRPr lang="en-US" sz="1400" dirty="0"/>
          </a:p>
          <a:p>
            <a:pPr marL="285750" lvl="1" indent="-285750" defTabSz="2578100">
              <a:lnSpc>
                <a:spcPct val="90000"/>
              </a:lnSpc>
              <a:spcBef>
                <a:spcPct val="0"/>
              </a:spcBef>
              <a:spcAft>
                <a:spcPct val="15000"/>
              </a:spcAft>
              <a:buChar char="•"/>
            </a:pPr>
            <a:endParaRPr lang="en-US" sz="1400" dirty="0"/>
          </a:p>
          <a:p>
            <a:pPr marL="285750" lvl="1" indent="-285750" algn="l" defTabSz="2578100">
              <a:lnSpc>
                <a:spcPct val="90000"/>
              </a:lnSpc>
              <a:spcBef>
                <a:spcPct val="0"/>
              </a:spcBef>
              <a:spcAft>
                <a:spcPct val="15000"/>
              </a:spcAft>
              <a:buChar char="•"/>
            </a:pPr>
            <a:endParaRPr lang="en-US" sz="5800" kern="1200" dirty="0"/>
          </a:p>
        </p:txBody>
      </p:sp>
      <p:sp>
        <p:nvSpPr>
          <p:cNvPr id="11" name="Freeform: Shape 10">
            <a:extLst>
              <a:ext uri="{FF2B5EF4-FFF2-40B4-BE49-F238E27FC236}">
                <a16:creationId xmlns:a16="http://schemas.microsoft.com/office/drawing/2014/main" id="{46ACDE41-C2EF-4248-BA7F-0BAC3310AA35}"/>
              </a:ext>
            </a:extLst>
          </p:cNvPr>
          <p:cNvSpPr/>
          <p:nvPr/>
        </p:nvSpPr>
        <p:spPr>
          <a:xfrm>
            <a:off x="1561011" y="4010376"/>
            <a:ext cx="5029325" cy="2464026"/>
          </a:xfrm>
          <a:custGeom>
            <a:avLst/>
            <a:gdLst>
              <a:gd name="connsiteX0" fmla="*/ 0 w 5029325"/>
              <a:gd name="connsiteY0" fmla="*/ 0 h 2547360"/>
              <a:gd name="connsiteX1" fmla="*/ 5029325 w 5029325"/>
              <a:gd name="connsiteY1" fmla="*/ 0 h 2547360"/>
              <a:gd name="connsiteX2" fmla="*/ 5029325 w 5029325"/>
              <a:gd name="connsiteY2" fmla="*/ 2547360 h 2547360"/>
              <a:gd name="connsiteX3" fmla="*/ 0 w 5029325"/>
              <a:gd name="connsiteY3" fmla="*/ 2547360 h 2547360"/>
              <a:gd name="connsiteX4" fmla="*/ 0 w 5029325"/>
              <a:gd name="connsiteY4" fmla="*/ 0 h 254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547360">
                <a:moveTo>
                  <a:pt x="0" y="0"/>
                </a:moveTo>
                <a:lnTo>
                  <a:pt x="5029325" y="0"/>
                </a:lnTo>
                <a:lnTo>
                  <a:pt x="5029325" y="2547360"/>
                </a:lnTo>
                <a:lnTo>
                  <a:pt x="0" y="2547360"/>
                </a:lnTo>
                <a:lnTo>
                  <a:pt x="0" y="0"/>
                </a:lnTo>
                <a:close/>
              </a:path>
            </a:pathLst>
          </a:custGeom>
          <a:solidFill>
            <a:schemeClr val="accent2">
              <a:lumMod val="40000"/>
              <a:lumOff val="60000"/>
              <a:alpha val="90000"/>
            </a:schemeClr>
          </a:solidFill>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2000" tIns="72000" rIns="72000" bIns="72000" numCol="1" spcCol="1270" anchor="t" anchorCtr="0">
            <a:noAutofit/>
          </a:bodyPr>
          <a:lstStyle/>
          <a:p>
            <a:pPr marL="144000" lvl="1" indent="-144000" algn="l" defTabSz="2578100">
              <a:lnSpc>
                <a:spcPct val="90000"/>
              </a:lnSpc>
              <a:spcBef>
                <a:spcPct val="0"/>
              </a:spcBef>
              <a:spcAft>
                <a:spcPct val="15000"/>
              </a:spcAft>
              <a:buChar char="•"/>
            </a:pPr>
            <a:r>
              <a:rPr lang="en-US" sz="1400" kern="1200"/>
              <a:t>You can “get” the variant used in FCC task, make the required changes and </a:t>
            </a:r>
            <a:r>
              <a:rPr lang="en-US" sz="1400" b="1" kern="1200"/>
              <a:t>execute the transaction without saving</a:t>
            </a:r>
            <a:r>
              <a:rPr lang="en-US" sz="1400" b="1"/>
              <a:t> it</a:t>
            </a:r>
            <a:r>
              <a:rPr lang="en-US" sz="1400"/>
              <a:t>.</a:t>
            </a:r>
          </a:p>
          <a:p>
            <a:pPr marL="144000" lvl="1" indent="-144000" defTabSz="2578100">
              <a:lnSpc>
                <a:spcPct val="90000"/>
              </a:lnSpc>
              <a:spcBef>
                <a:spcPct val="0"/>
              </a:spcBef>
              <a:spcAft>
                <a:spcPct val="15000"/>
              </a:spcAft>
              <a:buChar char="•"/>
            </a:pPr>
            <a:r>
              <a:rPr lang="en-US" sz="1400"/>
              <a:t>If you wish to save it, make sure you</a:t>
            </a:r>
            <a:r>
              <a:rPr lang="en-US" sz="1400" b="1"/>
              <a:t> save it under a separate variant name </a:t>
            </a:r>
            <a:r>
              <a:rPr lang="en-US" sz="1400"/>
              <a:t>that describes the purpose and usage of it.</a:t>
            </a:r>
            <a:endParaRPr lang="en-US" sz="1400" kern="1200"/>
          </a:p>
        </p:txBody>
      </p:sp>
      <p:sp>
        <p:nvSpPr>
          <p:cNvPr id="12" name="Freeform: Shape 11">
            <a:extLst>
              <a:ext uri="{FF2B5EF4-FFF2-40B4-BE49-F238E27FC236}">
                <a16:creationId xmlns:a16="http://schemas.microsoft.com/office/drawing/2014/main" id="{88F6E11B-CF1C-41BD-BADB-0232A25140C8}"/>
              </a:ext>
            </a:extLst>
          </p:cNvPr>
          <p:cNvSpPr/>
          <p:nvPr/>
        </p:nvSpPr>
        <p:spPr>
          <a:xfrm>
            <a:off x="6700682" y="4010375"/>
            <a:ext cx="5029325" cy="2464027"/>
          </a:xfrm>
          <a:custGeom>
            <a:avLst/>
            <a:gdLst>
              <a:gd name="connsiteX0" fmla="*/ 0 w 5029325"/>
              <a:gd name="connsiteY0" fmla="*/ 0 h 2547360"/>
              <a:gd name="connsiteX1" fmla="*/ 5029325 w 5029325"/>
              <a:gd name="connsiteY1" fmla="*/ 0 h 2547360"/>
              <a:gd name="connsiteX2" fmla="*/ 5029325 w 5029325"/>
              <a:gd name="connsiteY2" fmla="*/ 2547360 h 2547360"/>
              <a:gd name="connsiteX3" fmla="*/ 0 w 5029325"/>
              <a:gd name="connsiteY3" fmla="*/ 2547360 h 2547360"/>
              <a:gd name="connsiteX4" fmla="*/ 0 w 5029325"/>
              <a:gd name="connsiteY4" fmla="*/ 0 h 254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547360">
                <a:moveTo>
                  <a:pt x="0" y="0"/>
                </a:moveTo>
                <a:lnTo>
                  <a:pt x="5029325" y="0"/>
                </a:lnTo>
                <a:lnTo>
                  <a:pt x="5029325" y="2547360"/>
                </a:lnTo>
                <a:lnTo>
                  <a:pt x="0" y="2547360"/>
                </a:lnTo>
                <a:lnTo>
                  <a:pt x="0" y="0"/>
                </a:lnTo>
                <a:close/>
              </a:path>
            </a:pathLst>
          </a:custGeom>
          <a:solidFill>
            <a:schemeClr val="accent1">
              <a:lumMod val="60000"/>
              <a:lumOff val="40000"/>
              <a:alpha val="90000"/>
            </a:schemeClr>
          </a:solidFill>
          <a:ln>
            <a:noFill/>
          </a:ln>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2000" tIns="72000" rIns="72000" bIns="72000" numCol="1" spcCol="1270" anchor="t" anchorCtr="0">
            <a:noAutofit/>
          </a:bodyPr>
          <a:lstStyle/>
          <a:p>
            <a:pPr marL="144000" lvl="1" indent="-144000" algn="l" defTabSz="2578100">
              <a:lnSpc>
                <a:spcPct val="90000"/>
              </a:lnSpc>
              <a:spcBef>
                <a:spcPct val="0"/>
              </a:spcBef>
              <a:spcAft>
                <a:spcPct val="15000"/>
              </a:spcAft>
              <a:buChar char="•"/>
            </a:pPr>
            <a:r>
              <a:rPr lang="en-US" sz="1300" b="1" kern="1200" dirty="0"/>
              <a:t>BTS will implement the changes </a:t>
            </a:r>
            <a:r>
              <a:rPr lang="en-US" sz="1300" kern="1200" dirty="0"/>
              <a:t>of </a:t>
            </a:r>
            <a:r>
              <a:rPr lang="en-US" sz="1300" b="1" kern="1200" dirty="0"/>
              <a:t>adding/removing </a:t>
            </a:r>
            <a:r>
              <a:rPr lang="en-US" sz="1300" b="1" u="sng" kern="1200" dirty="0"/>
              <a:t>company codes</a:t>
            </a:r>
            <a:r>
              <a:rPr lang="en-US" sz="1300" u="sng" kern="1200" dirty="0"/>
              <a:t> </a:t>
            </a:r>
            <a:r>
              <a:rPr lang="en-US" sz="1300" b="1" kern="1200" dirty="0"/>
              <a:t>in customizing within your change request </a:t>
            </a:r>
            <a:r>
              <a:rPr lang="en-US" sz="1300" kern="1200" dirty="0"/>
              <a:t>for your new business requirements. There’s </a:t>
            </a:r>
            <a:r>
              <a:rPr lang="en-US" sz="1300" b="1" kern="1200" dirty="0"/>
              <a:t>no change to be done on </a:t>
            </a:r>
            <a:r>
              <a:rPr lang="en-US" sz="1300" b="1" dirty="0"/>
              <a:t>user </a:t>
            </a:r>
            <a:r>
              <a:rPr lang="en-US" sz="1300" b="1" kern="1200" dirty="0"/>
              <a:t>side</a:t>
            </a:r>
            <a:r>
              <a:rPr lang="en-US" sz="1300" kern="1200" dirty="0"/>
              <a:t>. </a:t>
            </a:r>
          </a:p>
          <a:p>
            <a:pPr marL="540000" lvl="2" indent="-144000" defTabSz="2578100">
              <a:lnSpc>
                <a:spcPct val="90000"/>
              </a:lnSpc>
              <a:spcBef>
                <a:spcPct val="0"/>
              </a:spcBef>
              <a:spcAft>
                <a:spcPct val="15000"/>
              </a:spcAft>
              <a:buFont typeface="Courier New" panose="02070309020205020404" pitchFamily="49" charset="0"/>
              <a:buChar char="o"/>
            </a:pPr>
            <a:r>
              <a:rPr lang="en-US" sz="1200" dirty="0"/>
              <a:t>The </a:t>
            </a:r>
            <a:r>
              <a:rPr lang="en-US" sz="1200" b="1" dirty="0"/>
              <a:t>exception</a:t>
            </a:r>
            <a:r>
              <a:rPr lang="en-US" sz="1200" dirty="0"/>
              <a:t> for this is for the </a:t>
            </a:r>
            <a:r>
              <a:rPr lang="en-US" sz="1200" b="1" dirty="0"/>
              <a:t>company code specific variants</a:t>
            </a:r>
            <a:r>
              <a:rPr lang="en-US" sz="1200" dirty="0"/>
              <a:t>, e.g. Revaluation, </a:t>
            </a:r>
            <a:r>
              <a:rPr lang="en-US" sz="1200" b="1" dirty="0"/>
              <a:t>GBS/JTBC should align with BTS to  create </a:t>
            </a:r>
            <a:r>
              <a:rPr lang="en-US" sz="1200" dirty="0"/>
              <a:t>the new variant for the new entity based on its specifications.</a:t>
            </a:r>
            <a:endParaRPr lang="en-US" sz="1200" kern="1200" dirty="0"/>
          </a:p>
          <a:p>
            <a:pPr marL="144000" lvl="1" indent="-144000" defTabSz="2578100">
              <a:lnSpc>
                <a:spcPct val="90000"/>
              </a:lnSpc>
              <a:spcBef>
                <a:spcPct val="0"/>
              </a:spcBef>
              <a:spcAft>
                <a:spcPct val="15000"/>
              </a:spcAft>
              <a:buChar char="•"/>
            </a:pPr>
            <a:r>
              <a:rPr lang="en-GB" sz="1300" dirty="0"/>
              <a:t>Other than Company code field, for global/GBS/JTBC variant, any change (e.g. accounts, ticks of different options, etc.) should be </a:t>
            </a:r>
            <a:r>
              <a:rPr lang="en-GB" sz="1300" b="1" dirty="0"/>
              <a:t>agreed across GBS/JTBC before one of the GBS/JTBC makes changes</a:t>
            </a:r>
            <a:r>
              <a:rPr lang="en-GB" sz="1300" dirty="0"/>
              <a:t>. Once a change is made, GBS/JTBC should </a:t>
            </a:r>
            <a:r>
              <a:rPr lang="en-GB" sz="1300" b="1" dirty="0"/>
              <a:t>save the variant to the existing variant name overwriting it</a:t>
            </a:r>
            <a:r>
              <a:rPr lang="en-GB" sz="1300" dirty="0"/>
              <a:t>. </a:t>
            </a:r>
          </a:p>
          <a:p>
            <a:pPr marL="285750" lvl="1" indent="-285750" algn="l" defTabSz="2578100">
              <a:lnSpc>
                <a:spcPct val="90000"/>
              </a:lnSpc>
              <a:spcBef>
                <a:spcPct val="0"/>
              </a:spcBef>
              <a:spcAft>
                <a:spcPct val="15000"/>
              </a:spcAft>
              <a:buChar char="•"/>
            </a:pPr>
            <a:endParaRPr lang="en-US" sz="1300" kern="1200" dirty="0"/>
          </a:p>
          <a:p>
            <a:pPr marL="285750" lvl="1" indent="-285750" algn="l" defTabSz="2578100">
              <a:lnSpc>
                <a:spcPct val="90000"/>
              </a:lnSpc>
              <a:spcBef>
                <a:spcPct val="0"/>
              </a:spcBef>
              <a:spcAft>
                <a:spcPct val="15000"/>
              </a:spcAft>
              <a:buChar char="•"/>
            </a:pPr>
            <a:endParaRPr lang="en-US" sz="1400" kern="1200" dirty="0"/>
          </a:p>
        </p:txBody>
      </p:sp>
      <p:sp>
        <p:nvSpPr>
          <p:cNvPr id="15" name="Freeform: Shape 14">
            <a:extLst>
              <a:ext uri="{FF2B5EF4-FFF2-40B4-BE49-F238E27FC236}">
                <a16:creationId xmlns:a16="http://schemas.microsoft.com/office/drawing/2014/main" id="{04E7EE93-DE2B-44C8-AFDE-1233DF43D8B0}"/>
              </a:ext>
            </a:extLst>
          </p:cNvPr>
          <p:cNvSpPr/>
          <p:nvPr/>
        </p:nvSpPr>
        <p:spPr>
          <a:xfrm>
            <a:off x="622760" y="2312206"/>
            <a:ext cx="827907" cy="1599653"/>
          </a:xfrm>
          <a:custGeom>
            <a:avLst/>
            <a:gdLst>
              <a:gd name="connsiteX0" fmla="*/ 0 w 5029325"/>
              <a:gd name="connsiteY0" fmla="*/ 0 h 2547360"/>
              <a:gd name="connsiteX1" fmla="*/ 5029325 w 5029325"/>
              <a:gd name="connsiteY1" fmla="*/ 0 h 2547360"/>
              <a:gd name="connsiteX2" fmla="*/ 5029325 w 5029325"/>
              <a:gd name="connsiteY2" fmla="*/ 2547360 h 2547360"/>
              <a:gd name="connsiteX3" fmla="*/ 0 w 5029325"/>
              <a:gd name="connsiteY3" fmla="*/ 2547360 h 2547360"/>
              <a:gd name="connsiteX4" fmla="*/ 0 w 5029325"/>
              <a:gd name="connsiteY4" fmla="*/ 0 h 254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547360">
                <a:moveTo>
                  <a:pt x="0" y="0"/>
                </a:moveTo>
                <a:lnTo>
                  <a:pt x="5029325" y="0"/>
                </a:lnTo>
                <a:lnTo>
                  <a:pt x="5029325" y="2547360"/>
                </a:lnTo>
                <a:lnTo>
                  <a:pt x="0" y="2547360"/>
                </a:lnTo>
                <a:lnTo>
                  <a:pt x="0" y="0"/>
                </a:lnTo>
                <a:close/>
              </a:path>
            </a:pathLst>
          </a:custGeom>
          <a:solidFill>
            <a:schemeClr val="accent6">
              <a:lumMod val="20000"/>
              <a:lumOff val="80000"/>
              <a:alpha val="90000"/>
            </a:schemeClr>
          </a:solidFill>
          <a:ln>
            <a:noFill/>
          </a:ln>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2000" tIns="72000" rIns="72000" bIns="72000" numCol="1" spcCol="1270" anchor="ctr" anchorCtr="0">
            <a:noAutofit/>
          </a:bodyPr>
          <a:lstStyle/>
          <a:p>
            <a:pPr marL="0" lvl="1" algn="ctr" defTabSz="2578100">
              <a:lnSpc>
                <a:spcPct val="90000"/>
              </a:lnSpc>
              <a:spcBef>
                <a:spcPct val="0"/>
              </a:spcBef>
              <a:spcAft>
                <a:spcPct val="15000"/>
              </a:spcAft>
            </a:pPr>
            <a:r>
              <a:rPr lang="en-US" sz="1400" b="1" kern="1200">
                <a:solidFill>
                  <a:schemeClr val="tx1"/>
                </a:solidFill>
              </a:rPr>
              <a:t>When?</a:t>
            </a:r>
          </a:p>
        </p:txBody>
      </p:sp>
      <p:sp>
        <p:nvSpPr>
          <p:cNvPr id="16" name="Freeform: Shape 15">
            <a:extLst>
              <a:ext uri="{FF2B5EF4-FFF2-40B4-BE49-F238E27FC236}">
                <a16:creationId xmlns:a16="http://schemas.microsoft.com/office/drawing/2014/main" id="{CB12F171-615C-4876-9ABA-C9074801C53C}"/>
              </a:ext>
            </a:extLst>
          </p:cNvPr>
          <p:cNvSpPr/>
          <p:nvPr/>
        </p:nvSpPr>
        <p:spPr>
          <a:xfrm>
            <a:off x="622758" y="3998500"/>
            <a:ext cx="827907" cy="2480707"/>
          </a:xfrm>
          <a:custGeom>
            <a:avLst/>
            <a:gdLst>
              <a:gd name="connsiteX0" fmla="*/ 0 w 5029325"/>
              <a:gd name="connsiteY0" fmla="*/ 0 h 2547360"/>
              <a:gd name="connsiteX1" fmla="*/ 5029325 w 5029325"/>
              <a:gd name="connsiteY1" fmla="*/ 0 h 2547360"/>
              <a:gd name="connsiteX2" fmla="*/ 5029325 w 5029325"/>
              <a:gd name="connsiteY2" fmla="*/ 2547360 h 2547360"/>
              <a:gd name="connsiteX3" fmla="*/ 0 w 5029325"/>
              <a:gd name="connsiteY3" fmla="*/ 2547360 h 2547360"/>
              <a:gd name="connsiteX4" fmla="*/ 0 w 5029325"/>
              <a:gd name="connsiteY4" fmla="*/ 0 h 254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547360">
                <a:moveTo>
                  <a:pt x="0" y="0"/>
                </a:moveTo>
                <a:lnTo>
                  <a:pt x="5029325" y="0"/>
                </a:lnTo>
                <a:lnTo>
                  <a:pt x="5029325" y="2547360"/>
                </a:lnTo>
                <a:lnTo>
                  <a:pt x="0" y="2547360"/>
                </a:lnTo>
                <a:lnTo>
                  <a:pt x="0" y="0"/>
                </a:lnTo>
                <a:close/>
              </a:path>
            </a:pathLst>
          </a:custGeom>
          <a:solidFill>
            <a:schemeClr val="accent6">
              <a:lumMod val="40000"/>
              <a:lumOff val="60000"/>
              <a:alpha val="90000"/>
            </a:schemeClr>
          </a:solidFill>
          <a:ln>
            <a:noFill/>
          </a:ln>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2000" tIns="72000" rIns="72000" bIns="72000" numCol="1" spcCol="1270" anchor="ctr" anchorCtr="0">
            <a:noAutofit/>
          </a:bodyPr>
          <a:lstStyle/>
          <a:p>
            <a:pPr marL="0" lvl="1" algn="ctr" defTabSz="2578100">
              <a:lnSpc>
                <a:spcPct val="90000"/>
              </a:lnSpc>
              <a:spcBef>
                <a:spcPct val="0"/>
              </a:spcBef>
              <a:spcAft>
                <a:spcPct val="15000"/>
              </a:spcAft>
            </a:pPr>
            <a:r>
              <a:rPr lang="en-US" sz="1400" b="1" kern="1200"/>
              <a:t>What to do?</a:t>
            </a:r>
          </a:p>
        </p:txBody>
      </p:sp>
      <p:sp>
        <p:nvSpPr>
          <p:cNvPr id="17" name="Freeform: Shape 16">
            <a:extLst>
              <a:ext uri="{FF2B5EF4-FFF2-40B4-BE49-F238E27FC236}">
                <a16:creationId xmlns:a16="http://schemas.microsoft.com/office/drawing/2014/main" id="{2A2AFDAD-B7A3-460C-BFE8-0E7DDD31D9E5}"/>
              </a:ext>
            </a:extLst>
          </p:cNvPr>
          <p:cNvSpPr/>
          <p:nvPr/>
        </p:nvSpPr>
        <p:spPr>
          <a:xfrm>
            <a:off x="622757" y="1400133"/>
            <a:ext cx="827907" cy="821892"/>
          </a:xfrm>
          <a:custGeom>
            <a:avLst/>
            <a:gdLst>
              <a:gd name="connsiteX0" fmla="*/ 0 w 5029325"/>
              <a:gd name="connsiteY0" fmla="*/ 0 h 2547360"/>
              <a:gd name="connsiteX1" fmla="*/ 5029325 w 5029325"/>
              <a:gd name="connsiteY1" fmla="*/ 0 h 2547360"/>
              <a:gd name="connsiteX2" fmla="*/ 5029325 w 5029325"/>
              <a:gd name="connsiteY2" fmla="*/ 2547360 h 2547360"/>
              <a:gd name="connsiteX3" fmla="*/ 0 w 5029325"/>
              <a:gd name="connsiteY3" fmla="*/ 2547360 h 2547360"/>
              <a:gd name="connsiteX4" fmla="*/ 0 w 5029325"/>
              <a:gd name="connsiteY4" fmla="*/ 0 h 254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9325" h="2547360">
                <a:moveTo>
                  <a:pt x="0" y="0"/>
                </a:moveTo>
                <a:lnTo>
                  <a:pt x="5029325" y="0"/>
                </a:lnTo>
                <a:lnTo>
                  <a:pt x="5029325" y="2547360"/>
                </a:lnTo>
                <a:lnTo>
                  <a:pt x="0" y="2547360"/>
                </a:lnTo>
                <a:lnTo>
                  <a:pt x="0" y="0"/>
                </a:lnTo>
                <a:close/>
              </a:path>
            </a:pathLst>
          </a:custGeom>
          <a:solidFill>
            <a:schemeClr val="accent6">
              <a:lumMod val="60000"/>
              <a:lumOff val="40000"/>
              <a:alpha val="90000"/>
            </a:schemeClr>
          </a:solidFill>
          <a:ln>
            <a:noFill/>
          </a:ln>
          <a:effectLst>
            <a:outerShdw blurRad="50800" dist="38100" dir="5400000" algn="t" rotWithShape="0">
              <a:prstClr val="black">
                <a:alpha val="40000"/>
              </a:prstClr>
            </a:outerShdw>
          </a:effectLst>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6000" tIns="216000" rIns="36000" bIns="72000" numCol="1" spcCol="1270" anchor="t" anchorCtr="0">
            <a:noAutofit/>
          </a:bodyPr>
          <a:lstStyle/>
          <a:p>
            <a:pPr marL="0" lvl="1" algn="ctr" defTabSz="2578100">
              <a:lnSpc>
                <a:spcPct val="90000"/>
              </a:lnSpc>
              <a:spcBef>
                <a:spcPct val="0"/>
              </a:spcBef>
              <a:spcAft>
                <a:spcPct val="15000"/>
              </a:spcAft>
            </a:pPr>
            <a:r>
              <a:rPr lang="en-US" sz="1600" b="1">
                <a:solidFill>
                  <a:schemeClr val="bg1"/>
                </a:solidFill>
              </a:rPr>
              <a:t>Why?</a:t>
            </a:r>
          </a:p>
        </p:txBody>
      </p:sp>
    </p:spTree>
    <p:extLst>
      <p:ext uri="{BB962C8B-B14F-4D97-AF65-F5344CB8AC3E}">
        <p14:creationId xmlns:p14="http://schemas.microsoft.com/office/powerpoint/2010/main" val="4194780976"/>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1542C9BA-ECA3-4883-AD96-8835C6A9EDC7}"/>
</file>

<file path=customXml/itemProps2.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3.xml><?xml version="1.0" encoding="utf-8"?>
<ds:datastoreItem xmlns:ds="http://schemas.openxmlformats.org/officeDocument/2006/customXml" ds:itemID="{E3BC77B7-89BE-45D2-B43A-94AB4C5F40F4}">
  <ds:schemaRefs>
    <ds:schemaRef ds:uri="http://schemas.microsoft.com/office/2006/metadata/properties"/>
    <ds:schemaRef ds:uri="91871c47-af2e-43ea-ad3f-7bb4c536bc45"/>
    <ds:schemaRef ds:uri="http://www.w3.org/XML/1998/namespace"/>
    <ds:schemaRef ds:uri="http://purl.org/dc/terms/"/>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cb52ee0d-5346-4ae8-a9f9-d746adffeb6b"/>
    <ds:schemaRef ds:uri="ba249638-b5c4-4b59-8094-70d8491c2e9c"/>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26</TotalTime>
  <Words>3146</Words>
  <Application>Microsoft Office PowerPoint</Application>
  <PresentationFormat>Widescreen</PresentationFormat>
  <Paragraphs>168</Paragraphs>
  <Slides>19</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19</vt:i4>
      </vt:variant>
    </vt:vector>
  </HeadingPairs>
  <TitlesOfParts>
    <vt:vector size="26" baseType="lpstr">
      <vt:lpstr>Arial</vt:lpstr>
      <vt:lpstr>Calibri</vt:lpstr>
      <vt:lpstr>Courier New</vt:lpstr>
      <vt:lpstr>Georgia</vt:lpstr>
      <vt:lpstr>1_S4F-ERP Clean IFRS Stat &amp; Tax Rep</vt:lpstr>
      <vt:lpstr>S4F-ERP Period End Closing</vt:lpstr>
      <vt:lpstr>1_S4F-ERP Period End Closing</vt:lpstr>
      <vt:lpstr>Period End Closing Execution (BSC) </vt:lpstr>
      <vt:lpstr>Basic Attributes of a Variant used in SAP</vt:lpstr>
      <vt:lpstr>Date/Period/Year and Company Code in Variants</vt:lpstr>
      <vt:lpstr>Period End Closing Overview</vt:lpstr>
      <vt:lpstr>How Are Date/Period/Year in Variants Defined?</vt:lpstr>
      <vt:lpstr>How Are Date/Period/Year in Variants Defined? 1. Creation of Periodic FCC Task List</vt:lpstr>
      <vt:lpstr>How Are Date/Period/Year in Variants Defined? 2A. Maintain Values for Custom Variables</vt:lpstr>
      <vt:lpstr>How Are Date/Period/Year in Variants Defined? 2B. Values of Standard Variables auto-populated</vt:lpstr>
      <vt:lpstr>How Are Date/Period/Year in Variants Defined? 3. Date/Year in FCC task variants auto-populated</vt:lpstr>
      <vt:lpstr>How Are Date/Period/Year in Variants Defined? When executing the transactions outside of FCC</vt:lpstr>
      <vt:lpstr>Period End Closing Overview</vt:lpstr>
      <vt:lpstr>Variant Attribute for Company Code Field</vt:lpstr>
      <vt:lpstr>How Are Company Codes in Variants Defined?</vt:lpstr>
      <vt:lpstr>How Are Company Codes in Variants Defined? Company codes definition in each FCC folder</vt:lpstr>
      <vt:lpstr>How Are Company Codes in Variants Defined? Company code values correctly picked up in FCC task variants (GBS/JTBC Variant example)</vt:lpstr>
      <vt:lpstr>How Are Company Codes in Variants Defined? Company code values correctly picked up in FCC task variants (Global variant example)</vt:lpstr>
      <vt:lpstr>How Are Company Codes in Variants Defined? When executing the transactions outside of FCC</vt:lpstr>
      <vt:lpstr>Period End Closing Overview</vt:lpstr>
      <vt:lpstr>Changing FCC Variants – What Shall I 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5</cp:revision>
  <dcterms:created xsi:type="dcterms:W3CDTF">2019-04-11T09:35:08Z</dcterms:created>
  <dcterms:modified xsi:type="dcterms:W3CDTF">2024-04-25T17:08:49Z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1336800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