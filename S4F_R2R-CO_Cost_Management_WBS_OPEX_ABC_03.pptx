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357" r:id="rId5"/>
    <p:sldId id="2318" r:id="rId6"/>
    <p:sldId id="2319" r:id="rId7"/>
    <p:sldId id="2491" r:id="rId8"/>
    <p:sldId id="2502" r:id="rId9"/>
    <p:sldId id="2321" r:id="rId10"/>
    <p:sldId id="3029" r:id="rId11"/>
    <p:sldId id="3027" r:id="rId12"/>
    <p:sldId id="3032" r:id="rId13"/>
    <p:sldId id="2364" r:id="rId14"/>
    <p:sldId id="2325" r:id="rId15"/>
    <p:sldId id="3030" r:id="rId16"/>
    <p:sldId id="2323" r:id="rId17"/>
    <p:sldId id="2324" r:id="rId18"/>
    <p:sldId id="2365" r:id="rId19"/>
    <p:sldId id="2326" r:id="rId20"/>
    <p:sldId id="3028" r:id="rId21"/>
    <p:sldId id="2995" r:id="rId22"/>
    <p:sldId id="3031" r:id="rId23"/>
    <p:sldId id="3034" r:id="rId24"/>
    <p:sldId id="3035" r:id="rId25"/>
    <p:sldId id="3013" r:id="rId26"/>
    <p:sldId id="3014" r:id="rId27"/>
    <p:sldId id="3026" r:id="rId28"/>
    <p:sldId id="301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BBAA"/>
    <a:srgbClr val="E6F3F0"/>
    <a:srgbClr val="D6E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80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ksina, Vera" userId="S::spbchuksvv@corp.jti.com::a120b435-2ba4-41a7-a630-19094674ca58" providerId="AD" clId="Web-{2BF4AEFE-6D11-9E53-F0A3-FDF349188F4A}"/>
    <pc:docChg chg="modSld">
      <pc:chgData name="Chuksina, Vera" userId="S::spbchuksvv@corp.jti.com::a120b435-2ba4-41a7-a630-19094674ca58" providerId="AD" clId="Web-{2BF4AEFE-6D11-9E53-F0A3-FDF349188F4A}" dt="2020-03-31T09:35:27.813" v="22" actId="20577"/>
      <pc:docMkLst>
        <pc:docMk/>
      </pc:docMkLst>
      <pc:sldChg chg="modSp">
        <pc:chgData name="Chuksina, Vera" userId="S::spbchuksvv@corp.jti.com::a120b435-2ba4-41a7-a630-19094674ca58" providerId="AD" clId="Web-{2BF4AEFE-6D11-9E53-F0A3-FDF349188F4A}" dt="2020-03-31T09:35:27.813" v="22" actId="20577"/>
        <pc:sldMkLst>
          <pc:docMk/>
          <pc:sldMk cId="3046988717" sldId="3029"/>
        </pc:sldMkLst>
        <pc:spChg chg="mod">
          <ac:chgData name="Chuksina, Vera" userId="S::spbchuksvv@corp.jti.com::a120b435-2ba4-41a7-a630-19094674ca58" providerId="AD" clId="Web-{2BF4AEFE-6D11-9E53-F0A3-FDF349188F4A}" dt="2020-03-31T09:35:27.813" v="22" actId="20577"/>
          <ac:spMkLst>
            <pc:docMk/>
            <pc:sldMk cId="3046988717" sldId="3029"/>
            <ac:spMk id="16" creationId="{3E04CC70-6A8B-48FF-8FA2-B10C5399BAB4}"/>
          </ac:spMkLst>
        </pc:spChg>
      </pc:sldChg>
    </pc:docChg>
  </pc:docChgLst>
  <pc:docChgLst>
    <pc:chgData name="O'Neill, Shauna" userId="1d0a8ccc-c260-429c-86e4-d406a5ac1d3d" providerId="ADAL" clId="{3120ED10-86D4-40C3-B5EA-6488A89104E3}"/>
    <pc:docChg chg="undo custSel addSld delSld modSld sldOrd">
      <pc:chgData name="O'Neill, Shauna" userId="1d0a8ccc-c260-429c-86e4-d406a5ac1d3d" providerId="ADAL" clId="{3120ED10-86D4-40C3-B5EA-6488A89104E3}" dt="2020-03-26T12:39:59.829" v="2293"/>
      <pc:docMkLst>
        <pc:docMk/>
      </pc:docMkLst>
      <pc:sldChg chg="addSp delSp modSp">
        <pc:chgData name="O'Neill, Shauna" userId="1d0a8ccc-c260-429c-86e4-d406a5ac1d3d" providerId="ADAL" clId="{3120ED10-86D4-40C3-B5EA-6488A89104E3}" dt="2020-03-26T12:38:34.881" v="2292"/>
        <pc:sldMkLst>
          <pc:docMk/>
          <pc:sldMk cId="623677526" sldId="2323"/>
        </pc:sldMkLst>
        <pc:spChg chg="mod">
          <ac:chgData name="O'Neill, Shauna" userId="1d0a8ccc-c260-429c-86e4-d406a5ac1d3d" providerId="ADAL" clId="{3120ED10-86D4-40C3-B5EA-6488A89104E3}" dt="2020-03-12T10:21:48.357" v="1227" actId="20577"/>
          <ac:spMkLst>
            <pc:docMk/>
            <pc:sldMk cId="623677526" sldId="2323"/>
            <ac:spMk id="2" creationId="{9D036536-308F-48F1-A820-91220E114762}"/>
          </ac:spMkLst>
        </pc:spChg>
        <pc:spChg chg="add mod">
          <ac:chgData name="O'Neill, Shauna" userId="1d0a8ccc-c260-429c-86e4-d406a5ac1d3d" providerId="ADAL" clId="{3120ED10-86D4-40C3-B5EA-6488A89104E3}" dt="2020-03-13T10:07:30.600" v="1258" actId="403"/>
          <ac:spMkLst>
            <pc:docMk/>
            <pc:sldMk cId="623677526" sldId="2323"/>
            <ac:spMk id="3" creationId="{9D6D5ADE-6A78-4F19-95E8-A7C0658D372B}"/>
          </ac:spMkLst>
        </pc:spChg>
        <pc:spChg chg="del">
          <ac:chgData name="O'Neill, Shauna" userId="1d0a8ccc-c260-429c-86e4-d406a5ac1d3d" providerId="ADAL" clId="{3120ED10-86D4-40C3-B5EA-6488A89104E3}" dt="2020-03-13T10:10:01.983" v="1300"/>
          <ac:spMkLst>
            <pc:docMk/>
            <pc:sldMk cId="623677526" sldId="2323"/>
            <ac:spMk id="4" creationId="{5272E0D9-D9B3-4321-9737-E7C1C5394A33}"/>
          </ac:spMkLst>
        </pc:spChg>
        <pc:spChg chg="del">
          <ac:chgData name="O'Neill, Shauna" userId="1d0a8ccc-c260-429c-86e4-d406a5ac1d3d" providerId="ADAL" clId="{3120ED10-86D4-40C3-B5EA-6488A89104E3}" dt="2020-03-13T10:07:12.677" v="1252" actId="478"/>
          <ac:spMkLst>
            <pc:docMk/>
            <pc:sldMk cId="623677526" sldId="2323"/>
            <ac:spMk id="6" creationId="{47373CFA-FD2E-43FF-8029-0413A79AD8A9}"/>
          </ac:spMkLst>
        </pc:spChg>
        <pc:spChg chg="del">
          <ac:chgData name="O'Neill, Shauna" userId="1d0a8ccc-c260-429c-86e4-d406a5ac1d3d" providerId="ADAL" clId="{3120ED10-86D4-40C3-B5EA-6488A89104E3}" dt="2020-03-13T10:07:12.677" v="1252" actId="478"/>
          <ac:spMkLst>
            <pc:docMk/>
            <pc:sldMk cId="623677526" sldId="2323"/>
            <ac:spMk id="7" creationId="{BAFFF196-8674-4403-84C5-FD01B0C12A36}"/>
          </ac:spMkLst>
        </pc:spChg>
        <pc:spChg chg="del">
          <ac:chgData name="O'Neill, Shauna" userId="1d0a8ccc-c260-429c-86e4-d406a5ac1d3d" providerId="ADAL" clId="{3120ED10-86D4-40C3-B5EA-6488A89104E3}" dt="2020-03-13T10:07:12.677" v="1252" actId="478"/>
          <ac:spMkLst>
            <pc:docMk/>
            <pc:sldMk cId="623677526" sldId="2323"/>
            <ac:spMk id="8" creationId="{123698C2-DEA0-410F-B00D-9D010F00779B}"/>
          </ac:spMkLst>
        </pc:spChg>
        <pc:spChg chg="del mod">
          <ac:chgData name="O'Neill, Shauna" userId="1d0a8ccc-c260-429c-86e4-d406a5ac1d3d" providerId="ADAL" clId="{3120ED10-86D4-40C3-B5EA-6488A89104E3}" dt="2020-03-12T09:31:05.595" v="1016" actId="478"/>
          <ac:spMkLst>
            <pc:docMk/>
            <pc:sldMk cId="623677526" sldId="2323"/>
            <ac:spMk id="15" creationId="{2D965551-44CE-4CEB-B61B-BD7397571E0F}"/>
          </ac:spMkLst>
        </pc:spChg>
        <pc:spChg chg="add mod">
          <ac:chgData name="O'Neill, Shauna" userId="1d0a8ccc-c260-429c-86e4-d406a5ac1d3d" providerId="ADAL" clId="{3120ED10-86D4-40C3-B5EA-6488A89104E3}" dt="2020-03-13T10:09:04.070" v="1290" actId="2085"/>
          <ac:spMkLst>
            <pc:docMk/>
            <pc:sldMk cId="623677526" sldId="2323"/>
            <ac:spMk id="23" creationId="{4703D456-12FF-47F8-9EC7-6FA045523312}"/>
          </ac:spMkLst>
        </pc:spChg>
        <pc:spChg chg="add mod">
          <ac:chgData name="O'Neill, Shauna" userId="1d0a8ccc-c260-429c-86e4-d406a5ac1d3d" providerId="ADAL" clId="{3120ED10-86D4-40C3-B5EA-6488A89104E3}" dt="2020-03-13T10:09:54.478" v="1299" actId="1076"/>
          <ac:spMkLst>
            <pc:docMk/>
            <pc:sldMk cId="623677526" sldId="2323"/>
            <ac:spMk id="25" creationId="{B69A39EA-4243-4217-BABF-B37BBEF6F329}"/>
          </ac:spMkLst>
        </pc:spChg>
        <pc:spChg chg="add mod">
          <ac:chgData name="O'Neill, Shauna" userId="1d0a8ccc-c260-429c-86e4-d406a5ac1d3d" providerId="ADAL" clId="{3120ED10-86D4-40C3-B5EA-6488A89104E3}" dt="2020-03-13T10:07:56.788" v="1268" actId="403"/>
          <ac:spMkLst>
            <pc:docMk/>
            <pc:sldMk cId="623677526" sldId="2323"/>
            <ac:spMk id="26" creationId="{FF36A699-0F3E-411C-A3AD-5D5F707D0B72}"/>
          </ac:spMkLst>
        </pc:spChg>
        <pc:spChg chg="add">
          <ac:chgData name="O'Neill, Shauna" userId="1d0a8ccc-c260-429c-86e4-d406a5ac1d3d" providerId="ADAL" clId="{3120ED10-86D4-40C3-B5EA-6488A89104E3}" dt="2020-03-26T12:38:34.881" v="2292"/>
          <ac:spMkLst>
            <pc:docMk/>
            <pc:sldMk cId="623677526" sldId="2323"/>
            <ac:spMk id="27" creationId="{5AA741A0-44CC-459B-A58F-E0613C80058B}"/>
          </ac:spMkLst>
        </pc:spChg>
        <pc:spChg chg="add mod">
          <ac:chgData name="O'Neill, Shauna" userId="1d0a8ccc-c260-429c-86e4-d406a5ac1d3d" providerId="ADAL" clId="{3120ED10-86D4-40C3-B5EA-6488A89104E3}" dt="2020-03-13T10:09:50.165" v="1298" actId="14100"/>
          <ac:spMkLst>
            <pc:docMk/>
            <pc:sldMk cId="623677526" sldId="2323"/>
            <ac:spMk id="31" creationId="{3EF1C62C-446E-425C-8312-7B74C6A0EA6D}"/>
          </ac:spMkLst>
        </pc:spChg>
        <pc:spChg chg="add mod">
          <ac:chgData name="O'Neill, Shauna" userId="1d0a8ccc-c260-429c-86e4-d406a5ac1d3d" providerId="ADAL" clId="{3120ED10-86D4-40C3-B5EA-6488A89104E3}" dt="2020-03-13T10:08:42.375" v="1287" actId="404"/>
          <ac:spMkLst>
            <pc:docMk/>
            <pc:sldMk cId="623677526" sldId="2323"/>
            <ac:spMk id="32" creationId="{287806BC-EA5A-40BB-A21A-F28A8B1EE05F}"/>
          </ac:spMkLst>
        </pc:spChg>
        <pc:spChg chg="add del mod">
          <ac:chgData name="O'Neill, Shauna" userId="1d0a8ccc-c260-429c-86e4-d406a5ac1d3d" providerId="ADAL" clId="{3120ED10-86D4-40C3-B5EA-6488A89104E3}" dt="2020-03-13T10:09:34.473" v="1296"/>
          <ac:spMkLst>
            <pc:docMk/>
            <pc:sldMk cId="623677526" sldId="2323"/>
            <ac:spMk id="35" creationId="{DA557511-6A7D-45C1-A1AE-A28D6AFF979F}"/>
          </ac:spMkLst>
        </pc:spChg>
        <pc:grpChg chg="mod">
          <ac:chgData name="O'Neill, Shauna" userId="1d0a8ccc-c260-429c-86e4-d406a5ac1d3d" providerId="ADAL" clId="{3120ED10-86D4-40C3-B5EA-6488A89104E3}" dt="2020-03-13T10:07:18.948" v="1253" actId="14100"/>
          <ac:grpSpMkLst>
            <pc:docMk/>
            <pc:sldMk cId="623677526" sldId="2323"/>
            <ac:grpSpMk id="24" creationId="{AC933756-F246-409F-A934-FB15E14AF4C1}"/>
          </ac:grpSpMkLst>
        </pc:grpChg>
        <pc:cxnChg chg="add mod">
          <ac:chgData name="O'Neill, Shauna" userId="1d0a8ccc-c260-429c-86e4-d406a5ac1d3d" providerId="ADAL" clId="{3120ED10-86D4-40C3-B5EA-6488A89104E3}" dt="2020-03-13T10:08:04.294" v="1269" actId="14100"/>
          <ac:cxnSpMkLst>
            <pc:docMk/>
            <pc:sldMk cId="623677526" sldId="2323"/>
            <ac:cxnSpMk id="28" creationId="{E5FD972E-0D32-40EC-861C-61E7F705C603}"/>
          </ac:cxnSpMkLst>
        </pc:cxnChg>
        <pc:cxnChg chg="add mod">
          <ac:chgData name="O'Neill, Shauna" userId="1d0a8ccc-c260-429c-86e4-d406a5ac1d3d" providerId="ADAL" clId="{3120ED10-86D4-40C3-B5EA-6488A89104E3}" dt="2020-03-13T10:08:53.894" v="1289" actId="14100"/>
          <ac:cxnSpMkLst>
            <pc:docMk/>
            <pc:sldMk cId="623677526" sldId="2323"/>
            <ac:cxnSpMk id="33" creationId="{40EAEB20-F430-4FAD-B9D2-8EA36940702E}"/>
          </ac:cxnSpMkLst>
        </pc:cxnChg>
      </pc:sldChg>
      <pc:sldChg chg="ord">
        <pc:chgData name="O'Neill, Shauna" userId="1d0a8ccc-c260-429c-86e4-d406a5ac1d3d" providerId="ADAL" clId="{3120ED10-86D4-40C3-B5EA-6488A89104E3}" dt="2020-03-12T10:04:46.772" v="1038"/>
        <pc:sldMkLst>
          <pc:docMk/>
          <pc:sldMk cId="165408318" sldId="2325"/>
        </pc:sldMkLst>
      </pc:sldChg>
      <pc:sldChg chg="addSp modSp">
        <pc:chgData name="O'Neill, Shauna" userId="1d0a8ccc-c260-429c-86e4-d406a5ac1d3d" providerId="ADAL" clId="{3120ED10-86D4-40C3-B5EA-6488A89104E3}" dt="2020-03-26T12:39:59.829" v="2293"/>
        <pc:sldMkLst>
          <pc:docMk/>
          <pc:sldMk cId="3072003098" sldId="2365"/>
        </pc:sldMkLst>
        <pc:spChg chg="mod">
          <ac:chgData name="O'Neill, Shauna" userId="1d0a8ccc-c260-429c-86e4-d406a5ac1d3d" providerId="ADAL" clId="{3120ED10-86D4-40C3-B5EA-6488A89104E3}" dt="2020-03-06T10:54:42.417" v="200" actId="122"/>
          <ac:spMkLst>
            <pc:docMk/>
            <pc:sldMk cId="3072003098" sldId="2365"/>
            <ac:spMk id="10" creationId="{93014132-24A3-4CF3-907A-54DB0E2D2160}"/>
          </ac:spMkLst>
        </pc:spChg>
        <pc:spChg chg="add mod">
          <ac:chgData name="O'Neill, Shauna" userId="1d0a8ccc-c260-429c-86e4-d406a5ac1d3d" providerId="ADAL" clId="{3120ED10-86D4-40C3-B5EA-6488A89104E3}" dt="2020-03-10T17:25:40.668" v="666" actId="20577"/>
          <ac:spMkLst>
            <pc:docMk/>
            <pc:sldMk cId="3072003098" sldId="2365"/>
            <ac:spMk id="12" creationId="{C91D205C-820D-4A03-9E26-92FF2FF3BAA4}"/>
          </ac:spMkLst>
        </pc:spChg>
        <pc:spChg chg="add mod">
          <ac:chgData name="O'Neill, Shauna" userId="1d0a8ccc-c260-429c-86e4-d406a5ac1d3d" providerId="ADAL" clId="{3120ED10-86D4-40C3-B5EA-6488A89104E3}" dt="2020-03-10T17:25:46.038" v="668" actId="1076"/>
          <ac:spMkLst>
            <pc:docMk/>
            <pc:sldMk cId="3072003098" sldId="2365"/>
            <ac:spMk id="13" creationId="{F0C67BC0-54C5-4AB7-98CB-D76875505A91}"/>
          </ac:spMkLst>
        </pc:spChg>
        <pc:spChg chg="add">
          <ac:chgData name="O'Neill, Shauna" userId="1d0a8ccc-c260-429c-86e4-d406a5ac1d3d" providerId="ADAL" clId="{3120ED10-86D4-40C3-B5EA-6488A89104E3}" dt="2020-03-26T12:39:59.829" v="2293"/>
          <ac:spMkLst>
            <pc:docMk/>
            <pc:sldMk cId="3072003098" sldId="2365"/>
            <ac:spMk id="14" creationId="{AF556B7D-DE24-4BC9-BA10-2B360A4D84A4}"/>
          </ac:spMkLst>
        </pc:spChg>
      </pc:sldChg>
      <pc:sldChg chg="addSp modSp">
        <pc:chgData name="O'Neill, Shauna" userId="1d0a8ccc-c260-429c-86e4-d406a5ac1d3d" providerId="ADAL" clId="{3120ED10-86D4-40C3-B5EA-6488A89104E3}" dt="2020-03-13T10:56:20.947" v="1348" actId="1036"/>
        <pc:sldMkLst>
          <pc:docMk/>
          <pc:sldMk cId="2542053582" sldId="2491"/>
        </pc:sldMkLst>
        <pc:spChg chg="mod">
          <ac:chgData name="O'Neill, Shauna" userId="1d0a8ccc-c260-429c-86e4-d406a5ac1d3d" providerId="ADAL" clId="{3120ED10-86D4-40C3-B5EA-6488A89104E3}" dt="2020-03-13T10:53:31.265" v="1327" actId="207"/>
          <ac:spMkLst>
            <pc:docMk/>
            <pc:sldMk cId="2542053582" sldId="2491"/>
            <ac:spMk id="32" creationId="{63C21D5E-365F-4424-AFEB-00891A828B79}"/>
          </ac:spMkLst>
        </pc:spChg>
        <pc:picChg chg="add mod">
          <ac:chgData name="O'Neill, Shauna" userId="1d0a8ccc-c260-429c-86e4-d406a5ac1d3d" providerId="ADAL" clId="{3120ED10-86D4-40C3-B5EA-6488A89104E3}" dt="2020-03-13T10:56:20.947" v="1348" actId="1036"/>
          <ac:picMkLst>
            <pc:docMk/>
            <pc:sldMk cId="2542053582" sldId="2491"/>
            <ac:picMk id="39" creationId="{E8096ABB-62B6-4420-9C2F-E97248E6FFC6}"/>
          </ac:picMkLst>
        </pc:picChg>
      </pc:sldChg>
      <pc:sldChg chg="addSp modSp ord">
        <pc:chgData name="O'Neill, Shauna" userId="1d0a8ccc-c260-429c-86e4-d406a5ac1d3d" providerId="ADAL" clId="{3120ED10-86D4-40C3-B5EA-6488A89104E3}" dt="2020-03-13T10:56:05.608" v="1333" actId="1076"/>
        <pc:sldMkLst>
          <pc:docMk/>
          <pc:sldMk cId="334939065" sldId="2502"/>
        </pc:sldMkLst>
        <pc:spChg chg="mod">
          <ac:chgData name="O'Neill, Shauna" userId="1d0a8ccc-c260-429c-86e4-d406a5ac1d3d" providerId="ADAL" clId="{3120ED10-86D4-40C3-B5EA-6488A89104E3}" dt="2020-03-13T10:53:37.569" v="1328" actId="207"/>
          <ac:spMkLst>
            <pc:docMk/>
            <pc:sldMk cId="334939065" sldId="2502"/>
            <ac:spMk id="32" creationId="{63C21D5E-365F-4424-AFEB-00891A828B79}"/>
          </ac:spMkLst>
        </pc:spChg>
        <pc:picChg chg="add mod">
          <ac:chgData name="O'Neill, Shauna" userId="1d0a8ccc-c260-429c-86e4-d406a5ac1d3d" providerId="ADAL" clId="{3120ED10-86D4-40C3-B5EA-6488A89104E3}" dt="2020-03-13T10:56:05.608" v="1333" actId="1076"/>
          <ac:picMkLst>
            <pc:docMk/>
            <pc:sldMk cId="334939065" sldId="2502"/>
            <ac:picMk id="19" creationId="{55AB415B-071B-434C-A678-B2880F62794F}"/>
          </ac:picMkLst>
        </pc:picChg>
      </pc:sldChg>
      <pc:sldChg chg="addSp delSp modSp add modAnim">
        <pc:chgData name="O'Neill, Shauna" userId="1d0a8ccc-c260-429c-86e4-d406a5ac1d3d" providerId="ADAL" clId="{3120ED10-86D4-40C3-B5EA-6488A89104E3}" dt="2020-03-10T13:33:10.026" v="645" actId="14100"/>
        <pc:sldMkLst>
          <pc:docMk/>
          <pc:sldMk cId="1784258824" sldId="3027"/>
        </pc:sldMkLst>
        <pc:spChg chg="mod">
          <ac:chgData name="O'Neill, Shauna" userId="1d0a8ccc-c260-429c-86e4-d406a5ac1d3d" providerId="ADAL" clId="{3120ED10-86D4-40C3-B5EA-6488A89104E3}" dt="2020-03-06T10:27:56.174" v="31" actId="20577"/>
          <ac:spMkLst>
            <pc:docMk/>
            <pc:sldMk cId="1784258824" sldId="3027"/>
            <ac:spMk id="2" creationId="{F71B1199-04C7-4585-9526-483AECCE158B}"/>
          </ac:spMkLst>
        </pc:spChg>
        <pc:spChg chg="del">
          <ac:chgData name="O'Neill, Shauna" userId="1d0a8ccc-c260-429c-86e4-d406a5ac1d3d" providerId="ADAL" clId="{3120ED10-86D4-40C3-B5EA-6488A89104E3}" dt="2020-03-06T10:27:59.691" v="32" actId="478"/>
          <ac:spMkLst>
            <pc:docMk/>
            <pc:sldMk cId="1784258824" sldId="3027"/>
            <ac:spMk id="3" creationId="{0C2CE85A-02AE-4326-A9C5-21F8BF829DEF}"/>
          </ac:spMkLst>
        </pc:spChg>
        <pc:spChg chg="add mod">
          <ac:chgData name="O'Neill, Shauna" userId="1d0a8ccc-c260-429c-86e4-d406a5ac1d3d" providerId="ADAL" clId="{3120ED10-86D4-40C3-B5EA-6488A89104E3}" dt="2020-03-10T13:33:10.026" v="645" actId="14100"/>
          <ac:spMkLst>
            <pc:docMk/>
            <pc:sldMk cId="1784258824" sldId="3027"/>
            <ac:spMk id="6" creationId="{C6D701E2-48FC-4CEF-A1D7-ED630F3F3966}"/>
          </ac:spMkLst>
        </pc:spChg>
        <pc:spChg chg="add mod">
          <ac:chgData name="O'Neill, Shauna" userId="1d0a8ccc-c260-429c-86e4-d406a5ac1d3d" providerId="ADAL" clId="{3120ED10-86D4-40C3-B5EA-6488A89104E3}" dt="2020-03-10T13:32:51.234" v="639" actId="14100"/>
          <ac:spMkLst>
            <pc:docMk/>
            <pc:sldMk cId="1784258824" sldId="3027"/>
            <ac:spMk id="7" creationId="{5F2982A8-5EB1-4B94-BAFE-E3BAF0DFD580}"/>
          </ac:spMkLst>
        </pc:spChg>
        <pc:spChg chg="add mod">
          <ac:chgData name="O'Neill, Shauna" userId="1d0a8ccc-c260-429c-86e4-d406a5ac1d3d" providerId="ADAL" clId="{3120ED10-86D4-40C3-B5EA-6488A89104E3}" dt="2020-03-10T13:32:58.827" v="643" actId="1076"/>
          <ac:spMkLst>
            <pc:docMk/>
            <pc:sldMk cId="1784258824" sldId="3027"/>
            <ac:spMk id="10" creationId="{F752A8F1-432D-4836-A66A-68AC790CB6DF}"/>
          </ac:spMkLst>
        </pc:spChg>
        <pc:picChg chg="add del">
          <ac:chgData name="O'Neill, Shauna" userId="1d0a8ccc-c260-429c-86e4-d406a5ac1d3d" providerId="ADAL" clId="{3120ED10-86D4-40C3-B5EA-6488A89104E3}" dt="2020-03-10T13:31:34.329" v="620"/>
          <ac:picMkLst>
            <pc:docMk/>
            <pc:sldMk cId="1784258824" sldId="3027"/>
            <ac:picMk id="2050" creationId="{E8EE9344-8317-4EFD-A676-F2A13003CB80}"/>
          </ac:picMkLst>
        </pc:picChg>
        <pc:picChg chg="add mod">
          <ac:chgData name="O'Neill, Shauna" userId="1d0a8ccc-c260-429c-86e4-d406a5ac1d3d" providerId="ADAL" clId="{3120ED10-86D4-40C3-B5EA-6488A89104E3}" dt="2020-03-10T13:32:56.154" v="641" actId="1076"/>
          <ac:picMkLst>
            <pc:docMk/>
            <pc:sldMk cId="1784258824" sldId="3027"/>
            <ac:picMk id="2051" creationId="{3C770602-C512-486F-9858-9CA8EF4ACB31}"/>
          </ac:picMkLst>
        </pc:picChg>
      </pc:sldChg>
      <pc:sldChg chg="addSp delSp modSp add ord delAnim modAnim">
        <pc:chgData name="O'Neill, Shauna" userId="1d0a8ccc-c260-429c-86e4-d406a5ac1d3d" providerId="ADAL" clId="{3120ED10-86D4-40C3-B5EA-6488A89104E3}" dt="2020-03-10T15:14:19.626" v="647"/>
        <pc:sldMkLst>
          <pc:docMk/>
          <pc:sldMk cId="42294400" sldId="3028"/>
        </pc:sldMkLst>
        <pc:spChg chg="mod">
          <ac:chgData name="O'Neill, Shauna" userId="1d0a8ccc-c260-429c-86e4-d406a5ac1d3d" providerId="ADAL" clId="{3120ED10-86D4-40C3-B5EA-6488A89104E3}" dt="2020-03-10T10:39:43.101" v="217" actId="20577"/>
          <ac:spMkLst>
            <pc:docMk/>
            <pc:sldMk cId="42294400" sldId="3028"/>
            <ac:spMk id="2" creationId="{F71B1199-04C7-4585-9526-483AECCE158B}"/>
          </ac:spMkLst>
        </pc:spChg>
        <pc:spChg chg="add mod">
          <ac:chgData name="O'Neill, Shauna" userId="1d0a8ccc-c260-429c-86e4-d406a5ac1d3d" providerId="ADAL" clId="{3120ED10-86D4-40C3-B5EA-6488A89104E3}" dt="2020-03-10T12:04:21.955" v="502" actId="1076"/>
          <ac:spMkLst>
            <pc:docMk/>
            <pc:sldMk cId="42294400" sldId="3028"/>
            <ac:spMk id="3" creationId="{1B45BE39-703C-422A-832A-4B6CFD553D43}"/>
          </ac:spMkLst>
        </pc:spChg>
        <pc:spChg chg="del">
          <ac:chgData name="O'Neill, Shauna" userId="1d0a8ccc-c260-429c-86e4-d406a5ac1d3d" providerId="ADAL" clId="{3120ED10-86D4-40C3-B5EA-6488A89104E3}" dt="2020-03-10T12:08:27.468" v="542" actId="478"/>
          <ac:spMkLst>
            <pc:docMk/>
            <pc:sldMk cId="42294400" sldId="3028"/>
            <ac:spMk id="4" creationId="{7565AACA-7B6E-4A0A-8D54-48ABF5D71794}"/>
          </ac:spMkLst>
        </pc:spChg>
        <pc:spChg chg="mod">
          <ac:chgData name="O'Neill, Shauna" userId="1d0a8ccc-c260-429c-86e4-d406a5ac1d3d" providerId="ADAL" clId="{3120ED10-86D4-40C3-B5EA-6488A89104E3}" dt="2020-03-10T12:28:09.535" v="555" actId="14100"/>
          <ac:spMkLst>
            <pc:docMk/>
            <pc:sldMk cId="42294400" sldId="3028"/>
            <ac:spMk id="6" creationId="{C6D701E2-48FC-4CEF-A1D7-ED630F3F3966}"/>
          </ac:spMkLst>
        </pc:spChg>
        <pc:spChg chg="add mod">
          <ac:chgData name="O'Neill, Shauna" userId="1d0a8ccc-c260-429c-86e4-d406a5ac1d3d" providerId="ADAL" clId="{3120ED10-86D4-40C3-B5EA-6488A89104E3}" dt="2020-03-10T12:07:25.675" v="534" actId="207"/>
          <ac:spMkLst>
            <pc:docMk/>
            <pc:sldMk cId="42294400" sldId="3028"/>
            <ac:spMk id="7" creationId="{0F89F848-6208-4B17-A612-8068D779A2BD}"/>
          </ac:spMkLst>
        </pc:spChg>
        <pc:spChg chg="add mod">
          <ac:chgData name="O'Neill, Shauna" userId="1d0a8ccc-c260-429c-86e4-d406a5ac1d3d" providerId="ADAL" clId="{3120ED10-86D4-40C3-B5EA-6488A89104E3}" dt="2020-03-10T12:07:31.250" v="535" actId="207"/>
          <ac:spMkLst>
            <pc:docMk/>
            <pc:sldMk cId="42294400" sldId="3028"/>
            <ac:spMk id="8" creationId="{54D1BD8A-CD9B-47EC-A544-E64DB52E62C1}"/>
          </ac:spMkLst>
        </pc:spChg>
        <pc:spChg chg="add del mod">
          <ac:chgData name="O'Neill, Shauna" userId="1d0a8ccc-c260-429c-86e4-d406a5ac1d3d" providerId="ADAL" clId="{3120ED10-86D4-40C3-B5EA-6488A89104E3}" dt="2020-03-10T11:55:11.707" v="370" actId="478"/>
          <ac:spMkLst>
            <pc:docMk/>
            <pc:sldMk cId="42294400" sldId="3028"/>
            <ac:spMk id="9" creationId="{33FD23A7-6ACF-433C-9C27-9930FC293620}"/>
          </ac:spMkLst>
        </pc:spChg>
        <pc:spChg chg="add mod">
          <ac:chgData name="O'Neill, Shauna" userId="1d0a8ccc-c260-429c-86e4-d406a5ac1d3d" providerId="ADAL" clId="{3120ED10-86D4-40C3-B5EA-6488A89104E3}" dt="2020-03-10T12:06:01.259" v="531" actId="1076"/>
          <ac:spMkLst>
            <pc:docMk/>
            <pc:sldMk cId="42294400" sldId="3028"/>
            <ac:spMk id="10" creationId="{5A14FD5D-EEBD-4BE7-ACD9-E7941958381B}"/>
          </ac:spMkLst>
        </pc:spChg>
        <pc:spChg chg="add mod">
          <ac:chgData name="O'Neill, Shauna" userId="1d0a8ccc-c260-429c-86e4-d406a5ac1d3d" providerId="ADAL" clId="{3120ED10-86D4-40C3-B5EA-6488A89104E3}" dt="2020-03-10T12:04:17.886" v="501" actId="207"/>
          <ac:spMkLst>
            <pc:docMk/>
            <pc:sldMk cId="42294400" sldId="3028"/>
            <ac:spMk id="11" creationId="{7E62F4EB-8835-4A53-9245-F10F7F52545A}"/>
          </ac:spMkLst>
        </pc:spChg>
        <pc:spChg chg="add mod">
          <ac:chgData name="O'Neill, Shauna" userId="1d0a8ccc-c260-429c-86e4-d406a5ac1d3d" providerId="ADAL" clId="{3120ED10-86D4-40C3-B5EA-6488A89104E3}" dt="2020-03-10T12:05:58.251" v="530" actId="1076"/>
          <ac:spMkLst>
            <pc:docMk/>
            <pc:sldMk cId="42294400" sldId="3028"/>
            <ac:spMk id="12" creationId="{139D5910-5BA7-4B81-A707-22F0389F38BE}"/>
          </ac:spMkLst>
        </pc:spChg>
        <pc:spChg chg="add mod">
          <ac:chgData name="O'Neill, Shauna" userId="1d0a8ccc-c260-429c-86e4-d406a5ac1d3d" providerId="ADAL" clId="{3120ED10-86D4-40C3-B5EA-6488A89104E3}" dt="2020-03-10T12:03:38.819" v="494" actId="1076"/>
          <ac:spMkLst>
            <pc:docMk/>
            <pc:sldMk cId="42294400" sldId="3028"/>
            <ac:spMk id="13" creationId="{F128F555-AAFD-4985-BE9F-83BE07CC8C42}"/>
          </ac:spMkLst>
        </pc:spChg>
        <pc:spChg chg="add del mod">
          <ac:chgData name="O'Neill, Shauna" userId="1d0a8ccc-c260-429c-86e4-d406a5ac1d3d" providerId="ADAL" clId="{3120ED10-86D4-40C3-B5EA-6488A89104E3}" dt="2020-03-10T12:05:16.148" v="512" actId="478"/>
          <ac:spMkLst>
            <pc:docMk/>
            <pc:sldMk cId="42294400" sldId="3028"/>
            <ac:spMk id="14" creationId="{613FE5A6-B09C-4DC4-AAD1-A66257CC1920}"/>
          </ac:spMkLst>
        </pc:spChg>
        <pc:spChg chg="add mod">
          <ac:chgData name="O'Neill, Shauna" userId="1d0a8ccc-c260-429c-86e4-d406a5ac1d3d" providerId="ADAL" clId="{3120ED10-86D4-40C3-B5EA-6488A89104E3}" dt="2020-03-10T12:08:25.371" v="541" actId="14100"/>
          <ac:spMkLst>
            <pc:docMk/>
            <pc:sldMk cId="42294400" sldId="3028"/>
            <ac:spMk id="15" creationId="{AD748020-2B38-47E0-8B5F-7C5B6FAD6650}"/>
          </ac:spMkLst>
        </pc:spChg>
      </pc:sldChg>
      <pc:sldChg chg="modSp ord">
        <pc:chgData name="O'Neill, Shauna" userId="1d0a8ccc-c260-429c-86e4-d406a5ac1d3d" providerId="ADAL" clId="{3120ED10-86D4-40C3-B5EA-6488A89104E3}" dt="2020-03-26T12:35:44.155" v="2291" actId="14100"/>
        <pc:sldMkLst>
          <pc:docMk/>
          <pc:sldMk cId="3046988717" sldId="3029"/>
        </pc:sldMkLst>
        <pc:spChg chg="mod">
          <ac:chgData name="O'Neill, Shauna" userId="1d0a8ccc-c260-429c-86e4-d406a5ac1d3d" providerId="ADAL" clId="{3120ED10-86D4-40C3-B5EA-6488A89104E3}" dt="2020-03-26T12:35:44.155" v="2291" actId="14100"/>
          <ac:spMkLst>
            <pc:docMk/>
            <pc:sldMk cId="3046988717" sldId="3029"/>
            <ac:spMk id="16" creationId="{3E04CC70-6A8B-48FF-8FA2-B10C5399BAB4}"/>
          </ac:spMkLst>
        </pc:spChg>
      </pc:sldChg>
      <pc:sldChg chg="addSp delSp modSp add ord">
        <pc:chgData name="O'Neill, Shauna" userId="1d0a8ccc-c260-429c-86e4-d406a5ac1d3d" providerId="ADAL" clId="{3120ED10-86D4-40C3-B5EA-6488A89104E3}" dt="2020-03-13T10:07:06.215" v="1251"/>
        <pc:sldMkLst>
          <pc:docMk/>
          <pc:sldMk cId="4268116559" sldId="3030"/>
        </pc:sldMkLst>
        <pc:spChg chg="del">
          <ac:chgData name="O'Neill, Shauna" userId="1d0a8ccc-c260-429c-86e4-d406a5ac1d3d" providerId="ADAL" clId="{3120ED10-86D4-40C3-B5EA-6488A89104E3}" dt="2020-03-12T09:31:46.661" v="1024" actId="478"/>
          <ac:spMkLst>
            <pc:docMk/>
            <pc:sldMk cId="4268116559" sldId="3030"/>
            <ac:spMk id="6" creationId="{47373CFA-FD2E-43FF-8029-0413A79AD8A9}"/>
          </ac:spMkLst>
        </pc:spChg>
        <pc:spChg chg="del">
          <ac:chgData name="O'Neill, Shauna" userId="1d0a8ccc-c260-429c-86e4-d406a5ac1d3d" providerId="ADAL" clId="{3120ED10-86D4-40C3-B5EA-6488A89104E3}" dt="2020-03-12T09:31:47.980" v="1025" actId="478"/>
          <ac:spMkLst>
            <pc:docMk/>
            <pc:sldMk cId="4268116559" sldId="3030"/>
            <ac:spMk id="7" creationId="{BAFFF196-8674-4403-84C5-FD01B0C12A36}"/>
          </ac:spMkLst>
        </pc:spChg>
        <pc:spChg chg="del">
          <ac:chgData name="O'Neill, Shauna" userId="1d0a8ccc-c260-429c-86e4-d406a5ac1d3d" providerId="ADAL" clId="{3120ED10-86D4-40C3-B5EA-6488A89104E3}" dt="2020-03-12T09:31:49.559" v="1026" actId="478"/>
          <ac:spMkLst>
            <pc:docMk/>
            <pc:sldMk cId="4268116559" sldId="3030"/>
            <ac:spMk id="8" creationId="{123698C2-DEA0-410F-B00D-9D010F00779B}"/>
          </ac:spMkLst>
        </pc:spChg>
        <pc:spChg chg="mod">
          <ac:chgData name="O'Neill, Shauna" userId="1d0a8ccc-c260-429c-86e4-d406a5ac1d3d" providerId="ADAL" clId="{3120ED10-86D4-40C3-B5EA-6488A89104E3}" dt="2020-03-13T10:06:59.334" v="1250" actId="1076"/>
          <ac:spMkLst>
            <pc:docMk/>
            <pc:sldMk cId="4268116559" sldId="3030"/>
            <ac:spMk id="15" creationId="{2D965551-44CE-4CEB-B61B-BD7397571E0F}"/>
          </ac:spMkLst>
        </pc:spChg>
        <pc:spChg chg="del">
          <ac:chgData name="O'Neill, Shauna" userId="1d0a8ccc-c260-429c-86e4-d406a5ac1d3d" providerId="ADAL" clId="{3120ED10-86D4-40C3-B5EA-6488A89104E3}" dt="2020-03-12T09:31:50.859" v="1027" actId="478"/>
          <ac:spMkLst>
            <pc:docMk/>
            <pc:sldMk cId="4268116559" sldId="3030"/>
            <ac:spMk id="23" creationId="{4703D456-12FF-47F8-9EC7-6FA045523312}"/>
          </ac:spMkLst>
        </pc:spChg>
        <pc:spChg chg="add">
          <ac:chgData name="O'Neill, Shauna" userId="1d0a8ccc-c260-429c-86e4-d406a5ac1d3d" providerId="ADAL" clId="{3120ED10-86D4-40C3-B5EA-6488A89104E3}" dt="2020-03-13T10:07:06.215" v="1251"/>
          <ac:spMkLst>
            <pc:docMk/>
            <pc:sldMk cId="4268116559" sldId="3030"/>
            <ac:spMk id="23" creationId="{852AAA1B-9097-4753-AF8C-CE79DA7C88F9}"/>
          </ac:spMkLst>
        </pc:spChg>
        <pc:spChg chg="add">
          <ac:chgData name="O'Neill, Shauna" userId="1d0a8ccc-c260-429c-86e4-d406a5ac1d3d" providerId="ADAL" clId="{3120ED10-86D4-40C3-B5EA-6488A89104E3}" dt="2020-03-13T10:07:06.215" v="1251"/>
          <ac:spMkLst>
            <pc:docMk/>
            <pc:sldMk cId="4268116559" sldId="3030"/>
            <ac:spMk id="25" creationId="{D057EC06-F859-49BF-84DF-EBAC31F9358C}"/>
          </ac:spMkLst>
        </pc:spChg>
        <pc:spChg chg="add">
          <ac:chgData name="O'Neill, Shauna" userId="1d0a8ccc-c260-429c-86e4-d406a5ac1d3d" providerId="ADAL" clId="{3120ED10-86D4-40C3-B5EA-6488A89104E3}" dt="2020-03-13T10:07:06.215" v="1251"/>
          <ac:spMkLst>
            <pc:docMk/>
            <pc:sldMk cId="4268116559" sldId="3030"/>
            <ac:spMk id="26" creationId="{8DB7CBF5-8433-4448-A3DC-F14A11A9BE2B}"/>
          </ac:spMkLst>
        </pc:spChg>
        <pc:grpChg chg="mod">
          <ac:chgData name="O'Neill, Shauna" userId="1d0a8ccc-c260-429c-86e4-d406a5ac1d3d" providerId="ADAL" clId="{3120ED10-86D4-40C3-B5EA-6488A89104E3}" dt="2020-03-13T10:06:49.182" v="1245" actId="1076"/>
          <ac:grpSpMkLst>
            <pc:docMk/>
            <pc:sldMk cId="4268116559" sldId="3030"/>
            <ac:grpSpMk id="24" creationId="{AC933756-F246-409F-A934-FB15E14AF4C1}"/>
          </ac:grpSpMkLst>
        </pc:grpChg>
      </pc:sldChg>
      <pc:sldChg chg="addSp delSp modSp add ord">
        <pc:chgData name="O'Neill, Shauna" userId="1d0a8ccc-c260-429c-86e4-d406a5ac1d3d" providerId="ADAL" clId="{3120ED10-86D4-40C3-B5EA-6488A89104E3}" dt="2020-03-13T14:35:34.731" v="1965"/>
        <pc:sldMkLst>
          <pc:docMk/>
          <pc:sldMk cId="1019723259" sldId="3031"/>
        </pc:sldMkLst>
        <pc:spChg chg="mod">
          <ac:chgData name="O'Neill, Shauna" userId="1d0a8ccc-c260-429c-86e4-d406a5ac1d3d" providerId="ADAL" clId="{3120ED10-86D4-40C3-B5EA-6488A89104E3}" dt="2020-03-13T14:23:16.951" v="1857" actId="20577"/>
          <ac:spMkLst>
            <pc:docMk/>
            <pc:sldMk cId="1019723259" sldId="3031"/>
            <ac:spMk id="2" creationId="{F7788478-D1ED-4E75-870E-604874DAB191}"/>
          </ac:spMkLst>
        </pc:spChg>
        <pc:spChg chg="del">
          <ac:chgData name="O'Neill, Shauna" userId="1d0a8ccc-c260-429c-86e4-d406a5ac1d3d" providerId="ADAL" clId="{3120ED10-86D4-40C3-B5EA-6488A89104E3}" dt="2020-03-12T11:47:05.671" v="1229" actId="478"/>
          <ac:spMkLst>
            <pc:docMk/>
            <pc:sldMk cId="1019723259" sldId="3031"/>
            <ac:spMk id="3" creationId="{82115209-21AF-4167-83CA-6B92E44CBAAC}"/>
          </ac:spMkLst>
        </pc:spChg>
        <pc:spChg chg="del">
          <ac:chgData name="O'Neill, Shauna" userId="1d0a8ccc-c260-429c-86e4-d406a5ac1d3d" providerId="ADAL" clId="{3120ED10-86D4-40C3-B5EA-6488A89104E3}" dt="2020-03-13T14:35:34.731" v="1965"/>
          <ac:spMkLst>
            <pc:docMk/>
            <pc:sldMk cId="1019723259" sldId="3031"/>
            <ac:spMk id="4" creationId="{1AE928AB-B2FE-41B5-BF4D-41B77861E29E}"/>
          </ac:spMkLst>
        </pc:spChg>
        <pc:spChg chg="add mod">
          <ac:chgData name="O'Neill, Shauna" userId="1d0a8ccc-c260-429c-86e4-d406a5ac1d3d" providerId="ADAL" clId="{3120ED10-86D4-40C3-B5EA-6488A89104E3}" dt="2020-03-13T14:16:19.844" v="1784" actId="6549"/>
          <ac:spMkLst>
            <pc:docMk/>
            <pc:sldMk cId="1019723259" sldId="3031"/>
            <ac:spMk id="15" creationId="{156CD5D8-D709-481F-B0B9-836604432EAF}"/>
          </ac:spMkLst>
        </pc:spChg>
        <pc:grpChg chg="add del mod">
          <ac:chgData name="O'Neill, Shauna" userId="1d0a8ccc-c260-429c-86e4-d406a5ac1d3d" providerId="ADAL" clId="{3120ED10-86D4-40C3-B5EA-6488A89104E3}" dt="2020-03-12T11:47:39.122" v="1234" actId="478"/>
          <ac:grpSpMkLst>
            <pc:docMk/>
            <pc:sldMk cId="1019723259" sldId="3031"/>
            <ac:grpSpMk id="6" creationId="{6E969AA6-722E-4206-994F-D3E42E153DA8}"/>
          </ac:grpSpMkLst>
        </pc:grpChg>
        <pc:grpChg chg="add del mod">
          <ac:chgData name="O'Neill, Shauna" userId="1d0a8ccc-c260-429c-86e4-d406a5ac1d3d" providerId="ADAL" clId="{3120ED10-86D4-40C3-B5EA-6488A89104E3}" dt="2020-03-13T13:33:10.084" v="1413" actId="478"/>
          <ac:grpSpMkLst>
            <pc:docMk/>
            <pc:sldMk cId="1019723259" sldId="3031"/>
            <ac:grpSpMk id="11" creationId="{46CA7A26-8EBB-4FF9-83A6-107B0A8B854A}"/>
          </ac:grpSpMkLst>
        </pc:grpChg>
        <pc:grpChg chg="add del mod">
          <ac:chgData name="O'Neill, Shauna" userId="1d0a8ccc-c260-429c-86e4-d406a5ac1d3d" providerId="ADAL" clId="{3120ED10-86D4-40C3-B5EA-6488A89104E3}" dt="2020-03-13T14:16:08.507" v="1770"/>
          <ac:grpSpMkLst>
            <pc:docMk/>
            <pc:sldMk cId="1019723259" sldId="3031"/>
            <ac:grpSpMk id="17" creationId="{7A6566CF-BF61-4FA6-959F-1830D7D74467}"/>
          </ac:grpSpMkLst>
        </pc:grpChg>
        <pc:picChg chg="add del mod">
          <ac:chgData name="O'Neill, Shauna" userId="1d0a8ccc-c260-429c-86e4-d406a5ac1d3d" providerId="ADAL" clId="{3120ED10-86D4-40C3-B5EA-6488A89104E3}" dt="2020-03-13T14:16:25.007" v="1786" actId="14100"/>
          <ac:picMkLst>
            <pc:docMk/>
            <pc:sldMk cId="1019723259" sldId="3031"/>
            <ac:picMk id="3" creationId="{B1B6DE45-9CDA-43E0-8B7D-9820AEAF663B}"/>
          </ac:picMkLst>
        </pc:picChg>
        <pc:picChg chg="add del">
          <ac:chgData name="O'Neill, Shauna" userId="1d0a8ccc-c260-429c-86e4-d406a5ac1d3d" providerId="ADAL" clId="{3120ED10-86D4-40C3-B5EA-6488A89104E3}" dt="2020-03-12T11:47:37.651" v="1233" actId="478"/>
          <ac:picMkLst>
            <pc:docMk/>
            <pc:sldMk cId="1019723259" sldId="3031"/>
            <ac:picMk id="7" creationId="{7DEA1785-5366-4B5A-AEE1-609D2A33FF54}"/>
          </ac:picMkLst>
        </pc:picChg>
        <pc:picChg chg="add">
          <ac:chgData name="O'Neill, Shauna" userId="1d0a8ccc-c260-429c-86e4-d406a5ac1d3d" providerId="ADAL" clId="{3120ED10-86D4-40C3-B5EA-6488A89104E3}" dt="2020-03-12T11:47:06.134" v="1230"/>
          <ac:picMkLst>
            <pc:docMk/>
            <pc:sldMk cId="1019723259" sldId="3031"/>
            <ac:picMk id="8" creationId="{4DEAA821-8D62-4395-9685-ECFF5E559DD4}"/>
          </ac:picMkLst>
        </pc:picChg>
        <pc:picChg chg="add">
          <ac:chgData name="O'Neill, Shauna" userId="1d0a8ccc-c260-429c-86e4-d406a5ac1d3d" providerId="ADAL" clId="{3120ED10-86D4-40C3-B5EA-6488A89104E3}" dt="2020-03-12T11:47:06.134" v="1230"/>
          <ac:picMkLst>
            <pc:docMk/>
            <pc:sldMk cId="1019723259" sldId="3031"/>
            <ac:picMk id="9" creationId="{031A011A-3152-41C4-8EA0-9C4EE9825383}"/>
          </ac:picMkLst>
        </pc:picChg>
        <pc:picChg chg="add del mod">
          <ac:chgData name="O'Neill, Shauna" userId="1d0a8ccc-c260-429c-86e4-d406a5ac1d3d" providerId="ADAL" clId="{3120ED10-86D4-40C3-B5EA-6488A89104E3}" dt="2020-03-13T13:33:09.589" v="1412" actId="478"/>
          <ac:picMkLst>
            <pc:docMk/>
            <pc:sldMk cId="1019723259" sldId="3031"/>
            <ac:picMk id="10" creationId="{17EC4577-56A1-4B10-AA9C-914D942431BD}"/>
          </ac:picMkLst>
        </pc:picChg>
        <pc:picChg chg="add">
          <ac:chgData name="O'Neill, Shauna" userId="1d0a8ccc-c260-429c-86e4-d406a5ac1d3d" providerId="ADAL" clId="{3120ED10-86D4-40C3-B5EA-6488A89104E3}" dt="2020-03-12T12:52:16.136" v="1238"/>
          <ac:picMkLst>
            <pc:docMk/>
            <pc:sldMk cId="1019723259" sldId="3031"/>
            <ac:picMk id="12" creationId="{EACDB311-1EAD-40D9-B5D7-C539EDA019C7}"/>
          </ac:picMkLst>
        </pc:picChg>
        <pc:picChg chg="add">
          <ac:chgData name="O'Neill, Shauna" userId="1d0a8ccc-c260-429c-86e4-d406a5ac1d3d" providerId="ADAL" clId="{3120ED10-86D4-40C3-B5EA-6488A89104E3}" dt="2020-03-12T12:52:16.136" v="1238"/>
          <ac:picMkLst>
            <pc:docMk/>
            <pc:sldMk cId="1019723259" sldId="3031"/>
            <ac:picMk id="13" creationId="{14E3485C-54E0-43E0-B88D-51323CFD0AF5}"/>
          </ac:picMkLst>
        </pc:picChg>
        <pc:picChg chg="add">
          <ac:chgData name="O'Neill, Shauna" userId="1d0a8ccc-c260-429c-86e4-d406a5ac1d3d" providerId="ADAL" clId="{3120ED10-86D4-40C3-B5EA-6488A89104E3}" dt="2020-03-12T12:52:16.136" v="1238"/>
          <ac:picMkLst>
            <pc:docMk/>
            <pc:sldMk cId="1019723259" sldId="3031"/>
            <ac:picMk id="14" creationId="{299D25BC-0B5A-4CAA-8EFE-9EE49F9C4F01}"/>
          </ac:picMkLst>
        </pc:picChg>
        <pc:picChg chg="add">
          <ac:chgData name="O'Neill, Shauna" userId="1d0a8ccc-c260-429c-86e4-d406a5ac1d3d" providerId="ADAL" clId="{3120ED10-86D4-40C3-B5EA-6488A89104E3}" dt="2020-03-13T14:05:14.703" v="1745"/>
          <ac:picMkLst>
            <pc:docMk/>
            <pc:sldMk cId="1019723259" sldId="3031"/>
            <ac:picMk id="16" creationId="{56C7BF0E-04B6-4458-8C97-DB281DCF61B0}"/>
          </ac:picMkLst>
        </pc:picChg>
        <pc:picChg chg="add del mod topLvl">
          <ac:chgData name="O'Neill, Shauna" userId="1d0a8ccc-c260-429c-86e4-d406a5ac1d3d" providerId="ADAL" clId="{3120ED10-86D4-40C3-B5EA-6488A89104E3}" dt="2020-03-13T14:16:06.036" v="1761" actId="478"/>
          <ac:picMkLst>
            <pc:docMk/>
            <pc:sldMk cId="1019723259" sldId="3031"/>
            <ac:picMk id="18" creationId="{CE19054D-6539-4DA3-933B-420965349A2A}"/>
          </ac:picMkLst>
        </pc:picChg>
        <pc:picChg chg="add del mod topLvl">
          <ac:chgData name="O'Neill, Shauna" userId="1d0a8ccc-c260-429c-86e4-d406a5ac1d3d" providerId="ADAL" clId="{3120ED10-86D4-40C3-B5EA-6488A89104E3}" dt="2020-03-13T14:16:06.036" v="1761" actId="478"/>
          <ac:picMkLst>
            <pc:docMk/>
            <pc:sldMk cId="1019723259" sldId="3031"/>
            <ac:picMk id="19" creationId="{7567AA72-49DC-4B04-8FA2-69078FAC12DA}"/>
          </ac:picMkLst>
        </pc:picChg>
      </pc:sldChg>
      <pc:sldChg chg="addSp delSp modSp add">
        <pc:chgData name="O'Neill, Shauna" userId="1d0a8ccc-c260-429c-86e4-d406a5ac1d3d" providerId="ADAL" clId="{3120ED10-86D4-40C3-B5EA-6488A89104E3}" dt="2020-03-13T17:00:13.011" v="2287" actId="1076"/>
        <pc:sldMkLst>
          <pc:docMk/>
          <pc:sldMk cId="610230586" sldId="3032"/>
        </pc:sldMkLst>
        <pc:spChg chg="mod">
          <ac:chgData name="O'Neill, Shauna" userId="1d0a8ccc-c260-429c-86e4-d406a5ac1d3d" providerId="ADAL" clId="{3120ED10-86D4-40C3-B5EA-6488A89104E3}" dt="2020-03-13T13:08:31.817" v="1376" actId="20577"/>
          <ac:spMkLst>
            <pc:docMk/>
            <pc:sldMk cId="610230586" sldId="3032"/>
            <ac:spMk id="2" creationId="{AA9C3BC7-34EA-4A23-B930-0D782F249575}"/>
          </ac:spMkLst>
        </pc:spChg>
        <pc:spChg chg="del mod">
          <ac:chgData name="O'Neill, Shauna" userId="1d0a8ccc-c260-429c-86e4-d406a5ac1d3d" providerId="ADAL" clId="{3120ED10-86D4-40C3-B5EA-6488A89104E3}" dt="2020-03-13T16:46:58.729" v="1973" actId="478"/>
          <ac:spMkLst>
            <pc:docMk/>
            <pc:sldMk cId="610230586" sldId="3032"/>
            <ac:spMk id="3" creationId="{473B792D-FFAD-40BE-B921-A69AC89FDF55}"/>
          </ac:spMkLst>
        </pc:spChg>
        <pc:spChg chg="del">
          <ac:chgData name="O'Neill, Shauna" userId="1d0a8ccc-c260-429c-86e4-d406a5ac1d3d" providerId="ADAL" clId="{3120ED10-86D4-40C3-B5EA-6488A89104E3}" dt="2020-03-13T16:58:42.315" v="2249" actId="478"/>
          <ac:spMkLst>
            <pc:docMk/>
            <pc:sldMk cId="610230586" sldId="3032"/>
            <ac:spMk id="4" creationId="{E113784A-2897-41CF-AA40-355AE79BFFE2}"/>
          </ac:spMkLst>
        </pc:spChg>
        <pc:spChg chg="add del">
          <ac:chgData name="O'Neill, Shauna" userId="1d0a8ccc-c260-429c-86e4-d406a5ac1d3d" providerId="ADAL" clId="{3120ED10-86D4-40C3-B5EA-6488A89104E3}" dt="2020-03-13T16:46:41.592" v="1969" actId="478"/>
          <ac:spMkLst>
            <pc:docMk/>
            <pc:sldMk cId="610230586" sldId="3032"/>
            <ac:spMk id="6" creationId="{7117E516-0136-4D86-8C57-540B49B05091}"/>
          </ac:spMkLst>
        </pc:spChg>
        <pc:spChg chg="add del mod">
          <ac:chgData name="O'Neill, Shauna" userId="1d0a8ccc-c260-429c-86e4-d406a5ac1d3d" providerId="ADAL" clId="{3120ED10-86D4-40C3-B5EA-6488A89104E3}" dt="2020-03-13T16:47:00.116" v="1974" actId="478"/>
          <ac:spMkLst>
            <pc:docMk/>
            <pc:sldMk cId="610230586" sldId="3032"/>
            <ac:spMk id="9" creationId="{9B3B680B-6BA8-477D-A6AC-A1BF737F77CA}"/>
          </ac:spMkLst>
        </pc:spChg>
        <pc:spChg chg="add mod">
          <ac:chgData name="O'Neill, Shauna" userId="1d0a8ccc-c260-429c-86e4-d406a5ac1d3d" providerId="ADAL" clId="{3120ED10-86D4-40C3-B5EA-6488A89104E3}" dt="2020-03-13T16:55:07.929" v="1992" actId="20577"/>
          <ac:spMkLst>
            <pc:docMk/>
            <pc:sldMk cId="610230586" sldId="3032"/>
            <ac:spMk id="12" creationId="{8A2EC0DB-D3BD-47D3-8DFB-C3C1203DE67C}"/>
          </ac:spMkLst>
        </pc:spChg>
        <pc:spChg chg="add mod">
          <ac:chgData name="O'Neill, Shauna" userId="1d0a8ccc-c260-429c-86e4-d406a5ac1d3d" providerId="ADAL" clId="{3120ED10-86D4-40C3-B5EA-6488A89104E3}" dt="2020-03-13T16:55:33.411" v="1996" actId="1076"/>
          <ac:spMkLst>
            <pc:docMk/>
            <pc:sldMk cId="610230586" sldId="3032"/>
            <ac:spMk id="13" creationId="{98901FBF-894E-4566-AAD8-E73623CD1B28}"/>
          </ac:spMkLst>
        </pc:spChg>
        <pc:spChg chg="add mod">
          <ac:chgData name="O'Neill, Shauna" userId="1d0a8ccc-c260-429c-86e4-d406a5ac1d3d" providerId="ADAL" clId="{3120ED10-86D4-40C3-B5EA-6488A89104E3}" dt="2020-03-13T17:00:09.195" v="2286" actId="1076"/>
          <ac:spMkLst>
            <pc:docMk/>
            <pc:sldMk cId="610230586" sldId="3032"/>
            <ac:spMk id="14" creationId="{21DC746D-CB4B-4843-9200-02ABDC393B67}"/>
          </ac:spMkLst>
        </pc:spChg>
        <pc:picChg chg="add del mod">
          <ac:chgData name="O'Neill, Shauna" userId="1d0a8ccc-c260-429c-86e4-d406a5ac1d3d" providerId="ADAL" clId="{3120ED10-86D4-40C3-B5EA-6488A89104E3}" dt="2020-03-13T16:53:34.787" v="1976" actId="478"/>
          <ac:picMkLst>
            <pc:docMk/>
            <pc:sldMk cId="610230586" sldId="3032"/>
            <ac:picMk id="7" creationId="{29ACDE89-E5CB-406F-A247-50ED39739068}"/>
          </ac:picMkLst>
        </pc:picChg>
        <pc:picChg chg="add mod">
          <ac:chgData name="O'Neill, Shauna" userId="1d0a8ccc-c260-429c-86e4-d406a5ac1d3d" providerId="ADAL" clId="{3120ED10-86D4-40C3-B5EA-6488A89104E3}" dt="2020-03-13T16:53:42.795" v="1980" actId="1076"/>
          <ac:picMkLst>
            <pc:docMk/>
            <pc:sldMk cId="610230586" sldId="3032"/>
            <ac:picMk id="10" creationId="{5C06B4BF-69AE-4AA8-8AEC-600786D97568}"/>
          </ac:picMkLst>
        </pc:picChg>
        <pc:picChg chg="add mod">
          <ac:chgData name="O'Neill, Shauna" userId="1d0a8ccc-c260-429c-86e4-d406a5ac1d3d" providerId="ADAL" clId="{3120ED10-86D4-40C3-B5EA-6488A89104E3}" dt="2020-03-13T16:55:29.860" v="1995" actId="1076"/>
          <ac:picMkLst>
            <pc:docMk/>
            <pc:sldMk cId="610230586" sldId="3032"/>
            <ac:picMk id="11" creationId="{D6CE0E9B-5337-4E12-9C94-1F69F54BC08C}"/>
          </ac:picMkLst>
        </pc:picChg>
        <pc:picChg chg="add mod">
          <ac:chgData name="O'Neill, Shauna" userId="1d0a8ccc-c260-429c-86e4-d406a5ac1d3d" providerId="ADAL" clId="{3120ED10-86D4-40C3-B5EA-6488A89104E3}" dt="2020-03-13T17:00:13.011" v="2287" actId="1076"/>
          <ac:picMkLst>
            <pc:docMk/>
            <pc:sldMk cId="610230586" sldId="3032"/>
            <ac:picMk id="15" creationId="{84C9D579-1939-4A19-97CB-9C799134E316}"/>
          </ac:picMkLst>
        </pc:picChg>
      </pc:sldChg>
      <pc:sldChg chg="addSp delSp modSp add">
        <pc:chgData name="O'Neill, Shauna" userId="1d0a8ccc-c260-429c-86e4-d406a5ac1d3d" providerId="ADAL" clId="{3120ED10-86D4-40C3-B5EA-6488A89104E3}" dt="2020-03-13T14:35:40.241" v="1966"/>
        <pc:sldMkLst>
          <pc:docMk/>
          <pc:sldMk cId="3567556640" sldId="3034"/>
        </pc:sldMkLst>
        <pc:spChg chg="mod">
          <ac:chgData name="O'Neill, Shauna" userId="1d0a8ccc-c260-429c-86e4-d406a5ac1d3d" providerId="ADAL" clId="{3120ED10-86D4-40C3-B5EA-6488A89104E3}" dt="2020-03-13T14:23:22.148" v="1859" actId="20577"/>
          <ac:spMkLst>
            <pc:docMk/>
            <pc:sldMk cId="3567556640" sldId="3034"/>
            <ac:spMk id="2" creationId="{F7788478-D1ED-4E75-870E-604874DAB191}"/>
          </ac:spMkLst>
        </pc:spChg>
        <pc:spChg chg="del">
          <ac:chgData name="O'Neill, Shauna" userId="1d0a8ccc-c260-429c-86e4-d406a5ac1d3d" providerId="ADAL" clId="{3120ED10-86D4-40C3-B5EA-6488A89104E3}" dt="2020-03-13T14:35:40.241" v="1966"/>
          <ac:spMkLst>
            <pc:docMk/>
            <pc:sldMk cId="3567556640" sldId="3034"/>
            <ac:spMk id="4" creationId="{1AE928AB-B2FE-41B5-BF4D-41B77861E29E}"/>
          </ac:spMkLst>
        </pc:spChg>
        <pc:spChg chg="mod">
          <ac:chgData name="O'Neill, Shauna" userId="1d0a8ccc-c260-429c-86e4-d406a5ac1d3d" providerId="ADAL" clId="{3120ED10-86D4-40C3-B5EA-6488A89104E3}" dt="2020-03-13T14:23:04.357" v="1854" actId="1076"/>
          <ac:spMkLst>
            <pc:docMk/>
            <pc:sldMk cId="3567556640" sldId="3034"/>
            <ac:spMk id="15" creationId="{156CD5D8-D709-481F-B0B9-836604432EAF}"/>
          </ac:spMkLst>
        </pc:spChg>
        <pc:picChg chg="del">
          <ac:chgData name="O'Neill, Shauna" userId="1d0a8ccc-c260-429c-86e4-d406a5ac1d3d" providerId="ADAL" clId="{3120ED10-86D4-40C3-B5EA-6488A89104E3}" dt="2020-03-13T14:18:55.550" v="1823" actId="478"/>
          <ac:picMkLst>
            <pc:docMk/>
            <pc:sldMk cId="3567556640" sldId="3034"/>
            <ac:picMk id="3" creationId="{B1B6DE45-9CDA-43E0-8B7D-9820AEAF663B}"/>
          </ac:picMkLst>
        </pc:picChg>
        <pc:picChg chg="add mod">
          <ac:chgData name="O'Neill, Shauna" userId="1d0a8ccc-c260-429c-86e4-d406a5ac1d3d" providerId="ADAL" clId="{3120ED10-86D4-40C3-B5EA-6488A89104E3}" dt="2020-03-13T14:23:06.768" v="1855" actId="1076"/>
          <ac:picMkLst>
            <pc:docMk/>
            <pc:sldMk cId="3567556640" sldId="3034"/>
            <ac:picMk id="6" creationId="{F4C4DD24-2F6C-43EA-B795-B27884B52E82}"/>
          </ac:picMkLst>
        </pc:picChg>
      </pc:sldChg>
      <pc:sldChg chg="addSp delSp modSp add">
        <pc:chgData name="O'Neill, Shauna" userId="1d0a8ccc-c260-429c-86e4-d406a5ac1d3d" providerId="ADAL" clId="{3120ED10-86D4-40C3-B5EA-6488A89104E3}" dt="2020-03-13T14:35:44.914" v="1967"/>
        <pc:sldMkLst>
          <pc:docMk/>
          <pc:sldMk cId="3599251773" sldId="3035"/>
        </pc:sldMkLst>
        <pc:spChg chg="mod">
          <ac:chgData name="O'Neill, Shauna" userId="1d0a8ccc-c260-429c-86e4-d406a5ac1d3d" providerId="ADAL" clId="{3120ED10-86D4-40C3-B5EA-6488A89104E3}" dt="2020-03-13T14:30:59.457" v="1963" actId="20577"/>
          <ac:spMkLst>
            <pc:docMk/>
            <pc:sldMk cId="3599251773" sldId="3035"/>
            <ac:spMk id="2" creationId="{F7788478-D1ED-4E75-870E-604874DAB191}"/>
          </ac:spMkLst>
        </pc:spChg>
        <pc:spChg chg="add del">
          <ac:chgData name="O'Neill, Shauna" userId="1d0a8ccc-c260-429c-86e4-d406a5ac1d3d" providerId="ADAL" clId="{3120ED10-86D4-40C3-B5EA-6488A89104E3}" dt="2020-03-13T14:24:48.028" v="1866"/>
          <ac:spMkLst>
            <pc:docMk/>
            <pc:sldMk cId="3599251773" sldId="3035"/>
            <ac:spMk id="3" creationId="{E34E06BE-96EC-4B82-9870-640B35B40D5C}"/>
          </ac:spMkLst>
        </pc:spChg>
        <pc:spChg chg="del">
          <ac:chgData name="O'Neill, Shauna" userId="1d0a8ccc-c260-429c-86e4-d406a5ac1d3d" providerId="ADAL" clId="{3120ED10-86D4-40C3-B5EA-6488A89104E3}" dt="2020-03-13T14:35:44.914" v="1967"/>
          <ac:spMkLst>
            <pc:docMk/>
            <pc:sldMk cId="3599251773" sldId="3035"/>
            <ac:spMk id="4" creationId="{1AE928AB-B2FE-41B5-BF4D-41B77861E29E}"/>
          </ac:spMkLst>
        </pc:spChg>
        <pc:spChg chg="mod">
          <ac:chgData name="O'Neill, Shauna" userId="1d0a8ccc-c260-429c-86e4-d406a5ac1d3d" providerId="ADAL" clId="{3120ED10-86D4-40C3-B5EA-6488A89104E3}" dt="2020-03-13T14:30:28.768" v="1961"/>
          <ac:spMkLst>
            <pc:docMk/>
            <pc:sldMk cId="3599251773" sldId="3035"/>
            <ac:spMk id="15" creationId="{156CD5D8-D709-481F-B0B9-836604432EAF}"/>
          </ac:spMkLst>
        </pc:spChg>
        <pc:picChg chg="del">
          <ac:chgData name="O'Neill, Shauna" userId="1d0a8ccc-c260-429c-86e4-d406a5ac1d3d" providerId="ADAL" clId="{3120ED10-86D4-40C3-B5EA-6488A89104E3}" dt="2020-03-13T14:24:27.106" v="1861" actId="478"/>
          <ac:picMkLst>
            <pc:docMk/>
            <pc:sldMk cId="3599251773" sldId="3035"/>
            <ac:picMk id="6" creationId="{F4C4DD24-2F6C-43EA-B795-B27884B52E82}"/>
          </ac:picMkLst>
        </pc:picChg>
        <pc:picChg chg="add mod">
          <ac:chgData name="O'Neill, Shauna" userId="1d0a8ccc-c260-429c-86e4-d406a5ac1d3d" providerId="ADAL" clId="{3120ED10-86D4-40C3-B5EA-6488A89104E3}" dt="2020-03-13T14:28:31.302" v="1944" actId="1076"/>
          <ac:picMkLst>
            <pc:docMk/>
            <pc:sldMk cId="3599251773" sldId="3035"/>
            <ac:picMk id="7" creationId="{FB77A5B7-6A1B-460F-B1B9-5B08F0764312}"/>
          </ac:picMkLst>
        </pc:picChg>
        <pc:picChg chg="add mod">
          <ac:chgData name="O'Neill, Shauna" userId="1d0a8ccc-c260-429c-86e4-d406a5ac1d3d" providerId="ADAL" clId="{3120ED10-86D4-40C3-B5EA-6488A89104E3}" dt="2020-03-13T14:30:13.623" v="1958" actId="1076"/>
          <ac:picMkLst>
            <pc:docMk/>
            <pc:sldMk cId="3599251773" sldId="3035"/>
            <ac:picMk id="8" creationId="{84A6F5B2-8672-4DB2-96BA-711EAA6D47A5}"/>
          </ac:picMkLst>
        </pc:picChg>
        <pc:picChg chg="add mod">
          <ac:chgData name="O'Neill, Shauna" userId="1d0a8ccc-c260-429c-86e4-d406a5ac1d3d" providerId="ADAL" clId="{3120ED10-86D4-40C3-B5EA-6488A89104E3}" dt="2020-03-13T14:30:18.516" v="1960" actId="1076"/>
          <ac:picMkLst>
            <pc:docMk/>
            <pc:sldMk cId="3599251773" sldId="3035"/>
            <ac:picMk id="9" creationId="{8BDBF18C-F97E-47C1-949D-F9CA9B6D37D2}"/>
          </ac:picMkLst>
        </pc:picChg>
      </pc:sldChg>
    </pc:docChg>
  </pc:docChgLst>
  <pc:docChgLst>
    <pc:chgData name="Chuksina, Vera" userId="S::spbchuksvv@corp.jti.com::a120b435-2ba4-41a7-a630-19094674ca58" providerId="AD" clId="Web-{0F10434A-2791-97CF-3B18-8FA1F31D7039}"/>
    <pc:docChg chg="modSld">
      <pc:chgData name="Chuksina, Vera" userId="S::spbchuksvv@corp.jti.com::a120b435-2ba4-41a7-a630-19094674ca58" providerId="AD" clId="Web-{0F10434A-2791-97CF-3B18-8FA1F31D7039}" dt="2020-03-31T09:40:24.941" v="14"/>
      <pc:docMkLst>
        <pc:docMk/>
      </pc:docMkLst>
      <pc:sldChg chg="delSp modSp">
        <pc:chgData name="Chuksina, Vera" userId="S::spbchuksvv@corp.jti.com::a120b435-2ba4-41a7-a630-19094674ca58" providerId="AD" clId="Web-{0F10434A-2791-97CF-3B18-8FA1F31D7039}" dt="2020-03-31T09:40:24.941" v="14"/>
        <pc:sldMkLst>
          <pc:docMk/>
          <pc:sldMk cId="623677526" sldId="2323"/>
        </pc:sldMkLst>
        <pc:spChg chg="mod">
          <ac:chgData name="Chuksina, Vera" userId="S::spbchuksvv@corp.jti.com::a120b435-2ba4-41a7-a630-19094674ca58" providerId="AD" clId="Web-{0F10434A-2791-97CF-3B18-8FA1F31D7039}" dt="2020-03-31T09:40:19.004" v="11" actId="20577"/>
          <ac:spMkLst>
            <pc:docMk/>
            <pc:sldMk cId="623677526" sldId="2323"/>
            <ac:spMk id="23" creationId="{4703D456-12FF-47F8-9EC7-6FA045523312}"/>
          </ac:spMkLst>
        </pc:spChg>
        <pc:spChg chg="del">
          <ac:chgData name="Chuksina, Vera" userId="S::spbchuksvv@corp.jti.com::a120b435-2ba4-41a7-a630-19094674ca58" providerId="AD" clId="Web-{0F10434A-2791-97CF-3B18-8FA1F31D7039}" dt="2020-03-31T09:40:24.941" v="14"/>
          <ac:spMkLst>
            <pc:docMk/>
            <pc:sldMk cId="623677526" sldId="2323"/>
            <ac:spMk id="27" creationId="{5AA741A0-44CC-459B-A58F-E0613C80058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E6143F-4398-4615-82DD-CD37A01A519A}" type="doc">
      <dgm:prSet loTypeId="urn:microsoft.com/office/officeart/2005/8/layout/list1" loCatId="list" qsTypeId="urn:microsoft.com/office/officeart/2005/8/quickstyle/simple1" qsCatId="simple" csTypeId="urn:microsoft.com/office/officeart/2005/8/colors/accent3_1" csCatId="accent3" phldr="1"/>
      <dgm:spPr/>
      <dgm:t>
        <a:bodyPr/>
        <a:lstStyle/>
        <a:p>
          <a:endParaRPr lang="en-US"/>
        </a:p>
      </dgm:t>
    </dgm:pt>
    <dgm:pt modelId="{91B6E23E-8C77-4F89-99C0-BCFD617A1367}">
      <dgm:prSet phldrT="[Text]"/>
      <dgm:spPr>
        <a:xfrm>
          <a:off x="508785" y="14295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a:ea typeface="+mn-ea"/>
              <a:cs typeface="+mn-cs"/>
            </a:rPr>
            <a:t>Able to distribute budget within project instead of using multiple IOs</a:t>
          </a:r>
        </a:p>
      </dgm:t>
    </dgm:pt>
    <dgm:pt modelId="{ABE8950B-057C-425B-934C-79ED9E8973DC}" type="parTrans" cxnId="{A6B527E0-F7E1-4FC1-9B59-654FF14683AD}">
      <dgm:prSet/>
      <dgm:spPr/>
      <dgm:t>
        <a:bodyPr/>
        <a:lstStyle/>
        <a:p>
          <a:endParaRPr lang="en-US"/>
        </a:p>
      </dgm:t>
    </dgm:pt>
    <dgm:pt modelId="{A8B0FDE2-85C1-4867-B38C-39B65954893E}" type="sibTrans" cxnId="{A6B527E0-F7E1-4FC1-9B59-654FF14683AD}">
      <dgm:prSet/>
      <dgm:spPr/>
      <dgm:t>
        <a:bodyPr/>
        <a:lstStyle/>
        <a:p>
          <a:endParaRPr lang="en-US"/>
        </a:p>
      </dgm:t>
    </dgm:pt>
    <dgm:pt modelId="{7E9C59F6-F6FF-4F3A-92B0-B3438DC8E46B}">
      <dgm:prSet phldrT="[Text]"/>
      <dgm:spPr>
        <a:xfrm>
          <a:off x="508785" y="27903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Transfer of budget between WBS elements</a:t>
          </a:r>
        </a:p>
      </dgm:t>
    </dgm:pt>
    <dgm:pt modelId="{CA2A6183-AD73-4A30-8871-E344FC360447}" type="parTrans" cxnId="{7E426281-4399-48C6-9BD8-2E792886B625}">
      <dgm:prSet/>
      <dgm:spPr/>
      <dgm:t>
        <a:bodyPr/>
        <a:lstStyle/>
        <a:p>
          <a:endParaRPr lang="en-US"/>
        </a:p>
      </dgm:t>
    </dgm:pt>
    <dgm:pt modelId="{25784B74-4EA0-4222-B5B0-5FD0386904A8}" type="sibTrans" cxnId="{7E426281-4399-48C6-9BD8-2E792886B625}">
      <dgm:prSet/>
      <dgm:spPr/>
      <dgm:t>
        <a:bodyPr/>
        <a:lstStyle/>
        <a:p>
          <a:endParaRPr lang="en-US"/>
        </a:p>
      </dgm:t>
    </dgm:pt>
    <dgm:pt modelId="{B21BBF7C-DB35-4966-B666-9E7557ADDC92}">
      <dgm:prSet phldrT="[Text]"/>
      <dgm:spPr>
        <a:xfrm>
          <a:off x="508785" y="41511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Availability control is at project FX rate rather than actual FX rates</a:t>
          </a:r>
        </a:p>
      </dgm:t>
    </dgm:pt>
    <dgm:pt modelId="{7CDF24D7-003F-48F3-8D9D-2E7ECFC833D4}" type="parTrans" cxnId="{214B47DC-B693-4340-A57E-508716CDBA10}">
      <dgm:prSet/>
      <dgm:spPr/>
      <dgm:t>
        <a:bodyPr/>
        <a:lstStyle/>
        <a:p>
          <a:endParaRPr lang="en-US"/>
        </a:p>
      </dgm:t>
    </dgm:pt>
    <dgm:pt modelId="{993D1684-E25C-4CD6-86C0-DD8024D4E546}" type="sibTrans" cxnId="{214B47DC-B693-4340-A57E-508716CDBA10}">
      <dgm:prSet/>
      <dgm:spPr/>
      <dgm:t>
        <a:bodyPr/>
        <a:lstStyle/>
        <a:p>
          <a:endParaRPr lang="en-US"/>
        </a:p>
      </dgm:t>
    </dgm:pt>
    <dgm:pt modelId="{062C1691-49B1-4192-A3E0-4FB6B3141620}">
      <dgm:prSet phldrT="[Text]"/>
      <dgm:spPr>
        <a:xfrm>
          <a:off x="508785" y="687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Assign budget in multiple transaction currencies </a:t>
          </a:r>
        </a:p>
      </dgm:t>
    </dgm:pt>
    <dgm:pt modelId="{5577F434-D2E0-475B-A84C-05BD0C6E39E9}" type="parTrans" cxnId="{271B681B-9D67-415C-AE83-8011723F0B40}">
      <dgm:prSet/>
      <dgm:spPr/>
      <dgm:t>
        <a:bodyPr/>
        <a:lstStyle/>
        <a:p>
          <a:endParaRPr lang="en-US"/>
        </a:p>
      </dgm:t>
    </dgm:pt>
    <dgm:pt modelId="{301D88EF-620A-4B9D-A430-50170F339696}" type="sibTrans" cxnId="{271B681B-9D67-415C-AE83-8011723F0B40}">
      <dgm:prSet/>
      <dgm:spPr/>
      <dgm:t>
        <a:bodyPr/>
        <a:lstStyle/>
        <a:p>
          <a:endParaRPr lang="en-US"/>
        </a:p>
      </dgm:t>
    </dgm:pt>
    <dgm:pt modelId="{BF789511-1964-4230-A341-C3F3E1976EA1}" type="pres">
      <dgm:prSet presAssocID="{46E6143F-4398-4615-82DD-CD37A01A519A}" presName="linear" presStyleCnt="0">
        <dgm:presLayoutVars>
          <dgm:dir/>
          <dgm:animLvl val="lvl"/>
          <dgm:resizeHandles val="exact"/>
        </dgm:presLayoutVars>
      </dgm:prSet>
      <dgm:spPr/>
    </dgm:pt>
    <dgm:pt modelId="{2FDC0415-F132-4128-810E-5A3FF2815948}" type="pres">
      <dgm:prSet presAssocID="{062C1691-49B1-4192-A3E0-4FB6B3141620}" presName="parentLin" presStyleCnt="0"/>
      <dgm:spPr/>
    </dgm:pt>
    <dgm:pt modelId="{65A8AF0A-668B-4352-B0AB-CE61D99F6A97}" type="pres">
      <dgm:prSet presAssocID="{062C1691-49B1-4192-A3E0-4FB6B3141620}" presName="parentLeftMargin" presStyleLbl="node1" presStyleIdx="0" presStyleCnt="4"/>
      <dgm:spPr/>
    </dgm:pt>
    <dgm:pt modelId="{724AE221-95C0-4956-B0D3-890C9FDD51B5}" type="pres">
      <dgm:prSet presAssocID="{062C1691-49B1-4192-A3E0-4FB6B3141620}" presName="parentText" presStyleLbl="node1" presStyleIdx="0" presStyleCnt="4">
        <dgm:presLayoutVars>
          <dgm:chMax val="0"/>
          <dgm:bulletEnabled val="1"/>
        </dgm:presLayoutVars>
      </dgm:prSet>
      <dgm:spPr/>
    </dgm:pt>
    <dgm:pt modelId="{81B52D21-54E8-485D-A8FC-FB93335D2B46}" type="pres">
      <dgm:prSet presAssocID="{062C1691-49B1-4192-A3E0-4FB6B3141620}" presName="negativeSpace" presStyleCnt="0"/>
      <dgm:spPr/>
    </dgm:pt>
    <dgm:pt modelId="{E549C912-545E-49FD-A98D-E549B7A4962F}" type="pres">
      <dgm:prSet presAssocID="{062C1691-49B1-4192-A3E0-4FB6B3141620}" presName="childText" presStyleLbl="conFgAcc1" presStyleIdx="0" presStyleCnt="4">
        <dgm:presLayoutVars>
          <dgm:bulletEnabled val="1"/>
        </dgm:presLayoutVars>
      </dgm:prSet>
      <dgm:spPr>
        <a:xfrm>
          <a:off x="0" y="5115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4244C154-E76E-4F0D-8006-EB279B7E940C}" type="pres">
      <dgm:prSet presAssocID="{301D88EF-620A-4B9D-A430-50170F339696}" presName="spaceBetweenRectangles" presStyleCnt="0"/>
      <dgm:spPr/>
    </dgm:pt>
    <dgm:pt modelId="{688AF117-EFC0-4CA1-BD4C-51B4C38F6483}" type="pres">
      <dgm:prSet presAssocID="{91B6E23E-8C77-4F89-99C0-BCFD617A1367}" presName="parentLin" presStyleCnt="0"/>
      <dgm:spPr/>
    </dgm:pt>
    <dgm:pt modelId="{C463FE0C-6D9C-4B4B-9ECA-8DBDEE6B1BF8}" type="pres">
      <dgm:prSet presAssocID="{91B6E23E-8C77-4F89-99C0-BCFD617A1367}" presName="parentLeftMargin" presStyleLbl="node1" presStyleIdx="0" presStyleCnt="4"/>
      <dgm:spPr/>
    </dgm:pt>
    <dgm:pt modelId="{8407DAA3-F7ED-4531-9FA8-B74F927D077F}" type="pres">
      <dgm:prSet presAssocID="{91B6E23E-8C77-4F89-99C0-BCFD617A1367}" presName="parentText" presStyleLbl="node1" presStyleIdx="1" presStyleCnt="4">
        <dgm:presLayoutVars>
          <dgm:chMax val="0"/>
          <dgm:bulletEnabled val="1"/>
        </dgm:presLayoutVars>
      </dgm:prSet>
      <dgm:spPr/>
    </dgm:pt>
    <dgm:pt modelId="{E39D6153-57B8-4491-A821-983662C07D9A}" type="pres">
      <dgm:prSet presAssocID="{91B6E23E-8C77-4F89-99C0-BCFD617A1367}" presName="negativeSpace" presStyleCnt="0"/>
      <dgm:spPr/>
    </dgm:pt>
    <dgm:pt modelId="{DDCDA048-02E7-4AC5-A3E9-B0AB245C441D}" type="pres">
      <dgm:prSet presAssocID="{91B6E23E-8C77-4F89-99C0-BCFD617A1367}" presName="childText" presStyleLbl="conFgAcc1" presStyleIdx="1" presStyleCnt="4">
        <dgm:presLayoutVars>
          <dgm:bulletEnabled val="1"/>
        </dgm:presLayoutVars>
      </dgm:prSet>
      <dgm:spPr>
        <a:xfrm>
          <a:off x="0" y="18723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524E1003-DE8A-47A2-A9EE-948C5A80A12C}" type="pres">
      <dgm:prSet presAssocID="{A8B0FDE2-85C1-4867-B38C-39B65954893E}" presName="spaceBetweenRectangles" presStyleCnt="0"/>
      <dgm:spPr/>
    </dgm:pt>
    <dgm:pt modelId="{389621F7-5954-40F4-88FB-4606DD0517C5}" type="pres">
      <dgm:prSet presAssocID="{7E9C59F6-F6FF-4F3A-92B0-B3438DC8E46B}" presName="parentLin" presStyleCnt="0"/>
      <dgm:spPr/>
    </dgm:pt>
    <dgm:pt modelId="{01784229-103A-42E7-8F2E-876AFE69E44C}" type="pres">
      <dgm:prSet presAssocID="{7E9C59F6-F6FF-4F3A-92B0-B3438DC8E46B}" presName="parentLeftMargin" presStyleLbl="node1" presStyleIdx="1" presStyleCnt="4"/>
      <dgm:spPr/>
    </dgm:pt>
    <dgm:pt modelId="{A322F6A9-D6B8-49EF-B567-D1B66C97416C}" type="pres">
      <dgm:prSet presAssocID="{7E9C59F6-F6FF-4F3A-92B0-B3438DC8E46B}" presName="parentText" presStyleLbl="node1" presStyleIdx="2" presStyleCnt="4">
        <dgm:presLayoutVars>
          <dgm:chMax val="0"/>
          <dgm:bulletEnabled val="1"/>
        </dgm:presLayoutVars>
      </dgm:prSet>
      <dgm:spPr/>
    </dgm:pt>
    <dgm:pt modelId="{67B96BD8-5E90-496A-85E4-E713F5891905}" type="pres">
      <dgm:prSet presAssocID="{7E9C59F6-F6FF-4F3A-92B0-B3438DC8E46B}" presName="negativeSpace" presStyleCnt="0"/>
      <dgm:spPr/>
    </dgm:pt>
    <dgm:pt modelId="{755DCCA2-3407-4E9D-9C53-1347883DE59A}" type="pres">
      <dgm:prSet presAssocID="{7E9C59F6-F6FF-4F3A-92B0-B3438DC8E46B}" presName="childText" presStyleLbl="conFgAcc1" presStyleIdx="2" presStyleCnt="4">
        <dgm:presLayoutVars>
          <dgm:bulletEnabled val="1"/>
        </dgm:presLayoutVars>
      </dgm:prSet>
      <dgm:spPr>
        <a:xfrm>
          <a:off x="0" y="32331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AF55CC3A-4FB8-4F87-BD7C-40589B7F52DD}" type="pres">
      <dgm:prSet presAssocID="{25784B74-4EA0-4222-B5B0-5FD0386904A8}" presName="spaceBetweenRectangles" presStyleCnt="0"/>
      <dgm:spPr/>
    </dgm:pt>
    <dgm:pt modelId="{A1BEA017-AA88-4F23-BE1E-C7D2DE444945}" type="pres">
      <dgm:prSet presAssocID="{B21BBF7C-DB35-4966-B666-9E7557ADDC92}" presName="parentLin" presStyleCnt="0"/>
      <dgm:spPr/>
    </dgm:pt>
    <dgm:pt modelId="{477E92A7-2C00-404F-9DFB-BEAF2FC8C9DE}" type="pres">
      <dgm:prSet presAssocID="{B21BBF7C-DB35-4966-B666-9E7557ADDC92}" presName="parentLeftMargin" presStyleLbl="node1" presStyleIdx="2" presStyleCnt="4"/>
      <dgm:spPr/>
    </dgm:pt>
    <dgm:pt modelId="{F0C917B6-21E3-4DD1-BBE5-9C08F0CACD51}" type="pres">
      <dgm:prSet presAssocID="{B21BBF7C-DB35-4966-B666-9E7557ADDC92}" presName="parentText" presStyleLbl="node1" presStyleIdx="3" presStyleCnt="4">
        <dgm:presLayoutVars>
          <dgm:chMax val="0"/>
          <dgm:bulletEnabled val="1"/>
        </dgm:presLayoutVars>
      </dgm:prSet>
      <dgm:spPr/>
    </dgm:pt>
    <dgm:pt modelId="{3AA4177D-C8F8-499B-B32A-227E2C9E1F31}" type="pres">
      <dgm:prSet presAssocID="{B21BBF7C-DB35-4966-B666-9E7557ADDC92}" presName="negativeSpace" presStyleCnt="0"/>
      <dgm:spPr/>
    </dgm:pt>
    <dgm:pt modelId="{68E0E60B-103B-4D13-B642-9DC4994AAFA7}" type="pres">
      <dgm:prSet presAssocID="{B21BBF7C-DB35-4966-B666-9E7557ADDC92}" presName="childText" presStyleLbl="conFgAcc1" presStyleIdx="3" presStyleCnt="4">
        <dgm:presLayoutVars>
          <dgm:bulletEnabled val="1"/>
        </dgm:presLayoutVars>
      </dgm:prSet>
      <dgm:spPr>
        <a:xfrm>
          <a:off x="0" y="45939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Lst>
  <dgm:cxnLst>
    <dgm:cxn modelId="{C0BAAD04-AED9-4E1A-9AD1-DEB08DE01CBD}" type="presOf" srcId="{91B6E23E-8C77-4F89-99C0-BCFD617A1367}" destId="{C463FE0C-6D9C-4B4B-9ECA-8DBDEE6B1BF8}" srcOrd="0" destOrd="0" presId="urn:microsoft.com/office/officeart/2005/8/layout/list1"/>
    <dgm:cxn modelId="{6681F506-6886-4BB3-932A-E4FD3690EC92}" type="presOf" srcId="{B21BBF7C-DB35-4966-B666-9E7557ADDC92}" destId="{F0C917B6-21E3-4DD1-BBE5-9C08F0CACD51}" srcOrd="1" destOrd="0" presId="urn:microsoft.com/office/officeart/2005/8/layout/list1"/>
    <dgm:cxn modelId="{2AEFBA17-5D74-4738-B7AA-F4DFC8CAC6D8}" type="presOf" srcId="{062C1691-49B1-4192-A3E0-4FB6B3141620}" destId="{65A8AF0A-668B-4352-B0AB-CE61D99F6A97}" srcOrd="0" destOrd="0" presId="urn:microsoft.com/office/officeart/2005/8/layout/list1"/>
    <dgm:cxn modelId="{271B681B-9D67-415C-AE83-8011723F0B40}" srcId="{46E6143F-4398-4615-82DD-CD37A01A519A}" destId="{062C1691-49B1-4192-A3E0-4FB6B3141620}" srcOrd="0" destOrd="0" parTransId="{5577F434-D2E0-475B-A84C-05BD0C6E39E9}" sibTransId="{301D88EF-620A-4B9D-A430-50170F339696}"/>
    <dgm:cxn modelId="{2C80971F-C9E3-45D7-BDA7-7E7E14843F41}" type="presOf" srcId="{B21BBF7C-DB35-4966-B666-9E7557ADDC92}" destId="{477E92A7-2C00-404F-9DFB-BEAF2FC8C9DE}" srcOrd="0" destOrd="0" presId="urn:microsoft.com/office/officeart/2005/8/layout/list1"/>
    <dgm:cxn modelId="{3707E240-9554-48B0-901E-7C881F878B2F}" type="presOf" srcId="{46E6143F-4398-4615-82DD-CD37A01A519A}" destId="{BF789511-1964-4230-A341-C3F3E1976EA1}" srcOrd="0" destOrd="0" presId="urn:microsoft.com/office/officeart/2005/8/layout/list1"/>
    <dgm:cxn modelId="{CB72CF7C-68FE-4BAF-B7D2-93FE5DA664F9}" type="presOf" srcId="{062C1691-49B1-4192-A3E0-4FB6B3141620}" destId="{724AE221-95C0-4956-B0D3-890C9FDD51B5}" srcOrd="1" destOrd="0" presId="urn:microsoft.com/office/officeart/2005/8/layout/list1"/>
    <dgm:cxn modelId="{7E426281-4399-48C6-9BD8-2E792886B625}" srcId="{46E6143F-4398-4615-82DD-CD37A01A519A}" destId="{7E9C59F6-F6FF-4F3A-92B0-B3438DC8E46B}" srcOrd="2" destOrd="0" parTransId="{CA2A6183-AD73-4A30-8871-E344FC360447}" sibTransId="{25784B74-4EA0-4222-B5B0-5FD0386904A8}"/>
    <dgm:cxn modelId="{CC5A229C-CB8A-45BC-B3A6-84B1E0B3AD8A}" type="presOf" srcId="{7E9C59F6-F6FF-4F3A-92B0-B3438DC8E46B}" destId="{A322F6A9-D6B8-49EF-B567-D1B66C97416C}" srcOrd="1" destOrd="0" presId="urn:microsoft.com/office/officeart/2005/8/layout/list1"/>
    <dgm:cxn modelId="{EBC443A7-B399-4D67-B841-9666F74B75A7}" type="presOf" srcId="{91B6E23E-8C77-4F89-99C0-BCFD617A1367}" destId="{8407DAA3-F7ED-4531-9FA8-B74F927D077F}" srcOrd="1" destOrd="0" presId="urn:microsoft.com/office/officeart/2005/8/layout/list1"/>
    <dgm:cxn modelId="{20A80FBB-C2AD-4356-B7C4-14418B6E35C1}" type="presOf" srcId="{7E9C59F6-F6FF-4F3A-92B0-B3438DC8E46B}" destId="{01784229-103A-42E7-8F2E-876AFE69E44C}" srcOrd="0" destOrd="0" presId="urn:microsoft.com/office/officeart/2005/8/layout/list1"/>
    <dgm:cxn modelId="{214B47DC-B693-4340-A57E-508716CDBA10}" srcId="{46E6143F-4398-4615-82DD-CD37A01A519A}" destId="{B21BBF7C-DB35-4966-B666-9E7557ADDC92}" srcOrd="3" destOrd="0" parTransId="{7CDF24D7-003F-48F3-8D9D-2E7ECFC833D4}" sibTransId="{993D1684-E25C-4CD6-86C0-DD8024D4E546}"/>
    <dgm:cxn modelId="{A6B527E0-F7E1-4FC1-9B59-654FF14683AD}" srcId="{46E6143F-4398-4615-82DD-CD37A01A519A}" destId="{91B6E23E-8C77-4F89-99C0-BCFD617A1367}" srcOrd="1" destOrd="0" parTransId="{ABE8950B-057C-425B-934C-79ED9E8973DC}" sibTransId="{A8B0FDE2-85C1-4867-B38C-39B65954893E}"/>
    <dgm:cxn modelId="{07585835-9D5E-4DE9-BFC6-EDC9F03365D6}" type="presParOf" srcId="{BF789511-1964-4230-A341-C3F3E1976EA1}" destId="{2FDC0415-F132-4128-810E-5A3FF2815948}" srcOrd="0" destOrd="0" presId="urn:microsoft.com/office/officeart/2005/8/layout/list1"/>
    <dgm:cxn modelId="{E66BCA82-C990-4AFF-B45D-26FB0DCEDCE0}" type="presParOf" srcId="{2FDC0415-F132-4128-810E-5A3FF2815948}" destId="{65A8AF0A-668B-4352-B0AB-CE61D99F6A97}" srcOrd="0" destOrd="0" presId="urn:microsoft.com/office/officeart/2005/8/layout/list1"/>
    <dgm:cxn modelId="{61FBE103-774A-468F-AB4F-48FFE578BDD9}" type="presParOf" srcId="{2FDC0415-F132-4128-810E-5A3FF2815948}" destId="{724AE221-95C0-4956-B0D3-890C9FDD51B5}" srcOrd="1" destOrd="0" presId="urn:microsoft.com/office/officeart/2005/8/layout/list1"/>
    <dgm:cxn modelId="{C17DE795-72C9-47D7-9C50-020825770BA6}" type="presParOf" srcId="{BF789511-1964-4230-A341-C3F3E1976EA1}" destId="{81B52D21-54E8-485D-A8FC-FB93335D2B46}" srcOrd="1" destOrd="0" presId="urn:microsoft.com/office/officeart/2005/8/layout/list1"/>
    <dgm:cxn modelId="{44992AD4-C1D9-430A-8670-5B141F90A0D1}" type="presParOf" srcId="{BF789511-1964-4230-A341-C3F3E1976EA1}" destId="{E549C912-545E-49FD-A98D-E549B7A4962F}" srcOrd="2" destOrd="0" presId="urn:microsoft.com/office/officeart/2005/8/layout/list1"/>
    <dgm:cxn modelId="{C171A32A-CBA2-4A22-897B-22563CFF1942}" type="presParOf" srcId="{BF789511-1964-4230-A341-C3F3E1976EA1}" destId="{4244C154-E76E-4F0D-8006-EB279B7E940C}" srcOrd="3" destOrd="0" presId="urn:microsoft.com/office/officeart/2005/8/layout/list1"/>
    <dgm:cxn modelId="{7585DA71-7F5F-49E7-B7B1-C4D738AAECDC}" type="presParOf" srcId="{BF789511-1964-4230-A341-C3F3E1976EA1}" destId="{688AF117-EFC0-4CA1-BD4C-51B4C38F6483}" srcOrd="4" destOrd="0" presId="urn:microsoft.com/office/officeart/2005/8/layout/list1"/>
    <dgm:cxn modelId="{1DB4A695-3DFD-484C-9ED9-3D2C3EE9C62B}" type="presParOf" srcId="{688AF117-EFC0-4CA1-BD4C-51B4C38F6483}" destId="{C463FE0C-6D9C-4B4B-9ECA-8DBDEE6B1BF8}" srcOrd="0" destOrd="0" presId="urn:microsoft.com/office/officeart/2005/8/layout/list1"/>
    <dgm:cxn modelId="{8BEA7597-AC7F-4EB9-B0AF-1099E0EAECE2}" type="presParOf" srcId="{688AF117-EFC0-4CA1-BD4C-51B4C38F6483}" destId="{8407DAA3-F7ED-4531-9FA8-B74F927D077F}" srcOrd="1" destOrd="0" presId="urn:microsoft.com/office/officeart/2005/8/layout/list1"/>
    <dgm:cxn modelId="{865787F3-F6FE-4952-A036-733989A76231}" type="presParOf" srcId="{BF789511-1964-4230-A341-C3F3E1976EA1}" destId="{E39D6153-57B8-4491-A821-983662C07D9A}" srcOrd="5" destOrd="0" presId="urn:microsoft.com/office/officeart/2005/8/layout/list1"/>
    <dgm:cxn modelId="{7C3E3C98-C3FA-47BE-94E7-6790A14D70FD}" type="presParOf" srcId="{BF789511-1964-4230-A341-C3F3E1976EA1}" destId="{DDCDA048-02E7-4AC5-A3E9-B0AB245C441D}" srcOrd="6" destOrd="0" presId="urn:microsoft.com/office/officeart/2005/8/layout/list1"/>
    <dgm:cxn modelId="{86B7A337-C911-4D7E-AD3C-BAC5D5A419B2}" type="presParOf" srcId="{BF789511-1964-4230-A341-C3F3E1976EA1}" destId="{524E1003-DE8A-47A2-A9EE-948C5A80A12C}" srcOrd="7" destOrd="0" presId="urn:microsoft.com/office/officeart/2005/8/layout/list1"/>
    <dgm:cxn modelId="{94E26EEC-4A79-48DA-ABEF-9A158FA6D16A}" type="presParOf" srcId="{BF789511-1964-4230-A341-C3F3E1976EA1}" destId="{389621F7-5954-40F4-88FB-4606DD0517C5}" srcOrd="8" destOrd="0" presId="urn:microsoft.com/office/officeart/2005/8/layout/list1"/>
    <dgm:cxn modelId="{7CBED67A-0B58-4E72-BF5F-50CEEEDB826F}" type="presParOf" srcId="{389621F7-5954-40F4-88FB-4606DD0517C5}" destId="{01784229-103A-42E7-8F2E-876AFE69E44C}" srcOrd="0" destOrd="0" presId="urn:microsoft.com/office/officeart/2005/8/layout/list1"/>
    <dgm:cxn modelId="{2FE13B19-1736-49C4-8FB2-B166071BF576}" type="presParOf" srcId="{389621F7-5954-40F4-88FB-4606DD0517C5}" destId="{A322F6A9-D6B8-49EF-B567-D1B66C97416C}" srcOrd="1" destOrd="0" presId="urn:microsoft.com/office/officeart/2005/8/layout/list1"/>
    <dgm:cxn modelId="{56A2892B-0538-4E9A-A28F-8FA1BB5F099A}" type="presParOf" srcId="{BF789511-1964-4230-A341-C3F3E1976EA1}" destId="{67B96BD8-5E90-496A-85E4-E713F5891905}" srcOrd="9" destOrd="0" presId="urn:microsoft.com/office/officeart/2005/8/layout/list1"/>
    <dgm:cxn modelId="{F3F1A9A7-BC5C-4B95-9B78-EE3DD352945F}" type="presParOf" srcId="{BF789511-1964-4230-A341-C3F3E1976EA1}" destId="{755DCCA2-3407-4E9D-9C53-1347883DE59A}" srcOrd="10" destOrd="0" presId="urn:microsoft.com/office/officeart/2005/8/layout/list1"/>
    <dgm:cxn modelId="{000157B5-D833-47B4-ABF3-22FB27FD3929}" type="presParOf" srcId="{BF789511-1964-4230-A341-C3F3E1976EA1}" destId="{AF55CC3A-4FB8-4F87-BD7C-40589B7F52DD}" srcOrd="11" destOrd="0" presId="urn:microsoft.com/office/officeart/2005/8/layout/list1"/>
    <dgm:cxn modelId="{ADA5932B-2D73-413A-B0E3-2E7697C80100}" type="presParOf" srcId="{BF789511-1964-4230-A341-C3F3E1976EA1}" destId="{A1BEA017-AA88-4F23-BE1E-C7D2DE444945}" srcOrd="12" destOrd="0" presId="urn:microsoft.com/office/officeart/2005/8/layout/list1"/>
    <dgm:cxn modelId="{46543D54-5110-44FA-99BF-A47832785A2D}" type="presParOf" srcId="{A1BEA017-AA88-4F23-BE1E-C7D2DE444945}" destId="{477E92A7-2C00-404F-9DFB-BEAF2FC8C9DE}" srcOrd="0" destOrd="0" presId="urn:microsoft.com/office/officeart/2005/8/layout/list1"/>
    <dgm:cxn modelId="{2E3872A2-B33A-4669-B27B-DD8A06C88C67}" type="presParOf" srcId="{A1BEA017-AA88-4F23-BE1E-C7D2DE444945}" destId="{F0C917B6-21E3-4DD1-BBE5-9C08F0CACD51}" srcOrd="1" destOrd="0" presId="urn:microsoft.com/office/officeart/2005/8/layout/list1"/>
    <dgm:cxn modelId="{0AF758EA-4976-45D7-8EC3-87C8859EF6C9}" type="presParOf" srcId="{BF789511-1964-4230-A341-C3F3E1976EA1}" destId="{3AA4177D-C8F8-499B-B32A-227E2C9E1F31}" srcOrd="13" destOrd="0" presId="urn:microsoft.com/office/officeart/2005/8/layout/list1"/>
    <dgm:cxn modelId="{53E967D2-625D-4F01-8E70-C0C00FDE2E85}" type="presParOf" srcId="{BF789511-1964-4230-A341-C3F3E1976EA1}" destId="{68E0E60B-103B-4D13-B642-9DC4994AAFA7}"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384EA6-F43F-4C54-B2C9-BD9354DEAF7C}" type="doc">
      <dgm:prSet loTypeId="urn:microsoft.com/office/officeart/2005/8/layout/hierarchy2" loCatId="hierarchy" qsTypeId="urn:microsoft.com/office/officeart/2005/8/quickstyle/simple1" qsCatId="simple" csTypeId="urn:microsoft.com/office/officeart/2005/8/colors/accent6_5" csCatId="accent6" phldr="1"/>
      <dgm:spPr/>
      <dgm:t>
        <a:bodyPr/>
        <a:lstStyle/>
        <a:p>
          <a:endParaRPr lang="en-US"/>
        </a:p>
      </dgm:t>
    </dgm:pt>
    <dgm:pt modelId="{9041E011-8026-456C-9D8E-654856388623}">
      <dgm:prSet phldrT="[Text]"/>
      <dgm:spPr>
        <a:xfrm>
          <a:off x="624392" y="1093381"/>
          <a:ext cx="1519521" cy="759760"/>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1</a:t>
          </a:r>
          <a:endParaRPr lang="en-US">
            <a:solidFill>
              <a:srgbClr val="FFFFFF"/>
            </a:solidFill>
            <a:latin typeface="Arial" panose="020B0604020202020204"/>
            <a:ea typeface="+mn-ea"/>
            <a:cs typeface="+mn-cs"/>
          </a:endParaRPr>
        </a:p>
      </dgm:t>
    </dgm:pt>
    <dgm:pt modelId="{66AC2773-0FCC-411B-B838-9E656761D5AF}" type="parTrans" cxnId="{07D77E7D-8C51-443A-8D25-D81FE8DFE71C}">
      <dgm:prSet/>
      <dgm:spPr/>
      <dgm:t>
        <a:bodyPr/>
        <a:lstStyle/>
        <a:p>
          <a:endParaRPr lang="en-US"/>
        </a:p>
      </dgm:t>
    </dgm:pt>
    <dgm:pt modelId="{8AA667FE-DCAD-4140-A2E3-257D1F59D3FA}" type="sibTrans" cxnId="{07D77E7D-8C51-443A-8D25-D81FE8DFE71C}">
      <dgm:prSet/>
      <dgm:spPr/>
      <dgm:t>
        <a:bodyPr/>
        <a:lstStyle/>
        <a:p>
          <a:endParaRPr lang="en-US"/>
        </a:p>
      </dgm:t>
    </dgm:pt>
    <dgm:pt modelId="{28E44978-4E21-4932-AC56-A3D6D90A18C5}">
      <dgm:prSet phldrT="[Text]"/>
      <dgm:spPr>
        <a:xfrm>
          <a:off x="2751723" y="438087"/>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2a</a:t>
          </a:r>
          <a:endParaRPr lang="en-US">
            <a:solidFill>
              <a:srgbClr val="FFFFFF"/>
            </a:solidFill>
            <a:latin typeface="Arial" panose="020B0604020202020204"/>
            <a:ea typeface="+mn-ea"/>
            <a:cs typeface="+mn-cs"/>
          </a:endParaRPr>
        </a:p>
      </dgm:t>
    </dgm:pt>
    <dgm:pt modelId="{022B5C06-D24F-4CE5-B32F-11ACA7A5539E}" type="parTrans" cxnId="{C7F3EB60-E3BB-48DD-A569-A082522A1A48}">
      <dgm:prSet/>
      <dgm:spPr>
        <a:xfrm rot="18770822">
          <a:off x="2000929" y="1118369"/>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6DC2BC59-E923-41E7-B58D-4F1EE87C7317}" type="sibTrans" cxnId="{C7F3EB60-E3BB-48DD-A569-A082522A1A48}">
      <dgm:prSet/>
      <dgm:spPr/>
      <dgm:t>
        <a:bodyPr/>
        <a:lstStyle/>
        <a:p>
          <a:endParaRPr lang="en-US"/>
        </a:p>
      </dgm:t>
    </dgm:pt>
    <dgm:pt modelId="{1EEB9D4B-997B-4B8C-B03B-9B3AFCAFE420}">
      <dgm:prSet phldrT="[Text]"/>
      <dgm:spPr>
        <a:xfrm>
          <a:off x="4879054" y="122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3a</a:t>
          </a:r>
          <a:endParaRPr lang="en-US">
            <a:solidFill>
              <a:srgbClr val="FFFFFF"/>
            </a:solidFill>
            <a:latin typeface="Arial" panose="020B0604020202020204"/>
            <a:ea typeface="+mn-ea"/>
            <a:cs typeface="+mn-cs"/>
          </a:endParaRPr>
        </a:p>
      </dgm:t>
    </dgm:pt>
    <dgm:pt modelId="{E739ADDE-ED9F-4EC6-95CD-875580ABF58F}" type="parTrans" cxnId="{1F027ACE-4597-45C4-830C-8769765627EE}">
      <dgm:prSet/>
      <dgm:spPr>
        <a:xfrm rot="19457599">
          <a:off x="4200890" y="572291"/>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AB1170BA-B882-46EF-99DA-68D7F277EB69}" type="sibTrans" cxnId="{1F027ACE-4597-45C4-830C-8769765627EE}">
      <dgm:prSet/>
      <dgm:spPr/>
      <dgm:t>
        <a:bodyPr/>
        <a:lstStyle/>
        <a:p>
          <a:endParaRPr lang="en-US"/>
        </a:p>
      </dgm:t>
    </dgm:pt>
    <dgm:pt modelId="{A2164B50-584E-4D71-B253-1A966406C188}">
      <dgm:prSet phldrT="[Text]"/>
      <dgm:spPr>
        <a:xfrm>
          <a:off x="4879054" y="874950"/>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3b</a:t>
          </a:r>
          <a:endParaRPr lang="en-US">
            <a:solidFill>
              <a:srgbClr val="FFFFFF"/>
            </a:solidFill>
            <a:latin typeface="Arial" panose="020B0604020202020204"/>
            <a:ea typeface="+mn-ea"/>
            <a:cs typeface="+mn-cs"/>
          </a:endParaRPr>
        </a:p>
      </dgm:t>
    </dgm:pt>
    <dgm:pt modelId="{CA01B507-26CE-452A-B179-6434392395AD}" type="parTrans" cxnId="{E77A77CE-C07F-4E27-ABC0-FFB72B7532A0}">
      <dgm:prSet/>
      <dgm:spPr>
        <a:xfrm rot="2142401">
          <a:off x="4200890" y="1009153"/>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30B4632B-F6F6-4559-B0AC-4656527A8138}" type="sibTrans" cxnId="{E77A77CE-C07F-4E27-ABC0-FFB72B7532A0}">
      <dgm:prSet/>
      <dgm:spPr/>
      <dgm:t>
        <a:bodyPr/>
        <a:lstStyle/>
        <a:p>
          <a:endParaRPr lang="en-US"/>
        </a:p>
      </dgm:t>
    </dgm:pt>
    <dgm:pt modelId="{8BE25AD1-4C52-4D5B-BEFE-D3D16B68DE39}">
      <dgm:prSet phldrT="[Text]"/>
      <dgm:spPr>
        <a:xfrm>
          <a:off x="2751723" y="1748675"/>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2b</a:t>
          </a:r>
          <a:endParaRPr lang="en-US">
            <a:solidFill>
              <a:srgbClr val="FFFFFF"/>
            </a:solidFill>
            <a:latin typeface="Arial" panose="020B0604020202020204"/>
            <a:ea typeface="+mn-ea"/>
            <a:cs typeface="+mn-cs"/>
          </a:endParaRPr>
        </a:p>
      </dgm:t>
    </dgm:pt>
    <dgm:pt modelId="{D93533C9-DAA5-45AF-B2D7-43490C17B2B5}" type="parTrans" cxnId="{2452AF27-8CDD-41BB-8CC6-DBB2FFE77972}">
      <dgm:prSet/>
      <dgm:spPr>
        <a:xfrm rot="2829178">
          <a:off x="2000929" y="1773663"/>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B931D354-DDC7-43F0-A1D0-C32480F69F40}" type="sibTrans" cxnId="{2452AF27-8CDD-41BB-8CC6-DBB2FFE77972}">
      <dgm:prSet/>
      <dgm:spPr/>
      <dgm:t>
        <a:bodyPr/>
        <a:lstStyle/>
        <a:p>
          <a:endParaRPr lang="en-US"/>
        </a:p>
      </dgm:t>
    </dgm:pt>
    <dgm:pt modelId="{BA3F66A6-EDD6-425B-B62A-6724D73C3B60}">
      <dgm:prSet phldrT="[Text]"/>
      <dgm:spPr>
        <a:xfrm>
          <a:off x="4879054" y="174867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3c</a:t>
          </a:r>
          <a:endParaRPr lang="en-US">
            <a:solidFill>
              <a:srgbClr val="FFFFFF"/>
            </a:solidFill>
            <a:latin typeface="Arial" panose="020B0604020202020204"/>
            <a:ea typeface="+mn-ea"/>
            <a:cs typeface="+mn-cs"/>
          </a:endParaRPr>
        </a:p>
      </dgm:t>
    </dgm:pt>
    <dgm:pt modelId="{FB41B0FA-B140-4C45-A231-B18C683C1685}" type="parTrans" cxnId="{0E7DA31E-FFC0-486C-9BB2-051A055CDD4D}">
      <dgm:prSet/>
      <dgm:spPr>
        <a:xfrm>
          <a:off x="4271245" y="2101310"/>
          <a:ext cx="607808"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774880D6-5BA4-4DA8-9DD7-58FA4178F798}" type="sibTrans" cxnId="{0E7DA31E-FFC0-486C-9BB2-051A055CDD4D}">
      <dgm:prSet/>
      <dgm:spPr/>
      <dgm:t>
        <a:bodyPr/>
        <a:lstStyle/>
        <a:p>
          <a:endParaRPr lang="en-US"/>
        </a:p>
      </dgm:t>
    </dgm:pt>
    <dgm:pt modelId="{8520D46D-5843-47DB-9215-7B3FD57C1BD1}" type="pres">
      <dgm:prSet presAssocID="{27384EA6-F43F-4C54-B2C9-BD9354DEAF7C}" presName="diagram" presStyleCnt="0">
        <dgm:presLayoutVars>
          <dgm:chPref val="1"/>
          <dgm:dir/>
          <dgm:animOne val="branch"/>
          <dgm:animLvl val="lvl"/>
          <dgm:resizeHandles val="exact"/>
        </dgm:presLayoutVars>
      </dgm:prSet>
      <dgm:spPr/>
    </dgm:pt>
    <dgm:pt modelId="{895D790B-68E1-40BB-8266-2DB518B8D37E}" type="pres">
      <dgm:prSet presAssocID="{9041E011-8026-456C-9D8E-654856388623}" presName="root1" presStyleCnt="0"/>
      <dgm:spPr/>
    </dgm:pt>
    <dgm:pt modelId="{0AD011FB-809E-406C-A604-5AA5AF8D3A6D}" type="pres">
      <dgm:prSet presAssocID="{9041E011-8026-456C-9D8E-654856388623}" presName="LevelOneTextNode" presStyleLbl="node0" presStyleIdx="0" presStyleCnt="1">
        <dgm:presLayoutVars>
          <dgm:chPref val="3"/>
        </dgm:presLayoutVars>
      </dgm:prSet>
      <dgm:spPr/>
    </dgm:pt>
    <dgm:pt modelId="{78ACEFF5-46C6-48B4-A37D-35D622057A2A}" type="pres">
      <dgm:prSet presAssocID="{9041E011-8026-456C-9D8E-654856388623}" presName="level2hierChild" presStyleCnt="0"/>
      <dgm:spPr/>
    </dgm:pt>
    <dgm:pt modelId="{5431C98D-1386-485F-8346-06F9C8F1A547}" type="pres">
      <dgm:prSet presAssocID="{022B5C06-D24F-4CE5-B32F-11ACA7A5539E}" presName="conn2-1" presStyleLbl="parChTrans1D2" presStyleIdx="0" presStyleCnt="2"/>
      <dgm:spPr/>
    </dgm:pt>
    <dgm:pt modelId="{2E298C2E-C4B9-4445-BEB6-45406E85E498}" type="pres">
      <dgm:prSet presAssocID="{022B5C06-D24F-4CE5-B32F-11ACA7A5539E}" presName="connTx" presStyleLbl="parChTrans1D2" presStyleIdx="0" presStyleCnt="2"/>
      <dgm:spPr/>
    </dgm:pt>
    <dgm:pt modelId="{3A02491E-074E-4B06-8AF0-F78BD44FBD1F}" type="pres">
      <dgm:prSet presAssocID="{28E44978-4E21-4932-AC56-A3D6D90A18C5}" presName="root2" presStyleCnt="0"/>
      <dgm:spPr/>
    </dgm:pt>
    <dgm:pt modelId="{2A1700EC-8814-4497-A6BE-B46108CE9644}" type="pres">
      <dgm:prSet presAssocID="{28E44978-4E21-4932-AC56-A3D6D90A18C5}" presName="LevelTwoTextNode" presStyleLbl="node2" presStyleIdx="0" presStyleCnt="2">
        <dgm:presLayoutVars>
          <dgm:chPref val="3"/>
        </dgm:presLayoutVars>
      </dgm:prSet>
      <dgm:spPr/>
    </dgm:pt>
    <dgm:pt modelId="{DDE520D7-4C99-4A8F-8D74-745D9A9DA183}" type="pres">
      <dgm:prSet presAssocID="{28E44978-4E21-4932-AC56-A3D6D90A18C5}" presName="level3hierChild" presStyleCnt="0"/>
      <dgm:spPr/>
    </dgm:pt>
    <dgm:pt modelId="{F8B5549C-970D-426B-AA9B-FE9A08BDBEFD}" type="pres">
      <dgm:prSet presAssocID="{E739ADDE-ED9F-4EC6-95CD-875580ABF58F}" presName="conn2-1" presStyleLbl="parChTrans1D3" presStyleIdx="0" presStyleCnt="3"/>
      <dgm:spPr/>
    </dgm:pt>
    <dgm:pt modelId="{52F71178-409E-4E21-91F8-30B854CD52C9}" type="pres">
      <dgm:prSet presAssocID="{E739ADDE-ED9F-4EC6-95CD-875580ABF58F}" presName="connTx" presStyleLbl="parChTrans1D3" presStyleIdx="0" presStyleCnt="3"/>
      <dgm:spPr/>
    </dgm:pt>
    <dgm:pt modelId="{0E0D9D33-7914-4162-B90A-A26A7F149B65}" type="pres">
      <dgm:prSet presAssocID="{1EEB9D4B-997B-4B8C-B03B-9B3AFCAFE420}" presName="root2" presStyleCnt="0"/>
      <dgm:spPr/>
    </dgm:pt>
    <dgm:pt modelId="{D6E096BF-382C-4C9F-9CDE-C84DB402A9DE}" type="pres">
      <dgm:prSet presAssocID="{1EEB9D4B-997B-4B8C-B03B-9B3AFCAFE420}" presName="LevelTwoTextNode" presStyleLbl="node3" presStyleIdx="0" presStyleCnt="3">
        <dgm:presLayoutVars>
          <dgm:chPref val="3"/>
        </dgm:presLayoutVars>
      </dgm:prSet>
      <dgm:spPr/>
    </dgm:pt>
    <dgm:pt modelId="{584A6EBA-E7E9-43DC-997A-84BE7C9E3104}" type="pres">
      <dgm:prSet presAssocID="{1EEB9D4B-997B-4B8C-B03B-9B3AFCAFE420}" presName="level3hierChild" presStyleCnt="0"/>
      <dgm:spPr/>
    </dgm:pt>
    <dgm:pt modelId="{12C10E6A-54CC-47F4-8CD2-BA2CE3F8778B}" type="pres">
      <dgm:prSet presAssocID="{CA01B507-26CE-452A-B179-6434392395AD}" presName="conn2-1" presStyleLbl="parChTrans1D3" presStyleIdx="1" presStyleCnt="3"/>
      <dgm:spPr/>
    </dgm:pt>
    <dgm:pt modelId="{146A09F4-1ADD-4F09-A006-1858EC42E4FA}" type="pres">
      <dgm:prSet presAssocID="{CA01B507-26CE-452A-B179-6434392395AD}" presName="connTx" presStyleLbl="parChTrans1D3" presStyleIdx="1" presStyleCnt="3"/>
      <dgm:spPr/>
    </dgm:pt>
    <dgm:pt modelId="{8B9EB9D5-B7F6-46B5-8481-B3C0E1D77A1F}" type="pres">
      <dgm:prSet presAssocID="{A2164B50-584E-4D71-B253-1A966406C188}" presName="root2" presStyleCnt="0"/>
      <dgm:spPr/>
    </dgm:pt>
    <dgm:pt modelId="{EB7F37DD-BA48-4B61-84A8-2844F0C3498F}" type="pres">
      <dgm:prSet presAssocID="{A2164B50-584E-4D71-B253-1A966406C188}" presName="LevelTwoTextNode" presStyleLbl="node3" presStyleIdx="1" presStyleCnt="3">
        <dgm:presLayoutVars>
          <dgm:chPref val="3"/>
        </dgm:presLayoutVars>
      </dgm:prSet>
      <dgm:spPr/>
    </dgm:pt>
    <dgm:pt modelId="{E2B8F9DA-9605-4A90-8AAC-D4C327083C0F}" type="pres">
      <dgm:prSet presAssocID="{A2164B50-584E-4D71-B253-1A966406C188}" presName="level3hierChild" presStyleCnt="0"/>
      <dgm:spPr/>
    </dgm:pt>
    <dgm:pt modelId="{46B69030-7750-4B56-AB4F-A904C09FC731}" type="pres">
      <dgm:prSet presAssocID="{D93533C9-DAA5-45AF-B2D7-43490C17B2B5}" presName="conn2-1" presStyleLbl="parChTrans1D2" presStyleIdx="1" presStyleCnt="2"/>
      <dgm:spPr/>
    </dgm:pt>
    <dgm:pt modelId="{569AC04F-00AC-41DD-A7C0-92505424307D}" type="pres">
      <dgm:prSet presAssocID="{D93533C9-DAA5-45AF-B2D7-43490C17B2B5}" presName="connTx" presStyleLbl="parChTrans1D2" presStyleIdx="1" presStyleCnt="2"/>
      <dgm:spPr/>
    </dgm:pt>
    <dgm:pt modelId="{A2C7033C-FAE0-4513-B193-91C471F37BA4}" type="pres">
      <dgm:prSet presAssocID="{8BE25AD1-4C52-4D5B-BEFE-D3D16B68DE39}" presName="root2" presStyleCnt="0"/>
      <dgm:spPr/>
    </dgm:pt>
    <dgm:pt modelId="{A7E74769-6881-4BCF-8B52-BD71042D6E20}" type="pres">
      <dgm:prSet presAssocID="{8BE25AD1-4C52-4D5B-BEFE-D3D16B68DE39}" presName="LevelTwoTextNode" presStyleLbl="node2" presStyleIdx="1" presStyleCnt="2">
        <dgm:presLayoutVars>
          <dgm:chPref val="3"/>
        </dgm:presLayoutVars>
      </dgm:prSet>
      <dgm:spPr/>
    </dgm:pt>
    <dgm:pt modelId="{AE1E025E-6D77-4E8A-8D97-78233459AEE3}" type="pres">
      <dgm:prSet presAssocID="{8BE25AD1-4C52-4D5B-BEFE-D3D16B68DE39}" presName="level3hierChild" presStyleCnt="0"/>
      <dgm:spPr/>
    </dgm:pt>
    <dgm:pt modelId="{EF2EF2F2-2E45-4715-8E91-9AB00A72C464}" type="pres">
      <dgm:prSet presAssocID="{FB41B0FA-B140-4C45-A231-B18C683C1685}" presName="conn2-1" presStyleLbl="parChTrans1D3" presStyleIdx="2" presStyleCnt="3"/>
      <dgm:spPr/>
    </dgm:pt>
    <dgm:pt modelId="{F088E5FC-E60E-4D79-912E-FB1D4A9CFEE8}" type="pres">
      <dgm:prSet presAssocID="{FB41B0FA-B140-4C45-A231-B18C683C1685}" presName="connTx" presStyleLbl="parChTrans1D3" presStyleIdx="2" presStyleCnt="3"/>
      <dgm:spPr/>
    </dgm:pt>
    <dgm:pt modelId="{98200AB3-D895-4EC5-8107-A12C000CF908}" type="pres">
      <dgm:prSet presAssocID="{BA3F66A6-EDD6-425B-B62A-6724D73C3B60}" presName="root2" presStyleCnt="0"/>
      <dgm:spPr/>
    </dgm:pt>
    <dgm:pt modelId="{ED36CC4C-B3FB-4C2F-A2F5-DA1A0FAA722E}" type="pres">
      <dgm:prSet presAssocID="{BA3F66A6-EDD6-425B-B62A-6724D73C3B60}" presName="LevelTwoTextNode" presStyleLbl="node3" presStyleIdx="2" presStyleCnt="3">
        <dgm:presLayoutVars>
          <dgm:chPref val="3"/>
        </dgm:presLayoutVars>
      </dgm:prSet>
      <dgm:spPr/>
    </dgm:pt>
    <dgm:pt modelId="{5C25ABE8-5988-42A7-9798-C72851AEA4EE}" type="pres">
      <dgm:prSet presAssocID="{BA3F66A6-EDD6-425B-B62A-6724D73C3B60}" presName="level3hierChild" presStyleCnt="0"/>
      <dgm:spPr/>
    </dgm:pt>
  </dgm:ptLst>
  <dgm:cxnLst>
    <dgm:cxn modelId="{40815009-FCA7-4739-8F95-F6282C9F7F17}" type="presOf" srcId="{E739ADDE-ED9F-4EC6-95CD-875580ABF58F}" destId="{52F71178-409E-4E21-91F8-30B854CD52C9}" srcOrd="1" destOrd="0" presId="urn:microsoft.com/office/officeart/2005/8/layout/hierarchy2"/>
    <dgm:cxn modelId="{F6838610-F8EF-4996-B8A2-7BD28251D4C3}" type="presOf" srcId="{FB41B0FA-B140-4C45-A231-B18C683C1685}" destId="{EF2EF2F2-2E45-4715-8E91-9AB00A72C464}" srcOrd="0" destOrd="0" presId="urn:microsoft.com/office/officeart/2005/8/layout/hierarchy2"/>
    <dgm:cxn modelId="{0E7DA31E-FFC0-486C-9BB2-051A055CDD4D}" srcId="{8BE25AD1-4C52-4D5B-BEFE-D3D16B68DE39}" destId="{BA3F66A6-EDD6-425B-B62A-6724D73C3B60}" srcOrd="0" destOrd="0" parTransId="{FB41B0FA-B140-4C45-A231-B18C683C1685}" sibTransId="{774880D6-5BA4-4DA8-9DD7-58FA4178F798}"/>
    <dgm:cxn modelId="{2452AF27-8CDD-41BB-8CC6-DBB2FFE77972}" srcId="{9041E011-8026-456C-9D8E-654856388623}" destId="{8BE25AD1-4C52-4D5B-BEFE-D3D16B68DE39}" srcOrd="1" destOrd="0" parTransId="{D93533C9-DAA5-45AF-B2D7-43490C17B2B5}" sibTransId="{B931D354-DDC7-43F0-A1D0-C32480F69F40}"/>
    <dgm:cxn modelId="{C83D9A5D-15FB-4B0E-9A90-47310029077E}" type="presOf" srcId="{FB41B0FA-B140-4C45-A231-B18C683C1685}" destId="{F088E5FC-E60E-4D79-912E-FB1D4A9CFEE8}" srcOrd="1" destOrd="0" presId="urn:microsoft.com/office/officeart/2005/8/layout/hierarchy2"/>
    <dgm:cxn modelId="{C7F3EB60-E3BB-48DD-A569-A082522A1A48}" srcId="{9041E011-8026-456C-9D8E-654856388623}" destId="{28E44978-4E21-4932-AC56-A3D6D90A18C5}" srcOrd="0" destOrd="0" parTransId="{022B5C06-D24F-4CE5-B32F-11ACA7A5539E}" sibTransId="{6DC2BC59-E923-41E7-B58D-4F1EE87C7317}"/>
    <dgm:cxn modelId="{26FF1B62-AA85-44AC-9F82-310E04AB32EC}" type="presOf" srcId="{CA01B507-26CE-452A-B179-6434392395AD}" destId="{12C10E6A-54CC-47F4-8CD2-BA2CE3F8778B}" srcOrd="0" destOrd="0" presId="urn:microsoft.com/office/officeart/2005/8/layout/hierarchy2"/>
    <dgm:cxn modelId="{FAC2B864-F3AD-41E4-A51D-355BDA81A188}" type="presOf" srcId="{A2164B50-584E-4D71-B253-1A966406C188}" destId="{EB7F37DD-BA48-4B61-84A8-2844F0C3498F}" srcOrd="0" destOrd="0" presId="urn:microsoft.com/office/officeart/2005/8/layout/hierarchy2"/>
    <dgm:cxn modelId="{B2CB4A68-06A8-4509-A06E-E2F12B8B0856}" type="presOf" srcId="{BA3F66A6-EDD6-425B-B62A-6724D73C3B60}" destId="{ED36CC4C-B3FB-4C2F-A2F5-DA1A0FAA722E}" srcOrd="0" destOrd="0" presId="urn:microsoft.com/office/officeart/2005/8/layout/hierarchy2"/>
    <dgm:cxn modelId="{C156454F-823E-4EFB-97B5-0A68A1A01284}" type="presOf" srcId="{1EEB9D4B-997B-4B8C-B03B-9B3AFCAFE420}" destId="{D6E096BF-382C-4C9F-9CDE-C84DB402A9DE}" srcOrd="0" destOrd="0" presId="urn:microsoft.com/office/officeart/2005/8/layout/hierarchy2"/>
    <dgm:cxn modelId="{12C8E67A-0EE6-4968-A9E1-3F1EF53E650A}" type="presOf" srcId="{28E44978-4E21-4932-AC56-A3D6D90A18C5}" destId="{2A1700EC-8814-4497-A6BE-B46108CE9644}" srcOrd="0" destOrd="0" presId="urn:microsoft.com/office/officeart/2005/8/layout/hierarchy2"/>
    <dgm:cxn modelId="{07D77E7D-8C51-443A-8D25-D81FE8DFE71C}" srcId="{27384EA6-F43F-4C54-B2C9-BD9354DEAF7C}" destId="{9041E011-8026-456C-9D8E-654856388623}" srcOrd="0" destOrd="0" parTransId="{66AC2773-0FCC-411B-B838-9E656761D5AF}" sibTransId="{8AA667FE-DCAD-4140-A2E3-257D1F59D3FA}"/>
    <dgm:cxn modelId="{D4DA3E85-3F9D-4ACE-BCB2-4BAD263D57EB}" type="presOf" srcId="{8BE25AD1-4C52-4D5B-BEFE-D3D16B68DE39}" destId="{A7E74769-6881-4BCF-8B52-BD71042D6E20}" srcOrd="0" destOrd="0" presId="urn:microsoft.com/office/officeart/2005/8/layout/hierarchy2"/>
    <dgm:cxn modelId="{2B58559F-1ECE-4407-98D0-ED3D299434F9}" type="presOf" srcId="{E739ADDE-ED9F-4EC6-95CD-875580ABF58F}" destId="{F8B5549C-970D-426B-AA9B-FE9A08BDBEFD}" srcOrd="0" destOrd="0" presId="urn:microsoft.com/office/officeart/2005/8/layout/hierarchy2"/>
    <dgm:cxn modelId="{945E92AA-04AA-4733-A7DC-C53A30CFE70E}" type="presOf" srcId="{CA01B507-26CE-452A-B179-6434392395AD}" destId="{146A09F4-1ADD-4F09-A006-1858EC42E4FA}" srcOrd="1" destOrd="0" presId="urn:microsoft.com/office/officeart/2005/8/layout/hierarchy2"/>
    <dgm:cxn modelId="{6AE7ACAC-AAC0-445F-BCC4-9245B232D481}" type="presOf" srcId="{022B5C06-D24F-4CE5-B32F-11ACA7A5539E}" destId="{5431C98D-1386-485F-8346-06F9C8F1A547}" srcOrd="0" destOrd="0" presId="urn:microsoft.com/office/officeart/2005/8/layout/hierarchy2"/>
    <dgm:cxn modelId="{0672A0AE-7A87-40BB-AC1C-3833FD1504A9}" type="presOf" srcId="{D93533C9-DAA5-45AF-B2D7-43490C17B2B5}" destId="{569AC04F-00AC-41DD-A7C0-92505424307D}" srcOrd="1" destOrd="0" presId="urn:microsoft.com/office/officeart/2005/8/layout/hierarchy2"/>
    <dgm:cxn modelId="{E77A77CE-C07F-4E27-ABC0-FFB72B7532A0}" srcId="{28E44978-4E21-4932-AC56-A3D6D90A18C5}" destId="{A2164B50-584E-4D71-B253-1A966406C188}" srcOrd="1" destOrd="0" parTransId="{CA01B507-26CE-452A-B179-6434392395AD}" sibTransId="{30B4632B-F6F6-4559-B0AC-4656527A8138}"/>
    <dgm:cxn modelId="{1F027ACE-4597-45C4-830C-8769765627EE}" srcId="{28E44978-4E21-4932-AC56-A3D6D90A18C5}" destId="{1EEB9D4B-997B-4B8C-B03B-9B3AFCAFE420}" srcOrd="0" destOrd="0" parTransId="{E739ADDE-ED9F-4EC6-95CD-875580ABF58F}" sibTransId="{AB1170BA-B882-46EF-99DA-68D7F277EB69}"/>
    <dgm:cxn modelId="{64F6BAD6-5C12-4494-A584-FB63DADB533C}" type="presOf" srcId="{022B5C06-D24F-4CE5-B32F-11ACA7A5539E}" destId="{2E298C2E-C4B9-4445-BEB6-45406E85E498}" srcOrd="1" destOrd="0" presId="urn:microsoft.com/office/officeart/2005/8/layout/hierarchy2"/>
    <dgm:cxn modelId="{3A29E5EB-9CB1-4BAB-B1FA-7BB0646AACC9}" type="presOf" srcId="{D93533C9-DAA5-45AF-B2D7-43490C17B2B5}" destId="{46B69030-7750-4B56-AB4F-A904C09FC731}" srcOrd="0" destOrd="0" presId="urn:microsoft.com/office/officeart/2005/8/layout/hierarchy2"/>
    <dgm:cxn modelId="{F5B263F8-81F2-4958-ACB7-469E9BC1E433}" type="presOf" srcId="{27384EA6-F43F-4C54-B2C9-BD9354DEAF7C}" destId="{8520D46D-5843-47DB-9215-7B3FD57C1BD1}" srcOrd="0" destOrd="0" presId="urn:microsoft.com/office/officeart/2005/8/layout/hierarchy2"/>
    <dgm:cxn modelId="{395587FA-4BA9-4680-B66D-75E87EC2D238}" type="presOf" srcId="{9041E011-8026-456C-9D8E-654856388623}" destId="{0AD011FB-809E-406C-A604-5AA5AF8D3A6D}" srcOrd="0" destOrd="0" presId="urn:microsoft.com/office/officeart/2005/8/layout/hierarchy2"/>
    <dgm:cxn modelId="{AD2AD084-A011-459D-9457-6D2D5B5DD082}" type="presParOf" srcId="{8520D46D-5843-47DB-9215-7B3FD57C1BD1}" destId="{895D790B-68E1-40BB-8266-2DB518B8D37E}" srcOrd="0" destOrd="0" presId="urn:microsoft.com/office/officeart/2005/8/layout/hierarchy2"/>
    <dgm:cxn modelId="{FEC8DAF8-6647-45B0-8C8B-2AB7DEC0C704}" type="presParOf" srcId="{895D790B-68E1-40BB-8266-2DB518B8D37E}" destId="{0AD011FB-809E-406C-A604-5AA5AF8D3A6D}" srcOrd="0" destOrd="0" presId="urn:microsoft.com/office/officeart/2005/8/layout/hierarchy2"/>
    <dgm:cxn modelId="{0C07324C-2113-4183-BA69-13EAF11A5AF3}" type="presParOf" srcId="{895D790B-68E1-40BB-8266-2DB518B8D37E}" destId="{78ACEFF5-46C6-48B4-A37D-35D622057A2A}" srcOrd="1" destOrd="0" presId="urn:microsoft.com/office/officeart/2005/8/layout/hierarchy2"/>
    <dgm:cxn modelId="{45B33D89-279F-467D-8390-CA53AF2DFEEC}" type="presParOf" srcId="{78ACEFF5-46C6-48B4-A37D-35D622057A2A}" destId="{5431C98D-1386-485F-8346-06F9C8F1A547}" srcOrd="0" destOrd="0" presId="urn:microsoft.com/office/officeart/2005/8/layout/hierarchy2"/>
    <dgm:cxn modelId="{DEF659F8-CEBF-48F0-BAB9-F50A1A230601}" type="presParOf" srcId="{5431C98D-1386-485F-8346-06F9C8F1A547}" destId="{2E298C2E-C4B9-4445-BEB6-45406E85E498}" srcOrd="0" destOrd="0" presId="urn:microsoft.com/office/officeart/2005/8/layout/hierarchy2"/>
    <dgm:cxn modelId="{5C3D85DB-B4C5-4F2D-A2C9-7D20844FA2EA}" type="presParOf" srcId="{78ACEFF5-46C6-48B4-A37D-35D622057A2A}" destId="{3A02491E-074E-4B06-8AF0-F78BD44FBD1F}" srcOrd="1" destOrd="0" presId="urn:microsoft.com/office/officeart/2005/8/layout/hierarchy2"/>
    <dgm:cxn modelId="{CF2B2032-DB3A-48BB-8E51-A405B930D9CF}" type="presParOf" srcId="{3A02491E-074E-4B06-8AF0-F78BD44FBD1F}" destId="{2A1700EC-8814-4497-A6BE-B46108CE9644}" srcOrd="0" destOrd="0" presId="urn:microsoft.com/office/officeart/2005/8/layout/hierarchy2"/>
    <dgm:cxn modelId="{C1997E0A-4CB0-41C3-9610-15CA5DDE9814}" type="presParOf" srcId="{3A02491E-074E-4B06-8AF0-F78BD44FBD1F}" destId="{DDE520D7-4C99-4A8F-8D74-745D9A9DA183}" srcOrd="1" destOrd="0" presId="urn:microsoft.com/office/officeart/2005/8/layout/hierarchy2"/>
    <dgm:cxn modelId="{B20C90BC-879E-40C9-9366-45848F8E0F39}" type="presParOf" srcId="{DDE520D7-4C99-4A8F-8D74-745D9A9DA183}" destId="{F8B5549C-970D-426B-AA9B-FE9A08BDBEFD}" srcOrd="0" destOrd="0" presId="urn:microsoft.com/office/officeart/2005/8/layout/hierarchy2"/>
    <dgm:cxn modelId="{1682FD52-FA5F-4856-9EBB-679796A00749}" type="presParOf" srcId="{F8B5549C-970D-426B-AA9B-FE9A08BDBEFD}" destId="{52F71178-409E-4E21-91F8-30B854CD52C9}" srcOrd="0" destOrd="0" presId="urn:microsoft.com/office/officeart/2005/8/layout/hierarchy2"/>
    <dgm:cxn modelId="{7D8FC0C1-4885-4BF9-A2F9-CA66274FFD99}" type="presParOf" srcId="{DDE520D7-4C99-4A8F-8D74-745D9A9DA183}" destId="{0E0D9D33-7914-4162-B90A-A26A7F149B65}" srcOrd="1" destOrd="0" presId="urn:microsoft.com/office/officeart/2005/8/layout/hierarchy2"/>
    <dgm:cxn modelId="{B288E09B-17BB-4ADA-BA85-F2C8E31D7EB5}" type="presParOf" srcId="{0E0D9D33-7914-4162-B90A-A26A7F149B65}" destId="{D6E096BF-382C-4C9F-9CDE-C84DB402A9DE}" srcOrd="0" destOrd="0" presId="urn:microsoft.com/office/officeart/2005/8/layout/hierarchy2"/>
    <dgm:cxn modelId="{E41E4D22-8B8D-4F60-A13E-E12DC9C0D8A9}" type="presParOf" srcId="{0E0D9D33-7914-4162-B90A-A26A7F149B65}" destId="{584A6EBA-E7E9-43DC-997A-84BE7C9E3104}" srcOrd="1" destOrd="0" presId="urn:microsoft.com/office/officeart/2005/8/layout/hierarchy2"/>
    <dgm:cxn modelId="{2F3082BD-CF41-45FA-B543-CE1BBB6CCE33}" type="presParOf" srcId="{DDE520D7-4C99-4A8F-8D74-745D9A9DA183}" destId="{12C10E6A-54CC-47F4-8CD2-BA2CE3F8778B}" srcOrd="2" destOrd="0" presId="urn:microsoft.com/office/officeart/2005/8/layout/hierarchy2"/>
    <dgm:cxn modelId="{FAD386EE-9C66-4DF7-9CD9-71F9C963A991}" type="presParOf" srcId="{12C10E6A-54CC-47F4-8CD2-BA2CE3F8778B}" destId="{146A09F4-1ADD-4F09-A006-1858EC42E4FA}" srcOrd="0" destOrd="0" presId="urn:microsoft.com/office/officeart/2005/8/layout/hierarchy2"/>
    <dgm:cxn modelId="{0F697662-90A9-47A4-85D9-886C1CDE3A3C}" type="presParOf" srcId="{DDE520D7-4C99-4A8F-8D74-745D9A9DA183}" destId="{8B9EB9D5-B7F6-46B5-8481-B3C0E1D77A1F}" srcOrd="3" destOrd="0" presId="urn:microsoft.com/office/officeart/2005/8/layout/hierarchy2"/>
    <dgm:cxn modelId="{BCAD11A6-7FA8-4A53-98A5-4B8FFF868133}" type="presParOf" srcId="{8B9EB9D5-B7F6-46B5-8481-B3C0E1D77A1F}" destId="{EB7F37DD-BA48-4B61-84A8-2844F0C3498F}" srcOrd="0" destOrd="0" presId="urn:microsoft.com/office/officeart/2005/8/layout/hierarchy2"/>
    <dgm:cxn modelId="{DEC5F692-CBF3-43F9-88A6-24F9C476C29E}" type="presParOf" srcId="{8B9EB9D5-B7F6-46B5-8481-B3C0E1D77A1F}" destId="{E2B8F9DA-9605-4A90-8AAC-D4C327083C0F}" srcOrd="1" destOrd="0" presId="urn:microsoft.com/office/officeart/2005/8/layout/hierarchy2"/>
    <dgm:cxn modelId="{AF4BE7FA-C174-4CBC-A292-B1F9663558F4}" type="presParOf" srcId="{78ACEFF5-46C6-48B4-A37D-35D622057A2A}" destId="{46B69030-7750-4B56-AB4F-A904C09FC731}" srcOrd="2" destOrd="0" presId="urn:microsoft.com/office/officeart/2005/8/layout/hierarchy2"/>
    <dgm:cxn modelId="{D69C0365-25DE-41FB-B6AF-CFB8A9D12936}" type="presParOf" srcId="{46B69030-7750-4B56-AB4F-A904C09FC731}" destId="{569AC04F-00AC-41DD-A7C0-92505424307D}" srcOrd="0" destOrd="0" presId="urn:microsoft.com/office/officeart/2005/8/layout/hierarchy2"/>
    <dgm:cxn modelId="{9D399269-FFD3-4852-92D3-6CB3F45BAB51}" type="presParOf" srcId="{78ACEFF5-46C6-48B4-A37D-35D622057A2A}" destId="{A2C7033C-FAE0-4513-B193-91C471F37BA4}" srcOrd="3" destOrd="0" presId="urn:microsoft.com/office/officeart/2005/8/layout/hierarchy2"/>
    <dgm:cxn modelId="{D2515620-C5C3-47C5-8E2A-36579F86BFD0}" type="presParOf" srcId="{A2C7033C-FAE0-4513-B193-91C471F37BA4}" destId="{A7E74769-6881-4BCF-8B52-BD71042D6E20}" srcOrd="0" destOrd="0" presId="urn:microsoft.com/office/officeart/2005/8/layout/hierarchy2"/>
    <dgm:cxn modelId="{AE78B9A8-0A52-492C-A178-6A8A6EBADF94}" type="presParOf" srcId="{A2C7033C-FAE0-4513-B193-91C471F37BA4}" destId="{AE1E025E-6D77-4E8A-8D97-78233459AEE3}" srcOrd="1" destOrd="0" presId="urn:microsoft.com/office/officeart/2005/8/layout/hierarchy2"/>
    <dgm:cxn modelId="{2ABC8170-DFF6-4BDD-AE1C-FFC907D87173}" type="presParOf" srcId="{AE1E025E-6D77-4E8A-8D97-78233459AEE3}" destId="{EF2EF2F2-2E45-4715-8E91-9AB00A72C464}" srcOrd="0" destOrd="0" presId="urn:microsoft.com/office/officeart/2005/8/layout/hierarchy2"/>
    <dgm:cxn modelId="{EDBCC15C-7338-474C-95B8-9D64E1D726F8}" type="presParOf" srcId="{EF2EF2F2-2E45-4715-8E91-9AB00A72C464}" destId="{F088E5FC-E60E-4D79-912E-FB1D4A9CFEE8}" srcOrd="0" destOrd="0" presId="urn:microsoft.com/office/officeart/2005/8/layout/hierarchy2"/>
    <dgm:cxn modelId="{0DEA4497-9A52-4064-B5EE-3806A8C8807E}" type="presParOf" srcId="{AE1E025E-6D77-4E8A-8D97-78233459AEE3}" destId="{98200AB3-D895-4EC5-8107-A12C000CF908}" srcOrd="1" destOrd="0" presId="urn:microsoft.com/office/officeart/2005/8/layout/hierarchy2"/>
    <dgm:cxn modelId="{758870F9-2102-4C18-8808-26E0FECA7B87}" type="presParOf" srcId="{98200AB3-D895-4EC5-8107-A12C000CF908}" destId="{ED36CC4C-B3FB-4C2F-A2F5-DA1A0FAA722E}" srcOrd="0" destOrd="0" presId="urn:microsoft.com/office/officeart/2005/8/layout/hierarchy2"/>
    <dgm:cxn modelId="{4C761F11-CB0E-4675-A9DE-31242714E6B0}" type="presParOf" srcId="{98200AB3-D895-4EC5-8107-A12C000CF908}" destId="{5C25ABE8-5988-42A7-9798-C72851AEA4E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84EA6-F43F-4C54-B2C9-BD9354DEAF7C}" type="doc">
      <dgm:prSet loTypeId="urn:microsoft.com/office/officeart/2005/8/layout/hierarchy2" loCatId="hierarchy" qsTypeId="urn:microsoft.com/office/officeart/2005/8/quickstyle/simple1" qsCatId="simple" csTypeId="urn:microsoft.com/office/officeart/2005/8/colors/accent6_5" csCatId="accent6" phldr="1"/>
      <dgm:spPr/>
      <dgm:t>
        <a:bodyPr/>
        <a:lstStyle/>
        <a:p>
          <a:endParaRPr lang="en-US"/>
        </a:p>
      </dgm:t>
    </dgm:pt>
    <dgm:pt modelId="{9041E011-8026-456C-9D8E-654856388623}">
      <dgm:prSet phldrT="[Text]"/>
      <dgm:spPr>
        <a:xfrm>
          <a:off x="624392" y="1093381"/>
          <a:ext cx="1519521" cy="759760"/>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1</a:t>
          </a:r>
          <a:endParaRPr lang="en-US">
            <a:solidFill>
              <a:srgbClr val="FFFFFF"/>
            </a:solidFill>
            <a:latin typeface="Arial" panose="020B0604020202020204"/>
            <a:ea typeface="+mn-ea"/>
            <a:cs typeface="+mn-cs"/>
          </a:endParaRPr>
        </a:p>
      </dgm:t>
    </dgm:pt>
    <dgm:pt modelId="{66AC2773-0FCC-411B-B838-9E656761D5AF}" type="parTrans" cxnId="{07D77E7D-8C51-443A-8D25-D81FE8DFE71C}">
      <dgm:prSet/>
      <dgm:spPr/>
      <dgm:t>
        <a:bodyPr/>
        <a:lstStyle/>
        <a:p>
          <a:endParaRPr lang="en-US"/>
        </a:p>
      </dgm:t>
    </dgm:pt>
    <dgm:pt modelId="{8AA667FE-DCAD-4140-A2E3-257D1F59D3FA}" type="sibTrans" cxnId="{07D77E7D-8C51-443A-8D25-D81FE8DFE71C}">
      <dgm:prSet/>
      <dgm:spPr/>
      <dgm:t>
        <a:bodyPr/>
        <a:lstStyle/>
        <a:p>
          <a:endParaRPr lang="en-US"/>
        </a:p>
      </dgm:t>
    </dgm:pt>
    <dgm:pt modelId="{28E44978-4E21-4932-AC56-A3D6D90A18C5}">
      <dgm:prSet phldrT="[Text]"/>
      <dgm:spPr>
        <a:xfrm>
          <a:off x="2751723" y="438087"/>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2a</a:t>
          </a:r>
          <a:endParaRPr lang="en-US">
            <a:solidFill>
              <a:srgbClr val="FFFFFF"/>
            </a:solidFill>
            <a:latin typeface="Arial" panose="020B0604020202020204"/>
            <a:ea typeface="+mn-ea"/>
            <a:cs typeface="+mn-cs"/>
          </a:endParaRPr>
        </a:p>
      </dgm:t>
    </dgm:pt>
    <dgm:pt modelId="{022B5C06-D24F-4CE5-B32F-11ACA7A5539E}" type="parTrans" cxnId="{C7F3EB60-E3BB-48DD-A569-A082522A1A48}">
      <dgm:prSet/>
      <dgm:spPr>
        <a:xfrm rot="18770822">
          <a:off x="2000929" y="1118369"/>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6DC2BC59-E923-41E7-B58D-4F1EE87C7317}" type="sibTrans" cxnId="{C7F3EB60-E3BB-48DD-A569-A082522A1A48}">
      <dgm:prSet/>
      <dgm:spPr/>
      <dgm:t>
        <a:bodyPr/>
        <a:lstStyle/>
        <a:p>
          <a:endParaRPr lang="en-US"/>
        </a:p>
      </dgm:t>
    </dgm:pt>
    <dgm:pt modelId="{1EEB9D4B-997B-4B8C-B03B-9B3AFCAFE420}">
      <dgm:prSet phldrT="[Text]"/>
      <dgm:spPr>
        <a:xfrm>
          <a:off x="4879054" y="122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3a</a:t>
          </a:r>
          <a:endParaRPr lang="en-US">
            <a:solidFill>
              <a:srgbClr val="FFFFFF"/>
            </a:solidFill>
            <a:latin typeface="Arial" panose="020B0604020202020204"/>
            <a:ea typeface="+mn-ea"/>
            <a:cs typeface="+mn-cs"/>
          </a:endParaRPr>
        </a:p>
      </dgm:t>
    </dgm:pt>
    <dgm:pt modelId="{E739ADDE-ED9F-4EC6-95CD-875580ABF58F}" type="parTrans" cxnId="{1F027ACE-4597-45C4-830C-8769765627EE}">
      <dgm:prSet/>
      <dgm:spPr>
        <a:xfrm rot="19457599">
          <a:off x="4200890" y="572291"/>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AB1170BA-B882-46EF-99DA-68D7F277EB69}" type="sibTrans" cxnId="{1F027ACE-4597-45C4-830C-8769765627EE}">
      <dgm:prSet/>
      <dgm:spPr/>
      <dgm:t>
        <a:bodyPr/>
        <a:lstStyle/>
        <a:p>
          <a:endParaRPr lang="en-US"/>
        </a:p>
      </dgm:t>
    </dgm:pt>
    <dgm:pt modelId="{A2164B50-584E-4D71-B253-1A966406C188}">
      <dgm:prSet phldrT="[Text]"/>
      <dgm:spPr>
        <a:xfrm>
          <a:off x="4879054" y="874950"/>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3b</a:t>
          </a:r>
          <a:endParaRPr lang="en-US">
            <a:solidFill>
              <a:srgbClr val="FFFFFF"/>
            </a:solidFill>
            <a:latin typeface="Arial" panose="020B0604020202020204"/>
            <a:ea typeface="+mn-ea"/>
            <a:cs typeface="+mn-cs"/>
          </a:endParaRPr>
        </a:p>
      </dgm:t>
    </dgm:pt>
    <dgm:pt modelId="{CA01B507-26CE-452A-B179-6434392395AD}" type="parTrans" cxnId="{E77A77CE-C07F-4E27-ABC0-FFB72B7532A0}">
      <dgm:prSet/>
      <dgm:spPr>
        <a:xfrm rot="2142401">
          <a:off x="4200890" y="1009153"/>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30B4632B-F6F6-4559-B0AC-4656527A8138}" type="sibTrans" cxnId="{E77A77CE-C07F-4E27-ABC0-FFB72B7532A0}">
      <dgm:prSet/>
      <dgm:spPr/>
      <dgm:t>
        <a:bodyPr/>
        <a:lstStyle/>
        <a:p>
          <a:endParaRPr lang="en-US"/>
        </a:p>
      </dgm:t>
    </dgm:pt>
    <dgm:pt modelId="{8BE25AD1-4C52-4D5B-BEFE-D3D16B68DE39}">
      <dgm:prSet phldrT="[Text]"/>
      <dgm:spPr>
        <a:xfrm>
          <a:off x="2751723" y="1748675"/>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2b</a:t>
          </a:r>
          <a:endParaRPr lang="en-US">
            <a:solidFill>
              <a:srgbClr val="FFFFFF"/>
            </a:solidFill>
            <a:latin typeface="Arial" panose="020B0604020202020204"/>
            <a:ea typeface="+mn-ea"/>
            <a:cs typeface="+mn-cs"/>
          </a:endParaRPr>
        </a:p>
      </dgm:t>
    </dgm:pt>
    <dgm:pt modelId="{D93533C9-DAA5-45AF-B2D7-43490C17B2B5}" type="parTrans" cxnId="{2452AF27-8CDD-41BB-8CC6-DBB2FFE77972}">
      <dgm:prSet/>
      <dgm:spPr>
        <a:xfrm rot="2829178">
          <a:off x="2000929" y="1773663"/>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B931D354-DDC7-43F0-A1D0-C32480F69F40}" type="sibTrans" cxnId="{2452AF27-8CDD-41BB-8CC6-DBB2FFE77972}">
      <dgm:prSet/>
      <dgm:spPr/>
      <dgm:t>
        <a:bodyPr/>
        <a:lstStyle/>
        <a:p>
          <a:endParaRPr lang="en-US"/>
        </a:p>
      </dgm:t>
    </dgm:pt>
    <dgm:pt modelId="{BA3F66A6-EDD6-425B-B62A-6724D73C3B60}">
      <dgm:prSet phldrT="[Text]"/>
      <dgm:spPr>
        <a:xfrm>
          <a:off x="4879054" y="174867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3c</a:t>
          </a:r>
          <a:endParaRPr lang="en-US">
            <a:solidFill>
              <a:srgbClr val="FFFFFF"/>
            </a:solidFill>
            <a:latin typeface="Arial" panose="020B0604020202020204"/>
            <a:ea typeface="+mn-ea"/>
            <a:cs typeface="+mn-cs"/>
          </a:endParaRPr>
        </a:p>
      </dgm:t>
    </dgm:pt>
    <dgm:pt modelId="{FB41B0FA-B140-4C45-A231-B18C683C1685}" type="parTrans" cxnId="{0E7DA31E-FFC0-486C-9BB2-051A055CDD4D}">
      <dgm:prSet/>
      <dgm:spPr>
        <a:xfrm>
          <a:off x="4271245" y="2101310"/>
          <a:ext cx="607808"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774880D6-5BA4-4DA8-9DD7-58FA4178F798}" type="sibTrans" cxnId="{0E7DA31E-FFC0-486C-9BB2-051A055CDD4D}">
      <dgm:prSet/>
      <dgm:spPr/>
      <dgm:t>
        <a:bodyPr/>
        <a:lstStyle/>
        <a:p>
          <a:endParaRPr lang="en-US"/>
        </a:p>
      </dgm:t>
    </dgm:pt>
    <dgm:pt modelId="{8520D46D-5843-47DB-9215-7B3FD57C1BD1}" type="pres">
      <dgm:prSet presAssocID="{27384EA6-F43F-4C54-B2C9-BD9354DEAF7C}" presName="diagram" presStyleCnt="0">
        <dgm:presLayoutVars>
          <dgm:chPref val="1"/>
          <dgm:dir/>
          <dgm:animOne val="branch"/>
          <dgm:animLvl val="lvl"/>
          <dgm:resizeHandles val="exact"/>
        </dgm:presLayoutVars>
      </dgm:prSet>
      <dgm:spPr/>
    </dgm:pt>
    <dgm:pt modelId="{895D790B-68E1-40BB-8266-2DB518B8D37E}" type="pres">
      <dgm:prSet presAssocID="{9041E011-8026-456C-9D8E-654856388623}" presName="root1" presStyleCnt="0"/>
      <dgm:spPr/>
    </dgm:pt>
    <dgm:pt modelId="{0AD011FB-809E-406C-A604-5AA5AF8D3A6D}" type="pres">
      <dgm:prSet presAssocID="{9041E011-8026-456C-9D8E-654856388623}" presName="LevelOneTextNode" presStyleLbl="node0" presStyleIdx="0" presStyleCnt="1">
        <dgm:presLayoutVars>
          <dgm:chPref val="3"/>
        </dgm:presLayoutVars>
      </dgm:prSet>
      <dgm:spPr/>
    </dgm:pt>
    <dgm:pt modelId="{78ACEFF5-46C6-48B4-A37D-35D622057A2A}" type="pres">
      <dgm:prSet presAssocID="{9041E011-8026-456C-9D8E-654856388623}" presName="level2hierChild" presStyleCnt="0"/>
      <dgm:spPr/>
    </dgm:pt>
    <dgm:pt modelId="{5431C98D-1386-485F-8346-06F9C8F1A547}" type="pres">
      <dgm:prSet presAssocID="{022B5C06-D24F-4CE5-B32F-11ACA7A5539E}" presName="conn2-1" presStyleLbl="parChTrans1D2" presStyleIdx="0" presStyleCnt="2"/>
      <dgm:spPr/>
    </dgm:pt>
    <dgm:pt modelId="{2E298C2E-C4B9-4445-BEB6-45406E85E498}" type="pres">
      <dgm:prSet presAssocID="{022B5C06-D24F-4CE5-B32F-11ACA7A5539E}" presName="connTx" presStyleLbl="parChTrans1D2" presStyleIdx="0" presStyleCnt="2"/>
      <dgm:spPr/>
    </dgm:pt>
    <dgm:pt modelId="{3A02491E-074E-4B06-8AF0-F78BD44FBD1F}" type="pres">
      <dgm:prSet presAssocID="{28E44978-4E21-4932-AC56-A3D6D90A18C5}" presName="root2" presStyleCnt="0"/>
      <dgm:spPr/>
    </dgm:pt>
    <dgm:pt modelId="{2A1700EC-8814-4497-A6BE-B46108CE9644}" type="pres">
      <dgm:prSet presAssocID="{28E44978-4E21-4932-AC56-A3D6D90A18C5}" presName="LevelTwoTextNode" presStyleLbl="node2" presStyleIdx="0" presStyleCnt="2">
        <dgm:presLayoutVars>
          <dgm:chPref val="3"/>
        </dgm:presLayoutVars>
      </dgm:prSet>
      <dgm:spPr/>
    </dgm:pt>
    <dgm:pt modelId="{DDE520D7-4C99-4A8F-8D74-745D9A9DA183}" type="pres">
      <dgm:prSet presAssocID="{28E44978-4E21-4932-AC56-A3D6D90A18C5}" presName="level3hierChild" presStyleCnt="0"/>
      <dgm:spPr/>
    </dgm:pt>
    <dgm:pt modelId="{F8B5549C-970D-426B-AA9B-FE9A08BDBEFD}" type="pres">
      <dgm:prSet presAssocID="{E739ADDE-ED9F-4EC6-95CD-875580ABF58F}" presName="conn2-1" presStyleLbl="parChTrans1D3" presStyleIdx="0" presStyleCnt="3"/>
      <dgm:spPr/>
    </dgm:pt>
    <dgm:pt modelId="{52F71178-409E-4E21-91F8-30B854CD52C9}" type="pres">
      <dgm:prSet presAssocID="{E739ADDE-ED9F-4EC6-95CD-875580ABF58F}" presName="connTx" presStyleLbl="parChTrans1D3" presStyleIdx="0" presStyleCnt="3"/>
      <dgm:spPr/>
    </dgm:pt>
    <dgm:pt modelId="{0E0D9D33-7914-4162-B90A-A26A7F149B65}" type="pres">
      <dgm:prSet presAssocID="{1EEB9D4B-997B-4B8C-B03B-9B3AFCAFE420}" presName="root2" presStyleCnt="0"/>
      <dgm:spPr/>
    </dgm:pt>
    <dgm:pt modelId="{D6E096BF-382C-4C9F-9CDE-C84DB402A9DE}" type="pres">
      <dgm:prSet presAssocID="{1EEB9D4B-997B-4B8C-B03B-9B3AFCAFE420}" presName="LevelTwoTextNode" presStyleLbl="node3" presStyleIdx="0" presStyleCnt="3">
        <dgm:presLayoutVars>
          <dgm:chPref val="3"/>
        </dgm:presLayoutVars>
      </dgm:prSet>
      <dgm:spPr/>
    </dgm:pt>
    <dgm:pt modelId="{584A6EBA-E7E9-43DC-997A-84BE7C9E3104}" type="pres">
      <dgm:prSet presAssocID="{1EEB9D4B-997B-4B8C-B03B-9B3AFCAFE420}" presName="level3hierChild" presStyleCnt="0"/>
      <dgm:spPr/>
    </dgm:pt>
    <dgm:pt modelId="{12C10E6A-54CC-47F4-8CD2-BA2CE3F8778B}" type="pres">
      <dgm:prSet presAssocID="{CA01B507-26CE-452A-B179-6434392395AD}" presName="conn2-1" presStyleLbl="parChTrans1D3" presStyleIdx="1" presStyleCnt="3"/>
      <dgm:spPr/>
    </dgm:pt>
    <dgm:pt modelId="{146A09F4-1ADD-4F09-A006-1858EC42E4FA}" type="pres">
      <dgm:prSet presAssocID="{CA01B507-26CE-452A-B179-6434392395AD}" presName="connTx" presStyleLbl="parChTrans1D3" presStyleIdx="1" presStyleCnt="3"/>
      <dgm:spPr/>
    </dgm:pt>
    <dgm:pt modelId="{8B9EB9D5-B7F6-46B5-8481-B3C0E1D77A1F}" type="pres">
      <dgm:prSet presAssocID="{A2164B50-584E-4D71-B253-1A966406C188}" presName="root2" presStyleCnt="0"/>
      <dgm:spPr/>
    </dgm:pt>
    <dgm:pt modelId="{EB7F37DD-BA48-4B61-84A8-2844F0C3498F}" type="pres">
      <dgm:prSet presAssocID="{A2164B50-584E-4D71-B253-1A966406C188}" presName="LevelTwoTextNode" presStyleLbl="node3" presStyleIdx="1" presStyleCnt="3">
        <dgm:presLayoutVars>
          <dgm:chPref val="3"/>
        </dgm:presLayoutVars>
      </dgm:prSet>
      <dgm:spPr/>
    </dgm:pt>
    <dgm:pt modelId="{E2B8F9DA-9605-4A90-8AAC-D4C327083C0F}" type="pres">
      <dgm:prSet presAssocID="{A2164B50-584E-4D71-B253-1A966406C188}" presName="level3hierChild" presStyleCnt="0"/>
      <dgm:spPr/>
    </dgm:pt>
    <dgm:pt modelId="{46B69030-7750-4B56-AB4F-A904C09FC731}" type="pres">
      <dgm:prSet presAssocID="{D93533C9-DAA5-45AF-B2D7-43490C17B2B5}" presName="conn2-1" presStyleLbl="parChTrans1D2" presStyleIdx="1" presStyleCnt="2"/>
      <dgm:spPr/>
    </dgm:pt>
    <dgm:pt modelId="{569AC04F-00AC-41DD-A7C0-92505424307D}" type="pres">
      <dgm:prSet presAssocID="{D93533C9-DAA5-45AF-B2D7-43490C17B2B5}" presName="connTx" presStyleLbl="parChTrans1D2" presStyleIdx="1" presStyleCnt="2"/>
      <dgm:spPr/>
    </dgm:pt>
    <dgm:pt modelId="{A2C7033C-FAE0-4513-B193-91C471F37BA4}" type="pres">
      <dgm:prSet presAssocID="{8BE25AD1-4C52-4D5B-BEFE-D3D16B68DE39}" presName="root2" presStyleCnt="0"/>
      <dgm:spPr/>
    </dgm:pt>
    <dgm:pt modelId="{A7E74769-6881-4BCF-8B52-BD71042D6E20}" type="pres">
      <dgm:prSet presAssocID="{8BE25AD1-4C52-4D5B-BEFE-D3D16B68DE39}" presName="LevelTwoTextNode" presStyleLbl="node2" presStyleIdx="1" presStyleCnt="2">
        <dgm:presLayoutVars>
          <dgm:chPref val="3"/>
        </dgm:presLayoutVars>
      </dgm:prSet>
      <dgm:spPr/>
    </dgm:pt>
    <dgm:pt modelId="{AE1E025E-6D77-4E8A-8D97-78233459AEE3}" type="pres">
      <dgm:prSet presAssocID="{8BE25AD1-4C52-4D5B-BEFE-D3D16B68DE39}" presName="level3hierChild" presStyleCnt="0"/>
      <dgm:spPr/>
    </dgm:pt>
    <dgm:pt modelId="{EF2EF2F2-2E45-4715-8E91-9AB00A72C464}" type="pres">
      <dgm:prSet presAssocID="{FB41B0FA-B140-4C45-A231-B18C683C1685}" presName="conn2-1" presStyleLbl="parChTrans1D3" presStyleIdx="2" presStyleCnt="3"/>
      <dgm:spPr/>
    </dgm:pt>
    <dgm:pt modelId="{F088E5FC-E60E-4D79-912E-FB1D4A9CFEE8}" type="pres">
      <dgm:prSet presAssocID="{FB41B0FA-B140-4C45-A231-B18C683C1685}" presName="connTx" presStyleLbl="parChTrans1D3" presStyleIdx="2" presStyleCnt="3"/>
      <dgm:spPr/>
    </dgm:pt>
    <dgm:pt modelId="{98200AB3-D895-4EC5-8107-A12C000CF908}" type="pres">
      <dgm:prSet presAssocID="{BA3F66A6-EDD6-425B-B62A-6724D73C3B60}" presName="root2" presStyleCnt="0"/>
      <dgm:spPr/>
    </dgm:pt>
    <dgm:pt modelId="{ED36CC4C-B3FB-4C2F-A2F5-DA1A0FAA722E}" type="pres">
      <dgm:prSet presAssocID="{BA3F66A6-EDD6-425B-B62A-6724D73C3B60}" presName="LevelTwoTextNode" presStyleLbl="node3" presStyleIdx="2" presStyleCnt="3">
        <dgm:presLayoutVars>
          <dgm:chPref val="3"/>
        </dgm:presLayoutVars>
      </dgm:prSet>
      <dgm:spPr/>
    </dgm:pt>
    <dgm:pt modelId="{5C25ABE8-5988-42A7-9798-C72851AEA4EE}" type="pres">
      <dgm:prSet presAssocID="{BA3F66A6-EDD6-425B-B62A-6724D73C3B60}" presName="level3hierChild" presStyleCnt="0"/>
      <dgm:spPr/>
    </dgm:pt>
  </dgm:ptLst>
  <dgm:cxnLst>
    <dgm:cxn modelId="{40815009-FCA7-4739-8F95-F6282C9F7F17}" type="presOf" srcId="{E739ADDE-ED9F-4EC6-95CD-875580ABF58F}" destId="{52F71178-409E-4E21-91F8-30B854CD52C9}" srcOrd="1" destOrd="0" presId="urn:microsoft.com/office/officeart/2005/8/layout/hierarchy2"/>
    <dgm:cxn modelId="{F6838610-F8EF-4996-B8A2-7BD28251D4C3}" type="presOf" srcId="{FB41B0FA-B140-4C45-A231-B18C683C1685}" destId="{EF2EF2F2-2E45-4715-8E91-9AB00A72C464}" srcOrd="0" destOrd="0" presId="urn:microsoft.com/office/officeart/2005/8/layout/hierarchy2"/>
    <dgm:cxn modelId="{0E7DA31E-FFC0-486C-9BB2-051A055CDD4D}" srcId="{8BE25AD1-4C52-4D5B-BEFE-D3D16B68DE39}" destId="{BA3F66A6-EDD6-425B-B62A-6724D73C3B60}" srcOrd="0" destOrd="0" parTransId="{FB41B0FA-B140-4C45-A231-B18C683C1685}" sibTransId="{774880D6-5BA4-4DA8-9DD7-58FA4178F798}"/>
    <dgm:cxn modelId="{2452AF27-8CDD-41BB-8CC6-DBB2FFE77972}" srcId="{9041E011-8026-456C-9D8E-654856388623}" destId="{8BE25AD1-4C52-4D5B-BEFE-D3D16B68DE39}" srcOrd="1" destOrd="0" parTransId="{D93533C9-DAA5-45AF-B2D7-43490C17B2B5}" sibTransId="{B931D354-DDC7-43F0-A1D0-C32480F69F40}"/>
    <dgm:cxn modelId="{C83D9A5D-15FB-4B0E-9A90-47310029077E}" type="presOf" srcId="{FB41B0FA-B140-4C45-A231-B18C683C1685}" destId="{F088E5FC-E60E-4D79-912E-FB1D4A9CFEE8}" srcOrd="1" destOrd="0" presId="urn:microsoft.com/office/officeart/2005/8/layout/hierarchy2"/>
    <dgm:cxn modelId="{C7F3EB60-E3BB-48DD-A569-A082522A1A48}" srcId="{9041E011-8026-456C-9D8E-654856388623}" destId="{28E44978-4E21-4932-AC56-A3D6D90A18C5}" srcOrd="0" destOrd="0" parTransId="{022B5C06-D24F-4CE5-B32F-11ACA7A5539E}" sibTransId="{6DC2BC59-E923-41E7-B58D-4F1EE87C7317}"/>
    <dgm:cxn modelId="{26FF1B62-AA85-44AC-9F82-310E04AB32EC}" type="presOf" srcId="{CA01B507-26CE-452A-B179-6434392395AD}" destId="{12C10E6A-54CC-47F4-8CD2-BA2CE3F8778B}" srcOrd="0" destOrd="0" presId="urn:microsoft.com/office/officeart/2005/8/layout/hierarchy2"/>
    <dgm:cxn modelId="{FAC2B864-F3AD-41E4-A51D-355BDA81A188}" type="presOf" srcId="{A2164B50-584E-4D71-B253-1A966406C188}" destId="{EB7F37DD-BA48-4B61-84A8-2844F0C3498F}" srcOrd="0" destOrd="0" presId="urn:microsoft.com/office/officeart/2005/8/layout/hierarchy2"/>
    <dgm:cxn modelId="{B2CB4A68-06A8-4509-A06E-E2F12B8B0856}" type="presOf" srcId="{BA3F66A6-EDD6-425B-B62A-6724D73C3B60}" destId="{ED36CC4C-B3FB-4C2F-A2F5-DA1A0FAA722E}" srcOrd="0" destOrd="0" presId="urn:microsoft.com/office/officeart/2005/8/layout/hierarchy2"/>
    <dgm:cxn modelId="{C156454F-823E-4EFB-97B5-0A68A1A01284}" type="presOf" srcId="{1EEB9D4B-997B-4B8C-B03B-9B3AFCAFE420}" destId="{D6E096BF-382C-4C9F-9CDE-C84DB402A9DE}" srcOrd="0" destOrd="0" presId="urn:microsoft.com/office/officeart/2005/8/layout/hierarchy2"/>
    <dgm:cxn modelId="{12C8E67A-0EE6-4968-A9E1-3F1EF53E650A}" type="presOf" srcId="{28E44978-4E21-4932-AC56-A3D6D90A18C5}" destId="{2A1700EC-8814-4497-A6BE-B46108CE9644}" srcOrd="0" destOrd="0" presId="urn:microsoft.com/office/officeart/2005/8/layout/hierarchy2"/>
    <dgm:cxn modelId="{07D77E7D-8C51-443A-8D25-D81FE8DFE71C}" srcId="{27384EA6-F43F-4C54-B2C9-BD9354DEAF7C}" destId="{9041E011-8026-456C-9D8E-654856388623}" srcOrd="0" destOrd="0" parTransId="{66AC2773-0FCC-411B-B838-9E656761D5AF}" sibTransId="{8AA667FE-DCAD-4140-A2E3-257D1F59D3FA}"/>
    <dgm:cxn modelId="{D4DA3E85-3F9D-4ACE-BCB2-4BAD263D57EB}" type="presOf" srcId="{8BE25AD1-4C52-4D5B-BEFE-D3D16B68DE39}" destId="{A7E74769-6881-4BCF-8B52-BD71042D6E20}" srcOrd="0" destOrd="0" presId="urn:microsoft.com/office/officeart/2005/8/layout/hierarchy2"/>
    <dgm:cxn modelId="{2B58559F-1ECE-4407-98D0-ED3D299434F9}" type="presOf" srcId="{E739ADDE-ED9F-4EC6-95CD-875580ABF58F}" destId="{F8B5549C-970D-426B-AA9B-FE9A08BDBEFD}" srcOrd="0" destOrd="0" presId="urn:microsoft.com/office/officeart/2005/8/layout/hierarchy2"/>
    <dgm:cxn modelId="{945E92AA-04AA-4733-A7DC-C53A30CFE70E}" type="presOf" srcId="{CA01B507-26CE-452A-B179-6434392395AD}" destId="{146A09F4-1ADD-4F09-A006-1858EC42E4FA}" srcOrd="1" destOrd="0" presId="urn:microsoft.com/office/officeart/2005/8/layout/hierarchy2"/>
    <dgm:cxn modelId="{6AE7ACAC-AAC0-445F-BCC4-9245B232D481}" type="presOf" srcId="{022B5C06-D24F-4CE5-B32F-11ACA7A5539E}" destId="{5431C98D-1386-485F-8346-06F9C8F1A547}" srcOrd="0" destOrd="0" presId="urn:microsoft.com/office/officeart/2005/8/layout/hierarchy2"/>
    <dgm:cxn modelId="{0672A0AE-7A87-40BB-AC1C-3833FD1504A9}" type="presOf" srcId="{D93533C9-DAA5-45AF-B2D7-43490C17B2B5}" destId="{569AC04F-00AC-41DD-A7C0-92505424307D}" srcOrd="1" destOrd="0" presId="urn:microsoft.com/office/officeart/2005/8/layout/hierarchy2"/>
    <dgm:cxn modelId="{E77A77CE-C07F-4E27-ABC0-FFB72B7532A0}" srcId="{28E44978-4E21-4932-AC56-A3D6D90A18C5}" destId="{A2164B50-584E-4D71-B253-1A966406C188}" srcOrd="1" destOrd="0" parTransId="{CA01B507-26CE-452A-B179-6434392395AD}" sibTransId="{30B4632B-F6F6-4559-B0AC-4656527A8138}"/>
    <dgm:cxn modelId="{1F027ACE-4597-45C4-830C-8769765627EE}" srcId="{28E44978-4E21-4932-AC56-A3D6D90A18C5}" destId="{1EEB9D4B-997B-4B8C-B03B-9B3AFCAFE420}" srcOrd="0" destOrd="0" parTransId="{E739ADDE-ED9F-4EC6-95CD-875580ABF58F}" sibTransId="{AB1170BA-B882-46EF-99DA-68D7F277EB69}"/>
    <dgm:cxn modelId="{64F6BAD6-5C12-4494-A584-FB63DADB533C}" type="presOf" srcId="{022B5C06-D24F-4CE5-B32F-11ACA7A5539E}" destId="{2E298C2E-C4B9-4445-BEB6-45406E85E498}" srcOrd="1" destOrd="0" presId="urn:microsoft.com/office/officeart/2005/8/layout/hierarchy2"/>
    <dgm:cxn modelId="{3A29E5EB-9CB1-4BAB-B1FA-7BB0646AACC9}" type="presOf" srcId="{D93533C9-DAA5-45AF-B2D7-43490C17B2B5}" destId="{46B69030-7750-4B56-AB4F-A904C09FC731}" srcOrd="0" destOrd="0" presId="urn:microsoft.com/office/officeart/2005/8/layout/hierarchy2"/>
    <dgm:cxn modelId="{F5B263F8-81F2-4958-ACB7-469E9BC1E433}" type="presOf" srcId="{27384EA6-F43F-4C54-B2C9-BD9354DEAF7C}" destId="{8520D46D-5843-47DB-9215-7B3FD57C1BD1}" srcOrd="0" destOrd="0" presId="urn:microsoft.com/office/officeart/2005/8/layout/hierarchy2"/>
    <dgm:cxn modelId="{395587FA-4BA9-4680-B66D-75E87EC2D238}" type="presOf" srcId="{9041E011-8026-456C-9D8E-654856388623}" destId="{0AD011FB-809E-406C-A604-5AA5AF8D3A6D}" srcOrd="0" destOrd="0" presId="urn:microsoft.com/office/officeart/2005/8/layout/hierarchy2"/>
    <dgm:cxn modelId="{AD2AD084-A011-459D-9457-6D2D5B5DD082}" type="presParOf" srcId="{8520D46D-5843-47DB-9215-7B3FD57C1BD1}" destId="{895D790B-68E1-40BB-8266-2DB518B8D37E}" srcOrd="0" destOrd="0" presId="urn:microsoft.com/office/officeart/2005/8/layout/hierarchy2"/>
    <dgm:cxn modelId="{FEC8DAF8-6647-45B0-8C8B-2AB7DEC0C704}" type="presParOf" srcId="{895D790B-68E1-40BB-8266-2DB518B8D37E}" destId="{0AD011FB-809E-406C-A604-5AA5AF8D3A6D}" srcOrd="0" destOrd="0" presId="urn:microsoft.com/office/officeart/2005/8/layout/hierarchy2"/>
    <dgm:cxn modelId="{0C07324C-2113-4183-BA69-13EAF11A5AF3}" type="presParOf" srcId="{895D790B-68E1-40BB-8266-2DB518B8D37E}" destId="{78ACEFF5-46C6-48B4-A37D-35D622057A2A}" srcOrd="1" destOrd="0" presId="urn:microsoft.com/office/officeart/2005/8/layout/hierarchy2"/>
    <dgm:cxn modelId="{45B33D89-279F-467D-8390-CA53AF2DFEEC}" type="presParOf" srcId="{78ACEFF5-46C6-48B4-A37D-35D622057A2A}" destId="{5431C98D-1386-485F-8346-06F9C8F1A547}" srcOrd="0" destOrd="0" presId="urn:microsoft.com/office/officeart/2005/8/layout/hierarchy2"/>
    <dgm:cxn modelId="{DEF659F8-CEBF-48F0-BAB9-F50A1A230601}" type="presParOf" srcId="{5431C98D-1386-485F-8346-06F9C8F1A547}" destId="{2E298C2E-C4B9-4445-BEB6-45406E85E498}" srcOrd="0" destOrd="0" presId="urn:microsoft.com/office/officeart/2005/8/layout/hierarchy2"/>
    <dgm:cxn modelId="{5C3D85DB-B4C5-4F2D-A2C9-7D20844FA2EA}" type="presParOf" srcId="{78ACEFF5-46C6-48B4-A37D-35D622057A2A}" destId="{3A02491E-074E-4B06-8AF0-F78BD44FBD1F}" srcOrd="1" destOrd="0" presId="urn:microsoft.com/office/officeart/2005/8/layout/hierarchy2"/>
    <dgm:cxn modelId="{CF2B2032-DB3A-48BB-8E51-A405B930D9CF}" type="presParOf" srcId="{3A02491E-074E-4B06-8AF0-F78BD44FBD1F}" destId="{2A1700EC-8814-4497-A6BE-B46108CE9644}" srcOrd="0" destOrd="0" presId="urn:microsoft.com/office/officeart/2005/8/layout/hierarchy2"/>
    <dgm:cxn modelId="{C1997E0A-4CB0-41C3-9610-15CA5DDE9814}" type="presParOf" srcId="{3A02491E-074E-4B06-8AF0-F78BD44FBD1F}" destId="{DDE520D7-4C99-4A8F-8D74-745D9A9DA183}" srcOrd="1" destOrd="0" presId="urn:microsoft.com/office/officeart/2005/8/layout/hierarchy2"/>
    <dgm:cxn modelId="{B20C90BC-879E-40C9-9366-45848F8E0F39}" type="presParOf" srcId="{DDE520D7-4C99-4A8F-8D74-745D9A9DA183}" destId="{F8B5549C-970D-426B-AA9B-FE9A08BDBEFD}" srcOrd="0" destOrd="0" presId="urn:microsoft.com/office/officeart/2005/8/layout/hierarchy2"/>
    <dgm:cxn modelId="{1682FD52-FA5F-4856-9EBB-679796A00749}" type="presParOf" srcId="{F8B5549C-970D-426B-AA9B-FE9A08BDBEFD}" destId="{52F71178-409E-4E21-91F8-30B854CD52C9}" srcOrd="0" destOrd="0" presId="urn:microsoft.com/office/officeart/2005/8/layout/hierarchy2"/>
    <dgm:cxn modelId="{7D8FC0C1-4885-4BF9-A2F9-CA66274FFD99}" type="presParOf" srcId="{DDE520D7-4C99-4A8F-8D74-745D9A9DA183}" destId="{0E0D9D33-7914-4162-B90A-A26A7F149B65}" srcOrd="1" destOrd="0" presId="urn:microsoft.com/office/officeart/2005/8/layout/hierarchy2"/>
    <dgm:cxn modelId="{B288E09B-17BB-4ADA-BA85-F2C8E31D7EB5}" type="presParOf" srcId="{0E0D9D33-7914-4162-B90A-A26A7F149B65}" destId="{D6E096BF-382C-4C9F-9CDE-C84DB402A9DE}" srcOrd="0" destOrd="0" presId="urn:microsoft.com/office/officeart/2005/8/layout/hierarchy2"/>
    <dgm:cxn modelId="{E41E4D22-8B8D-4F60-A13E-E12DC9C0D8A9}" type="presParOf" srcId="{0E0D9D33-7914-4162-B90A-A26A7F149B65}" destId="{584A6EBA-E7E9-43DC-997A-84BE7C9E3104}" srcOrd="1" destOrd="0" presId="urn:microsoft.com/office/officeart/2005/8/layout/hierarchy2"/>
    <dgm:cxn modelId="{2F3082BD-CF41-45FA-B543-CE1BBB6CCE33}" type="presParOf" srcId="{DDE520D7-4C99-4A8F-8D74-745D9A9DA183}" destId="{12C10E6A-54CC-47F4-8CD2-BA2CE3F8778B}" srcOrd="2" destOrd="0" presId="urn:microsoft.com/office/officeart/2005/8/layout/hierarchy2"/>
    <dgm:cxn modelId="{FAD386EE-9C66-4DF7-9CD9-71F9C963A991}" type="presParOf" srcId="{12C10E6A-54CC-47F4-8CD2-BA2CE3F8778B}" destId="{146A09F4-1ADD-4F09-A006-1858EC42E4FA}" srcOrd="0" destOrd="0" presId="urn:microsoft.com/office/officeart/2005/8/layout/hierarchy2"/>
    <dgm:cxn modelId="{0F697662-90A9-47A4-85D9-886C1CDE3A3C}" type="presParOf" srcId="{DDE520D7-4C99-4A8F-8D74-745D9A9DA183}" destId="{8B9EB9D5-B7F6-46B5-8481-B3C0E1D77A1F}" srcOrd="3" destOrd="0" presId="urn:microsoft.com/office/officeart/2005/8/layout/hierarchy2"/>
    <dgm:cxn modelId="{BCAD11A6-7FA8-4A53-98A5-4B8FFF868133}" type="presParOf" srcId="{8B9EB9D5-B7F6-46B5-8481-B3C0E1D77A1F}" destId="{EB7F37DD-BA48-4B61-84A8-2844F0C3498F}" srcOrd="0" destOrd="0" presId="urn:microsoft.com/office/officeart/2005/8/layout/hierarchy2"/>
    <dgm:cxn modelId="{DEC5F692-CBF3-43F9-88A6-24F9C476C29E}" type="presParOf" srcId="{8B9EB9D5-B7F6-46B5-8481-B3C0E1D77A1F}" destId="{E2B8F9DA-9605-4A90-8AAC-D4C327083C0F}" srcOrd="1" destOrd="0" presId="urn:microsoft.com/office/officeart/2005/8/layout/hierarchy2"/>
    <dgm:cxn modelId="{AF4BE7FA-C174-4CBC-A292-B1F9663558F4}" type="presParOf" srcId="{78ACEFF5-46C6-48B4-A37D-35D622057A2A}" destId="{46B69030-7750-4B56-AB4F-A904C09FC731}" srcOrd="2" destOrd="0" presId="urn:microsoft.com/office/officeart/2005/8/layout/hierarchy2"/>
    <dgm:cxn modelId="{D69C0365-25DE-41FB-B6AF-CFB8A9D12936}" type="presParOf" srcId="{46B69030-7750-4B56-AB4F-A904C09FC731}" destId="{569AC04F-00AC-41DD-A7C0-92505424307D}" srcOrd="0" destOrd="0" presId="urn:microsoft.com/office/officeart/2005/8/layout/hierarchy2"/>
    <dgm:cxn modelId="{9D399269-FFD3-4852-92D3-6CB3F45BAB51}" type="presParOf" srcId="{78ACEFF5-46C6-48B4-A37D-35D622057A2A}" destId="{A2C7033C-FAE0-4513-B193-91C471F37BA4}" srcOrd="3" destOrd="0" presId="urn:microsoft.com/office/officeart/2005/8/layout/hierarchy2"/>
    <dgm:cxn modelId="{D2515620-C5C3-47C5-8E2A-36579F86BFD0}" type="presParOf" srcId="{A2C7033C-FAE0-4513-B193-91C471F37BA4}" destId="{A7E74769-6881-4BCF-8B52-BD71042D6E20}" srcOrd="0" destOrd="0" presId="urn:microsoft.com/office/officeart/2005/8/layout/hierarchy2"/>
    <dgm:cxn modelId="{AE78B9A8-0A52-492C-A178-6A8A6EBADF94}" type="presParOf" srcId="{A2C7033C-FAE0-4513-B193-91C471F37BA4}" destId="{AE1E025E-6D77-4E8A-8D97-78233459AEE3}" srcOrd="1" destOrd="0" presId="urn:microsoft.com/office/officeart/2005/8/layout/hierarchy2"/>
    <dgm:cxn modelId="{2ABC8170-DFF6-4BDD-AE1C-FFC907D87173}" type="presParOf" srcId="{AE1E025E-6D77-4E8A-8D97-78233459AEE3}" destId="{EF2EF2F2-2E45-4715-8E91-9AB00A72C464}" srcOrd="0" destOrd="0" presId="urn:microsoft.com/office/officeart/2005/8/layout/hierarchy2"/>
    <dgm:cxn modelId="{EDBCC15C-7338-474C-95B8-9D64E1D726F8}" type="presParOf" srcId="{EF2EF2F2-2E45-4715-8E91-9AB00A72C464}" destId="{F088E5FC-E60E-4D79-912E-FB1D4A9CFEE8}" srcOrd="0" destOrd="0" presId="urn:microsoft.com/office/officeart/2005/8/layout/hierarchy2"/>
    <dgm:cxn modelId="{0DEA4497-9A52-4064-B5EE-3806A8C8807E}" type="presParOf" srcId="{AE1E025E-6D77-4E8A-8D97-78233459AEE3}" destId="{98200AB3-D895-4EC5-8107-A12C000CF908}" srcOrd="1" destOrd="0" presId="urn:microsoft.com/office/officeart/2005/8/layout/hierarchy2"/>
    <dgm:cxn modelId="{758870F9-2102-4C18-8808-26E0FECA7B87}" type="presParOf" srcId="{98200AB3-D895-4EC5-8107-A12C000CF908}" destId="{ED36CC4C-B3FB-4C2F-A2F5-DA1A0FAA722E}" srcOrd="0" destOrd="0" presId="urn:microsoft.com/office/officeart/2005/8/layout/hierarchy2"/>
    <dgm:cxn modelId="{4C761F11-CB0E-4675-A9DE-31242714E6B0}" type="presParOf" srcId="{98200AB3-D895-4EC5-8107-A12C000CF908}" destId="{5C25ABE8-5988-42A7-9798-C72851AEA4E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9C912-545E-49FD-A98D-E549B7A4962F}">
      <dsp:nvSpPr>
        <dsp:cNvPr id="0" name=""/>
        <dsp:cNvSpPr/>
      </dsp:nvSpPr>
      <dsp:spPr>
        <a:xfrm>
          <a:off x="0" y="39983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24AE221-95C0-4956-B0D3-890C9FDD51B5}">
      <dsp:nvSpPr>
        <dsp:cNvPr id="0" name=""/>
        <dsp:cNvSpPr/>
      </dsp:nvSpPr>
      <dsp:spPr>
        <a:xfrm>
          <a:off x="487060" y="1607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Assign budget in multiple transaction currencies </a:t>
          </a:r>
        </a:p>
      </dsp:txBody>
      <dsp:txXfrm>
        <a:off x="524527" y="53544"/>
        <a:ext cx="6743907" cy="692586"/>
      </dsp:txXfrm>
    </dsp:sp>
    <dsp:sp modelId="{DDCDA048-02E7-4AC5-A3E9-B0AB245C441D}">
      <dsp:nvSpPr>
        <dsp:cNvPr id="0" name=""/>
        <dsp:cNvSpPr/>
      </dsp:nvSpPr>
      <dsp:spPr>
        <a:xfrm>
          <a:off x="0" y="157919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8407DAA3-F7ED-4531-9FA8-B74F927D077F}">
      <dsp:nvSpPr>
        <dsp:cNvPr id="0" name=""/>
        <dsp:cNvSpPr/>
      </dsp:nvSpPr>
      <dsp:spPr>
        <a:xfrm>
          <a:off x="487060" y="119543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a:ea typeface="+mn-ea"/>
              <a:cs typeface="+mn-cs"/>
            </a:rPr>
            <a:t>Able to distribute budget within project instead of using multiple IOs</a:t>
          </a:r>
        </a:p>
      </dsp:txBody>
      <dsp:txXfrm>
        <a:off x="524527" y="1232904"/>
        <a:ext cx="6743907" cy="692586"/>
      </dsp:txXfrm>
    </dsp:sp>
    <dsp:sp modelId="{755DCCA2-3407-4E9D-9C53-1347883DE59A}">
      <dsp:nvSpPr>
        <dsp:cNvPr id="0" name=""/>
        <dsp:cNvSpPr/>
      </dsp:nvSpPr>
      <dsp:spPr>
        <a:xfrm>
          <a:off x="0" y="275855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A322F6A9-D6B8-49EF-B567-D1B66C97416C}">
      <dsp:nvSpPr>
        <dsp:cNvPr id="0" name=""/>
        <dsp:cNvSpPr/>
      </dsp:nvSpPr>
      <dsp:spPr>
        <a:xfrm>
          <a:off x="487060" y="237479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Transfer of budget between WBS elements</a:t>
          </a:r>
        </a:p>
      </dsp:txBody>
      <dsp:txXfrm>
        <a:off x="524527" y="2412264"/>
        <a:ext cx="6743907" cy="692586"/>
      </dsp:txXfrm>
    </dsp:sp>
    <dsp:sp modelId="{68E0E60B-103B-4D13-B642-9DC4994AAFA7}">
      <dsp:nvSpPr>
        <dsp:cNvPr id="0" name=""/>
        <dsp:cNvSpPr/>
      </dsp:nvSpPr>
      <dsp:spPr>
        <a:xfrm>
          <a:off x="0" y="393791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F0C917B6-21E3-4DD1-BBE5-9C08F0CACD51}">
      <dsp:nvSpPr>
        <dsp:cNvPr id="0" name=""/>
        <dsp:cNvSpPr/>
      </dsp:nvSpPr>
      <dsp:spPr>
        <a:xfrm>
          <a:off x="487060" y="355415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Availability control is at project FX rate rather than actual FX rates</a:t>
          </a:r>
        </a:p>
      </dsp:txBody>
      <dsp:txXfrm>
        <a:off x="524527" y="3591624"/>
        <a:ext cx="6743907"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011FB-809E-406C-A604-5AA5AF8D3A6D}">
      <dsp:nvSpPr>
        <dsp:cNvPr id="0" name=""/>
        <dsp:cNvSpPr/>
      </dsp:nvSpPr>
      <dsp:spPr>
        <a:xfrm>
          <a:off x="538820" y="968056"/>
          <a:ext cx="1345352" cy="672676"/>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1</a:t>
          </a:r>
          <a:endParaRPr lang="en-US" sz="2700" kern="1200">
            <a:solidFill>
              <a:srgbClr val="FFFFFF"/>
            </a:solidFill>
            <a:latin typeface="Arial" panose="020B0604020202020204"/>
            <a:ea typeface="+mn-ea"/>
            <a:cs typeface="+mn-cs"/>
          </a:endParaRPr>
        </a:p>
      </dsp:txBody>
      <dsp:txXfrm>
        <a:off x="558522" y="987758"/>
        <a:ext cx="1305948" cy="633272"/>
      </dsp:txXfrm>
    </dsp:sp>
    <dsp:sp modelId="{5431C98D-1386-485F-8346-06F9C8F1A547}">
      <dsp:nvSpPr>
        <dsp:cNvPr id="0" name=""/>
        <dsp:cNvSpPr/>
      </dsp:nvSpPr>
      <dsp:spPr>
        <a:xfrm rot="18770822">
          <a:off x="1757576" y="987057"/>
          <a:ext cx="791333"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125285" y="1015353"/>
        <a:ext cx="0" cy="0"/>
      </dsp:txXfrm>
    </dsp:sp>
    <dsp:sp modelId="{2A1700EC-8814-4497-A6BE-B46108CE9644}">
      <dsp:nvSpPr>
        <dsp:cNvPr id="0" name=""/>
        <dsp:cNvSpPr/>
      </dsp:nvSpPr>
      <dsp:spPr>
        <a:xfrm>
          <a:off x="2422313" y="387873"/>
          <a:ext cx="1345352" cy="672676"/>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2a</a:t>
          </a:r>
          <a:endParaRPr lang="en-US" sz="2700" kern="1200">
            <a:solidFill>
              <a:srgbClr val="FFFFFF"/>
            </a:solidFill>
            <a:latin typeface="Arial" panose="020B0604020202020204"/>
            <a:ea typeface="+mn-ea"/>
            <a:cs typeface="+mn-cs"/>
          </a:endParaRPr>
        </a:p>
      </dsp:txBody>
      <dsp:txXfrm>
        <a:off x="2442015" y="407575"/>
        <a:ext cx="1305948" cy="633272"/>
      </dsp:txXfrm>
    </dsp:sp>
    <dsp:sp modelId="{F8B5549C-970D-426B-AA9B-FE9A08BDBEFD}">
      <dsp:nvSpPr>
        <dsp:cNvPr id="0" name=""/>
        <dsp:cNvSpPr/>
      </dsp:nvSpPr>
      <dsp:spPr>
        <a:xfrm rot="19457599">
          <a:off x="3705375" y="503571"/>
          <a:ext cx="66272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013613" y="527033"/>
        <a:ext cx="0" cy="0"/>
      </dsp:txXfrm>
    </dsp:sp>
    <dsp:sp modelId="{D6E096BF-382C-4C9F-9CDE-C84DB402A9DE}">
      <dsp:nvSpPr>
        <dsp:cNvPr id="0" name=""/>
        <dsp:cNvSpPr/>
      </dsp:nvSpPr>
      <dsp:spPr>
        <a:xfrm>
          <a:off x="4305806" y="1084"/>
          <a:ext cx="1345352" cy="672676"/>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3a</a:t>
          </a:r>
          <a:endParaRPr lang="en-US" sz="2700" kern="1200">
            <a:solidFill>
              <a:srgbClr val="FFFFFF"/>
            </a:solidFill>
            <a:latin typeface="Arial" panose="020B0604020202020204"/>
            <a:ea typeface="+mn-ea"/>
            <a:cs typeface="+mn-cs"/>
          </a:endParaRPr>
        </a:p>
      </dsp:txBody>
      <dsp:txXfrm>
        <a:off x="4325508" y="20786"/>
        <a:ext cx="1305948" cy="633272"/>
      </dsp:txXfrm>
    </dsp:sp>
    <dsp:sp modelId="{12C10E6A-54CC-47F4-8CD2-BA2CE3F8778B}">
      <dsp:nvSpPr>
        <dsp:cNvPr id="0" name=""/>
        <dsp:cNvSpPr/>
      </dsp:nvSpPr>
      <dsp:spPr>
        <a:xfrm rot="2142401">
          <a:off x="3705375" y="890360"/>
          <a:ext cx="66272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032952" y="894483"/>
        <a:ext cx="0" cy="0"/>
      </dsp:txXfrm>
    </dsp:sp>
    <dsp:sp modelId="{EB7F37DD-BA48-4B61-84A8-2844F0C3498F}">
      <dsp:nvSpPr>
        <dsp:cNvPr id="0" name=""/>
        <dsp:cNvSpPr/>
      </dsp:nvSpPr>
      <dsp:spPr>
        <a:xfrm>
          <a:off x="4305806" y="774662"/>
          <a:ext cx="1345352" cy="672676"/>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3b</a:t>
          </a:r>
          <a:endParaRPr lang="en-US" sz="2700" kern="1200">
            <a:solidFill>
              <a:srgbClr val="FFFFFF"/>
            </a:solidFill>
            <a:latin typeface="Arial" panose="020B0604020202020204"/>
            <a:ea typeface="+mn-ea"/>
            <a:cs typeface="+mn-cs"/>
          </a:endParaRPr>
        </a:p>
      </dsp:txBody>
      <dsp:txXfrm>
        <a:off x="4325508" y="794364"/>
        <a:ext cx="1305948" cy="633272"/>
      </dsp:txXfrm>
    </dsp:sp>
    <dsp:sp modelId="{46B69030-7750-4B56-AB4F-A904C09FC731}">
      <dsp:nvSpPr>
        <dsp:cNvPr id="0" name=""/>
        <dsp:cNvSpPr/>
      </dsp:nvSpPr>
      <dsp:spPr>
        <a:xfrm rot="2829178">
          <a:off x="1757576" y="1567240"/>
          <a:ext cx="791333"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154294" y="1566528"/>
        <a:ext cx="0" cy="0"/>
      </dsp:txXfrm>
    </dsp:sp>
    <dsp:sp modelId="{A7E74769-6881-4BCF-8B52-BD71042D6E20}">
      <dsp:nvSpPr>
        <dsp:cNvPr id="0" name=""/>
        <dsp:cNvSpPr/>
      </dsp:nvSpPr>
      <dsp:spPr>
        <a:xfrm>
          <a:off x="2422313" y="1548239"/>
          <a:ext cx="1345352" cy="672676"/>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2b</a:t>
          </a:r>
          <a:endParaRPr lang="en-US" sz="2700" kern="1200">
            <a:solidFill>
              <a:srgbClr val="FFFFFF"/>
            </a:solidFill>
            <a:latin typeface="Arial" panose="020B0604020202020204"/>
            <a:ea typeface="+mn-ea"/>
            <a:cs typeface="+mn-cs"/>
          </a:endParaRPr>
        </a:p>
      </dsp:txBody>
      <dsp:txXfrm>
        <a:off x="2442015" y="1567941"/>
        <a:ext cx="1305948" cy="633272"/>
      </dsp:txXfrm>
    </dsp:sp>
    <dsp:sp modelId="{EF2EF2F2-2E45-4715-8E91-9AB00A72C464}">
      <dsp:nvSpPr>
        <dsp:cNvPr id="0" name=""/>
        <dsp:cNvSpPr/>
      </dsp:nvSpPr>
      <dsp:spPr>
        <a:xfrm>
          <a:off x="3767666" y="1857331"/>
          <a:ext cx="538140"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023282" y="1871124"/>
        <a:ext cx="0" cy="0"/>
      </dsp:txXfrm>
    </dsp:sp>
    <dsp:sp modelId="{ED36CC4C-B3FB-4C2F-A2F5-DA1A0FAA722E}">
      <dsp:nvSpPr>
        <dsp:cNvPr id="0" name=""/>
        <dsp:cNvSpPr/>
      </dsp:nvSpPr>
      <dsp:spPr>
        <a:xfrm>
          <a:off x="4305806" y="1548239"/>
          <a:ext cx="1345352" cy="672676"/>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en-GB" sz="2700" kern="1200">
              <a:solidFill>
                <a:srgbClr val="FFFFFF"/>
              </a:solidFill>
              <a:latin typeface="Arial" panose="020B0604020202020204"/>
              <a:ea typeface="+mn-ea"/>
              <a:cs typeface="+mn-cs"/>
            </a:rPr>
            <a:t>WBS 3c</a:t>
          </a:r>
          <a:endParaRPr lang="en-US" sz="2700" kern="1200">
            <a:solidFill>
              <a:srgbClr val="FFFFFF"/>
            </a:solidFill>
            <a:latin typeface="Arial" panose="020B0604020202020204"/>
            <a:ea typeface="+mn-ea"/>
            <a:cs typeface="+mn-cs"/>
          </a:endParaRPr>
        </a:p>
      </dsp:txBody>
      <dsp:txXfrm>
        <a:off x="4325508" y="1567941"/>
        <a:ext cx="1305948" cy="6332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011FB-809E-406C-A604-5AA5AF8D3A6D}">
      <dsp:nvSpPr>
        <dsp:cNvPr id="0" name=""/>
        <dsp:cNvSpPr/>
      </dsp:nvSpPr>
      <dsp:spPr>
        <a:xfrm>
          <a:off x="699894" y="1096644"/>
          <a:ext cx="1524056" cy="762028"/>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1</a:t>
          </a:r>
          <a:endParaRPr lang="en-US" sz="3000" kern="1200">
            <a:solidFill>
              <a:srgbClr val="FFFFFF"/>
            </a:solidFill>
            <a:latin typeface="Arial" panose="020B0604020202020204"/>
            <a:ea typeface="+mn-ea"/>
            <a:cs typeface="+mn-cs"/>
          </a:endParaRPr>
        </a:p>
      </dsp:txBody>
      <dsp:txXfrm>
        <a:off x="722213" y="1118963"/>
        <a:ext cx="1479418" cy="717390"/>
      </dsp:txXfrm>
    </dsp:sp>
    <dsp:sp modelId="{5431C98D-1386-485F-8346-06F9C8F1A547}">
      <dsp:nvSpPr>
        <dsp:cNvPr id="0" name=""/>
        <dsp:cNvSpPr/>
      </dsp:nvSpPr>
      <dsp:spPr>
        <a:xfrm rot="18770822">
          <a:off x="2080538" y="1121787"/>
          <a:ext cx="896446"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497089" y="1150224"/>
        <a:ext cx="0" cy="0"/>
      </dsp:txXfrm>
    </dsp:sp>
    <dsp:sp modelId="{2A1700EC-8814-4497-A6BE-B46108CE9644}">
      <dsp:nvSpPr>
        <dsp:cNvPr id="0" name=""/>
        <dsp:cNvSpPr/>
      </dsp:nvSpPr>
      <dsp:spPr>
        <a:xfrm>
          <a:off x="2833573" y="439395"/>
          <a:ext cx="1524056" cy="762028"/>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2a</a:t>
          </a:r>
          <a:endParaRPr lang="en-US" sz="3000" kern="1200">
            <a:solidFill>
              <a:srgbClr val="FFFFFF"/>
            </a:solidFill>
            <a:latin typeface="Arial" panose="020B0604020202020204"/>
            <a:ea typeface="+mn-ea"/>
            <a:cs typeface="+mn-cs"/>
          </a:endParaRPr>
        </a:p>
      </dsp:txBody>
      <dsp:txXfrm>
        <a:off x="2855892" y="461714"/>
        <a:ext cx="1479418" cy="717390"/>
      </dsp:txXfrm>
    </dsp:sp>
    <dsp:sp modelId="{F8B5549C-970D-426B-AA9B-FE9A08BDBEFD}">
      <dsp:nvSpPr>
        <dsp:cNvPr id="0" name=""/>
        <dsp:cNvSpPr/>
      </dsp:nvSpPr>
      <dsp:spPr>
        <a:xfrm rot="19457599">
          <a:off x="4287064" y="574080"/>
          <a:ext cx="75075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36246" y="597039"/>
        <a:ext cx="0" cy="0"/>
      </dsp:txXfrm>
    </dsp:sp>
    <dsp:sp modelId="{D6E096BF-382C-4C9F-9CDE-C84DB402A9DE}">
      <dsp:nvSpPr>
        <dsp:cNvPr id="0" name=""/>
        <dsp:cNvSpPr/>
      </dsp:nvSpPr>
      <dsp:spPr>
        <a:xfrm>
          <a:off x="4967252" y="1229"/>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3a</a:t>
          </a:r>
          <a:endParaRPr lang="en-US" sz="3000" kern="1200">
            <a:solidFill>
              <a:srgbClr val="FFFFFF"/>
            </a:solidFill>
            <a:latin typeface="Arial" panose="020B0604020202020204"/>
            <a:ea typeface="+mn-ea"/>
            <a:cs typeface="+mn-cs"/>
          </a:endParaRPr>
        </a:p>
      </dsp:txBody>
      <dsp:txXfrm>
        <a:off x="4989571" y="23548"/>
        <a:ext cx="1479418" cy="717390"/>
      </dsp:txXfrm>
    </dsp:sp>
    <dsp:sp modelId="{12C10E6A-54CC-47F4-8CD2-BA2CE3F8778B}">
      <dsp:nvSpPr>
        <dsp:cNvPr id="0" name=""/>
        <dsp:cNvSpPr/>
      </dsp:nvSpPr>
      <dsp:spPr>
        <a:xfrm rot="2142401">
          <a:off x="4287064" y="1012246"/>
          <a:ext cx="75075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58154" y="1013297"/>
        <a:ext cx="0" cy="0"/>
      </dsp:txXfrm>
    </dsp:sp>
    <dsp:sp modelId="{EB7F37DD-BA48-4B61-84A8-2844F0C3498F}">
      <dsp:nvSpPr>
        <dsp:cNvPr id="0" name=""/>
        <dsp:cNvSpPr/>
      </dsp:nvSpPr>
      <dsp:spPr>
        <a:xfrm>
          <a:off x="4967252" y="877561"/>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3b</a:t>
          </a:r>
          <a:endParaRPr lang="en-US" sz="3000" kern="1200">
            <a:solidFill>
              <a:srgbClr val="FFFFFF"/>
            </a:solidFill>
            <a:latin typeface="Arial" panose="020B0604020202020204"/>
            <a:ea typeface="+mn-ea"/>
            <a:cs typeface="+mn-cs"/>
          </a:endParaRPr>
        </a:p>
      </dsp:txBody>
      <dsp:txXfrm>
        <a:off x="4989571" y="899880"/>
        <a:ext cx="1479418" cy="717390"/>
      </dsp:txXfrm>
    </dsp:sp>
    <dsp:sp modelId="{46B69030-7750-4B56-AB4F-A904C09FC731}">
      <dsp:nvSpPr>
        <dsp:cNvPr id="0" name=""/>
        <dsp:cNvSpPr/>
      </dsp:nvSpPr>
      <dsp:spPr>
        <a:xfrm rot="2829178">
          <a:off x="2080538" y="1779037"/>
          <a:ext cx="896446"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529952" y="1774611"/>
        <a:ext cx="0" cy="0"/>
      </dsp:txXfrm>
    </dsp:sp>
    <dsp:sp modelId="{A7E74769-6881-4BCF-8B52-BD71042D6E20}">
      <dsp:nvSpPr>
        <dsp:cNvPr id="0" name=""/>
        <dsp:cNvSpPr/>
      </dsp:nvSpPr>
      <dsp:spPr>
        <a:xfrm>
          <a:off x="2833573" y="1753893"/>
          <a:ext cx="1524056" cy="762028"/>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2b</a:t>
          </a:r>
          <a:endParaRPr lang="en-US" sz="3000" kern="1200">
            <a:solidFill>
              <a:srgbClr val="FFFFFF"/>
            </a:solidFill>
            <a:latin typeface="Arial" panose="020B0604020202020204"/>
            <a:ea typeface="+mn-ea"/>
            <a:cs typeface="+mn-cs"/>
          </a:endParaRPr>
        </a:p>
      </dsp:txBody>
      <dsp:txXfrm>
        <a:off x="2855892" y="1776212"/>
        <a:ext cx="1479418" cy="717390"/>
      </dsp:txXfrm>
    </dsp:sp>
    <dsp:sp modelId="{EF2EF2F2-2E45-4715-8E91-9AB00A72C464}">
      <dsp:nvSpPr>
        <dsp:cNvPr id="0" name=""/>
        <dsp:cNvSpPr/>
      </dsp:nvSpPr>
      <dsp:spPr>
        <a:xfrm>
          <a:off x="4357629" y="2107661"/>
          <a:ext cx="609622"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47200" y="2119667"/>
        <a:ext cx="0" cy="0"/>
      </dsp:txXfrm>
    </dsp:sp>
    <dsp:sp modelId="{ED36CC4C-B3FB-4C2F-A2F5-DA1A0FAA722E}">
      <dsp:nvSpPr>
        <dsp:cNvPr id="0" name=""/>
        <dsp:cNvSpPr/>
      </dsp:nvSpPr>
      <dsp:spPr>
        <a:xfrm>
          <a:off x="4967252" y="1753893"/>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3c</a:t>
          </a:r>
          <a:endParaRPr lang="en-US" sz="3000" kern="1200">
            <a:solidFill>
              <a:srgbClr val="FFFFFF"/>
            </a:solidFill>
            <a:latin typeface="Arial" panose="020B0604020202020204"/>
            <a:ea typeface="+mn-ea"/>
            <a:cs typeface="+mn-cs"/>
          </a:endParaRPr>
        </a:p>
      </dsp:txBody>
      <dsp:txXfrm>
        <a:off x="4989571" y="1776212"/>
        <a:ext cx="1479418" cy="7173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3304776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383763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92355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931311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2753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500526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tags" Target="../tags/tag4.xml"/><Relationship Id="rId7" Type="http://schemas.openxmlformats.org/officeDocument/2006/relationships/image" Target="../media/image9.png"/><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tags" Target="../tags/tag6.xml"/><Relationship Id="rId7" Type="http://schemas.openxmlformats.org/officeDocument/2006/relationships/image" Target="../media/image9.png"/><Relationship Id="rId2" Type="http://schemas.openxmlformats.org/officeDocument/2006/relationships/tags" Target="../tags/tag5.xml"/><Relationship Id="rId1" Type="http://schemas.openxmlformats.org/officeDocument/2006/relationships/vmlDrawing" Target="../drawings/vmlDrawing3.v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jti.service-now.com/nav_to.do?uri=%2Fchange_request.do%3Fsys_id%3Db81987c5dbe2445054bbaf6d16961922%26sysparm_record_list%3Dassigned_to%253d68e8743cffc4f4003e598ffb97649d6d%255eactive%253dtrue%255esys_class_name!%253du_security_case%255eu_confidential%253dfalse%255eORDERBYnumber%26sysparm_record_row%3D1%26sysparm_record_rows%3D1%26sysparm_record_target%3Dchange_request%26sysparm_view%3D%26sysparm_view_forced%3Dtrue" TargetMode="External"/><Relationship Id="rId2" Type="http://schemas.openxmlformats.org/officeDocument/2006/relationships/hyperlink" Target="https://teams.microsoft.com/l/message/19:8f115ad4cd30424ba67615a35c1fb330@thread.skype/1581681774516?tenantId=705d07a3-2eea-4f3b-ab59-65ca29abeb26&amp;groupId=7612707f-5d43-43c0-8683-c6f200329c91&amp;parentMessageId=1581681774516&amp;teamName=S4F-ERP%20%E2%80%93%20Deployment%20-%20Teams%2FPower%20Users&amp;channelName=3.%20P2P&amp;createdTime=1581681774516" TargetMode="External"/><Relationship Id="rId1" Type="http://schemas.openxmlformats.org/officeDocument/2006/relationships/slideLayout" Target="../slideLayouts/slideLayout2.xml"/><Relationship Id="rId4" Type="http://schemas.openxmlformats.org/officeDocument/2006/relationships/hyperlink" Target="https://jti.service-now.com/nav_to.do?uri=change_request.do%3Fsys_id=195e6cf8dbf208506a15af6d1696191d%26sysparm_stack=change_request_list.do%3Fsysparm_query=active=tru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5832304" y="2256769"/>
            <a:ext cx="5800928" cy="2373787"/>
            <a:chOff x="5090227" y="1750491"/>
            <a:chExt cx="5800928" cy="2373787"/>
          </a:xfrm>
        </p:grpSpPr>
        <p:cxnSp>
          <p:nvCxnSpPr>
            <p:cNvPr id="5" name="Elbow Connector 4"/>
            <p:cNvCxnSpPr/>
            <p:nvPr/>
          </p:nvCxnSpPr>
          <p:spPr>
            <a:xfrm flipV="1">
              <a:off x="6000931" y="197423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5090227" y="1750491"/>
              <a:ext cx="5800928" cy="2373787"/>
              <a:chOff x="5090227" y="1750491"/>
              <a:chExt cx="5800928" cy="2373787"/>
            </a:xfrm>
          </p:grpSpPr>
          <p:cxnSp>
            <p:nvCxnSpPr>
              <p:cNvPr id="8" name="Elbow Connector 7"/>
              <p:cNvCxnSpPr>
                <a:cxnSpLocks/>
              </p:cNvCxnSpPr>
              <p:nvPr/>
            </p:nvCxnSpPr>
            <p:spPr>
              <a:xfrm>
                <a:off x="5090227" y="2869238"/>
                <a:ext cx="2452108" cy="1062732"/>
              </a:xfrm>
              <a:prstGeom prst="bentConnector3">
                <a:avLst>
                  <a:gd name="adj1" fmla="val 68231"/>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4" y="2864115"/>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2" y="2685754"/>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a:ln>
                      <a:noFill/>
                    </a:ln>
                    <a:solidFill>
                      <a:srgbClr val="1A3040"/>
                    </a:solidFill>
                    <a:effectLst/>
                    <a:uLnTx/>
                    <a:uFillTx/>
                    <a:latin typeface="Arial" charset="0"/>
                    <a:ea typeface="Arial" charset="0"/>
                    <a:cs typeface="Arial" charset="0"/>
                  </a:rPr>
                  <a:t>WBS Budgeting</a:t>
                </a:r>
              </a:p>
            </p:txBody>
          </p:sp>
          <p:sp>
            <p:nvSpPr>
              <p:cNvPr id="40" name="Rounded Rectangle 39"/>
              <p:cNvSpPr/>
              <p:nvPr/>
            </p:nvSpPr>
            <p:spPr>
              <a:xfrm>
                <a:off x="7667062" y="1750491"/>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a:ea typeface="+mn-ea"/>
                    <a:cs typeface="Arial"/>
                  </a:rPr>
                  <a:t>Creating a Project</a:t>
                </a:r>
                <a:endParaRPr kumimoji="0" 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2" y="3665738"/>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Project Status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44527" y="2528101"/>
            <a:ext cx="6653918" cy="1801797"/>
            <a:chOff x="4372240" y="2883731"/>
            <a:chExt cx="8542646"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470582"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7185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Budgeting functionality - Overview</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3B7868D1-B4B0-4A6B-9125-4D88F2BB76FA}"/>
              </a:ext>
            </a:extLst>
          </p:cNvPr>
          <p:cNvPicPr>
            <a:picLocks noChangeAspect="1"/>
          </p:cNvPicPr>
          <p:nvPr/>
        </p:nvPicPr>
        <p:blipFill>
          <a:blip r:embed="rId2"/>
          <a:stretch>
            <a:fillRect/>
          </a:stretch>
        </p:blipFill>
        <p:spPr>
          <a:xfrm>
            <a:off x="633221" y="1803323"/>
            <a:ext cx="8089800" cy="4054682"/>
          </a:xfrm>
          <a:prstGeom prst="rect">
            <a:avLst/>
          </a:prstGeom>
        </p:spPr>
      </p:pic>
      <p:sp>
        <p:nvSpPr>
          <p:cNvPr id="7" name="Rectangle 6">
            <a:extLst>
              <a:ext uri="{FF2B5EF4-FFF2-40B4-BE49-F238E27FC236}">
                <a16:creationId xmlns:a16="http://schemas.microsoft.com/office/drawing/2014/main" id="{ED7B1F0A-F60E-414A-8AD0-B96DCAE12B38}"/>
              </a:ext>
            </a:extLst>
          </p:cNvPr>
          <p:cNvSpPr/>
          <p:nvPr/>
        </p:nvSpPr>
        <p:spPr>
          <a:xfrm>
            <a:off x="8813799" y="1803323"/>
            <a:ext cx="3200400" cy="4382320"/>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Budget availability control functionality in SAP to compare the budget amount to any expenditure against the WBS element. Availability control will be activated when a PR or PO is created, or when an invoice or journal posting against the WBS element takes place. For WBS elements, availability control is calculated by converting the budget amount and expenditure from document currency to USD using the budget FX rate type and year, therefore avoiding the budget being exceeded due to FX. For this reason, it is important that the budget is defined using the correct currency mix as per what the actual expenditure will be</a:t>
            </a:r>
            <a:endParaRPr kumimoji="0" lang="en-GB" sz="1400" b="1" i="0" u="none" strike="noStrike" kern="1200" cap="none" spc="0" normalizeH="0" baseline="0" noProof="0">
              <a:ln>
                <a:noFill/>
              </a:ln>
              <a:solidFill>
                <a:srgbClr val="FF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65767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Budgeting with WBS vs Internal Orders</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Diagram 5">
            <a:extLst>
              <a:ext uri="{FF2B5EF4-FFF2-40B4-BE49-F238E27FC236}">
                <a16:creationId xmlns:a16="http://schemas.microsoft.com/office/drawing/2014/main" id="{610B8354-796A-442E-BCD7-882C26AF23EE}"/>
              </a:ext>
            </a:extLst>
          </p:cNvPr>
          <p:cNvGraphicFramePr/>
          <p:nvPr/>
        </p:nvGraphicFramePr>
        <p:xfrm>
          <a:off x="1100970" y="1747157"/>
          <a:ext cx="9741202" cy="4609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973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CE02291-B9B4-4785-BF7A-5AAFC13654C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0" name="think-cell Slide" r:id="rId5" imgW="415" imgH="416" progId="TCLayout.ActiveDocument.1">
                  <p:embed/>
                </p:oleObj>
              </mc:Choice>
              <mc:Fallback>
                <p:oleObj name="think-cell Slide" r:id="rId5" imgW="415" imgH="416" progId="TCLayout.ActiveDocument.1">
                  <p:embed/>
                  <p:pic>
                    <p:nvPicPr>
                      <p:cNvPr id="6" name="Object 5" hidden="1">
                        <a:extLst>
                          <a:ext uri="{FF2B5EF4-FFF2-40B4-BE49-F238E27FC236}">
                            <a16:creationId xmlns:a16="http://schemas.microsoft.com/office/drawing/2014/main" id="{ACE02291-B9B4-4785-BF7A-5AAFC13654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58937F05-9615-4CE4-BA77-8B9591D2E735}"/>
              </a:ext>
            </a:extLst>
          </p:cNvPr>
          <p:cNvSpPr/>
          <p:nvPr>
            <p:custDataLst>
              <p:tags r:id="rId3"/>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9437461" cy="984247"/>
          </a:xfrm>
        </p:spPr>
        <p:txBody>
          <a:bodyPr/>
          <a:lstStyle/>
          <a:p>
            <a:r>
              <a:rPr lang="en-GB"/>
              <a:t>Opex Flow</a:t>
            </a:r>
            <a:endParaRPr lang="en-GB" b="0" i="1" baseline="30000">
              <a:solidFill>
                <a:srgbClr val="FF0000"/>
              </a:solidFill>
            </a:endParaRPr>
          </a:p>
        </p:txBody>
      </p:sp>
      <p:sp>
        <p:nvSpPr>
          <p:cNvPr id="4" name="Footer Placeholder 3">
            <a:extLst>
              <a:ext uri="{FF2B5EF4-FFF2-40B4-BE49-F238E27FC236}">
                <a16:creationId xmlns:a16="http://schemas.microsoft.com/office/drawing/2014/main" id="{8A7A1912-7B05-406F-9DA6-70FB0C31510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7" name="Group 6">
            <a:extLst>
              <a:ext uri="{FF2B5EF4-FFF2-40B4-BE49-F238E27FC236}">
                <a16:creationId xmlns:a16="http://schemas.microsoft.com/office/drawing/2014/main" id="{6C7601AE-F2F5-4D38-9E8B-20B7967FB993}"/>
              </a:ext>
            </a:extLst>
          </p:cNvPr>
          <p:cNvGrpSpPr/>
          <p:nvPr/>
        </p:nvGrpSpPr>
        <p:grpSpPr>
          <a:xfrm>
            <a:off x="494202" y="2804349"/>
            <a:ext cx="11264214" cy="2097004"/>
            <a:chOff x="611720" y="2281167"/>
            <a:chExt cx="11264214" cy="2164965"/>
          </a:xfrm>
        </p:grpSpPr>
        <p:sp>
          <p:nvSpPr>
            <p:cNvPr id="8" name="Freeform: Shape 7">
              <a:extLst>
                <a:ext uri="{FF2B5EF4-FFF2-40B4-BE49-F238E27FC236}">
                  <a16:creationId xmlns:a16="http://schemas.microsoft.com/office/drawing/2014/main" id="{D7185E6A-B0F9-4CD5-876C-C6E34602CF4D}"/>
                </a:ext>
              </a:extLst>
            </p:cNvPr>
            <p:cNvSpPr/>
            <p:nvPr/>
          </p:nvSpPr>
          <p:spPr>
            <a:xfrm>
              <a:off x="611720"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Create Project/WBS elements</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9" name="Freeform: Shape 8">
              <a:extLst>
                <a:ext uri="{FF2B5EF4-FFF2-40B4-BE49-F238E27FC236}">
                  <a16:creationId xmlns:a16="http://schemas.microsoft.com/office/drawing/2014/main" id="{42A72F15-A403-44A2-995C-1E6F6DAF249C}"/>
                </a:ext>
              </a:extLst>
            </p:cNvPr>
            <p:cNvSpPr/>
            <p:nvPr/>
          </p:nvSpPr>
          <p:spPr>
            <a:xfrm>
              <a:off x="1020033"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0" name="Freeform: Shape 9">
              <a:extLst>
                <a:ext uri="{FF2B5EF4-FFF2-40B4-BE49-F238E27FC236}">
                  <a16:creationId xmlns:a16="http://schemas.microsoft.com/office/drawing/2014/main" id="{E9E3C98E-A1B3-4E22-940E-629CE9676C2F}"/>
                </a:ext>
              </a:extLst>
            </p:cNvPr>
            <p:cNvSpPr/>
            <p:nvPr/>
          </p:nvSpPr>
          <p:spPr>
            <a:xfrm>
              <a:off x="2917383"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36452"/>
                <a:satOff val="-15976"/>
                <a:lumOff val="946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Approve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Plan</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1" name="Freeform: Shape 10">
              <a:extLst>
                <a:ext uri="{FF2B5EF4-FFF2-40B4-BE49-F238E27FC236}">
                  <a16:creationId xmlns:a16="http://schemas.microsoft.com/office/drawing/2014/main" id="{81FA39B9-D06B-4B80-8CD6-51FB2F0A035F}"/>
                </a:ext>
              </a:extLst>
            </p:cNvPr>
            <p:cNvSpPr/>
            <p:nvPr/>
          </p:nvSpPr>
          <p:spPr>
            <a:xfrm>
              <a:off x="3325696"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2" name="Freeform: Shape 11">
              <a:extLst>
                <a:ext uri="{FF2B5EF4-FFF2-40B4-BE49-F238E27FC236}">
                  <a16:creationId xmlns:a16="http://schemas.microsoft.com/office/drawing/2014/main" id="{C055C65F-5A86-4EF6-BB82-9E84DAC0C0AD}"/>
                </a:ext>
              </a:extLst>
            </p:cNvPr>
            <p:cNvSpPr/>
            <p:nvPr/>
          </p:nvSpPr>
          <p:spPr>
            <a:xfrm>
              <a:off x="5223046"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20000"/>
                  <a:lumOff val="80000"/>
                </a:schemeClr>
              </a:solidFill>
            </a:ln>
            <a:effectLst>
              <a:outerShdw blurRad="50800" dist="38100" dir="2700000" algn="tl" rotWithShape="0">
                <a:prstClr val="black">
                  <a:alpha val="40000"/>
                </a:prstClr>
              </a:outerShdw>
            </a:effectLst>
          </p:spPr>
          <p:style>
            <a:lnRef idx="2">
              <a:schemeClr val="accent3">
                <a:shade val="80000"/>
                <a:hueOff val="-72904"/>
                <a:satOff val="-31951"/>
                <a:lumOff val="1893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Maintain budget and budget Approval</a:t>
              </a:r>
            </a:p>
          </p:txBody>
        </p:sp>
        <p:sp>
          <p:nvSpPr>
            <p:cNvPr id="13" name="Freeform: Shape 12">
              <a:extLst>
                <a:ext uri="{FF2B5EF4-FFF2-40B4-BE49-F238E27FC236}">
                  <a16:creationId xmlns:a16="http://schemas.microsoft.com/office/drawing/2014/main" id="{65B98F8B-678A-459D-8E33-99B8046530D4}"/>
                </a:ext>
              </a:extLst>
            </p:cNvPr>
            <p:cNvSpPr/>
            <p:nvPr/>
          </p:nvSpPr>
          <p:spPr>
            <a:xfrm>
              <a:off x="5631359"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4" name="Freeform: Shape 13">
              <a:extLst>
                <a:ext uri="{FF2B5EF4-FFF2-40B4-BE49-F238E27FC236}">
                  <a16:creationId xmlns:a16="http://schemas.microsoft.com/office/drawing/2014/main" id="{3ABB490B-967C-4E28-91C2-3FBF24A585E8}"/>
                </a:ext>
              </a:extLst>
            </p:cNvPr>
            <p:cNvSpPr/>
            <p:nvPr/>
          </p:nvSpPr>
          <p:spPr>
            <a:xfrm>
              <a:off x="7528709"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109357"/>
                <a:satOff val="-47927"/>
                <a:lumOff val="2839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Book actual spending </a:t>
              </a:r>
            </a:p>
          </p:txBody>
        </p:sp>
        <p:sp>
          <p:nvSpPr>
            <p:cNvPr id="15" name="Freeform: Shape 14">
              <a:extLst>
                <a:ext uri="{FF2B5EF4-FFF2-40B4-BE49-F238E27FC236}">
                  <a16:creationId xmlns:a16="http://schemas.microsoft.com/office/drawing/2014/main" id="{ED3EDB67-BCE8-425A-A0E8-02D466C28618}"/>
                </a:ext>
              </a:extLst>
            </p:cNvPr>
            <p:cNvSpPr/>
            <p:nvPr/>
          </p:nvSpPr>
          <p:spPr>
            <a:xfrm>
              <a:off x="7937022"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sp>
          <p:nvSpPr>
            <p:cNvPr id="16" name="Freeform: Shape 15">
              <a:extLst>
                <a:ext uri="{FF2B5EF4-FFF2-40B4-BE49-F238E27FC236}">
                  <a16:creationId xmlns:a16="http://schemas.microsoft.com/office/drawing/2014/main" id="{B77ABC10-92C5-4FD3-B8F9-EF9AD5EF420E}"/>
                </a:ext>
              </a:extLst>
            </p:cNvPr>
            <p:cNvSpPr/>
            <p:nvPr/>
          </p:nvSpPr>
          <p:spPr>
            <a:xfrm>
              <a:off x="9834372"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145809"/>
                <a:satOff val="-63903"/>
                <a:lumOff val="3786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Period End – No Settlement required</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7" name="Freeform: Shape 16">
              <a:extLst>
                <a:ext uri="{FF2B5EF4-FFF2-40B4-BE49-F238E27FC236}">
                  <a16:creationId xmlns:a16="http://schemas.microsoft.com/office/drawing/2014/main" id="{766FE9FF-A1FD-4677-9D32-46A7F33FA60E}"/>
                </a:ext>
              </a:extLst>
            </p:cNvPr>
            <p:cNvSpPr/>
            <p:nvPr/>
          </p:nvSpPr>
          <p:spPr>
            <a:xfrm>
              <a:off x="10242684"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grpSp>
      <p:sp>
        <p:nvSpPr>
          <p:cNvPr id="18" name="TextBox 17">
            <a:extLst>
              <a:ext uri="{FF2B5EF4-FFF2-40B4-BE49-F238E27FC236}">
                <a16:creationId xmlns:a16="http://schemas.microsoft.com/office/drawing/2014/main" id="{88966928-4CB3-46C6-8616-9C698EDD8499}"/>
              </a:ext>
            </a:extLst>
          </p:cNvPr>
          <p:cNvSpPr txBox="1"/>
          <p:nvPr/>
        </p:nvSpPr>
        <p:spPr>
          <a:xfrm>
            <a:off x="339363" y="1462109"/>
            <a:ext cx="2267905" cy="1467903"/>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When using WBS for Opex, you create an Opex project on Fiori Launchpad.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Upon project creation, the first level WBS elements are created based on the “Template” selected on creation screen. You may modify the structure or create more WBS elements later.</a:t>
            </a:r>
          </a:p>
        </p:txBody>
      </p:sp>
      <p:grpSp>
        <p:nvGrpSpPr>
          <p:cNvPr id="20" name="Group 19">
            <a:extLst>
              <a:ext uri="{FF2B5EF4-FFF2-40B4-BE49-F238E27FC236}">
                <a16:creationId xmlns:a16="http://schemas.microsoft.com/office/drawing/2014/main" id="{DBB2F183-F4B8-4C25-B96A-C98F33B5DC65}"/>
              </a:ext>
            </a:extLst>
          </p:cNvPr>
          <p:cNvGrpSpPr/>
          <p:nvPr/>
        </p:nvGrpSpPr>
        <p:grpSpPr>
          <a:xfrm>
            <a:off x="2407024"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1" name="Arrow: Chevron 20">
              <a:extLst>
                <a:ext uri="{FF2B5EF4-FFF2-40B4-BE49-F238E27FC236}">
                  <a16:creationId xmlns:a16="http://schemas.microsoft.com/office/drawing/2014/main" id="{250D2980-04D6-49F5-B0EE-29E3356F763F}"/>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Arrow: Chevron 21">
              <a:extLst>
                <a:ext uri="{FF2B5EF4-FFF2-40B4-BE49-F238E27FC236}">
                  <a16:creationId xmlns:a16="http://schemas.microsoft.com/office/drawing/2014/main" id="{F722E040-55E1-4312-9BBF-564457AFF763}"/>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6" name="Group 25">
            <a:extLst>
              <a:ext uri="{FF2B5EF4-FFF2-40B4-BE49-F238E27FC236}">
                <a16:creationId xmlns:a16="http://schemas.microsoft.com/office/drawing/2014/main" id="{A13948DD-190B-4C91-8147-68967391D8DB}"/>
              </a:ext>
            </a:extLst>
          </p:cNvPr>
          <p:cNvGrpSpPr/>
          <p:nvPr/>
        </p:nvGrpSpPr>
        <p:grpSpPr>
          <a:xfrm>
            <a:off x="7043171"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7" name="Arrow: Chevron 26">
              <a:extLst>
                <a:ext uri="{FF2B5EF4-FFF2-40B4-BE49-F238E27FC236}">
                  <a16:creationId xmlns:a16="http://schemas.microsoft.com/office/drawing/2014/main" id="{18D816C7-EDB9-4CA5-82DC-A809E9A15BD7}"/>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Arrow: Chevron 27">
              <a:extLst>
                <a:ext uri="{FF2B5EF4-FFF2-40B4-BE49-F238E27FC236}">
                  <a16:creationId xmlns:a16="http://schemas.microsoft.com/office/drawing/2014/main" id="{0220F800-C391-4820-9407-2BBCFBCC97CF}"/>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9" name="Group 28">
            <a:extLst>
              <a:ext uri="{FF2B5EF4-FFF2-40B4-BE49-F238E27FC236}">
                <a16:creationId xmlns:a16="http://schemas.microsoft.com/office/drawing/2014/main" id="{67676C1A-F38A-4906-9D8A-52630BA6EE91}"/>
              </a:ext>
            </a:extLst>
          </p:cNvPr>
          <p:cNvGrpSpPr/>
          <p:nvPr/>
        </p:nvGrpSpPr>
        <p:grpSpPr>
          <a:xfrm>
            <a:off x="9330586"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30" name="Arrow: Chevron 29">
              <a:extLst>
                <a:ext uri="{FF2B5EF4-FFF2-40B4-BE49-F238E27FC236}">
                  <a16:creationId xmlns:a16="http://schemas.microsoft.com/office/drawing/2014/main" id="{5AB33AF3-9B86-411E-83FD-383A479A3738}"/>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Arrow: Chevron 30">
              <a:extLst>
                <a:ext uri="{FF2B5EF4-FFF2-40B4-BE49-F238E27FC236}">
                  <a16:creationId xmlns:a16="http://schemas.microsoft.com/office/drawing/2014/main" id="{75C08281-A54B-42E1-879C-28B4C678E984}"/>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32" name="TextBox 31">
            <a:extLst>
              <a:ext uri="{FF2B5EF4-FFF2-40B4-BE49-F238E27FC236}">
                <a16:creationId xmlns:a16="http://schemas.microsoft.com/office/drawing/2014/main" id="{63C21D5E-365F-4424-AFEB-00891A828B79}"/>
              </a:ext>
            </a:extLst>
          </p:cNvPr>
          <p:cNvSpPr txBox="1"/>
          <p:nvPr/>
        </p:nvSpPr>
        <p:spPr>
          <a:xfrm>
            <a:off x="4901370" y="1372699"/>
            <a:ext cx="3271080"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Maintain budget is not mandatory for Opex  flow, therefore you may select “Budget not required” to progress further with your WBS.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If you need to track the spending against budget, you can maintain a budget. Use BAP information (Currency, FX rate, etc.) if you have a BAP.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1" i="1" u="sng" strike="noStrike" kern="1200" cap="none" spc="0" normalizeH="0" baseline="0" noProof="0">
                <a:ln>
                  <a:noFill/>
                </a:ln>
                <a:solidFill>
                  <a:srgbClr val="71BBAA"/>
                </a:solidFill>
                <a:effectLst/>
                <a:uLnTx/>
                <a:uFillTx/>
                <a:latin typeface="Georgia" panose="02040502050405020303" pitchFamily="18" charset="0"/>
                <a:ea typeface="+mn-ea"/>
                <a:cs typeface="+mn-cs"/>
              </a:rPr>
              <a:t>Budget needs to be approved before WBS can be used for purchasing.</a:t>
            </a:r>
          </a:p>
        </p:txBody>
      </p:sp>
      <p:sp>
        <p:nvSpPr>
          <p:cNvPr id="33" name="TextBox 32">
            <a:extLst>
              <a:ext uri="{FF2B5EF4-FFF2-40B4-BE49-F238E27FC236}">
                <a16:creationId xmlns:a16="http://schemas.microsoft.com/office/drawing/2014/main" id="{FFAC2B82-6926-43E9-8F51-07F402B6A9BA}"/>
              </a:ext>
            </a:extLst>
          </p:cNvPr>
          <p:cNvSpPr txBox="1"/>
          <p:nvPr/>
        </p:nvSpPr>
        <p:spPr>
          <a:xfrm>
            <a:off x="7240638" y="4729565"/>
            <a:ext cx="2479848"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Actual spending are posted to WBS elements of the Opex project via transactions such as Goods Receipts, Invoice Receipts, GL journals, Direct FI invoices, etc.</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PR account assignment category Y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should be used for Opex WBS, to allow postings to be made to both WBS and Cost Center.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4" name="TextBox 33">
            <a:extLst>
              <a:ext uri="{FF2B5EF4-FFF2-40B4-BE49-F238E27FC236}">
                <a16:creationId xmlns:a16="http://schemas.microsoft.com/office/drawing/2014/main" id="{316545B8-E4F9-42AC-A648-0E63570E3462}"/>
              </a:ext>
            </a:extLst>
          </p:cNvPr>
          <p:cNvSpPr txBox="1"/>
          <p:nvPr/>
        </p:nvSpPr>
        <p:spPr>
          <a:xfrm>
            <a:off x="9473630" y="1371237"/>
            <a:ext cx="2649204" cy="1883875"/>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Opex WBS elements are statistical cost objects in S/4HANA therefore no settlement is required.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costs booked to WBS are automatically reflected in Cost Center reporting, allowing analysis to be done by cost center.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Reports are available in both S/4 and GPM.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5" name="TextBox 34">
            <a:extLst>
              <a:ext uri="{FF2B5EF4-FFF2-40B4-BE49-F238E27FC236}">
                <a16:creationId xmlns:a16="http://schemas.microsoft.com/office/drawing/2014/main" id="{BD1FE219-E8B8-433C-A50E-800881B940AD}"/>
              </a:ext>
            </a:extLst>
          </p:cNvPr>
          <p:cNvSpPr txBox="1"/>
          <p:nvPr/>
        </p:nvSpPr>
        <p:spPr>
          <a:xfrm>
            <a:off x="2587044" y="4669686"/>
            <a:ext cx="2524159"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Once a project has been created and it has at least an initial WBS structure, the status can be changed to “approve plan”, i.e. the project is approved for further usage.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is inherited from EAM and has no impact on the ability to include a project in GPM planning. However, it is still necessary to change the status to “Approve plan” so that the project can be further used for actuals in SAP. </a:t>
            </a:r>
          </a:p>
        </p:txBody>
      </p:sp>
      <p:grpSp>
        <p:nvGrpSpPr>
          <p:cNvPr id="36" name="Group 35">
            <a:extLst>
              <a:ext uri="{FF2B5EF4-FFF2-40B4-BE49-F238E27FC236}">
                <a16:creationId xmlns:a16="http://schemas.microsoft.com/office/drawing/2014/main" id="{B02899C7-6DA8-4BF5-B215-DD9F1F61FA3D}"/>
              </a:ext>
            </a:extLst>
          </p:cNvPr>
          <p:cNvGrpSpPr/>
          <p:nvPr/>
        </p:nvGrpSpPr>
        <p:grpSpPr>
          <a:xfrm>
            <a:off x="4713713" y="3754886"/>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37" name="Arrow: Chevron 36">
              <a:extLst>
                <a:ext uri="{FF2B5EF4-FFF2-40B4-BE49-F238E27FC236}">
                  <a16:creationId xmlns:a16="http://schemas.microsoft.com/office/drawing/2014/main" id="{1386CA50-3A02-419C-882A-4014941FA044}"/>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8" name="Arrow: Chevron 37">
              <a:extLst>
                <a:ext uri="{FF2B5EF4-FFF2-40B4-BE49-F238E27FC236}">
                  <a16:creationId xmlns:a16="http://schemas.microsoft.com/office/drawing/2014/main" id="{0A734F6C-A8D8-4375-B201-C4FB4E54A4A3}"/>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pic>
        <p:nvPicPr>
          <p:cNvPr id="39" name="Graphic 38" descr="Target">
            <a:extLst>
              <a:ext uri="{FF2B5EF4-FFF2-40B4-BE49-F238E27FC236}">
                <a16:creationId xmlns:a16="http://schemas.microsoft.com/office/drawing/2014/main" id="{E8096ABB-62B6-4420-9C2F-E97248E6FFC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12727" y="2322666"/>
            <a:ext cx="412552" cy="412552"/>
          </a:xfrm>
          <a:prstGeom prst="rect">
            <a:avLst/>
          </a:prstGeom>
        </p:spPr>
      </p:pic>
    </p:spTree>
    <p:extLst>
      <p:ext uri="{BB962C8B-B14F-4D97-AF65-F5344CB8AC3E}">
        <p14:creationId xmlns:p14="http://schemas.microsoft.com/office/powerpoint/2010/main" val="254205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1215A40-88B7-4EB4-8D9E-F1B6AC706C89}"/>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74" name="think-cell Slide" r:id="rId5" imgW="415" imgH="416" progId="TCLayout.ActiveDocument.1">
                  <p:embed/>
                </p:oleObj>
              </mc:Choice>
              <mc:Fallback>
                <p:oleObj name="think-cell Slide" r:id="rId5" imgW="415" imgH="416" progId="TCLayout.ActiveDocument.1">
                  <p:embed/>
                  <p:pic>
                    <p:nvPicPr>
                      <p:cNvPr id="4" name="Object 3" hidden="1">
                        <a:extLst>
                          <a:ext uri="{FF2B5EF4-FFF2-40B4-BE49-F238E27FC236}">
                            <a16:creationId xmlns:a16="http://schemas.microsoft.com/office/drawing/2014/main" id="{A1215A40-88B7-4EB4-8D9E-F1B6AC706C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E9C778A-C2B5-4DDB-AC1C-306C6DB5E66A}"/>
              </a:ext>
            </a:extLst>
          </p:cNvPr>
          <p:cNvSpPr/>
          <p:nvPr>
            <p:custDataLst>
              <p:tags r:id="rId3"/>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9437461" cy="984247"/>
          </a:xfrm>
        </p:spPr>
        <p:txBody>
          <a:bodyPr/>
          <a:lstStyle/>
          <a:p>
            <a:r>
              <a:rPr lang="en-GB"/>
              <a:t>Above brand contribution WBS Flow</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7" name="Group 6">
            <a:extLst>
              <a:ext uri="{FF2B5EF4-FFF2-40B4-BE49-F238E27FC236}">
                <a16:creationId xmlns:a16="http://schemas.microsoft.com/office/drawing/2014/main" id="{6C7601AE-F2F5-4D38-9E8B-20B7967FB993}"/>
              </a:ext>
            </a:extLst>
          </p:cNvPr>
          <p:cNvGrpSpPr/>
          <p:nvPr/>
        </p:nvGrpSpPr>
        <p:grpSpPr>
          <a:xfrm>
            <a:off x="463893" y="2669288"/>
            <a:ext cx="11264214" cy="2097004"/>
            <a:chOff x="611720" y="2281167"/>
            <a:chExt cx="11264214" cy="2164965"/>
          </a:xfrm>
        </p:grpSpPr>
        <p:sp>
          <p:nvSpPr>
            <p:cNvPr id="8" name="Freeform: Shape 7">
              <a:extLst>
                <a:ext uri="{FF2B5EF4-FFF2-40B4-BE49-F238E27FC236}">
                  <a16:creationId xmlns:a16="http://schemas.microsoft.com/office/drawing/2014/main" id="{D7185E6A-B0F9-4CD5-876C-C6E34602CF4D}"/>
                </a:ext>
              </a:extLst>
            </p:cNvPr>
            <p:cNvSpPr/>
            <p:nvPr/>
          </p:nvSpPr>
          <p:spPr>
            <a:xfrm>
              <a:off x="611720"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Create Project/WBS elements</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9" name="Freeform: Shape 8">
              <a:extLst>
                <a:ext uri="{FF2B5EF4-FFF2-40B4-BE49-F238E27FC236}">
                  <a16:creationId xmlns:a16="http://schemas.microsoft.com/office/drawing/2014/main" id="{42A72F15-A403-44A2-995C-1E6F6DAF249C}"/>
                </a:ext>
              </a:extLst>
            </p:cNvPr>
            <p:cNvSpPr/>
            <p:nvPr/>
          </p:nvSpPr>
          <p:spPr>
            <a:xfrm>
              <a:off x="1020033"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0" name="Freeform: Shape 9">
              <a:extLst>
                <a:ext uri="{FF2B5EF4-FFF2-40B4-BE49-F238E27FC236}">
                  <a16:creationId xmlns:a16="http://schemas.microsoft.com/office/drawing/2014/main" id="{E9E3C98E-A1B3-4E22-940E-629CE9676C2F}"/>
                </a:ext>
              </a:extLst>
            </p:cNvPr>
            <p:cNvSpPr/>
            <p:nvPr/>
          </p:nvSpPr>
          <p:spPr>
            <a:xfrm>
              <a:off x="2917383"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36452"/>
                <a:satOff val="-15976"/>
                <a:lumOff val="946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Approve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Plan*</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1" name="Freeform: Shape 10">
              <a:extLst>
                <a:ext uri="{FF2B5EF4-FFF2-40B4-BE49-F238E27FC236}">
                  <a16:creationId xmlns:a16="http://schemas.microsoft.com/office/drawing/2014/main" id="{81FA39B9-D06B-4B80-8CD6-51FB2F0A035F}"/>
                </a:ext>
              </a:extLst>
            </p:cNvPr>
            <p:cNvSpPr/>
            <p:nvPr/>
          </p:nvSpPr>
          <p:spPr>
            <a:xfrm>
              <a:off x="3325696"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2" name="Freeform: Shape 11">
              <a:extLst>
                <a:ext uri="{FF2B5EF4-FFF2-40B4-BE49-F238E27FC236}">
                  <a16:creationId xmlns:a16="http://schemas.microsoft.com/office/drawing/2014/main" id="{C055C65F-5A86-4EF6-BB82-9E84DAC0C0AD}"/>
                </a:ext>
              </a:extLst>
            </p:cNvPr>
            <p:cNvSpPr/>
            <p:nvPr/>
          </p:nvSpPr>
          <p:spPr>
            <a:xfrm>
              <a:off x="5223046"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20000"/>
                  <a:lumOff val="80000"/>
                </a:schemeClr>
              </a:solidFill>
            </a:ln>
            <a:effectLst>
              <a:outerShdw blurRad="50800" dist="38100" dir="2700000" algn="tl" rotWithShape="0">
                <a:prstClr val="black">
                  <a:alpha val="40000"/>
                </a:prstClr>
              </a:outerShdw>
            </a:effectLst>
          </p:spPr>
          <p:style>
            <a:lnRef idx="2">
              <a:schemeClr val="accent3">
                <a:shade val="80000"/>
                <a:hueOff val="-72904"/>
                <a:satOff val="-31951"/>
                <a:lumOff val="1893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Maintain budget and budget Approval</a:t>
              </a:r>
            </a:p>
          </p:txBody>
        </p:sp>
        <p:sp>
          <p:nvSpPr>
            <p:cNvPr id="13" name="Freeform: Shape 12">
              <a:extLst>
                <a:ext uri="{FF2B5EF4-FFF2-40B4-BE49-F238E27FC236}">
                  <a16:creationId xmlns:a16="http://schemas.microsoft.com/office/drawing/2014/main" id="{65B98F8B-678A-459D-8E33-99B8046530D4}"/>
                </a:ext>
              </a:extLst>
            </p:cNvPr>
            <p:cNvSpPr/>
            <p:nvPr/>
          </p:nvSpPr>
          <p:spPr>
            <a:xfrm>
              <a:off x="5631359"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4" name="Freeform: Shape 13">
              <a:extLst>
                <a:ext uri="{FF2B5EF4-FFF2-40B4-BE49-F238E27FC236}">
                  <a16:creationId xmlns:a16="http://schemas.microsoft.com/office/drawing/2014/main" id="{3ABB490B-967C-4E28-91C2-3FBF24A585E8}"/>
                </a:ext>
              </a:extLst>
            </p:cNvPr>
            <p:cNvSpPr/>
            <p:nvPr/>
          </p:nvSpPr>
          <p:spPr>
            <a:xfrm>
              <a:off x="7528709"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109357"/>
                <a:satOff val="-47927"/>
                <a:lumOff val="2839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Book actual spending </a:t>
              </a:r>
            </a:p>
          </p:txBody>
        </p:sp>
        <p:sp>
          <p:nvSpPr>
            <p:cNvPr id="15" name="Freeform: Shape 14">
              <a:extLst>
                <a:ext uri="{FF2B5EF4-FFF2-40B4-BE49-F238E27FC236}">
                  <a16:creationId xmlns:a16="http://schemas.microsoft.com/office/drawing/2014/main" id="{ED3EDB67-BCE8-425A-A0E8-02D466C28618}"/>
                </a:ext>
              </a:extLst>
            </p:cNvPr>
            <p:cNvSpPr/>
            <p:nvPr/>
          </p:nvSpPr>
          <p:spPr>
            <a:xfrm>
              <a:off x="7937022"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sp>
          <p:nvSpPr>
            <p:cNvPr id="16" name="Freeform: Shape 15">
              <a:extLst>
                <a:ext uri="{FF2B5EF4-FFF2-40B4-BE49-F238E27FC236}">
                  <a16:creationId xmlns:a16="http://schemas.microsoft.com/office/drawing/2014/main" id="{B77ABC10-92C5-4FD3-B8F9-EF9AD5EF420E}"/>
                </a:ext>
              </a:extLst>
            </p:cNvPr>
            <p:cNvSpPr/>
            <p:nvPr/>
          </p:nvSpPr>
          <p:spPr>
            <a:xfrm>
              <a:off x="9834372"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145809"/>
                <a:satOff val="-63903"/>
                <a:lumOff val="3786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Period End – Settlement for Branded/Multi-branded WBS</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7" name="Freeform: Shape 16">
              <a:extLst>
                <a:ext uri="{FF2B5EF4-FFF2-40B4-BE49-F238E27FC236}">
                  <a16:creationId xmlns:a16="http://schemas.microsoft.com/office/drawing/2014/main" id="{766FE9FF-A1FD-4677-9D32-46A7F33FA60E}"/>
                </a:ext>
              </a:extLst>
            </p:cNvPr>
            <p:cNvSpPr/>
            <p:nvPr/>
          </p:nvSpPr>
          <p:spPr>
            <a:xfrm>
              <a:off x="10242684"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grpSp>
      <p:sp>
        <p:nvSpPr>
          <p:cNvPr id="18" name="TextBox 17">
            <a:extLst>
              <a:ext uri="{FF2B5EF4-FFF2-40B4-BE49-F238E27FC236}">
                <a16:creationId xmlns:a16="http://schemas.microsoft.com/office/drawing/2014/main" id="{88966928-4CB3-46C6-8616-9C698EDD8499}"/>
              </a:ext>
            </a:extLst>
          </p:cNvPr>
          <p:cNvSpPr txBox="1"/>
          <p:nvPr/>
        </p:nvSpPr>
        <p:spPr>
          <a:xfrm>
            <a:off x="343276" y="1410924"/>
            <a:ext cx="3913764" cy="1661293"/>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When using WBS for expenses above brand contribution such as price / distribution allowances, marketing allowances, marketing programs etc, you create an Above Brand Contribution (ABC) project on Fiori Launchpad.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Depending on the usage of your ABC project you may need to create further structures/WBS elements under the original structure which was created when  you created the project using the selected template.</a:t>
            </a:r>
          </a:p>
        </p:txBody>
      </p:sp>
      <p:grpSp>
        <p:nvGrpSpPr>
          <p:cNvPr id="20" name="Group 19">
            <a:extLst>
              <a:ext uri="{FF2B5EF4-FFF2-40B4-BE49-F238E27FC236}">
                <a16:creationId xmlns:a16="http://schemas.microsoft.com/office/drawing/2014/main" id="{DBB2F183-F4B8-4C25-B96A-C98F33B5DC65}"/>
              </a:ext>
            </a:extLst>
          </p:cNvPr>
          <p:cNvGrpSpPr/>
          <p:nvPr/>
        </p:nvGrpSpPr>
        <p:grpSpPr>
          <a:xfrm>
            <a:off x="2407024"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1" name="Arrow: Chevron 20">
              <a:extLst>
                <a:ext uri="{FF2B5EF4-FFF2-40B4-BE49-F238E27FC236}">
                  <a16:creationId xmlns:a16="http://schemas.microsoft.com/office/drawing/2014/main" id="{250D2980-04D6-49F5-B0EE-29E3356F763F}"/>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Arrow: Chevron 21">
              <a:extLst>
                <a:ext uri="{FF2B5EF4-FFF2-40B4-BE49-F238E27FC236}">
                  <a16:creationId xmlns:a16="http://schemas.microsoft.com/office/drawing/2014/main" id="{F722E040-55E1-4312-9BBF-564457AFF763}"/>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6" name="Group 25">
            <a:extLst>
              <a:ext uri="{FF2B5EF4-FFF2-40B4-BE49-F238E27FC236}">
                <a16:creationId xmlns:a16="http://schemas.microsoft.com/office/drawing/2014/main" id="{A13948DD-190B-4C91-8147-68967391D8DB}"/>
              </a:ext>
            </a:extLst>
          </p:cNvPr>
          <p:cNvGrpSpPr/>
          <p:nvPr/>
        </p:nvGrpSpPr>
        <p:grpSpPr>
          <a:xfrm>
            <a:off x="7043171"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7" name="Arrow: Chevron 26">
              <a:extLst>
                <a:ext uri="{FF2B5EF4-FFF2-40B4-BE49-F238E27FC236}">
                  <a16:creationId xmlns:a16="http://schemas.microsoft.com/office/drawing/2014/main" id="{18D816C7-EDB9-4CA5-82DC-A809E9A15BD7}"/>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Arrow: Chevron 27">
              <a:extLst>
                <a:ext uri="{FF2B5EF4-FFF2-40B4-BE49-F238E27FC236}">
                  <a16:creationId xmlns:a16="http://schemas.microsoft.com/office/drawing/2014/main" id="{0220F800-C391-4820-9407-2BBCFBCC97CF}"/>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9" name="Group 28">
            <a:extLst>
              <a:ext uri="{FF2B5EF4-FFF2-40B4-BE49-F238E27FC236}">
                <a16:creationId xmlns:a16="http://schemas.microsoft.com/office/drawing/2014/main" id="{67676C1A-F38A-4906-9D8A-52630BA6EE91}"/>
              </a:ext>
            </a:extLst>
          </p:cNvPr>
          <p:cNvGrpSpPr/>
          <p:nvPr/>
        </p:nvGrpSpPr>
        <p:grpSpPr>
          <a:xfrm>
            <a:off x="9330586"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30" name="Arrow: Chevron 29">
              <a:extLst>
                <a:ext uri="{FF2B5EF4-FFF2-40B4-BE49-F238E27FC236}">
                  <a16:creationId xmlns:a16="http://schemas.microsoft.com/office/drawing/2014/main" id="{5AB33AF3-9B86-411E-83FD-383A479A3738}"/>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Arrow: Chevron 30">
              <a:extLst>
                <a:ext uri="{FF2B5EF4-FFF2-40B4-BE49-F238E27FC236}">
                  <a16:creationId xmlns:a16="http://schemas.microsoft.com/office/drawing/2014/main" id="{75C08281-A54B-42E1-879C-28B4C678E984}"/>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32" name="TextBox 31">
            <a:extLst>
              <a:ext uri="{FF2B5EF4-FFF2-40B4-BE49-F238E27FC236}">
                <a16:creationId xmlns:a16="http://schemas.microsoft.com/office/drawing/2014/main" id="{63C21D5E-365F-4424-AFEB-00891A828B79}"/>
              </a:ext>
            </a:extLst>
          </p:cNvPr>
          <p:cNvSpPr txBox="1"/>
          <p:nvPr/>
        </p:nvSpPr>
        <p:spPr>
          <a:xfrm>
            <a:off x="4796363" y="1367477"/>
            <a:ext cx="3326861"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Maintain budget is not mandatory for ABC WBS flow, therefore you may select “Budget not required” to progress further with your WBS.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If you need to track the spending against budget, you can maintain a budget. Use BAP information (Currency, FX rate, etc.) if you have a BAP.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1" i="1" u="sng" strike="noStrike" kern="1200" cap="none" spc="0" normalizeH="0" baseline="0" noProof="0">
                <a:ln>
                  <a:noFill/>
                </a:ln>
                <a:solidFill>
                  <a:srgbClr val="71BBAA"/>
                </a:solidFill>
                <a:effectLst/>
                <a:uLnTx/>
                <a:uFillTx/>
                <a:latin typeface="Georgia" panose="02040502050405020303" pitchFamily="18" charset="0"/>
                <a:ea typeface="+mn-ea"/>
                <a:cs typeface="+mn-cs"/>
              </a:rPr>
              <a:t>Budget needs to be approved before WBS can be used for purchasing.</a:t>
            </a:r>
          </a:p>
        </p:txBody>
      </p:sp>
      <p:sp>
        <p:nvSpPr>
          <p:cNvPr id="33" name="TextBox 32">
            <a:extLst>
              <a:ext uri="{FF2B5EF4-FFF2-40B4-BE49-F238E27FC236}">
                <a16:creationId xmlns:a16="http://schemas.microsoft.com/office/drawing/2014/main" id="{FFAC2B82-6926-43E9-8F51-07F402B6A9BA}"/>
              </a:ext>
            </a:extLst>
          </p:cNvPr>
          <p:cNvSpPr txBox="1"/>
          <p:nvPr/>
        </p:nvSpPr>
        <p:spPr>
          <a:xfrm>
            <a:off x="7240638" y="4729565"/>
            <a:ext cx="2479848"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Actual spending are posted to WBS elements of the ABC project via transactions such as Goods Receipts, Invoice Receipts, GL journals, Direct FI invoices, etc.</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PR account assignment category Y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should be used for Marketing WBS, to allow postings to be made to both WBS and Cost Center.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4" name="TextBox 33">
            <a:extLst>
              <a:ext uri="{FF2B5EF4-FFF2-40B4-BE49-F238E27FC236}">
                <a16:creationId xmlns:a16="http://schemas.microsoft.com/office/drawing/2014/main" id="{316545B8-E4F9-42AC-A648-0E63570E3462}"/>
              </a:ext>
            </a:extLst>
          </p:cNvPr>
          <p:cNvSpPr txBox="1"/>
          <p:nvPr/>
        </p:nvSpPr>
        <p:spPr>
          <a:xfrm>
            <a:off x="9452754" y="1370993"/>
            <a:ext cx="2649204" cy="1883875"/>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Branded and Multi-brand ABC WBS elements needs to be settled/allocated at period end to CO-PA characteristics, while statistical ones do not require settlement.</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Reports are available in both S/4 and GPM for cost and profitability analysis in relation to marketing expenses.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5" name="TextBox 34">
            <a:extLst>
              <a:ext uri="{FF2B5EF4-FFF2-40B4-BE49-F238E27FC236}">
                <a16:creationId xmlns:a16="http://schemas.microsoft.com/office/drawing/2014/main" id="{BD1FE219-E8B8-433C-A50E-800881B940AD}"/>
              </a:ext>
            </a:extLst>
          </p:cNvPr>
          <p:cNvSpPr txBox="1"/>
          <p:nvPr/>
        </p:nvSpPr>
        <p:spPr>
          <a:xfrm>
            <a:off x="2313678" y="4556753"/>
            <a:ext cx="3326860"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Once a project has been created and it has at least an initial WBS structure, the status can be changed to “approve plan”, i.e. the project is approved for further usage. </a:t>
            </a:r>
            <a:r>
              <a:rPr kumimoji="0" lang="en-US" sz="1100" b="0" i="1" u="none" strike="noStrike" kern="1200" cap="none" spc="0" normalizeH="0" baseline="0" noProof="0">
                <a:ln>
                  <a:noFill/>
                </a:ln>
                <a:solidFill>
                  <a:srgbClr val="000000"/>
                </a:solidFill>
                <a:effectLst/>
                <a:uLnTx/>
                <a:uFillTx/>
                <a:latin typeface="Arial" panose="020B0604020202020204"/>
                <a:ea typeface="+mn-ea"/>
                <a:cs typeface="+mn-cs"/>
              </a:rPr>
              <a:t>Approve into plan</a:t>
            </a:r>
            <a:r>
              <a:rPr kumimoji="0" lang="en-US" sz="11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functionality is included into the project manager’s role for </a:t>
            </a:r>
            <a:r>
              <a:rPr kumimoji="0" lang="en-US" sz="11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Opex</a:t>
            </a:r>
            <a:r>
              <a:rPr kumimoji="0" lang="en-US"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and ABC projects. For capex this is still a separate role</a:t>
            </a: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is inherited from EAM and has no impact on the ability to include a project in GPM planning. However, it is still necessary to change the status to “Approve plan” so that the project can be further used for actuals in SAP. .</a:t>
            </a:r>
          </a:p>
        </p:txBody>
      </p:sp>
      <p:pic>
        <p:nvPicPr>
          <p:cNvPr id="19" name="Graphic 18" descr="Target">
            <a:extLst>
              <a:ext uri="{FF2B5EF4-FFF2-40B4-BE49-F238E27FC236}">
                <a16:creationId xmlns:a16="http://schemas.microsoft.com/office/drawing/2014/main" id="{55AB415B-071B-434C-A678-B2880F62794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00967" y="2312506"/>
            <a:ext cx="412552" cy="412552"/>
          </a:xfrm>
          <a:prstGeom prst="rect">
            <a:avLst/>
          </a:prstGeom>
        </p:spPr>
      </p:pic>
    </p:spTree>
    <p:extLst>
      <p:ext uri="{BB962C8B-B14F-4D97-AF65-F5344CB8AC3E}">
        <p14:creationId xmlns:p14="http://schemas.microsoft.com/office/powerpoint/2010/main" val="33493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A83669-D6FE-41AE-9C9A-EFE39B6EB03D}"/>
              </a:ext>
            </a:extLst>
          </p:cNvPr>
          <p:cNvPicPr>
            <a:picLocks noChangeAspect="1"/>
          </p:cNvPicPr>
          <p:nvPr/>
        </p:nvPicPr>
        <p:blipFill>
          <a:blip r:embed="rId2"/>
          <a:stretch>
            <a:fillRect/>
          </a:stretch>
        </p:blipFill>
        <p:spPr>
          <a:xfrm>
            <a:off x="520413" y="2639396"/>
            <a:ext cx="6899848" cy="3611796"/>
          </a:xfrm>
          <a:prstGeom prst="rect">
            <a:avLst/>
          </a:prstGeom>
        </p:spPr>
      </p:pic>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How to Assign a Budget to a WBS Project</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Snip Single Corner Rectangle 24">
            <a:extLst>
              <a:ext uri="{FF2B5EF4-FFF2-40B4-BE49-F238E27FC236}">
                <a16:creationId xmlns:a16="http://schemas.microsoft.com/office/drawing/2014/main" id="{00AC8277-C492-491D-BAA4-4F5F21EB8870}"/>
              </a:ext>
            </a:extLst>
          </p:cNvPr>
          <p:cNvSpPr/>
          <p:nvPr/>
        </p:nvSpPr>
        <p:spPr bwMode="auto">
          <a:xfrm>
            <a:off x="592163" y="1527483"/>
            <a:ext cx="6634137" cy="1065584"/>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The budget must first be assigned to the project, and this can be done via the project cockpit or directly in PPM under the Maintain Budget tab </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Budget approval/access to assign/change budget is based on profit center</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Each budget approval role is linked to a bucket</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14" name="Rectangle 13">
            <a:extLst>
              <a:ext uri="{FF2B5EF4-FFF2-40B4-BE49-F238E27FC236}">
                <a16:creationId xmlns:a16="http://schemas.microsoft.com/office/drawing/2014/main" id="{CE31736D-2252-4BC4-83E4-FE6BF9B75EA0}"/>
              </a:ext>
            </a:extLst>
          </p:cNvPr>
          <p:cNvSpPr/>
          <p:nvPr/>
        </p:nvSpPr>
        <p:spPr>
          <a:xfrm>
            <a:off x="7746922" y="1550782"/>
            <a:ext cx="3924456" cy="1315435"/>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If a budget is required, the budget FX rate and FX date should be selected, this can be the FX rate as per the BAP / Memo, or the AP, LE1, LE2 FX rates can be used as appropriate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budget FX rate and currency used will have an impact on the availability control calculation</a:t>
            </a:r>
          </a:p>
        </p:txBody>
      </p:sp>
      <p:sp>
        <p:nvSpPr>
          <p:cNvPr id="15" name="Rectangle 14">
            <a:extLst>
              <a:ext uri="{FF2B5EF4-FFF2-40B4-BE49-F238E27FC236}">
                <a16:creationId xmlns:a16="http://schemas.microsoft.com/office/drawing/2014/main" id="{E21F02B7-13D9-4E1A-8CCE-4DBF1C5E9994}"/>
              </a:ext>
            </a:extLst>
          </p:cNvPr>
          <p:cNvSpPr/>
          <p:nvPr/>
        </p:nvSpPr>
        <p:spPr>
          <a:xfrm>
            <a:off x="7747000" y="5091382"/>
            <a:ext cx="3924378" cy="1372918"/>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Click Add Row to add budget. The budget amounts should be assigned by document currency with the appropriate currency mix expected for the expenditure.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On Enter the added budget becomes “Proposed Budget” which must then be Approved</a:t>
            </a:r>
          </a:p>
        </p:txBody>
      </p:sp>
      <p:sp>
        <p:nvSpPr>
          <p:cNvPr id="16" name="Rectangle 15">
            <a:extLst>
              <a:ext uri="{FF2B5EF4-FFF2-40B4-BE49-F238E27FC236}">
                <a16:creationId xmlns:a16="http://schemas.microsoft.com/office/drawing/2014/main" id="{3E04CC70-6A8B-48FF-8FA2-B10C5399BAB4}"/>
              </a:ext>
            </a:extLst>
          </p:cNvPr>
          <p:cNvSpPr/>
          <p:nvPr/>
        </p:nvSpPr>
        <p:spPr>
          <a:xfrm>
            <a:off x="7746922" y="2997200"/>
            <a:ext cx="3924456" cy="200152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There is also the possibility to enter a related BAP. This has a direct link to the BAP system for improved visibility of Project flow and information.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This master data created here will be visible in CJ20N when the Budget is approved.</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It is not always necessary to enter Budget information so users can change the status of the Project to Budget not required, otherwise the approval is required.</a:t>
            </a:r>
          </a:p>
        </p:txBody>
      </p:sp>
      <p:sp>
        <p:nvSpPr>
          <p:cNvPr id="17" name="Rectangle 16">
            <a:extLst>
              <a:ext uri="{FF2B5EF4-FFF2-40B4-BE49-F238E27FC236}">
                <a16:creationId xmlns:a16="http://schemas.microsoft.com/office/drawing/2014/main" id="{975802A8-3FD8-46EE-A8F0-A3F6B079AEDF}"/>
              </a:ext>
            </a:extLst>
          </p:cNvPr>
          <p:cNvSpPr/>
          <p:nvPr/>
        </p:nvSpPr>
        <p:spPr>
          <a:xfrm>
            <a:off x="520413" y="5397500"/>
            <a:ext cx="5486687" cy="853692"/>
          </a:xfrm>
          <a:prstGeom prst="rect">
            <a:avLst/>
          </a:prstGeom>
          <a:noFill/>
          <a:ln w="2222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Arrow: Right 17">
            <a:extLst>
              <a:ext uri="{FF2B5EF4-FFF2-40B4-BE49-F238E27FC236}">
                <a16:creationId xmlns:a16="http://schemas.microsoft.com/office/drawing/2014/main" id="{4C59DCC5-6D5C-44A7-A077-ADDC9AE57A95}"/>
              </a:ext>
            </a:extLst>
          </p:cNvPr>
          <p:cNvSpPr/>
          <p:nvPr/>
        </p:nvSpPr>
        <p:spPr>
          <a:xfrm>
            <a:off x="7025235" y="5566446"/>
            <a:ext cx="558356" cy="5158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5BE4EB65-3ACD-45BF-98B0-D6C412425B58}"/>
              </a:ext>
            </a:extLst>
          </p:cNvPr>
          <p:cNvSpPr/>
          <p:nvPr/>
        </p:nvSpPr>
        <p:spPr>
          <a:xfrm>
            <a:off x="592163" y="5003360"/>
            <a:ext cx="3116237" cy="268826"/>
          </a:xfrm>
          <a:prstGeom prst="rect">
            <a:avLst/>
          </a:prstGeom>
          <a:noFill/>
          <a:ln w="2222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E52C86F7-0F79-4A1B-A453-460D8A6CFC6C}"/>
              </a:ext>
            </a:extLst>
          </p:cNvPr>
          <p:cNvSpPr/>
          <p:nvPr/>
        </p:nvSpPr>
        <p:spPr>
          <a:xfrm>
            <a:off x="4140543" y="4643094"/>
            <a:ext cx="2328837" cy="261646"/>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Arrow: Right 20">
            <a:extLst>
              <a:ext uri="{FF2B5EF4-FFF2-40B4-BE49-F238E27FC236}">
                <a16:creationId xmlns:a16="http://schemas.microsoft.com/office/drawing/2014/main" id="{1CCB719C-D9CA-4788-8968-2C2E87C4E0FE}"/>
              </a:ext>
            </a:extLst>
          </p:cNvPr>
          <p:cNvSpPr/>
          <p:nvPr/>
        </p:nvSpPr>
        <p:spPr>
          <a:xfrm>
            <a:off x="7025236" y="4314392"/>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Arrow: Right 21">
            <a:extLst>
              <a:ext uri="{FF2B5EF4-FFF2-40B4-BE49-F238E27FC236}">
                <a16:creationId xmlns:a16="http://schemas.microsoft.com/office/drawing/2014/main" id="{18FCAF1D-FF56-433F-B7EE-DF8B419D8E6A}"/>
              </a:ext>
            </a:extLst>
          </p:cNvPr>
          <p:cNvSpPr/>
          <p:nvPr/>
        </p:nvSpPr>
        <p:spPr>
          <a:xfrm>
            <a:off x="7028408" y="2639396"/>
            <a:ext cx="558357" cy="518348"/>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5A448A95-1D10-4E23-9DCA-6A580D832A32}"/>
              </a:ext>
            </a:extLst>
          </p:cNvPr>
          <p:cNvSpPr/>
          <p:nvPr/>
        </p:nvSpPr>
        <p:spPr>
          <a:xfrm>
            <a:off x="592163" y="4673574"/>
            <a:ext cx="2931564" cy="325146"/>
          </a:xfrm>
          <a:prstGeom prst="rect">
            <a:avLst/>
          </a:prstGeom>
          <a:noFill/>
          <a:ln w="2222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720A242A-E781-4B31-A090-46CEF6534CA2}"/>
              </a:ext>
            </a:extLst>
          </p:cNvPr>
          <p:cNvPicPr>
            <a:picLocks noChangeAspect="1"/>
          </p:cNvPicPr>
          <p:nvPr/>
        </p:nvPicPr>
        <p:blipFill>
          <a:blip r:embed="rId3"/>
          <a:stretch>
            <a:fillRect/>
          </a:stretch>
        </p:blipFill>
        <p:spPr>
          <a:xfrm>
            <a:off x="5119462" y="3675870"/>
            <a:ext cx="2184951" cy="641375"/>
          </a:xfrm>
          <a:prstGeom prst="rect">
            <a:avLst/>
          </a:prstGeom>
          <a:ln w="19050">
            <a:solidFill>
              <a:srgbClr val="00B050"/>
            </a:solidFill>
            <a:prstDash val="dash"/>
          </a:ln>
        </p:spPr>
      </p:pic>
      <p:sp>
        <p:nvSpPr>
          <p:cNvPr id="25" name="Rectangle: Rounded Corners 24">
            <a:extLst>
              <a:ext uri="{FF2B5EF4-FFF2-40B4-BE49-F238E27FC236}">
                <a16:creationId xmlns:a16="http://schemas.microsoft.com/office/drawing/2014/main" id="{31DA3849-17C1-478E-A5ED-0D49E16BF9DE}"/>
              </a:ext>
            </a:extLst>
          </p:cNvPr>
          <p:cNvSpPr/>
          <p:nvPr/>
        </p:nvSpPr>
        <p:spPr>
          <a:xfrm>
            <a:off x="5962637" y="3717741"/>
            <a:ext cx="791054" cy="23563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CJ20N</a:t>
            </a:r>
          </a:p>
        </p:txBody>
      </p:sp>
      <p:sp>
        <p:nvSpPr>
          <p:cNvPr id="26" name="Rectangle: Rounded Corners 25">
            <a:extLst>
              <a:ext uri="{FF2B5EF4-FFF2-40B4-BE49-F238E27FC236}">
                <a16:creationId xmlns:a16="http://schemas.microsoft.com/office/drawing/2014/main" id="{94140258-1402-442B-9BFC-F5D712E4A8B2}"/>
              </a:ext>
            </a:extLst>
          </p:cNvPr>
          <p:cNvSpPr/>
          <p:nvPr/>
        </p:nvSpPr>
        <p:spPr>
          <a:xfrm>
            <a:off x="992570" y="2708948"/>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SAP Fiori Project</a:t>
            </a:r>
          </a:p>
        </p:txBody>
      </p:sp>
    </p:spTree>
    <p:extLst>
      <p:ext uri="{BB962C8B-B14F-4D97-AF65-F5344CB8AC3E}">
        <p14:creationId xmlns:p14="http://schemas.microsoft.com/office/powerpoint/2010/main" val="296068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4D4A1E-3FFF-4B70-AFC5-411AE13700B2}"/>
              </a:ext>
            </a:extLst>
          </p:cNvPr>
          <p:cNvPicPr>
            <a:picLocks noChangeAspect="1"/>
          </p:cNvPicPr>
          <p:nvPr/>
        </p:nvPicPr>
        <p:blipFill>
          <a:blip r:embed="rId2"/>
          <a:stretch>
            <a:fillRect/>
          </a:stretch>
        </p:blipFill>
        <p:spPr>
          <a:xfrm>
            <a:off x="425917" y="1890698"/>
            <a:ext cx="7321005" cy="4214524"/>
          </a:xfrm>
          <a:prstGeom prst="rect">
            <a:avLst/>
          </a:prstGeom>
        </p:spPr>
      </p:pic>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Changing a Budget for a WBS Project</a:t>
            </a:r>
            <a:endParaRPr lang="en-US"/>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3E04CC70-6A8B-48FF-8FA2-B10C5399BAB4}"/>
              </a:ext>
            </a:extLst>
          </p:cNvPr>
          <p:cNvSpPr/>
          <p:nvPr/>
        </p:nvSpPr>
        <p:spPr>
          <a:xfrm>
            <a:off x="8099139" y="2619032"/>
            <a:ext cx="3365578" cy="3172168"/>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600"/>
              </a:spcBef>
              <a:spcAft>
                <a:spcPts val="0"/>
              </a:spcAft>
              <a:buClrTx/>
              <a:buSzTx/>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200">
                <a:solidFill>
                  <a:srgbClr val="000000"/>
                </a:solidFill>
              </a:rPr>
              <a:t>For changes to Budget it is important that the following fields are populated otherwise the “Approve” button will not activate when sent to the approver:</a:t>
            </a:r>
          </a:p>
          <a:p>
            <a:pPr marL="628650" lvl="1" indent="-171450">
              <a:spcBef>
                <a:spcPts val="600"/>
              </a:spcBef>
              <a:buFont typeface="Arial" panose="020B0604020202020204" pitchFamily="34" charset="0"/>
              <a:buChar char="•"/>
              <a:defRPr/>
            </a:pPr>
            <a:r>
              <a:rPr lang="en-US" sz="1200" b="1">
                <a:solidFill>
                  <a:srgbClr val="000000"/>
                </a:solidFill>
              </a:rPr>
              <a:t>Proposed FX Type</a:t>
            </a:r>
          </a:p>
          <a:p>
            <a:pPr marL="628650" lvl="1" indent="-171450">
              <a:spcBef>
                <a:spcPts val="600"/>
              </a:spcBef>
              <a:buFont typeface="Arial" panose="020B0604020202020204" pitchFamily="34" charset="0"/>
              <a:buChar char="•"/>
              <a:defRPr/>
            </a:pPr>
            <a:r>
              <a:rPr lang="en-US" sz="1200" b="1" err="1">
                <a:solidFill>
                  <a:srgbClr val="000000"/>
                </a:solidFill>
              </a:rPr>
              <a:t>PropProj</a:t>
            </a:r>
            <a:r>
              <a:rPr lang="en-US" sz="1200" b="1">
                <a:solidFill>
                  <a:srgbClr val="000000"/>
                </a:solidFill>
              </a:rPr>
              <a:t> FX Date</a:t>
            </a:r>
            <a:endParaRPr lang="en-US" sz="1200">
              <a:solidFill>
                <a:srgbClr val="000000"/>
              </a:solidFill>
              <a:latin typeface="Arial" panose="020B0604020202020204"/>
            </a:endParaRPr>
          </a:p>
          <a:p>
            <a:pPr lvl="0">
              <a:spcBef>
                <a:spcPts val="600"/>
              </a:spcBef>
              <a:defRPr/>
            </a:pPr>
            <a:r>
              <a:rPr lang="en-US" sz="1200">
                <a:solidFill>
                  <a:srgbClr val="000000"/>
                </a:solidFill>
                <a:latin typeface="Arial" panose="020B0604020202020204"/>
              </a:rPr>
              <a:t>Once all the required information is populated the Project should be saved and sent to approver, the Approve button will then be activated and available for the approver to </a:t>
            </a:r>
            <a:r>
              <a:rPr lang="en-US" sz="1200">
                <a:solidFill>
                  <a:srgbClr val="000000"/>
                </a:solidFill>
              </a:rPr>
              <a:t>use. The button will only become active for users with the authority to approve.</a:t>
            </a:r>
            <a:endParaRPr lang="en-US" sz="1200">
              <a:solidFill>
                <a:srgbClr val="000000"/>
              </a:solidFill>
              <a:latin typeface="Arial" panose="020B0604020202020204"/>
            </a:endParaRPr>
          </a:p>
        </p:txBody>
      </p:sp>
      <p:sp>
        <p:nvSpPr>
          <p:cNvPr id="21" name="Arrow: Right 20">
            <a:extLst>
              <a:ext uri="{FF2B5EF4-FFF2-40B4-BE49-F238E27FC236}">
                <a16:creationId xmlns:a16="http://schemas.microsoft.com/office/drawing/2014/main" id="{1CCB719C-D9CA-4788-8968-2C2E87C4E0FE}"/>
              </a:ext>
            </a:extLst>
          </p:cNvPr>
          <p:cNvSpPr/>
          <p:nvPr/>
        </p:nvSpPr>
        <p:spPr>
          <a:xfrm>
            <a:off x="6826470" y="3429000"/>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94140258-1402-442B-9BFC-F5D712E4A8B2}"/>
              </a:ext>
            </a:extLst>
          </p:cNvPr>
          <p:cNvSpPr/>
          <p:nvPr/>
        </p:nvSpPr>
        <p:spPr>
          <a:xfrm>
            <a:off x="690563" y="1624088"/>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SAP Fiori Project</a:t>
            </a:r>
          </a:p>
        </p:txBody>
      </p:sp>
      <p:sp>
        <p:nvSpPr>
          <p:cNvPr id="27" name="Rectangle 26">
            <a:extLst>
              <a:ext uri="{FF2B5EF4-FFF2-40B4-BE49-F238E27FC236}">
                <a16:creationId xmlns:a16="http://schemas.microsoft.com/office/drawing/2014/main" id="{E5BF86AC-BF78-42C5-A228-D2C9B1144CF4}"/>
              </a:ext>
            </a:extLst>
          </p:cNvPr>
          <p:cNvSpPr/>
          <p:nvPr/>
        </p:nvSpPr>
        <p:spPr>
          <a:xfrm>
            <a:off x="492047" y="3521709"/>
            <a:ext cx="2917903" cy="438151"/>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46988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1199-04C7-4585-9526-483AECCE158B}"/>
              </a:ext>
            </a:extLst>
          </p:cNvPr>
          <p:cNvSpPr>
            <a:spLocks noGrp="1"/>
          </p:cNvSpPr>
          <p:nvPr>
            <p:ph type="title"/>
          </p:nvPr>
        </p:nvSpPr>
        <p:spPr/>
        <p:txBody>
          <a:bodyPr/>
          <a:lstStyle/>
          <a:p>
            <a:r>
              <a:rPr lang="en-GB"/>
              <a:t>Budget Approval</a:t>
            </a:r>
            <a:endParaRPr lang="en-US"/>
          </a:p>
        </p:txBody>
      </p:sp>
      <p:sp>
        <p:nvSpPr>
          <p:cNvPr id="4" name="Footer Placeholder 3">
            <a:extLst>
              <a:ext uri="{FF2B5EF4-FFF2-40B4-BE49-F238E27FC236}">
                <a16:creationId xmlns:a16="http://schemas.microsoft.com/office/drawing/2014/main" id="{7565AACA-7B6E-4A0A-8D54-48ABF5D7179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8CF520D9-9724-4D8B-AF5A-7185182DAEC1}"/>
              </a:ext>
            </a:extLst>
          </p:cNvPr>
          <p:cNvSpPr>
            <a:spLocks noGrp="1"/>
          </p:cNvSpPr>
          <p:nvPr>
            <p:ph type="sldNum" sz="quarter" idx="12"/>
          </p:nvPr>
        </p:nvSpPr>
        <p:spPr/>
        <p:txBody>
          <a:bodyPr/>
          <a:lstStyle/>
          <a:p>
            <a:fld id="{F4C94289-3309-4C35-850A-56FD49B3E346}" type="slidenum">
              <a:rPr lang="en-GB" smtClean="0"/>
              <a:t>8</a:t>
            </a:fld>
            <a:endParaRPr lang="en-GB"/>
          </a:p>
        </p:txBody>
      </p:sp>
      <p:sp>
        <p:nvSpPr>
          <p:cNvPr id="6" name="Snip Single Corner Rectangle 24">
            <a:extLst>
              <a:ext uri="{FF2B5EF4-FFF2-40B4-BE49-F238E27FC236}">
                <a16:creationId xmlns:a16="http://schemas.microsoft.com/office/drawing/2014/main" id="{C6D701E2-48FC-4CEF-A1D7-ED630F3F3966}"/>
              </a:ext>
            </a:extLst>
          </p:cNvPr>
          <p:cNvSpPr/>
          <p:nvPr/>
        </p:nvSpPr>
        <p:spPr bwMode="auto">
          <a:xfrm>
            <a:off x="592163" y="1527483"/>
            <a:ext cx="10399687" cy="984246"/>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lvl="0">
              <a:spcBef>
                <a:spcPct val="20000"/>
              </a:spcBef>
              <a:defRPr/>
            </a:pPr>
            <a:r>
              <a:rPr lang="en-US" sz="1600" kern="0">
                <a:solidFill>
                  <a:srgbClr val="122632"/>
                </a:solidFill>
                <a:ea typeface="ＭＳ Ｐゴシック" pitchFamily="80" charset="-128"/>
              </a:rPr>
              <a:t>It is no longer mandatory to use budget, even for spend with BAP/Memo</a:t>
            </a:r>
          </a:p>
          <a:p>
            <a:pPr lvl="0">
              <a:spcBef>
                <a:spcPct val="20000"/>
              </a:spcBef>
              <a:defRPr/>
            </a:pPr>
            <a:r>
              <a:rPr lang="en-US" sz="1600" kern="0">
                <a:solidFill>
                  <a:srgbClr val="122632"/>
                </a:solidFill>
                <a:ea typeface="ＭＳ Ｐゴシック" pitchFamily="80" charset="-128"/>
              </a:rPr>
              <a:t>Therefore it has not been defined that only CFO or even delegate should approve the budget, all users with FP&amp;A role can have access to approve.</a:t>
            </a:r>
            <a:endParaRPr kumimoji="0" lang="en-US" sz="1600" b="0" i="0" u="none" strike="noStrike" kern="0" cap="none" spc="0" normalizeH="0" baseline="0" noProof="0">
              <a:ln>
                <a:noFill/>
              </a:ln>
              <a:solidFill>
                <a:srgbClr val="122632"/>
              </a:solidFill>
              <a:effectLst/>
              <a:uLnTx/>
              <a:uFillTx/>
              <a:latin typeface="Arial" panose="020B0604020202020204"/>
              <a:ea typeface="ＭＳ Ｐゴシック" pitchFamily="80" charset="-128"/>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pic>
        <p:nvPicPr>
          <p:cNvPr id="2051" name="Picture 3" descr="image002">
            <a:extLst>
              <a:ext uri="{FF2B5EF4-FFF2-40B4-BE49-F238E27FC236}">
                <a16:creationId xmlns:a16="http://schemas.microsoft.com/office/drawing/2014/main" id="{3C770602-C512-486F-9858-9CA8EF4AC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200" y="2628417"/>
            <a:ext cx="9710077" cy="37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5F2982A8-5EB1-4B94-BAFE-E3BAF0DFD580}"/>
              </a:ext>
            </a:extLst>
          </p:cNvPr>
          <p:cNvSpPr/>
          <p:nvPr/>
        </p:nvSpPr>
        <p:spPr>
          <a:xfrm>
            <a:off x="1974838" y="2933985"/>
            <a:ext cx="3155962" cy="261603"/>
          </a:xfrm>
          <a:prstGeom prst="roundRect">
            <a:avLst/>
          </a:prstGeom>
          <a:noFill/>
          <a:ln w="2857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752A8F1-432D-4836-A66A-68AC790CB6DF}"/>
              </a:ext>
            </a:extLst>
          </p:cNvPr>
          <p:cNvSpPr/>
          <p:nvPr/>
        </p:nvSpPr>
        <p:spPr>
          <a:xfrm>
            <a:off x="1165836" y="5785694"/>
            <a:ext cx="8242324" cy="261603"/>
          </a:xfrm>
          <a:prstGeom prst="roundRect">
            <a:avLst/>
          </a:prstGeom>
          <a:noFill/>
          <a:ln w="2857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42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C3BC7-34EA-4A23-B930-0D782F249575}"/>
              </a:ext>
            </a:extLst>
          </p:cNvPr>
          <p:cNvSpPr>
            <a:spLocks noGrp="1"/>
          </p:cNvSpPr>
          <p:nvPr>
            <p:ph type="title"/>
          </p:nvPr>
        </p:nvSpPr>
        <p:spPr/>
        <p:txBody>
          <a:bodyPr/>
          <a:lstStyle/>
          <a:p>
            <a:r>
              <a:rPr lang="en-GB"/>
              <a:t>Budget Approval Process</a:t>
            </a:r>
            <a:endParaRPr lang="en-US"/>
          </a:p>
        </p:txBody>
      </p:sp>
      <p:sp>
        <p:nvSpPr>
          <p:cNvPr id="5" name="Slide Number Placeholder 4">
            <a:extLst>
              <a:ext uri="{FF2B5EF4-FFF2-40B4-BE49-F238E27FC236}">
                <a16:creationId xmlns:a16="http://schemas.microsoft.com/office/drawing/2014/main" id="{93A521B8-B7AF-4608-B0D0-ED7AC5C19351}"/>
              </a:ext>
            </a:extLst>
          </p:cNvPr>
          <p:cNvSpPr>
            <a:spLocks noGrp="1"/>
          </p:cNvSpPr>
          <p:nvPr>
            <p:ph type="sldNum" sz="quarter" idx="12"/>
          </p:nvPr>
        </p:nvSpPr>
        <p:spPr/>
        <p:txBody>
          <a:bodyPr/>
          <a:lstStyle/>
          <a:p>
            <a:fld id="{F4C94289-3309-4C35-850A-56FD49B3E346}" type="slidenum">
              <a:rPr lang="en-GB" smtClean="0"/>
              <a:t>9</a:t>
            </a:fld>
            <a:endParaRPr lang="en-GB"/>
          </a:p>
        </p:txBody>
      </p:sp>
      <p:pic>
        <p:nvPicPr>
          <p:cNvPr id="10" name="Picture 9">
            <a:extLst>
              <a:ext uri="{FF2B5EF4-FFF2-40B4-BE49-F238E27FC236}">
                <a16:creationId xmlns:a16="http://schemas.microsoft.com/office/drawing/2014/main" id="{5C06B4BF-69AE-4AA8-8AEC-600786D97568}"/>
              </a:ext>
            </a:extLst>
          </p:cNvPr>
          <p:cNvPicPr>
            <a:picLocks noChangeAspect="1"/>
          </p:cNvPicPr>
          <p:nvPr/>
        </p:nvPicPr>
        <p:blipFill>
          <a:blip r:embed="rId2"/>
          <a:stretch>
            <a:fillRect/>
          </a:stretch>
        </p:blipFill>
        <p:spPr>
          <a:xfrm>
            <a:off x="653886" y="1473097"/>
            <a:ext cx="5146839" cy="3243634"/>
          </a:xfrm>
          <a:prstGeom prst="rect">
            <a:avLst/>
          </a:prstGeom>
        </p:spPr>
      </p:pic>
      <p:pic>
        <p:nvPicPr>
          <p:cNvPr id="11" name="Picture 10">
            <a:extLst>
              <a:ext uri="{FF2B5EF4-FFF2-40B4-BE49-F238E27FC236}">
                <a16:creationId xmlns:a16="http://schemas.microsoft.com/office/drawing/2014/main" id="{D6CE0E9B-5337-4E12-9C94-1F69F54BC08C}"/>
              </a:ext>
            </a:extLst>
          </p:cNvPr>
          <p:cNvPicPr>
            <a:picLocks noChangeAspect="1"/>
          </p:cNvPicPr>
          <p:nvPr/>
        </p:nvPicPr>
        <p:blipFill>
          <a:blip r:embed="rId3"/>
          <a:stretch>
            <a:fillRect/>
          </a:stretch>
        </p:blipFill>
        <p:spPr>
          <a:xfrm>
            <a:off x="3359009" y="3167251"/>
            <a:ext cx="5473981" cy="3098959"/>
          </a:xfrm>
          <a:prstGeom prst="rect">
            <a:avLst/>
          </a:prstGeom>
        </p:spPr>
      </p:pic>
      <p:sp>
        <p:nvSpPr>
          <p:cNvPr id="12" name="Rectangle 11">
            <a:extLst>
              <a:ext uri="{FF2B5EF4-FFF2-40B4-BE49-F238E27FC236}">
                <a16:creationId xmlns:a16="http://schemas.microsoft.com/office/drawing/2014/main" id="{8A2EC0DB-D3BD-47D3-8DFB-C3C1203DE67C}"/>
              </a:ext>
            </a:extLst>
          </p:cNvPr>
          <p:cNvSpPr/>
          <p:nvPr/>
        </p:nvSpPr>
        <p:spPr>
          <a:xfrm>
            <a:off x="2306105" y="2748260"/>
            <a:ext cx="569388"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5400" b="1">
                <a:ln/>
                <a:solidFill>
                  <a:schemeClr val="accent3"/>
                </a:solidFill>
              </a:rPr>
              <a:t>1</a:t>
            </a:r>
            <a:endParaRPr lang="en-US" sz="5400" b="1">
              <a:ln/>
              <a:solidFill>
                <a:schemeClr val="accent3"/>
              </a:solidFill>
            </a:endParaRPr>
          </a:p>
        </p:txBody>
      </p:sp>
      <p:sp>
        <p:nvSpPr>
          <p:cNvPr id="13" name="Rectangle 12">
            <a:extLst>
              <a:ext uri="{FF2B5EF4-FFF2-40B4-BE49-F238E27FC236}">
                <a16:creationId xmlns:a16="http://schemas.microsoft.com/office/drawing/2014/main" id="{98901FBF-894E-4566-AAD8-E73623CD1B28}"/>
              </a:ext>
            </a:extLst>
          </p:cNvPr>
          <p:cNvSpPr/>
          <p:nvPr/>
        </p:nvSpPr>
        <p:spPr>
          <a:xfrm>
            <a:off x="5800725" y="4270722"/>
            <a:ext cx="569387"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a:ln/>
                <a:solidFill>
                  <a:schemeClr val="accent3"/>
                </a:solidFill>
              </a:rPr>
              <a:t>2</a:t>
            </a:r>
          </a:p>
        </p:txBody>
      </p:sp>
      <p:sp>
        <p:nvSpPr>
          <p:cNvPr id="14" name="Rectangle: Rounded Corners 13">
            <a:extLst>
              <a:ext uri="{FF2B5EF4-FFF2-40B4-BE49-F238E27FC236}">
                <a16:creationId xmlns:a16="http://schemas.microsoft.com/office/drawing/2014/main" id="{21DC746D-CB4B-4843-9200-02ABDC393B67}"/>
              </a:ext>
            </a:extLst>
          </p:cNvPr>
          <p:cNvSpPr/>
          <p:nvPr/>
        </p:nvSpPr>
        <p:spPr>
          <a:xfrm>
            <a:off x="8937624" y="1473097"/>
            <a:ext cx="2952750" cy="47045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en-GB" sz="1600" b="1">
                <a:ln/>
                <a:solidFill>
                  <a:schemeClr val="accent3"/>
                </a:solidFill>
              </a:rPr>
              <a:t>Step 1</a:t>
            </a:r>
            <a:endParaRPr lang="en-US" sz="1600" b="1">
              <a:ln/>
              <a:solidFill>
                <a:schemeClr val="accent3"/>
              </a:solidFill>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The approve button should be activated, check the Budget has been maintained correctly and if so, click to start the approval process</a:t>
            </a:r>
          </a:p>
          <a:p>
            <a:pPr marL="0" marR="0" lvl="0" indent="0" defTabSz="914400" rtl="0" eaLnBrk="1" fontAlgn="auto" latinLnBrk="0" hangingPunct="1">
              <a:lnSpc>
                <a:spcPct val="100000"/>
              </a:lnSpc>
              <a:spcBef>
                <a:spcPts val="0"/>
              </a:spcBef>
              <a:spcAft>
                <a:spcPts val="0"/>
              </a:spcAft>
              <a:buClrTx/>
              <a:buSzTx/>
              <a:buFontTx/>
              <a:buNone/>
              <a:tabLst/>
              <a:defRPr/>
            </a:pPr>
            <a:endParaRPr lang="en-GB" sz="1600" b="1">
              <a:solidFill>
                <a:srgbClr val="00B2A9">
                  <a:lumMod val="50000"/>
                </a:srgbClr>
              </a:solidFill>
              <a:latin typeface="Arial" panose="020B0604020202020204"/>
            </a:endParaRPr>
          </a:p>
          <a:p>
            <a:pPr>
              <a:defRPr/>
            </a:pPr>
            <a:r>
              <a:rPr lang="en-GB" sz="1600" b="1">
                <a:ln/>
                <a:solidFill>
                  <a:schemeClr val="accent3"/>
                </a:solidFill>
              </a:rPr>
              <a:t>Step 2</a:t>
            </a:r>
            <a:endParaRPr lang="en-US" sz="1600" b="1">
              <a:ln/>
              <a:solidFill>
                <a:schemeClr val="accent3"/>
              </a:solidFill>
            </a:endParaRPr>
          </a:p>
          <a:p>
            <a:pPr lvl="0">
              <a:defRPr/>
            </a:pPr>
            <a:r>
              <a:rPr lang="en-GB" sz="1600" b="1">
                <a:solidFill>
                  <a:srgbClr val="00B2A9">
                    <a:lumMod val="50000"/>
                  </a:srgbClr>
                </a:solidFill>
              </a:rPr>
              <a:t>Click Yes to confirm the budget approval. Approval has been successful if this message appears: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84C9D579-1939-4A19-97CB-9C799134E316}"/>
              </a:ext>
            </a:extLst>
          </p:cNvPr>
          <p:cNvPicPr>
            <a:picLocks noChangeAspect="1"/>
          </p:cNvPicPr>
          <p:nvPr/>
        </p:nvPicPr>
        <p:blipFill>
          <a:blip r:embed="rId4"/>
          <a:stretch>
            <a:fillRect/>
          </a:stretch>
        </p:blipFill>
        <p:spPr>
          <a:xfrm>
            <a:off x="9162859" y="5558777"/>
            <a:ext cx="2502280" cy="452540"/>
          </a:xfrm>
          <a:prstGeom prst="rect">
            <a:avLst/>
          </a:prstGeom>
        </p:spPr>
      </p:pic>
    </p:spTree>
    <p:extLst>
      <p:ext uri="{BB962C8B-B14F-4D97-AF65-F5344CB8AC3E}">
        <p14:creationId xmlns:p14="http://schemas.microsoft.com/office/powerpoint/2010/main" val="61023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AE01-A23B-48D7-AF20-0ADF9BBBA6EB}"/>
              </a:ext>
            </a:extLst>
          </p:cNvPr>
          <p:cNvSpPr>
            <a:spLocks noGrp="1"/>
          </p:cNvSpPr>
          <p:nvPr>
            <p:ph type="title"/>
          </p:nvPr>
        </p:nvSpPr>
        <p:spPr/>
        <p:txBody>
          <a:bodyPr/>
          <a:lstStyle/>
          <a:p>
            <a:r>
              <a:rPr lang="en-GB"/>
              <a:t>Budgeting report - ZBFIA_WBSREPORT</a:t>
            </a:r>
            <a:endParaRPr lang="en-US"/>
          </a:p>
        </p:txBody>
      </p:sp>
      <p:sp>
        <p:nvSpPr>
          <p:cNvPr id="4" name="Footer Placeholder 3">
            <a:extLst>
              <a:ext uri="{FF2B5EF4-FFF2-40B4-BE49-F238E27FC236}">
                <a16:creationId xmlns:a16="http://schemas.microsoft.com/office/drawing/2014/main" id="{BCF935DF-D7D9-4654-9ACA-95C56972A1D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3E9D8263-76C6-4B7E-931F-4231941A5C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Snip Single Corner Rectangle 24">
            <a:extLst>
              <a:ext uri="{FF2B5EF4-FFF2-40B4-BE49-F238E27FC236}">
                <a16:creationId xmlns:a16="http://schemas.microsoft.com/office/drawing/2014/main" id="{7600F37C-F8D9-4DF5-9FEC-CAF60D9B2F1F}"/>
              </a:ext>
            </a:extLst>
          </p:cNvPr>
          <p:cNvSpPr/>
          <p:nvPr/>
        </p:nvSpPr>
        <p:spPr bwMode="auto">
          <a:xfrm>
            <a:off x="715883" y="1497265"/>
            <a:ext cx="4016145" cy="4800255"/>
          </a:xfrm>
          <a:prstGeom prst="snip1Rect">
            <a:avLst/>
          </a:prstGeom>
          <a:gradFill rotWithShape="1">
            <a:gsLst>
              <a:gs pos="0">
                <a:srgbClr val="408D7A">
                  <a:tint val="50000"/>
                  <a:satMod val="300000"/>
                </a:srgbClr>
              </a:gs>
              <a:gs pos="35000">
                <a:srgbClr val="408D7A">
                  <a:tint val="37000"/>
                  <a:satMod val="300000"/>
                </a:srgbClr>
              </a:gs>
              <a:gs pos="100000">
                <a:srgbClr val="408D7A">
                  <a:tint val="15000"/>
                  <a:satMod val="350000"/>
                </a:srgbClr>
              </a:gs>
            </a:gsLst>
            <a:lin ang="16200000" scaled="1"/>
          </a:gradFill>
          <a:ln w="9525" cap="flat" cmpd="sng" algn="ctr">
            <a:solidFill>
              <a:srgbClr val="408D7A">
                <a:shade val="95000"/>
                <a:satMod val="105000"/>
              </a:srgbClr>
            </a:solidFill>
            <a:prstDash val="solid"/>
          </a:ln>
          <a:effectLst>
            <a:outerShdw blurRad="40000" dist="20000" dir="5400000" rotWithShape="0">
              <a:srgbClr val="000000">
                <a:alpha val="38000"/>
              </a:srgbClr>
            </a:outerShdw>
          </a:effectLst>
        </p:spPr>
        <p:txBody>
          <a:bodyPr vert="horz" wrap="square" lIns="0" tIns="0" rIns="0" bIns="0" numCol="1" rtlCol="0" anchor="t" anchorCtr="1" compatLnSpc="1">
            <a:prstTxWarp prst="textNoShape">
              <a:avLst/>
            </a:prstTxWarp>
          </a:bodyPr>
          <a:lstStyle/>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There is a newly created bespoke report created for JTI that shows Budget values per WBS Element, if applicable -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ZBFIA_WBSREPORT</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This report can be viewed for the full structure of the Project and shows assigned values, approved and non approved values and where these values sit</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Please see more detail on this report in the Reporting section towards the end of this course</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pic>
        <p:nvPicPr>
          <p:cNvPr id="9" name="Picture 8">
            <a:extLst>
              <a:ext uri="{FF2B5EF4-FFF2-40B4-BE49-F238E27FC236}">
                <a16:creationId xmlns:a16="http://schemas.microsoft.com/office/drawing/2014/main" id="{90B655A6-DA62-4D20-9287-365C401BE580}"/>
              </a:ext>
            </a:extLst>
          </p:cNvPr>
          <p:cNvPicPr>
            <a:picLocks noChangeAspect="1"/>
          </p:cNvPicPr>
          <p:nvPr/>
        </p:nvPicPr>
        <p:blipFill>
          <a:blip r:embed="rId2"/>
          <a:stretch>
            <a:fillRect/>
          </a:stretch>
        </p:blipFill>
        <p:spPr>
          <a:xfrm>
            <a:off x="4732028" y="2076963"/>
            <a:ext cx="6944033" cy="3785357"/>
          </a:xfrm>
          <a:prstGeom prst="rect">
            <a:avLst/>
          </a:prstGeom>
        </p:spPr>
      </p:pic>
    </p:spTree>
    <p:extLst>
      <p:ext uri="{BB962C8B-B14F-4D97-AF65-F5344CB8AC3E}">
        <p14:creationId xmlns:p14="http://schemas.microsoft.com/office/powerpoint/2010/main" val="31862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Distribute Budget - Fiori</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9481A6AA-685A-4F5D-A186-C154CBBD4461}"/>
              </a:ext>
            </a:extLst>
          </p:cNvPr>
          <p:cNvPicPr>
            <a:picLocks noChangeAspect="1"/>
          </p:cNvPicPr>
          <p:nvPr/>
        </p:nvPicPr>
        <p:blipFill>
          <a:blip r:embed="rId2"/>
          <a:stretch>
            <a:fillRect/>
          </a:stretch>
        </p:blipFill>
        <p:spPr>
          <a:xfrm>
            <a:off x="474875" y="2176212"/>
            <a:ext cx="6859149" cy="1406125"/>
          </a:xfrm>
          <a:prstGeom prst="rect">
            <a:avLst/>
          </a:prstGeom>
        </p:spPr>
      </p:pic>
      <p:pic>
        <p:nvPicPr>
          <p:cNvPr id="8" name="Picture 7">
            <a:extLst>
              <a:ext uri="{FF2B5EF4-FFF2-40B4-BE49-F238E27FC236}">
                <a16:creationId xmlns:a16="http://schemas.microsoft.com/office/drawing/2014/main" id="{81286291-3D40-4061-A64F-08557949D6A1}"/>
              </a:ext>
            </a:extLst>
          </p:cNvPr>
          <p:cNvPicPr>
            <a:picLocks noChangeAspect="1"/>
          </p:cNvPicPr>
          <p:nvPr/>
        </p:nvPicPr>
        <p:blipFill>
          <a:blip r:embed="rId3"/>
          <a:stretch>
            <a:fillRect/>
          </a:stretch>
        </p:blipFill>
        <p:spPr>
          <a:xfrm>
            <a:off x="3904449" y="3633635"/>
            <a:ext cx="6859149" cy="2846448"/>
          </a:xfrm>
          <a:prstGeom prst="rect">
            <a:avLst/>
          </a:prstGeom>
        </p:spPr>
      </p:pic>
      <p:sp>
        <p:nvSpPr>
          <p:cNvPr id="9" name="Rectangle: Rounded Corners 8">
            <a:extLst>
              <a:ext uri="{FF2B5EF4-FFF2-40B4-BE49-F238E27FC236}">
                <a16:creationId xmlns:a16="http://schemas.microsoft.com/office/drawing/2014/main" id="{04FD7EE4-687B-49B5-9FA8-55674B637644}"/>
              </a:ext>
            </a:extLst>
          </p:cNvPr>
          <p:cNvSpPr/>
          <p:nvPr/>
        </p:nvSpPr>
        <p:spPr>
          <a:xfrm>
            <a:off x="474875" y="1454930"/>
            <a:ext cx="11242249" cy="669984"/>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“Distribute Budget” App is used to move budget from one WBS to another, initially from the root WBS where the Budget is originally maintained</a:t>
            </a:r>
            <a:endPar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6540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Distribution of Budget Amounts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5" name="TextBox 14">
            <a:extLst>
              <a:ext uri="{FF2B5EF4-FFF2-40B4-BE49-F238E27FC236}">
                <a16:creationId xmlns:a16="http://schemas.microsoft.com/office/drawing/2014/main" id="{2D965551-44CE-4CEB-B61B-BD7397571E0F}"/>
              </a:ext>
            </a:extLst>
          </p:cNvPr>
          <p:cNvSpPr txBox="1"/>
          <p:nvPr/>
        </p:nvSpPr>
        <p:spPr>
          <a:xfrm>
            <a:off x="6402922" y="2724150"/>
            <a:ext cx="5184811" cy="3385542"/>
          </a:xfrm>
          <a:prstGeom prst="rect">
            <a:avLst/>
          </a:prstGeom>
          <a:solidFill>
            <a:srgbClr val="FFFFFF"/>
          </a:solidFill>
          <a:ln w="12700" cap="flat" cmpd="sng" algn="ctr">
            <a:solidFill>
              <a:srgbClr val="407EC9"/>
            </a:solidFill>
            <a:prstDash val="solid"/>
            <a:miter lim="800000"/>
          </a:ln>
          <a:effectLst/>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In this example the total project budget amount of 500M EUR has been distributed to WBS 2a and WBS 3c. Therefore, it is not possible to record actuals or raise a purchase requisition / purchase order for 400M EUR on WBS 3c</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9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The 200M EUR budget from WBS 2a has not been distributed down to WBS 3a or WBS 3b. Therefore, technically it is possible for either WBS 3a or WBS 3b to consume the 200M EUR budget, but once it has been consumed there will be nothing more available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9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400" b="0" i="0" u="none" strike="noStrike" kern="0" cap="none" spc="0" normalizeH="0" baseline="0" noProof="0">
                <a:ln>
                  <a:noFill/>
                </a:ln>
                <a:solidFill>
                  <a:srgbClr val="000000"/>
                </a:solidFill>
                <a:effectLst/>
                <a:uLnTx/>
                <a:uFillTx/>
                <a:latin typeface="Arial" panose="020B0604020202020204"/>
                <a:ea typeface="+mn-ea"/>
                <a:cs typeface="+mn-cs"/>
              </a:rPr>
              <a:t>When actuals are recorded against WBS 3a or WBS 3b, because they do not directly have a budget assigned the system will look for the available budget amount on WBS 2a as it is one level higher in the project</a:t>
            </a:r>
            <a:endParaRPr kumimoji="0" lang="en-US" sz="14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AC933756-F246-409F-A934-FB15E14AF4C1}"/>
              </a:ext>
            </a:extLst>
          </p:cNvPr>
          <p:cNvGrpSpPr/>
          <p:nvPr/>
        </p:nvGrpSpPr>
        <p:grpSpPr>
          <a:xfrm>
            <a:off x="201295" y="2724150"/>
            <a:ext cx="6189980" cy="3483369"/>
            <a:chOff x="-212104" y="3136259"/>
            <a:chExt cx="7166272" cy="3329684"/>
          </a:xfrm>
        </p:grpSpPr>
        <p:graphicFrame>
          <p:nvGraphicFramePr>
            <p:cNvPr id="9" name="Diagram 8">
              <a:extLst>
                <a:ext uri="{FF2B5EF4-FFF2-40B4-BE49-F238E27FC236}">
                  <a16:creationId xmlns:a16="http://schemas.microsoft.com/office/drawing/2014/main" id="{BCB98830-995F-4B1B-8100-16C53C91FAE9}"/>
                </a:ext>
              </a:extLst>
            </p:cNvPr>
            <p:cNvGraphicFramePr/>
            <p:nvPr/>
          </p:nvGraphicFramePr>
          <p:xfrm>
            <a:off x="-212104" y="3250104"/>
            <a:ext cx="7166272" cy="2123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78A620F2-8A8B-4523-9DF2-CA938512F7AC}"/>
                </a:ext>
              </a:extLst>
            </p:cNvPr>
            <p:cNvSpPr/>
            <p:nvPr/>
          </p:nvSpPr>
          <p:spPr>
            <a:xfrm>
              <a:off x="591095" y="472424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500M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BB5BADDF-F4EF-4880-B6B2-3E34DBF0115D}"/>
                </a:ext>
              </a:extLst>
            </p:cNvPr>
            <p:cNvSpPr/>
            <p:nvPr/>
          </p:nvSpPr>
          <p:spPr>
            <a:xfrm>
              <a:off x="2784263" y="523213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762B65FD-15DD-4320-8231-8883EB8B80F4}"/>
                </a:ext>
              </a:extLst>
            </p:cNvPr>
            <p:cNvSpPr/>
            <p:nvPr/>
          </p:nvSpPr>
          <p:spPr>
            <a:xfrm>
              <a:off x="2694485" y="4094262"/>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200M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F8113D57-C516-41E2-95A4-347055BE9E2F}"/>
                </a:ext>
              </a:extLst>
            </p:cNvPr>
            <p:cNvSpPr/>
            <p:nvPr/>
          </p:nvSpPr>
          <p:spPr>
            <a:xfrm>
              <a:off x="4977430" y="5303101"/>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337CEC49-5DD1-4604-8EDC-72C6888B8014}"/>
                </a:ext>
              </a:extLst>
            </p:cNvPr>
            <p:cNvSpPr/>
            <p:nvPr/>
          </p:nvSpPr>
          <p:spPr>
            <a:xfrm>
              <a:off x="995100" y="5897940"/>
              <a:ext cx="5068493" cy="568003"/>
            </a:xfrm>
            <a:prstGeom prst="rightArrow">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Arial" panose="020B0604020202020204"/>
                  <a:ea typeface="+mn-ea"/>
                  <a:cs typeface="+mn-cs"/>
                </a:rPr>
                <a:t>Budget distribution</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1CA1287A-4B45-4BD8-962E-4F86F9DA2F1F}"/>
                </a:ext>
              </a:extLst>
            </p:cNvPr>
            <p:cNvSpPr txBox="1"/>
            <p:nvPr/>
          </p:nvSpPr>
          <p:spPr>
            <a:xfrm>
              <a:off x="254425" y="4104872"/>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1</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E9B11F2F-462B-41D9-9AB7-C0CEF4A70265}"/>
                </a:ext>
              </a:extLst>
            </p:cNvPr>
            <p:cNvSpPr txBox="1"/>
            <p:nvPr/>
          </p:nvSpPr>
          <p:spPr>
            <a:xfrm>
              <a:off x="2413925" y="3512800"/>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C0940096-C060-4E35-BE44-8A48A570287A}"/>
                </a:ext>
              </a:extLst>
            </p:cNvPr>
            <p:cNvSpPr txBox="1"/>
            <p:nvPr/>
          </p:nvSpPr>
          <p:spPr>
            <a:xfrm>
              <a:off x="2416330" y="4635106"/>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CBDD349F-EB58-4047-AF08-887B3C4A65BE}"/>
                </a:ext>
              </a:extLst>
            </p:cNvPr>
            <p:cNvSpPr txBox="1"/>
            <p:nvPr/>
          </p:nvSpPr>
          <p:spPr>
            <a:xfrm>
              <a:off x="4607093" y="3136259"/>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4C26911D-DD66-40CA-8AD0-898AD96BFAE5}"/>
                </a:ext>
              </a:extLst>
            </p:cNvPr>
            <p:cNvSpPr txBox="1"/>
            <p:nvPr/>
          </p:nvSpPr>
          <p:spPr>
            <a:xfrm>
              <a:off x="4607093" y="3900521"/>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DD064E96-46F9-4642-B076-A62CC43DD537}"/>
                </a:ext>
              </a:extLst>
            </p:cNvPr>
            <p:cNvSpPr txBox="1"/>
            <p:nvPr/>
          </p:nvSpPr>
          <p:spPr>
            <a:xfrm>
              <a:off x="4607093" y="4646285"/>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57DBCE1C-2401-48B6-A625-105B7BE6953B}"/>
                </a:ext>
              </a:extLst>
            </p:cNvPr>
            <p:cNvSpPr/>
            <p:nvPr/>
          </p:nvSpPr>
          <p:spPr>
            <a:xfrm>
              <a:off x="6101056" y="3758041"/>
              <a:ext cx="247320" cy="31257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23" name="Arrow: Pentagon 22">
            <a:extLst>
              <a:ext uri="{FF2B5EF4-FFF2-40B4-BE49-F238E27FC236}">
                <a16:creationId xmlns:a16="http://schemas.microsoft.com/office/drawing/2014/main" id="{852AAA1B-9097-4753-AF8C-CE79DA7C88F9}"/>
              </a:ext>
            </a:extLst>
          </p:cNvPr>
          <p:cNvSpPr/>
          <p:nvPr/>
        </p:nvSpPr>
        <p:spPr>
          <a:xfrm>
            <a:off x="453067" y="1483929"/>
            <a:ext cx="3212799" cy="1148840"/>
          </a:xfrm>
          <a:prstGeom prst="homePlate">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In EAM for investment / capex projects it is only possible to assign a budget to the project level</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
        <p:nvSpPr>
          <p:cNvPr id="25" name="Arrow: Pentagon 24">
            <a:extLst>
              <a:ext uri="{FF2B5EF4-FFF2-40B4-BE49-F238E27FC236}">
                <a16:creationId xmlns:a16="http://schemas.microsoft.com/office/drawing/2014/main" id="{D057EC06-F859-49BF-84DF-EBAC31F9358C}"/>
              </a:ext>
            </a:extLst>
          </p:cNvPr>
          <p:cNvSpPr/>
          <p:nvPr/>
        </p:nvSpPr>
        <p:spPr>
          <a:xfrm>
            <a:off x="4150747" y="1483929"/>
            <a:ext cx="3212799" cy="1148840"/>
          </a:xfrm>
          <a:prstGeom prst="homePlate">
            <a:avLst/>
          </a:prstGeom>
          <a:solidFill>
            <a:srgbClr val="88D5B8"/>
          </a:solidFill>
          <a:ln w="12700" cap="flat" cmpd="sng" algn="ctr">
            <a:solidFill>
              <a:srgbClr val="88D5B8">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For opex and above brand contribution projects we will enable distribution of the budget to the lower level elements</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
        <p:nvSpPr>
          <p:cNvPr id="26" name="Arrow: Pentagon 25">
            <a:extLst>
              <a:ext uri="{FF2B5EF4-FFF2-40B4-BE49-F238E27FC236}">
                <a16:creationId xmlns:a16="http://schemas.microsoft.com/office/drawing/2014/main" id="{8DB7CBF5-8433-4448-A3DC-F14A11A9BE2B}"/>
              </a:ext>
            </a:extLst>
          </p:cNvPr>
          <p:cNvSpPr/>
          <p:nvPr/>
        </p:nvSpPr>
        <p:spPr>
          <a:xfrm>
            <a:off x="7687501" y="1476459"/>
            <a:ext cx="3212799" cy="1148840"/>
          </a:xfrm>
          <a:prstGeom prst="homePlate">
            <a:avLst/>
          </a:prstGeom>
          <a:solidFill>
            <a:srgbClr val="B0D838"/>
          </a:solidFill>
          <a:ln w="12700" cap="flat" cmpd="sng" algn="ctr">
            <a:solidFill>
              <a:srgbClr val="B0D838">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When actuals are recorded against a WBS element, the system will check upwards through the project if there is sufficient budget available</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68116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Distribute Budget Process</a:t>
            </a:r>
            <a:endParaRPr lang="en-US"/>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AC933756-F246-409F-A934-FB15E14AF4C1}"/>
              </a:ext>
            </a:extLst>
          </p:cNvPr>
          <p:cNvGrpSpPr/>
          <p:nvPr/>
        </p:nvGrpSpPr>
        <p:grpSpPr>
          <a:xfrm>
            <a:off x="-114130" y="2324100"/>
            <a:ext cx="7191203" cy="3946067"/>
            <a:chOff x="-212104" y="3136259"/>
            <a:chExt cx="7166272" cy="3329684"/>
          </a:xfrm>
        </p:grpSpPr>
        <p:graphicFrame>
          <p:nvGraphicFramePr>
            <p:cNvPr id="9" name="Diagram 8">
              <a:extLst>
                <a:ext uri="{FF2B5EF4-FFF2-40B4-BE49-F238E27FC236}">
                  <a16:creationId xmlns:a16="http://schemas.microsoft.com/office/drawing/2014/main" id="{BCB98830-995F-4B1B-8100-16C53C91FAE9}"/>
                </a:ext>
              </a:extLst>
            </p:cNvPr>
            <p:cNvGraphicFramePr/>
            <p:nvPr/>
          </p:nvGraphicFramePr>
          <p:xfrm>
            <a:off x="-212104" y="3250104"/>
            <a:ext cx="7166272" cy="2123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78A620F2-8A8B-4523-9DF2-CA938512F7AC}"/>
                </a:ext>
              </a:extLst>
            </p:cNvPr>
            <p:cNvSpPr/>
            <p:nvPr/>
          </p:nvSpPr>
          <p:spPr>
            <a:xfrm>
              <a:off x="591095" y="472424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500M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BB5BADDF-F4EF-4880-B6B2-3E34DBF0115D}"/>
                </a:ext>
              </a:extLst>
            </p:cNvPr>
            <p:cNvSpPr/>
            <p:nvPr/>
          </p:nvSpPr>
          <p:spPr>
            <a:xfrm>
              <a:off x="2784263" y="523213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762B65FD-15DD-4320-8231-8883EB8B80F4}"/>
                </a:ext>
              </a:extLst>
            </p:cNvPr>
            <p:cNvSpPr/>
            <p:nvPr/>
          </p:nvSpPr>
          <p:spPr>
            <a:xfrm>
              <a:off x="2694485" y="4094262"/>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200M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F8113D57-C516-41E2-95A4-347055BE9E2F}"/>
                </a:ext>
              </a:extLst>
            </p:cNvPr>
            <p:cNvSpPr/>
            <p:nvPr/>
          </p:nvSpPr>
          <p:spPr>
            <a:xfrm>
              <a:off x="4977430" y="5303101"/>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337CEC49-5DD1-4604-8EDC-72C6888B8014}"/>
                </a:ext>
              </a:extLst>
            </p:cNvPr>
            <p:cNvSpPr/>
            <p:nvPr/>
          </p:nvSpPr>
          <p:spPr>
            <a:xfrm>
              <a:off x="995100" y="5897940"/>
              <a:ext cx="5068493" cy="568003"/>
            </a:xfrm>
            <a:prstGeom prst="rightArrow">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Arial" panose="020B0604020202020204"/>
                  <a:ea typeface="+mn-ea"/>
                  <a:cs typeface="+mn-cs"/>
                </a:rPr>
                <a:t>Budget distribution</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1CA1287A-4B45-4BD8-962E-4F86F9DA2F1F}"/>
                </a:ext>
              </a:extLst>
            </p:cNvPr>
            <p:cNvSpPr txBox="1"/>
            <p:nvPr/>
          </p:nvSpPr>
          <p:spPr>
            <a:xfrm>
              <a:off x="254425" y="4104872"/>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1</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E9B11F2F-462B-41D9-9AB7-C0CEF4A70265}"/>
                </a:ext>
              </a:extLst>
            </p:cNvPr>
            <p:cNvSpPr txBox="1"/>
            <p:nvPr/>
          </p:nvSpPr>
          <p:spPr>
            <a:xfrm>
              <a:off x="2413925" y="3512800"/>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C0940096-C060-4E35-BE44-8A48A570287A}"/>
                </a:ext>
              </a:extLst>
            </p:cNvPr>
            <p:cNvSpPr txBox="1"/>
            <p:nvPr/>
          </p:nvSpPr>
          <p:spPr>
            <a:xfrm>
              <a:off x="2416330" y="4635106"/>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CBDD349F-EB58-4047-AF08-887B3C4A65BE}"/>
                </a:ext>
              </a:extLst>
            </p:cNvPr>
            <p:cNvSpPr txBox="1"/>
            <p:nvPr/>
          </p:nvSpPr>
          <p:spPr>
            <a:xfrm>
              <a:off x="4607093" y="3136259"/>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4C26911D-DD66-40CA-8AD0-898AD96BFAE5}"/>
                </a:ext>
              </a:extLst>
            </p:cNvPr>
            <p:cNvSpPr txBox="1"/>
            <p:nvPr/>
          </p:nvSpPr>
          <p:spPr>
            <a:xfrm>
              <a:off x="4607093" y="3900521"/>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DD064E96-46F9-4642-B076-A62CC43DD537}"/>
                </a:ext>
              </a:extLst>
            </p:cNvPr>
            <p:cNvSpPr txBox="1"/>
            <p:nvPr/>
          </p:nvSpPr>
          <p:spPr>
            <a:xfrm>
              <a:off x="4607093" y="4646285"/>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57DBCE1C-2401-48B6-A625-105B7BE6953B}"/>
                </a:ext>
              </a:extLst>
            </p:cNvPr>
            <p:cNvSpPr/>
            <p:nvPr/>
          </p:nvSpPr>
          <p:spPr>
            <a:xfrm>
              <a:off x="6101056" y="3758041"/>
              <a:ext cx="247320" cy="31257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4703D456-12FF-47F8-9EC7-6FA045523312}"/>
              </a:ext>
            </a:extLst>
          </p:cNvPr>
          <p:cNvSpPr txBox="1"/>
          <p:nvPr/>
        </p:nvSpPr>
        <p:spPr>
          <a:xfrm>
            <a:off x="7255680" y="1686907"/>
            <a:ext cx="4497631" cy="4708981"/>
          </a:xfrm>
          <a:prstGeom prst="rect">
            <a:avLst/>
          </a:prstGeom>
          <a:solidFill>
            <a:srgbClr val="FFFFFF"/>
          </a:solidFill>
          <a:ln w="12700" cap="flat" cmpd="sng" algn="ctr">
            <a:noFill/>
            <a:prstDash val="solid"/>
            <a:miter lim="800000"/>
          </a:ln>
          <a:effectLst/>
        </p:spPr>
        <p:txBody>
          <a:bodyPr wrap="square" rtlCol="0" anchor="t">
            <a:spAutoFit/>
          </a:bodyPr>
          <a:lstStyle/>
          <a:p>
            <a:pPr fontAlgn="base">
              <a:spcBef>
                <a:spcPct val="0"/>
              </a:spcBef>
              <a:spcAft>
                <a:spcPct val="0"/>
              </a:spcAft>
              <a:defRPr/>
            </a:pPr>
            <a:r>
              <a:rPr lang="en-US" sz="2000" kern="0">
                <a:ea typeface="+mn-lt"/>
                <a:cs typeface="+mn-lt"/>
              </a:rPr>
              <a:t>In case of any issue with auto release budget please follow these steps:</a:t>
            </a:r>
            <a:endParaRPr lang="en-GB" sz="2000" kern="0">
              <a:ea typeface="+mn-lt"/>
              <a:cs typeface="+mn-lt"/>
            </a:endParaRPr>
          </a:p>
          <a:p>
            <a:pPr marL="285750" marR="0" lvl="0" indent="-285750" algn="l" defTabSz="914400">
              <a:lnSpc>
                <a:spcPct val="100000"/>
              </a:lnSpc>
              <a:spcBef>
                <a:spcPct val="0"/>
              </a:spcBef>
              <a:spcAft>
                <a:spcPct val="0"/>
              </a:spcAft>
              <a:buClrTx/>
              <a:buSzTx/>
              <a:buFont typeface="Wingdings" panose="05000000000000000000" pitchFamily="2" charset="2"/>
              <a:buChar char="v"/>
              <a:tabLst/>
              <a:defRPr/>
            </a:pPr>
            <a:r>
              <a:rPr kumimoji="0" lang="en-GB" sz="2000" b="1" i="0" u="none" strike="noStrike" kern="0" cap="none" spc="0" normalizeH="0" baseline="0" noProof="0">
                <a:ln>
                  <a:noFill/>
                </a:ln>
                <a:solidFill>
                  <a:srgbClr val="FFC000"/>
                </a:solidFill>
                <a:effectLst/>
                <a:uLnTx/>
                <a:uFillTx/>
                <a:latin typeface="Arial" panose="020B0604020202020204"/>
                <a:ea typeface="+mn-ea"/>
                <a:cs typeface="+mn-cs"/>
              </a:rPr>
              <a:t>Step 1</a:t>
            </a:r>
            <a:r>
              <a:rPr kumimoji="0" lang="en-GB" sz="2000" b="0" i="0" u="none" strike="noStrike" kern="0" cap="none" spc="0" normalizeH="0" baseline="0" noProof="0">
                <a:ln>
                  <a:noFill/>
                </a:ln>
                <a:solidFill>
                  <a:srgbClr val="000000"/>
                </a:solidFill>
                <a:effectLst/>
                <a:uLnTx/>
                <a:uFillTx/>
                <a:latin typeface="Arial" panose="020B0604020202020204"/>
                <a:ea typeface="+mn-ea"/>
                <a:cs typeface="+mn-cs"/>
              </a:rPr>
              <a:t>: Maintain and Approve Budget to WBS 1</a:t>
            </a:r>
            <a:endParaRPr lang="en-GB">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2</a:t>
            </a:r>
            <a:r>
              <a:rPr lang="en-GB" sz="2000" kern="0">
                <a:solidFill>
                  <a:srgbClr val="000000"/>
                </a:solidFill>
                <a:latin typeface="Arial" panose="020B0604020202020204"/>
              </a:rPr>
              <a:t>: Distribute 200M and 300M Budget to WBS 2A and 2B respectively</a:t>
            </a:r>
            <a:endParaRPr lang="en-GB" sz="2000" kern="0">
              <a:solidFill>
                <a:srgbClr val="000000"/>
              </a:solidFill>
              <a:latin typeface="Arial" panose="020B0604020202020204"/>
              <a:cs typeface="Arial"/>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3</a:t>
            </a:r>
            <a:r>
              <a:rPr lang="en-GB" sz="2000" kern="0">
                <a:solidFill>
                  <a:srgbClr val="000000"/>
                </a:solidFill>
                <a:latin typeface="Arial" panose="020B0604020202020204"/>
              </a:rPr>
              <a:t>: Wait for background job to auto-release budget to WBS 2A and 2B (system runs this every 30 minutes)</a:t>
            </a:r>
            <a:endParaRPr lang="en-GB" sz="2000" kern="0">
              <a:solidFill>
                <a:srgbClr val="000000"/>
              </a:solidFill>
              <a:latin typeface="Arial" panose="020B0604020202020204"/>
              <a:cs typeface="Arial"/>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4</a:t>
            </a:r>
            <a:r>
              <a:rPr lang="en-GB" sz="2000" kern="0">
                <a:solidFill>
                  <a:srgbClr val="000000"/>
                </a:solidFill>
                <a:latin typeface="Arial" panose="020B0604020202020204"/>
              </a:rPr>
              <a:t>: Distribute 300M to WBS 3C</a:t>
            </a:r>
            <a:endParaRPr lang="en-GB" sz="2000" kern="0">
              <a:solidFill>
                <a:srgbClr val="000000"/>
              </a:solidFill>
              <a:latin typeface="Arial" panose="020B0604020202020204"/>
              <a:cs typeface="Arial"/>
            </a:endParaRPr>
          </a:p>
          <a:p>
            <a:pPr marL="285750" lvl="0" indent="-285750" fontAlgn="base">
              <a:spcBef>
                <a:spcPct val="0"/>
              </a:spcBef>
              <a:spcAft>
                <a:spcPct val="0"/>
              </a:spcAft>
              <a:buFont typeface="Wingdings" panose="05000000000000000000" pitchFamily="2" charset="2"/>
              <a:buChar char="v"/>
              <a:defRPr/>
            </a:pPr>
            <a:r>
              <a:rPr lang="en-GB" sz="2000" b="1" kern="0">
                <a:solidFill>
                  <a:srgbClr val="FFC000"/>
                </a:solidFill>
                <a:latin typeface="Arial" panose="020B0604020202020204"/>
              </a:rPr>
              <a:t>Step 5</a:t>
            </a:r>
            <a:r>
              <a:rPr lang="en-GB" sz="2000" kern="0">
                <a:solidFill>
                  <a:srgbClr val="000000"/>
                </a:solidFill>
                <a:latin typeface="Arial" panose="020B0604020202020204"/>
              </a:rPr>
              <a:t>: </a:t>
            </a:r>
            <a:r>
              <a:rPr lang="en-GB" sz="2000" kern="0">
                <a:solidFill>
                  <a:srgbClr val="000000"/>
                </a:solidFill>
              </a:rPr>
              <a:t>Wait for background job to auto-release budget to </a:t>
            </a:r>
            <a:r>
              <a:rPr lang="en-GB" sz="2000" kern="0">
                <a:solidFill>
                  <a:srgbClr val="000000"/>
                </a:solidFill>
                <a:latin typeface="Arial" panose="020B0604020202020204"/>
              </a:rPr>
              <a:t>WBS 3C (system runs this every 30 minutes)</a:t>
            </a:r>
            <a:endParaRPr lang="en-GB" sz="2000" kern="0">
              <a:solidFill>
                <a:srgbClr val="000000"/>
              </a:solidFill>
              <a:latin typeface="Arial" panose="020B0604020202020204"/>
              <a:cs typeface="Arial"/>
            </a:endParaRPr>
          </a:p>
        </p:txBody>
      </p:sp>
      <p:sp>
        <p:nvSpPr>
          <p:cNvPr id="3" name="Oval 2">
            <a:extLst>
              <a:ext uri="{FF2B5EF4-FFF2-40B4-BE49-F238E27FC236}">
                <a16:creationId xmlns:a16="http://schemas.microsoft.com/office/drawing/2014/main" id="{9D6D5ADE-6A78-4F19-95E8-A7C0658D372B}"/>
              </a:ext>
            </a:extLst>
          </p:cNvPr>
          <p:cNvSpPr/>
          <p:nvPr/>
        </p:nvSpPr>
        <p:spPr>
          <a:xfrm>
            <a:off x="848816" y="3040406"/>
            <a:ext cx="888075" cy="345574"/>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1</a:t>
            </a:r>
            <a:endParaRPr lang="en-US" sz="1050"/>
          </a:p>
        </p:txBody>
      </p:sp>
      <p:sp>
        <p:nvSpPr>
          <p:cNvPr id="25" name="Oval 24">
            <a:extLst>
              <a:ext uri="{FF2B5EF4-FFF2-40B4-BE49-F238E27FC236}">
                <a16:creationId xmlns:a16="http://schemas.microsoft.com/office/drawing/2014/main" id="{B69A39EA-4243-4217-BABF-B37BBEF6F329}"/>
              </a:ext>
            </a:extLst>
          </p:cNvPr>
          <p:cNvSpPr/>
          <p:nvPr/>
        </p:nvSpPr>
        <p:spPr>
          <a:xfrm>
            <a:off x="2569618" y="2312248"/>
            <a:ext cx="900505" cy="339114"/>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2</a:t>
            </a:r>
            <a:endParaRPr lang="en-US" sz="1050"/>
          </a:p>
        </p:txBody>
      </p:sp>
      <p:sp>
        <p:nvSpPr>
          <p:cNvPr id="26" name="Oval 25">
            <a:extLst>
              <a:ext uri="{FF2B5EF4-FFF2-40B4-BE49-F238E27FC236}">
                <a16:creationId xmlns:a16="http://schemas.microsoft.com/office/drawing/2014/main" id="{FF36A699-0F3E-411C-A3AD-5D5F707D0B72}"/>
              </a:ext>
            </a:extLst>
          </p:cNvPr>
          <p:cNvSpPr/>
          <p:nvPr/>
        </p:nvSpPr>
        <p:spPr>
          <a:xfrm>
            <a:off x="3980191" y="1533986"/>
            <a:ext cx="887084" cy="311671"/>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3</a:t>
            </a:r>
            <a:endParaRPr lang="en-US" sz="1050"/>
          </a:p>
        </p:txBody>
      </p:sp>
      <p:cxnSp>
        <p:nvCxnSpPr>
          <p:cNvPr id="28" name="Straight Connector 27">
            <a:extLst>
              <a:ext uri="{FF2B5EF4-FFF2-40B4-BE49-F238E27FC236}">
                <a16:creationId xmlns:a16="http://schemas.microsoft.com/office/drawing/2014/main" id="{E5FD972E-0D32-40EC-861C-61E7F705C603}"/>
              </a:ext>
            </a:extLst>
          </p:cNvPr>
          <p:cNvCxnSpPr>
            <a:cxnSpLocks/>
            <a:stCxn id="26" idx="4"/>
          </p:cNvCxnSpPr>
          <p:nvPr/>
        </p:nvCxnSpPr>
        <p:spPr>
          <a:xfrm>
            <a:off x="4423733" y="1845657"/>
            <a:ext cx="44590" cy="3862049"/>
          </a:xfrm>
          <a:prstGeom prst="line">
            <a:avLst/>
          </a:prstGeom>
          <a:ln w="15875">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3EF1C62C-446E-425C-8312-7B74C6A0EA6D}"/>
              </a:ext>
            </a:extLst>
          </p:cNvPr>
          <p:cNvSpPr/>
          <p:nvPr/>
        </p:nvSpPr>
        <p:spPr>
          <a:xfrm>
            <a:off x="4919543" y="1838173"/>
            <a:ext cx="968369" cy="382881"/>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4</a:t>
            </a:r>
            <a:endParaRPr lang="en-US" sz="1050"/>
          </a:p>
        </p:txBody>
      </p:sp>
      <p:sp>
        <p:nvSpPr>
          <p:cNvPr id="32" name="Oval 31">
            <a:extLst>
              <a:ext uri="{FF2B5EF4-FFF2-40B4-BE49-F238E27FC236}">
                <a16:creationId xmlns:a16="http://schemas.microsoft.com/office/drawing/2014/main" id="{287806BC-EA5A-40BB-A21A-F28A8B1EE05F}"/>
              </a:ext>
            </a:extLst>
          </p:cNvPr>
          <p:cNvSpPr/>
          <p:nvPr/>
        </p:nvSpPr>
        <p:spPr>
          <a:xfrm>
            <a:off x="6265181" y="1533704"/>
            <a:ext cx="811892" cy="304469"/>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00"/>
              <a:t>Step 5</a:t>
            </a:r>
            <a:endParaRPr lang="en-US" sz="1000"/>
          </a:p>
        </p:txBody>
      </p:sp>
      <p:cxnSp>
        <p:nvCxnSpPr>
          <p:cNvPr id="33" name="Straight Connector 32">
            <a:extLst>
              <a:ext uri="{FF2B5EF4-FFF2-40B4-BE49-F238E27FC236}">
                <a16:creationId xmlns:a16="http://schemas.microsoft.com/office/drawing/2014/main" id="{40EAEB20-F430-4FAD-B9D2-8EA36940702E}"/>
              </a:ext>
            </a:extLst>
          </p:cNvPr>
          <p:cNvCxnSpPr>
            <a:cxnSpLocks/>
            <a:stCxn id="32" idx="4"/>
          </p:cNvCxnSpPr>
          <p:nvPr/>
        </p:nvCxnSpPr>
        <p:spPr>
          <a:xfrm>
            <a:off x="6671127" y="1838173"/>
            <a:ext cx="0" cy="3869533"/>
          </a:xfrm>
          <a:prstGeom prst="line">
            <a:avLst/>
          </a:prstGeom>
          <a:ln w="15875">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677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sz="2800"/>
              <a:t>Budget Transfer – WBS Element to WBS Element</a:t>
            </a:r>
            <a:endParaRPr lang="en-US" sz="280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2F91AA52-8527-4203-AA95-79D860B41BB7}"/>
              </a:ext>
            </a:extLst>
          </p:cNvPr>
          <p:cNvGrpSpPr/>
          <p:nvPr/>
        </p:nvGrpSpPr>
        <p:grpSpPr>
          <a:xfrm>
            <a:off x="456557" y="1467921"/>
            <a:ext cx="11293842" cy="4967206"/>
            <a:chOff x="456557" y="945397"/>
            <a:chExt cx="11293842" cy="4967206"/>
          </a:xfrm>
        </p:grpSpPr>
        <p:sp>
          <p:nvSpPr>
            <p:cNvPr id="7" name="Rounded Rectangle 6">
              <a:extLst>
                <a:ext uri="{FF2B5EF4-FFF2-40B4-BE49-F238E27FC236}">
                  <a16:creationId xmlns:a16="http://schemas.microsoft.com/office/drawing/2014/main" id="{3FC444B3-D211-45F3-9E67-7C8161360182}"/>
                </a:ext>
              </a:extLst>
            </p:cNvPr>
            <p:cNvSpPr/>
            <p:nvPr/>
          </p:nvSpPr>
          <p:spPr bwMode="auto">
            <a:xfrm>
              <a:off x="763085" y="2483996"/>
              <a:ext cx="1841157" cy="1161535"/>
            </a:xfrm>
            <a:prstGeom prst="roundRect">
              <a:avLst/>
            </a:prstGeom>
            <a:gradFill flip="none" rotWithShape="1">
              <a:gsLst>
                <a:gs pos="0">
                  <a:srgbClr val="262E32">
                    <a:lumMod val="67000"/>
                  </a:srgbClr>
                </a:gs>
                <a:gs pos="48000">
                  <a:srgbClr val="262E32">
                    <a:lumMod val="97000"/>
                    <a:lumOff val="3000"/>
                  </a:srgbClr>
                </a:gs>
                <a:gs pos="100000">
                  <a:srgbClr val="262E32">
                    <a:lumMod val="60000"/>
                    <a:lumOff val="40000"/>
                  </a:srgbClr>
                </a:gs>
              </a:gsLst>
              <a:lin ang="16200000" scaled="1"/>
              <a:tileRect/>
            </a:gradFill>
            <a:ln>
              <a:solidFill>
                <a:srgbClr val="39454B"/>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Arial" panose="020B0604020202020204"/>
                  <a:ea typeface="ＭＳ Ｐゴシック" charset="0"/>
                  <a:cs typeface="+mn-cs"/>
                </a:rPr>
                <a:t>Internal Order A</a:t>
              </a:r>
              <a:endParaRPr kumimoji="0" lang="ru-RU" sz="2000" b="1"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8" name="Rounded Rectangle 10">
              <a:extLst>
                <a:ext uri="{FF2B5EF4-FFF2-40B4-BE49-F238E27FC236}">
                  <a16:creationId xmlns:a16="http://schemas.microsoft.com/office/drawing/2014/main" id="{D40719E4-FA64-4E0E-B433-7264AA37C1F2}"/>
                </a:ext>
              </a:extLst>
            </p:cNvPr>
            <p:cNvSpPr/>
            <p:nvPr/>
          </p:nvSpPr>
          <p:spPr bwMode="auto">
            <a:xfrm>
              <a:off x="3379715" y="2483996"/>
              <a:ext cx="1841157" cy="1161535"/>
            </a:xfrm>
            <a:prstGeom prst="roundRect">
              <a:avLst/>
            </a:prstGeom>
            <a:gradFill flip="none" rotWithShape="1">
              <a:gsLst>
                <a:gs pos="0">
                  <a:srgbClr val="262E32">
                    <a:lumMod val="67000"/>
                  </a:srgbClr>
                </a:gs>
                <a:gs pos="48000">
                  <a:srgbClr val="262E32">
                    <a:lumMod val="97000"/>
                    <a:lumOff val="3000"/>
                  </a:srgbClr>
                </a:gs>
                <a:gs pos="100000">
                  <a:srgbClr val="262E32">
                    <a:lumMod val="60000"/>
                    <a:lumOff val="40000"/>
                  </a:srgbClr>
                </a:gs>
              </a:gsLst>
              <a:lin ang="16200000" scaled="1"/>
              <a:tileRect/>
            </a:gradFill>
            <a:ln>
              <a:solidFill>
                <a:srgbClr val="39454B"/>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Arial" panose="020B0604020202020204"/>
                  <a:ea typeface="ＭＳ Ｐゴシック" charset="0"/>
                  <a:cs typeface="+mn-cs"/>
                </a:rPr>
                <a:t>Internal Order B</a:t>
              </a:r>
              <a:endParaRPr kumimoji="0" lang="ru-RU" sz="2000" b="1"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9" name="Bent-Up Arrow 8">
              <a:extLst>
                <a:ext uri="{FF2B5EF4-FFF2-40B4-BE49-F238E27FC236}">
                  <a16:creationId xmlns:a16="http://schemas.microsoft.com/office/drawing/2014/main" id="{CE1AAF58-5455-4683-ABFD-5754BCEE6E36}"/>
                </a:ext>
              </a:extLst>
            </p:cNvPr>
            <p:cNvSpPr/>
            <p:nvPr/>
          </p:nvSpPr>
          <p:spPr bwMode="auto">
            <a:xfrm>
              <a:off x="3080063" y="3848253"/>
              <a:ext cx="1612558" cy="1445741"/>
            </a:xfrm>
            <a:prstGeom prst="bentUp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0" name="Bent-Up Arrow 12">
              <a:extLst>
                <a:ext uri="{FF2B5EF4-FFF2-40B4-BE49-F238E27FC236}">
                  <a16:creationId xmlns:a16="http://schemas.microsoft.com/office/drawing/2014/main" id="{6829143F-8625-4677-8F1D-184EE75E6C7A}"/>
                </a:ext>
              </a:extLst>
            </p:cNvPr>
            <p:cNvSpPr/>
            <p:nvPr/>
          </p:nvSpPr>
          <p:spPr bwMode="auto">
            <a:xfrm rot="5400000">
              <a:off x="1368658" y="3931662"/>
              <a:ext cx="1612558" cy="1445741"/>
            </a:xfrm>
            <a:prstGeom prst="bentUp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1" name="Rounded Rectangle 9">
              <a:extLst>
                <a:ext uri="{FF2B5EF4-FFF2-40B4-BE49-F238E27FC236}">
                  <a16:creationId xmlns:a16="http://schemas.microsoft.com/office/drawing/2014/main" id="{F8FE9682-7DE7-48F7-93F4-20C0B56A3E9A}"/>
                </a:ext>
              </a:extLst>
            </p:cNvPr>
            <p:cNvSpPr/>
            <p:nvPr/>
          </p:nvSpPr>
          <p:spPr bwMode="auto">
            <a:xfrm>
              <a:off x="456557" y="1909014"/>
              <a:ext cx="5124485" cy="4003589"/>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2" name="Rounded Rectangle 15">
              <a:extLst>
                <a:ext uri="{FF2B5EF4-FFF2-40B4-BE49-F238E27FC236}">
                  <a16:creationId xmlns:a16="http://schemas.microsoft.com/office/drawing/2014/main" id="{E9FD1DA1-3574-4D78-8D62-77A0491B8C7A}"/>
                </a:ext>
              </a:extLst>
            </p:cNvPr>
            <p:cNvSpPr/>
            <p:nvPr/>
          </p:nvSpPr>
          <p:spPr bwMode="auto">
            <a:xfrm>
              <a:off x="5967544" y="3306073"/>
              <a:ext cx="1841157" cy="1161535"/>
            </a:xfrm>
            <a:prstGeom prst="roundRect">
              <a:avLst/>
            </a:prstGeom>
            <a:gradFill flip="none" rotWithShape="1">
              <a:gsLst>
                <a:gs pos="0">
                  <a:srgbClr val="71BBAA"/>
                </a:gs>
                <a:gs pos="48000">
                  <a:srgbClr val="D6ECE7"/>
                </a:gs>
                <a:gs pos="100000">
                  <a:srgbClr val="E6F3F0"/>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WBS Element A</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3" name="Rounded Rectangle 16">
              <a:extLst>
                <a:ext uri="{FF2B5EF4-FFF2-40B4-BE49-F238E27FC236}">
                  <a16:creationId xmlns:a16="http://schemas.microsoft.com/office/drawing/2014/main" id="{659196F2-21BC-41AA-AB60-FD865F58F950}"/>
                </a:ext>
              </a:extLst>
            </p:cNvPr>
            <p:cNvSpPr/>
            <p:nvPr/>
          </p:nvSpPr>
          <p:spPr bwMode="auto">
            <a:xfrm>
              <a:off x="9710004" y="3306073"/>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WBS Element B</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4" name="Rounded Rectangle 19">
              <a:extLst>
                <a:ext uri="{FF2B5EF4-FFF2-40B4-BE49-F238E27FC236}">
                  <a16:creationId xmlns:a16="http://schemas.microsoft.com/office/drawing/2014/main" id="{68E08927-CBD7-49AE-82B6-7C34CB62697F}"/>
                </a:ext>
              </a:extLst>
            </p:cNvPr>
            <p:cNvSpPr/>
            <p:nvPr/>
          </p:nvSpPr>
          <p:spPr bwMode="auto">
            <a:xfrm>
              <a:off x="5818111" y="2279831"/>
              <a:ext cx="5932288" cy="3014163"/>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5" name="Right Arrow 20">
              <a:extLst>
                <a:ext uri="{FF2B5EF4-FFF2-40B4-BE49-F238E27FC236}">
                  <a16:creationId xmlns:a16="http://schemas.microsoft.com/office/drawing/2014/main" id="{038E781A-9308-4720-91D8-B3E93420DEFB}"/>
                </a:ext>
              </a:extLst>
            </p:cNvPr>
            <p:cNvSpPr/>
            <p:nvPr/>
          </p:nvSpPr>
          <p:spPr bwMode="auto">
            <a:xfrm>
              <a:off x="8016736" y="3121767"/>
              <a:ext cx="1623782" cy="1656264"/>
            </a:xfrm>
            <a:prstGeom prst="right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Transfer</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6" name="TextBox 15">
              <a:extLst>
                <a:ext uri="{FF2B5EF4-FFF2-40B4-BE49-F238E27FC236}">
                  <a16:creationId xmlns:a16="http://schemas.microsoft.com/office/drawing/2014/main" id="{C99EB1C2-A0D5-47C0-AE9C-082F60624A0C}"/>
                </a:ext>
              </a:extLst>
            </p:cNvPr>
            <p:cNvSpPr txBox="1"/>
            <p:nvPr/>
          </p:nvSpPr>
          <p:spPr>
            <a:xfrm>
              <a:off x="456558" y="4208837"/>
              <a:ext cx="935746" cy="663879"/>
            </a:xfrm>
            <a:prstGeom prst="rect">
              <a:avLst/>
            </a:prstGeom>
            <a:noFill/>
          </p:spPr>
          <p:txBody>
            <a:bodyPr wrap="square" lIns="0" tIns="0" rIns="0" bIns="0" rtlCol="0">
              <a:norm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Remove budget</a:t>
              </a:r>
              <a:endParaRPr kumimoji="0" lang="ru-RU"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7" name="TextBox 16">
              <a:extLst>
                <a:ext uri="{FF2B5EF4-FFF2-40B4-BE49-F238E27FC236}">
                  <a16:creationId xmlns:a16="http://schemas.microsoft.com/office/drawing/2014/main" id="{9527D6EF-F03E-4709-9B6C-509527068F4F}"/>
                </a:ext>
              </a:extLst>
            </p:cNvPr>
            <p:cNvSpPr txBox="1"/>
            <p:nvPr/>
          </p:nvSpPr>
          <p:spPr>
            <a:xfrm>
              <a:off x="4553126" y="4208837"/>
              <a:ext cx="935746" cy="663879"/>
            </a:xfrm>
            <a:prstGeom prst="rect">
              <a:avLst/>
            </a:prstGeom>
            <a:noFill/>
          </p:spPr>
          <p:txBody>
            <a:bodyPr wrap="square" lIns="0" tIns="0" rIns="0" bIns="0" rtlCol="0">
              <a:norm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Assign budget</a:t>
              </a:r>
              <a:endParaRPr kumimoji="0" lang="ru-RU"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8" name="TextBox 17">
              <a:extLst>
                <a:ext uri="{FF2B5EF4-FFF2-40B4-BE49-F238E27FC236}">
                  <a16:creationId xmlns:a16="http://schemas.microsoft.com/office/drawing/2014/main" id="{6C3BEB9A-0966-4718-B0C6-806CF77285D3}"/>
                </a:ext>
              </a:extLst>
            </p:cNvPr>
            <p:cNvSpPr txBox="1"/>
            <p:nvPr/>
          </p:nvSpPr>
          <p:spPr>
            <a:xfrm>
              <a:off x="2361497" y="2032205"/>
              <a:ext cx="1173310" cy="477324"/>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PROJECT</a:t>
              </a:r>
              <a:endParaRPr kumimoji="0" lang="ru-RU"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9" name="TextBox 18">
              <a:extLst>
                <a:ext uri="{FF2B5EF4-FFF2-40B4-BE49-F238E27FC236}">
                  <a16:creationId xmlns:a16="http://schemas.microsoft.com/office/drawing/2014/main" id="{7C96F429-A501-4BC4-B5AE-3313956B563A}"/>
                </a:ext>
              </a:extLst>
            </p:cNvPr>
            <p:cNvSpPr txBox="1"/>
            <p:nvPr/>
          </p:nvSpPr>
          <p:spPr>
            <a:xfrm>
              <a:off x="8105528" y="2483996"/>
              <a:ext cx="1173310" cy="477324"/>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PROJECT</a:t>
              </a:r>
              <a:endParaRPr kumimoji="0" lang="ru-RU"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20" name="TextBox 19">
              <a:extLst>
                <a:ext uri="{FF2B5EF4-FFF2-40B4-BE49-F238E27FC236}">
                  <a16:creationId xmlns:a16="http://schemas.microsoft.com/office/drawing/2014/main" id="{CE4CA8A1-4A07-41EA-AD76-F0F2C7BE1434}"/>
                </a:ext>
              </a:extLst>
            </p:cNvPr>
            <p:cNvSpPr txBox="1"/>
            <p:nvPr/>
          </p:nvSpPr>
          <p:spPr>
            <a:xfrm>
              <a:off x="6789107" y="1716066"/>
              <a:ext cx="914400" cy="914400"/>
            </a:xfrm>
            <a:prstGeom prst="rect">
              <a:avLst/>
            </a:prstGeom>
            <a:noFill/>
          </p:spPr>
          <p:txBody>
            <a:bodyPr wrap="none" lIns="0" tIns="0" rIns="0" bIns="0" rtlCol="0">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6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21" name="Rounded Rectangle 26">
              <a:extLst>
                <a:ext uri="{FF2B5EF4-FFF2-40B4-BE49-F238E27FC236}">
                  <a16:creationId xmlns:a16="http://schemas.microsoft.com/office/drawing/2014/main" id="{23857AF2-DD33-4E67-9C8D-1AACB53267E9}"/>
                </a:ext>
              </a:extLst>
            </p:cNvPr>
            <p:cNvSpPr/>
            <p:nvPr/>
          </p:nvSpPr>
          <p:spPr bwMode="auto">
            <a:xfrm>
              <a:off x="546492" y="945397"/>
              <a:ext cx="10862424" cy="637755"/>
            </a:xfrm>
            <a:prstGeom prst="roundRect">
              <a:avLst/>
            </a:prstGeom>
            <a:solidFill>
              <a:srgbClr val="D5EBE6"/>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From 2 step procedure on internal orders to 1 step process of budget transfer between WBS elements</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grpSp>
    </p:spTree>
    <p:extLst>
      <p:ext uri="{BB962C8B-B14F-4D97-AF65-F5344CB8AC3E}">
        <p14:creationId xmlns:p14="http://schemas.microsoft.com/office/powerpoint/2010/main" val="3343703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A4541-B1BC-4D01-A942-2102A5118A34}"/>
              </a:ext>
            </a:extLst>
          </p:cNvPr>
          <p:cNvSpPr>
            <a:spLocks noGrp="1"/>
          </p:cNvSpPr>
          <p:nvPr>
            <p:ph type="title"/>
          </p:nvPr>
        </p:nvSpPr>
        <p:spPr/>
        <p:txBody>
          <a:bodyPr/>
          <a:lstStyle/>
          <a:p>
            <a:r>
              <a:rPr lang="en-GB"/>
              <a:t>Budget Transfer – Project to Project</a:t>
            </a:r>
            <a:endParaRPr lang="en-US"/>
          </a:p>
        </p:txBody>
      </p:sp>
      <p:sp>
        <p:nvSpPr>
          <p:cNvPr id="4" name="Footer Placeholder 3">
            <a:extLst>
              <a:ext uri="{FF2B5EF4-FFF2-40B4-BE49-F238E27FC236}">
                <a16:creationId xmlns:a16="http://schemas.microsoft.com/office/drawing/2014/main" id="{CD099E8C-678E-4C86-A54C-4123EF8F7BB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6160D58-02D1-47BB-BBA1-48621A21CC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91D4CE92-0A21-48C4-95D8-679EF96FD82B}"/>
              </a:ext>
            </a:extLst>
          </p:cNvPr>
          <p:cNvGrpSpPr/>
          <p:nvPr/>
        </p:nvGrpSpPr>
        <p:grpSpPr>
          <a:xfrm>
            <a:off x="689859" y="2751555"/>
            <a:ext cx="10663279" cy="3273325"/>
            <a:chOff x="5818111" y="2802355"/>
            <a:chExt cx="5932288" cy="3014163"/>
          </a:xfrm>
        </p:grpSpPr>
        <p:sp>
          <p:nvSpPr>
            <p:cNvPr id="6" name="Rounded Rectangle 15">
              <a:extLst>
                <a:ext uri="{FF2B5EF4-FFF2-40B4-BE49-F238E27FC236}">
                  <a16:creationId xmlns:a16="http://schemas.microsoft.com/office/drawing/2014/main" id="{B37C202D-AC0E-48D5-A1C9-D5A798DF4FF9}"/>
                </a:ext>
              </a:extLst>
            </p:cNvPr>
            <p:cNvSpPr/>
            <p:nvPr/>
          </p:nvSpPr>
          <p:spPr bwMode="auto">
            <a:xfrm>
              <a:off x="5976341" y="3828597"/>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Project 1</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a:t>
              </a: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BS Element A</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7" name="Rounded Rectangle 16">
              <a:extLst>
                <a:ext uri="{FF2B5EF4-FFF2-40B4-BE49-F238E27FC236}">
                  <a16:creationId xmlns:a16="http://schemas.microsoft.com/office/drawing/2014/main" id="{5D9B2C2A-2BA3-46BD-BD42-90C69F6ABC60}"/>
                </a:ext>
              </a:extLst>
            </p:cNvPr>
            <p:cNvSpPr/>
            <p:nvPr/>
          </p:nvSpPr>
          <p:spPr bwMode="auto">
            <a:xfrm>
              <a:off x="9710004" y="3828597"/>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Project 2</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a:t>
              </a: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BS Element B</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8" name="Rounded Rectangle 19">
              <a:extLst>
                <a:ext uri="{FF2B5EF4-FFF2-40B4-BE49-F238E27FC236}">
                  <a16:creationId xmlns:a16="http://schemas.microsoft.com/office/drawing/2014/main" id="{C3BD65AD-813A-49B7-B95E-9BEE52C89A4C}"/>
                </a:ext>
              </a:extLst>
            </p:cNvPr>
            <p:cNvSpPr/>
            <p:nvPr/>
          </p:nvSpPr>
          <p:spPr bwMode="auto">
            <a:xfrm>
              <a:off x="5818111" y="2802355"/>
              <a:ext cx="5932288" cy="3014163"/>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9" name="Right Arrow 20">
              <a:extLst>
                <a:ext uri="{FF2B5EF4-FFF2-40B4-BE49-F238E27FC236}">
                  <a16:creationId xmlns:a16="http://schemas.microsoft.com/office/drawing/2014/main" id="{367DA4B8-B302-40E6-B5EF-015D8ED8CA4D}"/>
                </a:ext>
              </a:extLst>
            </p:cNvPr>
            <p:cNvSpPr/>
            <p:nvPr/>
          </p:nvSpPr>
          <p:spPr bwMode="auto">
            <a:xfrm>
              <a:off x="8016736" y="3644291"/>
              <a:ext cx="1623782" cy="1656264"/>
            </a:xfrm>
            <a:prstGeom prst="right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Transfer</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grpSp>
      <p:sp>
        <p:nvSpPr>
          <p:cNvPr id="10" name="Rounded Rectangle 26">
            <a:extLst>
              <a:ext uri="{FF2B5EF4-FFF2-40B4-BE49-F238E27FC236}">
                <a16:creationId xmlns:a16="http://schemas.microsoft.com/office/drawing/2014/main" id="{93014132-24A3-4CF3-907A-54DB0E2D2160}"/>
              </a:ext>
            </a:extLst>
          </p:cNvPr>
          <p:cNvSpPr/>
          <p:nvPr/>
        </p:nvSpPr>
        <p:spPr bwMode="auto">
          <a:xfrm>
            <a:off x="546492" y="1467921"/>
            <a:ext cx="10862424" cy="637755"/>
          </a:xfrm>
          <a:prstGeom prst="roundRect">
            <a:avLst/>
          </a:prstGeom>
          <a:solidFill>
            <a:srgbClr val="D5EBE6"/>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can also be transferred from one Project to a different Project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kern="0">
                <a:solidFill>
                  <a:srgbClr val="39454B"/>
                </a:solidFill>
                <a:latin typeface="Arial" panose="020B0604020202020204"/>
                <a:ea typeface="ＭＳ Ｐゴシック" charset="0"/>
              </a:rPr>
              <a:t>This will need approval from the Approvers of both of the Projects prior to transfer.</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2" name="Rectangle: Rounded Corners 11">
            <a:extLst>
              <a:ext uri="{FF2B5EF4-FFF2-40B4-BE49-F238E27FC236}">
                <a16:creationId xmlns:a16="http://schemas.microsoft.com/office/drawing/2014/main" id="{C91D205C-820D-4A03-9E26-92FF2FF3BAA4}"/>
              </a:ext>
            </a:extLst>
          </p:cNvPr>
          <p:cNvSpPr/>
          <p:nvPr/>
        </p:nvSpPr>
        <p:spPr>
          <a:xfrm>
            <a:off x="1921367" y="5307285"/>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Approval Required</a:t>
            </a:r>
          </a:p>
        </p:txBody>
      </p:sp>
      <p:sp>
        <p:nvSpPr>
          <p:cNvPr id="13" name="Rectangle: Rounded Corners 12">
            <a:extLst>
              <a:ext uri="{FF2B5EF4-FFF2-40B4-BE49-F238E27FC236}">
                <a16:creationId xmlns:a16="http://schemas.microsoft.com/office/drawing/2014/main" id="{F0C67BC0-54C5-4AB7-98CB-D76875505A91}"/>
              </a:ext>
            </a:extLst>
          </p:cNvPr>
          <p:cNvSpPr/>
          <p:nvPr/>
        </p:nvSpPr>
        <p:spPr>
          <a:xfrm>
            <a:off x="8595764" y="5307285"/>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Approval Required</a:t>
            </a:r>
          </a:p>
        </p:txBody>
      </p:sp>
      <p:sp>
        <p:nvSpPr>
          <p:cNvPr id="14" name="Rounded Rectangle 26">
            <a:extLst>
              <a:ext uri="{FF2B5EF4-FFF2-40B4-BE49-F238E27FC236}">
                <a16:creationId xmlns:a16="http://schemas.microsoft.com/office/drawing/2014/main" id="{AF556B7D-DE24-4BC9-BA10-2B360A4D84A4}"/>
              </a:ext>
            </a:extLst>
          </p:cNvPr>
          <p:cNvSpPr/>
          <p:nvPr/>
        </p:nvSpPr>
        <p:spPr bwMode="auto">
          <a:xfrm>
            <a:off x="546492" y="1467921"/>
            <a:ext cx="10862424" cy="1103789"/>
          </a:xfrm>
          <a:prstGeom prst="roundRect">
            <a:avLst/>
          </a:prstGeom>
          <a:solidFill>
            <a:srgbClr val="D5EBE6"/>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can also be transferred from one Project to a different Project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kern="0">
                <a:solidFill>
                  <a:srgbClr val="39454B"/>
                </a:solidFill>
                <a:latin typeface="Arial" panose="020B0604020202020204"/>
                <a:ea typeface="ＭＳ Ｐゴシック" charset="0"/>
              </a:rPr>
              <a:t>This will need approval from the Approvers of both of the Projects prior to transfer.</a:t>
            </a:r>
          </a:p>
          <a:p>
            <a:pPr lvl="0" algn="ctr" fontAlgn="base">
              <a:spcBef>
                <a:spcPct val="20000"/>
              </a:spcBef>
              <a:spcAft>
                <a:spcPct val="0"/>
              </a:spcAft>
              <a:defRPr/>
            </a:pPr>
            <a:r>
              <a:rPr lang="en-US"/>
              <a:t>This also applies to any decreases of budget.</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Tree>
    <p:extLst>
      <p:ext uri="{BB962C8B-B14F-4D97-AF65-F5344CB8AC3E}">
        <p14:creationId xmlns:p14="http://schemas.microsoft.com/office/powerpoint/2010/main" val="3072003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Change to Business Approval Process (BAP) Procedure</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AB597B4C-1282-4B85-9529-FD52D214A49C}"/>
              </a:ext>
            </a:extLst>
          </p:cNvPr>
          <p:cNvPicPr>
            <a:picLocks noChangeAspect="1"/>
          </p:cNvPicPr>
          <p:nvPr/>
        </p:nvPicPr>
        <p:blipFill>
          <a:blip r:embed="rId2"/>
          <a:stretch>
            <a:fillRect/>
          </a:stretch>
        </p:blipFill>
        <p:spPr>
          <a:xfrm>
            <a:off x="1730829" y="1433594"/>
            <a:ext cx="9547971" cy="4775513"/>
          </a:xfrm>
          <a:prstGeom prst="rect">
            <a:avLst/>
          </a:prstGeom>
        </p:spPr>
      </p:pic>
    </p:spTree>
    <p:extLst>
      <p:ext uri="{BB962C8B-B14F-4D97-AF65-F5344CB8AC3E}">
        <p14:creationId xmlns:p14="http://schemas.microsoft.com/office/powerpoint/2010/main" val="555181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1199-04C7-4585-9526-483AECCE158B}"/>
              </a:ext>
            </a:extLst>
          </p:cNvPr>
          <p:cNvSpPr>
            <a:spLocks noGrp="1"/>
          </p:cNvSpPr>
          <p:nvPr>
            <p:ph type="title"/>
          </p:nvPr>
        </p:nvSpPr>
        <p:spPr/>
        <p:txBody>
          <a:bodyPr/>
          <a:lstStyle/>
          <a:p>
            <a:r>
              <a:rPr lang="en-GB"/>
              <a:t>Spending Approval Changes</a:t>
            </a:r>
            <a:endParaRPr lang="en-US"/>
          </a:p>
        </p:txBody>
      </p:sp>
      <p:sp>
        <p:nvSpPr>
          <p:cNvPr id="5" name="Slide Number Placeholder 4">
            <a:extLst>
              <a:ext uri="{FF2B5EF4-FFF2-40B4-BE49-F238E27FC236}">
                <a16:creationId xmlns:a16="http://schemas.microsoft.com/office/drawing/2014/main" id="{8CF520D9-9724-4D8B-AF5A-7185182DAEC1}"/>
              </a:ext>
            </a:extLst>
          </p:cNvPr>
          <p:cNvSpPr>
            <a:spLocks noGrp="1"/>
          </p:cNvSpPr>
          <p:nvPr>
            <p:ph type="sldNum" sz="quarter" idx="12"/>
          </p:nvPr>
        </p:nvSpPr>
        <p:spPr/>
        <p:txBody>
          <a:bodyPr/>
          <a:lstStyle/>
          <a:p>
            <a:fld id="{F4C94289-3309-4C35-850A-56FD49B3E346}" type="slidenum">
              <a:rPr lang="en-GB" smtClean="0"/>
              <a:t>17</a:t>
            </a:fld>
            <a:endParaRPr lang="en-GB"/>
          </a:p>
        </p:txBody>
      </p:sp>
      <p:sp>
        <p:nvSpPr>
          <p:cNvPr id="6" name="Snip Single Corner Rectangle 24">
            <a:extLst>
              <a:ext uri="{FF2B5EF4-FFF2-40B4-BE49-F238E27FC236}">
                <a16:creationId xmlns:a16="http://schemas.microsoft.com/office/drawing/2014/main" id="{C6D701E2-48FC-4CEF-A1D7-ED630F3F3966}"/>
              </a:ext>
            </a:extLst>
          </p:cNvPr>
          <p:cNvSpPr/>
          <p:nvPr/>
        </p:nvSpPr>
        <p:spPr bwMode="auto">
          <a:xfrm>
            <a:off x="592163" y="1368886"/>
            <a:ext cx="10828312" cy="2145992"/>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Changes have been made to spending approval process as detailed below. Please also see communication</a:t>
            </a:r>
            <a:r>
              <a:rPr kumimoji="0" lang="en-US" sz="1400" b="0" i="0" u="none" strike="noStrike" kern="0" cap="none" spc="0" normalizeH="0" noProof="0">
                <a:ln>
                  <a:noFill/>
                </a:ln>
                <a:solidFill>
                  <a:srgbClr val="122632"/>
                </a:solidFill>
                <a:effectLst/>
                <a:uLnTx/>
                <a:uFillTx/>
                <a:latin typeface="Arial" panose="020B0604020202020204"/>
                <a:ea typeface="ＭＳ Ｐゴシック" pitchFamily="80" charset="-128"/>
                <a:cs typeface="+mn-cs"/>
              </a:rPr>
              <a:t> on Teams via this link:</a:t>
            </a:r>
          </a:p>
          <a:p>
            <a:pPr>
              <a:spcBef>
                <a:spcPct val="20000"/>
              </a:spcBef>
              <a:defRPr/>
            </a:pPr>
            <a:r>
              <a:rPr lang="en-US" sz="1400" u="sng" err="1">
                <a:hlinkClick r:id="rId2" tooltip="https://teams.microsoft.com/l/message/19:8f115ad4cd30424ba67615a35c1fb330@thread.skype/1581681774516?tenantId=705d07a3-2eea-4f3b-ab59-65ca29abeb26&amp;groupId=7612707f-5d43-43c0-8683-c6f200329c91&amp;parentMessageId=1581681774516&amp;teamName=S4F-ERP%20%E2%80%93%20De"/>
              </a:rPr>
              <a:t>Tenigina</a:t>
            </a:r>
            <a:r>
              <a:rPr lang="en-US" sz="1400" u="sng">
                <a:hlinkClick r:id="rId2" tooltip="https://teams.microsoft.com/l/message/19:8f115ad4cd30424ba67615a35c1fb330@thread.skype/1581681774516?tenantId=705d07a3-2eea-4f3b-ab59-65ca29abeb26&amp;groupId=7612707f-5d43-43c0-8683-c6f200329c91&amp;parentMessageId=1581681774516&amp;teamName=S4F-ERP%20%E2%80%93%20De"/>
              </a:rPr>
              <a:t>, Olga: Spending approval - changes</a:t>
            </a:r>
            <a:r>
              <a:rPr lang="en-US" u="sng">
                <a:hlinkClick r:id="rId2" tooltip="https://teams.microsoft.com/l/message/19:8f115ad4cd30424ba67615a35c1fb330@thread.skype/1581681774516?tenantId=705d07a3-2eea-4f3b-ab59-65ca29abeb26&amp;groupId=7612707f-5d43-43c0-8683-c6f200329c91&amp;parentMessageId=1581681774516&amp;teamName=S4F-ERP%20%E2%80%93%20De"/>
              </a:rPr>
              <a:t> </a:t>
            </a:r>
            <a:endParaRPr lang="en-US" u="sng"/>
          </a:p>
          <a:p>
            <a:pPr>
              <a:spcBef>
                <a:spcPct val="20000"/>
              </a:spcBef>
              <a:defRPr/>
            </a:pPr>
            <a:r>
              <a:rPr lang="en-US" sz="1200">
                <a:solidFill>
                  <a:schemeClr val="tx2">
                    <a:lumMod val="75000"/>
                    <a:lumOff val="25000"/>
                  </a:schemeClr>
                </a:solidFill>
              </a:rPr>
              <a:t>* As agreed between FCG and P2P CC, WG2 reporting to HQ </a:t>
            </a:r>
            <a:r>
              <a:rPr lang="en-US" sz="1200" err="1">
                <a:solidFill>
                  <a:schemeClr val="tx2">
                    <a:lumMod val="75000"/>
                    <a:lumOff val="25000"/>
                  </a:schemeClr>
                </a:solidFill>
              </a:rPr>
              <a:t>Excom</a:t>
            </a:r>
            <a:r>
              <a:rPr lang="en-US" sz="1200">
                <a:solidFill>
                  <a:schemeClr val="tx2">
                    <a:lumMod val="75000"/>
                    <a:lumOff val="25000"/>
                  </a:schemeClr>
                </a:solidFill>
              </a:rPr>
              <a:t> must have an approval threshold of 250M$ (apply the same technical principle than for VP reporting to HQ </a:t>
            </a:r>
            <a:r>
              <a:rPr lang="en-US" sz="1200" err="1">
                <a:solidFill>
                  <a:schemeClr val="tx2">
                    <a:lumMod val="75000"/>
                    <a:lumOff val="25000"/>
                  </a:schemeClr>
                </a:solidFill>
              </a:rPr>
              <a:t>Excom</a:t>
            </a:r>
            <a:r>
              <a:rPr lang="en-US" sz="1200">
                <a:solidFill>
                  <a:schemeClr val="tx2">
                    <a:lumMod val="75000"/>
                    <a:lumOff val="25000"/>
                  </a:schemeClr>
                </a:solidFill>
              </a:rPr>
              <a:t>) - Requirement moved to CHG178038</a:t>
            </a:r>
          </a:p>
          <a:p>
            <a:pPr>
              <a:spcBef>
                <a:spcPct val="20000"/>
              </a:spcBef>
              <a:defRPr/>
            </a:pPr>
            <a:r>
              <a:rPr lang="en-US" sz="1200">
                <a:solidFill>
                  <a:schemeClr val="tx2">
                    <a:lumMod val="75000"/>
                    <a:lumOff val="25000"/>
                  </a:schemeClr>
                </a:solidFill>
              </a:rPr>
              <a:t>* For WG2 and WG1 (reporting to </a:t>
            </a:r>
            <a:r>
              <a:rPr lang="en-US" sz="1200" err="1">
                <a:solidFill>
                  <a:schemeClr val="tx2">
                    <a:lumMod val="75000"/>
                    <a:lumOff val="25000"/>
                  </a:schemeClr>
                </a:solidFill>
              </a:rPr>
              <a:t>Excom</a:t>
            </a:r>
            <a:r>
              <a:rPr lang="en-US" sz="1200">
                <a:solidFill>
                  <a:schemeClr val="tx2">
                    <a:lumMod val="75000"/>
                    <a:lumOff val="25000"/>
                  </a:schemeClr>
                </a:solidFill>
              </a:rPr>
              <a:t>) having higher approval level than other WG2 and WG1 reporting to them, PR must be approved up to their respective levels (and it shouldn't only be a notification) </a:t>
            </a:r>
          </a:p>
          <a:p>
            <a:pPr>
              <a:spcBef>
                <a:spcPct val="20000"/>
              </a:spcBef>
              <a:defRPr/>
            </a:pPr>
            <a:r>
              <a:rPr lang="en-US" sz="1200">
                <a:solidFill>
                  <a:schemeClr val="tx2">
                    <a:lumMod val="75000"/>
                    <a:lumOff val="25000"/>
                  </a:schemeClr>
                </a:solidFill>
              </a:rPr>
              <a:t>* PRs with WBS related to approved BAP/MEMO should never be approved again at HQ level, typically if a WG2 reporting to </a:t>
            </a:r>
            <a:r>
              <a:rPr lang="en-US" sz="1200" err="1">
                <a:solidFill>
                  <a:schemeClr val="tx2">
                    <a:lumMod val="75000"/>
                    <a:lumOff val="25000"/>
                  </a:schemeClr>
                </a:solidFill>
              </a:rPr>
              <a:t>Excom</a:t>
            </a:r>
            <a:r>
              <a:rPr lang="en-US" sz="1200">
                <a:solidFill>
                  <a:schemeClr val="tx2">
                    <a:lumMod val="75000"/>
                    <a:lumOff val="25000"/>
                  </a:schemeClr>
                </a:solidFill>
              </a:rPr>
              <a:t> approves the PR, the system should stop the release there.</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7" name="Rounded Rectangle 9">
            <a:extLst>
              <a:ext uri="{FF2B5EF4-FFF2-40B4-BE49-F238E27FC236}">
                <a16:creationId xmlns:a16="http://schemas.microsoft.com/office/drawing/2014/main" id="{0F89F848-6208-4B17-A612-8068D779A2BD}"/>
              </a:ext>
            </a:extLst>
          </p:cNvPr>
          <p:cNvSpPr/>
          <p:nvPr/>
        </p:nvSpPr>
        <p:spPr bwMode="auto">
          <a:xfrm>
            <a:off x="592163" y="3606684"/>
            <a:ext cx="5124485" cy="2870113"/>
          </a:xfrm>
          <a:prstGeom prst="roundRect">
            <a:avLst/>
          </a:prstGeom>
          <a:gradFill>
            <a:gsLst>
              <a:gs pos="0">
                <a:srgbClr val="71BBAA"/>
              </a:gs>
              <a:gs pos="48000">
                <a:srgbClr val="D6ECE7"/>
              </a:gs>
              <a:gs pos="100000">
                <a:srgbClr val="E6F3F0"/>
              </a:gs>
            </a:gsLst>
            <a:lin ang="16200000" scaled="1"/>
          </a:grad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3" name="TextBox 2">
            <a:extLst>
              <a:ext uri="{FF2B5EF4-FFF2-40B4-BE49-F238E27FC236}">
                <a16:creationId xmlns:a16="http://schemas.microsoft.com/office/drawing/2014/main" id="{1B45BE39-703C-422A-832A-4B6CFD553D43}"/>
              </a:ext>
            </a:extLst>
          </p:cNvPr>
          <p:cNvSpPr txBox="1"/>
          <p:nvPr/>
        </p:nvSpPr>
        <p:spPr>
          <a:xfrm>
            <a:off x="1058235" y="3612011"/>
            <a:ext cx="3800475" cy="257175"/>
          </a:xfrm>
          <a:prstGeom prst="rect">
            <a:avLst/>
          </a:prstGeom>
          <a:noFill/>
        </p:spPr>
        <p:txBody>
          <a:bodyPr wrap="square" lIns="0" tIns="0" rIns="0" bIns="0" rtlCol="0">
            <a:noAutofit/>
          </a:bodyPr>
          <a:lstStyle/>
          <a:p>
            <a:pPr algn="ctr"/>
            <a:r>
              <a:rPr lang="en-US" u="sng">
                <a:hlinkClick r:id="rId3" tooltip="https://jti.service-now.com/nav_to.do?uri=%2fchange_request.do%3fsys_id%3db81987c5dbe2445054bbaf6d16961922%26sysparm_record_list%3dassigned_to%253d68e8743cffc4f4003e598ffb97649d6d%255eactive%253dtrue%255esys_class_name!%253du_security_case%255eu_confidential%253dfalse%255eorderbynumber%26sysparm_record_row%3d1%26sysparm_record_rows%3d1%26sysparm_record_target%3dchange_request%26sysparm_view%3d%26sysparm_view_forced%3dtrue"/>
              </a:rPr>
              <a:t>CHG177378</a:t>
            </a:r>
            <a:endParaRPr lang="en-US"/>
          </a:p>
          <a:p>
            <a:pPr algn="ctr"/>
            <a:r>
              <a:rPr lang="en-GB"/>
              <a:t> </a:t>
            </a:r>
            <a:endParaRPr lang="en-US" err="1"/>
          </a:p>
        </p:txBody>
      </p:sp>
      <p:sp>
        <p:nvSpPr>
          <p:cNvPr id="8" name="Rounded Rectangle 9">
            <a:extLst>
              <a:ext uri="{FF2B5EF4-FFF2-40B4-BE49-F238E27FC236}">
                <a16:creationId xmlns:a16="http://schemas.microsoft.com/office/drawing/2014/main" id="{54D1BD8A-CD9B-47EC-A544-E64DB52E62C1}"/>
              </a:ext>
            </a:extLst>
          </p:cNvPr>
          <p:cNvSpPr/>
          <p:nvPr/>
        </p:nvSpPr>
        <p:spPr bwMode="auto">
          <a:xfrm>
            <a:off x="6295990" y="3606683"/>
            <a:ext cx="5124485" cy="2870114"/>
          </a:xfrm>
          <a:prstGeom prst="roundRect">
            <a:avLst/>
          </a:prstGeom>
          <a:gradFill>
            <a:gsLst>
              <a:gs pos="0">
                <a:srgbClr val="71BBAA"/>
              </a:gs>
              <a:gs pos="48000">
                <a:srgbClr val="D6ECE7"/>
              </a:gs>
              <a:gs pos="100000">
                <a:srgbClr val="E6F3F0"/>
              </a:gs>
            </a:gsLst>
            <a:lin ang="16200000" scaled="1"/>
          </a:grad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0" name="TextBox 9">
            <a:extLst>
              <a:ext uri="{FF2B5EF4-FFF2-40B4-BE49-F238E27FC236}">
                <a16:creationId xmlns:a16="http://schemas.microsoft.com/office/drawing/2014/main" id="{5A14FD5D-EEBD-4BE7-ACD9-E7941958381B}"/>
              </a:ext>
            </a:extLst>
          </p:cNvPr>
          <p:cNvSpPr txBox="1"/>
          <p:nvPr/>
        </p:nvSpPr>
        <p:spPr>
          <a:xfrm>
            <a:off x="6922300" y="3666333"/>
            <a:ext cx="3800475" cy="257175"/>
          </a:xfrm>
          <a:prstGeom prst="rect">
            <a:avLst/>
          </a:prstGeom>
          <a:noFill/>
        </p:spPr>
        <p:txBody>
          <a:bodyPr wrap="square" lIns="0" tIns="0" rIns="0" bIns="0" rtlCol="0">
            <a:noAutofit/>
          </a:bodyPr>
          <a:lstStyle/>
          <a:p>
            <a:pPr algn="ctr"/>
            <a:r>
              <a:rPr lang="en-US" u="sng">
                <a:hlinkClick r:id="rId4" tooltip="https://jti.service-now.com/nav_to.do?uri=change_request.do%3fsys_id=195e6cf8dbf208506a15af6d1696191d%26sysparm_stack=change_request_list.do%3fsysparm_query=active=true"/>
              </a:rPr>
              <a:t>CHG178038</a:t>
            </a:r>
            <a:r>
              <a:rPr lang="en-US" b="1"/>
              <a:t> </a:t>
            </a:r>
          </a:p>
          <a:p>
            <a:pPr algn="ctr"/>
            <a:r>
              <a:rPr lang="en-GB"/>
              <a:t> </a:t>
            </a:r>
            <a:endParaRPr lang="en-US" err="1"/>
          </a:p>
        </p:txBody>
      </p:sp>
      <p:sp>
        <p:nvSpPr>
          <p:cNvPr id="11" name="TextBox 10">
            <a:extLst>
              <a:ext uri="{FF2B5EF4-FFF2-40B4-BE49-F238E27FC236}">
                <a16:creationId xmlns:a16="http://schemas.microsoft.com/office/drawing/2014/main" id="{7E62F4EB-8835-4A53-9245-F10F7F52545A}"/>
              </a:ext>
            </a:extLst>
          </p:cNvPr>
          <p:cNvSpPr txBox="1"/>
          <p:nvPr/>
        </p:nvSpPr>
        <p:spPr>
          <a:xfrm>
            <a:off x="725943" y="3930250"/>
            <a:ext cx="4855098" cy="379304"/>
          </a:xfrm>
          <a:prstGeom prst="rect">
            <a:avLst/>
          </a:prstGeom>
          <a:noFill/>
        </p:spPr>
        <p:txBody>
          <a:bodyPr wrap="square" lIns="0" tIns="0" rIns="0" bIns="0" rtlCol="0">
            <a:noAutofit/>
          </a:bodyPr>
          <a:lstStyle/>
          <a:p>
            <a:pPr algn="ctr"/>
            <a:r>
              <a:rPr lang="en-US" sz="1300">
                <a:solidFill>
                  <a:schemeClr val="tx2">
                    <a:lumMod val="75000"/>
                    <a:lumOff val="25000"/>
                  </a:schemeClr>
                </a:solidFill>
              </a:rPr>
              <a:t>Design Change to cover HR exceptions in the PR Spending Approvals</a:t>
            </a:r>
            <a:r>
              <a:rPr lang="en-GB" sz="1300">
                <a:solidFill>
                  <a:schemeClr val="tx2">
                    <a:lumMod val="75000"/>
                    <a:lumOff val="25000"/>
                  </a:schemeClr>
                </a:solidFill>
              </a:rPr>
              <a:t> </a:t>
            </a:r>
            <a:endParaRPr lang="en-US" sz="1300" err="1">
              <a:solidFill>
                <a:schemeClr val="tx2">
                  <a:lumMod val="75000"/>
                  <a:lumOff val="25000"/>
                </a:schemeClr>
              </a:solidFill>
            </a:endParaRPr>
          </a:p>
        </p:txBody>
      </p:sp>
      <p:sp>
        <p:nvSpPr>
          <p:cNvPr id="12" name="TextBox 11">
            <a:extLst>
              <a:ext uri="{FF2B5EF4-FFF2-40B4-BE49-F238E27FC236}">
                <a16:creationId xmlns:a16="http://schemas.microsoft.com/office/drawing/2014/main" id="{139D5910-5BA7-4B81-A707-22F0389F38BE}"/>
              </a:ext>
            </a:extLst>
          </p:cNvPr>
          <p:cNvSpPr txBox="1"/>
          <p:nvPr/>
        </p:nvSpPr>
        <p:spPr>
          <a:xfrm>
            <a:off x="6394989" y="3983157"/>
            <a:ext cx="4855098" cy="379304"/>
          </a:xfrm>
          <a:prstGeom prst="rect">
            <a:avLst/>
          </a:prstGeom>
          <a:noFill/>
        </p:spPr>
        <p:txBody>
          <a:bodyPr wrap="square" lIns="0" tIns="0" rIns="0" bIns="0" rtlCol="0">
            <a:noAutofit/>
          </a:bodyPr>
          <a:lstStyle/>
          <a:p>
            <a:pPr algn="ctr"/>
            <a:r>
              <a:rPr lang="en-US" sz="1300">
                <a:solidFill>
                  <a:schemeClr val="tx2">
                    <a:lumMod val="75000"/>
                    <a:lumOff val="25000"/>
                  </a:schemeClr>
                </a:solidFill>
              </a:rPr>
              <a:t>Change in Spending Approval Limit and change to notification logic</a:t>
            </a:r>
          </a:p>
        </p:txBody>
      </p:sp>
      <p:sp>
        <p:nvSpPr>
          <p:cNvPr id="13" name="TextBox 12">
            <a:extLst>
              <a:ext uri="{FF2B5EF4-FFF2-40B4-BE49-F238E27FC236}">
                <a16:creationId xmlns:a16="http://schemas.microsoft.com/office/drawing/2014/main" id="{F128F555-AAFD-4985-BE9F-83BE07CC8C42}"/>
              </a:ext>
            </a:extLst>
          </p:cNvPr>
          <p:cNvSpPr txBox="1"/>
          <p:nvPr/>
        </p:nvSpPr>
        <p:spPr>
          <a:xfrm>
            <a:off x="725943" y="4309554"/>
            <a:ext cx="4855098" cy="2382747"/>
          </a:xfrm>
          <a:prstGeom prst="rect">
            <a:avLst/>
          </a:prstGeom>
          <a:noFill/>
        </p:spPr>
        <p:txBody>
          <a:bodyPr wrap="square" lIns="0" tIns="0" rIns="0" bIns="0" rtlCol="0">
            <a:noAutofit/>
          </a:bodyPr>
          <a:lstStyle/>
          <a:p>
            <a:r>
              <a:rPr lang="en-GB" sz="1200" b="1"/>
              <a:t>Reasons:</a:t>
            </a:r>
          </a:p>
          <a:p>
            <a:pPr marL="285750" indent="-285750">
              <a:buFont typeface="Wingdings" panose="05000000000000000000" pitchFamily="2" charset="2"/>
              <a:buChar char="ü"/>
            </a:pPr>
            <a:r>
              <a:rPr lang="en-US" sz="1200"/>
              <a:t>Currently some entities are not creating PRs as these would go to </a:t>
            </a:r>
            <a:r>
              <a:rPr lang="en-US" sz="1200" err="1"/>
              <a:t>Excom</a:t>
            </a:r>
            <a:r>
              <a:rPr lang="en-US" sz="1200"/>
              <a:t> - business potential interruption (solution moved to CHG178038 – see next box) </a:t>
            </a:r>
          </a:p>
          <a:p>
            <a:pPr marL="285750" indent="-285750">
              <a:buFont typeface="Wingdings" panose="05000000000000000000" pitchFamily="2" charset="2"/>
              <a:buChar char="ü"/>
            </a:pPr>
            <a:r>
              <a:rPr lang="en-US" sz="1200"/>
              <a:t>Avoid JTI management to approve spend that have already been approved</a:t>
            </a:r>
            <a:endParaRPr lang="en-GB" sz="1200"/>
          </a:p>
          <a:p>
            <a:r>
              <a:rPr lang="en-GB" sz="1200" b="1"/>
              <a:t>Benefits:</a:t>
            </a:r>
          </a:p>
          <a:p>
            <a:pPr marL="285750" indent="-285750">
              <a:buFont typeface="Wingdings" panose="05000000000000000000" pitchFamily="2" charset="2"/>
              <a:buChar char="ü"/>
            </a:pPr>
            <a:r>
              <a:rPr lang="en-US" sz="1200"/>
              <a:t>Provides WG reporting to </a:t>
            </a:r>
            <a:r>
              <a:rPr lang="en-US" sz="1200" err="1"/>
              <a:t>Excom</a:t>
            </a:r>
            <a:r>
              <a:rPr lang="en-US" sz="1200"/>
              <a:t> ability to approve Spend in line with their role</a:t>
            </a:r>
          </a:p>
          <a:p>
            <a:pPr marL="285750" indent="-285750">
              <a:buFont typeface="Wingdings" panose="05000000000000000000" pitchFamily="2" charset="2"/>
              <a:buChar char="ü"/>
            </a:pPr>
            <a:r>
              <a:rPr lang="en-US" sz="1200"/>
              <a:t>Avoids HQ </a:t>
            </a:r>
            <a:r>
              <a:rPr lang="en-US" sz="1200" err="1"/>
              <a:t>Excom</a:t>
            </a:r>
            <a:r>
              <a:rPr lang="en-US" sz="1200"/>
              <a:t> having to approve numerous PR which have been approved through BAP/MEMO</a:t>
            </a:r>
          </a:p>
        </p:txBody>
      </p:sp>
      <p:sp>
        <p:nvSpPr>
          <p:cNvPr id="15" name="TextBox 14">
            <a:extLst>
              <a:ext uri="{FF2B5EF4-FFF2-40B4-BE49-F238E27FC236}">
                <a16:creationId xmlns:a16="http://schemas.microsoft.com/office/drawing/2014/main" id="{AD748020-2B38-47E0-8B5F-7C5B6FAD6650}"/>
              </a:ext>
            </a:extLst>
          </p:cNvPr>
          <p:cNvSpPr txBox="1"/>
          <p:nvPr/>
        </p:nvSpPr>
        <p:spPr>
          <a:xfrm>
            <a:off x="6565377" y="4373453"/>
            <a:ext cx="4855098" cy="1600628"/>
          </a:xfrm>
          <a:prstGeom prst="rect">
            <a:avLst/>
          </a:prstGeom>
          <a:noFill/>
        </p:spPr>
        <p:txBody>
          <a:bodyPr wrap="square" lIns="0" tIns="0" rIns="0" bIns="0" rtlCol="0">
            <a:noAutofit/>
          </a:bodyPr>
          <a:lstStyle/>
          <a:p>
            <a:r>
              <a:rPr lang="en-GB" sz="1200" b="1"/>
              <a:t>Reasons:</a:t>
            </a:r>
          </a:p>
          <a:p>
            <a:pPr marL="285750" indent="-285750">
              <a:buFont typeface="Wingdings" panose="05000000000000000000" pitchFamily="2" charset="2"/>
              <a:buChar char="ü"/>
            </a:pPr>
            <a:r>
              <a:rPr lang="en-US" sz="1200"/>
              <a:t>HQ </a:t>
            </a:r>
            <a:r>
              <a:rPr lang="en-US" sz="1200" err="1"/>
              <a:t>Excom</a:t>
            </a:r>
            <a:r>
              <a:rPr lang="en-US" sz="1200"/>
              <a:t> members are receiving too many PR to approve</a:t>
            </a:r>
          </a:p>
          <a:p>
            <a:pPr marL="285750" indent="-285750">
              <a:buFont typeface="Wingdings" panose="05000000000000000000" pitchFamily="2" charset="2"/>
              <a:buChar char="ü"/>
            </a:pPr>
            <a:endParaRPr lang="en-US" sz="1200" b="1"/>
          </a:p>
          <a:p>
            <a:r>
              <a:rPr lang="en-GB" sz="1200" b="1"/>
              <a:t>Benefits:</a:t>
            </a:r>
          </a:p>
          <a:p>
            <a:pPr marL="285750" indent="-285750">
              <a:buFont typeface="Wingdings" panose="05000000000000000000" pitchFamily="2" charset="2"/>
              <a:buChar char="ü"/>
            </a:pPr>
            <a:r>
              <a:rPr lang="en-US" sz="1200"/>
              <a:t>Limits HQ </a:t>
            </a:r>
            <a:r>
              <a:rPr lang="en-US" sz="1200" err="1"/>
              <a:t>Excom</a:t>
            </a:r>
            <a:r>
              <a:rPr lang="en-US" sz="1200"/>
              <a:t> approval requirements</a:t>
            </a:r>
          </a:p>
        </p:txBody>
      </p:sp>
    </p:spTree>
    <p:extLst>
      <p:ext uri="{BB962C8B-B14F-4D97-AF65-F5344CB8AC3E}">
        <p14:creationId xmlns:p14="http://schemas.microsoft.com/office/powerpoint/2010/main" val="4229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167E8F-4CB5-42E8-A2D6-BDC1443C0BD8}"/>
              </a:ext>
            </a:extLst>
          </p:cNvPr>
          <p:cNvPicPr>
            <a:picLocks noChangeAspect="1"/>
          </p:cNvPicPr>
          <p:nvPr/>
        </p:nvPicPr>
        <p:blipFill>
          <a:blip r:embed="rId2"/>
          <a:stretch>
            <a:fillRect/>
          </a:stretch>
        </p:blipFill>
        <p:spPr>
          <a:xfrm>
            <a:off x="617000" y="1444536"/>
            <a:ext cx="4391236" cy="2901413"/>
          </a:xfrm>
          <a:prstGeom prst="rect">
            <a:avLst/>
          </a:prstGeom>
          <a:ln w="15875">
            <a:solidFill>
              <a:srgbClr val="33C1BA"/>
            </a:solidFill>
          </a:ln>
        </p:spPr>
      </p:pic>
      <p:sp>
        <p:nvSpPr>
          <p:cNvPr id="2" name="Title 1">
            <a:extLst>
              <a:ext uri="{FF2B5EF4-FFF2-40B4-BE49-F238E27FC236}">
                <a16:creationId xmlns:a16="http://schemas.microsoft.com/office/drawing/2014/main" id="{24DC0561-E328-40A2-9140-943D756CC7D3}"/>
              </a:ext>
            </a:extLst>
          </p:cNvPr>
          <p:cNvSpPr>
            <a:spLocks noGrp="1"/>
          </p:cNvSpPr>
          <p:nvPr>
            <p:ph type="title"/>
          </p:nvPr>
        </p:nvSpPr>
        <p:spPr/>
        <p:txBody>
          <a:bodyPr/>
          <a:lstStyle/>
          <a:p>
            <a:r>
              <a:rPr lang="en-GB"/>
              <a:t>Additional BAP Memos on a Project</a:t>
            </a:r>
            <a:endParaRPr lang="en-US"/>
          </a:p>
        </p:txBody>
      </p:sp>
      <p:sp>
        <p:nvSpPr>
          <p:cNvPr id="4" name="Footer Placeholder 3">
            <a:extLst>
              <a:ext uri="{FF2B5EF4-FFF2-40B4-BE49-F238E27FC236}">
                <a16:creationId xmlns:a16="http://schemas.microsoft.com/office/drawing/2014/main" id="{110978DE-5AB1-4976-B74E-0CDF7F6C918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3380108-350B-4BA0-96C9-FE59927E32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Rounded Corners 6">
            <a:extLst>
              <a:ext uri="{FF2B5EF4-FFF2-40B4-BE49-F238E27FC236}">
                <a16:creationId xmlns:a16="http://schemas.microsoft.com/office/drawing/2014/main" id="{D01AC15F-B0F5-43D2-A134-EA36DF9CB9D9}"/>
              </a:ext>
            </a:extLst>
          </p:cNvPr>
          <p:cNvSpPr/>
          <p:nvPr/>
        </p:nvSpPr>
        <p:spPr>
          <a:xfrm>
            <a:off x="1748946" y="1444536"/>
            <a:ext cx="1895953" cy="3316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Project Root WBS for whole Project</a:t>
            </a:r>
          </a:p>
        </p:txBody>
      </p:sp>
      <p:pic>
        <p:nvPicPr>
          <p:cNvPr id="9" name="Picture 8">
            <a:extLst>
              <a:ext uri="{FF2B5EF4-FFF2-40B4-BE49-F238E27FC236}">
                <a16:creationId xmlns:a16="http://schemas.microsoft.com/office/drawing/2014/main" id="{DDED4122-C7C1-4A28-89CE-01F3F9870064}"/>
              </a:ext>
            </a:extLst>
          </p:cNvPr>
          <p:cNvPicPr>
            <a:picLocks noChangeAspect="1"/>
          </p:cNvPicPr>
          <p:nvPr/>
        </p:nvPicPr>
        <p:blipFill>
          <a:blip r:embed="rId3"/>
          <a:stretch>
            <a:fillRect/>
          </a:stretch>
        </p:blipFill>
        <p:spPr>
          <a:xfrm>
            <a:off x="7183766" y="3149242"/>
            <a:ext cx="4614860" cy="3068976"/>
          </a:xfrm>
          <a:prstGeom prst="rect">
            <a:avLst/>
          </a:prstGeom>
          <a:ln>
            <a:solidFill>
              <a:srgbClr val="00B050"/>
            </a:solidFill>
          </a:ln>
        </p:spPr>
      </p:pic>
      <p:sp>
        <p:nvSpPr>
          <p:cNvPr id="10" name="Rectangle: Rounded Corners 9">
            <a:extLst>
              <a:ext uri="{FF2B5EF4-FFF2-40B4-BE49-F238E27FC236}">
                <a16:creationId xmlns:a16="http://schemas.microsoft.com/office/drawing/2014/main" id="{739E04A1-B6F3-402B-9062-BD546C5C3D8E}"/>
              </a:ext>
            </a:extLst>
          </p:cNvPr>
          <p:cNvSpPr/>
          <p:nvPr/>
        </p:nvSpPr>
        <p:spPr>
          <a:xfrm>
            <a:off x="8382554" y="3149242"/>
            <a:ext cx="1895953" cy="3316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Lower level structure  WBS</a:t>
            </a:r>
          </a:p>
        </p:txBody>
      </p:sp>
      <p:sp>
        <p:nvSpPr>
          <p:cNvPr id="11" name="Rectangle 10">
            <a:extLst>
              <a:ext uri="{FF2B5EF4-FFF2-40B4-BE49-F238E27FC236}">
                <a16:creationId xmlns:a16="http://schemas.microsoft.com/office/drawing/2014/main" id="{4B3EB5D1-5930-4516-8FE4-000EEA605571}"/>
              </a:ext>
            </a:extLst>
          </p:cNvPr>
          <p:cNvSpPr/>
          <p:nvPr/>
        </p:nvSpPr>
        <p:spPr>
          <a:xfrm>
            <a:off x="5368980" y="1448547"/>
            <a:ext cx="4293484" cy="141487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The Level 1 Root WBS will automatically populate the BAP ID entered when maintaining the Budget for a Project in PPM. This field is greyed out and cannot be overwritten</a:t>
            </a:r>
          </a:p>
        </p:txBody>
      </p:sp>
      <p:sp>
        <p:nvSpPr>
          <p:cNvPr id="12" name="Rectangle 11">
            <a:extLst>
              <a:ext uri="{FF2B5EF4-FFF2-40B4-BE49-F238E27FC236}">
                <a16:creationId xmlns:a16="http://schemas.microsoft.com/office/drawing/2014/main" id="{E3C5863D-F49B-4DFE-862D-10CE156B8E38}"/>
              </a:ext>
            </a:extLst>
          </p:cNvPr>
          <p:cNvSpPr/>
          <p:nvPr/>
        </p:nvSpPr>
        <p:spPr>
          <a:xfrm>
            <a:off x="2081916" y="4882648"/>
            <a:ext cx="4293484" cy="1414873"/>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However, each lower level Structure WBS can be populated manually with a different BAP ID should this be required. The field is editable in CJ20N but can also be changed in PPM</a:t>
            </a:r>
          </a:p>
        </p:txBody>
      </p:sp>
      <p:sp>
        <p:nvSpPr>
          <p:cNvPr id="13" name="Arrow: Right 12">
            <a:extLst>
              <a:ext uri="{FF2B5EF4-FFF2-40B4-BE49-F238E27FC236}">
                <a16:creationId xmlns:a16="http://schemas.microsoft.com/office/drawing/2014/main" id="{98C4590A-0CA5-4C3D-A3E7-E748D662E7E0}"/>
              </a:ext>
            </a:extLst>
          </p:cNvPr>
          <p:cNvSpPr/>
          <p:nvPr/>
        </p:nvSpPr>
        <p:spPr>
          <a:xfrm>
            <a:off x="4504568" y="1975352"/>
            <a:ext cx="868848" cy="783420"/>
          </a:xfrm>
          <a:prstGeom prst="rightArrow">
            <a:avLst>
              <a:gd name="adj1" fmla="val 50000"/>
              <a:gd name="adj2" fmla="val 30275"/>
            </a:avLst>
          </a:prstGeom>
          <a:gradFill flip="none" rotWithShape="1">
            <a:gsLst>
              <a:gs pos="0">
                <a:srgbClr val="30AFAA"/>
              </a:gs>
              <a:gs pos="50000">
                <a:srgbClr val="78DAD6"/>
              </a:gs>
              <a:gs pos="100000">
                <a:srgbClr val="ACE8E6"/>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E1E166C3-8116-423D-9C45-564F4E862327}"/>
              </a:ext>
            </a:extLst>
          </p:cNvPr>
          <p:cNvSpPr/>
          <p:nvPr/>
        </p:nvSpPr>
        <p:spPr>
          <a:xfrm rot="10800000">
            <a:off x="6244856" y="5092904"/>
            <a:ext cx="962761" cy="784705"/>
          </a:xfrm>
          <a:prstGeom prst="rightArrow">
            <a:avLst>
              <a:gd name="adj1" fmla="val 50000"/>
              <a:gd name="adj2" fmla="val 30275"/>
            </a:avLst>
          </a:prstGeom>
          <a:gradFill flip="none" rotWithShape="1">
            <a:gsLst>
              <a:gs pos="0">
                <a:srgbClr val="00B050"/>
              </a:gs>
              <a:gs pos="50000">
                <a:srgbClr val="2BED62"/>
              </a:gs>
              <a:gs pos="100000">
                <a:srgbClr val="C6C6C6"/>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6762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(1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19</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552450" y="1448547"/>
            <a:ext cx="10953750" cy="506655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1. Check that the distributed budget was approved via ZBFIA_WBSREPORT. If you can see values in the “not approved budget” column, please contact responsible person from Finance team.</a:t>
            </a:r>
          </a:p>
          <a:p>
            <a:pPr lvl="0">
              <a:spcBef>
                <a:spcPts val="600"/>
              </a:spcBef>
              <a:defRPr/>
            </a:pPr>
            <a:endParaRPr lang="en-US" sz="1600">
              <a:solidFill>
                <a:srgbClr val="000000"/>
              </a:solidFill>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600">
                <a:solidFill>
                  <a:srgbClr val="000000"/>
                </a:solidFill>
              </a:rPr>
              <a:t>In the above screen shot there are values in the Not approved budget in Transaction currency: The budget amount(s) on WBS budget holder (in this case – 5102263.00001 and 5102263.00002 WBS elements) per budget transaction currency which has not yet been released/approved by Finance.</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B1B6DE45-9CDA-43E0-8B7D-9820AEAF663B}"/>
              </a:ext>
            </a:extLst>
          </p:cNvPr>
          <p:cNvPicPr>
            <a:picLocks noChangeAspect="1"/>
          </p:cNvPicPr>
          <p:nvPr/>
        </p:nvPicPr>
        <p:blipFill>
          <a:blip r:embed="rId2"/>
          <a:stretch>
            <a:fillRect/>
          </a:stretch>
        </p:blipFill>
        <p:spPr>
          <a:xfrm>
            <a:off x="1665573" y="2240764"/>
            <a:ext cx="7602252" cy="2935524"/>
          </a:xfrm>
          <a:prstGeom prst="rect">
            <a:avLst/>
          </a:prstGeom>
        </p:spPr>
      </p:pic>
    </p:spTree>
    <p:extLst>
      <p:ext uri="{BB962C8B-B14F-4D97-AF65-F5344CB8AC3E}">
        <p14:creationId xmlns:p14="http://schemas.microsoft.com/office/powerpoint/2010/main" val="101972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(2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20</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619125" y="1709180"/>
            <a:ext cx="10953750" cy="4069367"/>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2.	Check that assigned budget is more than actuals/commitments that already exist on this WBS.</a:t>
            </a: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r>
              <a:rPr lang="en-US" sz="1600">
                <a:solidFill>
                  <a:srgbClr val="000000"/>
                </a:solidFill>
              </a:rPr>
              <a:t>3.	Or check that budget of higher level WBS-element is more than actuals/commitments.</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F4C4DD24-2F6C-43EA-B795-B27884B52E82}"/>
              </a:ext>
            </a:extLst>
          </p:cNvPr>
          <p:cNvPicPr>
            <a:picLocks noChangeAspect="1"/>
          </p:cNvPicPr>
          <p:nvPr/>
        </p:nvPicPr>
        <p:blipFill>
          <a:blip r:embed="rId2"/>
          <a:stretch>
            <a:fillRect/>
          </a:stretch>
        </p:blipFill>
        <p:spPr>
          <a:xfrm>
            <a:off x="2400083" y="2395471"/>
            <a:ext cx="8413966" cy="2696783"/>
          </a:xfrm>
          <a:prstGeom prst="rect">
            <a:avLst/>
          </a:prstGeom>
        </p:spPr>
      </p:pic>
    </p:spTree>
    <p:extLst>
      <p:ext uri="{BB962C8B-B14F-4D97-AF65-F5344CB8AC3E}">
        <p14:creationId xmlns:p14="http://schemas.microsoft.com/office/powerpoint/2010/main" val="356755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(3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21</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619125" y="1709180"/>
            <a:ext cx="10953750" cy="4767820"/>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 4. If WBS was migrated and has actuals/commitments, then each distribution to a lower level WBS element should be made step by step with auto-release on each level as explained in Slide 13.</a:t>
            </a: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r>
              <a:rPr lang="en-US" sz="1600">
                <a:solidFill>
                  <a:srgbClr val="000000"/>
                </a:solidFill>
              </a:rPr>
              <a:t>In the below example distributed budget to level 3 WBS element was made before auto-release on level 2 WBS element (e.g. Step 3 is missed).</a:t>
            </a: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600">
                <a:solidFill>
                  <a:srgbClr val="000000"/>
                </a:solidFill>
              </a:rPr>
              <a:t>To resolve such situation, you should remove distribution on level 3 element and wait until the budget on level 2 element will be auto-released. Only after that you can distribute the budget further.</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FB77A5B7-6A1B-460F-B1B9-5B08F0764312}"/>
              </a:ext>
            </a:extLst>
          </p:cNvPr>
          <p:cNvPicPr>
            <a:picLocks noChangeAspect="1"/>
          </p:cNvPicPr>
          <p:nvPr/>
        </p:nvPicPr>
        <p:blipFill>
          <a:blip r:embed="rId2"/>
          <a:stretch>
            <a:fillRect/>
          </a:stretch>
        </p:blipFill>
        <p:spPr>
          <a:xfrm>
            <a:off x="7677113" y="2073530"/>
            <a:ext cx="2821234" cy="1176092"/>
          </a:xfrm>
          <a:prstGeom prst="rect">
            <a:avLst/>
          </a:prstGeom>
        </p:spPr>
      </p:pic>
      <p:pic>
        <p:nvPicPr>
          <p:cNvPr id="8" name="Picture 7">
            <a:extLst>
              <a:ext uri="{FF2B5EF4-FFF2-40B4-BE49-F238E27FC236}">
                <a16:creationId xmlns:a16="http://schemas.microsoft.com/office/drawing/2014/main" id="{84A6F5B2-8672-4DB2-96BA-711EAA6D47A5}"/>
              </a:ext>
            </a:extLst>
          </p:cNvPr>
          <p:cNvPicPr>
            <a:picLocks noChangeAspect="1"/>
          </p:cNvPicPr>
          <p:nvPr/>
        </p:nvPicPr>
        <p:blipFill>
          <a:blip r:embed="rId3"/>
          <a:stretch>
            <a:fillRect/>
          </a:stretch>
        </p:blipFill>
        <p:spPr>
          <a:xfrm>
            <a:off x="704359" y="4093090"/>
            <a:ext cx="6758086" cy="1528464"/>
          </a:xfrm>
          <a:prstGeom prst="rect">
            <a:avLst/>
          </a:prstGeom>
        </p:spPr>
      </p:pic>
      <p:pic>
        <p:nvPicPr>
          <p:cNvPr id="9" name="Picture 8">
            <a:extLst>
              <a:ext uri="{FF2B5EF4-FFF2-40B4-BE49-F238E27FC236}">
                <a16:creationId xmlns:a16="http://schemas.microsoft.com/office/drawing/2014/main" id="{8BDBF18C-F97E-47C1-949D-F9CA9B6D37D2}"/>
              </a:ext>
            </a:extLst>
          </p:cNvPr>
          <p:cNvPicPr>
            <a:picLocks noChangeAspect="1"/>
          </p:cNvPicPr>
          <p:nvPr/>
        </p:nvPicPr>
        <p:blipFill>
          <a:blip r:embed="rId4"/>
          <a:stretch>
            <a:fillRect/>
          </a:stretch>
        </p:blipFill>
        <p:spPr>
          <a:xfrm>
            <a:off x="7537022" y="3731431"/>
            <a:ext cx="3940408" cy="1925680"/>
          </a:xfrm>
          <a:prstGeom prst="rect">
            <a:avLst/>
          </a:prstGeom>
        </p:spPr>
      </p:pic>
    </p:spTree>
    <p:extLst>
      <p:ext uri="{BB962C8B-B14F-4D97-AF65-F5344CB8AC3E}">
        <p14:creationId xmlns:p14="http://schemas.microsoft.com/office/powerpoint/2010/main" val="3599251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 – OPEX WBS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1.9 &amp; 1.10:</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Open Fiori Launchpad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Find and Select “All Projects” App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Select projects created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Assign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Approve Budget</a:t>
            </a:r>
          </a:p>
        </p:txBody>
      </p:sp>
    </p:spTree>
    <p:extLst>
      <p:ext uri="{BB962C8B-B14F-4D97-AF65-F5344CB8AC3E}">
        <p14:creationId xmlns:p14="http://schemas.microsoft.com/office/powerpoint/2010/main" val="800643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 – ABC WBS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1.11 &amp; 1.12: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Open Fiori Launchpad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Find and Select “All Projects” App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Select ABC projects created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Assign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Approve Budget</a:t>
            </a:r>
          </a:p>
        </p:txBody>
      </p:sp>
    </p:spTree>
    <p:extLst>
      <p:ext uri="{BB962C8B-B14F-4D97-AF65-F5344CB8AC3E}">
        <p14:creationId xmlns:p14="http://schemas.microsoft.com/office/powerpoint/2010/main" val="977484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 – Release Budget</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Distribute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Check Budget Report</a:t>
            </a:r>
          </a:p>
        </p:txBody>
      </p:sp>
    </p:spTree>
    <p:extLst>
      <p:ext uri="{BB962C8B-B14F-4D97-AF65-F5344CB8AC3E}">
        <p14:creationId xmlns:p14="http://schemas.microsoft.com/office/powerpoint/2010/main" val="2083032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1.14 &amp; 1.15: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Create Initiative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Create Global Project</a:t>
            </a:r>
          </a:p>
        </p:txBody>
      </p:sp>
    </p:spTree>
    <p:extLst>
      <p:ext uri="{BB962C8B-B14F-4D97-AF65-F5344CB8AC3E}">
        <p14:creationId xmlns:p14="http://schemas.microsoft.com/office/powerpoint/2010/main" val="16469280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Jkb2VRGTYO5.ttsjaKE4w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A16_R_9lVpdBDG7kiwUZ6A"/>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D4C76BC9-9534-492D-9168-E38506A9DEB7}">
  <ds:schemaRefs>
    <ds:schemaRef ds:uri="http://schemas.microsoft.com/sharepoint/v3/contenttype/forms"/>
  </ds:schemaRefs>
</ds:datastoreItem>
</file>

<file path=customXml/itemProps2.xml><?xml version="1.0" encoding="utf-8"?>
<ds:datastoreItem xmlns:ds="http://schemas.openxmlformats.org/officeDocument/2006/customXml" ds:itemID="{D5135C23-0496-4F6D-83AB-0BACF8FA7B99}"/>
</file>

<file path=customXml/itemProps3.xml><?xml version="1.0" encoding="utf-8"?>
<ds:datastoreItem xmlns:ds="http://schemas.openxmlformats.org/officeDocument/2006/customXml" ds:itemID="{BEE180BC-1CFB-4226-ACCF-509A627D936C}">
  <ds:schemaRefs>
    <ds:schemaRef ds:uri="http://purl.org/dc/terms/"/>
    <ds:schemaRef ds:uri="http://schemas.openxmlformats.org/package/2006/metadata/core-properties"/>
    <ds:schemaRef ds:uri="ba249638-b5c4-4b59-8094-70d8491c2e9c"/>
    <ds:schemaRef ds:uri="http://purl.org/dc/dcmitype/"/>
    <ds:schemaRef ds:uri="http://schemas.microsoft.com/office/infopath/2007/PartnerControls"/>
    <ds:schemaRef ds:uri="http://schemas.microsoft.com/office/2006/documentManagement/types"/>
    <ds:schemaRef ds:uri="http://schemas.microsoft.com/office/2006/metadata/properties"/>
    <ds:schemaRef ds:uri="91871c47-af2e-43ea-ad3f-7bb4c536bc45"/>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2778</Words>
  <Application>Microsoft Office PowerPoint</Application>
  <PresentationFormat>Widescreen</PresentationFormat>
  <Paragraphs>310</Paragraphs>
  <Slides>25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1" baseType="lpstr">
      <vt:lpstr>Arial</vt:lpstr>
      <vt:lpstr>Georgia</vt:lpstr>
      <vt:lpstr>Times New Roman</vt:lpstr>
      <vt:lpstr>Wingdings</vt:lpstr>
      <vt:lpstr>S4F-ERP G&amp;A &amp; Marketing Cost Management</vt:lpstr>
      <vt:lpstr>think-cell Slide</vt:lpstr>
      <vt:lpstr>Course Structure</vt:lpstr>
      <vt:lpstr>Budgeting functionality - Overview</vt:lpstr>
      <vt:lpstr>Budgeting with WBS vs Internal Orders</vt:lpstr>
      <vt:lpstr>Opex Flow</vt:lpstr>
      <vt:lpstr>Above brand contribution WBS Flow</vt:lpstr>
      <vt:lpstr>How to Assign a Budget to a WBS Project</vt:lpstr>
      <vt:lpstr>Changing a Budget for a WBS Project</vt:lpstr>
      <vt:lpstr>Budget Approval</vt:lpstr>
      <vt:lpstr>Budget Approval Process</vt:lpstr>
      <vt:lpstr>Budgeting report - ZBFIA_WBSREPORT</vt:lpstr>
      <vt:lpstr>Distribute Budget - Fiori</vt:lpstr>
      <vt:lpstr>Distribution of Budget Amounts</vt:lpstr>
      <vt:lpstr>Distribute Budget Process</vt:lpstr>
      <vt:lpstr>Budget Transfer – WBS Element to WBS Element</vt:lpstr>
      <vt:lpstr>Budget Transfer – Project to Project</vt:lpstr>
      <vt:lpstr>Change to Business Approval Process (BAP) Procedure</vt:lpstr>
      <vt:lpstr>Spending Approval Changes</vt:lpstr>
      <vt:lpstr>Additional BAP Memos on a Project</vt:lpstr>
      <vt:lpstr>Checks for Markets - If the budget on your WBS project / element has not been released, you should: (1 of 3)</vt:lpstr>
      <vt:lpstr>Checks for Markets - If the budget on your WBS project / element has not been released, you should: (2 of 3)</vt:lpstr>
      <vt:lpstr>Checks for Markets - If the budget on your WBS project / element has not been released, you should: (3 of 3)</vt:lpstr>
      <vt:lpstr>Exercises – OPEX WBS</vt:lpstr>
      <vt:lpstr>Exercises – ABC WBS</vt:lpstr>
      <vt:lpstr>Exercises – Release Budget</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Belskaya, Lilia</cp:lastModifiedBy>
  <cp:revision>1</cp:revision>
  <dcterms:created xsi:type="dcterms:W3CDTF">2019-10-10T12:22:36Z</dcterms:created>
  <dcterms:modified xsi:type="dcterms:W3CDTF">2020-12-25T17:16:15Z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1279600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2020-12-25T17:16:03Z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1c3d0646-1c2c-4519-bba4-5d718a216d74</vt:lpwstr>
  </property>
  <property fmtid="{D5CDD505-2E9C-101B-9397-08002B2CF9AE}" pid="14" name="MSIP_Label_b020b37f-db72-473e-ae54-fb16df408069_ContentBits">
    <vt:lpwstr>0</vt:lpwstr>
  </property>
  <property fmtid="{D5CDD505-2E9C-101B-9397-08002B2CF9AE}" pid="15" name="_SourceUrl">
    <vt:lpwstr/>
  </property>
  <property fmtid="{D5CDD505-2E9C-101B-9397-08002B2CF9AE}" pid="16" name="_SharedFileIndex">
    <vt:lpwstr/>
  </property>
</Properties>
</file>