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Lst>
  <p:notesMasterIdLst>
    <p:notesMasterId r:id="rId21"/>
  </p:notesMasterIdLst>
  <p:sldIdLst>
    <p:sldId id="3350" r:id="rId7"/>
    <p:sldId id="3213" r:id="rId8"/>
    <p:sldId id="3215" r:id="rId9"/>
    <p:sldId id="3216" r:id="rId10"/>
    <p:sldId id="3392" r:id="rId11"/>
    <p:sldId id="3393" r:id="rId12"/>
    <p:sldId id="2134961543" r:id="rId13"/>
    <p:sldId id="2134961544" r:id="rId14"/>
    <p:sldId id="3217" r:id="rId15"/>
    <p:sldId id="3218" r:id="rId16"/>
    <p:sldId id="2134961545" r:id="rId17"/>
    <p:sldId id="3220" r:id="rId18"/>
    <p:sldId id="3219" r:id="rId19"/>
    <p:sldId id="322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1BA2FF-F858-4207-AC31-C7FB9B52A52A}" v="1" dt="2024-04-25T17:21:38.6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911BA2FF-F858-4207-AC31-C7FB9B52A52A}"/>
    <pc:docChg chg="delSld">
      <pc:chgData name="Wang, Wei" userId="627587dd-935f-4f2b-a6c6-edd4e0dcbff5" providerId="ADAL" clId="{911BA2FF-F858-4207-AC31-C7FB9B52A52A}" dt="2024-04-25T17:21:19.175" v="0" actId="47"/>
      <pc:docMkLst>
        <pc:docMk/>
      </pc:docMkLst>
      <pc:sldChg chg="del">
        <pc:chgData name="Wang, Wei" userId="627587dd-935f-4f2b-a6c6-edd4e0dcbff5" providerId="ADAL" clId="{911BA2FF-F858-4207-AC31-C7FB9B52A52A}" dt="2024-04-25T17:21:19.175" v="0" actId="47"/>
        <pc:sldMkLst>
          <pc:docMk/>
          <pc:sldMk cId="4020754754" sldId="3213"/>
        </pc:sldMkLst>
      </pc:sldChg>
      <pc:sldChg chg="del">
        <pc:chgData name="Wang, Wei" userId="627587dd-935f-4f2b-a6c6-edd4e0dcbff5" providerId="ADAL" clId="{911BA2FF-F858-4207-AC31-C7FB9B52A52A}" dt="2024-04-25T17:21:19.175" v="0" actId="47"/>
        <pc:sldMkLst>
          <pc:docMk/>
          <pc:sldMk cId="2246022790" sldId="3215"/>
        </pc:sldMkLst>
      </pc:sldChg>
      <pc:sldChg chg="del">
        <pc:chgData name="Wang, Wei" userId="627587dd-935f-4f2b-a6c6-edd4e0dcbff5" providerId="ADAL" clId="{911BA2FF-F858-4207-AC31-C7FB9B52A52A}" dt="2024-04-25T17:21:19.175" v="0" actId="47"/>
        <pc:sldMkLst>
          <pc:docMk/>
          <pc:sldMk cId="2119841619" sldId="3216"/>
        </pc:sldMkLst>
      </pc:sldChg>
      <pc:sldChg chg="del">
        <pc:chgData name="Wang, Wei" userId="627587dd-935f-4f2b-a6c6-edd4e0dcbff5" providerId="ADAL" clId="{911BA2FF-F858-4207-AC31-C7FB9B52A52A}" dt="2024-04-25T17:21:19.175" v="0" actId="47"/>
        <pc:sldMkLst>
          <pc:docMk/>
          <pc:sldMk cId="3857299536" sldId="3217"/>
        </pc:sldMkLst>
      </pc:sldChg>
      <pc:sldChg chg="del">
        <pc:chgData name="Wang, Wei" userId="627587dd-935f-4f2b-a6c6-edd4e0dcbff5" providerId="ADAL" clId="{911BA2FF-F858-4207-AC31-C7FB9B52A52A}" dt="2024-04-25T17:21:19.175" v="0" actId="47"/>
        <pc:sldMkLst>
          <pc:docMk/>
          <pc:sldMk cId="246017269" sldId="3218"/>
        </pc:sldMkLst>
      </pc:sldChg>
      <pc:sldChg chg="del">
        <pc:chgData name="Wang, Wei" userId="627587dd-935f-4f2b-a6c6-edd4e0dcbff5" providerId="ADAL" clId="{911BA2FF-F858-4207-AC31-C7FB9B52A52A}" dt="2024-04-25T17:21:19.175" v="0" actId="47"/>
        <pc:sldMkLst>
          <pc:docMk/>
          <pc:sldMk cId="3408671469" sldId="3219"/>
        </pc:sldMkLst>
      </pc:sldChg>
      <pc:sldChg chg="del">
        <pc:chgData name="Wang, Wei" userId="627587dd-935f-4f2b-a6c6-edd4e0dcbff5" providerId="ADAL" clId="{911BA2FF-F858-4207-AC31-C7FB9B52A52A}" dt="2024-04-25T17:21:19.175" v="0" actId="47"/>
        <pc:sldMkLst>
          <pc:docMk/>
          <pc:sldMk cId="1897169788" sldId="3220"/>
        </pc:sldMkLst>
      </pc:sldChg>
      <pc:sldChg chg="del">
        <pc:chgData name="Wang, Wei" userId="627587dd-935f-4f2b-a6c6-edd4e0dcbff5" providerId="ADAL" clId="{911BA2FF-F858-4207-AC31-C7FB9B52A52A}" dt="2024-04-25T17:21:19.175" v="0" actId="47"/>
        <pc:sldMkLst>
          <pc:docMk/>
          <pc:sldMk cId="204676027" sldId="3222"/>
        </pc:sldMkLst>
      </pc:sldChg>
      <pc:sldChg chg="del">
        <pc:chgData name="Wang, Wei" userId="627587dd-935f-4f2b-a6c6-edd4e0dcbff5" providerId="ADAL" clId="{911BA2FF-F858-4207-AC31-C7FB9B52A52A}" dt="2024-04-25T17:21:19.175" v="0" actId="47"/>
        <pc:sldMkLst>
          <pc:docMk/>
          <pc:sldMk cId="3510057645" sldId="3392"/>
        </pc:sldMkLst>
      </pc:sldChg>
      <pc:sldChg chg="del">
        <pc:chgData name="Wang, Wei" userId="627587dd-935f-4f2b-a6c6-edd4e0dcbff5" providerId="ADAL" clId="{911BA2FF-F858-4207-AC31-C7FB9B52A52A}" dt="2024-04-25T17:21:19.175" v="0" actId="47"/>
        <pc:sldMkLst>
          <pc:docMk/>
          <pc:sldMk cId="3242740702" sldId="3393"/>
        </pc:sldMkLst>
      </pc:sldChg>
    </pc:docChg>
  </pc:docChgLst>
  <pc:docChgLst>
    <pc:chgData name="Wang, Wei" userId="627587dd-935f-4f2b-a6c6-edd4e0dcbff5" providerId="ADAL" clId="{CA4E89E4-842A-4FC6-8E2B-51B2DA5662AB}"/>
    <pc:docChg chg="delSld modSld delMainMaster">
      <pc:chgData name="Wang, Wei" userId="627587dd-935f-4f2b-a6c6-edd4e0dcbff5" providerId="ADAL" clId="{CA4E89E4-842A-4FC6-8E2B-51B2DA5662AB}" dt="2020-05-21T15:26:44.194" v="288" actId="2696"/>
      <pc:docMkLst>
        <pc:docMk/>
      </pc:docMkLst>
      <pc:sldChg chg="del delCm">
        <pc:chgData name="Wang, Wei" userId="627587dd-935f-4f2b-a6c6-edd4e0dcbff5" providerId="ADAL" clId="{CA4E89E4-842A-4FC6-8E2B-51B2DA5662AB}" dt="2020-05-21T15:26:41.444" v="145" actId="2696"/>
        <pc:sldMkLst>
          <pc:docMk/>
          <pc:sldMk cId="3466899689" sldId="264"/>
        </pc:sldMkLst>
      </pc:sldChg>
      <pc:sldChg chg="del">
        <pc:chgData name="Wang, Wei" userId="627587dd-935f-4f2b-a6c6-edd4e0dcbff5" providerId="ADAL" clId="{CA4E89E4-842A-4FC6-8E2B-51B2DA5662AB}" dt="2020-05-21T15:06:11.512" v="0" actId="2696"/>
        <pc:sldMkLst>
          <pc:docMk/>
          <pc:sldMk cId="1859003141" sldId="403"/>
        </pc:sldMkLst>
      </pc:sldChg>
      <pc:sldChg chg="del">
        <pc:chgData name="Wang, Wei" userId="627587dd-935f-4f2b-a6c6-edd4e0dcbff5" providerId="ADAL" clId="{CA4E89E4-842A-4FC6-8E2B-51B2DA5662AB}" dt="2020-05-21T15:06:11.537" v="2" actId="2696"/>
        <pc:sldMkLst>
          <pc:docMk/>
          <pc:sldMk cId="1292908463" sldId="404"/>
        </pc:sldMkLst>
      </pc:sldChg>
      <pc:sldChg chg="del">
        <pc:chgData name="Wang, Wei" userId="627587dd-935f-4f2b-a6c6-edd4e0dcbff5" providerId="ADAL" clId="{CA4E89E4-842A-4FC6-8E2B-51B2DA5662AB}" dt="2020-05-21T15:06:11.608" v="4" actId="2696"/>
        <pc:sldMkLst>
          <pc:docMk/>
          <pc:sldMk cId="446603853" sldId="409"/>
        </pc:sldMkLst>
      </pc:sldChg>
      <pc:sldChg chg="del">
        <pc:chgData name="Wang, Wei" userId="627587dd-935f-4f2b-a6c6-edd4e0dcbff5" providerId="ADAL" clId="{CA4E89E4-842A-4FC6-8E2B-51B2DA5662AB}" dt="2020-05-21T15:06:11.582" v="3" actId="2696"/>
        <pc:sldMkLst>
          <pc:docMk/>
          <pc:sldMk cId="2082923428" sldId="454"/>
        </pc:sldMkLst>
      </pc:sldChg>
      <pc:sldChg chg="del">
        <pc:chgData name="Wang, Wei" userId="627587dd-935f-4f2b-a6c6-edd4e0dcbff5" providerId="ADAL" clId="{CA4E89E4-842A-4FC6-8E2B-51B2DA5662AB}" dt="2020-05-21T15:06:11.730" v="7" actId="2696"/>
        <pc:sldMkLst>
          <pc:docMk/>
          <pc:sldMk cId="3715361786" sldId="1704"/>
        </pc:sldMkLst>
      </pc:sldChg>
      <pc:sldChg chg="del">
        <pc:chgData name="Wang, Wei" userId="627587dd-935f-4f2b-a6c6-edd4e0dcbff5" providerId="ADAL" clId="{CA4E89E4-842A-4FC6-8E2B-51B2DA5662AB}" dt="2020-05-21T15:06:11.882" v="9" actId="2696"/>
        <pc:sldMkLst>
          <pc:docMk/>
          <pc:sldMk cId="3964538499" sldId="1705"/>
        </pc:sldMkLst>
      </pc:sldChg>
      <pc:sldChg chg="del">
        <pc:chgData name="Wang, Wei" userId="627587dd-935f-4f2b-a6c6-edd4e0dcbff5" providerId="ADAL" clId="{CA4E89E4-842A-4FC6-8E2B-51B2DA5662AB}" dt="2020-05-21T15:26:40.941" v="131" actId="2696"/>
        <pc:sldMkLst>
          <pc:docMk/>
          <pc:sldMk cId="3804357427" sldId="2298"/>
        </pc:sldMkLst>
      </pc:sldChg>
      <pc:sldChg chg="del">
        <pc:chgData name="Wang, Wei" userId="627587dd-935f-4f2b-a6c6-edd4e0dcbff5" providerId="ADAL" clId="{CA4E89E4-842A-4FC6-8E2B-51B2DA5662AB}" dt="2020-05-21T15:26:40.914" v="130" actId="2696"/>
        <pc:sldMkLst>
          <pc:docMk/>
          <pc:sldMk cId="885530237" sldId="2309"/>
        </pc:sldMkLst>
      </pc:sldChg>
      <pc:sldChg chg="del">
        <pc:chgData name="Wang, Wei" userId="627587dd-935f-4f2b-a6c6-edd4e0dcbff5" providerId="ADAL" clId="{CA4E89E4-842A-4FC6-8E2B-51B2DA5662AB}" dt="2020-05-21T15:26:43.783" v="247" actId="2696"/>
        <pc:sldMkLst>
          <pc:docMk/>
          <pc:sldMk cId="3774687517" sldId="2313"/>
        </pc:sldMkLst>
      </pc:sldChg>
      <pc:sldChg chg="del delCm">
        <pc:chgData name="Wang, Wei" userId="627587dd-935f-4f2b-a6c6-edd4e0dcbff5" providerId="ADAL" clId="{CA4E89E4-842A-4FC6-8E2B-51B2DA5662AB}" dt="2020-05-21T15:26:43.801" v="248" actId="2696"/>
        <pc:sldMkLst>
          <pc:docMk/>
          <pc:sldMk cId="4032403608" sldId="2314"/>
        </pc:sldMkLst>
      </pc:sldChg>
      <pc:sldChg chg="del">
        <pc:chgData name="Wang, Wei" userId="627587dd-935f-4f2b-a6c6-edd4e0dcbff5" providerId="ADAL" clId="{CA4E89E4-842A-4FC6-8E2B-51B2DA5662AB}" dt="2020-05-21T15:26:43.828" v="249" actId="2696"/>
        <pc:sldMkLst>
          <pc:docMk/>
          <pc:sldMk cId="3720918296" sldId="2315"/>
        </pc:sldMkLst>
      </pc:sldChg>
      <pc:sldChg chg="del delCm">
        <pc:chgData name="Wang, Wei" userId="627587dd-935f-4f2b-a6c6-edd4e0dcbff5" providerId="ADAL" clId="{CA4E89E4-842A-4FC6-8E2B-51B2DA5662AB}" dt="2020-05-21T15:26:43.861" v="250" actId="2696"/>
        <pc:sldMkLst>
          <pc:docMk/>
          <pc:sldMk cId="1848472487" sldId="2316"/>
        </pc:sldMkLst>
      </pc:sldChg>
      <pc:sldChg chg="del delCm">
        <pc:chgData name="Wang, Wei" userId="627587dd-935f-4f2b-a6c6-edd4e0dcbff5" providerId="ADAL" clId="{CA4E89E4-842A-4FC6-8E2B-51B2DA5662AB}" dt="2020-05-21T15:26:43.878" v="251" actId="2696"/>
        <pc:sldMkLst>
          <pc:docMk/>
          <pc:sldMk cId="225359671" sldId="2317"/>
        </pc:sldMkLst>
      </pc:sldChg>
      <pc:sldChg chg="del">
        <pc:chgData name="Wang, Wei" userId="627587dd-935f-4f2b-a6c6-edd4e0dcbff5" providerId="ADAL" clId="{CA4E89E4-842A-4FC6-8E2B-51B2DA5662AB}" dt="2020-05-21T15:26:43.895" v="252" actId="2696"/>
        <pc:sldMkLst>
          <pc:docMk/>
          <pc:sldMk cId="822791018" sldId="2318"/>
        </pc:sldMkLst>
      </pc:sldChg>
      <pc:sldChg chg="del">
        <pc:chgData name="Wang, Wei" userId="627587dd-935f-4f2b-a6c6-edd4e0dcbff5" providerId="ADAL" clId="{CA4E89E4-842A-4FC6-8E2B-51B2DA5662AB}" dt="2020-05-21T15:06:13.068" v="41" actId="2696"/>
        <pc:sldMkLst>
          <pc:docMk/>
          <pc:sldMk cId="1886563594" sldId="2327"/>
        </pc:sldMkLst>
      </pc:sldChg>
      <pc:sldChg chg="del">
        <pc:chgData name="Wang, Wei" userId="627587dd-935f-4f2b-a6c6-edd4e0dcbff5" providerId="ADAL" clId="{CA4E89E4-842A-4FC6-8E2B-51B2DA5662AB}" dt="2020-05-21T15:26:39.731" v="100" actId="2696"/>
        <pc:sldMkLst>
          <pc:docMk/>
          <pc:sldMk cId="3610868713" sldId="2342"/>
        </pc:sldMkLst>
      </pc:sldChg>
      <pc:sldChg chg="del">
        <pc:chgData name="Wang, Wei" userId="627587dd-935f-4f2b-a6c6-edd4e0dcbff5" providerId="ADAL" clId="{CA4E89E4-842A-4FC6-8E2B-51B2DA5662AB}" dt="2020-05-21T15:26:43.710" v="244" actId="2696"/>
        <pc:sldMkLst>
          <pc:docMk/>
          <pc:sldMk cId="22907484" sldId="2522"/>
        </pc:sldMkLst>
      </pc:sldChg>
      <pc:sldChg chg="del">
        <pc:chgData name="Wang, Wei" userId="627587dd-935f-4f2b-a6c6-edd4e0dcbff5" providerId="ADAL" clId="{CA4E89E4-842A-4FC6-8E2B-51B2DA5662AB}" dt="2020-05-21T15:26:41.547" v="147" actId="2696"/>
        <pc:sldMkLst>
          <pc:docMk/>
          <pc:sldMk cId="3228592079" sldId="2529"/>
        </pc:sldMkLst>
      </pc:sldChg>
      <pc:sldChg chg="del">
        <pc:chgData name="Wang, Wei" userId="627587dd-935f-4f2b-a6c6-edd4e0dcbff5" providerId="ADAL" clId="{CA4E89E4-842A-4FC6-8E2B-51B2DA5662AB}" dt="2020-05-21T15:26:41.794" v="154" actId="2696"/>
        <pc:sldMkLst>
          <pc:docMk/>
          <pc:sldMk cId="2993275869" sldId="2530"/>
        </pc:sldMkLst>
      </pc:sldChg>
      <pc:sldChg chg="del delCm">
        <pc:chgData name="Wang, Wei" userId="627587dd-935f-4f2b-a6c6-edd4e0dcbff5" providerId="ADAL" clId="{CA4E89E4-842A-4FC6-8E2B-51B2DA5662AB}" dt="2020-05-21T15:26:41.626" v="149" actId="2696"/>
        <pc:sldMkLst>
          <pc:docMk/>
          <pc:sldMk cId="3687469778" sldId="2537"/>
        </pc:sldMkLst>
      </pc:sldChg>
      <pc:sldChg chg="del">
        <pc:chgData name="Wang, Wei" userId="627587dd-935f-4f2b-a6c6-edd4e0dcbff5" providerId="ADAL" clId="{CA4E89E4-842A-4FC6-8E2B-51B2DA5662AB}" dt="2020-05-21T15:26:42.030" v="161" actId="2696"/>
        <pc:sldMkLst>
          <pc:docMk/>
          <pc:sldMk cId="1679945427" sldId="2538"/>
        </pc:sldMkLst>
      </pc:sldChg>
      <pc:sldChg chg="del">
        <pc:chgData name="Wang, Wei" userId="627587dd-935f-4f2b-a6c6-edd4e0dcbff5" providerId="ADAL" clId="{CA4E89E4-842A-4FC6-8E2B-51B2DA5662AB}" dt="2020-05-21T15:26:43.093" v="217" actId="2696"/>
        <pc:sldMkLst>
          <pc:docMk/>
          <pc:sldMk cId="1713380516" sldId="2558"/>
        </pc:sldMkLst>
      </pc:sldChg>
      <pc:sldChg chg="del">
        <pc:chgData name="Wang, Wei" userId="627587dd-935f-4f2b-a6c6-edd4e0dcbff5" providerId="ADAL" clId="{CA4E89E4-842A-4FC6-8E2B-51B2DA5662AB}" dt="2020-05-21T15:26:42.425" v="196" actId="2696"/>
        <pc:sldMkLst>
          <pc:docMk/>
          <pc:sldMk cId="2955668432" sldId="2559"/>
        </pc:sldMkLst>
      </pc:sldChg>
      <pc:sldChg chg="del">
        <pc:chgData name="Wang, Wei" userId="627587dd-935f-4f2b-a6c6-edd4e0dcbff5" providerId="ADAL" clId="{CA4E89E4-842A-4FC6-8E2B-51B2DA5662AB}" dt="2020-05-21T15:26:42.884" v="210" actId="2696"/>
        <pc:sldMkLst>
          <pc:docMk/>
          <pc:sldMk cId="523632826" sldId="2560"/>
        </pc:sldMkLst>
      </pc:sldChg>
      <pc:sldChg chg="del">
        <pc:chgData name="Wang, Wei" userId="627587dd-935f-4f2b-a6c6-edd4e0dcbff5" providerId="ADAL" clId="{CA4E89E4-842A-4FC6-8E2B-51B2DA5662AB}" dt="2020-05-21T15:26:42.663" v="203" actId="2696"/>
        <pc:sldMkLst>
          <pc:docMk/>
          <pc:sldMk cId="167443583" sldId="2561"/>
        </pc:sldMkLst>
      </pc:sldChg>
      <pc:sldChg chg="del">
        <pc:chgData name="Wang, Wei" userId="627587dd-935f-4f2b-a6c6-edd4e0dcbff5" providerId="ADAL" clId="{CA4E89E4-842A-4FC6-8E2B-51B2DA5662AB}" dt="2020-05-21T15:26:42.918" v="211" actId="2696"/>
        <pc:sldMkLst>
          <pc:docMk/>
          <pc:sldMk cId="881083979" sldId="2564"/>
        </pc:sldMkLst>
      </pc:sldChg>
      <pc:sldChg chg="del">
        <pc:chgData name="Wang, Wei" userId="627587dd-935f-4f2b-a6c6-edd4e0dcbff5" providerId="ADAL" clId="{CA4E89E4-842A-4FC6-8E2B-51B2DA5662AB}" dt="2020-05-21T15:26:42.107" v="163" actId="2696"/>
        <pc:sldMkLst>
          <pc:docMk/>
          <pc:sldMk cId="3797758620" sldId="2574"/>
        </pc:sldMkLst>
      </pc:sldChg>
      <pc:sldChg chg="del">
        <pc:chgData name="Wang, Wei" userId="627587dd-935f-4f2b-a6c6-edd4e0dcbff5" providerId="ADAL" clId="{CA4E89E4-842A-4FC6-8E2B-51B2DA5662AB}" dt="2020-05-21T15:26:43.696" v="242" actId="2696"/>
        <pc:sldMkLst>
          <pc:docMk/>
          <pc:sldMk cId="391170887" sldId="2638"/>
        </pc:sldMkLst>
      </pc:sldChg>
      <pc:sldChg chg="del delCm">
        <pc:chgData name="Wang, Wei" userId="627587dd-935f-4f2b-a6c6-edd4e0dcbff5" providerId="ADAL" clId="{CA4E89E4-842A-4FC6-8E2B-51B2DA5662AB}" dt="2020-05-21T15:26:39.767" v="101" actId="2696"/>
        <pc:sldMkLst>
          <pc:docMk/>
          <pc:sldMk cId="656517287" sldId="2987"/>
        </pc:sldMkLst>
      </pc:sldChg>
      <pc:sldChg chg="del delCm">
        <pc:chgData name="Wang, Wei" userId="627587dd-935f-4f2b-a6c6-edd4e0dcbff5" providerId="ADAL" clId="{CA4E89E4-842A-4FC6-8E2B-51B2DA5662AB}" dt="2020-05-21T15:26:39.799" v="102" actId="2696"/>
        <pc:sldMkLst>
          <pc:docMk/>
          <pc:sldMk cId="2823534408" sldId="2988"/>
        </pc:sldMkLst>
      </pc:sldChg>
      <pc:sldChg chg="del">
        <pc:chgData name="Wang, Wei" userId="627587dd-935f-4f2b-a6c6-edd4e0dcbff5" providerId="ADAL" clId="{CA4E89E4-842A-4FC6-8E2B-51B2DA5662AB}" dt="2020-05-21T15:26:40.996" v="133" actId="2696"/>
        <pc:sldMkLst>
          <pc:docMk/>
          <pc:sldMk cId="1416977938" sldId="3032"/>
        </pc:sldMkLst>
      </pc:sldChg>
      <pc:sldChg chg="del">
        <pc:chgData name="Wang, Wei" userId="627587dd-935f-4f2b-a6c6-edd4e0dcbff5" providerId="ADAL" clId="{CA4E89E4-842A-4FC6-8E2B-51B2DA5662AB}" dt="2020-05-21T15:26:40.972" v="132" actId="2696"/>
        <pc:sldMkLst>
          <pc:docMk/>
          <pc:sldMk cId="4269338773" sldId="3034"/>
        </pc:sldMkLst>
      </pc:sldChg>
      <pc:sldChg chg="del delCm">
        <pc:chgData name="Wang, Wei" userId="627587dd-935f-4f2b-a6c6-edd4e0dcbff5" providerId="ADAL" clId="{CA4E89E4-842A-4FC6-8E2B-51B2DA5662AB}" dt="2020-05-21T15:26:40.711" v="125" actId="2696"/>
        <pc:sldMkLst>
          <pc:docMk/>
          <pc:sldMk cId="885568083" sldId="3044"/>
        </pc:sldMkLst>
      </pc:sldChg>
      <pc:sldChg chg="del delCm">
        <pc:chgData name="Wang, Wei" userId="627587dd-935f-4f2b-a6c6-edd4e0dcbff5" providerId="ADAL" clId="{CA4E89E4-842A-4FC6-8E2B-51B2DA5662AB}" dt="2020-05-21T15:26:44.066" v="283" actId="2696"/>
        <pc:sldMkLst>
          <pc:docMk/>
          <pc:sldMk cId="2221406117" sldId="3051"/>
        </pc:sldMkLst>
      </pc:sldChg>
      <pc:sldChg chg="del">
        <pc:chgData name="Wang, Wei" userId="627587dd-935f-4f2b-a6c6-edd4e0dcbff5" providerId="ADAL" clId="{CA4E89E4-842A-4FC6-8E2B-51B2DA5662AB}" dt="2020-05-21T15:26:44.103" v="284" actId="2696"/>
        <pc:sldMkLst>
          <pc:docMk/>
          <pc:sldMk cId="3256214767" sldId="3052"/>
        </pc:sldMkLst>
      </pc:sldChg>
      <pc:sldChg chg="del">
        <pc:chgData name="Wang, Wei" userId="627587dd-935f-4f2b-a6c6-edd4e0dcbff5" providerId="ADAL" clId="{CA4E89E4-842A-4FC6-8E2B-51B2DA5662AB}" dt="2020-05-21T15:26:44.125" v="285" actId="2696"/>
        <pc:sldMkLst>
          <pc:docMk/>
          <pc:sldMk cId="2788603205" sldId="3053"/>
        </pc:sldMkLst>
      </pc:sldChg>
      <pc:sldChg chg="del">
        <pc:chgData name="Wang, Wei" userId="627587dd-935f-4f2b-a6c6-edd4e0dcbff5" providerId="ADAL" clId="{CA4E89E4-842A-4FC6-8E2B-51B2DA5662AB}" dt="2020-05-21T15:26:44.145" v="286" actId="2696"/>
        <pc:sldMkLst>
          <pc:docMk/>
          <pc:sldMk cId="487834608" sldId="3054"/>
        </pc:sldMkLst>
      </pc:sldChg>
      <pc:sldChg chg="del delCm">
        <pc:chgData name="Wang, Wei" userId="627587dd-935f-4f2b-a6c6-edd4e0dcbff5" providerId="ADAL" clId="{CA4E89E4-842A-4FC6-8E2B-51B2DA5662AB}" dt="2020-05-21T15:26:41.716" v="152" actId="2696"/>
        <pc:sldMkLst>
          <pc:docMk/>
          <pc:sldMk cId="2156271036" sldId="3180"/>
        </pc:sldMkLst>
      </pc:sldChg>
      <pc:sldChg chg="del">
        <pc:chgData name="Wang, Wei" userId="627587dd-935f-4f2b-a6c6-edd4e0dcbff5" providerId="ADAL" clId="{CA4E89E4-842A-4FC6-8E2B-51B2DA5662AB}" dt="2020-05-21T15:06:13.030" v="40" actId="2696"/>
        <pc:sldMkLst>
          <pc:docMk/>
          <pc:sldMk cId="3225735422" sldId="3185"/>
        </pc:sldMkLst>
      </pc:sldChg>
      <pc:sldChg chg="del">
        <pc:chgData name="Wang, Wei" userId="627587dd-935f-4f2b-a6c6-edd4e0dcbff5" providerId="ADAL" clId="{CA4E89E4-842A-4FC6-8E2B-51B2DA5662AB}" dt="2020-05-21T15:06:11.814" v="8" actId="2696"/>
        <pc:sldMkLst>
          <pc:docMk/>
          <pc:sldMk cId="1652393144" sldId="3188"/>
        </pc:sldMkLst>
      </pc:sldChg>
      <pc:sldChg chg="del delCm">
        <pc:chgData name="Wang, Wei" userId="627587dd-935f-4f2b-a6c6-edd4e0dcbff5" providerId="ADAL" clId="{CA4E89E4-842A-4FC6-8E2B-51B2DA5662AB}" dt="2020-05-21T15:26:40.629" v="124" actId="2696"/>
        <pc:sldMkLst>
          <pc:docMk/>
          <pc:sldMk cId="1347930657" sldId="3190"/>
        </pc:sldMkLst>
      </pc:sldChg>
      <pc:sldChg chg="del delCm">
        <pc:chgData name="Wang, Wei" userId="627587dd-935f-4f2b-a6c6-edd4e0dcbff5" providerId="ADAL" clId="{CA4E89E4-842A-4FC6-8E2B-51B2DA5662AB}" dt="2020-05-21T15:26:40.780" v="126" actId="2696"/>
        <pc:sldMkLst>
          <pc:docMk/>
          <pc:sldMk cId="1761783579" sldId="3192"/>
        </pc:sldMkLst>
      </pc:sldChg>
      <pc:sldChg chg="del">
        <pc:chgData name="Wang, Wei" userId="627587dd-935f-4f2b-a6c6-edd4e0dcbff5" providerId="ADAL" clId="{CA4E89E4-842A-4FC6-8E2B-51B2DA5662AB}" dt="2020-05-21T15:26:40.803" v="127" actId="2696"/>
        <pc:sldMkLst>
          <pc:docMk/>
          <pc:sldMk cId="3842869934" sldId="3193"/>
        </pc:sldMkLst>
      </pc:sldChg>
      <pc:sldChg chg="del">
        <pc:chgData name="Wang, Wei" userId="627587dd-935f-4f2b-a6c6-edd4e0dcbff5" providerId="ADAL" clId="{CA4E89E4-842A-4FC6-8E2B-51B2DA5662AB}" dt="2020-05-21T15:06:11.633" v="5" actId="2696"/>
        <pc:sldMkLst>
          <pc:docMk/>
          <pc:sldMk cId="659576491" sldId="3195"/>
        </pc:sldMkLst>
      </pc:sldChg>
      <pc:sldChg chg="del">
        <pc:chgData name="Wang, Wei" userId="627587dd-935f-4f2b-a6c6-edd4e0dcbff5" providerId="ADAL" clId="{CA4E89E4-842A-4FC6-8E2B-51B2DA5662AB}" dt="2020-05-21T15:06:12.609" v="29" actId="2696"/>
        <pc:sldMkLst>
          <pc:docMk/>
          <pc:sldMk cId="450852563" sldId="3196"/>
        </pc:sldMkLst>
      </pc:sldChg>
      <pc:sldChg chg="del">
        <pc:chgData name="Wang, Wei" userId="627587dd-935f-4f2b-a6c6-edd4e0dcbff5" providerId="ADAL" clId="{CA4E89E4-842A-4FC6-8E2B-51B2DA5662AB}" dt="2020-05-21T15:06:12.684" v="31" actId="2696"/>
        <pc:sldMkLst>
          <pc:docMk/>
          <pc:sldMk cId="1451686496" sldId="3197"/>
        </pc:sldMkLst>
      </pc:sldChg>
      <pc:sldChg chg="del">
        <pc:chgData name="Wang, Wei" userId="627587dd-935f-4f2b-a6c6-edd4e0dcbff5" providerId="ADAL" clId="{CA4E89E4-842A-4FC6-8E2B-51B2DA5662AB}" dt="2020-05-21T15:06:12.718" v="32" actId="2696"/>
        <pc:sldMkLst>
          <pc:docMk/>
          <pc:sldMk cId="615656619" sldId="3198"/>
        </pc:sldMkLst>
      </pc:sldChg>
      <pc:sldChg chg="del">
        <pc:chgData name="Wang, Wei" userId="627587dd-935f-4f2b-a6c6-edd4e0dcbff5" providerId="ADAL" clId="{CA4E89E4-842A-4FC6-8E2B-51B2DA5662AB}" dt="2020-05-21T15:06:12.751" v="33" actId="2696"/>
        <pc:sldMkLst>
          <pc:docMk/>
          <pc:sldMk cId="3932808795" sldId="3199"/>
        </pc:sldMkLst>
      </pc:sldChg>
      <pc:sldChg chg="del">
        <pc:chgData name="Wang, Wei" userId="627587dd-935f-4f2b-a6c6-edd4e0dcbff5" providerId="ADAL" clId="{CA4E89E4-842A-4FC6-8E2B-51B2DA5662AB}" dt="2020-05-21T15:06:12.785" v="34" actId="2696"/>
        <pc:sldMkLst>
          <pc:docMk/>
          <pc:sldMk cId="2409233393" sldId="3200"/>
        </pc:sldMkLst>
      </pc:sldChg>
      <pc:sldChg chg="del">
        <pc:chgData name="Wang, Wei" userId="627587dd-935f-4f2b-a6c6-edd4e0dcbff5" providerId="ADAL" clId="{CA4E89E4-842A-4FC6-8E2B-51B2DA5662AB}" dt="2020-05-21T15:06:12.816" v="35" actId="2696"/>
        <pc:sldMkLst>
          <pc:docMk/>
          <pc:sldMk cId="3403919418" sldId="3201"/>
        </pc:sldMkLst>
      </pc:sldChg>
      <pc:sldChg chg="del">
        <pc:chgData name="Wang, Wei" userId="627587dd-935f-4f2b-a6c6-edd4e0dcbff5" providerId="ADAL" clId="{CA4E89E4-842A-4FC6-8E2B-51B2DA5662AB}" dt="2020-05-21T15:06:12.851" v="36" actId="2696"/>
        <pc:sldMkLst>
          <pc:docMk/>
          <pc:sldMk cId="1897824491" sldId="3202"/>
        </pc:sldMkLst>
      </pc:sldChg>
      <pc:sldChg chg="del">
        <pc:chgData name="Wang, Wei" userId="627587dd-935f-4f2b-a6c6-edd4e0dcbff5" providerId="ADAL" clId="{CA4E89E4-842A-4FC6-8E2B-51B2DA5662AB}" dt="2020-05-21T15:06:13.108" v="42" actId="2696"/>
        <pc:sldMkLst>
          <pc:docMk/>
          <pc:sldMk cId="881279817" sldId="3204"/>
        </pc:sldMkLst>
      </pc:sldChg>
      <pc:sldChg chg="del">
        <pc:chgData name="Wang, Wei" userId="627587dd-935f-4f2b-a6c6-edd4e0dcbff5" providerId="ADAL" clId="{CA4E89E4-842A-4FC6-8E2B-51B2DA5662AB}" dt="2020-05-21T15:06:13.142" v="43" actId="2696"/>
        <pc:sldMkLst>
          <pc:docMk/>
          <pc:sldMk cId="2173968615" sldId="3205"/>
        </pc:sldMkLst>
      </pc:sldChg>
      <pc:sldChg chg="del">
        <pc:chgData name="Wang, Wei" userId="627587dd-935f-4f2b-a6c6-edd4e0dcbff5" providerId="ADAL" clId="{CA4E89E4-842A-4FC6-8E2B-51B2DA5662AB}" dt="2020-05-21T15:06:13.284" v="47" actId="2696"/>
        <pc:sldMkLst>
          <pc:docMk/>
          <pc:sldMk cId="3993921764" sldId="3206"/>
        </pc:sldMkLst>
      </pc:sldChg>
      <pc:sldChg chg="del">
        <pc:chgData name="Wang, Wei" userId="627587dd-935f-4f2b-a6c6-edd4e0dcbff5" providerId="ADAL" clId="{CA4E89E4-842A-4FC6-8E2B-51B2DA5662AB}" dt="2020-05-21T15:06:13.170" v="44" actId="2696"/>
        <pc:sldMkLst>
          <pc:docMk/>
          <pc:sldMk cId="1666393814" sldId="3207"/>
        </pc:sldMkLst>
      </pc:sldChg>
      <pc:sldChg chg="del">
        <pc:chgData name="Wang, Wei" userId="627587dd-935f-4f2b-a6c6-edd4e0dcbff5" providerId="ADAL" clId="{CA4E89E4-842A-4FC6-8E2B-51B2DA5662AB}" dt="2020-05-21T15:06:13.206" v="45" actId="2696"/>
        <pc:sldMkLst>
          <pc:docMk/>
          <pc:sldMk cId="263658791" sldId="3208"/>
        </pc:sldMkLst>
      </pc:sldChg>
      <pc:sldChg chg="del">
        <pc:chgData name="Wang, Wei" userId="627587dd-935f-4f2b-a6c6-edd4e0dcbff5" providerId="ADAL" clId="{CA4E89E4-842A-4FC6-8E2B-51B2DA5662AB}" dt="2020-05-21T15:06:13.326" v="48" actId="2696"/>
        <pc:sldMkLst>
          <pc:docMk/>
          <pc:sldMk cId="1981241024" sldId="3209"/>
        </pc:sldMkLst>
      </pc:sldChg>
      <pc:sldChg chg="del">
        <pc:chgData name="Wang, Wei" userId="627587dd-935f-4f2b-a6c6-edd4e0dcbff5" providerId="ADAL" clId="{CA4E89E4-842A-4FC6-8E2B-51B2DA5662AB}" dt="2020-05-21T15:06:13.436" v="75" actId="2696"/>
        <pc:sldMkLst>
          <pc:docMk/>
          <pc:sldMk cId="2805832465" sldId="3210"/>
        </pc:sldMkLst>
      </pc:sldChg>
      <pc:sldChg chg="del">
        <pc:chgData name="Wang, Wei" userId="627587dd-935f-4f2b-a6c6-edd4e0dcbff5" providerId="ADAL" clId="{CA4E89E4-842A-4FC6-8E2B-51B2DA5662AB}" dt="2020-05-21T15:06:13.477" v="76" actId="2696"/>
        <pc:sldMkLst>
          <pc:docMk/>
          <pc:sldMk cId="2052222845" sldId="3211"/>
        </pc:sldMkLst>
      </pc:sldChg>
      <pc:sldChg chg="delCm">
        <pc:chgData name="Wang, Wei" userId="627587dd-935f-4f2b-a6c6-edd4e0dcbff5" providerId="ADAL" clId="{CA4E89E4-842A-4FC6-8E2B-51B2DA5662AB}" dt="2020-05-21T15:07:18.310" v="77"/>
        <pc:sldMkLst>
          <pc:docMk/>
          <pc:sldMk cId="4020754754" sldId="3213"/>
        </pc:sldMkLst>
      </pc:sldChg>
      <pc:sldChg chg="del">
        <pc:chgData name="Wang, Wei" userId="627587dd-935f-4f2b-a6c6-edd4e0dcbff5" providerId="ADAL" clId="{CA4E89E4-842A-4FC6-8E2B-51B2DA5662AB}" dt="2020-05-21T15:06:13.238" v="46" actId="2696"/>
        <pc:sldMkLst>
          <pc:docMk/>
          <pc:sldMk cId="2518968447" sldId="3214"/>
        </pc:sldMkLst>
      </pc:sldChg>
      <pc:sldChg chg="delCm">
        <pc:chgData name="Wang, Wei" userId="627587dd-935f-4f2b-a6c6-edd4e0dcbff5" providerId="ADAL" clId="{CA4E89E4-842A-4FC6-8E2B-51B2DA5662AB}" dt="2020-05-21T15:07:18.310" v="77"/>
        <pc:sldMkLst>
          <pc:docMk/>
          <pc:sldMk cId="2246022790" sldId="3215"/>
        </pc:sldMkLst>
      </pc:sldChg>
      <pc:sldChg chg="delCm">
        <pc:chgData name="Wang, Wei" userId="627587dd-935f-4f2b-a6c6-edd4e0dcbff5" providerId="ADAL" clId="{CA4E89E4-842A-4FC6-8E2B-51B2DA5662AB}" dt="2020-05-21T15:07:18.310" v="77"/>
        <pc:sldMkLst>
          <pc:docMk/>
          <pc:sldMk cId="2119841619" sldId="3216"/>
        </pc:sldMkLst>
      </pc:sldChg>
      <pc:sldChg chg="delCm">
        <pc:chgData name="Wang, Wei" userId="627587dd-935f-4f2b-a6c6-edd4e0dcbff5" providerId="ADAL" clId="{CA4E89E4-842A-4FC6-8E2B-51B2DA5662AB}" dt="2020-05-21T15:07:18.310" v="77"/>
        <pc:sldMkLst>
          <pc:docMk/>
          <pc:sldMk cId="3408671469" sldId="3219"/>
        </pc:sldMkLst>
      </pc:sldChg>
      <pc:sldChg chg="del">
        <pc:chgData name="Wang, Wei" userId="627587dd-935f-4f2b-a6c6-edd4e0dcbff5" providerId="ADAL" clId="{CA4E89E4-842A-4FC6-8E2B-51B2DA5662AB}" dt="2020-05-21T15:26:38.852" v="80" actId="2696"/>
        <pc:sldMkLst>
          <pc:docMk/>
          <pc:sldMk cId="2373195931" sldId="3223"/>
        </pc:sldMkLst>
      </pc:sldChg>
      <pc:sldChg chg="del">
        <pc:chgData name="Wang, Wei" userId="627587dd-935f-4f2b-a6c6-edd4e0dcbff5" providerId="ADAL" clId="{CA4E89E4-842A-4FC6-8E2B-51B2DA5662AB}" dt="2020-05-21T15:26:38.821" v="79" actId="2696"/>
        <pc:sldMkLst>
          <pc:docMk/>
          <pc:sldMk cId="877100948" sldId="3224"/>
        </pc:sldMkLst>
      </pc:sldChg>
      <pc:sldChg chg="del delCm">
        <pc:chgData name="Wang, Wei" userId="627587dd-935f-4f2b-a6c6-edd4e0dcbff5" providerId="ADAL" clId="{CA4E89E4-842A-4FC6-8E2B-51B2DA5662AB}" dt="2020-05-21T15:26:38.882" v="81" actId="2696"/>
        <pc:sldMkLst>
          <pc:docMk/>
          <pc:sldMk cId="1460641953" sldId="3226"/>
        </pc:sldMkLst>
      </pc:sldChg>
      <pc:sldChg chg="del delCm">
        <pc:chgData name="Wang, Wei" userId="627587dd-935f-4f2b-a6c6-edd4e0dcbff5" providerId="ADAL" clId="{CA4E89E4-842A-4FC6-8E2B-51B2DA5662AB}" dt="2020-05-21T15:26:39.098" v="86" actId="2696"/>
        <pc:sldMkLst>
          <pc:docMk/>
          <pc:sldMk cId="709152779" sldId="3227"/>
        </pc:sldMkLst>
      </pc:sldChg>
      <pc:sldChg chg="del">
        <pc:chgData name="Wang, Wei" userId="627587dd-935f-4f2b-a6c6-edd4e0dcbff5" providerId="ADAL" clId="{CA4E89E4-842A-4FC6-8E2B-51B2DA5662AB}" dt="2020-05-21T15:26:39.281" v="90" actId="2696"/>
        <pc:sldMkLst>
          <pc:docMk/>
          <pc:sldMk cId="1157975152" sldId="3228"/>
        </pc:sldMkLst>
      </pc:sldChg>
      <pc:sldChg chg="del">
        <pc:chgData name="Wang, Wei" userId="627587dd-935f-4f2b-a6c6-edd4e0dcbff5" providerId="ADAL" clId="{CA4E89E4-842A-4FC6-8E2B-51B2DA5662AB}" dt="2020-05-21T15:26:38.966" v="83" actId="2696"/>
        <pc:sldMkLst>
          <pc:docMk/>
          <pc:sldMk cId="654653082" sldId="3229"/>
        </pc:sldMkLst>
      </pc:sldChg>
      <pc:sldChg chg="del">
        <pc:chgData name="Wang, Wei" userId="627587dd-935f-4f2b-a6c6-edd4e0dcbff5" providerId="ADAL" clId="{CA4E89E4-842A-4FC6-8E2B-51B2DA5662AB}" dt="2020-05-21T15:26:39.012" v="84" actId="2696"/>
        <pc:sldMkLst>
          <pc:docMk/>
          <pc:sldMk cId="3816839617" sldId="3230"/>
        </pc:sldMkLst>
      </pc:sldChg>
      <pc:sldChg chg="del">
        <pc:chgData name="Wang, Wei" userId="627587dd-935f-4f2b-a6c6-edd4e0dcbff5" providerId="ADAL" clId="{CA4E89E4-842A-4FC6-8E2B-51B2DA5662AB}" dt="2020-05-21T15:26:38.919" v="82" actId="2696"/>
        <pc:sldMkLst>
          <pc:docMk/>
          <pc:sldMk cId="3155281055" sldId="3231"/>
        </pc:sldMkLst>
      </pc:sldChg>
      <pc:sldChg chg="del">
        <pc:chgData name="Wang, Wei" userId="627587dd-935f-4f2b-a6c6-edd4e0dcbff5" providerId="ADAL" clId="{CA4E89E4-842A-4FC6-8E2B-51B2DA5662AB}" dt="2020-05-21T15:26:39.059" v="85" actId="2696"/>
        <pc:sldMkLst>
          <pc:docMk/>
          <pc:sldMk cId="509975017" sldId="3232"/>
        </pc:sldMkLst>
      </pc:sldChg>
      <pc:sldChg chg="del">
        <pc:chgData name="Wang, Wei" userId="627587dd-935f-4f2b-a6c6-edd4e0dcbff5" providerId="ADAL" clId="{CA4E89E4-842A-4FC6-8E2B-51B2DA5662AB}" dt="2020-05-21T15:26:39.134" v="87" actId="2696"/>
        <pc:sldMkLst>
          <pc:docMk/>
          <pc:sldMk cId="1649909049" sldId="3233"/>
        </pc:sldMkLst>
      </pc:sldChg>
      <pc:sldChg chg="del">
        <pc:chgData name="Wang, Wei" userId="627587dd-935f-4f2b-a6c6-edd4e0dcbff5" providerId="ADAL" clId="{CA4E89E4-842A-4FC6-8E2B-51B2DA5662AB}" dt="2020-05-21T15:26:39.195" v="88" actId="2696"/>
        <pc:sldMkLst>
          <pc:docMk/>
          <pc:sldMk cId="3548260843" sldId="3235"/>
        </pc:sldMkLst>
      </pc:sldChg>
      <pc:sldChg chg="del">
        <pc:chgData name="Wang, Wei" userId="627587dd-935f-4f2b-a6c6-edd4e0dcbff5" providerId="ADAL" clId="{CA4E89E4-842A-4FC6-8E2B-51B2DA5662AB}" dt="2020-05-21T15:26:39.243" v="89" actId="2696"/>
        <pc:sldMkLst>
          <pc:docMk/>
          <pc:sldMk cId="763565562" sldId="3236"/>
        </pc:sldMkLst>
      </pc:sldChg>
      <pc:sldChg chg="del delCm">
        <pc:chgData name="Wang, Wei" userId="627587dd-935f-4f2b-a6c6-edd4e0dcbff5" providerId="ADAL" clId="{CA4E89E4-842A-4FC6-8E2B-51B2DA5662AB}" dt="2020-05-21T15:26:39.360" v="92" actId="2696"/>
        <pc:sldMkLst>
          <pc:docMk/>
          <pc:sldMk cId="1984202630" sldId="3241"/>
        </pc:sldMkLst>
      </pc:sldChg>
      <pc:sldChg chg="del">
        <pc:chgData name="Wang, Wei" userId="627587dd-935f-4f2b-a6c6-edd4e0dcbff5" providerId="ADAL" clId="{CA4E89E4-842A-4FC6-8E2B-51B2DA5662AB}" dt="2020-05-21T15:26:39.401" v="93" actId="2696"/>
        <pc:sldMkLst>
          <pc:docMk/>
          <pc:sldMk cId="1888640879" sldId="3242"/>
        </pc:sldMkLst>
      </pc:sldChg>
      <pc:sldChg chg="del">
        <pc:chgData name="Wang, Wei" userId="627587dd-935f-4f2b-a6c6-edd4e0dcbff5" providerId="ADAL" clId="{CA4E89E4-842A-4FC6-8E2B-51B2DA5662AB}" dt="2020-05-21T15:26:39.635" v="98" actId="2696"/>
        <pc:sldMkLst>
          <pc:docMk/>
          <pc:sldMk cId="3650905765" sldId="3245"/>
        </pc:sldMkLst>
      </pc:sldChg>
      <pc:sldChg chg="del delCm">
        <pc:chgData name="Wang, Wei" userId="627587dd-935f-4f2b-a6c6-edd4e0dcbff5" providerId="ADAL" clId="{CA4E89E4-842A-4FC6-8E2B-51B2DA5662AB}" dt="2020-05-21T15:26:39.682" v="99" actId="2696"/>
        <pc:sldMkLst>
          <pc:docMk/>
          <pc:sldMk cId="3318895836" sldId="3246"/>
        </pc:sldMkLst>
      </pc:sldChg>
      <pc:sldChg chg="del delCm">
        <pc:chgData name="Wang, Wei" userId="627587dd-935f-4f2b-a6c6-edd4e0dcbff5" providerId="ADAL" clId="{CA4E89E4-842A-4FC6-8E2B-51B2DA5662AB}" dt="2020-05-21T15:26:40.047" v="109" actId="2696"/>
        <pc:sldMkLst>
          <pc:docMk/>
          <pc:sldMk cId="410940375" sldId="3247"/>
        </pc:sldMkLst>
      </pc:sldChg>
      <pc:sldChg chg="del">
        <pc:chgData name="Wang, Wei" userId="627587dd-935f-4f2b-a6c6-edd4e0dcbff5" providerId="ADAL" clId="{CA4E89E4-842A-4FC6-8E2B-51B2DA5662AB}" dt="2020-05-21T15:26:39.932" v="106" actId="2696"/>
        <pc:sldMkLst>
          <pc:docMk/>
          <pc:sldMk cId="991313656" sldId="3248"/>
        </pc:sldMkLst>
      </pc:sldChg>
      <pc:sldChg chg="del delCm">
        <pc:chgData name="Wang, Wei" userId="627587dd-935f-4f2b-a6c6-edd4e0dcbff5" providerId="ADAL" clId="{CA4E89E4-842A-4FC6-8E2B-51B2DA5662AB}" dt="2020-05-21T15:26:39.865" v="104" actId="2696"/>
        <pc:sldMkLst>
          <pc:docMk/>
          <pc:sldMk cId="4163159633" sldId="3249"/>
        </pc:sldMkLst>
      </pc:sldChg>
      <pc:sldChg chg="del">
        <pc:chgData name="Wang, Wei" userId="627587dd-935f-4f2b-a6c6-edd4e0dcbff5" providerId="ADAL" clId="{CA4E89E4-842A-4FC6-8E2B-51B2DA5662AB}" dt="2020-05-21T15:26:39.896" v="105" actId="2696"/>
        <pc:sldMkLst>
          <pc:docMk/>
          <pc:sldMk cId="1078204521" sldId="3250"/>
        </pc:sldMkLst>
      </pc:sldChg>
      <pc:sldChg chg="del">
        <pc:chgData name="Wang, Wei" userId="627587dd-935f-4f2b-a6c6-edd4e0dcbff5" providerId="ADAL" clId="{CA4E89E4-842A-4FC6-8E2B-51B2DA5662AB}" dt="2020-05-21T15:26:39.963" v="107" actId="2696"/>
        <pc:sldMkLst>
          <pc:docMk/>
          <pc:sldMk cId="1715815920" sldId="3251"/>
        </pc:sldMkLst>
      </pc:sldChg>
      <pc:sldChg chg="del delCm">
        <pc:chgData name="Wang, Wei" userId="627587dd-935f-4f2b-a6c6-edd4e0dcbff5" providerId="ADAL" clId="{CA4E89E4-842A-4FC6-8E2B-51B2DA5662AB}" dt="2020-05-21T15:26:40.078" v="110" actId="2696"/>
        <pc:sldMkLst>
          <pc:docMk/>
          <pc:sldMk cId="1954399707" sldId="3252"/>
        </pc:sldMkLst>
      </pc:sldChg>
      <pc:sldChg chg="del">
        <pc:chgData name="Wang, Wei" userId="627587dd-935f-4f2b-a6c6-edd4e0dcbff5" providerId="ADAL" clId="{CA4E89E4-842A-4FC6-8E2B-51B2DA5662AB}" dt="2020-05-21T15:26:39.833" v="103" actId="2696"/>
        <pc:sldMkLst>
          <pc:docMk/>
          <pc:sldMk cId="1692271070" sldId="3253"/>
        </pc:sldMkLst>
      </pc:sldChg>
      <pc:sldChg chg="del delCm">
        <pc:chgData name="Wang, Wei" userId="627587dd-935f-4f2b-a6c6-edd4e0dcbff5" providerId="ADAL" clId="{CA4E89E4-842A-4FC6-8E2B-51B2DA5662AB}" dt="2020-05-21T15:26:40.107" v="111" actId="2696"/>
        <pc:sldMkLst>
          <pc:docMk/>
          <pc:sldMk cId="3626943776" sldId="3254"/>
        </pc:sldMkLst>
      </pc:sldChg>
      <pc:sldChg chg="del">
        <pc:chgData name="Wang, Wei" userId="627587dd-935f-4f2b-a6c6-edd4e0dcbff5" providerId="ADAL" clId="{CA4E89E4-842A-4FC6-8E2B-51B2DA5662AB}" dt="2020-05-21T15:26:40.002" v="108" actId="2696"/>
        <pc:sldMkLst>
          <pc:docMk/>
          <pc:sldMk cId="2984461346" sldId="3255"/>
        </pc:sldMkLst>
      </pc:sldChg>
      <pc:sldChg chg="del">
        <pc:chgData name="Wang, Wei" userId="627587dd-935f-4f2b-a6c6-edd4e0dcbff5" providerId="ADAL" clId="{CA4E89E4-842A-4FC6-8E2B-51B2DA5662AB}" dt="2020-05-21T15:26:40.160" v="112" actId="2696"/>
        <pc:sldMkLst>
          <pc:docMk/>
          <pc:sldMk cId="1985833319" sldId="3256"/>
        </pc:sldMkLst>
      </pc:sldChg>
      <pc:sldChg chg="del delCm">
        <pc:chgData name="Wang, Wei" userId="627587dd-935f-4f2b-a6c6-edd4e0dcbff5" providerId="ADAL" clId="{CA4E89E4-842A-4FC6-8E2B-51B2DA5662AB}" dt="2020-05-21T15:26:40.303" v="116" actId="2696"/>
        <pc:sldMkLst>
          <pc:docMk/>
          <pc:sldMk cId="924062676" sldId="3257"/>
        </pc:sldMkLst>
      </pc:sldChg>
      <pc:sldChg chg="del delCm">
        <pc:chgData name="Wang, Wei" userId="627587dd-935f-4f2b-a6c6-edd4e0dcbff5" providerId="ADAL" clId="{CA4E89E4-842A-4FC6-8E2B-51B2DA5662AB}" dt="2020-05-21T15:26:40.201" v="113" actId="2696"/>
        <pc:sldMkLst>
          <pc:docMk/>
          <pc:sldMk cId="1768402278" sldId="3258"/>
        </pc:sldMkLst>
      </pc:sldChg>
      <pc:sldChg chg="del">
        <pc:chgData name="Wang, Wei" userId="627587dd-935f-4f2b-a6c6-edd4e0dcbff5" providerId="ADAL" clId="{CA4E89E4-842A-4FC6-8E2B-51B2DA5662AB}" dt="2020-05-21T15:26:40.335" v="117" actId="2696"/>
        <pc:sldMkLst>
          <pc:docMk/>
          <pc:sldMk cId="716511567" sldId="3259"/>
        </pc:sldMkLst>
      </pc:sldChg>
      <pc:sldChg chg="del delCm">
        <pc:chgData name="Wang, Wei" userId="627587dd-935f-4f2b-a6c6-edd4e0dcbff5" providerId="ADAL" clId="{CA4E89E4-842A-4FC6-8E2B-51B2DA5662AB}" dt="2020-05-21T15:26:40.241" v="114" actId="2696"/>
        <pc:sldMkLst>
          <pc:docMk/>
          <pc:sldMk cId="3234899859" sldId="3260"/>
        </pc:sldMkLst>
      </pc:sldChg>
      <pc:sldChg chg="del delCm">
        <pc:chgData name="Wang, Wei" userId="627587dd-935f-4f2b-a6c6-edd4e0dcbff5" providerId="ADAL" clId="{CA4E89E4-842A-4FC6-8E2B-51B2DA5662AB}" dt="2020-05-21T15:26:40.275" v="115" actId="2696"/>
        <pc:sldMkLst>
          <pc:docMk/>
          <pc:sldMk cId="3066737904" sldId="3261"/>
        </pc:sldMkLst>
      </pc:sldChg>
      <pc:sldChg chg="del">
        <pc:chgData name="Wang, Wei" userId="627587dd-935f-4f2b-a6c6-edd4e0dcbff5" providerId="ADAL" clId="{CA4E89E4-842A-4FC6-8E2B-51B2DA5662AB}" dt="2020-05-21T15:26:40.384" v="118" actId="2696"/>
        <pc:sldMkLst>
          <pc:docMk/>
          <pc:sldMk cId="244349391" sldId="3262"/>
        </pc:sldMkLst>
      </pc:sldChg>
      <pc:sldChg chg="del delCm">
        <pc:chgData name="Wang, Wei" userId="627587dd-935f-4f2b-a6c6-edd4e0dcbff5" providerId="ADAL" clId="{CA4E89E4-842A-4FC6-8E2B-51B2DA5662AB}" dt="2020-05-21T15:26:40.419" v="119" actId="2696"/>
        <pc:sldMkLst>
          <pc:docMk/>
          <pc:sldMk cId="1346862001" sldId="3263"/>
        </pc:sldMkLst>
      </pc:sldChg>
      <pc:sldChg chg="del">
        <pc:chgData name="Wang, Wei" userId="627587dd-935f-4f2b-a6c6-edd4e0dcbff5" providerId="ADAL" clId="{CA4E89E4-842A-4FC6-8E2B-51B2DA5662AB}" dt="2020-05-21T15:26:40.451" v="120" actId="2696"/>
        <pc:sldMkLst>
          <pc:docMk/>
          <pc:sldMk cId="1391415964" sldId="3264"/>
        </pc:sldMkLst>
      </pc:sldChg>
      <pc:sldChg chg="del">
        <pc:chgData name="Wang, Wei" userId="627587dd-935f-4f2b-a6c6-edd4e0dcbff5" providerId="ADAL" clId="{CA4E89E4-842A-4FC6-8E2B-51B2DA5662AB}" dt="2020-05-21T15:26:40.487" v="121" actId="2696"/>
        <pc:sldMkLst>
          <pc:docMk/>
          <pc:sldMk cId="2212679919" sldId="3265"/>
        </pc:sldMkLst>
      </pc:sldChg>
      <pc:sldChg chg="del">
        <pc:chgData name="Wang, Wei" userId="627587dd-935f-4f2b-a6c6-edd4e0dcbff5" providerId="ADAL" clId="{CA4E89E4-842A-4FC6-8E2B-51B2DA5662AB}" dt="2020-05-21T15:26:40.570" v="123" actId="2696"/>
        <pc:sldMkLst>
          <pc:docMk/>
          <pc:sldMk cId="126287035" sldId="3267"/>
        </pc:sldMkLst>
      </pc:sldChg>
      <pc:sldChg chg="del">
        <pc:chgData name="Wang, Wei" userId="627587dd-935f-4f2b-a6c6-edd4e0dcbff5" providerId="ADAL" clId="{CA4E89E4-842A-4FC6-8E2B-51B2DA5662AB}" dt="2020-05-21T15:26:40.832" v="128" actId="2696"/>
        <pc:sldMkLst>
          <pc:docMk/>
          <pc:sldMk cId="1679015854" sldId="3268"/>
        </pc:sldMkLst>
      </pc:sldChg>
      <pc:sldChg chg="del">
        <pc:chgData name="Wang, Wei" userId="627587dd-935f-4f2b-a6c6-edd4e0dcbff5" providerId="ADAL" clId="{CA4E89E4-842A-4FC6-8E2B-51B2DA5662AB}" dt="2020-05-21T15:26:40.864" v="129" actId="2696"/>
        <pc:sldMkLst>
          <pc:docMk/>
          <pc:sldMk cId="996068935" sldId="3269"/>
        </pc:sldMkLst>
      </pc:sldChg>
      <pc:sldChg chg="del">
        <pc:chgData name="Wang, Wei" userId="627587dd-935f-4f2b-a6c6-edd4e0dcbff5" providerId="ADAL" clId="{CA4E89E4-842A-4FC6-8E2B-51B2DA5662AB}" dt="2020-05-21T15:26:41.028" v="134" actId="2696"/>
        <pc:sldMkLst>
          <pc:docMk/>
          <pc:sldMk cId="742174932" sldId="3275"/>
        </pc:sldMkLst>
      </pc:sldChg>
      <pc:sldChg chg="del">
        <pc:chgData name="Wang, Wei" userId="627587dd-935f-4f2b-a6c6-edd4e0dcbff5" providerId="ADAL" clId="{CA4E89E4-842A-4FC6-8E2B-51B2DA5662AB}" dt="2020-05-21T15:26:41.055" v="135" actId="2696"/>
        <pc:sldMkLst>
          <pc:docMk/>
          <pc:sldMk cId="503339778" sldId="3276"/>
        </pc:sldMkLst>
      </pc:sldChg>
      <pc:sldChg chg="del delCm">
        <pc:chgData name="Wang, Wei" userId="627587dd-935f-4f2b-a6c6-edd4e0dcbff5" providerId="ADAL" clId="{CA4E89E4-842A-4FC6-8E2B-51B2DA5662AB}" dt="2020-05-21T15:26:41.092" v="136" actId="2696"/>
        <pc:sldMkLst>
          <pc:docMk/>
          <pc:sldMk cId="3108903484" sldId="3277"/>
        </pc:sldMkLst>
      </pc:sldChg>
      <pc:sldChg chg="del delCm">
        <pc:chgData name="Wang, Wei" userId="627587dd-935f-4f2b-a6c6-edd4e0dcbff5" providerId="ADAL" clId="{CA4E89E4-842A-4FC6-8E2B-51B2DA5662AB}" dt="2020-05-21T15:26:41.183" v="138" actId="2696"/>
        <pc:sldMkLst>
          <pc:docMk/>
          <pc:sldMk cId="1068174136" sldId="3279"/>
        </pc:sldMkLst>
      </pc:sldChg>
      <pc:sldChg chg="del delCm">
        <pc:chgData name="Wang, Wei" userId="627587dd-935f-4f2b-a6c6-edd4e0dcbff5" providerId="ADAL" clId="{CA4E89E4-842A-4FC6-8E2B-51B2DA5662AB}" dt="2020-05-21T15:26:41.210" v="139" actId="2696"/>
        <pc:sldMkLst>
          <pc:docMk/>
          <pc:sldMk cId="1016294463" sldId="3280"/>
        </pc:sldMkLst>
      </pc:sldChg>
      <pc:sldChg chg="del delCm">
        <pc:chgData name="Wang, Wei" userId="627587dd-935f-4f2b-a6c6-edd4e0dcbff5" providerId="ADAL" clId="{CA4E89E4-842A-4FC6-8E2B-51B2DA5662AB}" dt="2020-05-21T15:26:41.241" v="140" actId="2696"/>
        <pc:sldMkLst>
          <pc:docMk/>
          <pc:sldMk cId="2375318970" sldId="3281"/>
        </pc:sldMkLst>
      </pc:sldChg>
      <pc:sldChg chg="del delCm">
        <pc:chgData name="Wang, Wei" userId="627587dd-935f-4f2b-a6c6-edd4e0dcbff5" providerId="ADAL" clId="{CA4E89E4-842A-4FC6-8E2B-51B2DA5662AB}" dt="2020-05-21T15:26:41.268" v="141" actId="2696"/>
        <pc:sldMkLst>
          <pc:docMk/>
          <pc:sldMk cId="3139898537" sldId="3282"/>
        </pc:sldMkLst>
      </pc:sldChg>
      <pc:sldChg chg="del delCm">
        <pc:chgData name="Wang, Wei" userId="627587dd-935f-4f2b-a6c6-edd4e0dcbff5" providerId="ADAL" clId="{CA4E89E4-842A-4FC6-8E2B-51B2DA5662AB}" dt="2020-05-21T15:26:41.302" v="142" actId="2696"/>
        <pc:sldMkLst>
          <pc:docMk/>
          <pc:sldMk cId="3981214641" sldId="3284"/>
        </pc:sldMkLst>
      </pc:sldChg>
      <pc:sldChg chg="del delCm">
        <pc:chgData name="Wang, Wei" userId="627587dd-935f-4f2b-a6c6-edd4e0dcbff5" providerId="ADAL" clId="{CA4E89E4-842A-4FC6-8E2B-51B2DA5662AB}" dt="2020-05-21T15:26:41.412" v="144" actId="2696"/>
        <pc:sldMkLst>
          <pc:docMk/>
          <pc:sldMk cId="3197551137" sldId="3287"/>
        </pc:sldMkLst>
      </pc:sldChg>
      <pc:sldChg chg="del">
        <pc:chgData name="Wang, Wei" userId="627587dd-935f-4f2b-a6c6-edd4e0dcbff5" providerId="ADAL" clId="{CA4E89E4-842A-4FC6-8E2B-51B2DA5662AB}" dt="2020-05-21T15:26:41.825" v="155" actId="2696"/>
        <pc:sldMkLst>
          <pc:docMk/>
          <pc:sldMk cId="3798856135" sldId="3288"/>
        </pc:sldMkLst>
      </pc:sldChg>
      <pc:sldChg chg="del">
        <pc:chgData name="Wang, Wei" userId="627587dd-935f-4f2b-a6c6-edd4e0dcbff5" providerId="ADAL" clId="{CA4E89E4-842A-4FC6-8E2B-51B2DA5662AB}" dt="2020-05-21T15:26:41.854" v="156" actId="2696"/>
        <pc:sldMkLst>
          <pc:docMk/>
          <pc:sldMk cId="19228181" sldId="3289"/>
        </pc:sldMkLst>
      </pc:sldChg>
      <pc:sldChg chg="del">
        <pc:chgData name="Wang, Wei" userId="627587dd-935f-4f2b-a6c6-edd4e0dcbff5" providerId="ADAL" clId="{CA4E89E4-842A-4FC6-8E2B-51B2DA5662AB}" dt="2020-05-21T15:26:41.580" v="148" actId="2696"/>
        <pc:sldMkLst>
          <pc:docMk/>
          <pc:sldMk cId="2303224268" sldId="3290"/>
        </pc:sldMkLst>
      </pc:sldChg>
      <pc:sldChg chg="del delCm">
        <pc:chgData name="Wang, Wei" userId="627587dd-935f-4f2b-a6c6-edd4e0dcbff5" providerId="ADAL" clId="{CA4E89E4-842A-4FC6-8E2B-51B2DA5662AB}" dt="2020-05-21T15:26:41.899" v="157" actId="2696"/>
        <pc:sldMkLst>
          <pc:docMk/>
          <pc:sldMk cId="864121547" sldId="3291"/>
        </pc:sldMkLst>
      </pc:sldChg>
      <pc:sldChg chg="del">
        <pc:chgData name="Wang, Wei" userId="627587dd-935f-4f2b-a6c6-edd4e0dcbff5" providerId="ADAL" clId="{CA4E89E4-842A-4FC6-8E2B-51B2DA5662AB}" dt="2020-05-21T15:26:42.227" v="190" actId="2696"/>
        <pc:sldMkLst>
          <pc:docMk/>
          <pc:sldMk cId="2795661269" sldId="3292"/>
        </pc:sldMkLst>
      </pc:sldChg>
      <pc:sldChg chg="del">
        <pc:chgData name="Wang, Wei" userId="627587dd-935f-4f2b-a6c6-edd4e0dcbff5" providerId="ADAL" clId="{CA4E89E4-842A-4FC6-8E2B-51B2DA5662AB}" dt="2020-05-21T15:26:42.192" v="188" actId="2696"/>
        <pc:sldMkLst>
          <pc:docMk/>
          <pc:sldMk cId="1553453907" sldId="3293"/>
        </pc:sldMkLst>
      </pc:sldChg>
      <pc:sldChg chg="del delCm">
        <pc:chgData name="Wang, Wei" userId="627587dd-935f-4f2b-a6c6-edd4e0dcbff5" providerId="ADAL" clId="{CA4E89E4-842A-4FC6-8E2B-51B2DA5662AB}" dt="2020-05-21T15:26:42.545" v="199" actId="2696"/>
        <pc:sldMkLst>
          <pc:docMk/>
          <pc:sldMk cId="929812060" sldId="3294"/>
        </pc:sldMkLst>
      </pc:sldChg>
      <pc:sldChg chg="del delCm">
        <pc:chgData name="Wang, Wei" userId="627587dd-935f-4f2b-a6c6-edd4e0dcbff5" providerId="ADAL" clId="{CA4E89E4-842A-4FC6-8E2B-51B2DA5662AB}" dt="2020-05-21T15:26:42.259" v="191" actId="2696"/>
        <pc:sldMkLst>
          <pc:docMk/>
          <pc:sldMk cId="1479512413" sldId="3295"/>
        </pc:sldMkLst>
      </pc:sldChg>
      <pc:sldChg chg="del">
        <pc:chgData name="Wang, Wei" userId="627587dd-935f-4f2b-a6c6-edd4e0dcbff5" providerId="ADAL" clId="{CA4E89E4-842A-4FC6-8E2B-51B2DA5662AB}" dt="2020-05-21T15:26:42.305" v="192" actId="2696"/>
        <pc:sldMkLst>
          <pc:docMk/>
          <pc:sldMk cId="3954248733" sldId="3296"/>
        </pc:sldMkLst>
      </pc:sldChg>
      <pc:sldChg chg="del delCm">
        <pc:chgData name="Wang, Wei" userId="627587dd-935f-4f2b-a6c6-edd4e0dcbff5" providerId="ADAL" clId="{CA4E89E4-842A-4FC6-8E2B-51B2DA5662AB}" dt="2020-05-21T15:26:42.342" v="193" actId="2696"/>
        <pc:sldMkLst>
          <pc:docMk/>
          <pc:sldMk cId="3156802134" sldId="3297"/>
        </pc:sldMkLst>
      </pc:sldChg>
      <pc:sldChg chg="del">
        <pc:chgData name="Wang, Wei" userId="627587dd-935f-4f2b-a6c6-edd4e0dcbff5" providerId="ADAL" clId="{CA4E89E4-842A-4FC6-8E2B-51B2DA5662AB}" dt="2020-05-21T15:26:42.365" v="194" actId="2696"/>
        <pc:sldMkLst>
          <pc:docMk/>
          <pc:sldMk cId="2403325956" sldId="3298"/>
        </pc:sldMkLst>
      </pc:sldChg>
      <pc:sldChg chg="del">
        <pc:chgData name="Wang, Wei" userId="627587dd-935f-4f2b-a6c6-edd4e0dcbff5" providerId="ADAL" clId="{CA4E89E4-842A-4FC6-8E2B-51B2DA5662AB}" dt="2020-05-21T15:26:42.395" v="195" actId="2696"/>
        <pc:sldMkLst>
          <pc:docMk/>
          <pc:sldMk cId="4278664167" sldId="3299"/>
        </pc:sldMkLst>
      </pc:sldChg>
      <pc:sldChg chg="del delCm">
        <pc:chgData name="Wang, Wei" userId="627587dd-935f-4f2b-a6c6-edd4e0dcbff5" providerId="ADAL" clId="{CA4E89E4-842A-4FC6-8E2B-51B2DA5662AB}" dt="2020-05-21T15:26:42.743" v="205" actId="2696"/>
        <pc:sldMkLst>
          <pc:docMk/>
          <pc:sldMk cId="2813254392" sldId="3300"/>
        </pc:sldMkLst>
      </pc:sldChg>
      <pc:sldChg chg="del">
        <pc:chgData name="Wang, Wei" userId="627587dd-935f-4f2b-a6c6-edd4e0dcbff5" providerId="ADAL" clId="{CA4E89E4-842A-4FC6-8E2B-51B2DA5662AB}" dt="2020-05-21T15:26:42.775" v="206" actId="2696"/>
        <pc:sldMkLst>
          <pc:docMk/>
          <pc:sldMk cId="2168276619" sldId="3301"/>
        </pc:sldMkLst>
      </pc:sldChg>
      <pc:sldChg chg="del">
        <pc:chgData name="Wang, Wei" userId="627587dd-935f-4f2b-a6c6-edd4e0dcbff5" providerId="ADAL" clId="{CA4E89E4-842A-4FC6-8E2B-51B2DA5662AB}" dt="2020-05-21T15:26:42.812" v="207" actId="2696"/>
        <pc:sldMkLst>
          <pc:docMk/>
          <pc:sldMk cId="606603448" sldId="3302"/>
        </pc:sldMkLst>
      </pc:sldChg>
      <pc:sldChg chg="del">
        <pc:chgData name="Wang, Wei" userId="627587dd-935f-4f2b-a6c6-edd4e0dcbff5" providerId="ADAL" clId="{CA4E89E4-842A-4FC6-8E2B-51B2DA5662AB}" dt="2020-05-21T15:26:42.835" v="208" actId="2696"/>
        <pc:sldMkLst>
          <pc:docMk/>
          <pc:sldMk cId="83612990" sldId="3305"/>
        </pc:sldMkLst>
      </pc:sldChg>
      <pc:sldChg chg="del delCm">
        <pc:chgData name="Wang, Wei" userId="627587dd-935f-4f2b-a6c6-edd4e0dcbff5" providerId="ADAL" clId="{CA4E89E4-842A-4FC6-8E2B-51B2DA5662AB}" dt="2020-05-21T15:26:42.860" v="209" actId="2696"/>
        <pc:sldMkLst>
          <pc:docMk/>
          <pc:sldMk cId="1312951834" sldId="3306"/>
        </pc:sldMkLst>
      </pc:sldChg>
      <pc:sldChg chg="del">
        <pc:chgData name="Wang, Wei" userId="627587dd-935f-4f2b-a6c6-edd4e0dcbff5" providerId="ADAL" clId="{CA4E89E4-842A-4FC6-8E2B-51B2DA5662AB}" dt="2020-05-21T15:26:42.579" v="200" actId="2696"/>
        <pc:sldMkLst>
          <pc:docMk/>
          <pc:sldMk cId="1996300682" sldId="3307"/>
        </pc:sldMkLst>
      </pc:sldChg>
      <pc:sldChg chg="del">
        <pc:chgData name="Wang, Wei" userId="627587dd-935f-4f2b-a6c6-edd4e0dcbff5" providerId="ADAL" clId="{CA4E89E4-842A-4FC6-8E2B-51B2DA5662AB}" dt="2020-05-21T15:26:42.607" v="201" actId="2696"/>
        <pc:sldMkLst>
          <pc:docMk/>
          <pc:sldMk cId="2269029745" sldId="3309"/>
        </pc:sldMkLst>
      </pc:sldChg>
      <pc:sldChg chg="del">
        <pc:chgData name="Wang, Wei" userId="627587dd-935f-4f2b-a6c6-edd4e0dcbff5" providerId="ADAL" clId="{CA4E89E4-842A-4FC6-8E2B-51B2DA5662AB}" dt="2020-05-21T15:26:42.641" v="202" actId="2696"/>
        <pc:sldMkLst>
          <pc:docMk/>
          <pc:sldMk cId="667677968" sldId="3310"/>
        </pc:sldMkLst>
      </pc:sldChg>
      <pc:sldChg chg="del">
        <pc:chgData name="Wang, Wei" userId="627587dd-935f-4f2b-a6c6-edd4e0dcbff5" providerId="ADAL" clId="{CA4E89E4-842A-4FC6-8E2B-51B2DA5662AB}" dt="2020-05-21T15:26:42.507" v="198" actId="2696"/>
        <pc:sldMkLst>
          <pc:docMk/>
          <pc:sldMk cId="1892545769" sldId="3311"/>
        </pc:sldMkLst>
      </pc:sldChg>
      <pc:sldChg chg="del">
        <pc:chgData name="Wang, Wei" userId="627587dd-935f-4f2b-a6c6-edd4e0dcbff5" providerId="ADAL" clId="{CA4E89E4-842A-4FC6-8E2B-51B2DA5662AB}" dt="2020-05-21T15:26:42.707" v="204" actId="2696"/>
        <pc:sldMkLst>
          <pc:docMk/>
          <pc:sldMk cId="2194838920" sldId="3312"/>
        </pc:sldMkLst>
      </pc:sldChg>
      <pc:sldChg chg="del">
        <pc:chgData name="Wang, Wei" userId="627587dd-935f-4f2b-a6c6-edd4e0dcbff5" providerId="ADAL" clId="{CA4E89E4-842A-4FC6-8E2B-51B2DA5662AB}" dt="2020-05-21T15:26:42.989" v="213" actId="2696"/>
        <pc:sldMkLst>
          <pc:docMk/>
          <pc:sldMk cId="215748073" sldId="3313"/>
        </pc:sldMkLst>
      </pc:sldChg>
      <pc:sldChg chg="del delCm">
        <pc:chgData name="Wang, Wei" userId="627587dd-935f-4f2b-a6c6-edd4e0dcbff5" providerId="ADAL" clId="{CA4E89E4-842A-4FC6-8E2B-51B2DA5662AB}" dt="2020-05-21T15:26:43.023" v="214" actId="2696"/>
        <pc:sldMkLst>
          <pc:docMk/>
          <pc:sldMk cId="4262673835" sldId="3314"/>
        </pc:sldMkLst>
      </pc:sldChg>
      <pc:sldChg chg="del">
        <pc:chgData name="Wang, Wei" userId="627587dd-935f-4f2b-a6c6-edd4e0dcbff5" providerId="ADAL" clId="{CA4E89E4-842A-4FC6-8E2B-51B2DA5662AB}" dt="2020-05-21T15:26:43.047" v="215" actId="2696"/>
        <pc:sldMkLst>
          <pc:docMk/>
          <pc:sldMk cId="3335184793" sldId="3315"/>
        </pc:sldMkLst>
      </pc:sldChg>
      <pc:sldChg chg="del">
        <pc:chgData name="Wang, Wei" userId="627587dd-935f-4f2b-a6c6-edd4e0dcbff5" providerId="ADAL" clId="{CA4E89E4-842A-4FC6-8E2B-51B2DA5662AB}" dt="2020-05-21T15:26:43.110" v="218" actId="2696"/>
        <pc:sldMkLst>
          <pc:docMk/>
          <pc:sldMk cId="2416137483" sldId="3316"/>
        </pc:sldMkLst>
      </pc:sldChg>
      <pc:sldChg chg="del">
        <pc:chgData name="Wang, Wei" userId="627587dd-935f-4f2b-a6c6-edd4e0dcbff5" providerId="ADAL" clId="{CA4E89E4-842A-4FC6-8E2B-51B2DA5662AB}" dt="2020-05-21T15:26:43.359" v="227" actId="2696"/>
        <pc:sldMkLst>
          <pc:docMk/>
          <pc:sldMk cId="526447841" sldId="3317"/>
        </pc:sldMkLst>
      </pc:sldChg>
      <pc:sldChg chg="del">
        <pc:chgData name="Wang, Wei" userId="627587dd-935f-4f2b-a6c6-edd4e0dcbff5" providerId="ADAL" clId="{CA4E89E4-842A-4FC6-8E2B-51B2DA5662AB}" dt="2020-05-21T15:26:43.071" v="216" actId="2696"/>
        <pc:sldMkLst>
          <pc:docMk/>
          <pc:sldMk cId="2947608363" sldId="3318"/>
        </pc:sldMkLst>
      </pc:sldChg>
      <pc:sldChg chg="del">
        <pc:chgData name="Wang, Wei" userId="627587dd-935f-4f2b-a6c6-edd4e0dcbff5" providerId="ADAL" clId="{CA4E89E4-842A-4FC6-8E2B-51B2DA5662AB}" dt="2020-05-21T15:26:43.150" v="219" actId="2696"/>
        <pc:sldMkLst>
          <pc:docMk/>
          <pc:sldMk cId="2127992302" sldId="3319"/>
        </pc:sldMkLst>
      </pc:sldChg>
      <pc:sldChg chg="del delCm">
        <pc:chgData name="Wang, Wei" userId="627587dd-935f-4f2b-a6c6-edd4e0dcbff5" providerId="ADAL" clId="{CA4E89E4-842A-4FC6-8E2B-51B2DA5662AB}" dt="2020-05-21T15:26:43.179" v="220" actId="2696"/>
        <pc:sldMkLst>
          <pc:docMk/>
          <pc:sldMk cId="2777060430" sldId="3320"/>
        </pc:sldMkLst>
      </pc:sldChg>
      <pc:sldChg chg="del delCm">
        <pc:chgData name="Wang, Wei" userId="627587dd-935f-4f2b-a6c6-edd4e0dcbff5" providerId="ADAL" clId="{CA4E89E4-842A-4FC6-8E2B-51B2DA5662AB}" dt="2020-05-21T15:26:43.211" v="222" actId="2696"/>
        <pc:sldMkLst>
          <pc:docMk/>
          <pc:sldMk cId="1945554767" sldId="3321"/>
        </pc:sldMkLst>
      </pc:sldChg>
      <pc:sldChg chg="del">
        <pc:chgData name="Wang, Wei" userId="627587dd-935f-4f2b-a6c6-edd4e0dcbff5" providerId="ADAL" clId="{CA4E89E4-842A-4FC6-8E2B-51B2DA5662AB}" dt="2020-05-21T15:26:43.232" v="223" actId="2696"/>
        <pc:sldMkLst>
          <pc:docMk/>
          <pc:sldMk cId="2127991632" sldId="3322"/>
        </pc:sldMkLst>
      </pc:sldChg>
      <pc:sldChg chg="del">
        <pc:chgData name="Wang, Wei" userId="627587dd-935f-4f2b-a6c6-edd4e0dcbff5" providerId="ADAL" clId="{CA4E89E4-842A-4FC6-8E2B-51B2DA5662AB}" dt="2020-05-21T15:26:43.273" v="224" actId="2696"/>
        <pc:sldMkLst>
          <pc:docMk/>
          <pc:sldMk cId="4281611941" sldId="3323"/>
        </pc:sldMkLst>
      </pc:sldChg>
      <pc:sldChg chg="del">
        <pc:chgData name="Wang, Wei" userId="627587dd-935f-4f2b-a6c6-edd4e0dcbff5" providerId="ADAL" clId="{CA4E89E4-842A-4FC6-8E2B-51B2DA5662AB}" dt="2020-05-21T15:26:43.316" v="226" actId="2696"/>
        <pc:sldMkLst>
          <pc:docMk/>
          <pc:sldMk cId="3390179843" sldId="3326"/>
        </pc:sldMkLst>
      </pc:sldChg>
      <pc:sldChg chg="del">
        <pc:chgData name="Wang, Wei" userId="627587dd-935f-4f2b-a6c6-edd4e0dcbff5" providerId="ADAL" clId="{CA4E89E4-842A-4FC6-8E2B-51B2DA5662AB}" dt="2020-05-21T15:26:43.296" v="225" actId="2696"/>
        <pc:sldMkLst>
          <pc:docMk/>
          <pc:sldMk cId="3124520466" sldId="3327"/>
        </pc:sldMkLst>
      </pc:sldChg>
      <pc:sldChg chg="del">
        <pc:chgData name="Wang, Wei" userId="627587dd-935f-4f2b-a6c6-edd4e0dcbff5" providerId="ADAL" clId="{CA4E89E4-842A-4FC6-8E2B-51B2DA5662AB}" dt="2020-05-21T15:26:43.409" v="229" actId="2696"/>
        <pc:sldMkLst>
          <pc:docMk/>
          <pc:sldMk cId="3477645088" sldId="3328"/>
        </pc:sldMkLst>
      </pc:sldChg>
      <pc:sldChg chg="del">
        <pc:chgData name="Wang, Wei" userId="627587dd-935f-4f2b-a6c6-edd4e0dcbff5" providerId="ADAL" clId="{CA4E89E4-842A-4FC6-8E2B-51B2DA5662AB}" dt="2020-05-21T15:26:43.431" v="230" actId="2696"/>
        <pc:sldMkLst>
          <pc:docMk/>
          <pc:sldMk cId="1662053451" sldId="3329"/>
        </pc:sldMkLst>
      </pc:sldChg>
      <pc:sldChg chg="del">
        <pc:chgData name="Wang, Wei" userId="627587dd-935f-4f2b-a6c6-edd4e0dcbff5" providerId="ADAL" clId="{CA4E89E4-842A-4FC6-8E2B-51B2DA5662AB}" dt="2020-05-21T15:26:43.496" v="233" actId="2696"/>
        <pc:sldMkLst>
          <pc:docMk/>
          <pc:sldMk cId="346396587" sldId="3330"/>
        </pc:sldMkLst>
      </pc:sldChg>
      <pc:sldChg chg="del delCm">
        <pc:chgData name="Wang, Wei" userId="627587dd-935f-4f2b-a6c6-edd4e0dcbff5" providerId="ADAL" clId="{CA4E89E4-842A-4FC6-8E2B-51B2DA5662AB}" dt="2020-05-21T15:26:43.545" v="235" actId="2696"/>
        <pc:sldMkLst>
          <pc:docMk/>
          <pc:sldMk cId="1291678737" sldId="3331"/>
        </pc:sldMkLst>
      </pc:sldChg>
      <pc:sldChg chg="del delCm">
        <pc:chgData name="Wang, Wei" userId="627587dd-935f-4f2b-a6c6-edd4e0dcbff5" providerId="ADAL" clId="{CA4E89E4-842A-4FC6-8E2B-51B2DA5662AB}" dt="2020-05-21T15:26:43.595" v="237" actId="2696"/>
        <pc:sldMkLst>
          <pc:docMk/>
          <pc:sldMk cId="3148421959" sldId="3332"/>
        </pc:sldMkLst>
      </pc:sldChg>
      <pc:sldChg chg="del delCm">
        <pc:chgData name="Wang, Wei" userId="627587dd-935f-4f2b-a6c6-edd4e0dcbff5" providerId="ADAL" clId="{CA4E89E4-842A-4FC6-8E2B-51B2DA5662AB}" dt="2020-05-21T15:26:43.382" v="228" actId="2696"/>
        <pc:sldMkLst>
          <pc:docMk/>
          <pc:sldMk cId="3111119971" sldId="3334"/>
        </pc:sldMkLst>
      </pc:sldChg>
      <pc:sldChg chg="del">
        <pc:chgData name="Wang, Wei" userId="627587dd-935f-4f2b-a6c6-edd4e0dcbff5" providerId="ADAL" clId="{CA4E89E4-842A-4FC6-8E2B-51B2DA5662AB}" dt="2020-05-21T15:26:43.454" v="231" actId="2696"/>
        <pc:sldMkLst>
          <pc:docMk/>
          <pc:sldMk cId="380740504" sldId="3335"/>
        </pc:sldMkLst>
      </pc:sldChg>
      <pc:sldChg chg="del">
        <pc:chgData name="Wang, Wei" userId="627587dd-935f-4f2b-a6c6-edd4e0dcbff5" providerId="ADAL" clId="{CA4E89E4-842A-4FC6-8E2B-51B2DA5662AB}" dt="2020-05-21T15:26:43.643" v="239" actId="2696"/>
        <pc:sldMkLst>
          <pc:docMk/>
          <pc:sldMk cId="4214234733" sldId="3337"/>
        </pc:sldMkLst>
      </pc:sldChg>
      <pc:sldChg chg="del">
        <pc:chgData name="Wang, Wei" userId="627587dd-935f-4f2b-a6c6-edd4e0dcbff5" providerId="ADAL" clId="{CA4E89E4-842A-4FC6-8E2B-51B2DA5662AB}" dt="2020-05-21T15:26:43.690" v="241" actId="2696"/>
        <pc:sldMkLst>
          <pc:docMk/>
          <pc:sldMk cId="3949925884" sldId="3338"/>
        </pc:sldMkLst>
      </pc:sldChg>
      <pc:sldChg chg="del">
        <pc:chgData name="Wang, Wei" userId="627587dd-935f-4f2b-a6c6-edd4e0dcbff5" providerId="ADAL" clId="{CA4E89E4-842A-4FC6-8E2B-51B2DA5662AB}" dt="2020-05-21T15:26:43.666" v="240" actId="2696"/>
        <pc:sldMkLst>
          <pc:docMk/>
          <pc:sldMk cId="4188551729" sldId="3339"/>
        </pc:sldMkLst>
      </pc:sldChg>
      <pc:sldChg chg="del">
        <pc:chgData name="Wang, Wei" userId="627587dd-935f-4f2b-a6c6-edd4e0dcbff5" providerId="ADAL" clId="{CA4E89E4-842A-4FC6-8E2B-51B2DA5662AB}" dt="2020-05-21T15:26:43.477" v="232" actId="2696"/>
        <pc:sldMkLst>
          <pc:docMk/>
          <pc:sldMk cId="3603535866" sldId="3340"/>
        </pc:sldMkLst>
      </pc:sldChg>
      <pc:sldChg chg="del">
        <pc:chgData name="Wang, Wei" userId="627587dd-935f-4f2b-a6c6-edd4e0dcbff5" providerId="ADAL" clId="{CA4E89E4-842A-4FC6-8E2B-51B2DA5662AB}" dt="2020-05-21T15:26:43.526" v="234" actId="2696"/>
        <pc:sldMkLst>
          <pc:docMk/>
          <pc:sldMk cId="3144107531" sldId="3341"/>
        </pc:sldMkLst>
      </pc:sldChg>
      <pc:sldChg chg="del">
        <pc:chgData name="Wang, Wei" userId="627587dd-935f-4f2b-a6c6-edd4e0dcbff5" providerId="ADAL" clId="{CA4E89E4-842A-4FC6-8E2B-51B2DA5662AB}" dt="2020-05-21T15:26:43.572" v="236" actId="2696"/>
        <pc:sldMkLst>
          <pc:docMk/>
          <pc:sldMk cId="2740622052" sldId="3342"/>
        </pc:sldMkLst>
      </pc:sldChg>
      <pc:sldChg chg="del">
        <pc:chgData name="Wang, Wei" userId="627587dd-935f-4f2b-a6c6-edd4e0dcbff5" providerId="ADAL" clId="{CA4E89E4-842A-4FC6-8E2B-51B2DA5662AB}" dt="2020-05-21T15:06:12.650" v="30" actId="2696"/>
        <pc:sldMkLst>
          <pc:docMk/>
          <pc:sldMk cId="2231477961" sldId="3343"/>
        </pc:sldMkLst>
      </pc:sldChg>
      <pc:sldChg chg="del">
        <pc:chgData name="Wang, Wei" userId="627587dd-935f-4f2b-a6c6-edd4e0dcbff5" providerId="ADAL" clId="{CA4E89E4-842A-4FC6-8E2B-51B2DA5662AB}" dt="2020-05-21T15:06:12.959" v="38" actId="2696"/>
        <pc:sldMkLst>
          <pc:docMk/>
          <pc:sldMk cId="254823969" sldId="3344"/>
        </pc:sldMkLst>
      </pc:sldChg>
      <pc:sldChg chg="del">
        <pc:chgData name="Wang, Wei" userId="627587dd-935f-4f2b-a6c6-edd4e0dcbff5" providerId="ADAL" clId="{CA4E89E4-842A-4FC6-8E2B-51B2DA5662AB}" dt="2020-05-21T15:26:39.548" v="96" actId="2696"/>
        <pc:sldMkLst>
          <pc:docMk/>
          <pc:sldMk cId="1271632320" sldId="3346"/>
        </pc:sldMkLst>
      </pc:sldChg>
      <pc:sldChg chg="del">
        <pc:chgData name="Wang, Wei" userId="627587dd-935f-4f2b-a6c6-edd4e0dcbff5" providerId="ADAL" clId="{CA4E89E4-842A-4FC6-8E2B-51B2DA5662AB}" dt="2020-05-21T15:06:12.917" v="37" actId="2696"/>
        <pc:sldMkLst>
          <pc:docMk/>
          <pc:sldMk cId="2979927466" sldId="3348"/>
        </pc:sldMkLst>
      </pc:sldChg>
      <pc:sldChg chg="del">
        <pc:chgData name="Wang, Wei" userId="627587dd-935f-4f2b-a6c6-edd4e0dcbff5" providerId="ADAL" clId="{CA4E89E4-842A-4FC6-8E2B-51B2DA5662AB}" dt="2020-05-21T15:06:12.984" v="39" actId="2696"/>
        <pc:sldMkLst>
          <pc:docMk/>
          <pc:sldMk cId="1899842097" sldId="3349"/>
        </pc:sldMkLst>
      </pc:sldChg>
      <pc:sldChg chg="del">
        <pc:chgData name="Wang, Wei" userId="627587dd-935f-4f2b-a6c6-edd4e0dcbff5" providerId="ADAL" clId="{CA4E89E4-842A-4FC6-8E2B-51B2DA5662AB}" dt="2020-05-21T15:26:38.786" v="78" actId="2696"/>
        <pc:sldMkLst>
          <pc:docMk/>
          <pc:sldMk cId="3109476665" sldId="3351"/>
        </pc:sldMkLst>
      </pc:sldChg>
      <pc:sldChg chg="del">
        <pc:chgData name="Wang, Wei" userId="627587dd-935f-4f2b-a6c6-edd4e0dcbff5" providerId="ADAL" clId="{CA4E89E4-842A-4FC6-8E2B-51B2DA5662AB}" dt="2020-05-21T15:26:39.321" v="91" actId="2696"/>
        <pc:sldMkLst>
          <pc:docMk/>
          <pc:sldMk cId="3704800372" sldId="3352"/>
        </pc:sldMkLst>
      </pc:sldChg>
      <pc:sldChg chg="del">
        <pc:chgData name="Wang, Wei" userId="627587dd-935f-4f2b-a6c6-edd4e0dcbff5" providerId="ADAL" clId="{CA4E89E4-842A-4FC6-8E2B-51B2DA5662AB}" dt="2020-05-21T15:26:39.458" v="94" actId="2696"/>
        <pc:sldMkLst>
          <pc:docMk/>
          <pc:sldMk cId="2944446884" sldId="3353"/>
        </pc:sldMkLst>
      </pc:sldChg>
      <pc:sldChg chg="del delCm">
        <pc:chgData name="Wang, Wei" userId="627587dd-935f-4f2b-a6c6-edd4e0dcbff5" providerId="ADAL" clId="{CA4E89E4-842A-4FC6-8E2B-51B2DA5662AB}" dt="2020-05-21T15:26:39.501" v="95" actId="2696"/>
        <pc:sldMkLst>
          <pc:docMk/>
          <pc:sldMk cId="2195433763" sldId="3354"/>
        </pc:sldMkLst>
      </pc:sldChg>
      <pc:sldChg chg="del">
        <pc:chgData name="Wang, Wei" userId="627587dd-935f-4f2b-a6c6-edd4e0dcbff5" providerId="ADAL" clId="{CA4E89E4-842A-4FC6-8E2B-51B2DA5662AB}" dt="2020-05-21T15:26:39.583" v="97" actId="2696"/>
        <pc:sldMkLst>
          <pc:docMk/>
          <pc:sldMk cId="3347548171" sldId="3355"/>
        </pc:sldMkLst>
      </pc:sldChg>
      <pc:sldChg chg="del">
        <pc:chgData name="Wang, Wei" userId="627587dd-935f-4f2b-a6c6-edd4e0dcbff5" providerId="ADAL" clId="{CA4E89E4-842A-4FC6-8E2B-51B2DA5662AB}" dt="2020-05-21T15:26:40.519" v="122" actId="2696"/>
        <pc:sldMkLst>
          <pc:docMk/>
          <pc:sldMk cId="2383908075" sldId="3356"/>
        </pc:sldMkLst>
      </pc:sldChg>
      <pc:sldChg chg="del">
        <pc:chgData name="Wang, Wei" userId="627587dd-935f-4f2b-a6c6-edd4e0dcbff5" providerId="ADAL" clId="{CA4E89E4-842A-4FC6-8E2B-51B2DA5662AB}" dt="2020-05-21T15:26:41.145" v="137" actId="2696"/>
        <pc:sldMkLst>
          <pc:docMk/>
          <pc:sldMk cId="1258555308" sldId="3357"/>
        </pc:sldMkLst>
      </pc:sldChg>
      <pc:sldChg chg="del">
        <pc:chgData name="Wang, Wei" userId="627587dd-935f-4f2b-a6c6-edd4e0dcbff5" providerId="ADAL" clId="{CA4E89E4-842A-4FC6-8E2B-51B2DA5662AB}" dt="2020-05-21T15:26:41.358" v="143" actId="2696"/>
        <pc:sldMkLst>
          <pc:docMk/>
          <pc:sldMk cId="981708690" sldId="3358"/>
        </pc:sldMkLst>
      </pc:sldChg>
      <pc:sldChg chg="del">
        <pc:chgData name="Wang, Wei" userId="627587dd-935f-4f2b-a6c6-edd4e0dcbff5" providerId="ADAL" clId="{CA4E89E4-842A-4FC6-8E2B-51B2DA5662AB}" dt="2020-05-21T15:26:42.059" v="162" actId="2696"/>
        <pc:sldMkLst>
          <pc:docMk/>
          <pc:sldMk cId="644571749" sldId="3359"/>
        </pc:sldMkLst>
      </pc:sldChg>
      <pc:sldChg chg="del">
        <pc:chgData name="Wang, Wei" userId="627587dd-935f-4f2b-a6c6-edd4e0dcbff5" providerId="ADAL" clId="{CA4E89E4-842A-4FC6-8E2B-51B2DA5662AB}" dt="2020-05-21T15:06:12.237" v="19" actId="2696"/>
        <pc:sldMkLst>
          <pc:docMk/>
          <pc:sldMk cId="3462559914" sldId="3366"/>
        </pc:sldMkLst>
      </pc:sldChg>
      <pc:sldChg chg="del">
        <pc:chgData name="Wang, Wei" userId="627587dd-935f-4f2b-a6c6-edd4e0dcbff5" providerId="ADAL" clId="{CA4E89E4-842A-4FC6-8E2B-51B2DA5662AB}" dt="2020-05-21T15:06:11.952" v="11" actId="2696"/>
        <pc:sldMkLst>
          <pc:docMk/>
          <pc:sldMk cId="2688626219" sldId="3367"/>
        </pc:sldMkLst>
      </pc:sldChg>
      <pc:sldChg chg="del">
        <pc:chgData name="Wang, Wei" userId="627587dd-935f-4f2b-a6c6-edd4e0dcbff5" providerId="ADAL" clId="{CA4E89E4-842A-4FC6-8E2B-51B2DA5662AB}" dt="2020-05-21T15:06:12.050" v="14" actId="2696"/>
        <pc:sldMkLst>
          <pc:docMk/>
          <pc:sldMk cId="1259372867" sldId="3368"/>
        </pc:sldMkLst>
      </pc:sldChg>
      <pc:sldChg chg="del">
        <pc:chgData name="Wang, Wei" userId="627587dd-935f-4f2b-a6c6-edd4e0dcbff5" providerId="ADAL" clId="{CA4E89E4-842A-4FC6-8E2B-51B2DA5662AB}" dt="2020-05-21T15:06:12.086" v="15" actId="2696"/>
        <pc:sldMkLst>
          <pc:docMk/>
          <pc:sldMk cId="1377410484" sldId="3369"/>
        </pc:sldMkLst>
      </pc:sldChg>
      <pc:sldChg chg="del">
        <pc:chgData name="Wang, Wei" userId="627587dd-935f-4f2b-a6c6-edd4e0dcbff5" providerId="ADAL" clId="{CA4E89E4-842A-4FC6-8E2B-51B2DA5662AB}" dt="2020-05-21T15:06:12.122" v="16" actId="2696"/>
        <pc:sldMkLst>
          <pc:docMk/>
          <pc:sldMk cId="836586135" sldId="3370"/>
        </pc:sldMkLst>
      </pc:sldChg>
      <pc:sldChg chg="del">
        <pc:chgData name="Wang, Wei" userId="627587dd-935f-4f2b-a6c6-edd4e0dcbff5" providerId="ADAL" clId="{CA4E89E4-842A-4FC6-8E2B-51B2DA5662AB}" dt="2020-05-21T15:06:12.168" v="17" actId="2696"/>
        <pc:sldMkLst>
          <pc:docMk/>
          <pc:sldMk cId="482020239" sldId="3371"/>
        </pc:sldMkLst>
      </pc:sldChg>
      <pc:sldChg chg="del">
        <pc:chgData name="Wang, Wei" userId="627587dd-935f-4f2b-a6c6-edd4e0dcbff5" providerId="ADAL" clId="{CA4E89E4-842A-4FC6-8E2B-51B2DA5662AB}" dt="2020-05-21T15:06:12.204" v="18" actId="2696"/>
        <pc:sldMkLst>
          <pc:docMk/>
          <pc:sldMk cId="3389317194" sldId="3372"/>
        </pc:sldMkLst>
      </pc:sldChg>
      <pc:sldChg chg="del">
        <pc:chgData name="Wang, Wei" userId="627587dd-935f-4f2b-a6c6-edd4e0dcbff5" providerId="ADAL" clId="{CA4E89E4-842A-4FC6-8E2B-51B2DA5662AB}" dt="2020-05-21T15:06:12.317" v="21" actId="2696"/>
        <pc:sldMkLst>
          <pc:docMk/>
          <pc:sldMk cId="3738227962" sldId="3373"/>
        </pc:sldMkLst>
      </pc:sldChg>
      <pc:sldChg chg="del">
        <pc:chgData name="Wang, Wei" userId="627587dd-935f-4f2b-a6c6-edd4e0dcbff5" providerId="ADAL" clId="{CA4E89E4-842A-4FC6-8E2B-51B2DA5662AB}" dt="2020-05-21T15:06:12.355" v="22" actId="2696"/>
        <pc:sldMkLst>
          <pc:docMk/>
          <pc:sldMk cId="4285430497" sldId="3374"/>
        </pc:sldMkLst>
      </pc:sldChg>
      <pc:sldChg chg="del">
        <pc:chgData name="Wang, Wei" userId="627587dd-935f-4f2b-a6c6-edd4e0dcbff5" providerId="ADAL" clId="{CA4E89E4-842A-4FC6-8E2B-51B2DA5662AB}" dt="2020-05-21T15:06:12.393" v="23" actId="2696"/>
        <pc:sldMkLst>
          <pc:docMk/>
          <pc:sldMk cId="2855469808" sldId="3375"/>
        </pc:sldMkLst>
      </pc:sldChg>
      <pc:sldChg chg="del">
        <pc:chgData name="Wang, Wei" userId="627587dd-935f-4f2b-a6c6-edd4e0dcbff5" providerId="ADAL" clId="{CA4E89E4-842A-4FC6-8E2B-51B2DA5662AB}" dt="2020-05-21T15:06:12.431" v="24" actId="2696"/>
        <pc:sldMkLst>
          <pc:docMk/>
          <pc:sldMk cId="3755021060" sldId="3376"/>
        </pc:sldMkLst>
      </pc:sldChg>
      <pc:sldChg chg="del">
        <pc:chgData name="Wang, Wei" userId="627587dd-935f-4f2b-a6c6-edd4e0dcbff5" providerId="ADAL" clId="{CA4E89E4-842A-4FC6-8E2B-51B2DA5662AB}" dt="2020-05-21T15:06:12.463" v="25" actId="2696"/>
        <pc:sldMkLst>
          <pc:docMk/>
          <pc:sldMk cId="384373623" sldId="3377"/>
        </pc:sldMkLst>
      </pc:sldChg>
      <pc:sldChg chg="del">
        <pc:chgData name="Wang, Wei" userId="627587dd-935f-4f2b-a6c6-edd4e0dcbff5" providerId="ADAL" clId="{CA4E89E4-842A-4FC6-8E2B-51B2DA5662AB}" dt="2020-05-21T15:06:12.488" v="26" actId="2696"/>
        <pc:sldMkLst>
          <pc:docMk/>
          <pc:sldMk cId="499139244" sldId="3378"/>
        </pc:sldMkLst>
      </pc:sldChg>
      <pc:sldChg chg="del">
        <pc:chgData name="Wang, Wei" userId="627587dd-935f-4f2b-a6c6-edd4e0dcbff5" providerId="ADAL" clId="{CA4E89E4-842A-4FC6-8E2B-51B2DA5662AB}" dt="2020-05-21T15:26:43.726" v="245" actId="2696"/>
        <pc:sldMkLst>
          <pc:docMk/>
          <pc:sldMk cId="1224844810" sldId="3379"/>
        </pc:sldMkLst>
      </pc:sldChg>
      <pc:sldChg chg="del">
        <pc:chgData name="Wang, Wei" userId="627587dd-935f-4f2b-a6c6-edd4e0dcbff5" providerId="ADAL" clId="{CA4E89E4-842A-4FC6-8E2B-51B2DA5662AB}" dt="2020-05-21T15:26:43.925" v="254" actId="2696"/>
        <pc:sldMkLst>
          <pc:docMk/>
          <pc:sldMk cId="1670647803" sldId="3380"/>
        </pc:sldMkLst>
      </pc:sldChg>
      <pc:sldChg chg="del">
        <pc:chgData name="Wang, Wei" userId="627587dd-935f-4f2b-a6c6-edd4e0dcbff5" providerId="ADAL" clId="{CA4E89E4-842A-4FC6-8E2B-51B2DA5662AB}" dt="2020-05-21T15:26:43.751" v="246" actId="2696"/>
        <pc:sldMkLst>
          <pc:docMk/>
          <pc:sldMk cId="1014139772" sldId="3381"/>
        </pc:sldMkLst>
      </pc:sldChg>
      <pc:sldChg chg="del">
        <pc:chgData name="Wang, Wei" userId="627587dd-935f-4f2b-a6c6-edd4e0dcbff5" providerId="ADAL" clId="{CA4E89E4-842A-4FC6-8E2B-51B2DA5662AB}" dt="2020-05-21T15:26:44.174" v="287" actId="2696"/>
        <pc:sldMkLst>
          <pc:docMk/>
          <pc:sldMk cId="3166199077" sldId="3382"/>
        </pc:sldMkLst>
      </pc:sldChg>
      <pc:sldChg chg="del delCm">
        <pc:chgData name="Wang, Wei" userId="627587dd-935f-4f2b-a6c6-edd4e0dcbff5" providerId="ADAL" clId="{CA4E89E4-842A-4FC6-8E2B-51B2DA5662AB}" dt="2020-05-21T15:26:44.194" v="288" actId="2696"/>
        <pc:sldMkLst>
          <pc:docMk/>
          <pc:sldMk cId="1004978973" sldId="3383"/>
        </pc:sldMkLst>
      </pc:sldChg>
      <pc:sldChg chg="del">
        <pc:chgData name="Wang, Wei" userId="627587dd-935f-4f2b-a6c6-edd4e0dcbff5" providerId="ADAL" clId="{CA4E89E4-842A-4FC6-8E2B-51B2DA5662AB}" dt="2020-05-21T15:06:11.985" v="12" actId="2696"/>
        <pc:sldMkLst>
          <pc:docMk/>
          <pc:sldMk cId="2399175576" sldId="3384"/>
        </pc:sldMkLst>
      </pc:sldChg>
      <pc:sldChg chg="del">
        <pc:chgData name="Wang, Wei" userId="627587dd-935f-4f2b-a6c6-edd4e0dcbff5" providerId="ADAL" clId="{CA4E89E4-842A-4FC6-8E2B-51B2DA5662AB}" dt="2020-05-21T15:06:12.566" v="28" actId="2696"/>
        <pc:sldMkLst>
          <pc:docMk/>
          <pc:sldMk cId="4194780976" sldId="3385"/>
        </pc:sldMkLst>
      </pc:sldChg>
      <pc:sldChg chg="del">
        <pc:chgData name="Wang, Wei" userId="627587dd-935f-4f2b-a6c6-edd4e0dcbff5" providerId="ADAL" clId="{CA4E89E4-842A-4FC6-8E2B-51B2DA5662AB}" dt="2020-05-21T15:06:11.677" v="6" actId="2696"/>
        <pc:sldMkLst>
          <pc:docMk/>
          <pc:sldMk cId="4114256573" sldId="3387"/>
        </pc:sldMkLst>
      </pc:sldChg>
      <pc:sldChg chg="del">
        <pc:chgData name="Wang, Wei" userId="627587dd-935f-4f2b-a6c6-edd4e0dcbff5" providerId="ADAL" clId="{CA4E89E4-842A-4FC6-8E2B-51B2DA5662AB}" dt="2020-05-21T15:06:11.921" v="10" actId="2696"/>
        <pc:sldMkLst>
          <pc:docMk/>
          <pc:sldMk cId="207701557" sldId="3388"/>
        </pc:sldMkLst>
      </pc:sldChg>
      <pc:sldChg chg="del">
        <pc:chgData name="Wang, Wei" userId="627587dd-935f-4f2b-a6c6-edd4e0dcbff5" providerId="ADAL" clId="{CA4E89E4-842A-4FC6-8E2B-51B2DA5662AB}" dt="2020-05-21T15:06:12.018" v="13" actId="2696"/>
        <pc:sldMkLst>
          <pc:docMk/>
          <pc:sldMk cId="2131152357" sldId="3389"/>
        </pc:sldMkLst>
      </pc:sldChg>
      <pc:sldChg chg="del">
        <pc:chgData name="Wang, Wei" userId="627587dd-935f-4f2b-a6c6-edd4e0dcbff5" providerId="ADAL" clId="{CA4E89E4-842A-4FC6-8E2B-51B2DA5662AB}" dt="2020-05-21T15:06:12.277" v="20" actId="2696"/>
        <pc:sldMkLst>
          <pc:docMk/>
          <pc:sldMk cId="2108132475" sldId="3390"/>
        </pc:sldMkLst>
      </pc:sldChg>
      <pc:sldChg chg="del">
        <pc:chgData name="Wang, Wei" userId="627587dd-935f-4f2b-a6c6-edd4e0dcbff5" providerId="ADAL" clId="{CA4E89E4-842A-4FC6-8E2B-51B2DA5662AB}" dt="2020-05-21T15:06:12.538" v="27" actId="2696"/>
        <pc:sldMkLst>
          <pc:docMk/>
          <pc:sldMk cId="3099488781" sldId="3391"/>
        </pc:sldMkLst>
      </pc:sldChg>
      <pc:sldChg chg="delCm">
        <pc:chgData name="Wang, Wei" userId="627587dd-935f-4f2b-a6c6-edd4e0dcbff5" providerId="ADAL" clId="{CA4E89E4-842A-4FC6-8E2B-51B2DA5662AB}" dt="2020-05-21T15:07:18.310" v="77"/>
        <pc:sldMkLst>
          <pc:docMk/>
          <pc:sldMk cId="3510057645" sldId="3392"/>
        </pc:sldMkLst>
      </pc:sldChg>
      <pc:sldChg chg="delCm">
        <pc:chgData name="Wang, Wei" userId="627587dd-935f-4f2b-a6c6-edd4e0dcbff5" providerId="ADAL" clId="{CA4E89E4-842A-4FC6-8E2B-51B2DA5662AB}" dt="2020-05-21T15:07:18.310" v="77"/>
        <pc:sldMkLst>
          <pc:docMk/>
          <pc:sldMk cId="3242740702" sldId="3393"/>
        </pc:sldMkLst>
      </pc:sldChg>
      <pc:sldChg chg="del">
        <pc:chgData name="Wang, Wei" userId="627587dd-935f-4f2b-a6c6-edd4e0dcbff5" providerId="ADAL" clId="{CA4E89E4-842A-4FC6-8E2B-51B2DA5662AB}" dt="2020-05-21T15:26:43.615" v="238" actId="2696"/>
        <pc:sldMkLst>
          <pc:docMk/>
          <pc:sldMk cId="2567629624" sldId="3394"/>
        </pc:sldMkLst>
      </pc:sldChg>
      <pc:sldChg chg="del delCm">
        <pc:chgData name="Wang, Wei" userId="627587dd-935f-4f2b-a6c6-edd4e0dcbff5" providerId="ADAL" clId="{CA4E89E4-842A-4FC6-8E2B-51B2DA5662AB}" dt="2020-05-21T15:26:41.757" v="153" actId="2696"/>
        <pc:sldMkLst>
          <pc:docMk/>
          <pc:sldMk cId="947442939" sldId="3395"/>
        </pc:sldMkLst>
      </pc:sldChg>
      <pc:sldChg chg="del delCm">
        <pc:chgData name="Wang, Wei" userId="627587dd-935f-4f2b-a6c6-edd4e0dcbff5" providerId="ADAL" clId="{CA4E89E4-842A-4FC6-8E2B-51B2DA5662AB}" dt="2020-05-21T15:26:41.495" v="146" actId="2696"/>
        <pc:sldMkLst>
          <pc:docMk/>
          <pc:sldMk cId="3504699625" sldId="3396"/>
        </pc:sldMkLst>
      </pc:sldChg>
      <pc:sldChg chg="del delCm">
        <pc:chgData name="Wang, Wei" userId="627587dd-935f-4f2b-a6c6-edd4e0dcbff5" providerId="ADAL" clId="{CA4E89E4-842A-4FC6-8E2B-51B2DA5662AB}" dt="2020-05-21T15:26:41.662" v="150" actId="2696"/>
        <pc:sldMkLst>
          <pc:docMk/>
          <pc:sldMk cId="328478141" sldId="3397"/>
        </pc:sldMkLst>
      </pc:sldChg>
      <pc:sldChg chg="del delCm">
        <pc:chgData name="Wang, Wei" userId="627587dd-935f-4f2b-a6c6-edd4e0dcbff5" providerId="ADAL" clId="{CA4E89E4-842A-4FC6-8E2B-51B2DA5662AB}" dt="2020-05-21T15:26:41.933" v="158" actId="2696"/>
        <pc:sldMkLst>
          <pc:docMk/>
          <pc:sldMk cId="1157161006" sldId="3398"/>
        </pc:sldMkLst>
      </pc:sldChg>
      <pc:sldChg chg="del delCm">
        <pc:chgData name="Wang, Wei" userId="627587dd-935f-4f2b-a6c6-edd4e0dcbff5" providerId="ADAL" clId="{CA4E89E4-842A-4FC6-8E2B-51B2DA5662AB}" dt="2020-05-21T15:26:41.695" v="151" actId="2696"/>
        <pc:sldMkLst>
          <pc:docMk/>
          <pc:sldMk cId="2824584400" sldId="3399"/>
        </pc:sldMkLst>
      </pc:sldChg>
      <pc:sldChg chg="del delCm">
        <pc:chgData name="Wang, Wei" userId="627587dd-935f-4f2b-a6c6-edd4e0dcbff5" providerId="ADAL" clId="{CA4E89E4-842A-4FC6-8E2B-51B2DA5662AB}" dt="2020-05-21T15:26:41.964" v="159" actId="2696"/>
        <pc:sldMkLst>
          <pc:docMk/>
          <pc:sldMk cId="3420566958" sldId="3400"/>
        </pc:sldMkLst>
      </pc:sldChg>
      <pc:sldChg chg="del delCm">
        <pc:chgData name="Wang, Wei" userId="627587dd-935f-4f2b-a6c6-edd4e0dcbff5" providerId="ADAL" clId="{CA4E89E4-842A-4FC6-8E2B-51B2DA5662AB}" dt="2020-05-21T15:26:41.993" v="160" actId="2696"/>
        <pc:sldMkLst>
          <pc:docMk/>
          <pc:sldMk cId="4176833171" sldId="3401"/>
        </pc:sldMkLst>
      </pc:sldChg>
      <pc:sldChg chg="del">
        <pc:chgData name="Wang, Wei" userId="627587dd-935f-4f2b-a6c6-edd4e0dcbff5" providerId="ADAL" clId="{CA4E89E4-842A-4FC6-8E2B-51B2DA5662AB}" dt="2020-05-21T15:26:42.447" v="197" actId="2696"/>
        <pc:sldMkLst>
          <pc:docMk/>
          <pc:sldMk cId="2707993506" sldId="3402"/>
        </pc:sldMkLst>
      </pc:sldChg>
      <pc:sldChg chg="del">
        <pc:chgData name="Wang, Wei" userId="627587dd-935f-4f2b-a6c6-edd4e0dcbff5" providerId="ADAL" clId="{CA4E89E4-842A-4FC6-8E2B-51B2DA5662AB}" dt="2020-05-21T15:26:42.944" v="212" actId="2696"/>
        <pc:sldMkLst>
          <pc:docMk/>
          <pc:sldMk cId="3615517084" sldId="3403"/>
        </pc:sldMkLst>
      </pc:sldChg>
      <pc:sldMasterChg chg="del delSldLayout">
        <pc:chgData name="Wang, Wei" userId="627587dd-935f-4f2b-a6c6-edd4e0dcbff5" providerId="ADAL" clId="{CA4E89E4-842A-4FC6-8E2B-51B2DA5662AB}" dt="2020-05-21T15:26:42.150" v="187" actId="2696"/>
        <pc:sldMasterMkLst>
          <pc:docMk/>
          <pc:sldMasterMk cId="1583574900" sldId="2147483648"/>
        </pc:sldMasterMkLst>
        <pc:sldLayoutChg chg="del">
          <pc:chgData name="Wang, Wei" userId="627587dd-935f-4f2b-a6c6-edd4e0dcbff5" providerId="ADAL" clId="{CA4E89E4-842A-4FC6-8E2B-51B2DA5662AB}" dt="2020-05-21T15:26:42.117" v="169" actId="2696"/>
          <pc:sldLayoutMkLst>
            <pc:docMk/>
            <pc:sldMasterMk cId="1583574900" sldId="2147483648"/>
            <pc:sldLayoutMk cId="1650472377" sldId="2147483650"/>
          </pc:sldLayoutMkLst>
        </pc:sldLayoutChg>
        <pc:sldLayoutChg chg="del">
          <pc:chgData name="Wang, Wei" userId="627587dd-935f-4f2b-a6c6-edd4e0dcbff5" providerId="ADAL" clId="{CA4E89E4-842A-4FC6-8E2B-51B2DA5662AB}" dt="2020-05-21T15:26:42.123" v="171" actId="2696"/>
          <pc:sldLayoutMkLst>
            <pc:docMk/>
            <pc:sldMasterMk cId="1583574900" sldId="2147483648"/>
            <pc:sldLayoutMk cId="1636589590" sldId="2147483654"/>
          </pc:sldLayoutMkLst>
        </pc:sldLayoutChg>
        <pc:sldLayoutChg chg="del">
          <pc:chgData name="Wang, Wei" userId="627587dd-935f-4f2b-a6c6-edd4e0dcbff5" providerId="ADAL" clId="{CA4E89E4-842A-4FC6-8E2B-51B2DA5662AB}" dt="2020-05-21T15:26:42.135" v="179" actId="2696"/>
          <pc:sldLayoutMkLst>
            <pc:docMk/>
            <pc:sldMasterMk cId="1583574900" sldId="2147483648"/>
            <pc:sldLayoutMk cId="2202305574" sldId="2147483655"/>
          </pc:sldLayoutMkLst>
        </pc:sldLayoutChg>
        <pc:sldLayoutChg chg="del">
          <pc:chgData name="Wang, Wei" userId="627587dd-935f-4f2b-a6c6-edd4e0dcbff5" providerId="ADAL" clId="{CA4E89E4-842A-4FC6-8E2B-51B2DA5662AB}" dt="2020-05-21T15:26:42.120" v="170" actId="2696"/>
          <pc:sldLayoutMkLst>
            <pc:docMk/>
            <pc:sldMasterMk cId="1583574900" sldId="2147483648"/>
            <pc:sldLayoutMk cId="1882155853" sldId="2147483657"/>
          </pc:sldLayoutMkLst>
        </pc:sldLayoutChg>
        <pc:sldLayoutChg chg="del">
          <pc:chgData name="Wang, Wei" userId="627587dd-935f-4f2b-a6c6-edd4e0dcbff5" providerId="ADAL" clId="{CA4E89E4-842A-4FC6-8E2B-51B2DA5662AB}" dt="2020-05-21T15:26:42.126" v="173" actId="2696"/>
          <pc:sldLayoutMkLst>
            <pc:docMk/>
            <pc:sldMasterMk cId="1583574900" sldId="2147483648"/>
            <pc:sldLayoutMk cId="1265934994" sldId="2147483664"/>
          </pc:sldLayoutMkLst>
        </pc:sldLayoutChg>
        <pc:sldLayoutChg chg="del">
          <pc:chgData name="Wang, Wei" userId="627587dd-935f-4f2b-a6c6-edd4e0dcbff5" providerId="ADAL" clId="{CA4E89E4-842A-4FC6-8E2B-51B2DA5662AB}" dt="2020-05-21T15:26:42.113" v="167" actId="2696"/>
          <pc:sldLayoutMkLst>
            <pc:docMk/>
            <pc:sldMasterMk cId="1583574900" sldId="2147483648"/>
            <pc:sldLayoutMk cId="3792690241" sldId="2147483668"/>
          </pc:sldLayoutMkLst>
        </pc:sldLayoutChg>
        <pc:sldLayoutChg chg="del">
          <pc:chgData name="Wang, Wei" userId="627587dd-935f-4f2b-a6c6-edd4e0dcbff5" providerId="ADAL" clId="{CA4E89E4-842A-4FC6-8E2B-51B2DA5662AB}" dt="2020-05-21T15:26:42.125" v="172" actId="2696"/>
          <pc:sldLayoutMkLst>
            <pc:docMk/>
            <pc:sldMasterMk cId="1583574900" sldId="2147483648"/>
            <pc:sldLayoutMk cId="1239496803" sldId="2147483679"/>
          </pc:sldLayoutMkLst>
        </pc:sldLayoutChg>
        <pc:sldLayoutChg chg="del">
          <pc:chgData name="Wang, Wei" userId="627587dd-935f-4f2b-a6c6-edd4e0dcbff5" providerId="ADAL" clId="{CA4E89E4-842A-4FC6-8E2B-51B2DA5662AB}" dt="2020-05-21T15:26:42.144" v="183" actId="2696"/>
          <pc:sldLayoutMkLst>
            <pc:docMk/>
            <pc:sldMasterMk cId="1583574900" sldId="2147483648"/>
            <pc:sldLayoutMk cId="1669711868" sldId="2147483684"/>
          </pc:sldLayoutMkLst>
        </pc:sldLayoutChg>
        <pc:sldLayoutChg chg="del">
          <pc:chgData name="Wang, Wei" userId="627587dd-935f-4f2b-a6c6-edd4e0dcbff5" providerId="ADAL" clId="{CA4E89E4-842A-4FC6-8E2B-51B2DA5662AB}" dt="2020-05-21T15:26:42.142" v="181" actId="2696"/>
          <pc:sldLayoutMkLst>
            <pc:docMk/>
            <pc:sldMasterMk cId="1583574900" sldId="2147483648"/>
            <pc:sldLayoutMk cId="0" sldId="2147483685"/>
          </pc:sldLayoutMkLst>
        </pc:sldLayoutChg>
        <pc:sldLayoutChg chg="del">
          <pc:chgData name="Wang, Wei" userId="627587dd-935f-4f2b-a6c6-edd4e0dcbff5" providerId="ADAL" clId="{CA4E89E4-842A-4FC6-8E2B-51B2DA5662AB}" dt="2020-05-21T15:06:11.513" v="1" actId="2696"/>
          <pc:sldLayoutMkLst>
            <pc:docMk/>
            <pc:sldMasterMk cId="1583574900" sldId="2147483648"/>
            <pc:sldLayoutMk cId="1063780236" sldId="2147483686"/>
          </pc:sldLayoutMkLst>
        </pc:sldLayoutChg>
        <pc:sldLayoutChg chg="del">
          <pc:chgData name="Wang, Wei" userId="627587dd-935f-4f2b-a6c6-edd4e0dcbff5" providerId="ADAL" clId="{CA4E89E4-842A-4FC6-8E2B-51B2DA5662AB}" dt="2020-05-21T15:26:42.127" v="174" actId="2696"/>
          <pc:sldLayoutMkLst>
            <pc:docMk/>
            <pc:sldMasterMk cId="1583574900" sldId="2147483648"/>
            <pc:sldLayoutMk cId="673999311" sldId="2147483688"/>
          </pc:sldLayoutMkLst>
        </pc:sldLayoutChg>
        <pc:sldLayoutChg chg="del">
          <pc:chgData name="Wang, Wei" userId="627587dd-935f-4f2b-a6c6-edd4e0dcbff5" providerId="ADAL" clId="{CA4E89E4-842A-4FC6-8E2B-51B2DA5662AB}" dt="2020-05-21T15:26:42.143" v="182" actId="2696"/>
          <pc:sldLayoutMkLst>
            <pc:docMk/>
            <pc:sldMasterMk cId="1583574900" sldId="2147483648"/>
            <pc:sldLayoutMk cId="0" sldId="2147483691"/>
          </pc:sldLayoutMkLst>
        </pc:sldLayoutChg>
        <pc:sldLayoutChg chg="del">
          <pc:chgData name="Wang, Wei" userId="627587dd-935f-4f2b-a6c6-edd4e0dcbff5" providerId="ADAL" clId="{CA4E89E4-842A-4FC6-8E2B-51B2DA5662AB}" dt="2020-05-21T15:26:42.112" v="166" actId="2696"/>
          <pc:sldLayoutMkLst>
            <pc:docMk/>
            <pc:sldMasterMk cId="1583574900" sldId="2147483648"/>
            <pc:sldLayoutMk cId="0" sldId="2147483692"/>
          </pc:sldLayoutMkLst>
        </pc:sldLayoutChg>
        <pc:sldLayoutChg chg="del">
          <pc:chgData name="Wang, Wei" userId="627587dd-935f-4f2b-a6c6-edd4e0dcbff5" providerId="ADAL" clId="{CA4E89E4-842A-4FC6-8E2B-51B2DA5662AB}" dt="2020-05-21T15:26:42.139" v="180" actId="2696"/>
          <pc:sldLayoutMkLst>
            <pc:docMk/>
            <pc:sldMasterMk cId="1583574900" sldId="2147483648"/>
            <pc:sldLayoutMk cId="1283683246" sldId="2147483693"/>
          </pc:sldLayoutMkLst>
        </pc:sldLayoutChg>
        <pc:sldLayoutChg chg="del">
          <pc:chgData name="Wang, Wei" userId="627587dd-935f-4f2b-a6c6-edd4e0dcbff5" providerId="ADAL" clId="{CA4E89E4-842A-4FC6-8E2B-51B2DA5662AB}" dt="2020-05-21T15:26:42.115" v="168" actId="2696"/>
          <pc:sldLayoutMkLst>
            <pc:docMk/>
            <pc:sldMasterMk cId="1583574900" sldId="2147483648"/>
            <pc:sldLayoutMk cId="0" sldId="2147483695"/>
          </pc:sldLayoutMkLst>
        </pc:sldLayoutChg>
        <pc:sldLayoutChg chg="del">
          <pc:chgData name="Wang, Wei" userId="627587dd-935f-4f2b-a6c6-edd4e0dcbff5" providerId="ADAL" clId="{CA4E89E4-842A-4FC6-8E2B-51B2DA5662AB}" dt="2020-05-21T15:26:42.109" v="164" actId="2696"/>
          <pc:sldLayoutMkLst>
            <pc:docMk/>
            <pc:sldMasterMk cId="1583574900" sldId="2147483648"/>
            <pc:sldLayoutMk cId="0" sldId="2147483696"/>
          </pc:sldLayoutMkLst>
        </pc:sldLayoutChg>
        <pc:sldLayoutChg chg="del">
          <pc:chgData name="Wang, Wei" userId="627587dd-935f-4f2b-a6c6-edd4e0dcbff5" providerId="ADAL" clId="{CA4E89E4-842A-4FC6-8E2B-51B2DA5662AB}" dt="2020-05-21T15:26:42.132" v="177" actId="2696"/>
          <pc:sldLayoutMkLst>
            <pc:docMk/>
            <pc:sldMasterMk cId="1583574900" sldId="2147483648"/>
            <pc:sldLayoutMk cId="0" sldId="2147483698"/>
          </pc:sldLayoutMkLst>
        </pc:sldLayoutChg>
        <pc:sldLayoutChg chg="del">
          <pc:chgData name="Wang, Wei" userId="627587dd-935f-4f2b-a6c6-edd4e0dcbff5" providerId="ADAL" clId="{CA4E89E4-842A-4FC6-8E2B-51B2DA5662AB}" dt="2020-05-21T15:26:42.133" v="178" actId="2696"/>
          <pc:sldLayoutMkLst>
            <pc:docMk/>
            <pc:sldMasterMk cId="1583574900" sldId="2147483648"/>
            <pc:sldLayoutMk cId="0" sldId="2147483699"/>
          </pc:sldLayoutMkLst>
        </pc:sldLayoutChg>
        <pc:sldLayoutChg chg="del">
          <pc:chgData name="Wang, Wei" userId="627587dd-935f-4f2b-a6c6-edd4e0dcbff5" providerId="ADAL" clId="{CA4E89E4-842A-4FC6-8E2B-51B2DA5662AB}" dt="2020-05-21T15:26:42.129" v="175" actId="2696"/>
          <pc:sldLayoutMkLst>
            <pc:docMk/>
            <pc:sldMasterMk cId="1583574900" sldId="2147483648"/>
            <pc:sldLayoutMk cId="0" sldId="2147483700"/>
          </pc:sldLayoutMkLst>
        </pc:sldLayoutChg>
        <pc:sldLayoutChg chg="del">
          <pc:chgData name="Wang, Wei" userId="627587dd-935f-4f2b-a6c6-edd4e0dcbff5" providerId="ADAL" clId="{CA4E89E4-842A-4FC6-8E2B-51B2DA5662AB}" dt="2020-05-21T15:26:42.130" v="176" actId="2696"/>
          <pc:sldLayoutMkLst>
            <pc:docMk/>
            <pc:sldMasterMk cId="1583574900" sldId="2147483648"/>
            <pc:sldLayoutMk cId="0" sldId="2147483701"/>
          </pc:sldLayoutMkLst>
        </pc:sldLayoutChg>
        <pc:sldLayoutChg chg="del">
          <pc:chgData name="Wang, Wei" userId="627587dd-935f-4f2b-a6c6-edd4e0dcbff5" providerId="ADAL" clId="{CA4E89E4-842A-4FC6-8E2B-51B2DA5662AB}" dt="2020-05-21T15:26:42.145" v="184" actId="2696"/>
          <pc:sldLayoutMkLst>
            <pc:docMk/>
            <pc:sldMasterMk cId="1583574900" sldId="2147483648"/>
            <pc:sldLayoutMk cId="0" sldId="2147483717"/>
          </pc:sldLayoutMkLst>
        </pc:sldLayoutChg>
        <pc:sldLayoutChg chg="del">
          <pc:chgData name="Wang, Wei" userId="627587dd-935f-4f2b-a6c6-edd4e0dcbff5" providerId="ADAL" clId="{CA4E89E4-842A-4FC6-8E2B-51B2DA5662AB}" dt="2020-05-21T15:26:42.147" v="185" actId="2696"/>
          <pc:sldLayoutMkLst>
            <pc:docMk/>
            <pc:sldMasterMk cId="1583574900" sldId="2147483648"/>
            <pc:sldLayoutMk cId="1228748614" sldId="2147483817"/>
          </pc:sldLayoutMkLst>
        </pc:sldLayoutChg>
        <pc:sldLayoutChg chg="del">
          <pc:chgData name="Wang, Wei" userId="627587dd-935f-4f2b-a6c6-edd4e0dcbff5" providerId="ADAL" clId="{CA4E89E4-842A-4FC6-8E2B-51B2DA5662AB}" dt="2020-05-21T15:26:42.111" v="165" actId="2696"/>
          <pc:sldLayoutMkLst>
            <pc:docMk/>
            <pc:sldMasterMk cId="1583574900" sldId="2147483648"/>
            <pc:sldLayoutMk cId="4061941092" sldId="2147483818"/>
          </pc:sldLayoutMkLst>
        </pc:sldLayoutChg>
        <pc:sldLayoutChg chg="del">
          <pc:chgData name="Wang, Wei" userId="627587dd-935f-4f2b-a6c6-edd4e0dcbff5" providerId="ADAL" clId="{CA4E89E4-842A-4FC6-8E2B-51B2DA5662AB}" dt="2020-05-21T15:26:42.148" v="186" actId="2696"/>
          <pc:sldLayoutMkLst>
            <pc:docMk/>
            <pc:sldMasterMk cId="1583574900" sldId="2147483648"/>
            <pc:sldLayoutMk cId="280407589" sldId="2147483819"/>
          </pc:sldLayoutMkLst>
        </pc:sldLayoutChg>
      </pc:sldMasterChg>
      <pc:sldMasterChg chg="del delSldLayout">
        <pc:chgData name="Wang, Wei" userId="627587dd-935f-4f2b-a6c6-edd4e0dcbff5" providerId="ADAL" clId="{CA4E89E4-842A-4FC6-8E2B-51B2DA5662AB}" dt="2020-05-21T15:26:43.978" v="282" actId="2696"/>
        <pc:sldMasterMkLst>
          <pc:docMk/>
          <pc:sldMasterMk cId="3877396151" sldId="2147483849"/>
        </pc:sldMasterMkLst>
        <pc:sldLayoutChg chg="del">
          <pc:chgData name="Wang, Wei" userId="627587dd-935f-4f2b-a6c6-edd4e0dcbff5" providerId="ADAL" clId="{CA4E89E4-842A-4FC6-8E2B-51B2DA5662AB}" dt="2020-05-21T15:26:43.927" v="255" actId="2696"/>
          <pc:sldLayoutMkLst>
            <pc:docMk/>
            <pc:sldMasterMk cId="3877396151" sldId="2147483849"/>
            <pc:sldLayoutMk cId="2809059773" sldId="2147483850"/>
          </pc:sldLayoutMkLst>
        </pc:sldLayoutChg>
        <pc:sldLayoutChg chg="del">
          <pc:chgData name="Wang, Wei" userId="627587dd-935f-4f2b-a6c6-edd4e0dcbff5" providerId="ADAL" clId="{CA4E89E4-842A-4FC6-8E2B-51B2DA5662AB}" dt="2020-05-21T15:26:43.928" v="256" actId="2696"/>
          <pc:sldLayoutMkLst>
            <pc:docMk/>
            <pc:sldMasterMk cId="3877396151" sldId="2147483849"/>
            <pc:sldLayoutMk cId="4210182259" sldId="2147483851"/>
          </pc:sldLayoutMkLst>
        </pc:sldLayoutChg>
        <pc:sldLayoutChg chg="del">
          <pc:chgData name="Wang, Wei" userId="627587dd-935f-4f2b-a6c6-edd4e0dcbff5" providerId="ADAL" clId="{CA4E89E4-842A-4FC6-8E2B-51B2DA5662AB}" dt="2020-05-21T15:26:43.930" v="257" actId="2696"/>
          <pc:sldLayoutMkLst>
            <pc:docMk/>
            <pc:sldMasterMk cId="3877396151" sldId="2147483849"/>
            <pc:sldLayoutMk cId="3881125674" sldId="2147483852"/>
          </pc:sldLayoutMkLst>
        </pc:sldLayoutChg>
        <pc:sldLayoutChg chg="del">
          <pc:chgData name="Wang, Wei" userId="627587dd-935f-4f2b-a6c6-edd4e0dcbff5" providerId="ADAL" clId="{CA4E89E4-842A-4FC6-8E2B-51B2DA5662AB}" dt="2020-05-21T15:26:43.932" v="258" actId="2696"/>
          <pc:sldLayoutMkLst>
            <pc:docMk/>
            <pc:sldMasterMk cId="3877396151" sldId="2147483849"/>
            <pc:sldLayoutMk cId="214291803" sldId="2147483853"/>
          </pc:sldLayoutMkLst>
        </pc:sldLayoutChg>
        <pc:sldLayoutChg chg="del">
          <pc:chgData name="Wang, Wei" userId="627587dd-935f-4f2b-a6c6-edd4e0dcbff5" providerId="ADAL" clId="{CA4E89E4-842A-4FC6-8E2B-51B2DA5662AB}" dt="2020-05-21T15:26:43.935" v="259" actId="2696"/>
          <pc:sldLayoutMkLst>
            <pc:docMk/>
            <pc:sldMasterMk cId="3877396151" sldId="2147483849"/>
            <pc:sldLayoutMk cId="1474066911" sldId="2147483854"/>
          </pc:sldLayoutMkLst>
        </pc:sldLayoutChg>
        <pc:sldLayoutChg chg="del">
          <pc:chgData name="Wang, Wei" userId="627587dd-935f-4f2b-a6c6-edd4e0dcbff5" providerId="ADAL" clId="{CA4E89E4-842A-4FC6-8E2B-51B2DA5662AB}" dt="2020-05-21T15:26:43.939" v="260" actId="2696"/>
          <pc:sldLayoutMkLst>
            <pc:docMk/>
            <pc:sldMasterMk cId="3877396151" sldId="2147483849"/>
            <pc:sldLayoutMk cId="1847845935" sldId="2147483855"/>
          </pc:sldLayoutMkLst>
        </pc:sldLayoutChg>
        <pc:sldLayoutChg chg="del">
          <pc:chgData name="Wang, Wei" userId="627587dd-935f-4f2b-a6c6-edd4e0dcbff5" providerId="ADAL" clId="{CA4E89E4-842A-4FC6-8E2B-51B2DA5662AB}" dt="2020-05-21T15:26:43.940" v="261" actId="2696"/>
          <pc:sldLayoutMkLst>
            <pc:docMk/>
            <pc:sldMasterMk cId="3877396151" sldId="2147483849"/>
            <pc:sldLayoutMk cId="4057498967" sldId="2147483856"/>
          </pc:sldLayoutMkLst>
        </pc:sldLayoutChg>
        <pc:sldLayoutChg chg="del">
          <pc:chgData name="Wang, Wei" userId="627587dd-935f-4f2b-a6c6-edd4e0dcbff5" providerId="ADAL" clId="{CA4E89E4-842A-4FC6-8E2B-51B2DA5662AB}" dt="2020-05-21T15:26:43.941" v="262" actId="2696"/>
          <pc:sldLayoutMkLst>
            <pc:docMk/>
            <pc:sldMasterMk cId="3877396151" sldId="2147483849"/>
            <pc:sldLayoutMk cId="439931139" sldId="2147483857"/>
          </pc:sldLayoutMkLst>
        </pc:sldLayoutChg>
        <pc:sldLayoutChg chg="del">
          <pc:chgData name="Wang, Wei" userId="627587dd-935f-4f2b-a6c6-edd4e0dcbff5" providerId="ADAL" clId="{CA4E89E4-842A-4FC6-8E2B-51B2DA5662AB}" dt="2020-05-21T15:26:43.943" v="263" actId="2696"/>
          <pc:sldLayoutMkLst>
            <pc:docMk/>
            <pc:sldMasterMk cId="3877396151" sldId="2147483849"/>
            <pc:sldLayoutMk cId="740488066" sldId="2147483858"/>
          </pc:sldLayoutMkLst>
        </pc:sldLayoutChg>
        <pc:sldLayoutChg chg="del">
          <pc:chgData name="Wang, Wei" userId="627587dd-935f-4f2b-a6c6-edd4e0dcbff5" providerId="ADAL" clId="{CA4E89E4-842A-4FC6-8E2B-51B2DA5662AB}" dt="2020-05-21T15:26:43.944" v="264" actId="2696"/>
          <pc:sldLayoutMkLst>
            <pc:docMk/>
            <pc:sldMasterMk cId="3877396151" sldId="2147483849"/>
            <pc:sldLayoutMk cId="1760919890" sldId="2147483859"/>
          </pc:sldLayoutMkLst>
        </pc:sldLayoutChg>
        <pc:sldLayoutChg chg="del">
          <pc:chgData name="Wang, Wei" userId="627587dd-935f-4f2b-a6c6-edd4e0dcbff5" providerId="ADAL" clId="{CA4E89E4-842A-4FC6-8E2B-51B2DA5662AB}" dt="2020-05-21T15:26:43.945" v="265" actId="2696"/>
          <pc:sldLayoutMkLst>
            <pc:docMk/>
            <pc:sldMasterMk cId="3877396151" sldId="2147483849"/>
            <pc:sldLayoutMk cId="2694469045" sldId="2147483860"/>
          </pc:sldLayoutMkLst>
        </pc:sldLayoutChg>
        <pc:sldLayoutChg chg="del">
          <pc:chgData name="Wang, Wei" userId="627587dd-935f-4f2b-a6c6-edd4e0dcbff5" providerId="ADAL" clId="{CA4E89E4-842A-4FC6-8E2B-51B2DA5662AB}" dt="2020-05-21T15:26:43.946" v="266" actId="2696"/>
          <pc:sldLayoutMkLst>
            <pc:docMk/>
            <pc:sldMasterMk cId="3877396151" sldId="2147483849"/>
            <pc:sldLayoutMk cId="2180933198" sldId="2147483861"/>
          </pc:sldLayoutMkLst>
        </pc:sldLayoutChg>
        <pc:sldLayoutChg chg="del">
          <pc:chgData name="Wang, Wei" userId="627587dd-935f-4f2b-a6c6-edd4e0dcbff5" providerId="ADAL" clId="{CA4E89E4-842A-4FC6-8E2B-51B2DA5662AB}" dt="2020-05-21T15:26:43.947" v="267" actId="2696"/>
          <pc:sldLayoutMkLst>
            <pc:docMk/>
            <pc:sldMasterMk cId="3877396151" sldId="2147483849"/>
            <pc:sldLayoutMk cId="3841452663" sldId="2147483862"/>
          </pc:sldLayoutMkLst>
        </pc:sldLayoutChg>
        <pc:sldLayoutChg chg="del">
          <pc:chgData name="Wang, Wei" userId="627587dd-935f-4f2b-a6c6-edd4e0dcbff5" providerId="ADAL" clId="{CA4E89E4-842A-4FC6-8E2B-51B2DA5662AB}" dt="2020-05-21T15:26:43.949" v="268" actId="2696"/>
          <pc:sldLayoutMkLst>
            <pc:docMk/>
            <pc:sldMasterMk cId="3877396151" sldId="2147483849"/>
            <pc:sldLayoutMk cId="1875997094" sldId="2147483863"/>
          </pc:sldLayoutMkLst>
        </pc:sldLayoutChg>
        <pc:sldLayoutChg chg="del">
          <pc:chgData name="Wang, Wei" userId="627587dd-935f-4f2b-a6c6-edd4e0dcbff5" providerId="ADAL" clId="{CA4E89E4-842A-4FC6-8E2B-51B2DA5662AB}" dt="2020-05-21T15:26:43.950" v="269" actId="2696"/>
          <pc:sldLayoutMkLst>
            <pc:docMk/>
            <pc:sldMasterMk cId="3877396151" sldId="2147483849"/>
            <pc:sldLayoutMk cId="2610778980" sldId="2147483864"/>
          </pc:sldLayoutMkLst>
        </pc:sldLayoutChg>
        <pc:sldLayoutChg chg="del">
          <pc:chgData name="Wang, Wei" userId="627587dd-935f-4f2b-a6c6-edd4e0dcbff5" providerId="ADAL" clId="{CA4E89E4-842A-4FC6-8E2B-51B2DA5662AB}" dt="2020-05-21T15:26:43.955" v="270" actId="2696"/>
          <pc:sldLayoutMkLst>
            <pc:docMk/>
            <pc:sldMasterMk cId="3877396151" sldId="2147483849"/>
            <pc:sldLayoutMk cId="2535699597" sldId="2147483865"/>
          </pc:sldLayoutMkLst>
        </pc:sldLayoutChg>
        <pc:sldLayoutChg chg="del">
          <pc:chgData name="Wang, Wei" userId="627587dd-935f-4f2b-a6c6-edd4e0dcbff5" providerId="ADAL" clId="{CA4E89E4-842A-4FC6-8E2B-51B2DA5662AB}" dt="2020-05-21T15:26:43.957" v="271" actId="2696"/>
          <pc:sldLayoutMkLst>
            <pc:docMk/>
            <pc:sldMasterMk cId="3877396151" sldId="2147483849"/>
            <pc:sldLayoutMk cId="3601425507" sldId="2147483866"/>
          </pc:sldLayoutMkLst>
        </pc:sldLayoutChg>
        <pc:sldLayoutChg chg="del">
          <pc:chgData name="Wang, Wei" userId="627587dd-935f-4f2b-a6c6-edd4e0dcbff5" providerId="ADAL" clId="{CA4E89E4-842A-4FC6-8E2B-51B2DA5662AB}" dt="2020-05-21T15:26:43.959" v="272" actId="2696"/>
          <pc:sldLayoutMkLst>
            <pc:docMk/>
            <pc:sldMasterMk cId="3877396151" sldId="2147483849"/>
            <pc:sldLayoutMk cId="2609394409" sldId="2147483867"/>
          </pc:sldLayoutMkLst>
        </pc:sldLayoutChg>
        <pc:sldLayoutChg chg="del">
          <pc:chgData name="Wang, Wei" userId="627587dd-935f-4f2b-a6c6-edd4e0dcbff5" providerId="ADAL" clId="{CA4E89E4-842A-4FC6-8E2B-51B2DA5662AB}" dt="2020-05-21T15:26:43.960" v="273" actId="2696"/>
          <pc:sldLayoutMkLst>
            <pc:docMk/>
            <pc:sldMasterMk cId="3877396151" sldId="2147483849"/>
            <pc:sldLayoutMk cId="3610381843" sldId="2147483868"/>
          </pc:sldLayoutMkLst>
        </pc:sldLayoutChg>
        <pc:sldLayoutChg chg="del">
          <pc:chgData name="Wang, Wei" userId="627587dd-935f-4f2b-a6c6-edd4e0dcbff5" providerId="ADAL" clId="{CA4E89E4-842A-4FC6-8E2B-51B2DA5662AB}" dt="2020-05-21T15:26:43.962" v="274" actId="2696"/>
          <pc:sldLayoutMkLst>
            <pc:docMk/>
            <pc:sldMasterMk cId="3877396151" sldId="2147483849"/>
            <pc:sldLayoutMk cId="286573086" sldId="2147483869"/>
          </pc:sldLayoutMkLst>
        </pc:sldLayoutChg>
        <pc:sldLayoutChg chg="del">
          <pc:chgData name="Wang, Wei" userId="627587dd-935f-4f2b-a6c6-edd4e0dcbff5" providerId="ADAL" clId="{CA4E89E4-842A-4FC6-8E2B-51B2DA5662AB}" dt="2020-05-21T15:26:43.964" v="275" actId="2696"/>
          <pc:sldLayoutMkLst>
            <pc:docMk/>
            <pc:sldMasterMk cId="3877396151" sldId="2147483849"/>
            <pc:sldLayoutMk cId="1939716253" sldId="2147483870"/>
          </pc:sldLayoutMkLst>
        </pc:sldLayoutChg>
        <pc:sldLayoutChg chg="del">
          <pc:chgData name="Wang, Wei" userId="627587dd-935f-4f2b-a6c6-edd4e0dcbff5" providerId="ADAL" clId="{CA4E89E4-842A-4FC6-8E2B-51B2DA5662AB}" dt="2020-05-21T15:26:43.966" v="276" actId="2696"/>
          <pc:sldLayoutMkLst>
            <pc:docMk/>
            <pc:sldMasterMk cId="3877396151" sldId="2147483849"/>
            <pc:sldLayoutMk cId="3360775297" sldId="2147483871"/>
          </pc:sldLayoutMkLst>
        </pc:sldLayoutChg>
        <pc:sldLayoutChg chg="del">
          <pc:chgData name="Wang, Wei" userId="627587dd-935f-4f2b-a6c6-edd4e0dcbff5" providerId="ADAL" clId="{CA4E89E4-842A-4FC6-8E2B-51B2DA5662AB}" dt="2020-05-21T15:26:43.967" v="277" actId="2696"/>
          <pc:sldLayoutMkLst>
            <pc:docMk/>
            <pc:sldMasterMk cId="3877396151" sldId="2147483849"/>
            <pc:sldLayoutMk cId="1765900942" sldId="2147483872"/>
          </pc:sldLayoutMkLst>
        </pc:sldLayoutChg>
        <pc:sldLayoutChg chg="del">
          <pc:chgData name="Wang, Wei" userId="627587dd-935f-4f2b-a6c6-edd4e0dcbff5" providerId="ADAL" clId="{CA4E89E4-842A-4FC6-8E2B-51B2DA5662AB}" dt="2020-05-21T15:26:43.971" v="278" actId="2696"/>
          <pc:sldLayoutMkLst>
            <pc:docMk/>
            <pc:sldMasterMk cId="3877396151" sldId="2147483849"/>
            <pc:sldLayoutMk cId="1953932773" sldId="2147483873"/>
          </pc:sldLayoutMkLst>
        </pc:sldLayoutChg>
        <pc:sldLayoutChg chg="del">
          <pc:chgData name="Wang, Wei" userId="627587dd-935f-4f2b-a6c6-edd4e0dcbff5" providerId="ADAL" clId="{CA4E89E4-842A-4FC6-8E2B-51B2DA5662AB}" dt="2020-05-21T15:26:43.973" v="279" actId="2696"/>
          <pc:sldLayoutMkLst>
            <pc:docMk/>
            <pc:sldMasterMk cId="3877396151" sldId="2147483849"/>
            <pc:sldLayoutMk cId="2795723551" sldId="2147483874"/>
          </pc:sldLayoutMkLst>
        </pc:sldLayoutChg>
        <pc:sldLayoutChg chg="del">
          <pc:chgData name="Wang, Wei" userId="627587dd-935f-4f2b-a6c6-edd4e0dcbff5" providerId="ADAL" clId="{CA4E89E4-842A-4FC6-8E2B-51B2DA5662AB}" dt="2020-05-21T15:26:43.974" v="280" actId="2696"/>
          <pc:sldLayoutMkLst>
            <pc:docMk/>
            <pc:sldMasterMk cId="3877396151" sldId="2147483849"/>
            <pc:sldLayoutMk cId="3625183382" sldId="2147483875"/>
          </pc:sldLayoutMkLst>
        </pc:sldLayoutChg>
        <pc:sldLayoutChg chg="del">
          <pc:chgData name="Wang, Wei" userId="627587dd-935f-4f2b-a6c6-edd4e0dcbff5" providerId="ADAL" clId="{CA4E89E4-842A-4FC6-8E2B-51B2DA5662AB}" dt="2020-05-21T15:26:43.976" v="281" actId="2696"/>
          <pc:sldLayoutMkLst>
            <pc:docMk/>
            <pc:sldMasterMk cId="3877396151" sldId="2147483849"/>
            <pc:sldLayoutMk cId="3754326233" sldId="2147483876"/>
          </pc:sldLayoutMkLst>
        </pc:sldLayoutChg>
        <pc:sldLayoutChg chg="del">
          <pc:chgData name="Wang, Wei" userId="627587dd-935f-4f2b-a6c6-edd4e0dcbff5" providerId="ADAL" clId="{CA4E89E4-842A-4FC6-8E2B-51B2DA5662AB}" dt="2020-05-21T15:26:43.896" v="253" actId="2696"/>
          <pc:sldLayoutMkLst>
            <pc:docMk/>
            <pc:sldMasterMk cId="3877396151" sldId="2147483849"/>
            <pc:sldLayoutMk cId="1039443579" sldId="2147483993"/>
          </pc:sldLayoutMkLst>
        </pc:sldLayoutChg>
      </pc:sldMasterChg>
      <pc:sldMasterChg chg="delSldLayout">
        <pc:chgData name="Wang, Wei" userId="627587dd-935f-4f2b-a6c6-edd4e0dcbff5" providerId="ADAL" clId="{CA4E89E4-842A-4FC6-8E2B-51B2DA5662AB}" dt="2020-05-21T15:26:42.194" v="189" actId="2696"/>
        <pc:sldMasterMkLst>
          <pc:docMk/>
          <pc:sldMasterMk cId="2027459739" sldId="2147483926"/>
        </pc:sldMasterMkLst>
        <pc:sldLayoutChg chg="del">
          <pc:chgData name="Wang, Wei" userId="627587dd-935f-4f2b-a6c6-edd4e0dcbff5" providerId="ADAL" clId="{CA4E89E4-842A-4FC6-8E2B-51B2DA5662AB}" dt="2020-05-21T15:26:42.194" v="189" actId="2696"/>
          <pc:sldLayoutMkLst>
            <pc:docMk/>
            <pc:sldMasterMk cId="2027459739" sldId="2147483926"/>
            <pc:sldLayoutMk cId="1571272697" sldId="2147483992"/>
          </pc:sldLayoutMkLst>
        </pc:sldLayoutChg>
      </pc:sldMasterChg>
      <pc:sldMasterChg chg="delSldLayout">
        <pc:chgData name="Wang, Wei" userId="627587dd-935f-4f2b-a6c6-edd4e0dcbff5" providerId="ADAL" clId="{CA4E89E4-842A-4FC6-8E2B-51B2DA5662AB}" dt="2020-05-21T15:26:43.698" v="243" actId="2696"/>
        <pc:sldMasterMkLst>
          <pc:docMk/>
          <pc:sldMasterMk cId="2216067138" sldId="2147483931"/>
        </pc:sldMasterMkLst>
        <pc:sldLayoutChg chg="del">
          <pc:chgData name="Wang, Wei" userId="627587dd-935f-4f2b-a6c6-edd4e0dcbff5" providerId="ADAL" clId="{CA4E89E4-842A-4FC6-8E2B-51B2DA5662AB}" dt="2020-05-21T15:26:43.181" v="221" actId="2696"/>
          <pc:sldLayoutMkLst>
            <pc:docMk/>
            <pc:sldMasterMk cId="2216067138" sldId="2147483931"/>
            <pc:sldLayoutMk cId="3162750045" sldId="2147483996"/>
          </pc:sldLayoutMkLst>
        </pc:sldLayoutChg>
        <pc:sldLayoutChg chg="del">
          <pc:chgData name="Wang, Wei" userId="627587dd-935f-4f2b-a6c6-edd4e0dcbff5" providerId="ADAL" clId="{CA4E89E4-842A-4FC6-8E2B-51B2DA5662AB}" dt="2020-05-21T15:26:43.698" v="243" actId="2696"/>
          <pc:sldLayoutMkLst>
            <pc:docMk/>
            <pc:sldMasterMk cId="2216067138" sldId="2147483931"/>
            <pc:sldLayoutMk cId="852366077" sldId="2147483997"/>
          </pc:sldLayoutMkLst>
        </pc:sldLayoutChg>
      </pc:sldMasterChg>
      <pc:sldMasterChg chg="del delSldLayout">
        <pc:chgData name="Wang, Wei" userId="627587dd-935f-4f2b-a6c6-edd4e0dcbff5" providerId="ADAL" clId="{CA4E89E4-842A-4FC6-8E2B-51B2DA5662AB}" dt="2020-05-21T15:06:13.402" v="74" actId="2696"/>
        <pc:sldMasterMkLst>
          <pc:docMk/>
          <pc:sldMasterMk cId="954369021" sldId="2147483936"/>
        </pc:sldMasterMkLst>
        <pc:sldLayoutChg chg="del">
          <pc:chgData name="Wang, Wei" userId="627587dd-935f-4f2b-a6c6-edd4e0dcbff5" providerId="ADAL" clId="{CA4E89E4-842A-4FC6-8E2B-51B2DA5662AB}" dt="2020-05-21T15:06:13.328" v="49" actId="2696"/>
          <pc:sldLayoutMkLst>
            <pc:docMk/>
            <pc:sldMasterMk cId="954369021" sldId="2147483936"/>
            <pc:sldLayoutMk cId="818417136" sldId="2147483937"/>
          </pc:sldLayoutMkLst>
        </pc:sldLayoutChg>
        <pc:sldLayoutChg chg="del">
          <pc:chgData name="Wang, Wei" userId="627587dd-935f-4f2b-a6c6-edd4e0dcbff5" providerId="ADAL" clId="{CA4E89E4-842A-4FC6-8E2B-51B2DA5662AB}" dt="2020-05-21T15:06:13.329" v="50" actId="2696"/>
          <pc:sldLayoutMkLst>
            <pc:docMk/>
            <pc:sldMasterMk cId="954369021" sldId="2147483936"/>
            <pc:sldLayoutMk cId="543811376" sldId="2147483938"/>
          </pc:sldLayoutMkLst>
        </pc:sldLayoutChg>
        <pc:sldLayoutChg chg="del">
          <pc:chgData name="Wang, Wei" userId="627587dd-935f-4f2b-a6c6-edd4e0dcbff5" providerId="ADAL" clId="{CA4E89E4-842A-4FC6-8E2B-51B2DA5662AB}" dt="2020-05-21T15:06:13.331" v="51" actId="2696"/>
          <pc:sldLayoutMkLst>
            <pc:docMk/>
            <pc:sldMasterMk cId="954369021" sldId="2147483936"/>
            <pc:sldLayoutMk cId="1430133504" sldId="2147483939"/>
          </pc:sldLayoutMkLst>
        </pc:sldLayoutChg>
        <pc:sldLayoutChg chg="del">
          <pc:chgData name="Wang, Wei" userId="627587dd-935f-4f2b-a6c6-edd4e0dcbff5" providerId="ADAL" clId="{CA4E89E4-842A-4FC6-8E2B-51B2DA5662AB}" dt="2020-05-21T15:06:13.332" v="52" actId="2696"/>
          <pc:sldLayoutMkLst>
            <pc:docMk/>
            <pc:sldMasterMk cId="954369021" sldId="2147483936"/>
            <pc:sldLayoutMk cId="3735828143" sldId="2147483940"/>
          </pc:sldLayoutMkLst>
        </pc:sldLayoutChg>
        <pc:sldLayoutChg chg="del">
          <pc:chgData name="Wang, Wei" userId="627587dd-935f-4f2b-a6c6-edd4e0dcbff5" providerId="ADAL" clId="{CA4E89E4-842A-4FC6-8E2B-51B2DA5662AB}" dt="2020-05-21T15:06:13.333" v="53" actId="2696"/>
          <pc:sldLayoutMkLst>
            <pc:docMk/>
            <pc:sldMasterMk cId="954369021" sldId="2147483936"/>
            <pc:sldLayoutMk cId="423612377" sldId="2147483941"/>
          </pc:sldLayoutMkLst>
        </pc:sldLayoutChg>
        <pc:sldLayoutChg chg="del">
          <pc:chgData name="Wang, Wei" userId="627587dd-935f-4f2b-a6c6-edd4e0dcbff5" providerId="ADAL" clId="{CA4E89E4-842A-4FC6-8E2B-51B2DA5662AB}" dt="2020-05-21T15:06:13.334" v="54" actId="2696"/>
          <pc:sldLayoutMkLst>
            <pc:docMk/>
            <pc:sldMasterMk cId="954369021" sldId="2147483936"/>
            <pc:sldLayoutMk cId="1724219016" sldId="2147483942"/>
          </pc:sldLayoutMkLst>
        </pc:sldLayoutChg>
        <pc:sldLayoutChg chg="del">
          <pc:chgData name="Wang, Wei" userId="627587dd-935f-4f2b-a6c6-edd4e0dcbff5" providerId="ADAL" clId="{CA4E89E4-842A-4FC6-8E2B-51B2DA5662AB}" dt="2020-05-21T15:06:13.336" v="55" actId="2696"/>
          <pc:sldLayoutMkLst>
            <pc:docMk/>
            <pc:sldMasterMk cId="954369021" sldId="2147483936"/>
            <pc:sldLayoutMk cId="2934421115" sldId="2147483943"/>
          </pc:sldLayoutMkLst>
        </pc:sldLayoutChg>
        <pc:sldLayoutChg chg="del">
          <pc:chgData name="Wang, Wei" userId="627587dd-935f-4f2b-a6c6-edd4e0dcbff5" providerId="ADAL" clId="{CA4E89E4-842A-4FC6-8E2B-51B2DA5662AB}" dt="2020-05-21T15:06:13.337" v="56" actId="2696"/>
          <pc:sldLayoutMkLst>
            <pc:docMk/>
            <pc:sldMasterMk cId="954369021" sldId="2147483936"/>
            <pc:sldLayoutMk cId="888873232" sldId="2147483944"/>
          </pc:sldLayoutMkLst>
        </pc:sldLayoutChg>
        <pc:sldLayoutChg chg="del">
          <pc:chgData name="Wang, Wei" userId="627587dd-935f-4f2b-a6c6-edd4e0dcbff5" providerId="ADAL" clId="{CA4E89E4-842A-4FC6-8E2B-51B2DA5662AB}" dt="2020-05-21T15:06:13.340" v="57" actId="2696"/>
          <pc:sldLayoutMkLst>
            <pc:docMk/>
            <pc:sldMasterMk cId="954369021" sldId="2147483936"/>
            <pc:sldLayoutMk cId="2170328060" sldId="2147483945"/>
          </pc:sldLayoutMkLst>
        </pc:sldLayoutChg>
        <pc:sldLayoutChg chg="del">
          <pc:chgData name="Wang, Wei" userId="627587dd-935f-4f2b-a6c6-edd4e0dcbff5" providerId="ADAL" clId="{CA4E89E4-842A-4FC6-8E2B-51B2DA5662AB}" dt="2020-05-21T15:06:13.342" v="58" actId="2696"/>
          <pc:sldLayoutMkLst>
            <pc:docMk/>
            <pc:sldMasterMk cId="954369021" sldId="2147483936"/>
            <pc:sldLayoutMk cId="4262357477" sldId="2147483946"/>
          </pc:sldLayoutMkLst>
        </pc:sldLayoutChg>
        <pc:sldLayoutChg chg="del">
          <pc:chgData name="Wang, Wei" userId="627587dd-935f-4f2b-a6c6-edd4e0dcbff5" providerId="ADAL" clId="{CA4E89E4-842A-4FC6-8E2B-51B2DA5662AB}" dt="2020-05-21T15:06:13.344" v="59" actId="2696"/>
          <pc:sldLayoutMkLst>
            <pc:docMk/>
            <pc:sldMasterMk cId="954369021" sldId="2147483936"/>
            <pc:sldLayoutMk cId="3661023220" sldId="2147483947"/>
          </pc:sldLayoutMkLst>
        </pc:sldLayoutChg>
        <pc:sldLayoutChg chg="del">
          <pc:chgData name="Wang, Wei" userId="627587dd-935f-4f2b-a6c6-edd4e0dcbff5" providerId="ADAL" clId="{CA4E89E4-842A-4FC6-8E2B-51B2DA5662AB}" dt="2020-05-21T15:06:13.345" v="60" actId="2696"/>
          <pc:sldLayoutMkLst>
            <pc:docMk/>
            <pc:sldMasterMk cId="954369021" sldId="2147483936"/>
            <pc:sldLayoutMk cId="760398524" sldId="2147483948"/>
          </pc:sldLayoutMkLst>
        </pc:sldLayoutChg>
        <pc:sldLayoutChg chg="del">
          <pc:chgData name="Wang, Wei" userId="627587dd-935f-4f2b-a6c6-edd4e0dcbff5" providerId="ADAL" clId="{CA4E89E4-842A-4FC6-8E2B-51B2DA5662AB}" dt="2020-05-21T15:06:13.346" v="61" actId="2696"/>
          <pc:sldLayoutMkLst>
            <pc:docMk/>
            <pc:sldMasterMk cId="954369021" sldId="2147483936"/>
            <pc:sldLayoutMk cId="1302664462" sldId="2147483949"/>
          </pc:sldLayoutMkLst>
        </pc:sldLayoutChg>
        <pc:sldLayoutChg chg="del">
          <pc:chgData name="Wang, Wei" userId="627587dd-935f-4f2b-a6c6-edd4e0dcbff5" providerId="ADAL" clId="{CA4E89E4-842A-4FC6-8E2B-51B2DA5662AB}" dt="2020-05-21T15:06:13.348" v="62" actId="2696"/>
          <pc:sldLayoutMkLst>
            <pc:docMk/>
            <pc:sldMasterMk cId="954369021" sldId="2147483936"/>
            <pc:sldLayoutMk cId="1289734112" sldId="2147483950"/>
          </pc:sldLayoutMkLst>
        </pc:sldLayoutChg>
        <pc:sldLayoutChg chg="del">
          <pc:chgData name="Wang, Wei" userId="627587dd-935f-4f2b-a6c6-edd4e0dcbff5" providerId="ADAL" clId="{CA4E89E4-842A-4FC6-8E2B-51B2DA5662AB}" dt="2020-05-21T15:06:13.349" v="63" actId="2696"/>
          <pc:sldLayoutMkLst>
            <pc:docMk/>
            <pc:sldMasterMk cId="954369021" sldId="2147483936"/>
            <pc:sldLayoutMk cId="1131758393" sldId="2147483951"/>
          </pc:sldLayoutMkLst>
        </pc:sldLayoutChg>
        <pc:sldLayoutChg chg="del">
          <pc:chgData name="Wang, Wei" userId="627587dd-935f-4f2b-a6c6-edd4e0dcbff5" providerId="ADAL" clId="{CA4E89E4-842A-4FC6-8E2B-51B2DA5662AB}" dt="2020-05-21T15:06:13.350" v="64" actId="2696"/>
          <pc:sldLayoutMkLst>
            <pc:docMk/>
            <pc:sldMasterMk cId="954369021" sldId="2147483936"/>
            <pc:sldLayoutMk cId="1239783985" sldId="2147483952"/>
          </pc:sldLayoutMkLst>
        </pc:sldLayoutChg>
        <pc:sldLayoutChg chg="del">
          <pc:chgData name="Wang, Wei" userId="627587dd-935f-4f2b-a6c6-edd4e0dcbff5" providerId="ADAL" clId="{CA4E89E4-842A-4FC6-8E2B-51B2DA5662AB}" dt="2020-05-21T15:06:13.351" v="65" actId="2696"/>
          <pc:sldLayoutMkLst>
            <pc:docMk/>
            <pc:sldMasterMk cId="954369021" sldId="2147483936"/>
            <pc:sldLayoutMk cId="509478517" sldId="2147483953"/>
          </pc:sldLayoutMkLst>
        </pc:sldLayoutChg>
        <pc:sldLayoutChg chg="del">
          <pc:chgData name="Wang, Wei" userId="627587dd-935f-4f2b-a6c6-edd4e0dcbff5" providerId="ADAL" clId="{CA4E89E4-842A-4FC6-8E2B-51B2DA5662AB}" dt="2020-05-21T15:06:13.353" v="66" actId="2696"/>
          <pc:sldLayoutMkLst>
            <pc:docMk/>
            <pc:sldMasterMk cId="954369021" sldId="2147483936"/>
            <pc:sldLayoutMk cId="3895010805" sldId="2147483954"/>
          </pc:sldLayoutMkLst>
        </pc:sldLayoutChg>
        <pc:sldLayoutChg chg="del">
          <pc:chgData name="Wang, Wei" userId="627587dd-935f-4f2b-a6c6-edd4e0dcbff5" providerId="ADAL" clId="{CA4E89E4-842A-4FC6-8E2B-51B2DA5662AB}" dt="2020-05-21T15:06:13.355" v="67" actId="2696"/>
          <pc:sldLayoutMkLst>
            <pc:docMk/>
            <pc:sldMasterMk cId="954369021" sldId="2147483936"/>
            <pc:sldLayoutMk cId="1855096728" sldId="2147483955"/>
          </pc:sldLayoutMkLst>
        </pc:sldLayoutChg>
        <pc:sldLayoutChg chg="del">
          <pc:chgData name="Wang, Wei" userId="627587dd-935f-4f2b-a6c6-edd4e0dcbff5" providerId="ADAL" clId="{CA4E89E4-842A-4FC6-8E2B-51B2DA5662AB}" dt="2020-05-21T15:06:13.358" v="68" actId="2696"/>
          <pc:sldLayoutMkLst>
            <pc:docMk/>
            <pc:sldMasterMk cId="954369021" sldId="2147483936"/>
            <pc:sldLayoutMk cId="2020224282" sldId="2147483956"/>
          </pc:sldLayoutMkLst>
        </pc:sldLayoutChg>
        <pc:sldLayoutChg chg="del">
          <pc:chgData name="Wang, Wei" userId="627587dd-935f-4f2b-a6c6-edd4e0dcbff5" providerId="ADAL" clId="{CA4E89E4-842A-4FC6-8E2B-51B2DA5662AB}" dt="2020-05-21T15:06:13.359" v="69" actId="2696"/>
          <pc:sldLayoutMkLst>
            <pc:docMk/>
            <pc:sldMasterMk cId="954369021" sldId="2147483936"/>
            <pc:sldLayoutMk cId="3543200963" sldId="2147483957"/>
          </pc:sldLayoutMkLst>
        </pc:sldLayoutChg>
        <pc:sldLayoutChg chg="del">
          <pc:chgData name="Wang, Wei" userId="627587dd-935f-4f2b-a6c6-edd4e0dcbff5" providerId="ADAL" clId="{CA4E89E4-842A-4FC6-8E2B-51B2DA5662AB}" dt="2020-05-21T15:06:13.360" v="70" actId="2696"/>
          <pc:sldLayoutMkLst>
            <pc:docMk/>
            <pc:sldMasterMk cId="954369021" sldId="2147483936"/>
            <pc:sldLayoutMk cId="384300419" sldId="2147483958"/>
          </pc:sldLayoutMkLst>
        </pc:sldLayoutChg>
        <pc:sldLayoutChg chg="del">
          <pc:chgData name="Wang, Wei" userId="627587dd-935f-4f2b-a6c6-edd4e0dcbff5" providerId="ADAL" clId="{CA4E89E4-842A-4FC6-8E2B-51B2DA5662AB}" dt="2020-05-21T15:06:13.361" v="71" actId="2696"/>
          <pc:sldLayoutMkLst>
            <pc:docMk/>
            <pc:sldMasterMk cId="954369021" sldId="2147483936"/>
            <pc:sldLayoutMk cId="2997555234" sldId="2147483959"/>
          </pc:sldLayoutMkLst>
        </pc:sldLayoutChg>
        <pc:sldLayoutChg chg="del">
          <pc:chgData name="Wang, Wei" userId="627587dd-935f-4f2b-a6c6-edd4e0dcbff5" providerId="ADAL" clId="{CA4E89E4-842A-4FC6-8E2B-51B2DA5662AB}" dt="2020-05-21T15:06:13.362" v="72" actId="2696"/>
          <pc:sldLayoutMkLst>
            <pc:docMk/>
            <pc:sldMasterMk cId="954369021" sldId="2147483936"/>
            <pc:sldLayoutMk cId="3070119381" sldId="2147483960"/>
          </pc:sldLayoutMkLst>
        </pc:sldLayoutChg>
        <pc:sldLayoutChg chg="del">
          <pc:chgData name="Wang, Wei" userId="627587dd-935f-4f2b-a6c6-edd4e0dcbff5" providerId="ADAL" clId="{CA4E89E4-842A-4FC6-8E2B-51B2DA5662AB}" dt="2020-05-21T15:06:13.364" v="73" actId="2696"/>
          <pc:sldLayoutMkLst>
            <pc:docMk/>
            <pc:sldMasterMk cId="954369021" sldId="2147483936"/>
            <pc:sldLayoutMk cId="567751140" sldId="21474839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944EB3-E743-414B-A21A-64E051E5FA09}" type="slidenum">
              <a:rPr lang="en-GB" smtClean="0"/>
              <a:t>6</a:t>
            </a:fld>
            <a:endParaRPr lang="en-GB"/>
          </a:p>
        </p:txBody>
      </p:sp>
    </p:spTree>
    <p:extLst>
      <p:ext uri="{BB962C8B-B14F-4D97-AF65-F5344CB8AC3E}">
        <p14:creationId xmlns:p14="http://schemas.microsoft.com/office/powerpoint/2010/main" val="100993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944EB3-E743-414B-A21A-64E051E5FA09}" type="slidenum">
              <a:rPr lang="en-GB" smtClean="0"/>
              <a:t>9</a:t>
            </a:fld>
            <a:endParaRPr lang="en-GB"/>
          </a:p>
        </p:txBody>
      </p:sp>
    </p:spTree>
    <p:extLst>
      <p:ext uri="{BB962C8B-B14F-4D97-AF65-F5344CB8AC3E}">
        <p14:creationId xmlns:p14="http://schemas.microsoft.com/office/powerpoint/2010/main" val="4051143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944EB3-E743-414B-A21A-64E051E5FA09}" type="slidenum">
              <a:rPr lang="en-GB" smtClean="0"/>
              <a:t>13</a:t>
            </a:fld>
            <a:endParaRPr lang="en-GB"/>
          </a:p>
        </p:txBody>
      </p:sp>
    </p:spTree>
    <p:extLst>
      <p:ext uri="{BB962C8B-B14F-4D97-AF65-F5344CB8AC3E}">
        <p14:creationId xmlns:p14="http://schemas.microsoft.com/office/powerpoint/2010/main" val="31937517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6.xml"/><Relationship Id="rId5" Type="http://schemas.microsoft.com/office/2007/relationships/hdphoto" Target="../media/hdphoto2.wdp"/><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6" Type="http://schemas.microsoft.com/office/2007/relationships/hdphoto" Target="../media/hdphoto4.wdp"/><Relationship Id="rId5" Type="http://schemas.openxmlformats.org/officeDocument/2006/relationships/image" Target="../media/image12.png"/><Relationship Id="rId4" Type="http://schemas.microsoft.com/office/2007/relationships/hdphoto" Target="../media/hdphoto3.wdp"/></Relationships>
</file>

<file path=ppt/slides/_rels/slide5.xml.rels><?xml version="1.0" encoding="UTF-8" standalone="yes"?>
<Relationships xmlns="http://schemas.openxmlformats.org/package/2006/relationships"><Relationship Id="rId3" Type="http://schemas.microsoft.com/office/2007/relationships/hdphoto" Target="../media/hdphoto5.wdp"/><Relationship Id="rId7" Type="http://schemas.openxmlformats.org/officeDocument/2006/relationships/image" Target="../media/image7.svg"/><Relationship Id="rId2" Type="http://schemas.openxmlformats.org/officeDocument/2006/relationships/image" Target="../media/image13.png"/><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microsoft.com/office/2007/relationships/hdphoto" Target="../media/hdphoto8.wdp"/><Relationship Id="rId13" Type="http://schemas.openxmlformats.org/officeDocument/2006/relationships/image" Target="../media/image21.png"/><Relationship Id="rId18" Type="http://schemas.microsoft.com/office/2007/relationships/hdphoto" Target="../media/hdphoto13.wdp"/><Relationship Id="rId3" Type="http://schemas.openxmlformats.org/officeDocument/2006/relationships/image" Target="../media/image16.png"/><Relationship Id="rId7" Type="http://schemas.openxmlformats.org/officeDocument/2006/relationships/image" Target="../media/image18.png"/><Relationship Id="rId12" Type="http://schemas.microsoft.com/office/2007/relationships/hdphoto" Target="../media/hdphoto10.wdp"/><Relationship Id="rId17" Type="http://schemas.openxmlformats.org/officeDocument/2006/relationships/image" Target="../media/image23.png"/><Relationship Id="rId2" Type="http://schemas.openxmlformats.org/officeDocument/2006/relationships/notesSlide" Target="../notesSlides/notesSlide1.xml"/><Relationship Id="rId16" Type="http://schemas.microsoft.com/office/2007/relationships/hdphoto" Target="../media/hdphoto12.wdp"/><Relationship Id="rId20" Type="http://schemas.microsoft.com/office/2007/relationships/hdphoto" Target="../media/hdphoto14.wdp"/><Relationship Id="rId1" Type="http://schemas.openxmlformats.org/officeDocument/2006/relationships/slideLayout" Target="../slideLayouts/slideLayout8.xml"/><Relationship Id="rId6" Type="http://schemas.microsoft.com/office/2007/relationships/hdphoto" Target="../media/hdphoto7.wdp"/><Relationship Id="rId11" Type="http://schemas.openxmlformats.org/officeDocument/2006/relationships/image" Target="../media/image20.png"/><Relationship Id="rId5" Type="http://schemas.openxmlformats.org/officeDocument/2006/relationships/image" Target="../media/image17.png"/><Relationship Id="rId15" Type="http://schemas.openxmlformats.org/officeDocument/2006/relationships/image" Target="../media/image22.png"/><Relationship Id="rId10" Type="http://schemas.microsoft.com/office/2007/relationships/hdphoto" Target="../media/hdphoto9.wdp"/><Relationship Id="rId19" Type="http://schemas.openxmlformats.org/officeDocument/2006/relationships/image" Target="../media/image24.png"/><Relationship Id="rId4" Type="http://schemas.microsoft.com/office/2007/relationships/hdphoto" Target="../media/hdphoto6.wdp"/><Relationship Id="rId9" Type="http://schemas.openxmlformats.org/officeDocument/2006/relationships/image" Target="../media/image19.png"/><Relationship Id="rId14" Type="http://schemas.microsoft.com/office/2007/relationships/hdphoto" Target="../media/hdphoto11.wdp"/></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microsoft.com/office/2007/relationships/hdphoto" Target="../media/hdphoto15.wdp"/><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30.png"/><Relationship Id="rId1" Type="http://schemas.openxmlformats.org/officeDocument/2006/relationships/slideLayout" Target="../slideLayouts/slideLayout6.xml"/><Relationship Id="rId6" Type="http://schemas.openxmlformats.org/officeDocument/2006/relationships/image" Target="../media/image32.png"/><Relationship Id="rId5" Type="http://schemas.microsoft.com/office/2007/relationships/hdphoto" Target="../media/hdphoto17.wdp"/><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 Id="rId5" Type="http://schemas.openxmlformats.org/officeDocument/2006/relationships/image" Target="../media/image39.png"/><Relationship Id="rId4" Type="http://schemas.microsoft.com/office/2007/relationships/hdphoto" Target="../media/hdphoto18.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095"/>
            <a:ext cx="12192000" cy="4902409"/>
          </a:xfrm>
          <a:prstGeom prst="rect">
            <a:avLst/>
          </a:prstGeom>
          <a:gradFill flip="none" rotWithShape="1">
            <a:gsLst>
              <a:gs pos="0">
                <a:schemeClr val="accent6"/>
              </a:gs>
              <a:gs pos="100000">
                <a:schemeClr val="accent1">
                  <a:lumMod val="20000"/>
                  <a:lumOff val="80000"/>
                  <a:alpha val="4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Period End Closing Execution (BSC) </a:t>
            </a:r>
          </a:p>
        </p:txBody>
      </p:sp>
      <p:sp>
        <p:nvSpPr>
          <p:cNvPr id="40" name="Rounded Rectangle 39"/>
          <p:cNvSpPr/>
          <p:nvPr/>
        </p:nvSpPr>
        <p:spPr>
          <a:xfrm>
            <a:off x="3281078" y="1399526"/>
            <a:ext cx="609852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000000"/>
                </a:solidFill>
                <a:effectLst/>
                <a:uLnTx/>
                <a:uFillTx/>
                <a:latin typeface="Arial" charset="0"/>
                <a:ea typeface="+mn-ea"/>
                <a:cs typeface="Arial" charset="0"/>
              </a:rPr>
              <a:t>Period End Closing Key Process Areas and New Period End Checks</a:t>
            </a:r>
          </a:p>
        </p:txBody>
      </p:sp>
      <p:sp>
        <p:nvSpPr>
          <p:cNvPr id="41" name="Rounded Rectangle 40"/>
          <p:cNvSpPr/>
          <p:nvPr/>
        </p:nvSpPr>
        <p:spPr>
          <a:xfrm>
            <a:off x="673313" y="291072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Lease Accounting and Period End Closing</a:t>
            </a:r>
          </a:p>
        </p:txBody>
      </p:sp>
      <p:sp>
        <p:nvSpPr>
          <p:cNvPr id="22" name="Rounded Rectangle 40">
            <a:extLst>
              <a:ext uri="{FF2B5EF4-FFF2-40B4-BE49-F238E27FC236}">
                <a16:creationId xmlns:a16="http://schemas.microsoft.com/office/drawing/2014/main" id="{091BB016-E8F1-4AAD-AF98-88E474CD8BB2}"/>
              </a:ext>
            </a:extLst>
          </p:cNvPr>
          <p:cNvSpPr/>
          <p:nvPr/>
        </p:nvSpPr>
        <p:spPr>
          <a:xfrm>
            <a:off x="673313"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Period End Closing for Accruals and Recurring Entries</a:t>
            </a:r>
          </a:p>
        </p:txBody>
      </p:sp>
      <p:sp>
        <p:nvSpPr>
          <p:cNvPr id="23" name="Rounded Rectangle 40">
            <a:extLst>
              <a:ext uri="{FF2B5EF4-FFF2-40B4-BE49-F238E27FC236}">
                <a16:creationId xmlns:a16="http://schemas.microsoft.com/office/drawing/2014/main" id="{205DE5C2-7760-4191-BCD4-8195DDE0BF39}"/>
              </a:ext>
            </a:extLst>
          </p:cNvPr>
          <p:cNvSpPr/>
          <p:nvPr/>
        </p:nvSpPr>
        <p:spPr>
          <a:xfrm>
            <a:off x="673313" y="4276616"/>
            <a:ext cx="4944971"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Asset Accounting Closing Activities</a:t>
            </a:r>
          </a:p>
        </p:txBody>
      </p:sp>
      <p:sp>
        <p:nvSpPr>
          <p:cNvPr id="24" name="Rounded Rectangle 40">
            <a:extLst>
              <a:ext uri="{FF2B5EF4-FFF2-40B4-BE49-F238E27FC236}">
                <a16:creationId xmlns:a16="http://schemas.microsoft.com/office/drawing/2014/main" id="{8FFA192F-87C5-48EB-9C2E-BEAA28CDE5C6}"/>
              </a:ext>
            </a:extLst>
          </p:cNvPr>
          <p:cNvSpPr/>
          <p:nvPr/>
        </p:nvSpPr>
        <p:spPr>
          <a:xfrm>
            <a:off x="673313"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GR/IR Closing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Rounded Rectangle 40">
            <a:extLst>
              <a:ext uri="{FF2B5EF4-FFF2-40B4-BE49-F238E27FC236}">
                <a16:creationId xmlns:a16="http://schemas.microsoft.com/office/drawing/2014/main" id="{E379EF69-99DA-4912-A17E-41FCD589B730}"/>
              </a:ext>
            </a:extLst>
          </p:cNvPr>
          <p:cNvSpPr/>
          <p:nvPr/>
        </p:nvSpPr>
        <p:spPr>
          <a:xfrm>
            <a:off x="673313" y="5642505"/>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Automatic Clearing of LSC</a:t>
            </a:r>
            <a:r>
              <a:rPr lang="en-GB" sz="1400" i="1" baseline="30000">
                <a:solidFill>
                  <a:srgbClr val="FF0000"/>
                </a:solidFill>
                <a:latin typeface="Arial" charset="0"/>
                <a:cs typeface="Arial" charset="0"/>
              </a:rPr>
              <a:t>1)</a:t>
            </a:r>
            <a:r>
              <a:rPr lang="en-GB" sz="1400" b="1">
                <a:solidFill>
                  <a:srgbClr val="FFFFFF"/>
                </a:solidFill>
                <a:latin typeface="Arial" charset="0"/>
                <a:cs typeface="Arial" charset="0"/>
              </a:rPr>
              <a:t> Accounts</a:t>
            </a:r>
          </a:p>
        </p:txBody>
      </p:sp>
      <p:sp>
        <p:nvSpPr>
          <p:cNvPr id="26" name="Rounded Rectangle 40">
            <a:extLst>
              <a:ext uri="{FF2B5EF4-FFF2-40B4-BE49-F238E27FC236}">
                <a16:creationId xmlns:a16="http://schemas.microsoft.com/office/drawing/2014/main" id="{4329EBC2-8992-4195-8E13-999726E21761}"/>
              </a:ext>
            </a:extLst>
          </p:cNvPr>
          <p:cNvSpPr/>
          <p:nvPr/>
        </p:nvSpPr>
        <p:spPr>
          <a:xfrm>
            <a:off x="6695134" y="291072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Cost Management Closing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Rounded Rectangle 40">
            <a:extLst>
              <a:ext uri="{FF2B5EF4-FFF2-40B4-BE49-F238E27FC236}">
                <a16:creationId xmlns:a16="http://schemas.microsoft.com/office/drawing/2014/main" id="{478B7F94-42EC-425F-9F47-5A42225822AD}"/>
              </a:ext>
            </a:extLst>
          </p:cNvPr>
          <p:cNvSpPr/>
          <p:nvPr/>
        </p:nvSpPr>
        <p:spPr>
          <a:xfrm>
            <a:off x="6695134"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Period End Data Checks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Rounded Rectangle 40">
            <a:extLst>
              <a:ext uri="{FF2B5EF4-FFF2-40B4-BE49-F238E27FC236}">
                <a16:creationId xmlns:a16="http://schemas.microsoft.com/office/drawing/2014/main" id="{1C57AD5B-BBB5-4766-909A-B0F414925B5B}"/>
              </a:ext>
            </a:extLst>
          </p:cNvPr>
          <p:cNvSpPr/>
          <p:nvPr/>
        </p:nvSpPr>
        <p:spPr>
          <a:xfrm>
            <a:off x="6695134" y="427661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VAT Clearing and Reporting</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Rounded Rectangle 40">
            <a:extLst>
              <a:ext uri="{FF2B5EF4-FFF2-40B4-BE49-F238E27FC236}">
                <a16:creationId xmlns:a16="http://schemas.microsoft.com/office/drawing/2014/main" id="{D796FE03-AABA-4EB3-BA42-BC9F43C15FD3}"/>
              </a:ext>
            </a:extLst>
          </p:cNvPr>
          <p:cNvSpPr/>
          <p:nvPr/>
        </p:nvSpPr>
        <p:spPr>
          <a:xfrm>
            <a:off x="6695134"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Material Ledger Closing (Non-GSC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ounded Rectangle 40">
            <a:extLst>
              <a:ext uri="{FF2B5EF4-FFF2-40B4-BE49-F238E27FC236}">
                <a16:creationId xmlns:a16="http://schemas.microsoft.com/office/drawing/2014/main" id="{7DD719F9-E985-4F5E-A70A-5AFC7C99D2CE}"/>
              </a:ext>
            </a:extLst>
          </p:cNvPr>
          <p:cNvSpPr/>
          <p:nvPr/>
        </p:nvSpPr>
        <p:spPr>
          <a:xfrm>
            <a:off x="6695134" y="5642505"/>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G/L Closing Activities for Financial Statement Preparation</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 name="Connector: Elbow 4">
            <a:extLst>
              <a:ext uri="{FF2B5EF4-FFF2-40B4-BE49-F238E27FC236}">
                <a16:creationId xmlns:a16="http://schemas.microsoft.com/office/drawing/2014/main" id="{E4E3B551-8A19-41F9-B96A-F3D36604A60A}"/>
              </a:ext>
            </a:extLst>
          </p:cNvPr>
          <p:cNvCxnSpPr>
            <a:cxnSpLocks/>
          </p:cNvCxnSpPr>
          <p:nvPr/>
        </p:nvCxnSpPr>
        <p:spPr>
          <a:xfrm rot="10800000" flipV="1">
            <a:off x="571718" y="2082470"/>
            <a:ext cx="5657025" cy="3811882"/>
          </a:xfrm>
          <a:prstGeom prst="bentConnector3">
            <a:avLst>
              <a:gd name="adj1" fmla="val 105978"/>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91E4123E-477A-425D-9FBC-58AF1A698C84}"/>
              </a:ext>
            </a:extLst>
          </p:cNvPr>
          <p:cNvCxnSpPr>
            <a:cxnSpLocks/>
          </p:cNvCxnSpPr>
          <p:nvPr/>
        </p:nvCxnSpPr>
        <p:spPr>
          <a:xfrm rot="16200000" flipH="1">
            <a:off x="4405376" y="3706192"/>
            <a:ext cx="3991130" cy="385189"/>
          </a:xfrm>
          <a:prstGeom prst="bentConnector3">
            <a:avLst>
              <a:gd name="adj1" fmla="val 10016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3EBEE6B-2DD2-4C84-98CD-E5ED4E58D20C}"/>
              </a:ext>
            </a:extLst>
          </p:cNvPr>
          <p:cNvCxnSpPr>
            <a:cxnSpLocks/>
          </p:cNvCxnSpPr>
          <p:nvPr/>
        </p:nvCxnSpPr>
        <p:spPr>
          <a:xfrm>
            <a:off x="237114" y="309996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88FA4E5-5E3C-4BAB-8D83-7A18F42B78B6}"/>
              </a:ext>
            </a:extLst>
          </p:cNvPr>
          <p:cNvCxnSpPr>
            <a:cxnSpLocks/>
          </p:cNvCxnSpPr>
          <p:nvPr/>
        </p:nvCxnSpPr>
        <p:spPr>
          <a:xfrm>
            <a:off x="237114" y="37711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5E2183E-AF10-4629-B7B8-E9B9986DB435}"/>
              </a:ext>
            </a:extLst>
          </p:cNvPr>
          <p:cNvCxnSpPr>
            <a:cxnSpLocks/>
          </p:cNvCxnSpPr>
          <p:nvPr/>
        </p:nvCxnSpPr>
        <p:spPr>
          <a:xfrm>
            <a:off x="237114" y="455997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638197A-BD05-4467-A0B3-1123B54A7910}"/>
              </a:ext>
            </a:extLst>
          </p:cNvPr>
          <p:cNvCxnSpPr>
            <a:cxnSpLocks/>
          </p:cNvCxnSpPr>
          <p:nvPr/>
        </p:nvCxnSpPr>
        <p:spPr>
          <a:xfrm>
            <a:off x="237114" y="52114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0BA6438-1A74-436F-9160-CB0FB704C8A4}"/>
              </a:ext>
            </a:extLst>
          </p:cNvPr>
          <p:cNvCxnSpPr>
            <a:cxnSpLocks/>
          </p:cNvCxnSpPr>
          <p:nvPr/>
        </p:nvCxnSpPr>
        <p:spPr>
          <a:xfrm>
            <a:off x="6235949" y="3094104"/>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933A4AA-F545-4E3B-B48D-08711E8FCF6A}"/>
              </a:ext>
            </a:extLst>
          </p:cNvPr>
          <p:cNvCxnSpPr>
            <a:cxnSpLocks/>
          </p:cNvCxnSpPr>
          <p:nvPr/>
        </p:nvCxnSpPr>
        <p:spPr>
          <a:xfrm>
            <a:off x="6235949" y="381800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46830C5-8D0A-496A-9F17-E7945754D25C}"/>
              </a:ext>
            </a:extLst>
          </p:cNvPr>
          <p:cNvCxnSpPr>
            <a:cxnSpLocks/>
          </p:cNvCxnSpPr>
          <p:nvPr/>
        </p:nvCxnSpPr>
        <p:spPr>
          <a:xfrm>
            <a:off x="6235949" y="4554117"/>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D59F-EA27-49EC-A25F-785761157405}"/>
              </a:ext>
            </a:extLst>
          </p:cNvPr>
          <p:cNvCxnSpPr>
            <a:cxnSpLocks/>
          </p:cNvCxnSpPr>
          <p:nvPr/>
        </p:nvCxnSpPr>
        <p:spPr>
          <a:xfrm>
            <a:off x="6235949" y="5205550"/>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1" name="Rounded Rectangle 40">
            <a:extLst>
              <a:ext uri="{FF2B5EF4-FFF2-40B4-BE49-F238E27FC236}">
                <a16:creationId xmlns:a16="http://schemas.microsoft.com/office/drawing/2014/main" id="{BDACF3D3-2286-4EE6-939F-BD6495EE430E}"/>
              </a:ext>
            </a:extLst>
          </p:cNvPr>
          <p:cNvSpPr/>
          <p:nvPr/>
        </p:nvSpPr>
        <p:spPr>
          <a:xfrm>
            <a:off x="6675312" y="2211643"/>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lvl="0" algn="ctr">
              <a:spcAft>
                <a:spcPts val="1000"/>
              </a:spcAft>
              <a:defRPr/>
            </a:pPr>
            <a:r>
              <a:rPr lang="en-GB" sz="1400" b="1">
                <a:solidFill>
                  <a:srgbClr val="FFFFFF"/>
                </a:solidFill>
                <a:latin typeface="Arial" charset="0"/>
                <a:cs typeface="Arial" charset="0"/>
              </a:rPr>
              <a:t>Intercompany and Period End Closing</a:t>
            </a:r>
            <a:endParaRPr lang="en-GB" sz="1400">
              <a:solidFill>
                <a:srgbClr val="FFFFFF"/>
              </a:solidFill>
            </a:endParaRPr>
          </a:p>
        </p:txBody>
      </p:sp>
      <p:cxnSp>
        <p:nvCxnSpPr>
          <p:cNvPr id="32" name="Straight Connector 31">
            <a:extLst>
              <a:ext uri="{FF2B5EF4-FFF2-40B4-BE49-F238E27FC236}">
                <a16:creationId xmlns:a16="http://schemas.microsoft.com/office/drawing/2014/main" id="{884238E6-E8C6-46A4-A65E-938DFAE16828}"/>
              </a:ext>
            </a:extLst>
          </p:cNvPr>
          <p:cNvCxnSpPr>
            <a:cxnSpLocks/>
          </p:cNvCxnSpPr>
          <p:nvPr/>
        </p:nvCxnSpPr>
        <p:spPr>
          <a:xfrm>
            <a:off x="6228742" y="242002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3035EF1-E9BE-44DE-BA35-80386C719969}"/>
              </a:ext>
            </a:extLst>
          </p:cNvPr>
          <p:cNvSpPr txBox="1"/>
          <p:nvPr/>
        </p:nvSpPr>
        <p:spPr>
          <a:xfrm>
            <a:off x="1978269" y="6409592"/>
            <a:ext cx="3490546" cy="365125"/>
          </a:xfrm>
          <a:prstGeom prst="rect">
            <a:avLst/>
          </a:prstGeom>
          <a:noFill/>
        </p:spPr>
        <p:txBody>
          <a:bodyPr wrap="square" lIns="0" tIns="0" rIns="0" bIns="0" rtlCol="0">
            <a:noAutofit/>
          </a:bodyPr>
          <a:lstStyle/>
          <a:p>
            <a:pPr algn="l"/>
            <a:r>
              <a:rPr lang="en-US" sz="900" i="1" baseline="30000">
                <a:solidFill>
                  <a:srgbClr val="FF0000"/>
                </a:solidFill>
              </a:rPr>
              <a:t>1) </a:t>
            </a:r>
            <a:r>
              <a:rPr lang="en-US" sz="900" b="1" i="1"/>
              <a:t>LSC</a:t>
            </a:r>
            <a:r>
              <a:rPr lang="en-US" sz="900" i="1"/>
              <a:t> – Accounts with indicator “Clearing Specific to Ledger Groups” active.</a:t>
            </a:r>
          </a:p>
        </p:txBody>
      </p:sp>
      <p:sp>
        <p:nvSpPr>
          <p:cNvPr id="33" name="Rounded Rectangle 40">
            <a:extLst>
              <a:ext uri="{FF2B5EF4-FFF2-40B4-BE49-F238E27FC236}">
                <a16:creationId xmlns:a16="http://schemas.microsoft.com/office/drawing/2014/main" id="{3B7A6A7E-D54B-4464-8203-DF984ED60F8B}"/>
              </a:ext>
            </a:extLst>
          </p:cNvPr>
          <p:cNvSpPr/>
          <p:nvPr/>
        </p:nvSpPr>
        <p:spPr>
          <a:xfrm>
            <a:off x="673313" y="222380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Posting Period Control</a:t>
            </a:r>
          </a:p>
        </p:txBody>
      </p:sp>
      <p:cxnSp>
        <p:nvCxnSpPr>
          <p:cNvPr id="37" name="Straight Connector 36">
            <a:extLst>
              <a:ext uri="{FF2B5EF4-FFF2-40B4-BE49-F238E27FC236}">
                <a16:creationId xmlns:a16="http://schemas.microsoft.com/office/drawing/2014/main" id="{401AB3D3-7BD8-4F78-9906-C339BF054918}"/>
              </a:ext>
            </a:extLst>
          </p:cNvPr>
          <p:cNvCxnSpPr>
            <a:cxnSpLocks/>
          </p:cNvCxnSpPr>
          <p:nvPr/>
        </p:nvCxnSpPr>
        <p:spPr>
          <a:xfrm>
            <a:off x="247717" y="245026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2741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r>
              <a:rPr lang="en-US"/>
              <a:t>Asset Accounting Closing Overview</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fld id="{1A6A2304-23DC-2B46-BD14-F082077842FF}" type="slidenum">
              <a:rPr lang="en-US" smtClean="0"/>
              <a:pPr/>
              <a:t>2</a:t>
            </a:fld>
            <a:endParaRPr lang="en-US"/>
          </a:p>
        </p:txBody>
      </p:sp>
      <p:sp>
        <p:nvSpPr>
          <p:cNvPr id="13" name="Freeform: Shape 12">
            <a:extLst>
              <a:ext uri="{FF2B5EF4-FFF2-40B4-BE49-F238E27FC236}">
                <a16:creationId xmlns:a16="http://schemas.microsoft.com/office/drawing/2014/main" id="{C67B9C16-9744-4EE2-83FF-E4DB34F513CC}"/>
              </a:ext>
            </a:extLst>
          </p:cNvPr>
          <p:cNvSpPr/>
          <p:nvPr/>
        </p:nvSpPr>
        <p:spPr>
          <a:xfrm>
            <a:off x="3421184" y="1784317"/>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72640" tIns="59940" rIns="72640" bIns="59940" numCol="1" spcCol="1270" anchor="ctr" anchorCtr="0">
            <a:noAutofit/>
          </a:bodyPr>
          <a:lstStyle/>
          <a:p>
            <a:pPr marL="0" lvl="0" indent="0" algn="ctr" defTabSz="889000">
              <a:lnSpc>
                <a:spcPct val="90000"/>
              </a:lnSpc>
              <a:spcBef>
                <a:spcPct val="0"/>
              </a:spcBef>
              <a:spcAft>
                <a:spcPct val="35000"/>
              </a:spcAft>
              <a:buNone/>
            </a:pPr>
            <a:r>
              <a:rPr lang="en-US" sz="2000" kern="1200"/>
              <a:t>Capex WBS Settlement</a:t>
            </a:r>
          </a:p>
        </p:txBody>
      </p:sp>
      <p:sp>
        <p:nvSpPr>
          <p:cNvPr id="15" name="Freeform: Shape 14">
            <a:extLst>
              <a:ext uri="{FF2B5EF4-FFF2-40B4-BE49-F238E27FC236}">
                <a16:creationId xmlns:a16="http://schemas.microsoft.com/office/drawing/2014/main" id="{F91246A4-9AF3-4264-A604-F080EB9809AD}"/>
              </a:ext>
            </a:extLst>
          </p:cNvPr>
          <p:cNvSpPr/>
          <p:nvPr/>
        </p:nvSpPr>
        <p:spPr>
          <a:xfrm>
            <a:off x="3892892" y="3258402"/>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lvl="0" algn="ctr" defTabSz="1644650">
              <a:lnSpc>
                <a:spcPct val="90000"/>
              </a:lnSpc>
              <a:spcBef>
                <a:spcPct val="0"/>
              </a:spcBef>
              <a:spcAft>
                <a:spcPct val="35000"/>
              </a:spcAft>
            </a:pPr>
            <a:r>
              <a:rPr lang="en-US" sz="1600" b="1" kern="1200"/>
              <a:t>T-Code</a:t>
            </a:r>
            <a:r>
              <a:rPr lang="en-US" sz="1600" kern="1200"/>
              <a:t>: </a:t>
            </a:r>
          </a:p>
          <a:p>
            <a:pPr lvl="0" algn="ctr" defTabSz="1644650">
              <a:lnSpc>
                <a:spcPct val="90000"/>
              </a:lnSpc>
              <a:spcBef>
                <a:spcPct val="0"/>
              </a:spcBef>
              <a:spcAft>
                <a:spcPct val="35000"/>
              </a:spcAft>
            </a:pPr>
            <a:r>
              <a:rPr lang="en-US" sz="1600"/>
              <a:t>CJB1, CJ8G</a:t>
            </a:r>
            <a:endParaRPr lang="en-US" sz="1600" kern="1200"/>
          </a:p>
        </p:txBody>
      </p:sp>
      <p:sp>
        <p:nvSpPr>
          <p:cNvPr id="16" name="Freeform: Shape 15">
            <a:extLst>
              <a:ext uri="{FF2B5EF4-FFF2-40B4-BE49-F238E27FC236}">
                <a16:creationId xmlns:a16="http://schemas.microsoft.com/office/drawing/2014/main" id="{032A75FF-FE78-490B-9F56-B924A7479E36}"/>
              </a:ext>
            </a:extLst>
          </p:cNvPr>
          <p:cNvSpPr/>
          <p:nvPr/>
        </p:nvSpPr>
        <p:spPr>
          <a:xfrm>
            <a:off x="3657038" y="2963585"/>
            <a:ext cx="235853" cy="2358536"/>
          </a:xfrm>
          <a:custGeom>
            <a:avLst/>
            <a:gdLst/>
            <a:ahLst/>
            <a:cxnLst/>
            <a:rect l="0" t="0" r="0" b="0"/>
            <a:pathLst>
              <a:path>
                <a:moveTo>
                  <a:pt x="0" y="0"/>
                </a:moveTo>
                <a:lnTo>
                  <a:pt x="0" y="2358536"/>
                </a:lnTo>
                <a:lnTo>
                  <a:pt x="235853" y="2358536"/>
                </a:lnTo>
              </a:path>
            </a:pathLst>
          </a:custGeom>
          <a:solidFill>
            <a:schemeClr val="accent1">
              <a:lumMod val="40000"/>
              <a:lumOff val="60000"/>
            </a:schemeClr>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17" name="Freeform: Shape 16">
            <a:extLst>
              <a:ext uri="{FF2B5EF4-FFF2-40B4-BE49-F238E27FC236}">
                <a16:creationId xmlns:a16="http://schemas.microsoft.com/office/drawing/2014/main" id="{D209D7F4-6D2F-41AB-81B3-9E56673BCF5E}"/>
              </a:ext>
            </a:extLst>
          </p:cNvPr>
          <p:cNvSpPr/>
          <p:nvPr/>
        </p:nvSpPr>
        <p:spPr>
          <a:xfrm>
            <a:off x="3892891" y="4732487"/>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lvl="0" indent="0" algn="ctr" defTabSz="1644650">
              <a:lnSpc>
                <a:spcPct val="90000"/>
              </a:lnSpc>
              <a:spcBef>
                <a:spcPct val="0"/>
              </a:spcBef>
              <a:spcAft>
                <a:spcPct val="35000"/>
              </a:spcAft>
              <a:buNone/>
            </a:pPr>
            <a:r>
              <a:rPr lang="en-US" sz="1600" b="1" kern="1200"/>
              <a:t>Timing: </a:t>
            </a:r>
            <a:r>
              <a:rPr lang="en-US" sz="1600" kern="1200"/>
              <a:t>WD-1 </a:t>
            </a:r>
            <a:r>
              <a:rPr lang="en-US" sz="1600" i="1" kern="1200" baseline="30000">
                <a:solidFill>
                  <a:srgbClr val="FF0000"/>
                </a:solidFill>
              </a:rPr>
              <a:t>1)</a:t>
            </a:r>
          </a:p>
        </p:txBody>
      </p:sp>
      <p:sp>
        <p:nvSpPr>
          <p:cNvPr id="18" name="Freeform: Shape 17">
            <a:extLst>
              <a:ext uri="{FF2B5EF4-FFF2-40B4-BE49-F238E27FC236}">
                <a16:creationId xmlns:a16="http://schemas.microsoft.com/office/drawing/2014/main" id="{588E3379-9264-4362-8C66-BDC7930C5CC2}"/>
              </a:ext>
            </a:extLst>
          </p:cNvPr>
          <p:cNvSpPr/>
          <p:nvPr/>
        </p:nvSpPr>
        <p:spPr>
          <a:xfrm>
            <a:off x="6369355" y="1784317"/>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p:spPr>
        <p:style>
          <a:lnRef idx="0">
            <a:schemeClr val="lt1">
              <a:hueOff val="0"/>
              <a:satOff val="0"/>
              <a:lumOff val="0"/>
              <a:alphaOff val="0"/>
            </a:schemeClr>
          </a:lnRef>
          <a:fillRef idx="3">
            <a:schemeClr val="accent3">
              <a:hueOff val="3096097"/>
              <a:satOff val="-22684"/>
              <a:lumOff val="3725"/>
              <a:alphaOff val="0"/>
            </a:schemeClr>
          </a:fillRef>
          <a:effectRef idx="3">
            <a:schemeClr val="accent3">
              <a:hueOff val="3096097"/>
              <a:satOff val="-22684"/>
              <a:lumOff val="3725"/>
              <a:alphaOff val="0"/>
            </a:schemeClr>
          </a:effectRef>
          <a:fontRef idx="minor">
            <a:schemeClr val="lt1"/>
          </a:fontRef>
        </p:style>
        <p:txBody>
          <a:bodyPr spcFirstLastPara="0" vert="horz" wrap="square" lIns="72640" tIns="59940" rIns="72640" bIns="59940" numCol="1" spcCol="1270" anchor="ctr" anchorCtr="0">
            <a:noAutofit/>
          </a:bodyPr>
          <a:lstStyle/>
          <a:p>
            <a:pPr marL="0" lvl="0" indent="0" algn="ctr" defTabSz="889000">
              <a:lnSpc>
                <a:spcPct val="90000"/>
              </a:lnSpc>
              <a:spcBef>
                <a:spcPct val="0"/>
              </a:spcBef>
              <a:spcAft>
                <a:spcPct val="35000"/>
              </a:spcAft>
              <a:buNone/>
            </a:pPr>
            <a:r>
              <a:rPr lang="en-US" sz="2000" kern="1200"/>
              <a:t>Depreciation Run</a:t>
            </a:r>
          </a:p>
        </p:txBody>
      </p:sp>
      <p:sp>
        <p:nvSpPr>
          <p:cNvPr id="20" name="Freeform: Shape 19">
            <a:extLst>
              <a:ext uri="{FF2B5EF4-FFF2-40B4-BE49-F238E27FC236}">
                <a16:creationId xmlns:a16="http://schemas.microsoft.com/office/drawing/2014/main" id="{1980CF64-D864-4CE8-9C77-64C46E9CE215}"/>
              </a:ext>
            </a:extLst>
          </p:cNvPr>
          <p:cNvSpPr/>
          <p:nvPr/>
        </p:nvSpPr>
        <p:spPr>
          <a:xfrm>
            <a:off x="6841062" y="3258402"/>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6"/>
            </a:solidFill>
          </a:ln>
        </p:spPr>
        <p:style>
          <a:lnRef idx="1">
            <a:schemeClr val="accent3">
              <a:hueOff val="2476878"/>
              <a:satOff val="-18147"/>
              <a:lumOff val="298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T-Code</a:t>
            </a:r>
            <a:r>
              <a:rPr lang="en-US" sz="1600"/>
              <a:t>: </a:t>
            </a:r>
          </a:p>
          <a:p>
            <a:pPr algn="ctr" defTabSz="1644650">
              <a:lnSpc>
                <a:spcPct val="90000"/>
              </a:lnSpc>
              <a:spcBef>
                <a:spcPct val="0"/>
              </a:spcBef>
              <a:spcAft>
                <a:spcPct val="35000"/>
              </a:spcAft>
            </a:pPr>
            <a:r>
              <a:rPr lang="en-US" sz="1600"/>
              <a:t>AFAR, AFAB</a:t>
            </a:r>
            <a:endParaRPr lang="en-US" sz="1600" kern="1200"/>
          </a:p>
        </p:txBody>
      </p:sp>
      <p:sp>
        <p:nvSpPr>
          <p:cNvPr id="21" name="Freeform: Shape 20">
            <a:extLst>
              <a:ext uri="{FF2B5EF4-FFF2-40B4-BE49-F238E27FC236}">
                <a16:creationId xmlns:a16="http://schemas.microsoft.com/office/drawing/2014/main" id="{907F54C8-262C-440E-A6ED-3F5593A6FAEB}"/>
              </a:ext>
            </a:extLst>
          </p:cNvPr>
          <p:cNvSpPr/>
          <p:nvPr/>
        </p:nvSpPr>
        <p:spPr>
          <a:xfrm>
            <a:off x="6605208" y="2963585"/>
            <a:ext cx="235853" cy="2358536"/>
          </a:xfrm>
          <a:custGeom>
            <a:avLst/>
            <a:gdLst/>
            <a:ahLst/>
            <a:cxnLst/>
            <a:rect l="0" t="0" r="0" b="0"/>
            <a:pathLst>
              <a:path>
                <a:moveTo>
                  <a:pt x="0" y="0"/>
                </a:moveTo>
                <a:lnTo>
                  <a:pt x="0" y="2358536"/>
                </a:lnTo>
                <a:lnTo>
                  <a:pt x="235853" y="2358536"/>
                </a:lnTo>
              </a:path>
            </a:pathLst>
          </a:custGeom>
          <a:solidFill>
            <a:schemeClr val="accent6">
              <a:lumMod val="40000"/>
              <a:lumOff val="60000"/>
            </a:schemeClr>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22" name="Freeform: Shape 21">
            <a:extLst>
              <a:ext uri="{FF2B5EF4-FFF2-40B4-BE49-F238E27FC236}">
                <a16:creationId xmlns:a16="http://schemas.microsoft.com/office/drawing/2014/main" id="{7AE8875A-CABD-4514-923F-008F79A3BF72}"/>
              </a:ext>
            </a:extLst>
          </p:cNvPr>
          <p:cNvSpPr/>
          <p:nvPr/>
        </p:nvSpPr>
        <p:spPr>
          <a:xfrm>
            <a:off x="6841062" y="4732487"/>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3715316"/>
              <a:satOff val="-27221"/>
              <a:lumOff val="447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Timing: </a:t>
            </a:r>
            <a:r>
              <a:rPr lang="en-US" sz="1600"/>
              <a:t>WD-1</a:t>
            </a:r>
            <a:endParaRPr lang="en-US" sz="1600" kern="1200"/>
          </a:p>
        </p:txBody>
      </p:sp>
      <p:sp>
        <p:nvSpPr>
          <p:cNvPr id="23" name="Freeform: Shape 22">
            <a:extLst>
              <a:ext uri="{FF2B5EF4-FFF2-40B4-BE49-F238E27FC236}">
                <a16:creationId xmlns:a16="http://schemas.microsoft.com/office/drawing/2014/main" id="{42F8868A-F7CE-4669-84AF-0E25C783568C}"/>
              </a:ext>
            </a:extLst>
          </p:cNvPr>
          <p:cNvSpPr/>
          <p:nvPr/>
        </p:nvSpPr>
        <p:spPr>
          <a:xfrm>
            <a:off x="9317525" y="1784317"/>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a:solidFill>
            <a:schemeClr val="bg1">
              <a:lumMod val="50000"/>
            </a:schemeClr>
          </a:solidFill>
          <a:ln>
            <a:noFill/>
          </a:ln>
        </p:spPr>
        <p:style>
          <a:lnRef idx="0">
            <a:schemeClr val="lt1">
              <a:hueOff val="0"/>
              <a:satOff val="0"/>
              <a:lumOff val="0"/>
              <a:alphaOff val="0"/>
            </a:schemeClr>
          </a:lnRef>
          <a:fillRef idx="3">
            <a:schemeClr val="accent3">
              <a:hueOff val="6192194"/>
              <a:satOff val="-45368"/>
              <a:lumOff val="7450"/>
              <a:alphaOff val="0"/>
            </a:schemeClr>
          </a:fillRef>
          <a:effectRef idx="3">
            <a:schemeClr val="accent3">
              <a:hueOff val="6192194"/>
              <a:satOff val="-45368"/>
              <a:lumOff val="7450"/>
              <a:alphaOff val="0"/>
            </a:schemeClr>
          </a:effectRef>
          <a:fontRef idx="minor">
            <a:schemeClr val="lt1"/>
          </a:fontRef>
        </p:style>
        <p:txBody>
          <a:bodyPr spcFirstLastPara="0" vert="horz" wrap="square" lIns="72640" tIns="59940" rIns="72640" bIns="59940" numCol="1" spcCol="1270" anchor="ctr" anchorCtr="0">
            <a:noAutofit/>
          </a:bodyPr>
          <a:lstStyle/>
          <a:p>
            <a:pPr marL="0" lvl="0" indent="0" algn="ctr" defTabSz="889000">
              <a:lnSpc>
                <a:spcPct val="90000"/>
              </a:lnSpc>
              <a:spcBef>
                <a:spcPct val="0"/>
              </a:spcBef>
              <a:spcAft>
                <a:spcPct val="35000"/>
              </a:spcAft>
              <a:buNone/>
            </a:pPr>
            <a:r>
              <a:rPr lang="en-US" sz="2000" kern="1200"/>
              <a:t>Depreciation Expense Translation</a:t>
            </a:r>
          </a:p>
        </p:txBody>
      </p:sp>
      <p:sp>
        <p:nvSpPr>
          <p:cNvPr id="25" name="Freeform: Shape 24">
            <a:extLst>
              <a:ext uri="{FF2B5EF4-FFF2-40B4-BE49-F238E27FC236}">
                <a16:creationId xmlns:a16="http://schemas.microsoft.com/office/drawing/2014/main" id="{B88BF49F-B0E8-4BE4-A9FE-89A1D20592EC}"/>
              </a:ext>
            </a:extLst>
          </p:cNvPr>
          <p:cNvSpPr/>
          <p:nvPr/>
        </p:nvSpPr>
        <p:spPr>
          <a:xfrm>
            <a:off x="9789232" y="3258402"/>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4953755"/>
              <a:satOff val="-36294"/>
              <a:lumOff val="596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T-Code</a:t>
            </a:r>
            <a:r>
              <a:rPr lang="en-US" sz="1600"/>
              <a:t>: </a:t>
            </a:r>
          </a:p>
          <a:p>
            <a:pPr algn="ctr" defTabSz="1644650">
              <a:lnSpc>
                <a:spcPct val="90000"/>
              </a:lnSpc>
              <a:spcBef>
                <a:spcPct val="0"/>
              </a:spcBef>
              <a:spcAft>
                <a:spcPct val="35000"/>
              </a:spcAft>
            </a:pPr>
            <a:r>
              <a:rPr lang="en-US" sz="1600"/>
              <a:t>ZFAAU_DP01</a:t>
            </a:r>
            <a:endParaRPr lang="en-US" sz="1600" kern="1200"/>
          </a:p>
        </p:txBody>
      </p:sp>
      <p:sp>
        <p:nvSpPr>
          <p:cNvPr id="26" name="Freeform: Shape 25">
            <a:extLst>
              <a:ext uri="{FF2B5EF4-FFF2-40B4-BE49-F238E27FC236}">
                <a16:creationId xmlns:a16="http://schemas.microsoft.com/office/drawing/2014/main" id="{31A7DC40-60AB-4805-A72A-FF8AD9A3E216}"/>
              </a:ext>
            </a:extLst>
          </p:cNvPr>
          <p:cNvSpPr/>
          <p:nvPr/>
        </p:nvSpPr>
        <p:spPr>
          <a:xfrm>
            <a:off x="9553379" y="2963585"/>
            <a:ext cx="235853" cy="2358536"/>
          </a:xfrm>
          <a:custGeom>
            <a:avLst/>
            <a:gdLst/>
            <a:ahLst/>
            <a:cxnLst/>
            <a:rect l="0" t="0" r="0" b="0"/>
            <a:pathLst>
              <a:path>
                <a:moveTo>
                  <a:pt x="0" y="0"/>
                </a:moveTo>
                <a:lnTo>
                  <a:pt x="0" y="2358536"/>
                </a:lnTo>
                <a:lnTo>
                  <a:pt x="235853" y="2358536"/>
                </a:lnTo>
              </a:path>
            </a:pathLst>
          </a:custGeom>
          <a:solidFill>
            <a:schemeClr val="bg1">
              <a:lumMod val="65000"/>
            </a:schemeClr>
          </a:solidFill>
          <a:ln>
            <a:solidFill>
              <a:schemeClr val="bg1">
                <a:lumMod val="65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27" name="Freeform: Shape 26">
            <a:extLst>
              <a:ext uri="{FF2B5EF4-FFF2-40B4-BE49-F238E27FC236}">
                <a16:creationId xmlns:a16="http://schemas.microsoft.com/office/drawing/2014/main" id="{50178BAA-EBD1-4308-A4DC-2EA20667193B}"/>
              </a:ext>
            </a:extLst>
          </p:cNvPr>
          <p:cNvSpPr/>
          <p:nvPr/>
        </p:nvSpPr>
        <p:spPr>
          <a:xfrm>
            <a:off x="9789232" y="4732487"/>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6192194"/>
              <a:satOff val="-45368"/>
              <a:lumOff val="745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Timing: </a:t>
            </a:r>
            <a:r>
              <a:rPr lang="en-US" sz="1400"/>
              <a:t>WD1 after Depreciation Run</a:t>
            </a:r>
            <a:endParaRPr lang="en-US" sz="1400" kern="1200"/>
          </a:p>
        </p:txBody>
      </p:sp>
      <p:cxnSp>
        <p:nvCxnSpPr>
          <p:cNvPr id="30" name="Straight Connector 29">
            <a:extLst>
              <a:ext uri="{FF2B5EF4-FFF2-40B4-BE49-F238E27FC236}">
                <a16:creationId xmlns:a16="http://schemas.microsoft.com/office/drawing/2014/main" id="{ECDBD6DF-4FA3-4D76-ABB6-75D880BC8277}"/>
              </a:ext>
            </a:extLst>
          </p:cNvPr>
          <p:cNvCxnSpPr>
            <a:cxnSpLocks/>
          </p:cNvCxnSpPr>
          <p:nvPr/>
        </p:nvCxnSpPr>
        <p:spPr>
          <a:xfrm>
            <a:off x="3657038" y="3473764"/>
            <a:ext cx="235853" cy="0"/>
          </a:xfrm>
          <a:prstGeom prst="line">
            <a:avLst/>
          </a:prstGeom>
          <a:solidFill>
            <a:schemeClr val="accent1">
              <a:lumMod val="40000"/>
              <a:lumOff val="60000"/>
            </a:schemeClr>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cxnSp>
        <p:nvCxnSpPr>
          <p:cNvPr id="32" name="Straight Connector 31">
            <a:extLst>
              <a:ext uri="{FF2B5EF4-FFF2-40B4-BE49-F238E27FC236}">
                <a16:creationId xmlns:a16="http://schemas.microsoft.com/office/drawing/2014/main" id="{E3FFCCEE-2C39-4C6D-89AF-B89955B5F69C}"/>
              </a:ext>
            </a:extLst>
          </p:cNvPr>
          <p:cNvCxnSpPr>
            <a:cxnSpLocks/>
          </p:cNvCxnSpPr>
          <p:nvPr/>
        </p:nvCxnSpPr>
        <p:spPr>
          <a:xfrm>
            <a:off x="6605208" y="3480483"/>
            <a:ext cx="235853" cy="0"/>
          </a:xfrm>
          <a:prstGeom prst="line">
            <a:avLst/>
          </a:prstGeom>
          <a:solidFill>
            <a:schemeClr val="accent6">
              <a:lumMod val="40000"/>
              <a:lumOff val="60000"/>
            </a:schemeClr>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cxnSp>
        <p:nvCxnSpPr>
          <p:cNvPr id="33" name="Straight Connector 32">
            <a:extLst>
              <a:ext uri="{FF2B5EF4-FFF2-40B4-BE49-F238E27FC236}">
                <a16:creationId xmlns:a16="http://schemas.microsoft.com/office/drawing/2014/main" id="{E807BAE5-0E5F-4918-888F-FB36B5E7AF22}"/>
              </a:ext>
            </a:extLst>
          </p:cNvPr>
          <p:cNvCxnSpPr>
            <a:cxnSpLocks/>
          </p:cNvCxnSpPr>
          <p:nvPr/>
        </p:nvCxnSpPr>
        <p:spPr>
          <a:xfrm>
            <a:off x="9553379" y="3497802"/>
            <a:ext cx="235853" cy="0"/>
          </a:xfrm>
          <a:prstGeom prst="line">
            <a:avLst/>
          </a:prstGeom>
          <a:solidFill>
            <a:schemeClr val="bg1">
              <a:lumMod val="65000"/>
            </a:schemeClr>
          </a:solidFill>
          <a:ln>
            <a:solidFill>
              <a:schemeClr val="bg1">
                <a:lumMod val="65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34" name="Freeform: Shape 33">
            <a:extLst>
              <a:ext uri="{FF2B5EF4-FFF2-40B4-BE49-F238E27FC236}">
                <a16:creationId xmlns:a16="http://schemas.microsoft.com/office/drawing/2014/main" id="{6E4E0071-8AAE-4AA1-A701-0026AC32E38C}"/>
              </a:ext>
            </a:extLst>
          </p:cNvPr>
          <p:cNvSpPr/>
          <p:nvPr/>
        </p:nvSpPr>
        <p:spPr>
          <a:xfrm>
            <a:off x="3892891" y="3991231"/>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lvl="0" indent="0" algn="ctr" defTabSz="1644650">
              <a:lnSpc>
                <a:spcPct val="90000"/>
              </a:lnSpc>
              <a:spcBef>
                <a:spcPct val="0"/>
              </a:spcBef>
              <a:spcAft>
                <a:spcPct val="35000"/>
              </a:spcAft>
              <a:buNone/>
            </a:pPr>
            <a:r>
              <a:rPr lang="en-US" sz="1600" b="1" kern="1200"/>
              <a:t>FCC Task</a:t>
            </a:r>
            <a:r>
              <a:rPr lang="en-US" sz="1600" kern="1200"/>
              <a:t>: Entity Level</a:t>
            </a:r>
          </a:p>
        </p:txBody>
      </p:sp>
      <p:cxnSp>
        <p:nvCxnSpPr>
          <p:cNvPr id="35" name="Straight Connector 34">
            <a:extLst>
              <a:ext uri="{FF2B5EF4-FFF2-40B4-BE49-F238E27FC236}">
                <a16:creationId xmlns:a16="http://schemas.microsoft.com/office/drawing/2014/main" id="{69895942-E2A1-4037-AE0A-0303C758DEC1}"/>
              </a:ext>
            </a:extLst>
          </p:cNvPr>
          <p:cNvCxnSpPr>
            <a:cxnSpLocks/>
          </p:cNvCxnSpPr>
          <p:nvPr/>
        </p:nvCxnSpPr>
        <p:spPr>
          <a:xfrm>
            <a:off x="3657037" y="4206593"/>
            <a:ext cx="235853" cy="0"/>
          </a:xfrm>
          <a:prstGeom prst="line">
            <a:avLst/>
          </a:prstGeom>
          <a:solidFill>
            <a:schemeClr val="accent1">
              <a:lumMod val="40000"/>
              <a:lumOff val="60000"/>
            </a:schemeClr>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36" name="Freeform: Shape 35">
            <a:extLst>
              <a:ext uri="{FF2B5EF4-FFF2-40B4-BE49-F238E27FC236}">
                <a16:creationId xmlns:a16="http://schemas.microsoft.com/office/drawing/2014/main" id="{648BBED3-1DC2-4351-A55C-AA83614F0CAD}"/>
              </a:ext>
            </a:extLst>
          </p:cNvPr>
          <p:cNvSpPr/>
          <p:nvPr/>
        </p:nvSpPr>
        <p:spPr>
          <a:xfrm>
            <a:off x="6841061" y="3997950"/>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6"/>
            </a:solidFill>
          </a:ln>
        </p:spPr>
        <p:style>
          <a:lnRef idx="1">
            <a:schemeClr val="accent3">
              <a:hueOff val="2476878"/>
              <a:satOff val="-18147"/>
              <a:lumOff val="298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FCC Task</a:t>
            </a:r>
            <a:r>
              <a:rPr lang="en-US" sz="1600"/>
              <a:t>: Entity Level</a:t>
            </a:r>
          </a:p>
        </p:txBody>
      </p:sp>
      <p:cxnSp>
        <p:nvCxnSpPr>
          <p:cNvPr id="37" name="Straight Connector 36">
            <a:extLst>
              <a:ext uri="{FF2B5EF4-FFF2-40B4-BE49-F238E27FC236}">
                <a16:creationId xmlns:a16="http://schemas.microsoft.com/office/drawing/2014/main" id="{765FE4FB-A953-4161-9FE3-8DB66E4EB144}"/>
              </a:ext>
            </a:extLst>
          </p:cNvPr>
          <p:cNvCxnSpPr>
            <a:cxnSpLocks/>
          </p:cNvCxnSpPr>
          <p:nvPr/>
        </p:nvCxnSpPr>
        <p:spPr>
          <a:xfrm>
            <a:off x="6605207" y="4213312"/>
            <a:ext cx="235853" cy="0"/>
          </a:xfrm>
          <a:prstGeom prst="line">
            <a:avLst/>
          </a:prstGeom>
          <a:solidFill>
            <a:schemeClr val="accent6">
              <a:lumMod val="40000"/>
              <a:lumOff val="60000"/>
            </a:schemeClr>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38" name="Freeform: Shape 37">
            <a:extLst>
              <a:ext uri="{FF2B5EF4-FFF2-40B4-BE49-F238E27FC236}">
                <a16:creationId xmlns:a16="http://schemas.microsoft.com/office/drawing/2014/main" id="{2EBDCEF3-50BD-4BF5-9AC1-98FA398A27B9}"/>
              </a:ext>
            </a:extLst>
          </p:cNvPr>
          <p:cNvSpPr/>
          <p:nvPr/>
        </p:nvSpPr>
        <p:spPr>
          <a:xfrm>
            <a:off x="9789232" y="4002867"/>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4953755"/>
              <a:satOff val="-36294"/>
              <a:lumOff val="596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FCC Task</a:t>
            </a:r>
            <a:r>
              <a:rPr lang="en-US" sz="1600"/>
              <a:t>: Entity Level</a:t>
            </a:r>
            <a:endParaRPr lang="en-US" sz="1000"/>
          </a:p>
        </p:txBody>
      </p:sp>
      <p:cxnSp>
        <p:nvCxnSpPr>
          <p:cNvPr id="39" name="Straight Connector 38">
            <a:extLst>
              <a:ext uri="{FF2B5EF4-FFF2-40B4-BE49-F238E27FC236}">
                <a16:creationId xmlns:a16="http://schemas.microsoft.com/office/drawing/2014/main" id="{C53F47FD-3675-49ED-A6B5-90AAA41C483C}"/>
              </a:ext>
            </a:extLst>
          </p:cNvPr>
          <p:cNvCxnSpPr>
            <a:cxnSpLocks/>
          </p:cNvCxnSpPr>
          <p:nvPr/>
        </p:nvCxnSpPr>
        <p:spPr>
          <a:xfrm>
            <a:off x="9553378" y="4218229"/>
            <a:ext cx="235853" cy="0"/>
          </a:xfrm>
          <a:prstGeom prst="line">
            <a:avLst/>
          </a:prstGeom>
          <a:solidFill>
            <a:schemeClr val="bg1">
              <a:lumMod val="65000"/>
            </a:schemeClr>
          </a:solidFill>
          <a:ln>
            <a:solidFill>
              <a:schemeClr val="bg1">
                <a:lumMod val="65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2" name="Rectangle 1">
            <a:extLst>
              <a:ext uri="{FF2B5EF4-FFF2-40B4-BE49-F238E27FC236}">
                <a16:creationId xmlns:a16="http://schemas.microsoft.com/office/drawing/2014/main" id="{7D3B2FE2-5FCA-40D5-9AB0-A34021790302}"/>
              </a:ext>
            </a:extLst>
          </p:cNvPr>
          <p:cNvSpPr/>
          <p:nvPr/>
        </p:nvSpPr>
        <p:spPr>
          <a:xfrm>
            <a:off x="751164" y="6091261"/>
            <a:ext cx="11062569" cy="402482"/>
          </a:xfrm>
          <a:prstGeom prst="rect">
            <a:avLst/>
          </a:prstGeom>
        </p:spPr>
        <p:txBody>
          <a:bodyPr wrap="square">
            <a:spAutoFit/>
          </a:bodyPr>
          <a:lstStyle/>
          <a:p>
            <a:pPr>
              <a:lnSpc>
                <a:spcPts val="1200"/>
              </a:lnSpc>
              <a:spcBef>
                <a:spcPts val="600"/>
              </a:spcBef>
            </a:pPr>
            <a:r>
              <a:rPr lang="en-US" sz="1200" i="1">
                <a:solidFill>
                  <a:srgbClr val="000000"/>
                </a:solidFill>
                <a:latin typeface="Georgia" panose="02040502050405020303" pitchFamily="18" charset="0"/>
              </a:rPr>
              <a:t>There is no Fixed Asset related adjustments planned during Stat/Tax closing Key Timings. </a:t>
            </a:r>
            <a:r>
              <a:rPr lang="en-US" sz="1200" b="1" i="1">
                <a:solidFill>
                  <a:srgbClr val="000000"/>
                </a:solidFill>
                <a:latin typeface="Georgia" panose="02040502050405020303" pitchFamily="18" charset="0"/>
              </a:rPr>
              <a:t>All adjustments to Fixed Assets in Stat/Tax are to be done within IFRS Key Timings.</a:t>
            </a:r>
            <a:endParaRPr lang="en-US" sz="1200" i="1">
              <a:solidFill>
                <a:srgbClr val="000000"/>
              </a:solidFill>
              <a:latin typeface="Georgia" panose="02040502050405020303" pitchFamily="18" charset="0"/>
            </a:endParaRPr>
          </a:p>
        </p:txBody>
      </p:sp>
      <p:sp>
        <p:nvSpPr>
          <p:cNvPr id="28" name="Freeform: Shape 27">
            <a:extLst>
              <a:ext uri="{FF2B5EF4-FFF2-40B4-BE49-F238E27FC236}">
                <a16:creationId xmlns:a16="http://schemas.microsoft.com/office/drawing/2014/main" id="{5706C434-41D9-4B9B-BA2D-D45F87869045}"/>
              </a:ext>
            </a:extLst>
          </p:cNvPr>
          <p:cNvSpPr/>
          <p:nvPr/>
        </p:nvSpPr>
        <p:spPr>
          <a:xfrm>
            <a:off x="708866" y="1784317"/>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a:solidFill>
            <a:schemeClr val="accent3">
              <a:lumMod val="75000"/>
            </a:schemeClr>
          </a:solidFill>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72640" tIns="59940" rIns="72640" bIns="59940" numCol="1" spcCol="1270" anchor="ctr" anchorCtr="0">
            <a:noAutofit/>
          </a:bodyPr>
          <a:lstStyle/>
          <a:p>
            <a:pPr lvl="0" algn="ctr" defTabSz="889000">
              <a:lnSpc>
                <a:spcPct val="90000"/>
              </a:lnSpc>
              <a:spcBef>
                <a:spcPct val="0"/>
              </a:spcBef>
              <a:spcAft>
                <a:spcPct val="35000"/>
              </a:spcAft>
            </a:pPr>
            <a:r>
              <a:rPr lang="en-GB" sz="2000"/>
              <a:t>Lock FA Accounts from GR, IR and other postings </a:t>
            </a:r>
            <a:endParaRPr lang="en-US" sz="2000" kern="1200"/>
          </a:p>
        </p:txBody>
      </p:sp>
      <p:sp>
        <p:nvSpPr>
          <p:cNvPr id="29" name="Freeform: Shape 28">
            <a:extLst>
              <a:ext uri="{FF2B5EF4-FFF2-40B4-BE49-F238E27FC236}">
                <a16:creationId xmlns:a16="http://schemas.microsoft.com/office/drawing/2014/main" id="{BC1D8616-1495-4701-B1C7-035909F614EB}"/>
              </a:ext>
            </a:extLst>
          </p:cNvPr>
          <p:cNvSpPr/>
          <p:nvPr/>
        </p:nvSpPr>
        <p:spPr>
          <a:xfrm>
            <a:off x="1180574" y="3258402"/>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3"/>
            </a:solidFill>
          </a:ln>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lvl="0" algn="ctr" defTabSz="1644650">
              <a:lnSpc>
                <a:spcPct val="90000"/>
              </a:lnSpc>
              <a:spcBef>
                <a:spcPct val="0"/>
              </a:spcBef>
              <a:spcAft>
                <a:spcPct val="35000"/>
              </a:spcAft>
            </a:pPr>
            <a:r>
              <a:rPr lang="en-US" sz="1600" b="1" kern="1200"/>
              <a:t>T-Code</a:t>
            </a:r>
            <a:r>
              <a:rPr lang="en-US" sz="1600" kern="1200"/>
              <a:t>: </a:t>
            </a:r>
            <a:r>
              <a:rPr lang="en-US" sz="1200"/>
              <a:t>ZFFITCOMPANY_AS</a:t>
            </a:r>
            <a:endParaRPr lang="en-US" sz="1200" kern="1200"/>
          </a:p>
        </p:txBody>
      </p:sp>
      <p:sp>
        <p:nvSpPr>
          <p:cNvPr id="31" name="Freeform: Shape 30">
            <a:extLst>
              <a:ext uri="{FF2B5EF4-FFF2-40B4-BE49-F238E27FC236}">
                <a16:creationId xmlns:a16="http://schemas.microsoft.com/office/drawing/2014/main" id="{3A066206-2B4F-45A4-888F-B544D183DBE7}"/>
              </a:ext>
            </a:extLst>
          </p:cNvPr>
          <p:cNvSpPr/>
          <p:nvPr/>
        </p:nvSpPr>
        <p:spPr>
          <a:xfrm>
            <a:off x="944720" y="2963585"/>
            <a:ext cx="235853" cy="2358536"/>
          </a:xfrm>
          <a:custGeom>
            <a:avLst/>
            <a:gdLst/>
            <a:ahLst/>
            <a:cxnLst/>
            <a:rect l="0" t="0" r="0" b="0"/>
            <a:pathLst>
              <a:path>
                <a:moveTo>
                  <a:pt x="0" y="0"/>
                </a:moveTo>
                <a:lnTo>
                  <a:pt x="0" y="2358536"/>
                </a:lnTo>
                <a:lnTo>
                  <a:pt x="235853" y="2358536"/>
                </a:lnTo>
              </a:path>
            </a:pathLst>
          </a:custGeom>
          <a:solidFill>
            <a:schemeClr val="accent3"/>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41" name="Freeform: Shape 40">
            <a:extLst>
              <a:ext uri="{FF2B5EF4-FFF2-40B4-BE49-F238E27FC236}">
                <a16:creationId xmlns:a16="http://schemas.microsoft.com/office/drawing/2014/main" id="{BE5654F6-5B7F-400A-A9E6-D183227F94FB}"/>
              </a:ext>
            </a:extLst>
          </p:cNvPr>
          <p:cNvSpPr/>
          <p:nvPr/>
        </p:nvSpPr>
        <p:spPr>
          <a:xfrm>
            <a:off x="1180573" y="4732487"/>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3"/>
            </a:solidFill>
          </a:ln>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lvl="0" indent="0" algn="ctr" defTabSz="1644650">
              <a:lnSpc>
                <a:spcPct val="90000"/>
              </a:lnSpc>
              <a:spcBef>
                <a:spcPct val="0"/>
              </a:spcBef>
              <a:spcAft>
                <a:spcPct val="35000"/>
              </a:spcAft>
              <a:buNone/>
            </a:pPr>
            <a:r>
              <a:rPr lang="en-US" sz="1600" b="1" kern="1200"/>
              <a:t>Timing: </a:t>
            </a:r>
            <a:r>
              <a:rPr lang="en-US" sz="1600" kern="1200"/>
              <a:t>WD-1</a:t>
            </a:r>
          </a:p>
        </p:txBody>
      </p:sp>
      <p:cxnSp>
        <p:nvCxnSpPr>
          <p:cNvPr id="42" name="Straight Connector 41">
            <a:extLst>
              <a:ext uri="{FF2B5EF4-FFF2-40B4-BE49-F238E27FC236}">
                <a16:creationId xmlns:a16="http://schemas.microsoft.com/office/drawing/2014/main" id="{44CFF805-EE25-4646-837F-0007D056268B}"/>
              </a:ext>
            </a:extLst>
          </p:cNvPr>
          <p:cNvCxnSpPr>
            <a:cxnSpLocks/>
          </p:cNvCxnSpPr>
          <p:nvPr/>
        </p:nvCxnSpPr>
        <p:spPr>
          <a:xfrm>
            <a:off x="944720" y="3473764"/>
            <a:ext cx="235853" cy="0"/>
          </a:xfrm>
          <a:prstGeom prst="line">
            <a:avLst/>
          </a:prstGeom>
          <a:solidFill>
            <a:schemeClr val="accent1">
              <a:lumMod val="40000"/>
              <a:lumOff val="60000"/>
            </a:schemeClr>
          </a:solidFill>
          <a:ln>
            <a:solidFill>
              <a:schemeClr val="accent3"/>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43" name="Freeform: Shape 42">
            <a:extLst>
              <a:ext uri="{FF2B5EF4-FFF2-40B4-BE49-F238E27FC236}">
                <a16:creationId xmlns:a16="http://schemas.microsoft.com/office/drawing/2014/main" id="{5B4A61FA-6CE2-45CE-B866-D900471CC3C9}"/>
              </a:ext>
            </a:extLst>
          </p:cNvPr>
          <p:cNvSpPr/>
          <p:nvPr/>
        </p:nvSpPr>
        <p:spPr>
          <a:xfrm>
            <a:off x="1180573" y="3991231"/>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3"/>
            </a:solidFill>
          </a:ln>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lvl="0" indent="0" algn="ctr" defTabSz="1644650">
              <a:lnSpc>
                <a:spcPct val="90000"/>
              </a:lnSpc>
              <a:spcBef>
                <a:spcPct val="0"/>
              </a:spcBef>
              <a:spcAft>
                <a:spcPct val="35000"/>
              </a:spcAft>
              <a:buNone/>
            </a:pPr>
            <a:r>
              <a:rPr lang="en-US" sz="1600" b="1" kern="1200"/>
              <a:t>FCC Task</a:t>
            </a:r>
            <a:r>
              <a:rPr lang="en-US" sz="1600" kern="1200"/>
              <a:t>: Entity Level </a:t>
            </a:r>
            <a:r>
              <a:rPr lang="en-US" sz="1000" kern="1200"/>
              <a:t>(Note task in FCC)</a:t>
            </a:r>
          </a:p>
        </p:txBody>
      </p:sp>
      <p:cxnSp>
        <p:nvCxnSpPr>
          <p:cNvPr id="44" name="Straight Connector 43">
            <a:extLst>
              <a:ext uri="{FF2B5EF4-FFF2-40B4-BE49-F238E27FC236}">
                <a16:creationId xmlns:a16="http://schemas.microsoft.com/office/drawing/2014/main" id="{DCD7E4FF-3803-4073-AB13-5D56A650A9F5}"/>
              </a:ext>
            </a:extLst>
          </p:cNvPr>
          <p:cNvCxnSpPr>
            <a:cxnSpLocks/>
          </p:cNvCxnSpPr>
          <p:nvPr/>
        </p:nvCxnSpPr>
        <p:spPr>
          <a:xfrm>
            <a:off x="944719" y="4206593"/>
            <a:ext cx="235853" cy="0"/>
          </a:xfrm>
          <a:prstGeom prst="line">
            <a:avLst/>
          </a:prstGeom>
          <a:solidFill>
            <a:schemeClr val="accent1">
              <a:lumMod val="40000"/>
              <a:lumOff val="60000"/>
            </a:schemeClr>
          </a:solidFill>
          <a:ln>
            <a:solidFill>
              <a:schemeClr val="accent3"/>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pic>
        <p:nvPicPr>
          <p:cNvPr id="40" name="Graphic 39" descr="Person with idea">
            <a:extLst>
              <a:ext uri="{FF2B5EF4-FFF2-40B4-BE49-F238E27FC236}">
                <a16:creationId xmlns:a16="http://schemas.microsoft.com/office/drawing/2014/main" id="{D469B65F-7DCC-4BF5-82D3-1D87DA9470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8266" y="5704433"/>
            <a:ext cx="661199" cy="661199"/>
          </a:xfrm>
          <a:prstGeom prst="rect">
            <a:avLst/>
          </a:prstGeom>
          <a:effectLst>
            <a:outerShdw blurRad="50800" dist="38100" dir="5400000" algn="t" rotWithShape="0">
              <a:prstClr val="black">
                <a:alpha val="40000"/>
              </a:prstClr>
            </a:outerShdw>
          </a:effectLst>
        </p:spPr>
      </p:pic>
      <p:sp>
        <p:nvSpPr>
          <p:cNvPr id="5" name="TextBox 4">
            <a:extLst>
              <a:ext uri="{FF2B5EF4-FFF2-40B4-BE49-F238E27FC236}">
                <a16:creationId xmlns:a16="http://schemas.microsoft.com/office/drawing/2014/main" id="{10214A67-B681-475C-8147-B8DA9704DB48}"/>
              </a:ext>
            </a:extLst>
          </p:cNvPr>
          <p:cNvSpPr txBox="1"/>
          <p:nvPr/>
        </p:nvSpPr>
        <p:spPr>
          <a:xfrm>
            <a:off x="2826327" y="6482326"/>
            <a:ext cx="8614509" cy="313880"/>
          </a:xfrm>
          <a:prstGeom prst="rect">
            <a:avLst/>
          </a:prstGeom>
          <a:solidFill>
            <a:schemeClr val="bg1"/>
          </a:solidFill>
        </p:spPr>
        <p:txBody>
          <a:bodyPr wrap="square" lIns="0" tIns="0" rIns="0" bIns="0" rtlCol="0">
            <a:noAutofit/>
          </a:bodyPr>
          <a:lstStyle/>
          <a:p>
            <a:pPr algn="l"/>
            <a:r>
              <a:rPr lang="en-US" sz="900" i="1" baseline="30000">
                <a:solidFill>
                  <a:srgbClr val="FF0000"/>
                </a:solidFill>
              </a:rPr>
              <a:t>1) </a:t>
            </a:r>
            <a:r>
              <a:rPr lang="en-US" sz="900" i="1"/>
              <a:t>Due to migration from ECC to S/4, there are still OPEX WBS elements which are part of a Capex Project migrated to S/4 as real OPEX WBS. These WBS elements still need to be settled to Cost Centers on WD2/WD3. These are different from the newly created OPEX WBS in S/4 which are statistical and do not require settlement. </a:t>
            </a:r>
          </a:p>
        </p:txBody>
      </p:sp>
    </p:spTree>
    <p:extLst>
      <p:ext uri="{BB962C8B-B14F-4D97-AF65-F5344CB8AC3E}">
        <p14:creationId xmlns:p14="http://schemas.microsoft.com/office/powerpoint/2010/main" val="4020754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r>
              <a:rPr lang="en-US"/>
              <a:t>Lock Fixed Assets Related Postings</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5" name="Picture 4">
            <a:extLst>
              <a:ext uri="{FF2B5EF4-FFF2-40B4-BE49-F238E27FC236}">
                <a16:creationId xmlns:a16="http://schemas.microsoft.com/office/drawing/2014/main" id="{14D8FBAF-14C8-46AA-9DC3-A4C323FBCE1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356097" y="1428712"/>
            <a:ext cx="7399311" cy="3283964"/>
          </a:xfrm>
          <a:prstGeom prst="rect">
            <a:avLst/>
          </a:prstGeom>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7475EF62-A666-4BFD-A1A7-DB10DECD31F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7992801" y="1428712"/>
            <a:ext cx="2866293" cy="4074338"/>
          </a:xfrm>
          <a:prstGeom prst="rect">
            <a:avLst/>
          </a:prstGeom>
          <a:effectLst>
            <a:outerShdw blurRad="50800" dist="38100" dir="2700000" algn="tl" rotWithShape="0">
              <a:prstClr val="black">
                <a:alpha val="40000"/>
              </a:prstClr>
            </a:outerShdw>
          </a:effectLst>
        </p:spPr>
      </p:pic>
      <p:sp>
        <p:nvSpPr>
          <p:cNvPr id="40" name="Rectangle: Rounded Corners 39">
            <a:extLst>
              <a:ext uri="{FF2B5EF4-FFF2-40B4-BE49-F238E27FC236}">
                <a16:creationId xmlns:a16="http://schemas.microsoft.com/office/drawing/2014/main" id="{78AA0F3C-5442-456C-8150-EEA3FD98DC22}"/>
              </a:ext>
            </a:extLst>
          </p:cNvPr>
          <p:cNvSpPr/>
          <p:nvPr/>
        </p:nvSpPr>
        <p:spPr>
          <a:xfrm>
            <a:off x="1160599" y="4308229"/>
            <a:ext cx="1837578" cy="140677"/>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000" i="0" u="none" strike="noStrike" kern="1200" cap="none" spc="0" normalizeH="0" baseline="0" noProof="0">
              <a:ln>
                <a:noFill/>
              </a:ln>
              <a:solidFill>
                <a:schemeClr val="tx1"/>
              </a:solidFill>
              <a:effectLst/>
              <a:uLnTx/>
              <a:uFillTx/>
              <a:latin typeface="Arial" panose="020B0604020202020204"/>
              <a:ea typeface="+mn-ea"/>
              <a:cs typeface="+mn-cs"/>
            </a:endParaRPr>
          </a:p>
        </p:txBody>
      </p:sp>
      <p:sp>
        <p:nvSpPr>
          <p:cNvPr id="45" name="Rectangle: Rounded Corners 44">
            <a:extLst>
              <a:ext uri="{FF2B5EF4-FFF2-40B4-BE49-F238E27FC236}">
                <a16:creationId xmlns:a16="http://schemas.microsoft.com/office/drawing/2014/main" id="{D4BF7E07-3E71-4FF3-A3C3-07352C0DE6B3}"/>
              </a:ext>
            </a:extLst>
          </p:cNvPr>
          <p:cNvSpPr/>
          <p:nvPr/>
        </p:nvSpPr>
        <p:spPr>
          <a:xfrm>
            <a:off x="5954445" y="2277206"/>
            <a:ext cx="208963" cy="342901"/>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000" i="0" u="none" strike="noStrike" kern="1200" cap="none" spc="0" normalizeH="0" baseline="0" noProof="0">
              <a:ln>
                <a:noFill/>
              </a:ln>
              <a:solidFill>
                <a:schemeClr val="tx1"/>
              </a:solidFill>
              <a:effectLst/>
              <a:uLnTx/>
              <a:uFillTx/>
              <a:latin typeface="Arial" panose="020B0604020202020204"/>
              <a:ea typeface="+mn-ea"/>
              <a:cs typeface="+mn-cs"/>
            </a:endParaRPr>
          </a:p>
        </p:txBody>
      </p:sp>
      <p:sp>
        <p:nvSpPr>
          <p:cNvPr id="46" name="Rectangle: Rounded Corners 45">
            <a:extLst>
              <a:ext uri="{FF2B5EF4-FFF2-40B4-BE49-F238E27FC236}">
                <a16:creationId xmlns:a16="http://schemas.microsoft.com/office/drawing/2014/main" id="{F6DF80CF-52E6-499E-BD54-FE8E869CB994}"/>
              </a:ext>
            </a:extLst>
          </p:cNvPr>
          <p:cNvSpPr/>
          <p:nvPr/>
        </p:nvSpPr>
        <p:spPr>
          <a:xfrm>
            <a:off x="6994868" y="2277206"/>
            <a:ext cx="355501" cy="342901"/>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000" i="0" u="none" strike="noStrike" kern="1200" cap="none" spc="0" normalizeH="0" baseline="0" noProof="0">
              <a:ln>
                <a:noFill/>
              </a:ln>
              <a:solidFill>
                <a:schemeClr val="tx1"/>
              </a:solidFill>
              <a:effectLst/>
              <a:uLnTx/>
              <a:uFillTx/>
              <a:latin typeface="Arial" panose="020B0604020202020204"/>
              <a:ea typeface="+mn-ea"/>
              <a:cs typeface="+mn-cs"/>
            </a:endParaRPr>
          </a:p>
        </p:txBody>
      </p:sp>
      <p:sp>
        <p:nvSpPr>
          <p:cNvPr id="47" name="Rectangle: Rounded Corners 46">
            <a:extLst>
              <a:ext uri="{FF2B5EF4-FFF2-40B4-BE49-F238E27FC236}">
                <a16:creationId xmlns:a16="http://schemas.microsoft.com/office/drawing/2014/main" id="{4F968403-AEE9-48F6-8477-0E99366EF002}"/>
              </a:ext>
            </a:extLst>
          </p:cNvPr>
          <p:cNvSpPr/>
          <p:nvPr/>
        </p:nvSpPr>
        <p:spPr>
          <a:xfrm>
            <a:off x="8240445" y="5117122"/>
            <a:ext cx="912347" cy="123092"/>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000" i="0" u="none" strike="noStrike" kern="1200" cap="none" spc="0" normalizeH="0" baseline="0" noProof="0">
              <a:ln>
                <a:noFill/>
              </a:ln>
              <a:solidFill>
                <a:schemeClr val="tx1"/>
              </a:solidFill>
              <a:effectLst/>
              <a:uLnTx/>
              <a:uFillTx/>
              <a:latin typeface="Arial" panose="020B0604020202020204"/>
              <a:ea typeface="+mn-ea"/>
              <a:cs typeface="+mn-cs"/>
            </a:endParaRPr>
          </a:p>
        </p:txBody>
      </p:sp>
      <p:sp>
        <p:nvSpPr>
          <p:cNvPr id="48" name="Rectangle: Rounded Corners 47">
            <a:extLst>
              <a:ext uri="{FF2B5EF4-FFF2-40B4-BE49-F238E27FC236}">
                <a16:creationId xmlns:a16="http://schemas.microsoft.com/office/drawing/2014/main" id="{C6D91897-E5DD-4B9B-A4AB-2FF830AC3AF9}"/>
              </a:ext>
            </a:extLst>
          </p:cNvPr>
          <p:cNvSpPr/>
          <p:nvPr/>
        </p:nvSpPr>
        <p:spPr>
          <a:xfrm>
            <a:off x="9623768" y="1428712"/>
            <a:ext cx="1094055" cy="215450"/>
          </a:xfrm>
          <a:prstGeom prst="roundRect">
            <a:avLst/>
          </a:prstGeom>
          <a:noFill/>
          <a:ln w="3810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000" i="0" u="none" strike="noStrike" kern="1200" cap="none" spc="0" normalizeH="0" baseline="0" noProof="0">
              <a:ln>
                <a:noFill/>
              </a:ln>
              <a:solidFill>
                <a:schemeClr val="tx1"/>
              </a:solidFill>
              <a:effectLst/>
              <a:uLnTx/>
              <a:uFillTx/>
              <a:latin typeface="Arial" panose="020B0604020202020204"/>
              <a:ea typeface="+mn-ea"/>
              <a:cs typeface="+mn-cs"/>
            </a:endParaRPr>
          </a:p>
        </p:txBody>
      </p:sp>
      <p:sp>
        <p:nvSpPr>
          <p:cNvPr id="49" name="Rectangle: Rounded Corners 48">
            <a:extLst>
              <a:ext uri="{FF2B5EF4-FFF2-40B4-BE49-F238E27FC236}">
                <a16:creationId xmlns:a16="http://schemas.microsoft.com/office/drawing/2014/main" id="{53C3D8B3-8F41-478C-9D04-69AF5369B343}"/>
              </a:ext>
            </a:extLst>
          </p:cNvPr>
          <p:cNvSpPr/>
          <p:nvPr/>
        </p:nvSpPr>
        <p:spPr>
          <a:xfrm>
            <a:off x="354013" y="1371698"/>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000" b="1">
                <a:solidFill>
                  <a:schemeClr val="accent3">
                    <a:lumMod val="50000"/>
                  </a:schemeClr>
                </a:solidFill>
              </a:rPr>
              <a:t>FCLOCO: FCC Task List Display</a:t>
            </a:r>
          </a:p>
        </p:txBody>
      </p:sp>
      <p:sp>
        <p:nvSpPr>
          <p:cNvPr id="50" name="Rectangle 49">
            <a:extLst>
              <a:ext uri="{FF2B5EF4-FFF2-40B4-BE49-F238E27FC236}">
                <a16:creationId xmlns:a16="http://schemas.microsoft.com/office/drawing/2014/main" id="{B4E6453A-DBCF-4724-BF29-9C559C5BBEF6}"/>
              </a:ext>
            </a:extLst>
          </p:cNvPr>
          <p:cNvSpPr/>
          <p:nvPr/>
        </p:nvSpPr>
        <p:spPr>
          <a:xfrm>
            <a:off x="331004" y="4902834"/>
            <a:ext cx="7731541" cy="1708160"/>
          </a:xfrm>
          <a:prstGeom prst="rect">
            <a:avLst/>
          </a:prstGeom>
        </p:spPr>
        <p:txBody>
          <a:bodyPr wrap="square" anchor="t">
            <a:spAutoFit/>
          </a:bodyPr>
          <a:lstStyle/>
          <a:p>
            <a:pPr>
              <a:lnSpc>
                <a:spcPts val="1200"/>
              </a:lnSpc>
              <a:spcBef>
                <a:spcPts val="600"/>
              </a:spcBef>
            </a:pPr>
            <a:r>
              <a:rPr lang="en-GB" sz="1200" b="1" i="1" u="sng" dirty="0">
                <a:solidFill>
                  <a:srgbClr val="000000"/>
                </a:solidFill>
                <a:latin typeface="Georgia" panose="02040502050405020303" pitchFamily="18" charset="0"/>
              </a:rPr>
              <a:t>Lock Fixed Assets Related Postings prior to the commencement of Asset Accounting Close:</a:t>
            </a:r>
          </a:p>
          <a:p>
            <a:pPr marL="171450" indent="-171450">
              <a:lnSpc>
                <a:spcPts val="1200"/>
              </a:lnSpc>
              <a:spcBef>
                <a:spcPts val="600"/>
              </a:spcBef>
              <a:buFont typeface="Arial" panose="020B0604020202020204" pitchFamily="34" charset="0"/>
              <a:buChar char="•"/>
            </a:pPr>
            <a:r>
              <a:rPr lang="en-GB" sz="1200" i="1" dirty="0">
                <a:solidFill>
                  <a:srgbClr val="000000"/>
                </a:solidFill>
                <a:latin typeface="Georgia" panose="02040502050405020303" pitchFamily="18" charset="0"/>
              </a:rPr>
              <a:t>The purpose of this transaction is to stop any potential posting which may impact Fixed Assets accounts, which may come from Goods Receipt, Invoice Receipts and other postings.</a:t>
            </a:r>
          </a:p>
          <a:p>
            <a:pPr marL="171450" indent="-171450">
              <a:lnSpc>
                <a:spcPts val="1200"/>
              </a:lnSpc>
              <a:spcBef>
                <a:spcPts val="600"/>
              </a:spcBef>
              <a:buFont typeface="Arial" panose="020B0604020202020204" pitchFamily="34" charset="0"/>
              <a:buChar char="•"/>
            </a:pPr>
            <a:r>
              <a:rPr lang="en-GB" sz="1200" i="1" dirty="0">
                <a:solidFill>
                  <a:srgbClr val="000000"/>
                </a:solidFill>
                <a:latin typeface="Georgia" panose="02040502050405020303" pitchFamily="18" charset="0"/>
              </a:rPr>
              <a:t>This is a </a:t>
            </a:r>
            <a:r>
              <a:rPr lang="en-GB" sz="1200" b="1" i="1" dirty="0">
                <a:solidFill>
                  <a:srgbClr val="000000"/>
                </a:solidFill>
                <a:latin typeface="Georgia" panose="02040502050405020303" pitchFamily="18" charset="0"/>
              </a:rPr>
              <a:t>Note </a:t>
            </a:r>
            <a:r>
              <a:rPr lang="en-GB" sz="1200" i="1" dirty="0">
                <a:solidFill>
                  <a:srgbClr val="000000"/>
                </a:solidFill>
                <a:latin typeface="Georgia" panose="02040502050405020303" pitchFamily="18" charset="0"/>
              </a:rPr>
              <a:t>type task in FCC, meaning that it needs to be executed outside of FCC with a manually added comments and status change in the corresponding FCC task upon completion.</a:t>
            </a:r>
          </a:p>
          <a:p>
            <a:pPr marL="171450" indent="-171450">
              <a:lnSpc>
                <a:spcPts val="1200"/>
              </a:lnSpc>
              <a:spcBef>
                <a:spcPts val="600"/>
              </a:spcBef>
              <a:buFont typeface="Arial" panose="020B0604020202020204" pitchFamily="34" charset="0"/>
              <a:buChar char="•"/>
            </a:pPr>
            <a:r>
              <a:rPr lang="en-GB" sz="1200" i="1" dirty="0">
                <a:solidFill>
                  <a:srgbClr val="000000"/>
                </a:solidFill>
                <a:latin typeface="Georgia" panose="02040502050405020303" pitchFamily="18" charset="0"/>
              </a:rPr>
              <a:t>This task is the prerequisite of other Asset Accounting closing tasks, as determined in the FCC task property.</a:t>
            </a:r>
          </a:p>
          <a:p>
            <a:pPr marL="171450" indent="-171450">
              <a:lnSpc>
                <a:spcPts val="1200"/>
              </a:lnSpc>
              <a:spcBef>
                <a:spcPts val="600"/>
              </a:spcBef>
              <a:buFont typeface="Arial" panose="020B0604020202020204" pitchFamily="34" charset="0"/>
              <a:buChar char="•"/>
            </a:pPr>
            <a:r>
              <a:rPr lang="en-GB" sz="1200" i="1" dirty="0">
                <a:solidFill>
                  <a:srgbClr val="000000"/>
                </a:solidFill>
                <a:latin typeface="Georgia"/>
              </a:rPr>
              <a:t>This task is controlled by local GBS/JTBC for individual </a:t>
            </a:r>
            <a:r>
              <a:rPr lang="en-GB" sz="1200" i="1" dirty="0">
                <a:latin typeface="Georgia"/>
              </a:rPr>
              <a:t>entities and is executed on WD-1.</a:t>
            </a:r>
          </a:p>
          <a:p>
            <a:pPr marL="171450" indent="-171450">
              <a:lnSpc>
                <a:spcPts val="1200"/>
              </a:lnSpc>
              <a:spcBef>
                <a:spcPts val="600"/>
              </a:spcBef>
              <a:buFont typeface="Arial" panose="020B0604020202020204" pitchFamily="34" charset="0"/>
              <a:buChar char="•"/>
            </a:pPr>
            <a:endParaRPr lang="en-GB" sz="1200" i="1" dirty="0">
              <a:solidFill>
                <a:srgbClr val="000000"/>
              </a:solidFill>
              <a:latin typeface="Georgia" panose="02040502050405020303" pitchFamily="18" charset="0"/>
            </a:endParaRPr>
          </a:p>
        </p:txBody>
      </p:sp>
    </p:spTree>
    <p:extLst>
      <p:ext uri="{BB962C8B-B14F-4D97-AF65-F5344CB8AC3E}">
        <p14:creationId xmlns:p14="http://schemas.microsoft.com/office/powerpoint/2010/main" val="2246022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7C24D9-37B0-4625-B530-275CFE8A48C8}"/>
              </a:ext>
            </a:extLst>
          </p:cNvPr>
          <p:cNvPicPr>
            <a:picLocks noChangeAspect="1"/>
          </p:cNvPicPr>
          <p:nvPr/>
        </p:nvPicPr>
        <p:blipFill>
          <a:blip r:embed="rId2"/>
          <a:stretch>
            <a:fillRect/>
          </a:stretch>
        </p:blipFill>
        <p:spPr>
          <a:xfrm>
            <a:off x="7156996" y="1505605"/>
            <a:ext cx="2821296" cy="3071572"/>
          </a:xfrm>
          <a:prstGeom prst="rect">
            <a:avLst/>
          </a:prstGeom>
          <a:effectLst>
            <a:outerShdw blurRad="50800" dist="38100" dir="2700000" algn="tl" rotWithShape="0">
              <a:prstClr val="black">
                <a:alpha val="40000"/>
              </a:prstClr>
            </a:outerShdw>
          </a:effectLst>
        </p:spPr>
      </p:pic>
      <p:pic>
        <p:nvPicPr>
          <p:cNvPr id="2" name="Picture 1">
            <a:extLst>
              <a:ext uri="{FF2B5EF4-FFF2-40B4-BE49-F238E27FC236}">
                <a16:creationId xmlns:a16="http://schemas.microsoft.com/office/drawing/2014/main" id="{F463E71C-5B0F-4BF5-BA8F-D5A608C7C982}"/>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361649" y="1418899"/>
            <a:ext cx="6633219" cy="3780692"/>
          </a:xfrm>
          <a:prstGeom prst="rect">
            <a:avLst/>
          </a:prstGeom>
          <a:effectLst>
            <a:outerShdw blurRad="50800" dist="38100" dir="2700000" algn="tl" rotWithShape="0">
              <a:prstClr val="black">
                <a:alpha val="40000"/>
              </a:prstClr>
            </a:outerShdw>
          </a:effectLst>
        </p:spPr>
      </p:pic>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pPr lvl="0" defTabSz="889000">
              <a:spcAft>
                <a:spcPct val="35000"/>
              </a:spcAft>
            </a:pPr>
            <a:r>
              <a:rPr lang="en-US"/>
              <a:t>Capex WBS Settlement: Execution (1/3)</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a:xfrm>
            <a:off x="11332837" y="6308977"/>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0" name="Rectangle: Rounded Corners 39">
            <a:extLst>
              <a:ext uri="{FF2B5EF4-FFF2-40B4-BE49-F238E27FC236}">
                <a16:creationId xmlns:a16="http://schemas.microsoft.com/office/drawing/2014/main" id="{78AA0F3C-5442-456C-8150-EEA3FD98DC22}"/>
              </a:ext>
            </a:extLst>
          </p:cNvPr>
          <p:cNvSpPr/>
          <p:nvPr/>
        </p:nvSpPr>
        <p:spPr>
          <a:xfrm>
            <a:off x="975960" y="3217985"/>
            <a:ext cx="1406755" cy="430822"/>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5" name="Rectangle: Rounded Corners 44">
            <a:extLst>
              <a:ext uri="{FF2B5EF4-FFF2-40B4-BE49-F238E27FC236}">
                <a16:creationId xmlns:a16="http://schemas.microsoft.com/office/drawing/2014/main" id="{D4BF7E07-3E71-4FF3-A3C3-07352C0DE6B3}"/>
              </a:ext>
            </a:extLst>
          </p:cNvPr>
          <p:cNvSpPr/>
          <p:nvPr/>
        </p:nvSpPr>
        <p:spPr>
          <a:xfrm>
            <a:off x="5678905" y="2014017"/>
            <a:ext cx="753407" cy="450050"/>
          </a:xfrm>
          <a:prstGeom prst="roundRect">
            <a:avLst>
              <a:gd name="adj" fmla="val 8300"/>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 name="Rectangle: Rounded Corners 45">
            <a:extLst>
              <a:ext uri="{FF2B5EF4-FFF2-40B4-BE49-F238E27FC236}">
                <a16:creationId xmlns:a16="http://schemas.microsoft.com/office/drawing/2014/main" id="{F6DF80CF-52E6-499E-BD54-FE8E869CB994}"/>
              </a:ext>
            </a:extLst>
          </p:cNvPr>
          <p:cNvSpPr/>
          <p:nvPr/>
        </p:nvSpPr>
        <p:spPr>
          <a:xfrm>
            <a:off x="6310971" y="4070840"/>
            <a:ext cx="545123" cy="247892"/>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9" name="Rectangle: Rounded Corners 48">
            <a:extLst>
              <a:ext uri="{FF2B5EF4-FFF2-40B4-BE49-F238E27FC236}">
                <a16:creationId xmlns:a16="http://schemas.microsoft.com/office/drawing/2014/main" id="{53C3D8B3-8F41-478C-9D04-69AF5369B343}"/>
              </a:ext>
            </a:extLst>
          </p:cNvPr>
          <p:cNvSpPr/>
          <p:nvPr/>
        </p:nvSpPr>
        <p:spPr>
          <a:xfrm>
            <a:off x="354013" y="1362906"/>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FCC Task List Display</a:t>
            </a:r>
          </a:p>
        </p:txBody>
      </p:sp>
      <p:sp>
        <p:nvSpPr>
          <p:cNvPr id="50" name="Rectangle 49">
            <a:extLst>
              <a:ext uri="{FF2B5EF4-FFF2-40B4-BE49-F238E27FC236}">
                <a16:creationId xmlns:a16="http://schemas.microsoft.com/office/drawing/2014/main" id="{B4E6453A-DBCF-4724-BF29-9C559C5BBEF6}"/>
              </a:ext>
            </a:extLst>
          </p:cNvPr>
          <p:cNvSpPr/>
          <p:nvPr/>
        </p:nvSpPr>
        <p:spPr>
          <a:xfrm>
            <a:off x="260665" y="5273719"/>
            <a:ext cx="9189842" cy="1400383"/>
          </a:xfrm>
          <a:prstGeom prst="rect">
            <a:avLst/>
          </a:prstGeom>
          <a:solidFill>
            <a:schemeClr val="bg1"/>
          </a:solid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Capex WBS Settlement:</a:t>
            </a:r>
          </a:p>
          <a:p>
            <a:pPr marL="171450" lvl="0" indent="-171450">
              <a:lnSpc>
                <a:spcPts val="1200"/>
              </a:lnSpc>
              <a:spcBef>
                <a:spcPts val="600"/>
              </a:spcBef>
              <a:buFont typeface="Arial" panose="020B0604020202020204" pitchFamily="34" charset="0"/>
              <a:buChar char="•"/>
            </a:pPr>
            <a:r>
              <a:rPr lang="en-GB" sz="1100" i="1">
                <a:solidFill>
                  <a:srgbClr val="000000"/>
                </a:solidFill>
                <a:latin typeface="Georgia" panose="02040502050405020303" pitchFamily="18" charset="0"/>
              </a:rPr>
              <a:t>According to JTI’s </a:t>
            </a:r>
            <a:r>
              <a:rPr lang="en-GB" sz="1100" b="1" i="1">
                <a:solidFill>
                  <a:srgbClr val="000000"/>
                </a:solidFill>
                <a:latin typeface="Georgia" panose="02040502050405020303" pitchFamily="18" charset="0"/>
              </a:rPr>
              <a:t>Enterprise Asset Management (EAM) </a:t>
            </a:r>
            <a:r>
              <a:rPr lang="en-GB" sz="1100" i="1">
                <a:solidFill>
                  <a:srgbClr val="000000"/>
                </a:solidFill>
                <a:latin typeface="Georgia" panose="02040502050405020303" pitchFamily="18" charset="0"/>
              </a:rPr>
              <a:t>process, the costs of Capex are first collected in Capex WBS elements. Capex WBS elements need to be settled so that Assets can be capitalized in Asset module. This is done after  ZFFITCOMPANY_AS.</a:t>
            </a:r>
          </a:p>
          <a:p>
            <a:pPr marL="171450" lvl="0" indent="-171450">
              <a:lnSpc>
                <a:spcPts val="1200"/>
              </a:lnSpc>
              <a:spcBef>
                <a:spcPts val="600"/>
              </a:spcBef>
              <a:buFont typeface="Arial" panose="020B0604020202020204" pitchFamily="34" charset="0"/>
              <a:buChar char="•"/>
            </a:pPr>
            <a:r>
              <a:rPr lang="en-GB" sz="1100" i="1">
                <a:solidFill>
                  <a:srgbClr val="000000"/>
                </a:solidFill>
                <a:latin typeface="Georgia" panose="02040502050405020303" pitchFamily="18" charset="0"/>
              </a:rPr>
              <a:t>Some Capex WBS elements need their settlement rules to be generated before settlement can take place therefore you will need to execute CJB1 prior to CJ8G, which settlements selected WBS elements </a:t>
            </a:r>
            <a:r>
              <a:rPr lang="en-GB" sz="1100" i="1" err="1">
                <a:solidFill>
                  <a:srgbClr val="000000"/>
                </a:solidFill>
                <a:latin typeface="Georgia" panose="02040502050405020303" pitchFamily="18" charset="0"/>
              </a:rPr>
              <a:t>En</a:t>
            </a:r>
            <a:r>
              <a:rPr lang="en-GB" sz="1100" i="1">
                <a:solidFill>
                  <a:srgbClr val="000000"/>
                </a:solidFill>
                <a:latin typeface="Georgia" panose="02040502050405020303" pitchFamily="18" charset="0"/>
              </a:rPr>
              <a:t> Masse.</a:t>
            </a:r>
          </a:p>
          <a:p>
            <a:pPr marL="171450" lvl="0" indent="-171450">
              <a:lnSpc>
                <a:spcPts val="1200"/>
              </a:lnSpc>
              <a:spcBef>
                <a:spcPts val="600"/>
              </a:spcBef>
              <a:buFont typeface="Arial" panose="020B0604020202020204" pitchFamily="34" charset="0"/>
              <a:buChar char="•"/>
            </a:pPr>
            <a:r>
              <a:rPr lang="en-GB" sz="1100" i="1">
                <a:solidFill>
                  <a:srgbClr val="000000"/>
                </a:solidFill>
                <a:latin typeface="Georgia" panose="02040502050405020303" pitchFamily="18" charset="0"/>
              </a:rPr>
              <a:t>Please note that JTI also uses WBS solution in other processes such as Cost Management. The </a:t>
            </a:r>
            <a:r>
              <a:rPr lang="en-GB" sz="1100" b="1" i="1">
                <a:solidFill>
                  <a:srgbClr val="000000"/>
                </a:solidFill>
                <a:latin typeface="Georgia" panose="02040502050405020303" pitchFamily="18" charset="0"/>
              </a:rPr>
              <a:t>Capex related WBS activities need to be completed by WD-1 </a:t>
            </a:r>
            <a:r>
              <a:rPr lang="en-GB" sz="1100" i="1">
                <a:solidFill>
                  <a:srgbClr val="000000"/>
                </a:solidFill>
                <a:latin typeface="Georgia" panose="02040502050405020303" pitchFamily="18" charset="0"/>
              </a:rPr>
              <a:t>prior to Asset Depreciation, while other WBS activities continue until later working days.</a:t>
            </a:r>
            <a:endPar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16" name="Rectangle: Rounded Corners 15">
            <a:extLst>
              <a:ext uri="{FF2B5EF4-FFF2-40B4-BE49-F238E27FC236}">
                <a16:creationId xmlns:a16="http://schemas.microsoft.com/office/drawing/2014/main" id="{2DDD01CA-7F40-40FA-89B3-82EBA2367502}"/>
              </a:ext>
            </a:extLst>
          </p:cNvPr>
          <p:cNvSpPr/>
          <p:nvPr/>
        </p:nvSpPr>
        <p:spPr>
          <a:xfrm>
            <a:off x="975960" y="3864420"/>
            <a:ext cx="1406755" cy="206421"/>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 name="Rectangle: Rounded Corners 18">
            <a:extLst>
              <a:ext uri="{FF2B5EF4-FFF2-40B4-BE49-F238E27FC236}">
                <a16:creationId xmlns:a16="http://schemas.microsoft.com/office/drawing/2014/main" id="{67998B4B-BE73-45F9-96D6-0D6422843FCB}"/>
              </a:ext>
            </a:extLst>
          </p:cNvPr>
          <p:cNvSpPr/>
          <p:nvPr/>
        </p:nvSpPr>
        <p:spPr>
          <a:xfrm>
            <a:off x="7593299" y="2701139"/>
            <a:ext cx="2070465" cy="188089"/>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7" name="Rectangle: Rounded Corners 16">
            <a:extLst>
              <a:ext uri="{FF2B5EF4-FFF2-40B4-BE49-F238E27FC236}">
                <a16:creationId xmlns:a16="http://schemas.microsoft.com/office/drawing/2014/main" id="{4ABBEAF1-5448-4257-815F-0C215E52A01C}"/>
              </a:ext>
            </a:extLst>
          </p:cNvPr>
          <p:cNvSpPr/>
          <p:nvPr/>
        </p:nvSpPr>
        <p:spPr>
          <a:xfrm>
            <a:off x="7172618" y="1362627"/>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CJB1: Generate Settlement Rules</a:t>
            </a:r>
          </a:p>
        </p:txBody>
      </p:sp>
      <p:sp>
        <p:nvSpPr>
          <p:cNvPr id="20" name="Speech Bubble: Rectangle 19">
            <a:extLst>
              <a:ext uri="{FF2B5EF4-FFF2-40B4-BE49-F238E27FC236}">
                <a16:creationId xmlns:a16="http://schemas.microsoft.com/office/drawing/2014/main" id="{42CF9E34-9CF5-4E63-A421-6711C59EAD37}"/>
              </a:ext>
            </a:extLst>
          </p:cNvPr>
          <p:cNvSpPr/>
          <p:nvPr/>
        </p:nvSpPr>
        <p:spPr>
          <a:xfrm>
            <a:off x="10201692" y="1494692"/>
            <a:ext cx="1868980" cy="1157394"/>
          </a:xfrm>
          <a:prstGeom prst="wedgeRectCallout">
            <a:avLst>
              <a:gd name="adj1" fmla="val -47557"/>
              <a:gd name="adj2" fmla="val 68349"/>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endParaRPr lang="en-GB" sz="1200" i="1">
              <a:solidFill>
                <a:srgbClr val="000000"/>
              </a:solidFill>
              <a:latin typeface="Georgia" panose="02040502050405020303" pitchFamily="18" charset="0"/>
            </a:endParaRPr>
          </a:p>
          <a:p>
            <a:pPr>
              <a:lnSpc>
                <a:spcPts val="1200"/>
              </a:lnSpc>
              <a:spcBef>
                <a:spcPts val="600"/>
              </a:spcBef>
              <a:defRPr/>
            </a:pPr>
            <a:r>
              <a:rPr lang="en-US" sz="1200" i="1">
                <a:solidFill>
                  <a:srgbClr val="000000"/>
                </a:solidFill>
                <a:latin typeface="Georgia" panose="02040502050405020303" pitchFamily="18" charset="0"/>
              </a:rPr>
              <a:t>The process of </a:t>
            </a:r>
            <a:r>
              <a:rPr lang="en-US" sz="1200" b="1" i="1">
                <a:solidFill>
                  <a:srgbClr val="000000"/>
                </a:solidFill>
                <a:latin typeface="Georgia" panose="02040502050405020303" pitchFamily="18" charset="0"/>
              </a:rPr>
              <a:t>WBS settlement</a:t>
            </a:r>
            <a:r>
              <a:rPr lang="en-US" sz="1200" i="1">
                <a:solidFill>
                  <a:srgbClr val="000000"/>
                </a:solidFill>
                <a:latin typeface="Georgia" panose="02040502050405020303" pitchFamily="18" charset="0"/>
              </a:rPr>
              <a:t> for all types of WBS elements are the same. You can find detailed explanations in the </a:t>
            </a:r>
            <a:r>
              <a:rPr lang="en-US" sz="1200" b="1" i="1" u="sng">
                <a:solidFill>
                  <a:srgbClr val="000000"/>
                </a:solidFill>
                <a:latin typeface="Georgia" panose="02040502050405020303" pitchFamily="18" charset="0"/>
              </a:rPr>
              <a:t>Controlling WBS </a:t>
            </a:r>
            <a:r>
              <a:rPr lang="en-US" sz="1200" i="1">
                <a:solidFill>
                  <a:srgbClr val="000000"/>
                </a:solidFill>
                <a:latin typeface="Georgia" panose="02040502050405020303" pitchFamily="18" charset="0"/>
              </a:rPr>
              <a:t>course materials.</a:t>
            </a:r>
          </a:p>
          <a:p>
            <a:pPr>
              <a:lnSpc>
                <a:spcPts val="1200"/>
              </a:lnSpc>
              <a:spcBef>
                <a:spcPts val="600"/>
              </a:spcBef>
              <a:defRPr/>
            </a:pPr>
            <a:endParaRPr lang="en-US" sz="1200" i="1">
              <a:solidFill>
                <a:srgbClr val="000000"/>
              </a:solidFill>
              <a:latin typeface="Georgia" panose="02040502050405020303" pitchFamily="18" charset="0"/>
            </a:endParaRPr>
          </a:p>
        </p:txBody>
      </p:sp>
      <p:pic>
        <p:nvPicPr>
          <p:cNvPr id="8" name="Picture 7">
            <a:extLst>
              <a:ext uri="{FF2B5EF4-FFF2-40B4-BE49-F238E27FC236}">
                <a16:creationId xmlns:a16="http://schemas.microsoft.com/office/drawing/2014/main" id="{FCCBCE5F-C1E9-4FFC-89EE-0C071FC535D6}"/>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9160452" y="3132371"/>
            <a:ext cx="2976408" cy="2892475"/>
          </a:xfrm>
          <a:prstGeom prst="rect">
            <a:avLst/>
          </a:prstGeom>
          <a:effectLst>
            <a:outerShdw blurRad="50800" dist="38100" dir="2700000" algn="tl" rotWithShape="0">
              <a:prstClr val="black">
                <a:alpha val="40000"/>
              </a:prstClr>
            </a:outerShdw>
          </a:effectLst>
        </p:spPr>
      </p:pic>
      <p:sp>
        <p:nvSpPr>
          <p:cNvPr id="47" name="Rectangle: Rounded Corners 46">
            <a:extLst>
              <a:ext uri="{FF2B5EF4-FFF2-40B4-BE49-F238E27FC236}">
                <a16:creationId xmlns:a16="http://schemas.microsoft.com/office/drawing/2014/main" id="{4F968403-AEE9-48F6-8477-0E99366EF002}"/>
              </a:ext>
            </a:extLst>
          </p:cNvPr>
          <p:cNvSpPr/>
          <p:nvPr/>
        </p:nvSpPr>
        <p:spPr>
          <a:xfrm>
            <a:off x="9160452" y="5521925"/>
            <a:ext cx="912347" cy="123092"/>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 name="Rectangle: Rounded Corners 17">
            <a:extLst>
              <a:ext uri="{FF2B5EF4-FFF2-40B4-BE49-F238E27FC236}">
                <a16:creationId xmlns:a16="http://schemas.microsoft.com/office/drawing/2014/main" id="{B33A6B06-E6EF-4286-B670-71BE0F540E54}"/>
              </a:ext>
            </a:extLst>
          </p:cNvPr>
          <p:cNvSpPr/>
          <p:nvPr/>
        </p:nvSpPr>
        <p:spPr>
          <a:xfrm>
            <a:off x="9492081" y="4102349"/>
            <a:ext cx="1840756" cy="186904"/>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 name="Rectangle: Rounded Corners 20">
            <a:extLst>
              <a:ext uri="{FF2B5EF4-FFF2-40B4-BE49-F238E27FC236}">
                <a16:creationId xmlns:a16="http://schemas.microsoft.com/office/drawing/2014/main" id="{911F6236-C318-4A8C-9362-A5313E6B9471}"/>
              </a:ext>
            </a:extLst>
          </p:cNvPr>
          <p:cNvSpPr/>
          <p:nvPr/>
        </p:nvSpPr>
        <p:spPr>
          <a:xfrm>
            <a:off x="9444500" y="2955868"/>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CJ8G: WBS Settlement</a:t>
            </a:r>
          </a:p>
        </p:txBody>
      </p:sp>
      <p:sp>
        <p:nvSpPr>
          <p:cNvPr id="10" name="Rectangle: Rounded Corners 9">
            <a:extLst>
              <a:ext uri="{FF2B5EF4-FFF2-40B4-BE49-F238E27FC236}">
                <a16:creationId xmlns:a16="http://schemas.microsoft.com/office/drawing/2014/main" id="{7BCD10DC-E507-468E-A922-EF1DC7C4019F}"/>
              </a:ext>
            </a:extLst>
          </p:cNvPr>
          <p:cNvSpPr/>
          <p:nvPr/>
        </p:nvSpPr>
        <p:spPr>
          <a:xfrm>
            <a:off x="7002504" y="4651305"/>
            <a:ext cx="2157948" cy="701090"/>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nSpc>
                <a:spcPts val="1200"/>
              </a:lnSpc>
              <a:spcBef>
                <a:spcPts val="600"/>
              </a:spcBef>
            </a:pPr>
            <a:r>
              <a:rPr lang="en-US" sz="1200" i="1">
                <a:solidFill>
                  <a:srgbClr val="000000"/>
                </a:solidFill>
                <a:latin typeface="Georgia" panose="02040502050405020303" pitchFamily="18" charset="0"/>
              </a:rPr>
              <a:t>These variants can’t be used directly for execution outside of FCC. See next slides for explanations.</a:t>
            </a:r>
          </a:p>
        </p:txBody>
      </p:sp>
      <p:cxnSp>
        <p:nvCxnSpPr>
          <p:cNvPr id="12" name="Straight Arrow Connector 11">
            <a:extLst>
              <a:ext uri="{FF2B5EF4-FFF2-40B4-BE49-F238E27FC236}">
                <a16:creationId xmlns:a16="http://schemas.microsoft.com/office/drawing/2014/main" id="{5859C688-33ED-418B-B3DE-B1263521160D}"/>
              </a:ext>
            </a:extLst>
          </p:cNvPr>
          <p:cNvCxnSpPr>
            <a:stCxn id="10" idx="0"/>
          </p:cNvCxnSpPr>
          <p:nvPr/>
        </p:nvCxnSpPr>
        <p:spPr>
          <a:xfrm flipV="1">
            <a:off x="8081478" y="2955868"/>
            <a:ext cx="871603" cy="1695437"/>
          </a:xfrm>
          <a:prstGeom prst="straightConnector1">
            <a:avLst/>
          </a:prstGeom>
          <a:ln w="9525">
            <a:solidFill>
              <a:schemeClr val="accent3"/>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D62BA18-FA11-4ABC-B553-8FAB0BDDD42E}"/>
              </a:ext>
            </a:extLst>
          </p:cNvPr>
          <p:cNvCxnSpPr>
            <a:cxnSpLocks/>
          </p:cNvCxnSpPr>
          <p:nvPr/>
        </p:nvCxnSpPr>
        <p:spPr>
          <a:xfrm flipV="1">
            <a:off x="8953081" y="4200211"/>
            <a:ext cx="491419" cy="451094"/>
          </a:xfrm>
          <a:prstGeom prst="straightConnector1">
            <a:avLst/>
          </a:prstGeom>
          <a:ln w="9525">
            <a:solidFill>
              <a:schemeClr val="accent3"/>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841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E44822-9397-4F19-ABD9-EADE14993A7D}"/>
              </a:ext>
            </a:extLst>
          </p:cNvPr>
          <p:cNvSpPr>
            <a:spLocks noGrp="1"/>
          </p:cNvSpPr>
          <p:nvPr>
            <p:ph type="sldNum" sz="quarter" idx="12"/>
          </p:nvPr>
        </p:nvSpPr>
        <p:spPr/>
        <p:txBody>
          <a:bodyPr/>
          <a:lstStyle/>
          <a:p>
            <a:fld id="{F4C94289-3309-4C35-850A-56FD49B3E346}" type="slidenum">
              <a:rPr lang="en-GB" smtClean="0"/>
              <a:t>5</a:t>
            </a:fld>
            <a:endParaRPr lang="en-GB"/>
          </a:p>
        </p:txBody>
      </p:sp>
      <p:sp>
        <p:nvSpPr>
          <p:cNvPr id="4" name="Title 3">
            <a:extLst>
              <a:ext uri="{FF2B5EF4-FFF2-40B4-BE49-F238E27FC236}">
                <a16:creationId xmlns:a16="http://schemas.microsoft.com/office/drawing/2014/main" id="{7F3422C8-AFB5-4DC5-A409-3D0C5A782D24}"/>
              </a:ext>
            </a:extLst>
          </p:cNvPr>
          <p:cNvSpPr>
            <a:spLocks noGrp="1"/>
          </p:cNvSpPr>
          <p:nvPr>
            <p:ph type="title"/>
          </p:nvPr>
        </p:nvSpPr>
        <p:spPr/>
        <p:txBody>
          <a:bodyPr/>
          <a:lstStyle/>
          <a:p>
            <a:r>
              <a:rPr lang="en-US"/>
              <a:t>Capex WBS Settlement: Execution (2/3)</a:t>
            </a:r>
          </a:p>
        </p:txBody>
      </p:sp>
      <p:pic>
        <p:nvPicPr>
          <p:cNvPr id="5" name="Picture 4">
            <a:extLst>
              <a:ext uri="{FF2B5EF4-FFF2-40B4-BE49-F238E27FC236}">
                <a16:creationId xmlns:a16="http://schemas.microsoft.com/office/drawing/2014/main" id="{7C86656E-8B89-415D-883D-9E44CF5259D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68609" y="1697831"/>
            <a:ext cx="4218508" cy="2733600"/>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D183C9FD-4BE9-4ACA-9A3E-CA9692866CBA}"/>
              </a:ext>
            </a:extLst>
          </p:cNvPr>
          <p:cNvPicPr>
            <a:picLocks noChangeAspect="1"/>
          </p:cNvPicPr>
          <p:nvPr/>
        </p:nvPicPr>
        <p:blipFill>
          <a:blip r:embed="rId4"/>
          <a:stretch>
            <a:fillRect/>
          </a:stretch>
        </p:blipFill>
        <p:spPr>
          <a:xfrm>
            <a:off x="2369079" y="3366078"/>
            <a:ext cx="4445162" cy="2210862"/>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CB323F4C-D350-4AC0-A0F1-458F25C6759C}"/>
              </a:ext>
            </a:extLst>
          </p:cNvPr>
          <p:cNvPicPr>
            <a:picLocks noChangeAspect="1"/>
          </p:cNvPicPr>
          <p:nvPr/>
        </p:nvPicPr>
        <p:blipFill>
          <a:blip r:embed="rId5"/>
          <a:stretch>
            <a:fillRect/>
          </a:stretch>
        </p:blipFill>
        <p:spPr>
          <a:xfrm>
            <a:off x="5083808" y="4604695"/>
            <a:ext cx="5170936" cy="2165546"/>
          </a:xfrm>
          <a:prstGeom prst="rect">
            <a:avLst/>
          </a:prstGeom>
          <a:effectLst>
            <a:outerShdw blurRad="63500" sx="102000" sy="102000" algn="ctr" rotWithShape="0">
              <a:prstClr val="black">
                <a:alpha val="40000"/>
              </a:prstClr>
            </a:outerShdw>
          </a:effectLst>
        </p:spPr>
      </p:pic>
      <p:sp>
        <p:nvSpPr>
          <p:cNvPr id="10" name="Rectangle: Rounded Corners 9">
            <a:extLst>
              <a:ext uri="{FF2B5EF4-FFF2-40B4-BE49-F238E27FC236}">
                <a16:creationId xmlns:a16="http://schemas.microsoft.com/office/drawing/2014/main" id="{7BDE3E95-E63E-4656-885C-F0F99EF4408E}"/>
              </a:ext>
            </a:extLst>
          </p:cNvPr>
          <p:cNvSpPr/>
          <p:nvPr/>
        </p:nvSpPr>
        <p:spPr>
          <a:xfrm>
            <a:off x="4106521" y="2763292"/>
            <a:ext cx="371811" cy="241161"/>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2" name="Straight Arrow Connector 11">
            <a:extLst>
              <a:ext uri="{FF2B5EF4-FFF2-40B4-BE49-F238E27FC236}">
                <a16:creationId xmlns:a16="http://schemas.microsoft.com/office/drawing/2014/main" id="{79F4888D-6385-4FA8-A65B-2E3C1F08D890}"/>
              </a:ext>
            </a:extLst>
          </p:cNvPr>
          <p:cNvCxnSpPr>
            <a:cxnSpLocks/>
            <a:stCxn id="10" idx="2"/>
          </p:cNvCxnSpPr>
          <p:nvPr/>
        </p:nvCxnSpPr>
        <p:spPr>
          <a:xfrm>
            <a:off x="4292427" y="3004453"/>
            <a:ext cx="681507" cy="562707"/>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42081AA7-03C5-4625-A8A1-C1C1C838E094}"/>
              </a:ext>
            </a:extLst>
          </p:cNvPr>
          <p:cNvSpPr/>
          <p:nvPr/>
        </p:nvSpPr>
        <p:spPr>
          <a:xfrm>
            <a:off x="4248101" y="3893592"/>
            <a:ext cx="495602" cy="211406"/>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5" name="Straight Arrow Connector 14">
            <a:extLst>
              <a:ext uri="{FF2B5EF4-FFF2-40B4-BE49-F238E27FC236}">
                <a16:creationId xmlns:a16="http://schemas.microsoft.com/office/drawing/2014/main" id="{A40A6BC1-2F97-4887-A786-2E0F9CE48164}"/>
              </a:ext>
            </a:extLst>
          </p:cNvPr>
          <p:cNvCxnSpPr>
            <a:cxnSpLocks/>
          </p:cNvCxnSpPr>
          <p:nvPr/>
        </p:nvCxnSpPr>
        <p:spPr>
          <a:xfrm>
            <a:off x="4743703" y="4084632"/>
            <a:ext cx="2318120" cy="1271252"/>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ED8C50C6-BE00-4B38-9C9B-C738DA946D6E}"/>
              </a:ext>
            </a:extLst>
          </p:cNvPr>
          <p:cNvSpPr/>
          <p:nvPr/>
        </p:nvSpPr>
        <p:spPr>
          <a:xfrm>
            <a:off x="8023572" y="5687468"/>
            <a:ext cx="1828800" cy="22106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FC89BF40-BA02-4E42-9A31-D76959246DE3}"/>
              </a:ext>
            </a:extLst>
          </p:cNvPr>
          <p:cNvSpPr/>
          <p:nvPr/>
        </p:nvSpPr>
        <p:spPr>
          <a:xfrm>
            <a:off x="651562" y="2763179"/>
            <a:ext cx="2161976" cy="241161"/>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1" name="Graphic 20" descr="Person with idea">
            <a:extLst>
              <a:ext uri="{FF2B5EF4-FFF2-40B4-BE49-F238E27FC236}">
                <a16:creationId xmlns:a16="http://schemas.microsoft.com/office/drawing/2014/main" id="{2877C617-3D20-4B6B-81FE-849B2DD5672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33180" y="1335210"/>
            <a:ext cx="810667" cy="810667"/>
          </a:xfrm>
          <a:prstGeom prst="rect">
            <a:avLst/>
          </a:prstGeom>
          <a:effectLst>
            <a:outerShdw blurRad="50800" dist="38100" dir="5400000" algn="t" rotWithShape="0">
              <a:prstClr val="black">
                <a:alpha val="40000"/>
              </a:prstClr>
            </a:outerShdw>
          </a:effectLst>
        </p:spPr>
      </p:pic>
      <p:sp>
        <p:nvSpPr>
          <p:cNvPr id="22" name="TextBox 21">
            <a:extLst>
              <a:ext uri="{FF2B5EF4-FFF2-40B4-BE49-F238E27FC236}">
                <a16:creationId xmlns:a16="http://schemas.microsoft.com/office/drawing/2014/main" id="{6787A823-55C5-456A-8F14-4DF92DD66FF0}"/>
              </a:ext>
            </a:extLst>
          </p:cNvPr>
          <p:cNvSpPr txBox="1"/>
          <p:nvPr/>
        </p:nvSpPr>
        <p:spPr>
          <a:xfrm>
            <a:off x="5589910" y="1407049"/>
            <a:ext cx="6206855" cy="2140021"/>
          </a:xfrm>
          <a:prstGeom prst="rect">
            <a:avLst/>
          </a:prstGeom>
          <a:noFill/>
        </p:spPr>
        <p:txBody>
          <a:bodyPr wrap="square" lIns="0" tIns="0" rIns="0" bIns="0" rtlCol="0">
            <a:noAutofit/>
          </a:bodyPr>
          <a:lstStyle/>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For T-Codes using “</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Selection Variants</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in a transaction, such as CJB1, CJ8G, if the Selection Variant is a “global” or “GBS/JTBC” Variant, i.e. the company code selection within it is based on FCC folder structure, you will not be able to use them straight away when you want to execute the transactions outside of FCC, as the Company Code populated will </a:t>
            </a:r>
            <a:r>
              <a:rPr lang="en-GB" sz="1200" i="1" dirty="0">
                <a:solidFill>
                  <a:srgbClr val="000000"/>
                </a:solidFill>
                <a:latin typeface="Georgia" panose="02040502050405020303" pitchFamily="18" charset="0"/>
              </a:rPr>
              <a:t> most likely be incorrect.</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As you can see from t</a:t>
            </a:r>
            <a:r>
              <a:rPr lang="en-GB" sz="1200" i="1" dirty="0">
                <a:solidFill>
                  <a:srgbClr val="000000"/>
                </a:solidFill>
                <a:latin typeface="Georgia" panose="02040502050405020303" pitchFamily="18" charset="0"/>
              </a:rPr>
              <a:t>he screenshots, there are “4 active” Dynamic selection fields and one of them is Company Code. You can see in this example, only one company code is populated as the variant uses the standard variable for company code (explained earlier), and the system picks up the most recent one used by the user, which is not what we need when we wish to execute CJB1 outside of FCC.</a:t>
            </a:r>
            <a:endPar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p:txBody>
      </p:sp>
      <p:sp>
        <p:nvSpPr>
          <p:cNvPr id="25" name="Rectangle: Rounded Corners 24">
            <a:extLst>
              <a:ext uri="{FF2B5EF4-FFF2-40B4-BE49-F238E27FC236}">
                <a16:creationId xmlns:a16="http://schemas.microsoft.com/office/drawing/2014/main" id="{E14A261A-0A23-4B50-A088-C4AB1430B34E}"/>
              </a:ext>
            </a:extLst>
          </p:cNvPr>
          <p:cNvSpPr/>
          <p:nvPr/>
        </p:nvSpPr>
        <p:spPr>
          <a:xfrm>
            <a:off x="259824" y="1366991"/>
            <a:ext cx="2965697" cy="50200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CJB1: Generate Settlement Rules -&gt; Use “Change” or “Display” icons to see Variant Attributes of the selection variant</a:t>
            </a:r>
          </a:p>
        </p:txBody>
      </p:sp>
      <p:sp>
        <p:nvSpPr>
          <p:cNvPr id="28" name="TextBox 27">
            <a:extLst>
              <a:ext uri="{FF2B5EF4-FFF2-40B4-BE49-F238E27FC236}">
                <a16:creationId xmlns:a16="http://schemas.microsoft.com/office/drawing/2014/main" id="{4CDEBAD0-3DD0-4A45-BF19-4FC0BC3B294C}"/>
              </a:ext>
            </a:extLst>
          </p:cNvPr>
          <p:cNvSpPr txBox="1"/>
          <p:nvPr/>
        </p:nvSpPr>
        <p:spPr>
          <a:xfrm>
            <a:off x="7025468" y="3429000"/>
            <a:ext cx="5007003" cy="1002431"/>
          </a:xfrm>
          <a:prstGeom prst="rect">
            <a:avLst/>
          </a:prstGeom>
          <a:noFill/>
        </p:spPr>
        <p:txBody>
          <a:bodyPr wrap="square" lIns="0" tIns="0" rIns="0" bIns="0" rtlCol="0">
            <a:noAutofit/>
          </a:bodyPr>
          <a:lstStyle/>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GB" sz="1200" i="1" dirty="0">
                <a:solidFill>
                  <a:srgbClr val="000000"/>
                </a:solidFill>
                <a:latin typeface="Georgia" panose="02040502050405020303" pitchFamily="18" charset="0"/>
              </a:rPr>
              <a:t>We therefore </a:t>
            </a:r>
            <a:r>
              <a:rPr lang="en-GB" sz="1200" b="1" i="1" dirty="0">
                <a:solidFill>
                  <a:srgbClr val="000000"/>
                </a:solidFill>
                <a:latin typeface="Georgia" panose="02040502050405020303" pitchFamily="18" charset="0"/>
              </a:rPr>
              <a:t>need to change the Company Code field </a:t>
            </a:r>
            <a:r>
              <a:rPr lang="en-GB" sz="1200" i="1" dirty="0">
                <a:solidFill>
                  <a:srgbClr val="000000"/>
                </a:solidFill>
                <a:latin typeface="Georgia" panose="02040502050405020303" pitchFamily="18" charset="0"/>
              </a:rPr>
              <a:t>to include the company codes that are needed, for example all company codes belong to GBS St. Pete if I am executing this for St. Pete entities, or a specific company code if I am executing the transaction for a specific entity only. See how to do it on the next slide.</a:t>
            </a:r>
            <a:endPar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p:txBody>
      </p:sp>
    </p:spTree>
    <p:extLst>
      <p:ext uri="{BB962C8B-B14F-4D97-AF65-F5344CB8AC3E}">
        <p14:creationId xmlns:p14="http://schemas.microsoft.com/office/powerpoint/2010/main" val="3510057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E44822-9397-4F19-ABD9-EADE14993A7D}"/>
              </a:ext>
            </a:extLst>
          </p:cNvPr>
          <p:cNvSpPr>
            <a:spLocks noGrp="1"/>
          </p:cNvSpPr>
          <p:nvPr>
            <p:ph type="sldNum" sz="quarter" idx="12"/>
          </p:nvPr>
        </p:nvSpPr>
        <p:spPr/>
        <p:txBody>
          <a:bodyPr/>
          <a:lstStyle/>
          <a:p>
            <a:fld id="{F4C94289-3309-4C35-850A-56FD49B3E346}" type="slidenum">
              <a:rPr lang="en-GB" smtClean="0"/>
              <a:t>6</a:t>
            </a:fld>
            <a:endParaRPr lang="en-GB"/>
          </a:p>
        </p:txBody>
      </p:sp>
      <p:sp>
        <p:nvSpPr>
          <p:cNvPr id="4" name="Title 3">
            <a:extLst>
              <a:ext uri="{FF2B5EF4-FFF2-40B4-BE49-F238E27FC236}">
                <a16:creationId xmlns:a16="http://schemas.microsoft.com/office/drawing/2014/main" id="{7F3422C8-AFB5-4DC5-A409-3D0C5A782D24}"/>
              </a:ext>
            </a:extLst>
          </p:cNvPr>
          <p:cNvSpPr>
            <a:spLocks noGrp="1"/>
          </p:cNvSpPr>
          <p:nvPr>
            <p:ph type="title"/>
          </p:nvPr>
        </p:nvSpPr>
        <p:spPr/>
        <p:txBody>
          <a:bodyPr/>
          <a:lstStyle/>
          <a:p>
            <a:r>
              <a:rPr lang="en-US"/>
              <a:t>Capex WBS Settlement: Execution (3/3)</a:t>
            </a:r>
          </a:p>
        </p:txBody>
      </p:sp>
      <p:pic>
        <p:nvPicPr>
          <p:cNvPr id="2" name="Picture 1">
            <a:extLst>
              <a:ext uri="{FF2B5EF4-FFF2-40B4-BE49-F238E27FC236}">
                <a16:creationId xmlns:a16="http://schemas.microsoft.com/office/drawing/2014/main" id="{81D4892D-46A2-4CD5-8157-7CFE027F9C8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251169" y="1360614"/>
            <a:ext cx="3627495" cy="1391863"/>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1644A519-C0C1-49DD-9CD7-4CACD31633C5}"/>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6879932" y="1384638"/>
            <a:ext cx="2596420" cy="1350246"/>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1820AD17-6EC3-40DB-99A5-7CC2F5F360FE}"/>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9567258" y="1371602"/>
            <a:ext cx="2480716" cy="1394031"/>
          </a:xfrm>
          <a:prstGeom prst="rect">
            <a:avLst/>
          </a:prstGeom>
          <a:effectLst>
            <a:outerShdw blurRad="50800" dist="38100" dir="5400000" algn="t" rotWithShape="0">
              <a:prstClr val="black">
                <a:alpha val="40000"/>
              </a:prstClr>
            </a:outerShdw>
          </a:effectLst>
        </p:spPr>
      </p:pic>
      <p:pic>
        <p:nvPicPr>
          <p:cNvPr id="20" name="Picture 19">
            <a:extLst>
              <a:ext uri="{FF2B5EF4-FFF2-40B4-BE49-F238E27FC236}">
                <a16:creationId xmlns:a16="http://schemas.microsoft.com/office/drawing/2014/main" id="{B94CD387-19D2-4BF5-A760-E82CFBA1D71A}"/>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25000"/>
                    </a14:imgEffect>
                  </a14:imgLayer>
                </a14:imgProps>
              </a:ext>
            </a:extLst>
          </a:blip>
          <a:stretch>
            <a:fillRect/>
          </a:stretch>
        </p:blipFill>
        <p:spPr>
          <a:xfrm>
            <a:off x="3914406" y="1360614"/>
            <a:ext cx="2874620" cy="1374270"/>
          </a:xfrm>
          <a:prstGeom prst="rect">
            <a:avLst/>
          </a:prstGeom>
          <a:effectLst>
            <a:outerShdw blurRad="50800" dist="38100" dir="5400000" algn="t" rotWithShape="0">
              <a:prstClr val="black">
                <a:alpha val="40000"/>
              </a:prstClr>
            </a:outerShdw>
          </a:effectLst>
        </p:spPr>
      </p:pic>
      <p:sp>
        <p:nvSpPr>
          <p:cNvPr id="22" name="Rectangle: Rounded Corners 21">
            <a:extLst>
              <a:ext uri="{FF2B5EF4-FFF2-40B4-BE49-F238E27FC236}">
                <a16:creationId xmlns:a16="http://schemas.microsoft.com/office/drawing/2014/main" id="{2AD7AA6E-1E3E-42E0-944A-D6E72AA79A46}"/>
              </a:ext>
            </a:extLst>
          </p:cNvPr>
          <p:cNvSpPr/>
          <p:nvPr/>
        </p:nvSpPr>
        <p:spPr>
          <a:xfrm>
            <a:off x="251169" y="1519069"/>
            <a:ext cx="2965697" cy="30415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GB" sz="1000" b="1">
                <a:solidFill>
                  <a:srgbClr val="00B2A9">
                    <a:lumMod val="50000"/>
                  </a:srgbClr>
                </a:solidFill>
                <a:latin typeface="Arial" panose="020B0604020202020204"/>
              </a:rPr>
              <a:t>In CJB1/CJ8G, enter a New Selection Variant Name, then click the “Create” icon.</a:t>
            </a: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3" name="Oval 22">
            <a:extLst>
              <a:ext uri="{FF2B5EF4-FFF2-40B4-BE49-F238E27FC236}">
                <a16:creationId xmlns:a16="http://schemas.microsoft.com/office/drawing/2014/main" id="{D5EC1FF2-2B69-416C-AEE4-BF65EC6E7FDC}"/>
              </a:ext>
            </a:extLst>
          </p:cNvPr>
          <p:cNvSpPr/>
          <p:nvPr/>
        </p:nvSpPr>
        <p:spPr>
          <a:xfrm>
            <a:off x="1732481" y="2113226"/>
            <a:ext cx="258119" cy="257721"/>
          </a:xfrm>
          <a:prstGeom prst="ellipse">
            <a:avLst/>
          </a:prstGeom>
          <a:solidFill>
            <a:srgbClr val="00B05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t>1</a:t>
            </a:r>
          </a:p>
        </p:txBody>
      </p:sp>
      <p:sp>
        <p:nvSpPr>
          <p:cNvPr id="24" name="Rectangle: Rounded Corners 23">
            <a:extLst>
              <a:ext uri="{FF2B5EF4-FFF2-40B4-BE49-F238E27FC236}">
                <a16:creationId xmlns:a16="http://schemas.microsoft.com/office/drawing/2014/main" id="{628E2213-0503-4BC3-B900-FA0FA6726783}"/>
              </a:ext>
            </a:extLst>
          </p:cNvPr>
          <p:cNvSpPr/>
          <p:nvPr/>
        </p:nvSpPr>
        <p:spPr>
          <a:xfrm>
            <a:off x="553671" y="2431701"/>
            <a:ext cx="1767498" cy="160311"/>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Rectangle: Rounded Corners 24">
            <a:extLst>
              <a:ext uri="{FF2B5EF4-FFF2-40B4-BE49-F238E27FC236}">
                <a16:creationId xmlns:a16="http://schemas.microsoft.com/office/drawing/2014/main" id="{B997CE1B-3570-47E8-B436-D86EE1ACA91E}"/>
              </a:ext>
            </a:extLst>
          </p:cNvPr>
          <p:cNvSpPr/>
          <p:nvPr/>
        </p:nvSpPr>
        <p:spPr>
          <a:xfrm flipV="1">
            <a:off x="3406391" y="2431698"/>
            <a:ext cx="195443" cy="160313"/>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65E2A6CC-9771-430F-8338-3A87843816A4}"/>
              </a:ext>
            </a:extLst>
          </p:cNvPr>
          <p:cNvSpPr/>
          <p:nvPr/>
        </p:nvSpPr>
        <p:spPr>
          <a:xfrm>
            <a:off x="3375052" y="2113226"/>
            <a:ext cx="258119" cy="257721"/>
          </a:xfrm>
          <a:prstGeom prst="ellipse">
            <a:avLst/>
          </a:prstGeom>
          <a:solidFill>
            <a:srgbClr val="00B05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t>2</a:t>
            </a:r>
          </a:p>
        </p:txBody>
      </p:sp>
      <p:sp>
        <p:nvSpPr>
          <p:cNvPr id="28" name="Rectangle: Rounded Corners 27">
            <a:extLst>
              <a:ext uri="{FF2B5EF4-FFF2-40B4-BE49-F238E27FC236}">
                <a16:creationId xmlns:a16="http://schemas.microsoft.com/office/drawing/2014/main" id="{DCDB3FCA-E76E-4246-9EC8-B6550C60941A}"/>
              </a:ext>
            </a:extLst>
          </p:cNvPr>
          <p:cNvSpPr/>
          <p:nvPr/>
        </p:nvSpPr>
        <p:spPr>
          <a:xfrm>
            <a:off x="3914406" y="1371602"/>
            <a:ext cx="1255148" cy="30415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GB" sz="1000" b="1">
                <a:solidFill>
                  <a:srgbClr val="00B2A9">
                    <a:lumMod val="50000"/>
                  </a:srgbClr>
                </a:solidFill>
                <a:latin typeface="Arial" panose="020B0604020202020204"/>
              </a:rPr>
              <a:t>Select “Copy” from the menu.</a:t>
            </a: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9" name="Rectangle: Rounded Corners 28">
            <a:extLst>
              <a:ext uri="{FF2B5EF4-FFF2-40B4-BE49-F238E27FC236}">
                <a16:creationId xmlns:a16="http://schemas.microsoft.com/office/drawing/2014/main" id="{53D23B1C-A5E9-4240-823E-38C9A1A24AF7}"/>
              </a:ext>
            </a:extLst>
          </p:cNvPr>
          <p:cNvSpPr/>
          <p:nvPr/>
        </p:nvSpPr>
        <p:spPr>
          <a:xfrm>
            <a:off x="4785701" y="1770755"/>
            <a:ext cx="328910" cy="188674"/>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A1AB9344-07AB-449C-BD45-21F5CCD8386A}"/>
              </a:ext>
            </a:extLst>
          </p:cNvPr>
          <p:cNvSpPr/>
          <p:nvPr/>
        </p:nvSpPr>
        <p:spPr>
          <a:xfrm>
            <a:off x="5159457" y="1403616"/>
            <a:ext cx="258119" cy="257721"/>
          </a:xfrm>
          <a:prstGeom prst="ellipse">
            <a:avLst/>
          </a:prstGeom>
          <a:solidFill>
            <a:srgbClr val="00B05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t>3</a:t>
            </a:r>
          </a:p>
        </p:txBody>
      </p:sp>
      <p:sp>
        <p:nvSpPr>
          <p:cNvPr id="33" name="Rectangle: Rounded Corners 32">
            <a:extLst>
              <a:ext uri="{FF2B5EF4-FFF2-40B4-BE49-F238E27FC236}">
                <a16:creationId xmlns:a16="http://schemas.microsoft.com/office/drawing/2014/main" id="{8BBB6AC1-2183-4603-A133-9095671AB9FA}"/>
              </a:ext>
            </a:extLst>
          </p:cNvPr>
          <p:cNvSpPr/>
          <p:nvPr/>
        </p:nvSpPr>
        <p:spPr>
          <a:xfrm>
            <a:off x="7446382" y="1858945"/>
            <a:ext cx="1330017" cy="139691"/>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5" name="Rectangle: Rounded Corners 34">
            <a:extLst>
              <a:ext uri="{FF2B5EF4-FFF2-40B4-BE49-F238E27FC236}">
                <a16:creationId xmlns:a16="http://schemas.microsoft.com/office/drawing/2014/main" id="{C8B52754-7884-465A-88F2-CEBB8D346E04}"/>
              </a:ext>
            </a:extLst>
          </p:cNvPr>
          <p:cNvSpPr/>
          <p:nvPr/>
        </p:nvSpPr>
        <p:spPr>
          <a:xfrm>
            <a:off x="6893677" y="1371602"/>
            <a:ext cx="2391000" cy="45162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GB" sz="1000" b="1">
                <a:solidFill>
                  <a:srgbClr val="00B2A9">
                    <a:lumMod val="50000"/>
                  </a:srgbClr>
                </a:solidFill>
                <a:latin typeface="Arial" panose="020B0604020202020204"/>
              </a:rPr>
              <a:t>Enter the “global variant” name in the From variant” field. Then click “Copy”.</a:t>
            </a: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1" name="Oval 30">
            <a:extLst>
              <a:ext uri="{FF2B5EF4-FFF2-40B4-BE49-F238E27FC236}">
                <a16:creationId xmlns:a16="http://schemas.microsoft.com/office/drawing/2014/main" id="{1A598C26-5FD2-400F-B4EB-03422B0EE751}"/>
              </a:ext>
            </a:extLst>
          </p:cNvPr>
          <p:cNvSpPr/>
          <p:nvPr/>
        </p:nvSpPr>
        <p:spPr>
          <a:xfrm>
            <a:off x="8776400" y="1771060"/>
            <a:ext cx="258119" cy="257721"/>
          </a:xfrm>
          <a:prstGeom prst="ellipse">
            <a:avLst/>
          </a:prstGeom>
          <a:solidFill>
            <a:srgbClr val="00B05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t>4</a:t>
            </a:r>
          </a:p>
        </p:txBody>
      </p:sp>
      <p:sp>
        <p:nvSpPr>
          <p:cNvPr id="36" name="Oval 35">
            <a:extLst>
              <a:ext uri="{FF2B5EF4-FFF2-40B4-BE49-F238E27FC236}">
                <a16:creationId xmlns:a16="http://schemas.microsoft.com/office/drawing/2014/main" id="{3DF943AA-AE85-4577-B62D-3254FEC3AF8C}"/>
              </a:ext>
            </a:extLst>
          </p:cNvPr>
          <p:cNvSpPr/>
          <p:nvPr/>
        </p:nvSpPr>
        <p:spPr>
          <a:xfrm>
            <a:off x="8928800" y="2255055"/>
            <a:ext cx="258119" cy="257721"/>
          </a:xfrm>
          <a:prstGeom prst="ellipse">
            <a:avLst/>
          </a:prstGeom>
          <a:solidFill>
            <a:srgbClr val="00B05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t>5</a:t>
            </a:r>
          </a:p>
        </p:txBody>
      </p:sp>
      <p:sp>
        <p:nvSpPr>
          <p:cNvPr id="39" name="Rectangle: Rounded Corners 38">
            <a:extLst>
              <a:ext uri="{FF2B5EF4-FFF2-40B4-BE49-F238E27FC236}">
                <a16:creationId xmlns:a16="http://schemas.microsoft.com/office/drawing/2014/main" id="{D7BA6436-E5CE-4F70-AB23-7F69D9AC1C20}"/>
              </a:ext>
            </a:extLst>
          </p:cNvPr>
          <p:cNvSpPr/>
          <p:nvPr/>
        </p:nvSpPr>
        <p:spPr>
          <a:xfrm>
            <a:off x="8870064" y="2546210"/>
            <a:ext cx="328910" cy="188674"/>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0" name="Rectangle: Rounded Corners 39">
            <a:extLst>
              <a:ext uri="{FF2B5EF4-FFF2-40B4-BE49-F238E27FC236}">
                <a16:creationId xmlns:a16="http://schemas.microsoft.com/office/drawing/2014/main" id="{841AE723-7B01-4D9B-BC34-0AB7CEDB35D3}"/>
              </a:ext>
            </a:extLst>
          </p:cNvPr>
          <p:cNvSpPr/>
          <p:nvPr/>
        </p:nvSpPr>
        <p:spPr>
          <a:xfrm>
            <a:off x="9594478" y="1503076"/>
            <a:ext cx="328910" cy="188674"/>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1" name="Rectangle: Rounded Corners 40">
            <a:extLst>
              <a:ext uri="{FF2B5EF4-FFF2-40B4-BE49-F238E27FC236}">
                <a16:creationId xmlns:a16="http://schemas.microsoft.com/office/drawing/2014/main" id="{9ECE6D89-6946-4F01-8230-7C1F9F5F5216}"/>
              </a:ext>
            </a:extLst>
          </p:cNvPr>
          <p:cNvSpPr/>
          <p:nvPr/>
        </p:nvSpPr>
        <p:spPr>
          <a:xfrm>
            <a:off x="9567257" y="2576959"/>
            <a:ext cx="1425639" cy="188674"/>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2" name="Oval 41">
            <a:extLst>
              <a:ext uri="{FF2B5EF4-FFF2-40B4-BE49-F238E27FC236}">
                <a16:creationId xmlns:a16="http://schemas.microsoft.com/office/drawing/2014/main" id="{8FD642F6-4837-4060-955A-F91EC99DCC74}"/>
              </a:ext>
            </a:extLst>
          </p:cNvPr>
          <p:cNvSpPr/>
          <p:nvPr/>
        </p:nvSpPr>
        <p:spPr>
          <a:xfrm>
            <a:off x="10025153" y="1413426"/>
            <a:ext cx="258119" cy="257721"/>
          </a:xfrm>
          <a:prstGeom prst="ellipse">
            <a:avLst/>
          </a:prstGeom>
          <a:solidFill>
            <a:srgbClr val="00B05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t>6</a:t>
            </a:r>
          </a:p>
        </p:txBody>
      </p:sp>
      <p:sp>
        <p:nvSpPr>
          <p:cNvPr id="43" name="Rectangle: Rounded Corners 42">
            <a:extLst>
              <a:ext uri="{FF2B5EF4-FFF2-40B4-BE49-F238E27FC236}">
                <a16:creationId xmlns:a16="http://schemas.microsoft.com/office/drawing/2014/main" id="{570103DF-FDCE-4E4E-A3F0-E5F7F4731CD8}"/>
              </a:ext>
            </a:extLst>
          </p:cNvPr>
          <p:cNvSpPr/>
          <p:nvPr/>
        </p:nvSpPr>
        <p:spPr>
          <a:xfrm>
            <a:off x="9577305" y="1863713"/>
            <a:ext cx="2391000" cy="45162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GB" sz="1000" b="1">
                <a:solidFill>
                  <a:srgbClr val="00B2A9">
                    <a:lumMod val="50000"/>
                  </a:srgbClr>
                </a:solidFill>
                <a:latin typeface="Arial" panose="020B0604020202020204"/>
              </a:rPr>
              <a:t>Take note of the message and click “Back” to return to the original screen.</a:t>
            </a: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grpSp>
        <p:nvGrpSpPr>
          <p:cNvPr id="7" name="Group 6">
            <a:extLst>
              <a:ext uri="{FF2B5EF4-FFF2-40B4-BE49-F238E27FC236}">
                <a16:creationId xmlns:a16="http://schemas.microsoft.com/office/drawing/2014/main" id="{D18B9F1D-1E37-4363-BD77-724E3764D2B2}"/>
              </a:ext>
            </a:extLst>
          </p:cNvPr>
          <p:cNvGrpSpPr/>
          <p:nvPr/>
        </p:nvGrpSpPr>
        <p:grpSpPr>
          <a:xfrm>
            <a:off x="8420479" y="2995880"/>
            <a:ext cx="3627495" cy="1418577"/>
            <a:chOff x="251169" y="3022382"/>
            <a:chExt cx="3627495" cy="1418577"/>
          </a:xfrm>
        </p:grpSpPr>
        <p:pic>
          <p:nvPicPr>
            <p:cNvPr id="13" name="Picture 12">
              <a:extLst>
                <a:ext uri="{FF2B5EF4-FFF2-40B4-BE49-F238E27FC236}">
                  <a16:creationId xmlns:a16="http://schemas.microsoft.com/office/drawing/2014/main" id="{3CFF8299-CAB7-418C-B2B4-47CA8B90791F}"/>
                </a:ext>
              </a:extLst>
            </p:cNvPr>
            <p:cNvPicPr>
              <a:picLocks noChangeAspect="1"/>
            </p:cNvPicPr>
            <p:nvPr/>
          </p:nvPicPr>
          <p:blipFill>
            <a:blip r:embed="rId11">
              <a:extLst>
                <a:ext uri="{BEBA8EAE-BF5A-486C-A8C5-ECC9F3942E4B}">
                  <a14:imgProps xmlns:a14="http://schemas.microsoft.com/office/drawing/2010/main">
                    <a14:imgLayer r:embed="rId12">
                      <a14:imgEffect>
                        <a14:sharpenSoften amount="25000"/>
                      </a14:imgEffect>
                    </a14:imgLayer>
                  </a14:imgProps>
                </a:ext>
              </a:extLst>
            </a:blip>
            <a:stretch>
              <a:fillRect/>
            </a:stretch>
          </p:blipFill>
          <p:spPr>
            <a:xfrm>
              <a:off x="251169" y="3022382"/>
              <a:ext cx="3627495" cy="1418577"/>
            </a:xfrm>
            <a:prstGeom prst="rect">
              <a:avLst/>
            </a:prstGeom>
            <a:effectLst>
              <a:outerShdw blurRad="50800" dist="38100" dir="5400000" algn="t" rotWithShape="0">
                <a:prstClr val="black">
                  <a:alpha val="40000"/>
                </a:prstClr>
              </a:outerShdw>
            </a:effectLst>
          </p:spPr>
        </p:pic>
        <p:sp>
          <p:nvSpPr>
            <p:cNvPr id="44" name="Oval 43">
              <a:extLst>
                <a:ext uri="{FF2B5EF4-FFF2-40B4-BE49-F238E27FC236}">
                  <a16:creationId xmlns:a16="http://schemas.microsoft.com/office/drawing/2014/main" id="{96D8201E-EBF4-412D-A050-93802BCB2737}"/>
                </a:ext>
              </a:extLst>
            </p:cNvPr>
            <p:cNvSpPr/>
            <p:nvPr/>
          </p:nvSpPr>
          <p:spPr>
            <a:xfrm>
              <a:off x="3539238" y="3783896"/>
              <a:ext cx="258119" cy="257721"/>
            </a:xfrm>
            <a:prstGeom prst="ellipse">
              <a:avLst/>
            </a:prstGeom>
            <a:solidFill>
              <a:srgbClr val="00B05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t>7</a:t>
              </a:r>
            </a:p>
          </p:txBody>
        </p:sp>
        <p:sp>
          <p:nvSpPr>
            <p:cNvPr id="45" name="Rectangle: Rounded Corners 44">
              <a:extLst>
                <a:ext uri="{FF2B5EF4-FFF2-40B4-BE49-F238E27FC236}">
                  <a16:creationId xmlns:a16="http://schemas.microsoft.com/office/drawing/2014/main" id="{51A5395E-DA49-444F-BD49-5B70261EFAE4}"/>
                </a:ext>
              </a:extLst>
            </p:cNvPr>
            <p:cNvSpPr/>
            <p:nvPr/>
          </p:nvSpPr>
          <p:spPr>
            <a:xfrm>
              <a:off x="3601834" y="4182662"/>
              <a:ext cx="143986" cy="253687"/>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 name="Rectangle: Rounded Corners 45">
              <a:extLst>
                <a:ext uri="{FF2B5EF4-FFF2-40B4-BE49-F238E27FC236}">
                  <a16:creationId xmlns:a16="http://schemas.microsoft.com/office/drawing/2014/main" id="{ED086E43-C375-4260-8787-A2A9E04151E9}"/>
                </a:ext>
              </a:extLst>
            </p:cNvPr>
            <p:cNvSpPr/>
            <p:nvPr/>
          </p:nvSpPr>
          <p:spPr>
            <a:xfrm>
              <a:off x="553671" y="4182662"/>
              <a:ext cx="1767498" cy="160311"/>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7" name="Rectangle: Rounded Corners 46">
              <a:extLst>
                <a:ext uri="{FF2B5EF4-FFF2-40B4-BE49-F238E27FC236}">
                  <a16:creationId xmlns:a16="http://schemas.microsoft.com/office/drawing/2014/main" id="{28FFAAD6-658A-4150-90EE-99BAD8B2E054}"/>
                </a:ext>
              </a:extLst>
            </p:cNvPr>
            <p:cNvSpPr/>
            <p:nvPr/>
          </p:nvSpPr>
          <p:spPr>
            <a:xfrm>
              <a:off x="553671" y="3714533"/>
              <a:ext cx="2981593" cy="370144"/>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err="1">
                  <a:ln>
                    <a:noFill/>
                  </a:ln>
                  <a:solidFill>
                    <a:srgbClr val="00B2A9">
                      <a:lumMod val="50000"/>
                    </a:srgbClr>
                  </a:solidFill>
                  <a:effectLst/>
                  <a:uLnTx/>
                  <a:uFillTx/>
                  <a:latin typeface="Arial" panose="020B0604020202020204"/>
                  <a:ea typeface="+mn-ea"/>
                  <a:cs typeface="+mn-cs"/>
                </a:rPr>
                <a:t>Proce</a:t>
              </a:r>
              <a:r>
                <a:rPr lang="en-GB" sz="1000" b="1">
                  <a:solidFill>
                    <a:srgbClr val="00B2A9">
                      <a:lumMod val="50000"/>
                    </a:srgbClr>
                  </a:solidFill>
                  <a:latin typeface="Arial" panose="020B0604020202020204"/>
                </a:rPr>
                <a:t>ed to modify the newly copied variant by clicking the “Change” icon.</a:t>
              </a: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grpSp>
      <p:grpSp>
        <p:nvGrpSpPr>
          <p:cNvPr id="9" name="Group 8">
            <a:extLst>
              <a:ext uri="{FF2B5EF4-FFF2-40B4-BE49-F238E27FC236}">
                <a16:creationId xmlns:a16="http://schemas.microsoft.com/office/drawing/2014/main" id="{36675B15-9E77-4D32-BDD3-E09CEDBF1929}"/>
              </a:ext>
            </a:extLst>
          </p:cNvPr>
          <p:cNvGrpSpPr/>
          <p:nvPr/>
        </p:nvGrpSpPr>
        <p:grpSpPr>
          <a:xfrm>
            <a:off x="5215111" y="3004000"/>
            <a:ext cx="3013145" cy="1402322"/>
            <a:chOff x="3914406" y="3022383"/>
            <a:chExt cx="3013145" cy="1418578"/>
          </a:xfrm>
        </p:grpSpPr>
        <p:pic>
          <p:nvPicPr>
            <p:cNvPr id="17" name="Picture 16">
              <a:extLst>
                <a:ext uri="{FF2B5EF4-FFF2-40B4-BE49-F238E27FC236}">
                  <a16:creationId xmlns:a16="http://schemas.microsoft.com/office/drawing/2014/main" id="{4B4A9E3E-FD1E-4779-94CC-80505D7E55E0}"/>
                </a:ext>
              </a:extLst>
            </p:cNvPr>
            <p:cNvPicPr>
              <a:picLocks noChangeAspect="1"/>
            </p:cNvPicPr>
            <p:nvPr/>
          </p:nvPicPr>
          <p:blipFill>
            <a:blip r:embed="rId13">
              <a:extLst>
                <a:ext uri="{BEBA8EAE-BF5A-486C-A8C5-ECC9F3942E4B}">
                  <a14:imgProps xmlns:a14="http://schemas.microsoft.com/office/drawing/2010/main">
                    <a14:imgLayer r:embed="rId14">
                      <a14:imgEffect>
                        <a14:sharpenSoften amount="25000"/>
                      </a14:imgEffect>
                    </a14:imgLayer>
                  </a14:imgProps>
                </a:ext>
              </a:extLst>
            </a:blip>
            <a:stretch>
              <a:fillRect/>
            </a:stretch>
          </p:blipFill>
          <p:spPr>
            <a:xfrm>
              <a:off x="3914406" y="3022383"/>
              <a:ext cx="3013145" cy="1418578"/>
            </a:xfrm>
            <a:prstGeom prst="rect">
              <a:avLst/>
            </a:prstGeom>
            <a:effectLst>
              <a:outerShdw blurRad="50800" dist="38100" dir="5400000" algn="t" rotWithShape="0">
                <a:prstClr val="black">
                  <a:alpha val="40000"/>
                </a:prstClr>
              </a:outerShdw>
            </a:effectLst>
          </p:spPr>
        </p:pic>
        <p:sp>
          <p:nvSpPr>
            <p:cNvPr id="48" name="Rectangle: Rounded Corners 47">
              <a:extLst>
                <a:ext uri="{FF2B5EF4-FFF2-40B4-BE49-F238E27FC236}">
                  <a16:creationId xmlns:a16="http://schemas.microsoft.com/office/drawing/2014/main" id="{AC5C57BD-4013-4D38-9A65-8F81F9554A49}"/>
                </a:ext>
              </a:extLst>
            </p:cNvPr>
            <p:cNvSpPr/>
            <p:nvPr/>
          </p:nvSpPr>
          <p:spPr>
            <a:xfrm>
              <a:off x="4641714" y="3359631"/>
              <a:ext cx="467853" cy="207704"/>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9" name="Oval 48">
              <a:extLst>
                <a:ext uri="{FF2B5EF4-FFF2-40B4-BE49-F238E27FC236}">
                  <a16:creationId xmlns:a16="http://schemas.microsoft.com/office/drawing/2014/main" id="{6523F2E4-FD89-470F-8166-688CC838537D}"/>
                </a:ext>
              </a:extLst>
            </p:cNvPr>
            <p:cNvSpPr/>
            <p:nvPr/>
          </p:nvSpPr>
          <p:spPr>
            <a:xfrm>
              <a:off x="4311646" y="3334622"/>
              <a:ext cx="258119" cy="257721"/>
            </a:xfrm>
            <a:prstGeom prst="ellipse">
              <a:avLst/>
            </a:prstGeom>
            <a:solidFill>
              <a:srgbClr val="00B05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t>8</a:t>
              </a:r>
            </a:p>
          </p:txBody>
        </p:sp>
        <p:sp>
          <p:nvSpPr>
            <p:cNvPr id="50" name="Rectangle: Rounded Corners 49">
              <a:extLst>
                <a:ext uri="{FF2B5EF4-FFF2-40B4-BE49-F238E27FC236}">
                  <a16:creationId xmlns:a16="http://schemas.microsoft.com/office/drawing/2014/main" id="{1826C3C6-FA15-43C9-B951-2F1E7ACCAD8D}"/>
                </a:ext>
              </a:extLst>
            </p:cNvPr>
            <p:cNvSpPr/>
            <p:nvPr/>
          </p:nvSpPr>
          <p:spPr>
            <a:xfrm>
              <a:off x="3914406" y="3027736"/>
              <a:ext cx="1809871" cy="16431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GB" sz="1000" b="1">
                  <a:solidFill>
                    <a:srgbClr val="00B2A9">
                      <a:lumMod val="50000"/>
                    </a:srgbClr>
                  </a:solidFill>
                  <a:latin typeface="Arial" panose="020B0604020202020204"/>
                </a:rPr>
                <a:t>Select “Variant Attribute”.</a:t>
              </a: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grpSp>
      <p:grpSp>
        <p:nvGrpSpPr>
          <p:cNvPr id="15" name="Group 14">
            <a:extLst>
              <a:ext uri="{FF2B5EF4-FFF2-40B4-BE49-F238E27FC236}">
                <a16:creationId xmlns:a16="http://schemas.microsoft.com/office/drawing/2014/main" id="{A9BFBAEB-81D8-465D-A5CF-85AB3BD3BBEE}"/>
              </a:ext>
            </a:extLst>
          </p:cNvPr>
          <p:cNvGrpSpPr/>
          <p:nvPr/>
        </p:nvGrpSpPr>
        <p:grpSpPr>
          <a:xfrm>
            <a:off x="3634662" y="4642008"/>
            <a:ext cx="1977689" cy="1051681"/>
            <a:chOff x="10070285" y="4882109"/>
            <a:chExt cx="1977689" cy="1051681"/>
          </a:xfrm>
        </p:grpSpPr>
        <p:pic>
          <p:nvPicPr>
            <p:cNvPr id="8" name="Picture 7">
              <a:extLst>
                <a:ext uri="{FF2B5EF4-FFF2-40B4-BE49-F238E27FC236}">
                  <a16:creationId xmlns:a16="http://schemas.microsoft.com/office/drawing/2014/main" id="{9FCF5FC0-6CBC-4FB2-9701-359B4406C405}"/>
                </a:ext>
              </a:extLst>
            </p:cNvPr>
            <p:cNvPicPr>
              <a:picLocks noChangeAspect="1"/>
            </p:cNvPicPr>
            <p:nvPr/>
          </p:nvPicPr>
          <p:blipFill>
            <a:blip r:embed="rId15">
              <a:extLst>
                <a:ext uri="{BEBA8EAE-BF5A-486C-A8C5-ECC9F3942E4B}">
                  <a14:imgProps xmlns:a14="http://schemas.microsoft.com/office/drawing/2010/main">
                    <a14:imgLayer r:embed="rId16">
                      <a14:imgEffect>
                        <a14:sharpenSoften amount="25000"/>
                      </a14:imgEffect>
                    </a14:imgLayer>
                  </a14:imgProps>
                </a:ext>
              </a:extLst>
            </a:blip>
            <a:stretch>
              <a:fillRect/>
            </a:stretch>
          </p:blipFill>
          <p:spPr>
            <a:xfrm>
              <a:off x="10070285" y="4882109"/>
              <a:ext cx="1977689" cy="1051681"/>
            </a:xfrm>
            <a:prstGeom prst="rect">
              <a:avLst/>
            </a:prstGeom>
            <a:effectLst>
              <a:outerShdw blurRad="50800" dist="38100" dir="5400000" algn="t" rotWithShape="0">
                <a:prstClr val="black">
                  <a:alpha val="40000"/>
                </a:prstClr>
              </a:outerShdw>
            </a:effectLst>
          </p:spPr>
        </p:pic>
        <p:sp>
          <p:nvSpPr>
            <p:cNvPr id="53" name="Rectangle: Rounded Corners 52">
              <a:extLst>
                <a:ext uri="{FF2B5EF4-FFF2-40B4-BE49-F238E27FC236}">
                  <a16:creationId xmlns:a16="http://schemas.microsoft.com/office/drawing/2014/main" id="{00C034C5-A87B-4DD4-BE22-EF9D31C5EA88}"/>
                </a:ext>
              </a:extLst>
            </p:cNvPr>
            <p:cNvSpPr/>
            <p:nvPr/>
          </p:nvSpPr>
          <p:spPr>
            <a:xfrm flipV="1">
              <a:off x="10198035" y="5767754"/>
              <a:ext cx="1478026" cy="166036"/>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10" name="Group 9">
            <a:extLst>
              <a:ext uri="{FF2B5EF4-FFF2-40B4-BE49-F238E27FC236}">
                <a16:creationId xmlns:a16="http://schemas.microsoft.com/office/drawing/2014/main" id="{FC8ABEF7-188B-4520-9633-EC68FC22579A}"/>
              </a:ext>
            </a:extLst>
          </p:cNvPr>
          <p:cNvGrpSpPr/>
          <p:nvPr/>
        </p:nvGrpSpPr>
        <p:grpSpPr>
          <a:xfrm>
            <a:off x="253875" y="2847639"/>
            <a:ext cx="3508537" cy="3745200"/>
            <a:chOff x="7065868" y="3027256"/>
            <a:chExt cx="3508537" cy="3745200"/>
          </a:xfrm>
        </p:grpSpPr>
        <p:pic>
          <p:nvPicPr>
            <p:cNvPr id="16" name="Picture 15">
              <a:extLst>
                <a:ext uri="{FF2B5EF4-FFF2-40B4-BE49-F238E27FC236}">
                  <a16:creationId xmlns:a16="http://schemas.microsoft.com/office/drawing/2014/main" id="{4A0836ED-4D94-4096-810F-92DB7CAF7504}"/>
                </a:ext>
              </a:extLst>
            </p:cNvPr>
            <p:cNvPicPr>
              <a:picLocks noChangeAspect="1"/>
            </p:cNvPicPr>
            <p:nvPr/>
          </p:nvPicPr>
          <p:blipFill>
            <a:blip r:embed="rId17">
              <a:extLst>
                <a:ext uri="{BEBA8EAE-BF5A-486C-A8C5-ECC9F3942E4B}">
                  <a14:imgProps xmlns:a14="http://schemas.microsoft.com/office/drawing/2010/main">
                    <a14:imgLayer r:embed="rId18">
                      <a14:imgEffect>
                        <a14:sharpenSoften amount="25000"/>
                      </a14:imgEffect>
                    </a14:imgLayer>
                  </a14:imgProps>
                </a:ext>
              </a:extLst>
            </a:blip>
            <a:stretch>
              <a:fillRect/>
            </a:stretch>
          </p:blipFill>
          <p:spPr>
            <a:xfrm>
              <a:off x="7071448" y="3027256"/>
              <a:ext cx="3315194" cy="3452828"/>
            </a:xfrm>
            <a:prstGeom prst="rect">
              <a:avLst/>
            </a:prstGeom>
            <a:effectLst>
              <a:outerShdw blurRad="50800" dist="38100" dir="5400000" algn="t" rotWithShape="0">
                <a:prstClr val="black">
                  <a:alpha val="40000"/>
                </a:prstClr>
              </a:outerShdw>
            </a:effectLst>
          </p:spPr>
        </p:pic>
        <p:sp>
          <p:nvSpPr>
            <p:cNvPr id="51" name="Rectangle: Rounded Corners 50">
              <a:extLst>
                <a:ext uri="{FF2B5EF4-FFF2-40B4-BE49-F238E27FC236}">
                  <a16:creationId xmlns:a16="http://schemas.microsoft.com/office/drawing/2014/main" id="{FABA8411-3396-4EF4-8C33-E0CEBF23DB30}"/>
                </a:ext>
              </a:extLst>
            </p:cNvPr>
            <p:cNvSpPr/>
            <p:nvPr/>
          </p:nvSpPr>
          <p:spPr>
            <a:xfrm>
              <a:off x="7290363" y="3831301"/>
              <a:ext cx="1841244" cy="125237"/>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2" name="Rectangle: Rounded Corners 51">
              <a:extLst>
                <a:ext uri="{FF2B5EF4-FFF2-40B4-BE49-F238E27FC236}">
                  <a16:creationId xmlns:a16="http://schemas.microsoft.com/office/drawing/2014/main" id="{6A38D8F9-7E1D-4524-A937-4E0AEF358644}"/>
                </a:ext>
              </a:extLst>
            </p:cNvPr>
            <p:cNvSpPr/>
            <p:nvPr/>
          </p:nvSpPr>
          <p:spPr>
            <a:xfrm>
              <a:off x="9034519" y="5947777"/>
              <a:ext cx="250158" cy="125237"/>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55" name="Straight Arrow Connector 54">
              <a:extLst>
                <a:ext uri="{FF2B5EF4-FFF2-40B4-BE49-F238E27FC236}">
                  <a16:creationId xmlns:a16="http://schemas.microsoft.com/office/drawing/2014/main" id="{D56A6E9C-DE22-4F51-A9C1-D502D860E173}"/>
                </a:ext>
              </a:extLst>
            </p:cNvPr>
            <p:cNvCxnSpPr>
              <a:stCxn id="52" idx="3"/>
              <a:endCxn id="53" idx="1"/>
            </p:cNvCxnSpPr>
            <p:nvPr/>
          </p:nvCxnSpPr>
          <p:spPr>
            <a:xfrm flipV="1">
              <a:off x="9284677" y="5790288"/>
              <a:ext cx="1289728" cy="220108"/>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Rounded Corners 55">
              <a:extLst>
                <a:ext uri="{FF2B5EF4-FFF2-40B4-BE49-F238E27FC236}">
                  <a16:creationId xmlns:a16="http://schemas.microsoft.com/office/drawing/2014/main" id="{BF6DA48C-2B01-4886-BF34-7DC7A91F6AD7}"/>
                </a:ext>
              </a:extLst>
            </p:cNvPr>
            <p:cNvSpPr/>
            <p:nvPr/>
          </p:nvSpPr>
          <p:spPr>
            <a:xfrm flipV="1">
              <a:off x="9923388" y="6314047"/>
              <a:ext cx="359884" cy="166036"/>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7" name="Rectangle: Rounded Corners 56">
              <a:extLst>
                <a:ext uri="{FF2B5EF4-FFF2-40B4-BE49-F238E27FC236}">
                  <a16:creationId xmlns:a16="http://schemas.microsoft.com/office/drawing/2014/main" id="{3757E908-3C53-4920-BA84-35FEBBCAE95F}"/>
                </a:ext>
              </a:extLst>
            </p:cNvPr>
            <p:cNvSpPr/>
            <p:nvPr/>
          </p:nvSpPr>
          <p:spPr>
            <a:xfrm>
              <a:off x="8470205" y="3488618"/>
              <a:ext cx="1809871" cy="29218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GB" sz="1000" b="1">
                  <a:solidFill>
                    <a:srgbClr val="00B2A9">
                      <a:lumMod val="50000"/>
                    </a:srgbClr>
                  </a:solidFill>
                  <a:latin typeface="Arial" panose="020B0604020202020204"/>
                </a:rPr>
                <a:t>You may want to amend the Description here.</a:t>
              </a: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58" name="Rectangle: Rounded Corners 57">
              <a:extLst>
                <a:ext uri="{FF2B5EF4-FFF2-40B4-BE49-F238E27FC236}">
                  <a16:creationId xmlns:a16="http://schemas.microsoft.com/office/drawing/2014/main" id="{9194A60F-A84A-42E7-B94D-BEC46A83AB47}"/>
                </a:ext>
              </a:extLst>
            </p:cNvPr>
            <p:cNvSpPr/>
            <p:nvPr/>
          </p:nvSpPr>
          <p:spPr>
            <a:xfrm>
              <a:off x="7065868" y="4944689"/>
              <a:ext cx="2242440" cy="43639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You need to </a:t>
              </a:r>
              <a:r>
                <a:rPr lang="en-GB" sz="1000" b="1">
                  <a:solidFill>
                    <a:srgbClr val="00B2A9">
                      <a:lumMod val="50000"/>
                    </a:srgbClr>
                  </a:solidFill>
                  <a:latin typeface="Arial" panose="020B0604020202020204"/>
                </a:rPr>
                <a:t>choose a different “Selection variable type” – from T to blank</a:t>
              </a: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59" name="Rectangle: Rounded Corners 58">
              <a:extLst>
                <a:ext uri="{FF2B5EF4-FFF2-40B4-BE49-F238E27FC236}">
                  <a16:creationId xmlns:a16="http://schemas.microsoft.com/office/drawing/2014/main" id="{6D72212E-4F7C-4C43-9887-A7C2F6F343BD}"/>
                </a:ext>
              </a:extLst>
            </p:cNvPr>
            <p:cNvSpPr/>
            <p:nvPr/>
          </p:nvSpPr>
          <p:spPr>
            <a:xfrm>
              <a:off x="7094349" y="5414376"/>
              <a:ext cx="590128" cy="159947"/>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0" name="Rectangle: Rounded Corners 59">
              <a:extLst>
                <a:ext uri="{FF2B5EF4-FFF2-40B4-BE49-F238E27FC236}">
                  <a16:creationId xmlns:a16="http://schemas.microsoft.com/office/drawing/2014/main" id="{9DE2043F-4943-4565-B729-D61E87E1EE59}"/>
                </a:ext>
              </a:extLst>
            </p:cNvPr>
            <p:cNvSpPr/>
            <p:nvPr/>
          </p:nvSpPr>
          <p:spPr>
            <a:xfrm>
              <a:off x="8060176" y="5959500"/>
              <a:ext cx="590128" cy="159947"/>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1" name="Rectangle: Rounded Corners 60">
              <a:extLst>
                <a:ext uri="{FF2B5EF4-FFF2-40B4-BE49-F238E27FC236}">
                  <a16:creationId xmlns:a16="http://schemas.microsoft.com/office/drawing/2014/main" id="{2C822C7F-0031-47CC-86BC-53F9D6EBCF8C}"/>
                </a:ext>
              </a:extLst>
            </p:cNvPr>
            <p:cNvSpPr/>
            <p:nvPr/>
          </p:nvSpPr>
          <p:spPr>
            <a:xfrm>
              <a:off x="7555809" y="6442205"/>
              <a:ext cx="2242440" cy="33025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Save your changes of Variant Attributes.</a:t>
              </a:r>
            </a:p>
          </p:txBody>
        </p:sp>
        <p:sp>
          <p:nvSpPr>
            <p:cNvPr id="62" name="Oval 61">
              <a:extLst>
                <a:ext uri="{FF2B5EF4-FFF2-40B4-BE49-F238E27FC236}">
                  <a16:creationId xmlns:a16="http://schemas.microsoft.com/office/drawing/2014/main" id="{0AE9FC02-E862-47BC-AC55-079FB4E465FA}"/>
                </a:ext>
              </a:extLst>
            </p:cNvPr>
            <p:cNvSpPr/>
            <p:nvPr/>
          </p:nvSpPr>
          <p:spPr>
            <a:xfrm>
              <a:off x="8167659" y="3426446"/>
              <a:ext cx="258119" cy="257721"/>
            </a:xfrm>
            <a:prstGeom prst="ellipse">
              <a:avLst/>
            </a:prstGeom>
            <a:solidFill>
              <a:srgbClr val="00B05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t>9</a:t>
              </a:r>
            </a:p>
          </p:txBody>
        </p:sp>
        <p:sp>
          <p:nvSpPr>
            <p:cNvPr id="63" name="Oval 62">
              <a:extLst>
                <a:ext uri="{FF2B5EF4-FFF2-40B4-BE49-F238E27FC236}">
                  <a16:creationId xmlns:a16="http://schemas.microsoft.com/office/drawing/2014/main" id="{6B5687BA-7D45-4881-B7D2-5EF04510F6EF}"/>
                </a:ext>
              </a:extLst>
            </p:cNvPr>
            <p:cNvSpPr/>
            <p:nvPr/>
          </p:nvSpPr>
          <p:spPr>
            <a:xfrm>
              <a:off x="9069914" y="5525063"/>
              <a:ext cx="258119" cy="257721"/>
            </a:xfrm>
            <a:prstGeom prst="ellipse">
              <a:avLst/>
            </a:prstGeom>
            <a:solidFill>
              <a:srgbClr val="00B05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t>10</a:t>
              </a:r>
            </a:p>
          </p:txBody>
        </p:sp>
        <p:sp>
          <p:nvSpPr>
            <p:cNvPr id="71" name="Oval 70">
              <a:extLst>
                <a:ext uri="{FF2B5EF4-FFF2-40B4-BE49-F238E27FC236}">
                  <a16:creationId xmlns:a16="http://schemas.microsoft.com/office/drawing/2014/main" id="{08BE0C16-22EA-40D6-99BF-903D98854921}"/>
                </a:ext>
              </a:extLst>
            </p:cNvPr>
            <p:cNvSpPr/>
            <p:nvPr/>
          </p:nvSpPr>
          <p:spPr>
            <a:xfrm>
              <a:off x="9969661" y="6495148"/>
              <a:ext cx="258119" cy="257721"/>
            </a:xfrm>
            <a:prstGeom prst="ellipse">
              <a:avLst/>
            </a:prstGeom>
            <a:solidFill>
              <a:srgbClr val="00B05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t>11</a:t>
              </a:r>
            </a:p>
          </p:txBody>
        </p:sp>
      </p:grpSp>
      <p:grpSp>
        <p:nvGrpSpPr>
          <p:cNvPr id="14" name="Group 13">
            <a:extLst>
              <a:ext uri="{FF2B5EF4-FFF2-40B4-BE49-F238E27FC236}">
                <a16:creationId xmlns:a16="http://schemas.microsoft.com/office/drawing/2014/main" id="{E5B7402F-8382-4FE7-920B-D46C52C05A09}"/>
              </a:ext>
            </a:extLst>
          </p:cNvPr>
          <p:cNvGrpSpPr/>
          <p:nvPr/>
        </p:nvGrpSpPr>
        <p:grpSpPr>
          <a:xfrm>
            <a:off x="5715772" y="4619411"/>
            <a:ext cx="6284800" cy="1982519"/>
            <a:chOff x="251169" y="4680126"/>
            <a:chExt cx="6284800" cy="1982519"/>
          </a:xfrm>
        </p:grpSpPr>
        <p:pic>
          <p:nvPicPr>
            <p:cNvPr id="19" name="Picture 18">
              <a:extLst>
                <a:ext uri="{FF2B5EF4-FFF2-40B4-BE49-F238E27FC236}">
                  <a16:creationId xmlns:a16="http://schemas.microsoft.com/office/drawing/2014/main" id="{B7AAF3DE-30A3-4E8D-9912-0A01F88EF216}"/>
                </a:ext>
              </a:extLst>
            </p:cNvPr>
            <p:cNvPicPr>
              <a:picLocks noChangeAspect="1"/>
            </p:cNvPicPr>
            <p:nvPr/>
          </p:nvPicPr>
          <p:blipFill>
            <a:blip r:embed="rId19">
              <a:extLst>
                <a:ext uri="{BEBA8EAE-BF5A-486C-A8C5-ECC9F3942E4B}">
                  <a14:imgProps xmlns:a14="http://schemas.microsoft.com/office/drawing/2010/main">
                    <a14:imgLayer r:embed="rId20">
                      <a14:imgEffect>
                        <a14:sharpenSoften amount="25000"/>
                      </a14:imgEffect>
                    </a14:imgLayer>
                  </a14:imgProps>
                </a:ext>
              </a:extLst>
            </a:blip>
            <a:stretch>
              <a:fillRect/>
            </a:stretch>
          </p:blipFill>
          <p:spPr>
            <a:xfrm>
              <a:off x="251169" y="4680126"/>
              <a:ext cx="4616223" cy="1915824"/>
            </a:xfrm>
            <a:prstGeom prst="rect">
              <a:avLst/>
            </a:prstGeom>
            <a:effectLst>
              <a:outerShdw blurRad="50800" dist="38100" dir="5400000" algn="t" rotWithShape="0">
                <a:prstClr val="black">
                  <a:alpha val="40000"/>
                </a:prstClr>
              </a:outerShdw>
            </a:effectLst>
          </p:spPr>
        </p:pic>
        <p:sp>
          <p:nvSpPr>
            <p:cNvPr id="72" name="Rectangle: Rounded Corners 71">
              <a:extLst>
                <a:ext uri="{FF2B5EF4-FFF2-40B4-BE49-F238E27FC236}">
                  <a16:creationId xmlns:a16="http://schemas.microsoft.com/office/drawing/2014/main" id="{19C60AF8-EDEE-4620-8A63-2789EA2F8AED}"/>
                </a:ext>
              </a:extLst>
            </p:cNvPr>
            <p:cNvSpPr/>
            <p:nvPr/>
          </p:nvSpPr>
          <p:spPr>
            <a:xfrm flipV="1">
              <a:off x="3216866" y="5627367"/>
              <a:ext cx="1664575" cy="175556"/>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3" name="Rectangle: Rounded Corners 72">
              <a:extLst>
                <a:ext uri="{FF2B5EF4-FFF2-40B4-BE49-F238E27FC236}">
                  <a16:creationId xmlns:a16="http://schemas.microsoft.com/office/drawing/2014/main" id="{A4CE889F-A809-4D84-9F98-E8C7B789196A}"/>
                </a:ext>
              </a:extLst>
            </p:cNvPr>
            <p:cNvSpPr/>
            <p:nvPr/>
          </p:nvSpPr>
          <p:spPr>
            <a:xfrm flipV="1">
              <a:off x="4339405" y="6414530"/>
              <a:ext cx="269825" cy="248115"/>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4" name="Rectangle: Rounded Corners 73">
              <a:extLst>
                <a:ext uri="{FF2B5EF4-FFF2-40B4-BE49-F238E27FC236}">
                  <a16:creationId xmlns:a16="http://schemas.microsoft.com/office/drawing/2014/main" id="{78E223D7-0ACA-40BC-A097-2F3924F79D53}"/>
                </a:ext>
              </a:extLst>
            </p:cNvPr>
            <p:cNvSpPr/>
            <p:nvPr/>
          </p:nvSpPr>
          <p:spPr>
            <a:xfrm>
              <a:off x="430824" y="4997761"/>
              <a:ext cx="4354878" cy="33025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Now you should notice that Company Code selection is modifiable and you can edit it to include required company codes. Then save it.</a:t>
              </a:r>
            </a:p>
          </p:txBody>
        </p:sp>
        <p:sp>
          <p:nvSpPr>
            <p:cNvPr id="75" name="Oval 74">
              <a:extLst>
                <a:ext uri="{FF2B5EF4-FFF2-40B4-BE49-F238E27FC236}">
                  <a16:creationId xmlns:a16="http://schemas.microsoft.com/office/drawing/2014/main" id="{ED121ED5-8B6A-44F8-9EBA-15E48C283063}"/>
                </a:ext>
              </a:extLst>
            </p:cNvPr>
            <p:cNvSpPr/>
            <p:nvPr/>
          </p:nvSpPr>
          <p:spPr>
            <a:xfrm>
              <a:off x="4551000" y="5337944"/>
              <a:ext cx="258119" cy="257721"/>
            </a:xfrm>
            <a:prstGeom prst="ellipse">
              <a:avLst/>
            </a:prstGeom>
            <a:solidFill>
              <a:srgbClr val="00B05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t>12</a:t>
              </a:r>
            </a:p>
          </p:txBody>
        </p:sp>
        <p:sp>
          <p:nvSpPr>
            <p:cNvPr id="76" name="Oval 75">
              <a:extLst>
                <a:ext uri="{FF2B5EF4-FFF2-40B4-BE49-F238E27FC236}">
                  <a16:creationId xmlns:a16="http://schemas.microsoft.com/office/drawing/2014/main" id="{24BA81C6-A83D-4558-BC84-8A49C9A3D414}"/>
                </a:ext>
              </a:extLst>
            </p:cNvPr>
            <p:cNvSpPr/>
            <p:nvPr/>
          </p:nvSpPr>
          <p:spPr>
            <a:xfrm>
              <a:off x="4320863" y="6090441"/>
              <a:ext cx="258119" cy="257721"/>
            </a:xfrm>
            <a:prstGeom prst="ellipse">
              <a:avLst/>
            </a:prstGeom>
            <a:solidFill>
              <a:srgbClr val="00B050"/>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t>13</a:t>
              </a:r>
            </a:p>
          </p:txBody>
        </p:sp>
        <p:sp>
          <p:nvSpPr>
            <p:cNvPr id="77" name="Speech Bubble: Rectangle 76">
              <a:extLst>
                <a:ext uri="{FF2B5EF4-FFF2-40B4-BE49-F238E27FC236}">
                  <a16:creationId xmlns:a16="http://schemas.microsoft.com/office/drawing/2014/main" id="{6572B4E0-F1F0-4128-A5E6-B92E80940E18}"/>
                </a:ext>
              </a:extLst>
            </p:cNvPr>
            <p:cNvSpPr/>
            <p:nvPr/>
          </p:nvSpPr>
          <p:spPr>
            <a:xfrm>
              <a:off x="5019682" y="4909754"/>
              <a:ext cx="1516287" cy="1532451"/>
            </a:xfrm>
            <a:prstGeom prst="wedgeRectCallout">
              <a:avLst>
                <a:gd name="adj1" fmla="val -56827"/>
                <a:gd name="adj2" fmla="val 57671"/>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endParaRPr lang="en-GB" sz="1050" i="1">
                <a:solidFill>
                  <a:srgbClr val="000000"/>
                </a:solidFill>
                <a:latin typeface="Georgia" panose="02040502050405020303" pitchFamily="18" charset="0"/>
              </a:endParaRPr>
            </a:p>
            <a:p>
              <a:pPr>
                <a:lnSpc>
                  <a:spcPts val="1200"/>
                </a:lnSpc>
                <a:spcBef>
                  <a:spcPts val="600"/>
                </a:spcBef>
                <a:defRPr/>
              </a:pPr>
              <a:r>
                <a:rPr lang="en-US" sz="1050" i="1">
                  <a:solidFill>
                    <a:srgbClr val="000000"/>
                  </a:solidFill>
                  <a:latin typeface="Georgia" panose="02040502050405020303" pitchFamily="18" charset="0"/>
                </a:rPr>
                <a:t>Upon Saving, you can use the new Selection Variant (e.g. TEST_SPB_EAM instead of XXXX_CJB1_EAM) for executing the transaction outside of FCC. </a:t>
              </a:r>
            </a:p>
            <a:p>
              <a:pPr>
                <a:lnSpc>
                  <a:spcPts val="1200"/>
                </a:lnSpc>
                <a:spcBef>
                  <a:spcPts val="600"/>
                </a:spcBef>
                <a:defRPr/>
              </a:pPr>
              <a:endParaRPr lang="en-US" sz="1050" i="1">
                <a:solidFill>
                  <a:srgbClr val="000000"/>
                </a:solidFill>
                <a:latin typeface="Georgia" panose="02040502050405020303" pitchFamily="18" charset="0"/>
              </a:endParaRPr>
            </a:p>
          </p:txBody>
        </p:sp>
      </p:grpSp>
      <p:grpSp>
        <p:nvGrpSpPr>
          <p:cNvPr id="21" name="Group 20">
            <a:extLst>
              <a:ext uri="{FF2B5EF4-FFF2-40B4-BE49-F238E27FC236}">
                <a16:creationId xmlns:a16="http://schemas.microsoft.com/office/drawing/2014/main" id="{8B0DB797-0BEF-F2B3-E899-8E8D76F45147}"/>
              </a:ext>
            </a:extLst>
          </p:cNvPr>
          <p:cNvGrpSpPr/>
          <p:nvPr/>
        </p:nvGrpSpPr>
        <p:grpSpPr>
          <a:xfrm>
            <a:off x="3769364" y="2055473"/>
            <a:ext cx="330358" cy="167302"/>
            <a:chOff x="3825350" y="2055473"/>
            <a:chExt cx="330358" cy="167302"/>
          </a:xfrm>
          <a:effectLst>
            <a:outerShdw blurRad="50800" dist="38100" dir="2700000" algn="tl" rotWithShape="0">
              <a:prstClr val="black">
                <a:alpha val="40000"/>
              </a:prstClr>
            </a:outerShdw>
          </a:effectLst>
        </p:grpSpPr>
        <p:sp>
          <p:nvSpPr>
            <p:cNvPr id="5" name="Arrow: Chevron 4">
              <a:extLst>
                <a:ext uri="{FF2B5EF4-FFF2-40B4-BE49-F238E27FC236}">
                  <a16:creationId xmlns:a16="http://schemas.microsoft.com/office/drawing/2014/main" id="{C16FFA5B-0F4B-44E9-88F3-036334DF5553}"/>
                </a:ext>
              </a:extLst>
            </p:cNvPr>
            <p:cNvSpPr/>
            <p:nvPr/>
          </p:nvSpPr>
          <p:spPr>
            <a:xfrm>
              <a:off x="3825350"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5" name="Arrow: Chevron 64">
              <a:extLst>
                <a:ext uri="{FF2B5EF4-FFF2-40B4-BE49-F238E27FC236}">
                  <a16:creationId xmlns:a16="http://schemas.microsoft.com/office/drawing/2014/main" id="{16BE15D2-6D0F-4861-9365-7426CC45A497}"/>
                </a:ext>
              </a:extLst>
            </p:cNvPr>
            <p:cNvSpPr/>
            <p:nvPr/>
          </p:nvSpPr>
          <p:spPr>
            <a:xfrm>
              <a:off x="3922896"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Arrow: Chevron 17">
              <a:extLst>
                <a:ext uri="{FF2B5EF4-FFF2-40B4-BE49-F238E27FC236}">
                  <a16:creationId xmlns:a16="http://schemas.microsoft.com/office/drawing/2014/main" id="{A6919CB1-F2DA-8629-92CC-FCD92A6C7DF1}"/>
                </a:ext>
              </a:extLst>
            </p:cNvPr>
            <p:cNvSpPr/>
            <p:nvPr/>
          </p:nvSpPr>
          <p:spPr>
            <a:xfrm>
              <a:off x="4020441"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6" name="Group 25">
            <a:extLst>
              <a:ext uri="{FF2B5EF4-FFF2-40B4-BE49-F238E27FC236}">
                <a16:creationId xmlns:a16="http://schemas.microsoft.com/office/drawing/2014/main" id="{670FE6CB-2543-C0C2-A6F5-E8699F5BDC78}"/>
              </a:ext>
            </a:extLst>
          </p:cNvPr>
          <p:cNvGrpSpPr/>
          <p:nvPr/>
        </p:nvGrpSpPr>
        <p:grpSpPr>
          <a:xfrm>
            <a:off x="6694624" y="2049657"/>
            <a:ext cx="330358" cy="167302"/>
            <a:chOff x="3825350" y="2055473"/>
            <a:chExt cx="330358" cy="167302"/>
          </a:xfrm>
          <a:effectLst>
            <a:outerShdw blurRad="50800" dist="38100" dir="2700000" algn="tl" rotWithShape="0">
              <a:prstClr val="black">
                <a:alpha val="40000"/>
              </a:prstClr>
            </a:outerShdw>
          </a:effectLst>
        </p:grpSpPr>
        <p:sp>
          <p:nvSpPr>
            <p:cNvPr id="32" name="Arrow: Chevron 31">
              <a:extLst>
                <a:ext uri="{FF2B5EF4-FFF2-40B4-BE49-F238E27FC236}">
                  <a16:creationId xmlns:a16="http://schemas.microsoft.com/office/drawing/2014/main" id="{D1A428FE-4C13-E960-8C66-9122F5C50BD0}"/>
                </a:ext>
              </a:extLst>
            </p:cNvPr>
            <p:cNvSpPr/>
            <p:nvPr/>
          </p:nvSpPr>
          <p:spPr>
            <a:xfrm>
              <a:off x="3825350"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Arrow: Chevron 33">
              <a:extLst>
                <a:ext uri="{FF2B5EF4-FFF2-40B4-BE49-F238E27FC236}">
                  <a16:creationId xmlns:a16="http://schemas.microsoft.com/office/drawing/2014/main" id="{BA18664B-C15F-AE12-B756-F1071691B8AD}"/>
                </a:ext>
              </a:extLst>
            </p:cNvPr>
            <p:cNvSpPr/>
            <p:nvPr/>
          </p:nvSpPr>
          <p:spPr>
            <a:xfrm>
              <a:off x="3922896"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7" name="Arrow: Chevron 36">
              <a:extLst>
                <a:ext uri="{FF2B5EF4-FFF2-40B4-BE49-F238E27FC236}">
                  <a16:creationId xmlns:a16="http://schemas.microsoft.com/office/drawing/2014/main" id="{D0FBF7A5-E52B-AAD4-0DAB-9293A621A51A}"/>
                </a:ext>
              </a:extLst>
            </p:cNvPr>
            <p:cNvSpPr/>
            <p:nvPr/>
          </p:nvSpPr>
          <p:spPr>
            <a:xfrm>
              <a:off x="4020441"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38" name="Group 37">
            <a:extLst>
              <a:ext uri="{FF2B5EF4-FFF2-40B4-BE49-F238E27FC236}">
                <a16:creationId xmlns:a16="http://schemas.microsoft.com/office/drawing/2014/main" id="{F30771A8-A27E-4357-B6D3-FC9C4D115B74}"/>
              </a:ext>
            </a:extLst>
          </p:cNvPr>
          <p:cNvGrpSpPr/>
          <p:nvPr/>
        </p:nvGrpSpPr>
        <p:grpSpPr>
          <a:xfrm>
            <a:off x="9241924" y="1973558"/>
            <a:ext cx="330358" cy="167302"/>
            <a:chOff x="3825350" y="2055473"/>
            <a:chExt cx="330358" cy="167302"/>
          </a:xfrm>
          <a:effectLst>
            <a:outerShdw blurRad="50800" dist="38100" dir="2700000" algn="tl" rotWithShape="0">
              <a:prstClr val="black">
                <a:alpha val="40000"/>
              </a:prstClr>
            </a:outerShdw>
          </a:effectLst>
        </p:grpSpPr>
        <p:sp>
          <p:nvSpPr>
            <p:cNvPr id="54" name="Arrow: Chevron 53">
              <a:extLst>
                <a:ext uri="{FF2B5EF4-FFF2-40B4-BE49-F238E27FC236}">
                  <a16:creationId xmlns:a16="http://schemas.microsoft.com/office/drawing/2014/main" id="{1A91A119-21F8-D3C1-C1C6-F1A9FDDB1019}"/>
                </a:ext>
              </a:extLst>
            </p:cNvPr>
            <p:cNvSpPr/>
            <p:nvPr/>
          </p:nvSpPr>
          <p:spPr>
            <a:xfrm>
              <a:off x="3825350"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4" name="Arrow: Chevron 63">
              <a:extLst>
                <a:ext uri="{FF2B5EF4-FFF2-40B4-BE49-F238E27FC236}">
                  <a16:creationId xmlns:a16="http://schemas.microsoft.com/office/drawing/2014/main" id="{0F28C974-B0C2-95FB-C00F-B914DEECC664}"/>
                </a:ext>
              </a:extLst>
            </p:cNvPr>
            <p:cNvSpPr/>
            <p:nvPr/>
          </p:nvSpPr>
          <p:spPr>
            <a:xfrm>
              <a:off x="3922896"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9" name="Arrow: Chevron 78">
              <a:extLst>
                <a:ext uri="{FF2B5EF4-FFF2-40B4-BE49-F238E27FC236}">
                  <a16:creationId xmlns:a16="http://schemas.microsoft.com/office/drawing/2014/main" id="{1E5C9426-88C0-8B50-5712-DDFFAC170213}"/>
                </a:ext>
              </a:extLst>
            </p:cNvPr>
            <p:cNvSpPr/>
            <p:nvPr/>
          </p:nvSpPr>
          <p:spPr>
            <a:xfrm>
              <a:off x="4020441"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80" name="Group 79">
            <a:extLst>
              <a:ext uri="{FF2B5EF4-FFF2-40B4-BE49-F238E27FC236}">
                <a16:creationId xmlns:a16="http://schemas.microsoft.com/office/drawing/2014/main" id="{54CA7735-00C4-7396-D838-D696774A8F7C}"/>
              </a:ext>
            </a:extLst>
          </p:cNvPr>
          <p:cNvGrpSpPr/>
          <p:nvPr/>
        </p:nvGrpSpPr>
        <p:grpSpPr>
          <a:xfrm rot="5400000">
            <a:off x="11588777" y="2929167"/>
            <a:ext cx="330358" cy="167302"/>
            <a:chOff x="3825350" y="2055473"/>
            <a:chExt cx="330358" cy="167302"/>
          </a:xfrm>
          <a:effectLst>
            <a:outerShdw blurRad="50800" dist="38100" dir="2700000" algn="tl" rotWithShape="0">
              <a:prstClr val="black">
                <a:alpha val="40000"/>
              </a:prstClr>
            </a:outerShdw>
          </a:effectLst>
        </p:grpSpPr>
        <p:sp>
          <p:nvSpPr>
            <p:cNvPr id="81" name="Arrow: Chevron 80">
              <a:extLst>
                <a:ext uri="{FF2B5EF4-FFF2-40B4-BE49-F238E27FC236}">
                  <a16:creationId xmlns:a16="http://schemas.microsoft.com/office/drawing/2014/main" id="{23DF730D-83EB-F202-0047-FBC98C8FD76F}"/>
                </a:ext>
              </a:extLst>
            </p:cNvPr>
            <p:cNvSpPr/>
            <p:nvPr/>
          </p:nvSpPr>
          <p:spPr>
            <a:xfrm>
              <a:off x="3825350"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2" name="Arrow: Chevron 81">
              <a:extLst>
                <a:ext uri="{FF2B5EF4-FFF2-40B4-BE49-F238E27FC236}">
                  <a16:creationId xmlns:a16="http://schemas.microsoft.com/office/drawing/2014/main" id="{BFF7D2D4-5EA6-82A0-A9E7-BFAE93C65AA1}"/>
                </a:ext>
              </a:extLst>
            </p:cNvPr>
            <p:cNvSpPr/>
            <p:nvPr/>
          </p:nvSpPr>
          <p:spPr>
            <a:xfrm>
              <a:off x="3922896"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Arrow: Chevron 82">
              <a:extLst>
                <a:ext uri="{FF2B5EF4-FFF2-40B4-BE49-F238E27FC236}">
                  <a16:creationId xmlns:a16="http://schemas.microsoft.com/office/drawing/2014/main" id="{DD17ECF7-9637-2A6F-9D77-FE1D76AAA713}"/>
                </a:ext>
              </a:extLst>
            </p:cNvPr>
            <p:cNvSpPr/>
            <p:nvPr/>
          </p:nvSpPr>
          <p:spPr>
            <a:xfrm>
              <a:off x="4020441"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84" name="Group 83">
            <a:extLst>
              <a:ext uri="{FF2B5EF4-FFF2-40B4-BE49-F238E27FC236}">
                <a16:creationId xmlns:a16="http://schemas.microsoft.com/office/drawing/2014/main" id="{24F61F84-9D79-A563-5152-7FCCEB5834A5}"/>
              </a:ext>
            </a:extLst>
          </p:cNvPr>
          <p:cNvGrpSpPr/>
          <p:nvPr/>
        </p:nvGrpSpPr>
        <p:grpSpPr>
          <a:xfrm rot="10800000">
            <a:off x="8148734" y="3613840"/>
            <a:ext cx="330358" cy="167302"/>
            <a:chOff x="3825350" y="2055473"/>
            <a:chExt cx="330358" cy="167302"/>
          </a:xfrm>
          <a:effectLst>
            <a:outerShdw blurRad="50800" dist="38100" dir="2700000" algn="tl" rotWithShape="0">
              <a:prstClr val="black">
                <a:alpha val="40000"/>
              </a:prstClr>
            </a:outerShdw>
          </a:effectLst>
        </p:grpSpPr>
        <p:sp>
          <p:nvSpPr>
            <p:cNvPr id="85" name="Arrow: Chevron 84">
              <a:extLst>
                <a:ext uri="{FF2B5EF4-FFF2-40B4-BE49-F238E27FC236}">
                  <a16:creationId xmlns:a16="http://schemas.microsoft.com/office/drawing/2014/main" id="{F0C55284-BBA3-5E5D-7F3E-DED71018B842}"/>
                </a:ext>
              </a:extLst>
            </p:cNvPr>
            <p:cNvSpPr/>
            <p:nvPr/>
          </p:nvSpPr>
          <p:spPr>
            <a:xfrm>
              <a:off x="3825350"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Arrow: Chevron 85">
              <a:extLst>
                <a:ext uri="{FF2B5EF4-FFF2-40B4-BE49-F238E27FC236}">
                  <a16:creationId xmlns:a16="http://schemas.microsoft.com/office/drawing/2014/main" id="{F87301E5-F980-979A-3D17-0E276139F3DD}"/>
                </a:ext>
              </a:extLst>
            </p:cNvPr>
            <p:cNvSpPr/>
            <p:nvPr/>
          </p:nvSpPr>
          <p:spPr>
            <a:xfrm>
              <a:off x="3922896"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7" name="Arrow: Chevron 86">
              <a:extLst>
                <a:ext uri="{FF2B5EF4-FFF2-40B4-BE49-F238E27FC236}">
                  <a16:creationId xmlns:a16="http://schemas.microsoft.com/office/drawing/2014/main" id="{46275F25-E780-FD5E-8629-FB0E52642209}"/>
                </a:ext>
              </a:extLst>
            </p:cNvPr>
            <p:cNvSpPr/>
            <p:nvPr/>
          </p:nvSpPr>
          <p:spPr>
            <a:xfrm>
              <a:off x="4020441"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88" name="Group 87">
            <a:extLst>
              <a:ext uri="{FF2B5EF4-FFF2-40B4-BE49-F238E27FC236}">
                <a16:creationId xmlns:a16="http://schemas.microsoft.com/office/drawing/2014/main" id="{25C1158E-E0A4-1EE8-3876-80DEEB4A4A3D}"/>
              </a:ext>
            </a:extLst>
          </p:cNvPr>
          <p:cNvGrpSpPr/>
          <p:nvPr/>
        </p:nvGrpSpPr>
        <p:grpSpPr>
          <a:xfrm rot="10800000">
            <a:off x="4859816" y="3613840"/>
            <a:ext cx="330358" cy="167302"/>
            <a:chOff x="3825350" y="2055473"/>
            <a:chExt cx="330358" cy="167302"/>
          </a:xfrm>
          <a:effectLst>
            <a:outerShdw blurRad="50800" dist="38100" dir="2700000" algn="tl" rotWithShape="0">
              <a:prstClr val="black">
                <a:alpha val="40000"/>
              </a:prstClr>
            </a:outerShdw>
          </a:effectLst>
        </p:grpSpPr>
        <p:sp>
          <p:nvSpPr>
            <p:cNvPr id="89" name="Arrow: Chevron 88">
              <a:extLst>
                <a:ext uri="{FF2B5EF4-FFF2-40B4-BE49-F238E27FC236}">
                  <a16:creationId xmlns:a16="http://schemas.microsoft.com/office/drawing/2014/main" id="{EF4CEA63-0D91-7BB0-3D6C-DDD31C790D80}"/>
                </a:ext>
              </a:extLst>
            </p:cNvPr>
            <p:cNvSpPr/>
            <p:nvPr/>
          </p:nvSpPr>
          <p:spPr>
            <a:xfrm>
              <a:off x="3825350"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0" name="Arrow: Chevron 89">
              <a:extLst>
                <a:ext uri="{FF2B5EF4-FFF2-40B4-BE49-F238E27FC236}">
                  <a16:creationId xmlns:a16="http://schemas.microsoft.com/office/drawing/2014/main" id="{A616AD11-1009-10E8-C4EB-63978126B7A9}"/>
                </a:ext>
              </a:extLst>
            </p:cNvPr>
            <p:cNvSpPr/>
            <p:nvPr/>
          </p:nvSpPr>
          <p:spPr>
            <a:xfrm>
              <a:off x="3922896"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9" name="Arrow: Chevron 108">
              <a:extLst>
                <a:ext uri="{FF2B5EF4-FFF2-40B4-BE49-F238E27FC236}">
                  <a16:creationId xmlns:a16="http://schemas.microsoft.com/office/drawing/2014/main" id="{9CCCC26A-3D44-9536-450B-CB1D3FA165B5}"/>
                </a:ext>
              </a:extLst>
            </p:cNvPr>
            <p:cNvSpPr/>
            <p:nvPr/>
          </p:nvSpPr>
          <p:spPr>
            <a:xfrm>
              <a:off x="4020441"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10" name="Group 109">
            <a:extLst>
              <a:ext uri="{FF2B5EF4-FFF2-40B4-BE49-F238E27FC236}">
                <a16:creationId xmlns:a16="http://schemas.microsoft.com/office/drawing/2014/main" id="{7547A2F8-26DA-2F1B-80B2-7672AEB128B0}"/>
              </a:ext>
            </a:extLst>
          </p:cNvPr>
          <p:cNvGrpSpPr/>
          <p:nvPr/>
        </p:nvGrpSpPr>
        <p:grpSpPr>
          <a:xfrm rot="10800000">
            <a:off x="4402117" y="3613840"/>
            <a:ext cx="330358" cy="167302"/>
            <a:chOff x="3825350" y="2055473"/>
            <a:chExt cx="330358" cy="167302"/>
          </a:xfrm>
          <a:effectLst>
            <a:outerShdw blurRad="50800" dist="38100" dir="2700000" algn="tl" rotWithShape="0">
              <a:prstClr val="black">
                <a:alpha val="40000"/>
              </a:prstClr>
            </a:outerShdw>
          </a:effectLst>
        </p:grpSpPr>
        <p:sp>
          <p:nvSpPr>
            <p:cNvPr id="111" name="Arrow: Chevron 110">
              <a:extLst>
                <a:ext uri="{FF2B5EF4-FFF2-40B4-BE49-F238E27FC236}">
                  <a16:creationId xmlns:a16="http://schemas.microsoft.com/office/drawing/2014/main" id="{A7E2146E-564E-2E9F-2BD9-4AA9D3AA7CFF}"/>
                </a:ext>
              </a:extLst>
            </p:cNvPr>
            <p:cNvSpPr/>
            <p:nvPr/>
          </p:nvSpPr>
          <p:spPr>
            <a:xfrm>
              <a:off x="3825350"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2" name="Arrow: Chevron 111">
              <a:extLst>
                <a:ext uri="{FF2B5EF4-FFF2-40B4-BE49-F238E27FC236}">
                  <a16:creationId xmlns:a16="http://schemas.microsoft.com/office/drawing/2014/main" id="{344DCC10-8077-9A70-D88A-00C9C596F5E9}"/>
                </a:ext>
              </a:extLst>
            </p:cNvPr>
            <p:cNvSpPr/>
            <p:nvPr/>
          </p:nvSpPr>
          <p:spPr>
            <a:xfrm>
              <a:off x="3922896"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Arrow: Chevron 112">
              <a:extLst>
                <a:ext uri="{FF2B5EF4-FFF2-40B4-BE49-F238E27FC236}">
                  <a16:creationId xmlns:a16="http://schemas.microsoft.com/office/drawing/2014/main" id="{017C815A-C111-EFE2-35B7-88BDF4536293}"/>
                </a:ext>
              </a:extLst>
            </p:cNvPr>
            <p:cNvSpPr/>
            <p:nvPr/>
          </p:nvSpPr>
          <p:spPr>
            <a:xfrm>
              <a:off x="4020441"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14" name="Group 113">
            <a:extLst>
              <a:ext uri="{FF2B5EF4-FFF2-40B4-BE49-F238E27FC236}">
                <a16:creationId xmlns:a16="http://schemas.microsoft.com/office/drawing/2014/main" id="{BEE6C171-F55B-6E52-B2F3-16F599D62321}"/>
              </a:ext>
            </a:extLst>
          </p:cNvPr>
          <p:cNvGrpSpPr/>
          <p:nvPr/>
        </p:nvGrpSpPr>
        <p:grpSpPr>
          <a:xfrm rot="10800000">
            <a:off x="3944417" y="3613840"/>
            <a:ext cx="330358" cy="167302"/>
            <a:chOff x="3825350" y="2055473"/>
            <a:chExt cx="330358" cy="167302"/>
          </a:xfrm>
          <a:effectLst>
            <a:outerShdw blurRad="50800" dist="38100" dir="2700000" algn="tl" rotWithShape="0">
              <a:prstClr val="black">
                <a:alpha val="40000"/>
              </a:prstClr>
            </a:outerShdw>
          </a:effectLst>
        </p:grpSpPr>
        <p:sp>
          <p:nvSpPr>
            <p:cNvPr id="115" name="Arrow: Chevron 114">
              <a:extLst>
                <a:ext uri="{FF2B5EF4-FFF2-40B4-BE49-F238E27FC236}">
                  <a16:creationId xmlns:a16="http://schemas.microsoft.com/office/drawing/2014/main" id="{864206B3-3AB0-92EA-6AB7-6D1416BD2F41}"/>
                </a:ext>
              </a:extLst>
            </p:cNvPr>
            <p:cNvSpPr/>
            <p:nvPr/>
          </p:nvSpPr>
          <p:spPr>
            <a:xfrm>
              <a:off x="3825350"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6" name="Arrow: Chevron 115">
              <a:extLst>
                <a:ext uri="{FF2B5EF4-FFF2-40B4-BE49-F238E27FC236}">
                  <a16:creationId xmlns:a16="http://schemas.microsoft.com/office/drawing/2014/main" id="{D8D24A6B-412D-280E-6878-D956E8A8A93B}"/>
                </a:ext>
              </a:extLst>
            </p:cNvPr>
            <p:cNvSpPr/>
            <p:nvPr/>
          </p:nvSpPr>
          <p:spPr>
            <a:xfrm>
              <a:off x="3922896"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7" name="Arrow: Chevron 116">
              <a:extLst>
                <a:ext uri="{FF2B5EF4-FFF2-40B4-BE49-F238E27FC236}">
                  <a16:creationId xmlns:a16="http://schemas.microsoft.com/office/drawing/2014/main" id="{EC23A013-EC43-4090-8AA8-C04C6AF4ED91}"/>
                </a:ext>
              </a:extLst>
            </p:cNvPr>
            <p:cNvSpPr/>
            <p:nvPr/>
          </p:nvSpPr>
          <p:spPr>
            <a:xfrm>
              <a:off x="4020441"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18" name="Group 117">
            <a:extLst>
              <a:ext uri="{FF2B5EF4-FFF2-40B4-BE49-F238E27FC236}">
                <a16:creationId xmlns:a16="http://schemas.microsoft.com/office/drawing/2014/main" id="{1CB3BBD9-2F16-AA29-5697-B9BE1BED05E6}"/>
              </a:ext>
            </a:extLst>
          </p:cNvPr>
          <p:cNvGrpSpPr/>
          <p:nvPr/>
        </p:nvGrpSpPr>
        <p:grpSpPr>
          <a:xfrm rot="10800000">
            <a:off x="3486717" y="3613840"/>
            <a:ext cx="330358" cy="167302"/>
            <a:chOff x="3825350" y="2055473"/>
            <a:chExt cx="330358" cy="167302"/>
          </a:xfrm>
          <a:effectLst>
            <a:outerShdw blurRad="50800" dist="38100" dir="2700000" algn="tl" rotWithShape="0">
              <a:prstClr val="black">
                <a:alpha val="40000"/>
              </a:prstClr>
            </a:outerShdw>
          </a:effectLst>
        </p:grpSpPr>
        <p:sp>
          <p:nvSpPr>
            <p:cNvPr id="119" name="Arrow: Chevron 118">
              <a:extLst>
                <a:ext uri="{FF2B5EF4-FFF2-40B4-BE49-F238E27FC236}">
                  <a16:creationId xmlns:a16="http://schemas.microsoft.com/office/drawing/2014/main" id="{AD9F83F1-F554-F4C1-2A7B-651F63F32763}"/>
                </a:ext>
              </a:extLst>
            </p:cNvPr>
            <p:cNvSpPr/>
            <p:nvPr/>
          </p:nvSpPr>
          <p:spPr>
            <a:xfrm>
              <a:off x="3825350"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0" name="Arrow: Chevron 119">
              <a:extLst>
                <a:ext uri="{FF2B5EF4-FFF2-40B4-BE49-F238E27FC236}">
                  <a16:creationId xmlns:a16="http://schemas.microsoft.com/office/drawing/2014/main" id="{9A823C0F-EB5A-86C9-9786-15E27177A0A9}"/>
                </a:ext>
              </a:extLst>
            </p:cNvPr>
            <p:cNvSpPr/>
            <p:nvPr/>
          </p:nvSpPr>
          <p:spPr>
            <a:xfrm>
              <a:off x="3922896"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1" name="Arrow: Chevron 120">
              <a:extLst>
                <a:ext uri="{FF2B5EF4-FFF2-40B4-BE49-F238E27FC236}">
                  <a16:creationId xmlns:a16="http://schemas.microsoft.com/office/drawing/2014/main" id="{9B840B82-7E1D-4F9D-A423-A2B50C19712E}"/>
                </a:ext>
              </a:extLst>
            </p:cNvPr>
            <p:cNvSpPr/>
            <p:nvPr/>
          </p:nvSpPr>
          <p:spPr>
            <a:xfrm>
              <a:off x="4020441"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22" name="Group 121">
            <a:extLst>
              <a:ext uri="{FF2B5EF4-FFF2-40B4-BE49-F238E27FC236}">
                <a16:creationId xmlns:a16="http://schemas.microsoft.com/office/drawing/2014/main" id="{A699E591-6F42-6312-33DA-74D5F2F0BF96}"/>
              </a:ext>
            </a:extLst>
          </p:cNvPr>
          <p:cNvGrpSpPr/>
          <p:nvPr/>
        </p:nvGrpSpPr>
        <p:grpSpPr>
          <a:xfrm>
            <a:off x="4889735" y="5939830"/>
            <a:ext cx="330358" cy="167302"/>
            <a:chOff x="3825350" y="2055473"/>
            <a:chExt cx="330358" cy="167302"/>
          </a:xfrm>
          <a:effectLst>
            <a:outerShdw blurRad="50800" dist="38100" dir="2700000" algn="tl" rotWithShape="0">
              <a:prstClr val="black">
                <a:alpha val="40000"/>
              </a:prstClr>
            </a:outerShdw>
          </a:effectLst>
        </p:grpSpPr>
        <p:sp>
          <p:nvSpPr>
            <p:cNvPr id="123" name="Arrow: Chevron 122">
              <a:extLst>
                <a:ext uri="{FF2B5EF4-FFF2-40B4-BE49-F238E27FC236}">
                  <a16:creationId xmlns:a16="http://schemas.microsoft.com/office/drawing/2014/main" id="{F874F8AE-5E19-4B94-F3F4-A90F39F9C6B9}"/>
                </a:ext>
              </a:extLst>
            </p:cNvPr>
            <p:cNvSpPr/>
            <p:nvPr/>
          </p:nvSpPr>
          <p:spPr>
            <a:xfrm>
              <a:off x="3825350"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4" name="Arrow: Chevron 123">
              <a:extLst>
                <a:ext uri="{FF2B5EF4-FFF2-40B4-BE49-F238E27FC236}">
                  <a16:creationId xmlns:a16="http://schemas.microsoft.com/office/drawing/2014/main" id="{6100A9C2-AC3E-8F86-0F4B-2E9CB979C99B}"/>
                </a:ext>
              </a:extLst>
            </p:cNvPr>
            <p:cNvSpPr/>
            <p:nvPr/>
          </p:nvSpPr>
          <p:spPr>
            <a:xfrm>
              <a:off x="3922896"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5" name="Arrow: Chevron 124">
              <a:extLst>
                <a:ext uri="{FF2B5EF4-FFF2-40B4-BE49-F238E27FC236}">
                  <a16:creationId xmlns:a16="http://schemas.microsoft.com/office/drawing/2014/main" id="{E2666DB2-3C10-E5C5-BAEE-9929CF9F0506}"/>
                </a:ext>
              </a:extLst>
            </p:cNvPr>
            <p:cNvSpPr/>
            <p:nvPr/>
          </p:nvSpPr>
          <p:spPr>
            <a:xfrm>
              <a:off x="4020441"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26" name="Group 125">
            <a:extLst>
              <a:ext uri="{FF2B5EF4-FFF2-40B4-BE49-F238E27FC236}">
                <a16:creationId xmlns:a16="http://schemas.microsoft.com/office/drawing/2014/main" id="{C51C60B1-7074-15FD-1A77-95A63C67B5E2}"/>
              </a:ext>
            </a:extLst>
          </p:cNvPr>
          <p:cNvGrpSpPr/>
          <p:nvPr/>
        </p:nvGrpSpPr>
        <p:grpSpPr>
          <a:xfrm>
            <a:off x="4455962" y="5933760"/>
            <a:ext cx="330358" cy="167302"/>
            <a:chOff x="3825350" y="2055473"/>
            <a:chExt cx="330358" cy="167302"/>
          </a:xfrm>
          <a:effectLst>
            <a:outerShdw blurRad="50800" dist="38100" dir="2700000" algn="tl" rotWithShape="0">
              <a:prstClr val="black">
                <a:alpha val="40000"/>
              </a:prstClr>
            </a:outerShdw>
          </a:effectLst>
        </p:grpSpPr>
        <p:sp>
          <p:nvSpPr>
            <p:cNvPr id="127" name="Arrow: Chevron 126">
              <a:extLst>
                <a:ext uri="{FF2B5EF4-FFF2-40B4-BE49-F238E27FC236}">
                  <a16:creationId xmlns:a16="http://schemas.microsoft.com/office/drawing/2014/main" id="{BBCB24C6-F5C5-C0B6-5F3B-938D41A93E68}"/>
                </a:ext>
              </a:extLst>
            </p:cNvPr>
            <p:cNvSpPr/>
            <p:nvPr/>
          </p:nvSpPr>
          <p:spPr>
            <a:xfrm>
              <a:off x="3825350"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8" name="Arrow: Chevron 127">
              <a:extLst>
                <a:ext uri="{FF2B5EF4-FFF2-40B4-BE49-F238E27FC236}">
                  <a16:creationId xmlns:a16="http://schemas.microsoft.com/office/drawing/2014/main" id="{BB905FD1-0B42-2059-5CF5-8B4181238F81}"/>
                </a:ext>
              </a:extLst>
            </p:cNvPr>
            <p:cNvSpPr/>
            <p:nvPr/>
          </p:nvSpPr>
          <p:spPr>
            <a:xfrm>
              <a:off x="3922896"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9" name="Arrow: Chevron 128">
              <a:extLst>
                <a:ext uri="{FF2B5EF4-FFF2-40B4-BE49-F238E27FC236}">
                  <a16:creationId xmlns:a16="http://schemas.microsoft.com/office/drawing/2014/main" id="{30CDCC06-40F4-1FBF-F5D1-7363C585094D}"/>
                </a:ext>
              </a:extLst>
            </p:cNvPr>
            <p:cNvSpPr/>
            <p:nvPr/>
          </p:nvSpPr>
          <p:spPr>
            <a:xfrm>
              <a:off x="4020441"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30" name="Group 129">
            <a:extLst>
              <a:ext uri="{FF2B5EF4-FFF2-40B4-BE49-F238E27FC236}">
                <a16:creationId xmlns:a16="http://schemas.microsoft.com/office/drawing/2014/main" id="{1F02E5D0-4650-7ACE-0F58-37945FC57DBE}"/>
              </a:ext>
            </a:extLst>
          </p:cNvPr>
          <p:cNvGrpSpPr/>
          <p:nvPr/>
        </p:nvGrpSpPr>
        <p:grpSpPr>
          <a:xfrm>
            <a:off x="5323507" y="5933760"/>
            <a:ext cx="330358" cy="167302"/>
            <a:chOff x="3825350" y="2055473"/>
            <a:chExt cx="330358" cy="167302"/>
          </a:xfrm>
          <a:effectLst>
            <a:outerShdw blurRad="50800" dist="38100" dir="2700000" algn="tl" rotWithShape="0">
              <a:prstClr val="black">
                <a:alpha val="40000"/>
              </a:prstClr>
            </a:outerShdw>
          </a:effectLst>
        </p:grpSpPr>
        <p:sp>
          <p:nvSpPr>
            <p:cNvPr id="131" name="Arrow: Chevron 130">
              <a:extLst>
                <a:ext uri="{FF2B5EF4-FFF2-40B4-BE49-F238E27FC236}">
                  <a16:creationId xmlns:a16="http://schemas.microsoft.com/office/drawing/2014/main" id="{F5AF74DB-593A-BAB7-2859-922E24178B21}"/>
                </a:ext>
              </a:extLst>
            </p:cNvPr>
            <p:cNvSpPr/>
            <p:nvPr/>
          </p:nvSpPr>
          <p:spPr>
            <a:xfrm>
              <a:off x="3825350"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2" name="Arrow: Chevron 131">
              <a:extLst>
                <a:ext uri="{FF2B5EF4-FFF2-40B4-BE49-F238E27FC236}">
                  <a16:creationId xmlns:a16="http://schemas.microsoft.com/office/drawing/2014/main" id="{D3267F85-4D70-137B-41A7-221C2CA53B17}"/>
                </a:ext>
              </a:extLst>
            </p:cNvPr>
            <p:cNvSpPr/>
            <p:nvPr/>
          </p:nvSpPr>
          <p:spPr>
            <a:xfrm>
              <a:off x="3922896"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3" name="Arrow: Chevron 132">
              <a:extLst>
                <a:ext uri="{FF2B5EF4-FFF2-40B4-BE49-F238E27FC236}">
                  <a16:creationId xmlns:a16="http://schemas.microsoft.com/office/drawing/2014/main" id="{36544290-569A-9175-46F6-5660A797946F}"/>
                </a:ext>
              </a:extLst>
            </p:cNvPr>
            <p:cNvSpPr/>
            <p:nvPr/>
          </p:nvSpPr>
          <p:spPr>
            <a:xfrm>
              <a:off x="4020441"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34" name="Group 133">
            <a:extLst>
              <a:ext uri="{FF2B5EF4-FFF2-40B4-BE49-F238E27FC236}">
                <a16:creationId xmlns:a16="http://schemas.microsoft.com/office/drawing/2014/main" id="{49AD17D6-DD21-ECCA-0779-EAFF1B5EA8F2}"/>
              </a:ext>
            </a:extLst>
          </p:cNvPr>
          <p:cNvGrpSpPr/>
          <p:nvPr/>
        </p:nvGrpSpPr>
        <p:grpSpPr>
          <a:xfrm>
            <a:off x="4022189" y="5939830"/>
            <a:ext cx="330358" cy="167302"/>
            <a:chOff x="3825350" y="2055473"/>
            <a:chExt cx="330358" cy="167302"/>
          </a:xfrm>
          <a:effectLst>
            <a:outerShdw blurRad="50800" dist="38100" dir="2700000" algn="tl" rotWithShape="0">
              <a:prstClr val="black">
                <a:alpha val="40000"/>
              </a:prstClr>
            </a:outerShdw>
          </a:effectLst>
        </p:grpSpPr>
        <p:sp>
          <p:nvSpPr>
            <p:cNvPr id="135" name="Arrow: Chevron 134">
              <a:extLst>
                <a:ext uri="{FF2B5EF4-FFF2-40B4-BE49-F238E27FC236}">
                  <a16:creationId xmlns:a16="http://schemas.microsoft.com/office/drawing/2014/main" id="{05CF950E-F428-22A1-64CE-89AB5C09632B}"/>
                </a:ext>
              </a:extLst>
            </p:cNvPr>
            <p:cNvSpPr/>
            <p:nvPr/>
          </p:nvSpPr>
          <p:spPr>
            <a:xfrm>
              <a:off x="3825350"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6" name="Arrow: Chevron 135">
              <a:extLst>
                <a:ext uri="{FF2B5EF4-FFF2-40B4-BE49-F238E27FC236}">
                  <a16:creationId xmlns:a16="http://schemas.microsoft.com/office/drawing/2014/main" id="{F2DF906D-5AFF-0C9B-81BD-2630A2BD2230}"/>
                </a:ext>
              </a:extLst>
            </p:cNvPr>
            <p:cNvSpPr/>
            <p:nvPr/>
          </p:nvSpPr>
          <p:spPr>
            <a:xfrm>
              <a:off x="3922896"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7" name="Arrow: Chevron 136">
              <a:extLst>
                <a:ext uri="{FF2B5EF4-FFF2-40B4-BE49-F238E27FC236}">
                  <a16:creationId xmlns:a16="http://schemas.microsoft.com/office/drawing/2014/main" id="{5E86792C-4D0A-9A07-44B4-DEE9E3B62D95}"/>
                </a:ext>
              </a:extLst>
            </p:cNvPr>
            <p:cNvSpPr/>
            <p:nvPr/>
          </p:nvSpPr>
          <p:spPr>
            <a:xfrm>
              <a:off x="4020441"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38" name="Group 137">
            <a:extLst>
              <a:ext uri="{FF2B5EF4-FFF2-40B4-BE49-F238E27FC236}">
                <a16:creationId xmlns:a16="http://schemas.microsoft.com/office/drawing/2014/main" id="{E533ECB5-20A7-05BC-AFA9-0CB40E324617}"/>
              </a:ext>
            </a:extLst>
          </p:cNvPr>
          <p:cNvGrpSpPr/>
          <p:nvPr/>
        </p:nvGrpSpPr>
        <p:grpSpPr>
          <a:xfrm>
            <a:off x="3588416" y="5933760"/>
            <a:ext cx="330358" cy="167302"/>
            <a:chOff x="3825350" y="2055473"/>
            <a:chExt cx="330358" cy="167302"/>
          </a:xfrm>
          <a:effectLst>
            <a:outerShdw blurRad="50800" dist="38100" dir="2700000" algn="tl" rotWithShape="0">
              <a:prstClr val="black">
                <a:alpha val="40000"/>
              </a:prstClr>
            </a:outerShdw>
          </a:effectLst>
        </p:grpSpPr>
        <p:sp>
          <p:nvSpPr>
            <p:cNvPr id="139" name="Arrow: Chevron 138">
              <a:extLst>
                <a:ext uri="{FF2B5EF4-FFF2-40B4-BE49-F238E27FC236}">
                  <a16:creationId xmlns:a16="http://schemas.microsoft.com/office/drawing/2014/main" id="{95023261-5E1E-58B1-B804-E53B403A4093}"/>
                </a:ext>
              </a:extLst>
            </p:cNvPr>
            <p:cNvSpPr/>
            <p:nvPr/>
          </p:nvSpPr>
          <p:spPr>
            <a:xfrm>
              <a:off x="3825350"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0" name="Arrow: Chevron 139">
              <a:extLst>
                <a:ext uri="{FF2B5EF4-FFF2-40B4-BE49-F238E27FC236}">
                  <a16:creationId xmlns:a16="http://schemas.microsoft.com/office/drawing/2014/main" id="{3E9E4B6B-5597-FE92-CCC5-674ED6464B2F}"/>
                </a:ext>
              </a:extLst>
            </p:cNvPr>
            <p:cNvSpPr/>
            <p:nvPr/>
          </p:nvSpPr>
          <p:spPr>
            <a:xfrm>
              <a:off x="3922896"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1" name="Arrow: Chevron 140">
              <a:extLst>
                <a:ext uri="{FF2B5EF4-FFF2-40B4-BE49-F238E27FC236}">
                  <a16:creationId xmlns:a16="http://schemas.microsoft.com/office/drawing/2014/main" id="{3D79DDA8-566A-4444-F50C-451907F72252}"/>
                </a:ext>
              </a:extLst>
            </p:cNvPr>
            <p:cNvSpPr/>
            <p:nvPr/>
          </p:nvSpPr>
          <p:spPr>
            <a:xfrm>
              <a:off x="4020441" y="2055473"/>
              <a:ext cx="135267" cy="167302"/>
            </a:xfrm>
            <a:prstGeom prst="chevron">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extLst>
      <p:ext uri="{BB962C8B-B14F-4D97-AF65-F5344CB8AC3E}">
        <p14:creationId xmlns:p14="http://schemas.microsoft.com/office/powerpoint/2010/main" val="3242740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0">
            <a:extLst>
              <a:ext uri="{FF2B5EF4-FFF2-40B4-BE49-F238E27FC236}">
                <a16:creationId xmlns:a16="http://schemas.microsoft.com/office/drawing/2014/main" id="{A8A3D3AC-32AE-61B2-11F8-525B30F481AE}"/>
              </a:ext>
            </a:extLst>
          </p:cNvPr>
          <p:cNvPicPr>
            <a:picLocks noChangeAspect="1"/>
          </p:cNvPicPr>
          <p:nvPr/>
        </p:nvPicPr>
        <p:blipFill>
          <a:blip r:embed="rId2"/>
          <a:stretch>
            <a:fillRect/>
          </a:stretch>
        </p:blipFill>
        <p:spPr>
          <a:xfrm>
            <a:off x="534094" y="3253363"/>
            <a:ext cx="4746060" cy="2177334"/>
          </a:xfrm>
          <a:prstGeom prst="rect">
            <a:avLst/>
          </a:prstGeom>
          <a:ln>
            <a:noFill/>
          </a:ln>
          <a:effectLst>
            <a:outerShdw blurRad="63500" sx="102000" sy="102000" algn="ctr" rotWithShape="0">
              <a:prstClr val="black">
                <a:alpha val="40000"/>
              </a:prstClr>
            </a:outerShdw>
          </a:effectLst>
        </p:spPr>
      </p:pic>
      <p:sp>
        <p:nvSpPr>
          <p:cNvPr id="3" name="Slide Number Placeholder 2">
            <a:extLst>
              <a:ext uri="{FF2B5EF4-FFF2-40B4-BE49-F238E27FC236}">
                <a16:creationId xmlns:a16="http://schemas.microsoft.com/office/drawing/2014/main" id="{B7425CED-D238-7D7F-31B9-74A77052838E}"/>
              </a:ext>
            </a:extLst>
          </p:cNvPr>
          <p:cNvSpPr>
            <a:spLocks noGrp="1"/>
          </p:cNvSpPr>
          <p:nvPr>
            <p:ph type="sldNum" sz="quarter" idx="12"/>
          </p:nvPr>
        </p:nvSpPr>
        <p:spPr/>
        <p:txBody>
          <a:bodyPr/>
          <a:lstStyle/>
          <a:p>
            <a:fld id="{F4C94289-3309-4C35-850A-56FD49B3E346}" type="slidenum">
              <a:rPr lang="en-GB" smtClean="0">
                <a:latin typeface="+mj-lt"/>
              </a:rPr>
              <a:t>7</a:t>
            </a:fld>
            <a:endParaRPr lang="en-GB">
              <a:latin typeface="+mj-lt"/>
            </a:endParaRPr>
          </a:p>
        </p:txBody>
      </p:sp>
      <p:sp>
        <p:nvSpPr>
          <p:cNvPr id="4" name="Title 3">
            <a:extLst>
              <a:ext uri="{FF2B5EF4-FFF2-40B4-BE49-F238E27FC236}">
                <a16:creationId xmlns:a16="http://schemas.microsoft.com/office/drawing/2014/main" id="{E2560C2F-9E42-6A23-C121-E3AE466A1900}"/>
              </a:ext>
            </a:extLst>
          </p:cNvPr>
          <p:cNvSpPr>
            <a:spLocks noGrp="1"/>
          </p:cNvSpPr>
          <p:nvPr>
            <p:ph type="title"/>
          </p:nvPr>
        </p:nvSpPr>
        <p:spPr>
          <a:xfrm>
            <a:off x="1511277" y="195354"/>
            <a:ext cx="8902723" cy="984247"/>
          </a:xfrm>
        </p:spPr>
        <p:txBody>
          <a:bodyPr/>
          <a:lstStyle/>
          <a:p>
            <a:r>
              <a:rPr lang="en-GB" dirty="0"/>
              <a:t>CAPEX WBS SETTLEMENT </a:t>
            </a:r>
            <a:r>
              <a:rPr lang="en-GB" cap="none" dirty="0"/>
              <a:t>Common Error</a:t>
            </a:r>
            <a:endParaRPr lang="en-US" dirty="0"/>
          </a:p>
        </p:txBody>
      </p:sp>
      <p:graphicFrame>
        <p:nvGraphicFramePr>
          <p:cNvPr id="5" name="Table 5">
            <a:extLst>
              <a:ext uri="{FF2B5EF4-FFF2-40B4-BE49-F238E27FC236}">
                <a16:creationId xmlns:a16="http://schemas.microsoft.com/office/drawing/2014/main" id="{C86FFF0B-800C-AAF8-8B61-486D6F599B17}"/>
              </a:ext>
            </a:extLst>
          </p:cNvPr>
          <p:cNvGraphicFramePr>
            <a:graphicFrameLocks noGrp="1"/>
          </p:cNvGraphicFramePr>
          <p:nvPr/>
        </p:nvGraphicFramePr>
        <p:xfrm>
          <a:off x="552450" y="1798033"/>
          <a:ext cx="11166144" cy="124579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722048">
                  <a:extLst>
                    <a:ext uri="{9D8B030D-6E8A-4147-A177-3AD203B41FA5}">
                      <a16:colId xmlns:a16="http://schemas.microsoft.com/office/drawing/2014/main" val="9356114"/>
                    </a:ext>
                  </a:extLst>
                </a:gridCol>
                <a:gridCol w="3722048">
                  <a:extLst>
                    <a:ext uri="{9D8B030D-6E8A-4147-A177-3AD203B41FA5}">
                      <a16:colId xmlns:a16="http://schemas.microsoft.com/office/drawing/2014/main" val="1965869314"/>
                    </a:ext>
                  </a:extLst>
                </a:gridCol>
                <a:gridCol w="3722048">
                  <a:extLst>
                    <a:ext uri="{9D8B030D-6E8A-4147-A177-3AD203B41FA5}">
                      <a16:colId xmlns:a16="http://schemas.microsoft.com/office/drawing/2014/main" val="566335056"/>
                    </a:ext>
                  </a:extLst>
                </a:gridCol>
              </a:tblGrid>
              <a:tr h="622895">
                <a:tc>
                  <a:txBody>
                    <a:bodyPr/>
                    <a:lstStyle/>
                    <a:p>
                      <a:pPr algn="ctr" fontAlgn="b"/>
                      <a:r>
                        <a:rPr lang="en-US" sz="1200" b="1" i="0" u="none" strike="noStrike">
                          <a:solidFill>
                            <a:srgbClr val="000000"/>
                          </a:solidFill>
                          <a:effectLst/>
                          <a:latin typeface="+mj-lt"/>
                        </a:rPr>
                        <a:t>Errors</a:t>
                      </a:r>
                    </a:p>
                  </a:txBody>
                  <a:tcPr marL="6350" marR="6350" marT="6350" marB="0" anchor="ctr"/>
                </a:tc>
                <a:tc>
                  <a:txBody>
                    <a:bodyPr/>
                    <a:lstStyle/>
                    <a:p>
                      <a:pPr algn="ctr" fontAlgn="b"/>
                      <a:r>
                        <a:rPr lang="en-US" sz="1200" b="1" i="0" u="none" strike="noStrike">
                          <a:solidFill>
                            <a:srgbClr val="000000"/>
                          </a:solidFill>
                          <a:effectLst/>
                          <a:latin typeface="+mj-lt"/>
                        </a:rPr>
                        <a:t>Error Description (Reason)</a:t>
                      </a:r>
                    </a:p>
                  </a:txBody>
                  <a:tcPr marL="6350" marR="6350" marT="6350" marB="0" anchor="ctr"/>
                </a:tc>
                <a:tc>
                  <a:txBody>
                    <a:bodyPr/>
                    <a:lstStyle/>
                    <a:p>
                      <a:pPr algn="ctr" fontAlgn="b"/>
                      <a:r>
                        <a:rPr lang="en-US" sz="1200" b="1" i="0" u="none" strike="noStrike">
                          <a:solidFill>
                            <a:srgbClr val="000000"/>
                          </a:solidFill>
                          <a:effectLst/>
                          <a:latin typeface="+mj-lt"/>
                        </a:rPr>
                        <a:t>Resolution </a:t>
                      </a:r>
                    </a:p>
                  </a:txBody>
                  <a:tcPr marL="6350" marR="6350" marT="6350" marB="0" anchor="ctr"/>
                </a:tc>
                <a:extLst>
                  <a:ext uri="{0D108BD9-81ED-4DB2-BD59-A6C34878D82A}">
                    <a16:rowId xmlns:a16="http://schemas.microsoft.com/office/drawing/2014/main" val="409099569"/>
                  </a:ext>
                </a:extLst>
              </a:tr>
              <a:tr h="622895">
                <a:tc>
                  <a:txBody>
                    <a:bodyPr/>
                    <a:lstStyle/>
                    <a:p>
                      <a:pPr algn="l" fontAlgn="b"/>
                      <a:r>
                        <a:rPr lang="en-US" sz="1200">
                          <a:latin typeface="+mj-lt"/>
                        </a:rPr>
                        <a:t>Asset ***** is incomplete.</a:t>
                      </a:r>
                      <a:endParaRPr lang="en-US" sz="1200" b="0" i="0" u="none" strike="noStrike">
                        <a:solidFill>
                          <a:srgbClr val="000000"/>
                        </a:solidFill>
                        <a:effectLst/>
                        <a:latin typeface="+mj-lt"/>
                      </a:endParaRPr>
                    </a:p>
                  </a:txBody>
                  <a:tcPr marL="72000" marR="6350" marT="6350" marB="0" anchor="ctr"/>
                </a:tc>
                <a:tc>
                  <a:txBody>
                    <a:bodyPr/>
                    <a:lstStyle/>
                    <a:p>
                      <a:pPr algn="l" fontAlgn="b"/>
                      <a:r>
                        <a:rPr lang="en-US" sz="1200">
                          <a:latin typeface="+mj-lt"/>
                        </a:rPr>
                        <a:t>This error occurs when Asset Master Data is incomplete. </a:t>
                      </a:r>
                      <a:endParaRPr lang="en-US" sz="1200" b="0" i="0" u="none" strike="noStrike">
                        <a:solidFill>
                          <a:srgbClr val="000000"/>
                        </a:solidFill>
                        <a:effectLst/>
                        <a:latin typeface="+mj-lt"/>
                      </a:endParaRPr>
                    </a:p>
                  </a:txBody>
                  <a:tcPr marL="72000" marR="6350" marT="6350" marB="0" anchor="ctr"/>
                </a:tc>
                <a:tc>
                  <a:txBody>
                    <a:bodyPr/>
                    <a:lstStyle/>
                    <a:p>
                      <a:r>
                        <a:rPr lang="en-US" sz="1200">
                          <a:latin typeface="+mj-lt"/>
                        </a:rPr>
                        <a:t>Ask the Market Team to update the Asset Master Data using the T-Code: AS02.</a:t>
                      </a:r>
                    </a:p>
                  </a:txBody>
                  <a:tcPr marL="72000" marR="6350" marT="6350" marB="0" anchor="ctr"/>
                </a:tc>
                <a:extLst>
                  <a:ext uri="{0D108BD9-81ED-4DB2-BD59-A6C34878D82A}">
                    <a16:rowId xmlns:a16="http://schemas.microsoft.com/office/drawing/2014/main" val="583018577"/>
                  </a:ext>
                </a:extLst>
              </a:tr>
            </a:tbl>
          </a:graphicData>
        </a:graphic>
      </p:graphicFrame>
      <p:sp>
        <p:nvSpPr>
          <p:cNvPr id="7" name="TextBox 6">
            <a:extLst>
              <a:ext uri="{FF2B5EF4-FFF2-40B4-BE49-F238E27FC236}">
                <a16:creationId xmlns:a16="http://schemas.microsoft.com/office/drawing/2014/main" id="{613F5842-50B5-24BB-D3EF-61E73541C28F}"/>
              </a:ext>
            </a:extLst>
          </p:cNvPr>
          <p:cNvSpPr txBox="1"/>
          <p:nvPr/>
        </p:nvSpPr>
        <p:spPr>
          <a:xfrm>
            <a:off x="552450" y="1427303"/>
            <a:ext cx="11166143" cy="306467"/>
          </a:xfrm>
          <a:prstGeom prst="roundRect">
            <a:avLst/>
          </a:prstGeom>
          <a:ln w="19050">
            <a:solidFill>
              <a:schemeClr val="bg1"/>
            </a:solidFill>
          </a:ln>
          <a:effectLst>
            <a:outerShdw blurRad="63500" sx="102000" sy="102000" algn="ctr"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wrap="square">
            <a:spAutoFit/>
          </a:bodyPr>
          <a:lstStyle>
            <a:defPPr>
              <a:defRPr lang="en-US"/>
            </a:defPPr>
            <a:lvl1pPr>
              <a:defRPr sz="1200"/>
            </a:lvl1pPr>
          </a:lstStyle>
          <a:p>
            <a:r>
              <a:rPr lang="en-US" sz="1200" dirty="0">
                <a:latin typeface="+mj-lt"/>
              </a:rPr>
              <a:t>Detail of the “Errors” can be checked from the “Output Logs”. GL Team needs to check the error and work as per the resolution mentioned below.</a:t>
            </a:r>
          </a:p>
        </p:txBody>
      </p:sp>
      <p:sp>
        <p:nvSpPr>
          <p:cNvPr id="8" name="Rectangle 7">
            <a:extLst>
              <a:ext uri="{FF2B5EF4-FFF2-40B4-BE49-F238E27FC236}">
                <a16:creationId xmlns:a16="http://schemas.microsoft.com/office/drawing/2014/main" id="{4DE5B7C6-8296-6116-016D-4691CA0D341C}"/>
              </a:ext>
            </a:extLst>
          </p:cNvPr>
          <p:cNvSpPr/>
          <p:nvPr/>
        </p:nvSpPr>
        <p:spPr>
          <a:xfrm>
            <a:off x="1150777" y="4065032"/>
            <a:ext cx="2834881" cy="273052"/>
          </a:xfrm>
          <a:prstGeom prst="rect">
            <a:avLst/>
          </a:prstGeom>
          <a:noFill/>
          <a:ln w="38100">
            <a:solidFill>
              <a:srgbClr val="FF000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Tree>
    <p:extLst>
      <p:ext uri="{BB962C8B-B14F-4D97-AF65-F5344CB8AC3E}">
        <p14:creationId xmlns:p14="http://schemas.microsoft.com/office/powerpoint/2010/main" val="3032404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EFBAEA-7764-8788-713E-498D74B9680F}"/>
              </a:ext>
            </a:extLst>
          </p:cNvPr>
          <p:cNvSpPr>
            <a:spLocks noGrp="1"/>
          </p:cNvSpPr>
          <p:nvPr>
            <p:ph type="title"/>
          </p:nvPr>
        </p:nvSpPr>
        <p:spPr>
          <a:xfrm>
            <a:off x="1511277" y="167812"/>
            <a:ext cx="8902723" cy="984247"/>
          </a:xfrm>
        </p:spPr>
        <p:txBody>
          <a:bodyPr/>
          <a:lstStyle/>
          <a:p>
            <a:r>
              <a:rPr lang="en-GB" dirty="0"/>
              <a:t>CAPEX WBS SETTLEMENT </a:t>
            </a:r>
            <a:r>
              <a:rPr lang="en-GB" cap="none" dirty="0"/>
              <a:t>Common Error</a:t>
            </a:r>
            <a:endParaRPr lang="en-US" dirty="0"/>
          </a:p>
        </p:txBody>
      </p:sp>
      <p:graphicFrame>
        <p:nvGraphicFramePr>
          <p:cNvPr id="5" name="Table 5">
            <a:extLst>
              <a:ext uri="{FF2B5EF4-FFF2-40B4-BE49-F238E27FC236}">
                <a16:creationId xmlns:a16="http://schemas.microsoft.com/office/drawing/2014/main" id="{31555022-062A-51F0-CE70-8DCED109EDDD}"/>
              </a:ext>
            </a:extLst>
          </p:cNvPr>
          <p:cNvGraphicFramePr>
            <a:graphicFrameLocks noGrp="1"/>
          </p:cNvGraphicFramePr>
          <p:nvPr/>
        </p:nvGraphicFramePr>
        <p:xfrm>
          <a:off x="502300" y="1520459"/>
          <a:ext cx="11310471" cy="4632976"/>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983850">
                  <a:extLst>
                    <a:ext uri="{9D8B030D-6E8A-4147-A177-3AD203B41FA5}">
                      <a16:colId xmlns:a16="http://schemas.microsoft.com/office/drawing/2014/main" val="9356114"/>
                    </a:ext>
                  </a:extLst>
                </a:gridCol>
                <a:gridCol w="3752850">
                  <a:extLst>
                    <a:ext uri="{9D8B030D-6E8A-4147-A177-3AD203B41FA5}">
                      <a16:colId xmlns:a16="http://schemas.microsoft.com/office/drawing/2014/main" val="1965869314"/>
                    </a:ext>
                  </a:extLst>
                </a:gridCol>
                <a:gridCol w="4573771">
                  <a:extLst>
                    <a:ext uri="{9D8B030D-6E8A-4147-A177-3AD203B41FA5}">
                      <a16:colId xmlns:a16="http://schemas.microsoft.com/office/drawing/2014/main" val="566335056"/>
                    </a:ext>
                  </a:extLst>
                </a:gridCol>
              </a:tblGrid>
              <a:tr h="646100">
                <a:tc>
                  <a:txBody>
                    <a:bodyPr/>
                    <a:lstStyle/>
                    <a:p>
                      <a:pPr algn="ctr" fontAlgn="b"/>
                      <a:r>
                        <a:rPr lang="en-US" sz="1200" b="1" i="0" u="none" strike="noStrike">
                          <a:solidFill>
                            <a:srgbClr val="000000"/>
                          </a:solidFill>
                          <a:effectLst/>
                          <a:latin typeface="+mj-lt"/>
                        </a:rPr>
                        <a:t>Errors</a:t>
                      </a:r>
                    </a:p>
                  </a:txBody>
                  <a:tcPr marL="6350" marR="6350" marT="6350" marB="0" anchor="ctr"/>
                </a:tc>
                <a:tc>
                  <a:txBody>
                    <a:bodyPr/>
                    <a:lstStyle/>
                    <a:p>
                      <a:pPr algn="ctr" fontAlgn="b"/>
                      <a:r>
                        <a:rPr lang="en-US" sz="1200" b="1" i="0" u="none" strike="noStrike">
                          <a:solidFill>
                            <a:srgbClr val="000000"/>
                          </a:solidFill>
                          <a:effectLst/>
                          <a:latin typeface="+mj-lt"/>
                        </a:rPr>
                        <a:t>Error Description (Reason)</a:t>
                      </a:r>
                    </a:p>
                  </a:txBody>
                  <a:tcPr marL="6350" marR="6350" marT="6350" marB="0" anchor="ctr"/>
                </a:tc>
                <a:tc>
                  <a:txBody>
                    <a:bodyPr/>
                    <a:lstStyle/>
                    <a:p>
                      <a:pPr algn="ctr" fontAlgn="b"/>
                      <a:r>
                        <a:rPr lang="en-US" sz="1200" b="1" i="0" u="none" strike="noStrike">
                          <a:solidFill>
                            <a:srgbClr val="000000"/>
                          </a:solidFill>
                          <a:effectLst/>
                          <a:latin typeface="+mj-lt"/>
                        </a:rPr>
                        <a:t>Resolution </a:t>
                      </a:r>
                    </a:p>
                  </a:txBody>
                  <a:tcPr marL="6350" marR="6350" marT="6350" marB="0" anchor="ctr"/>
                </a:tc>
                <a:extLst>
                  <a:ext uri="{0D108BD9-81ED-4DB2-BD59-A6C34878D82A}">
                    <a16:rowId xmlns:a16="http://schemas.microsoft.com/office/drawing/2014/main" val="409099569"/>
                  </a:ext>
                </a:extLst>
              </a:tr>
              <a:tr h="646100">
                <a:tc>
                  <a:txBody>
                    <a:bodyPr/>
                    <a:lstStyle/>
                    <a:p>
                      <a:pPr algn="l" fontAlgn="b"/>
                      <a:r>
                        <a:rPr lang="en-US" sz="1200" b="0" i="0" u="none" strike="noStrike">
                          <a:solidFill>
                            <a:srgbClr val="000000"/>
                          </a:solidFill>
                          <a:effectLst/>
                          <a:latin typeface="+mj-lt"/>
                        </a:rPr>
                        <a:t>Maintain the settlement rule of sender</a:t>
                      </a:r>
                    </a:p>
                  </a:txBody>
                  <a:tcPr marL="72000" marR="6350" marT="6350" marB="0" anchor="ctr"/>
                </a:tc>
                <a:tc>
                  <a:txBody>
                    <a:bodyPr/>
                    <a:lstStyle/>
                    <a:p>
                      <a:pPr algn="l" fontAlgn="b"/>
                      <a:r>
                        <a:rPr lang="en-US" sz="1200" b="0" i="0" u="none" strike="noStrike">
                          <a:solidFill>
                            <a:srgbClr val="000000"/>
                          </a:solidFill>
                          <a:effectLst/>
                          <a:latin typeface="+mj-lt"/>
                        </a:rPr>
                        <a:t>Missing settlement rules</a:t>
                      </a:r>
                    </a:p>
                  </a:txBody>
                  <a:tcPr marL="72000" marR="6350" marT="6350" marB="0" anchor="ctr"/>
                </a:tc>
                <a:tc>
                  <a:txBody>
                    <a:bodyPr/>
                    <a:lstStyle/>
                    <a:p>
                      <a:pPr algn="l" fontAlgn="b"/>
                      <a:r>
                        <a:rPr lang="en-US" sz="1200" b="0" i="0" u="none" strike="noStrike">
                          <a:solidFill>
                            <a:srgbClr val="000000"/>
                          </a:solidFill>
                          <a:effectLst/>
                          <a:latin typeface="+mj-lt"/>
                        </a:rPr>
                        <a:t>Ask the market to put a rule via CJ12 or CJ20N. Once this is completed, the settlement needs to be re-run.</a:t>
                      </a:r>
                    </a:p>
                  </a:txBody>
                  <a:tcPr marL="72000" marR="6350" marT="6350" marB="0" anchor="ctr"/>
                </a:tc>
                <a:extLst>
                  <a:ext uri="{0D108BD9-81ED-4DB2-BD59-A6C34878D82A}">
                    <a16:rowId xmlns:a16="http://schemas.microsoft.com/office/drawing/2014/main" val="583018577"/>
                  </a:ext>
                </a:extLst>
              </a:tr>
              <a:tr h="646100">
                <a:tc>
                  <a:txBody>
                    <a:bodyPr/>
                    <a:lstStyle/>
                    <a:p>
                      <a:pPr algn="l" fontAlgn="b"/>
                      <a:r>
                        <a:rPr lang="en-US" sz="1200" b="0" i="0" u="none" strike="noStrike" dirty="0">
                          <a:solidFill>
                            <a:srgbClr val="000000"/>
                          </a:solidFill>
                          <a:effectLst/>
                          <a:latin typeface="+mj-lt"/>
                        </a:rPr>
                        <a:t>Status system LKD is active (WBS XXX)</a:t>
                      </a:r>
                    </a:p>
                  </a:txBody>
                  <a:tcPr marL="72000" marR="6350" marT="6350" marB="0" anchor="ctr"/>
                </a:tc>
                <a:tc>
                  <a:txBody>
                    <a:bodyPr/>
                    <a:lstStyle/>
                    <a:p>
                      <a:pPr algn="l" fontAlgn="b"/>
                      <a:r>
                        <a:rPr lang="en-US" sz="1200" b="0" i="0" u="none" strike="noStrike">
                          <a:solidFill>
                            <a:srgbClr val="000000"/>
                          </a:solidFill>
                          <a:effectLst/>
                          <a:latin typeface="+mj-lt"/>
                        </a:rPr>
                        <a:t>The WBS is active and can't be settled</a:t>
                      </a:r>
                    </a:p>
                  </a:txBody>
                  <a:tcPr marL="72000" marR="6350" marT="6350" marB="0" anchor="ctr"/>
                </a:tc>
                <a:tc>
                  <a:txBody>
                    <a:bodyPr/>
                    <a:lstStyle/>
                    <a:p>
                      <a:pPr algn="l" fontAlgn="b"/>
                      <a:r>
                        <a:rPr lang="en-US" sz="1200" b="0" i="0" u="none" strike="noStrike">
                          <a:solidFill>
                            <a:srgbClr val="000000"/>
                          </a:solidFill>
                          <a:effectLst/>
                          <a:latin typeface="+mj-lt"/>
                        </a:rPr>
                        <a:t>Ask the market to change the status on the WBS. Once this is actioned by the market, change the status to “checked” in FCC.</a:t>
                      </a:r>
                    </a:p>
                  </a:txBody>
                  <a:tcPr marL="72000" marR="6350" marT="6350" marB="0" anchor="ctr"/>
                </a:tc>
                <a:extLst>
                  <a:ext uri="{0D108BD9-81ED-4DB2-BD59-A6C34878D82A}">
                    <a16:rowId xmlns:a16="http://schemas.microsoft.com/office/drawing/2014/main" val="3125854330"/>
                  </a:ext>
                </a:extLst>
              </a:tr>
              <a:tr h="664606">
                <a:tc>
                  <a:txBody>
                    <a:bodyPr/>
                    <a:lstStyle/>
                    <a:p>
                      <a:pPr algn="l" fontAlgn="b"/>
                      <a:r>
                        <a:rPr lang="en-US" sz="1200" b="0" i="0" u="none" strike="noStrike" dirty="0">
                          <a:solidFill>
                            <a:srgbClr val="000000"/>
                          </a:solidFill>
                          <a:effectLst/>
                          <a:latin typeface="+mj-lt"/>
                        </a:rPr>
                        <a:t>Acquisition value negative in area XX</a:t>
                      </a:r>
                    </a:p>
                  </a:txBody>
                  <a:tcPr marL="72000" marR="6350" marT="6350" marB="0" anchor="ctr"/>
                </a:tc>
                <a:tc>
                  <a:txBody>
                    <a:bodyPr/>
                    <a:lstStyle/>
                    <a:p>
                      <a:pPr algn="l" fontAlgn="b"/>
                      <a:r>
                        <a:rPr lang="en-US" sz="1200" b="0" i="0" u="none" strike="noStrike">
                          <a:solidFill>
                            <a:srgbClr val="000000"/>
                          </a:solidFill>
                          <a:effectLst/>
                          <a:latin typeface="+mj-lt"/>
                        </a:rPr>
                        <a:t>Negative posting on asset is impossible</a:t>
                      </a:r>
                    </a:p>
                  </a:txBody>
                  <a:tcPr marL="72000" marR="6350" marT="6350" marB="0" anchor="ctr"/>
                </a:tc>
                <a:tc>
                  <a:txBody>
                    <a:bodyPr/>
                    <a:lstStyle/>
                    <a:p>
                      <a:pPr algn="l" fontAlgn="b"/>
                      <a:r>
                        <a:rPr lang="en-US" sz="1200" b="0" i="0" u="none" strike="noStrike">
                          <a:solidFill>
                            <a:srgbClr val="000000"/>
                          </a:solidFill>
                          <a:effectLst/>
                          <a:latin typeface="+mj-lt"/>
                        </a:rPr>
                        <a:t>Edit the asset via AS02 to allow for negative values. The market should investigate on what happened on the WBS  for consolidation purposes.</a:t>
                      </a:r>
                    </a:p>
                  </a:txBody>
                  <a:tcPr marL="72000" marR="6350" marT="6350" marB="0" anchor="ctr"/>
                </a:tc>
                <a:extLst>
                  <a:ext uri="{0D108BD9-81ED-4DB2-BD59-A6C34878D82A}">
                    <a16:rowId xmlns:a16="http://schemas.microsoft.com/office/drawing/2014/main" val="723783663"/>
                  </a:ext>
                </a:extLst>
              </a:tr>
              <a:tr h="646100">
                <a:tc>
                  <a:txBody>
                    <a:bodyPr/>
                    <a:lstStyle/>
                    <a:p>
                      <a:pPr algn="l" fontAlgn="b"/>
                      <a:r>
                        <a:rPr lang="en-US" sz="1200" b="0" i="0" u="none" strike="noStrike" dirty="0">
                          <a:solidFill>
                            <a:srgbClr val="000000"/>
                          </a:solidFill>
                          <a:effectLst/>
                          <a:latin typeface="+mj-lt"/>
                        </a:rPr>
                        <a:t>No Items to Settle</a:t>
                      </a:r>
                    </a:p>
                  </a:txBody>
                  <a:tcPr marL="72000" marR="6350" marT="6350" marB="0" anchor="ctr"/>
                </a:tc>
                <a:tc>
                  <a:txBody>
                    <a:bodyPr/>
                    <a:lstStyle/>
                    <a:p>
                      <a:pPr algn="l" fontAlgn="b"/>
                      <a:r>
                        <a:rPr lang="en-US" sz="1200" b="0" i="0" u="none" strike="noStrike">
                          <a:solidFill>
                            <a:srgbClr val="000000"/>
                          </a:solidFill>
                          <a:effectLst/>
                          <a:latin typeface="+mj-lt"/>
                        </a:rPr>
                        <a:t>No WBS to be settled</a:t>
                      </a:r>
                    </a:p>
                  </a:txBody>
                  <a:tcPr marL="72000" marR="6350" marT="6350" marB="0" anchor="ctr"/>
                </a:tc>
                <a:tc>
                  <a:txBody>
                    <a:bodyPr/>
                    <a:lstStyle/>
                    <a:p>
                      <a:pPr algn="l" fontAlgn="b"/>
                      <a:r>
                        <a:rPr lang="en-US" sz="1200" b="0" i="0" u="none" strike="noStrike">
                          <a:solidFill>
                            <a:srgbClr val="000000"/>
                          </a:solidFill>
                          <a:effectLst/>
                          <a:latin typeface="+mj-lt"/>
                        </a:rPr>
                        <a:t>This is OK as there are no assets in the Fixed Assets module. Change the status in FCC to “checked”.</a:t>
                      </a:r>
                    </a:p>
                  </a:txBody>
                  <a:tcPr marL="72000" marR="6350" marT="6350" marB="0" anchor="ctr"/>
                </a:tc>
                <a:extLst>
                  <a:ext uri="{0D108BD9-81ED-4DB2-BD59-A6C34878D82A}">
                    <a16:rowId xmlns:a16="http://schemas.microsoft.com/office/drawing/2014/main" val="4132295502"/>
                  </a:ext>
                </a:extLst>
              </a:tr>
              <a:tr h="646100">
                <a:tc>
                  <a:txBody>
                    <a:bodyPr/>
                    <a:lstStyle/>
                    <a:p>
                      <a:pPr algn="l" fontAlgn="b"/>
                      <a:r>
                        <a:rPr lang="en-US" sz="1200" b="0" i="0" u="none" strike="noStrike" dirty="0">
                          <a:solidFill>
                            <a:srgbClr val="000000"/>
                          </a:solidFill>
                          <a:effectLst/>
                          <a:latin typeface="+mj-lt"/>
                        </a:rPr>
                        <a:t>WBS Element is not relevant</a:t>
                      </a:r>
                    </a:p>
                  </a:txBody>
                  <a:tcPr marL="72000" marR="6350" marT="6350" marB="0" anchor="ctr"/>
                </a:tc>
                <a:tc>
                  <a:txBody>
                    <a:bodyPr/>
                    <a:lstStyle/>
                    <a:p>
                      <a:pPr algn="l" fontAlgn="b"/>
                      <a:r>
                        <a:rPr lang="en-US" sz="1200" b="0" i="0" u="none" strike="noStrike">
                          <a:solidFill>
                            <a:srgbClr val="000000"/>
                          </a:solidFill>
                          <a:effectLst/>
                          <a:latin typeface="+mj-lt"/>
                        </a:rPr>
                        <a:t>This error occurs when the variant has been changed.</a:t>
                      </a:r>
                    </a:p>
                  </a:txBody>
                  <a:tcPr marL="72000" marR="6350" marT="6350" marB="0" anchor="ctr"/>
                </a:tc>
                <a:tc>
                  <a:txBody>
                    <a:bodyPr/>
                    <a:lstStyle/>
                    <a:p>
                      <a:pPr algn="l" fontAlgn="b"/>
                      <a:r>
                        <a:rPr lang="en-US" sz="1200" b="0" i="0" u="none" strike="noStrike" dirty="0">
                          <a:solidFill>
                            <a:srgbClr val="000000"/>
                          </a:solidFill>
                          <a:effectLst/>
                          <a:latin typeface="+mj-lt"/>
                        </a:rPr>
                        <a:t>Reconfirm the selection criteria is correct as incorrect WBS elements have tried to be processed. If unsure, check with Project Managers of the respective WBS (in WBS master data)</a:t>
                      </a:r>
                    </a:p>
                  </a:txBody>
                  <a:tcPr marL="72000" marR="6350" marT="6350" marB="0" anchor="ctr"/>
                </a:tc>
                <a:extLst>
                  <a:ext uri="{0D108BD9-81ED-4DB2-BD59-A6C34878D82A}">
                    <a16:rowId xmlns:a16="http://schemas.microsoft.com/office/drawing/2014/main" val="2023468934"/>
                  </a:ext>
                </a:extLst>
              </a:tr>
              <a:tr h="686042">
                <a:tc>
                  <a:txBody>
                    <a:bodyPr/>
                    <a:lstStyle/>
                    <a:p>
                      <a:pPr algn="l" fontAlgn="b"/>
                      <a:r>
                        <a:rPr lang="en-US" sz="1200" b="0" i="0" u="none" strike="noStrike">
                          <a:solidFill>
                            <a:srgbClr val="000000"/>
                          </a:solidFill>
                          <a:effectLst/>
                          <a:latin typeface="+mj-lt"/>
                        </a:rPr>
                        <a:t>WBS Element has incorrect strategy ​</a:t>
                      </a:r>
                    </a:p>
                  </a:txBody>
                  <a:tcPr marL="72000" marR="6350" marT="635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mj-lt"/>
                        </a:rPr>
                        <a:t>This error occurs when the variant has been changed.</a:t>
                      </a:r>
                    </a:p>
                    <a:p>
                      <a:pPr algn="l" fontAlgn="b"/>
                      <a:endParaRPr lang="en-US" sz="1200" b="0" i="0" u="none" strike="noStrike">
                        <a:solidFill>
                          <a:srgbClr val="000000"/>
                        </a:solidFill>
                        <a:effectLst/>
                        <a:latin typeface="+mj-lt"/>
                      </a:endParaRPr>
                    </a:p>
                  </a:txBody>
                  <a:tcPr marL="72000" marR="6350" marT="6350" marB="0" anchor="ctr"/>
                </a:tc>
                <a:tc>
                  <a:txBody>
                    <a:bodyPr/>
                    <a:lstStyle/>
                    <a:p>
                      <a:pPr algn="l" fontAlgn="b"/>
                      <a:r>
                        <a:rPr lang="en-US" sz="1200" b="0" i="0" u="none" strike="noStrike" kern="1200" dirty="0">
                          <a:solidFill>
                            <a:srgbClr val="000000"/>
                          </a:solidFill>
                          <a:effectLst/>
                          <a:latin typeface="+mn-lt"/>
                          <a:ea typeface="+mn-ea"/>
                          <a:cs typeface="+mn-cs"/>
                        </a:rPr>
                        <a:t>Reconfirm the selection criteria is correct as incorrect WBS elements have tried to be processed. If unsure, check with Project Managers of the respective WBS (in WBS master data)</a:t>
                      </a:r>
                    </a:p>
                    <a:p>
                      <a:pPr algn="l" fontAlgn="b"/>
                      <a:endParaRPr lang="en-US" sz="1200" b="0" i="0" u="none" strike="noStrike" dirty="0">
                        <a:solidFill>
                          <a:srgbClr val="000000"/>
                        </a:solidFill>
                        <a:effectLst/>
                        <a:latin typeface="+mj-lt"/>
                      </a:endParaRPr>
                    </a:p>
                  </a:txBody>
                  <a:tcPr marL="72000" marR="6350" marT="6350" marB="0" anchor="ctr"/>
                </a:tc>
                <a:extLst>
                  <a:ext uri="{0D108BD9-81ED-4DB2-BD59-A6C34878D82A}">
                    <a16:rowId xmlns:a16="http://schemas.microsoft.com/office/drawing/2014/main" val="1481488532"/>
                  </a:ext>
                </a:extLst>
              </a:tr>
            </a:tbl>
          </a:graphicData>
        </a:graphic>
      </p:graphicFrame>
      <p:sp>
        <p:nvSpPr>
          <p:cNvPr id="3" name="Slide Number Placeholder 2">
            <a:extLst>
              <a:ext uri="{FF2B5EF4-FFF2-40B4-BE49-F238E27FC236}">
                <a16:creationId xmlns:a16="http://schemas.microsoft.com/office/drawing/2014/main" id="{D4A32776-8FF2-EC49-E55C-687CECED4559}"/>
              </a:ext>
            </a:extLst>
          </p:cNvPr>
          <p:cNvSpPr>
            <a:spLocks noGrp="1"/>
          </p:cNvSpPr>
          <p:nvPr>
            <p:ph type="sldNum" sz="quarter" idx="12"/>
          </p:nvPr>
        </p:nvSpPr>
        <p:spPr/>
        <p:txBody>
          <a:bodyPr/>
          <a:lstStyle/>
          <a:p>
            <a:fld id="{F4C94289-3309-4C35-850A-56FD49B3E346}" type="slidenum">
              <a:rPr lang="en-GB" smtClean="0"/>
              <a:t>8</a:t>
            </a:fld>
            <a:endParaRPr lang="en-GB"/>
          </a:p>
        </p:txBody>
      </p:sp>
    </p:spTree>
    <p:extLst>
      <p:ext uri="{BB962C8B-B14F-4D97-AF65-F5344CB8AC3E}">
        <p14:creationId xmlns:p14="http://schemas.microsoft.com/office/powerpoint/2010/main" val="3680084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pPr lvl="0" defTabSz="889000">
              <a:spcAft>
                <a:spcPct val="35000"/>
              </a:spcAft>
            </a:pPr>
            <a:r>
              <a:rPr lang="en-US"/>
              <a:t>Capex WBS Settlement: Postings</a:t>
            </a:r>
            <a:endParaRPr lang="en-US">
              <a:solidFill>
                <a:srgbClr val="FF0000"/>
              </a:solidFill>
            </a:endParaRP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0" name="Rectangle 49">
            <a:extLst>
              <a:ext uri="{FF2B5EF4-FFF2-40B4-BE49-F238E27FC236}">
                <a16:creationId xmlns:a16="http://schemas.microsoft.com/office/drawing/2014/main" id="{B4E6453A-DBCF-4724-BF29-9C559C5BBEF6}"/>
              </a:ext>
            </a:extLst>
          </p:cNvPr>
          <p:cNvSpPr/>
          <p:nvPr/>
        </p:nvSpPr>
        <p:spPr>
          <a:xfrm>
            <a:off x="5659336" y="5225074"/>
            <a:ext cx="5928926" cy="1631216"/>
          </a:xfrm>
          <a:prstGeom prst="rect">
            <a:avLst/>
          </a:prstGeom>
          <a:solidFill>
            <a:schemeClr val="bg1"/>
          </a:solid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Postings from Capex WBS Settlement:</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00" i="1" strike="noStrike" kern="1200" cap="none" spc="0" normalizeH="0" baseline="0" noProof="0">
                <a:ln>
                  <a:noFill/>
                </a:ln>
                <a:solidFill>
                  <a:srgbClr val="000000"/>
                </a:solidFill>
                <a:effectLst/>
                <a:uLnTx/>
                <a:uFillTx/>
                <a:latin typeface="Georgia" panose="02040502050405020303" pitchFamily="18" charset="0"/>
                <a:ea typeface="+mn-ea"/>
                <a:cs typeface="+mn-cs"/>
              </a:rPr>
              <a:t>Both </a:t>
            </a:r>
            <a:r>
              <a:rPr lang="en-GB" sz="1100" i="1">
                <a:solidFill>
                  <a:srgbClr val="000000"/>
                </a:solidFill>
                <a:latin typeface="Georgia" panose="02040502050405020303" pitchFamily="18" charset="0"/>
              </a:rPr>
              <a:t>Documents in Asset Accounting and Financial Accounting are posted upon WBS settlement. </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00" i="1" strike="noStrike" kern="1200" cap="none" spc="0" normalizeH="0" baseline="0" noProof="0">
                <a:ln>
                  <a:noFill/>
                </a:ln>
                <a:solidFill>
                  <a:srgbClr val="000000"/>
                </a:solidFill>
                <a:effectLst/>
                <a:uLnTx/>
                <a:uFillTx/>
                <a:latin typeface="Georgia" panose="02040502050405020303" pitchFamily="18" charset="0"/>
                <a:ea typeface="+mn-ea"/>
                <a:cs typeface="+mn-cs"/>
              </a:rPr>
              <a:t>As you can see from the above example, postings have been made to all three ledgers, each to </a:t>
            </a:r>
            <a:r>
              <a:rPr kumimoji="0" lang="en-GB" sz="1100" b="1" i="1" strike="noStrike" kern="1200" cap="none" spc="0" normalizeH="0" baseline="0" noProof="0">
                <a:ln>
                  <a:noFill/>
                </a:ln>
                <a:solidFill>
                  <a:srgbClr val="000000"/>
                </a:solidFill>
                <a:effectLst/>
                <a:uLnTx/>
                <a:uFillTx/>
                <a:latin typeface="Georgia" panose="02040502050405020303" pitchFamily="18" charset="0"/>
                <a:ea typeface="+mn-ea"/>
                <a:cs typeface="+mn-cs"/>
              </a:rPr>
              <a:t>a separate document</a:t>
            </a:r>
            <a:r>
              <a:rPr kumimoji="0" lang="en-GB" sz="1100" i="1" strike="noStrike" kern="1200" cap="none" spc="0" normalizeH="0" baseline="0" noProof="0">
                <a:ln>
                  <a:noFill/>
                </a:ln>
                <a:solidFill>
                  <a:srgbClr val="000000"/>
                </a:solidFill>
                <a:effectLst/>
                <a:uLnTx/>
                <a:uFillTx/>
                <a:latin typeface="Georgia" panose="02040502050405020303" pitchFamily="18" charset="0"/>
                <a:ea typeface="+mn-ea"/>
                <a:cs typeface="+mn-cs"/>
              </a:rPr>
              <a:t>. This is because the WBS may have received costs posted to different ledgers, which are then settled to the receiver with postings to the respective ledger (in respective Depreciation Areas of the receiving</a:t>
            </a:r>
            <a:r>
              <a:rPr lang="en-GB" sz="1100" i="1">
                <a:solidFill>
                  <a:srgbClr val="000000"/>
                </a:solidFill>
                <a:latin typeface="Georgia" panose="02040502050405020303" pitchFamily="18" charset="0"/>
              </a:rPr>
              <a:t> asset)</a:t>
            </a:r>
            <a:r>
              <a:rPr kumimoji="0" lang="en-GB" sz="1100" i="1" strike="noStrike" kern="1200" cap="none" spc="0" normalizeH="0" baseline="0" noProof="0">
                <a:ln>
                  <a:noFill/>
                </a:ln>
                <a:solidFill>
                  <a:srgbClr val="000000"/>
                </a:solidFill>
                <a:effectLst/>
                <a:uLnTx/>
                <a:uFillTx/>
                <a:latin typeface="Georgia" panose="02040502050405020303" pitchFamily="18" charset="0"/>
                <a:ea typeface="+mn-ea"/>
                <a:cs typeface="+mn-cs"/>
              </a:rPr>
              <a:t>. If costs are posted to the WBS in all ledgers with the same amount, then the same amount will be settled to 3 ledgers via 3 different documents as shown in this example.</a:t>
            </a:r>
          </a:p>
        </p:txBody>
      </p:sp>
      <p:pic>
        <p:nvPicPr>
          <p:cNvPr id="5" name="Picture 4">
            <a:extLst>
              <a:ext uri="{FF2B5EF4-FFF2-40B4-BE49-F238E27FC236}">
                <a16:creationId xmlns:a16="http://schemas.microsoft.com/office/drawing/2014/main" id="{A60C49FD-B536-4206-A8D8-8B0EBEE12AE9}"/>
              </a:ext>
            </a:extLst>
          </p:cNvPr>
          <p:cNvPicPr>
            <a:picLocks noChangeAspect="1"/>
          </p:cNvPicPr>
          <p:nvPr/>
        </p:nvPicPr>
        <p:blipFill>
          <a:blip r:embed="rId3"/>
          <a:stretch>
            <a:fillRect/>
          </a:stretch>
        </p:blipFill>
        <p:spPr>
          <a:xfrm>
            <a:off x="260665" y="1401909"/>
            <a:ext cx="7586701" cy="1481968"/>
          </a:xfrm>
          <a:prstGeom prst="rect">
            <a:avLst/>
          </a:prstGeom>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AF6ADEB1-5E3E-4DC1-B599-EC220D3615DF}"/>
              </a:ext>
            </a:extLst>
          </p:cNvPr>
          <p:cNvPicPr>
            <a:picLocks noChangeAspect="1"/>
          </p:cNvPicPr>
          <p:nvPr/>
        </p:nvPicPr>
        <p:blipFill>
          <a:blip r:embed="rId4"/>
          <a:stretch>
            <a:fillRect/>
          </a:stretch>
        </p:blipFill>
        <p:spPr>
          <a:xfrm>
            <a:off x="6376911" y="2933817"/>
            <a:ext cx="5659179" cy="2241317"/>
          </a:xfrm>
          <a:prstGeom prst="rect">
            <a:avLst/>
          </a:prstGeom>
          <a:ln>
            <a:noFill/>
          </a:ln>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9E17988C-7A76-4203-B415-54163E3AAFD3}"/>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8050973" y="1401158"/>
            <a:ext cx="1961397" cy="1253734"/>
          </a:xfrm>
          <a:prstGeom prst="rect">
            <a:avLst/>
          </a:prstGeom>
          <a:ln>
            <a:solidFill>
              <a:srgbClr val="FF0000"/>
            </a:solidFill>
          </a:ln>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A6C626D3-A041-4161-BA67-C040AE2D3AF7}"/>
              </a:ext>
            </a:extLst>
          </p:cNvPr>
          <p:cNvPicPr>
            <a:picLocks noChangeAspect="1"/>
          </p:cNvPicPr>
          <p:nvPr/>
        </p:nvPicPr>
        <p:blipFill>
          <a:blip r:embed="rId7"/>
          <a:stretch>
            <a:fillRect/>
          </a:stretch>
        </p:blipFill>
        <p:spPr>
          <a:xfrm>
            <a:off x="260666" y="2963212"/>
            <a:ext cx="5369170" cy="3794963"/>
          </a:xfrm>
          <a:prstGeom prst="rect">
            <a:avLst/>
          </a:prstGeom>
          <a:effectLst>
            <a:outerShdw blurRad="50800" dist="38100" dir="2700000" algn="tl" rotWithShape="0">
              <a:prstClr val="black">
                <a:alpha val="40000"/>
              </a:prstClr>
            </a:outerShdw>
          </a:effectLst>
        </p:spPr>
      </p:pic>
      <p:sp>
        <p:nvSpPr>
          <p:cNvPr id="23" name="Rectangle: Rounded Corners 22">
            <a:extLst>
              <a:ext uri="{FF2B5EF4-FFF2-40B4-BE49-F238E27FC236}">
                <a16:creationId xmlns:a16="http://schemas.microsoft.com/office/drawing/2014/main" id="{FBD2C1BC-D7C4-40C5-B54A-1F5CA582E045}"/>
              </a:ext>
            </a:extLst>
          </p:cNvPr>
          <p:cNvSpPr/>
          <p:nvPr/>
        </p:nvSpPr>
        <p:spPr>
          <a:xfrm>
            <a:off x="260665" y="1322574"/>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Log from CJ8G WBS Settlement</a:t>
            </a:r>
          </a:p>
        </p:txBody>
      </p:sp>
      <p:sp>
        <p:nvSpPr>
          <p:cNvPr id="24" name="Rectangle: Rounded Corners 23">
            <a:extLst>
              <a:ext uri="{FF2B5EF4-FFF2-40B4-BE49-F238E27FC236}">
                <a16:creationId xmlns:a16="http://schemas.microsoft.com/office/drawing/2014/main" id="{917CCB03-7310-4250-863B-690CD324490D}"/>
              </a:ext>
            </a:extLst>
          </p:cNvPr>
          <p:cNvSpPr/>
          <p:nvPr/>
        </p:nvSpPr>
        <p:spPr>
          <a:xfrm>
            <a:off x="3745537" y="1627875"/>
            <a:ext cx="888009" cy="209717"/>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2" name="Straight Arrow Connector 11">
            <a:extLst>
              <a:ext uri="{FF2B5EF4-FFF2-40B4-BE49-F238E27FC236}">
                <a16:creationId xmlns:a16="http://schemas.microsoft.com/office/drawing/2014/main" id="{CC5201F4-C9AB-4FD2-A94C-7C3BF8AE0C99}"/>
              </a:ext>
            </a:extLst>
          </p:cNvPr>
          <p:cNvCxnSpPr>
            <a:cxnSpLocks/>
          </p:cNvCxnSpPr>
          <p:nvPr/>
        </p:nvCxnSpPr>
        <p:spPr>
          <a:xfrm>
            <a:off x="4633546" y="1682866"/>
            <a:ext cx="3452079" cy="135442"/>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B22E8740-04CC-4D6B-8D48-94A149D95A14}"/>
              </a:ext>
            </a:extLst>
          </p:cNvPr>
          <p:cNvSpPr/>
          <p:nvPr/>
        </p:nvSpPr>
        <p:spPr>
          <a:xfrm>
            <a:off x="8085625" y="2066525"/>
            <a:ext cx="1510762" cy="143116"/>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2" name="Straight Arrow Connector 21">
            <a:extLst>
              <a:ext uri="{FF2B5EF4-FFF2-40B4-BE49-F238E27FC236}">
                <a16:creationId xmlns:a16="http://schemas.microsoft.com/office/drawing/2014/main" id="{6F8FB10B-BBAE-4869-A1CD-42D47C7F9D98}"/>
              </a:ext>
            </a:extLst>
          </p:cNvPr>
          <p:cNvCxnSpPr>
            <a:cxnSpLocks/>
            <a:stCxn id="27" idx="3"/>
          </p:cNvCxnSpPr>
          <p:nvPr/>
        </p:nvCxnSpPr>
        <p:spPr>
          <a:xfrm flipH="1">
            <a:off x="9583271" y="2138083"/>
            <a:ext cx="13116" cy="948417"/>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902D47B2-7642-471B-8753-AA6E497DB642}"/>
              </a:ext>
            </a:extLst>
          </p:cNvPr>
          <p:cNvSpPr/>
          <p:nvPr/>
        </p:nvSpPr>
        <p:spPr>
          <a:xfrm>
            <a:off x="1871913" y="2365714"/>
            <a:ext cx="925075" cy="289178"/>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Rectangle: Rounded Corners 33">
            <a:extLst>
              <a:ext uri="{FF2B5EF4-FFF2-40B4-BE49-F238E27FC236}">
                <a16:creationId xmlns:a16="http://schemas.microsoft.com/office/drawing/2014/main" id="{25387954-5287-47D7-86BC-5835CEDCCA43}"/>
              </a:ext>
            </a:extLst>
          </p:cNvPr>
          <p:cNvSpPr/>
          <p:nvPr/>
        </p:nvSpPr>
        <p:spPr>
          <a:xfrm>
            <a:off x="2057242" y="3618697"/>
            <a:ext cx="1214876" cy="164409"/>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5" name="Rectangle: Rounded Corners 34">
            <a:extLst>
              <a:ext uri="{FF2B5EF4-FFF2-40B4-BE49-F238E27FC236}">
                <a16:creationId xmlns:a16="http://schemas.microsoft.com/office/drawing/2014/main" id="{8ECE1A88-C9DB-498C-947E-B401D0D50981}"/>
              </a:ext>
            </a:extLst>
          </p:cNvPr>
          <p:cNvSpPr/>
          <p:nvPr/>
        </p:nvSpPr>
        <p:spPr>
          <a:xfrm>
            <a:off x="1635900" y="6480071"/>
            <a:ext cx="3993935" cy="164409"/>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8" name="Straight Arrow Connector 27">
            <a:extLst>
              <a:ext uri="{FF2B5EF4-FFF2-40B4-BE49-F238E27FC236}">
                <a16:creationId xmlns:a16="http://schemas.microsoft.com/office/drawing/2014/main" id="{C18F0E21-2BDD-4E7A-A47D-624C806B7B6A}"/>
              </a:ext>
            </a:extLst>
          </p:cNvPr>
          <p:cNvCxnSpPr>
            <a:stCxn id="33" idx="2"/>
            <a:endCxn id="34" idx="0"/>
          </p:cNvCxnSpPr>
          <p:nvPr/>
        </p:nvCxnSpPr>
        <p:spPr>
          <a:xfrm>
            <a:off x="2334451" y="2654892"/>
            <a:ext cx="330229" cy="963805"/>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2E465F3D-0110-45CC-9EF2-65FF130320BB}"/>
              </a:ext>
            </a:extLst>
          </p:cNvPr>
          <p:cNvSpPr/>
          <p:nvPr/>
        </p:nvSpPr>
        <p:spPr>
          <a:xfrm>
            <a:off x="259237" y="2933817"/>
            <a:ext cx="1646115"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AW01N: Asset Explorer</a:t>
            </a:r>
          </a:p>
        </p:txBody>
      </p:sp>
      <p:sp>
        <p:nvSpPr>
          <p:cNvPr id="39" name="Rectangle: Rounded Corners 38">
            <a:extLst>
              <a:ext uri="{FF2B5EF4-FFF2-40B4-BE49-F238E27FC236}">
                <a16:creationId xmlns:a16="http://schemas.microsoft.com/office/drawing/2014/main" id="{9FE4D48C-C0CB-4E38-BFA2-FD5C09C3CFFD}"/>
              </a:ext>
            </a:extLst>
          </p:cNvPr>
          <p:cNvSpPr/>
          <p:nvPr/>
        </p:nvSpPr>
        <p:spPr>
          <a:xfrm>
            <a:off x="10130119" y="2941720"/>
            <a:ext cx="1905972"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1">
                <a:solidFill>
                  <a:srgbClr val="00B2A9">
                    <a:lumMod val="50000"/>
                  </a:srgbClr>
                </a:solidFill>
                <a:latin typeface="Arial" panose="020B0604020202020204"/>
              </a:rPr>
              <a:t>FB03: Display FI Document</a:t>
            </a: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857299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pPr lvl="0" defTabSz="889000">
              <a:spcAft>
                <a:spcPct val="35000"/>
              </a:spcAft>
            </a:pPr>
            <a:r>
              <a:rPr lang="en-US"/>
              <a:t>Depreciation Run: Execution</a:t>
            </a:r>
            <a:endParaRPr lang="en-US">
              <a:solidFill>
                <a:srgbClr val="FF0000"/>
              </a:solidFill>
            </a:endParaRP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0" name="Rectangle 49">
            <a:extLst>
              <a:ext uri="{FF2B5EF4-FFF2-40B4-BE49-F238E27FC236}">
                <a16:creationId xmlns:a16="http://schemas.microsoft.com/office/drawing/2014/main" id="{B4E6453A-DBCF-4724-BF29-9C559C5BBEF6}"/>
              </a:ext>
            </a:extLst>
          </p:cNvPr>
          <p:cNvSpPr/>
          <p:nvPr/>
        </p:nvSpPr>
        <p:spPr>
          <a:xfrm>
            <a:off x="218834" y="4692200"/>
            <a:ext cx="9189842" cy="1708160"/>
          </a:xfrm>
          <a:prstGeom prst="rect">
            <a:avLst/>
          </a:prstGeom>
          <a:solidFill>
            <a:schemeClr val="bg1"/>
          </a:solid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Depreciation Run:</a:t>
            </a:r>
          </a:p>
          <a:p>
            <a:pPr marL="171450" marR="0" lvl="0" indent="-171450" algn="l" defTabSz="914400" rtl="0" eaLnBrk="1" fontAlgn="auto" latinLnBrk="0" hangingPunct="1">
              <a:lnSpc>
                <a:spcPts val="1200"/>
              </a:lnSpc>
              <a:spcBef>
                <a:spcPts val="5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Depreciation run posts the monthly depreciation expenses of all active Assets (Fixed Assets, </a:t>
            </a:r>
            <a:r>
              <a:rPr lang="en-GB" sz="1100" i="1">
                <a:solidFill>
                  <a:srgbClr val="000000"/>
                </a:solidFill>
                <a:latin typeface="Georgia" panose="02040502050405020303" pitchFamily="18" charset="0"/>
              </a:rPr>
              <a:t>Right of Use for Leased Assets, Intangible Assets) </a:t>
            </a: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registered in Asset module. In S/4 HANA this is done for different Accounting Principles linked to their corresponding ledgers.</a:t>
            </a:r>
          </a:p>
          <a:p>
            <a:pPr marL="171450" marR="0" lvl="0" indent="-171450" algn="l" defTabSz="914400" rtl="0" eaLnBrk="1" fontAlgn="auto" latinLnBrk="0" hangingPunct="1">
              <a:lnSpc>
                <a:spcPts val="1200"/>
              </a:lnSpc>
              <a:spcBef>
                <a:spcPts val="5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In FCC, you will notice the </a:t>
            </a:r>
            <a:r>
              <a:rPr kumimoji="0" lang="en-GB" sz="11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following sequence of steps: Test Run Depreciation -&gt; Recalculate Depreciation -&gt; Depreciation Run</a:t>
            </a: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Test run is required to ensure all errors are checked and corrected before the update depreciation run. </a:t>
            </a:r>
            <a:r>
              <a:rPr lang="en-GB" sz="1100" i="1">
                <a:solidFill>
                  <a:srgbClr val="000000"/>
                </a:solidFill>
                <a:latin typeface="Georgia" panose="02040502050405020303" pitchFamily="18" charset="0"/>
              </a:rPr>
              <a:t>Recalculate Depreciation ensures that the correct Planned Depreciation values are updated so that they can be picked up during Depreciation Run.</a:t>
            </a:r>
          </a:p>
          <a:p>
            <a:pPr marL="171450" marR="0" lvl="0" indent="-171450" algn="l" defTabSz="914400" rtl="0" eaLnBrk="1" fontAlgn="auto" latinLnBrk="0" hangingPunct="1">
              <a:lnSpc>
                <a:spcPts val="1200"/>
              </a:lnSpc>
              <a:spcBef>
                <a:spcPts val="5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Although </a:t>
            </a:r>
            <a:r>
              <a:rPr lang="en-GB" sz="1100" i="1">
                <a:solidFill>
                  <a:srgbClr val="000000"/>
                </a:solidFill>
                <a:latin typeface="Georgia" panose="02040502050405020303" pitchFamily="18" charset="0"/>
              </a:rPr>
              <a:t>on WD-1 only IFRS depreciation results are required for IFRS closing, the decision has been made that </a:t>
            </a:r>
            <a:r>
              <a:rPr lang="en-GB" sz="1100" b="1" i="1">
                <a:solidFill>
                  <a:srgbClr val="000000"/>
                </a:solidFill>
                <a:latin typeface="Georgia" panose="02040502050405020303" pitchFamily="18" charset="0"/>
              </a:rPr>
              <a:t>Depreciation Runs for all Accounting Principles are carried out at the same time </a:t>
            </a:r>
            <a:r>
              <a:rPr lang="en-GB" sz="1100" i="1">
                <a:solidFill>
                  <a:srgbClr val="000000"/>
                </a:solidFill>
                <a:latin typeface="Georgia" panose="02040502050405020303" pitchFamily="18" charset="0"/>
              </a:rPr>
              <a:t>for easy and logical management of the overall closing process, as well as to ensure the depreciation costs are correctly captured </a:t>
            </a:r>
            <a:r>
              <a:rPr lang="en-GB" sz="1100" b="1" i="1">
                <a:solidFill>
                  <a:srgbClr val="000000"/>
                </a:solidFill>
                <a:latin typeface="Georgia" panose="02040502050405020303" pitchFamily="18" charset="0"/>
              </a:rPr>
              <a:t>before Material Ledger closing </a:t>
            </a:r>
            <a:r>
              <a:rPr lang="en-GB" sz="1100" i="1">
                <a:solidFill>
                  <a:srgbClr val="000000"/>
                </a:solidFill>
                <a:latin typeface="Georgia" panose="02040502050405020303" pitchFamily="18" charset="0"/>
              </a:rPr>
              <a:t>can commence.</a:t>
            </a:r>
            <a:endPar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pic>
        <p:nvPicPr>
          <p:cNvPr id="2" name="Picture 1">
            <a:extLst>
              <a:ext uri="{FF2B5EF4-FFF2-40B4-BE49-F238E27FC236}">
                <a16:creationId xmlns:a16="http://schemas.microsoft.com/office/drawing/2014/main" id="{06B17E03-7C5E-4CDE-B98E-DC9551D914A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60471" y="1407857"/>
            <a:ext cx="6594244" cy="3258973"/>
          </a:xfrm>
          <a:prstGeom prst="rect">
            <a:avLst/>
          </a:prstGeom>
          <a:effectLst>
            <a:outerShdw blurRad="50800" dist="38100" dir="5400000" algn="t" rotWithShape="0">
              <a:prstClr val="black">
                <a:alpha val="40000"/>
              </a:prstClr>
            </a:outerShdw>
          </a:effectLst>
        </p:spPr>
      </p:pic>
      <p:pic>
        <p:nvPicPr>
          <p:cNvPr id="5" name="Picture 4">
            <a:extLst>
              <a:ext uri="{FF2B5EF4-FFF2-40B4-BE49-F238E27FC236}">
                <a16:creationId xmlns:a16="http://schemas.microsoft.com/office/drawing/2014/main" id="{CF12E261-CD47-431E-AEBF-0A427D2A1F3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7091997" y="1407858"/>
            <a:ext cx="2268847" cy="2909166"/>
          </a:xfrm>
          <a:prstGeom prst="rect">
            <a:avLst/>
          </a:prstGeom>
          <a:effectLst>
            <a:outerShdw blurRad="50800" dist="38100" dir="5400000" algn="t" rotWithShape="0">
              <a:prstClr val="black">
                <a:alpha val="40000"/>
              </a:prstClr>
            </a:outerShdw>
          </a:effectLst>
        </p:spPr>
      </p:pic>
      <p:pic>
        <p:nvPicPr>
          <p:cNvPr id="6" name="Picture 5">
            <a:extLst>
              <a:ext uri="{FF2B5EF4-FFF2-40B4-BE49-F238E27FC236}">
                <a16:creationId xmlns:a16="http://schemas.microsoft.com/office/drawing/2014/main" id="{0471C48C-BC28-4E39-B886-765B1B84EAC0}"/>
              </a:ext>
            </a:extLst>
          </p:cNvPr>
          <p:cNvPicPr>
            <a:picLocks noChangeAspect="1"/>
          </p:cNvPicPr>
          <p:nvPr/>
        </p:nvPicPr>
        <p:blipFill>
          <a:blip r:embed="rId6"/>
          <a:stretch>
            <a:fillRect/>
          </a:stretch>
        </p:blipFill>
        <p:spPr>
          <a:xfrm>
            <a:off x="9421997" y="2245810"/>
            <a:ext cx="2409532" cy="3708850"/>
          </a:xfrm>
          <a:prstGeom prst="rect">
            <a:avLst/>
          </a:prstGeom>
          <a:effectLst>
            <a:outerShdw blurRad="50800" dist="38100" dir="5400000" algn="t" rotWithShape="0">
              <a:prstClr val="black">
                <a:alpha val="40000"/>
              </a:prstClr>
            </a:outerShdw>
          </a:effectLst>
        </p:spPr>
      </p:pic>
      <p:sp>
        <p:nvSpPr>
          <p:cNvPr id="9" name="Rectangle: Rounded Corners 8">
            <a:extLst>
              <a:ext uri="{FF2B5EF4-FFF2-40B4-BE49-F238E27FC236}">
                <a16:creationId xmlns:a16="http://schemas.microsoft.com/office/drawing/2014/main" id="{9FD030F8-E94A-469E-A5E9-E519D370E96E}"/>
              </a:ext>
            </a:extLst>
          </p:cNvPr>
          <p:cNvSpPr/>
          <p:nvPr/>
        </p:nvSpPr>
        <p:spPr>
          <a:xfrm>
            <a:off x="7106256" y="1393964"/>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AFAR: Recalculate Depreciation</a:t>
            </a:r>
          </a:p>
        </p:txBody>
      </p:sp>
      <p:sp>
        <p:nvSpPr>
          <p:cNvPr id="10" name="Rectangle: Rounded Corners 9">
            <a:extLst>
              <a:ext uri="{FF2B5EF4-FFF2-40B4-BE49-F238E27FC236}">
                <a16:creationId xmlns:a16="http://schemas.microsoft.com/office/drawing/2014/main" id="{6F4CBBC3-1DC3-412D-93E8-EEE6B0E4691E}"/>
              </a:ext>
            </a:extLst>
          </p:cNvPr>
          <p:cNvSpPr/>
          <p:nvPr/>
        </p:nvSpPr>
        <p:spPr>
          <a:xfrm>
            <a:off x="9421997" y="2245810"/>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AFAB: Depreciation Run</a:t>
            </a:r>
          </a:p>
        </p:txBody>
      </p:sp>
      <p:sp>
        <p:nvSpPr>
          <p:cNvPr id="11" name="Rectangle: Rounded Corners 10">
            <a:extLst>
              <a:ext uri="{FF2B5EF4-FFF2-40B4-BE49-F238E27FC236}">
                <a16:creationId xmlns:a16="http://schemas.microsoft.com/office/drawing/2014/main" id="{4E58E078-9476-4148-975E-CA314A5DA88B}"/>
              </a:ext>
            </a:extLst>
          </p:cNvPr>
          <p:cNvSpPr/>
          <p:nvPr/>
        </p:nvSpPr>
        <p:spPr>
          <a:xfrm>
            <a:off x="354013" y="1371698"/>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000" b="1">
                <a:solidFill>
                  <a:schemeClr val="accent3">
                    <a:lumMod val="50000"/>
                  </a:schemeClr>
                </a:solidFill>
              </a:rPr>
              <a:t>FCLOCO: FCC Task List Display</a:t>
            </a:r>
          </a:p>
        </p:txBody>
      </p:sp>
      <p:sp>
        <p:nvSpPr>
          <p:cNvPr id="13" name="Rectangle: Rounded Corners 12">
            <a:extLst>
              <a:ext uri="{FF2B5EF4-FFF2-40B4-BE49-F238E27FC236}">
                <a16:creationId xmlns:a16="http://schemas.microsoft.com/office/drawing/2014/main" id="{7BB67017-37DA-4F3B-A2AA-340A4396E8CB}"/>
              </a:ext>
            </a:extLst>
          </p:cNvPr>
          <p:cNvSpPr/>
          <p:nvPr/>
        </p:nvSpPr>
        <p:spPr>
          <a:xfrm>
            <a:off x="1122160" y="2606521"/>
            <a:ext cx="1541909" cy="1200548"/>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 name="Rectangle: Rounded Corners 13">
            <a:extLst>
              <a:ext uri="{FF2B5EF4-FFF2-40B4-BE49-F238E27FC236}">
                <a16:creationId xmlns:a16="http://schemas.microsoft.com/office/drawing/2014/main" id="{FD7D9156-E082-4255-A271-37A4BB0B716E}"/>
              </a:ext>
            </a:extLst>
          </p:cNvPr>
          <p:cNvSpPr/>
          <p:nvPr/>
        </p:nvSpPr>
        <p:spPr>
          <a:xfrm>
            <a:off x="7174523" y="2954214"/>
            <a:ext cx="1740877" cy="140678"/>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66320088-82BF-4FDD-9313-E27B983B2325}"/>
              </a:ext>
            </a:extLst>
          </p:cNvPr>
          <p:cNvSpPr/>
          <p:nvPr/>
        </p:nvSpPr>
        <p:spPr>
          <a:xfrm>
            <a:off x="9939033" y="3320145"/>
            <a:ext cx="1740877" cy="140678"/>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Speech Bubble: Rectangle 15">
            <a:extLst>
              <a:ext uri="{FF2B5EF4-FFF2-40B4-BE49-F238E27FC236}">
                <a16:creationId xmlns:a16="http://schemas.microsoft.com/office/drawing/2014/main" id="{E74C1CCA-1D3A-4E3D-84F4-DC2C6CB03C76}"/>
              </a:ext>
            </a:extLst>
          </p:cNvPr>
          <p:cNvSpPr/>
          <p:nvPr/>
        </p:nvSpPr>
        <p:spPr>
          <a:xfrm>
            <a:off x="9485676" y="664143"/>
            <a:ext cx="2603655" cy="1297426"/>
          </a:xfrm>
          <a:prstGeom prst="wedgeRectCallout">
            <a:avLst>
              <a:gd name="adj1" fmla="val -47362"/>
              <a:gd name="adj2" fmla="val 64368"/>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endParaRPr lang="en-GB" sz="1200" i="1">
              <a:solidFill>
                <a:srgbClr val="000000"/>
              </a:solidFill>
              <a:latin typeface="Georgia" panose="02040502050405020303" pitchFamily="18" charset="0"/>
            </a:endParaRPr>
          </a:p>
          <a:p>
            <a:pPr>
              <a:lnSpc>
                <a:spcPts val="1200"/>
              </a:lnSpc>
              <a:spcBef>
                <a:spcPts val="600"/>
              </a:spcBef>
              <a:defRPr/>
            </a:pPr>
            <a:r>
              <a:rPr lang="en-US" sz="1200" i="1">
                <a:solidFill>
                  <a:schemeClr val="tx1"/>
                </a:solidFill>
                <a:latin typeface="Georgia" panose="02040502050405020303" pitchFamily="18" charset="0"/>
              </a:rPr>
              <a:t>Both AFAR and AFAB tasks use “global variants”. Therefore it is important you review/amend the Company Code field and ensure the Fiscal Year and Posting Period are correct when executing them outside of FCC.</a:t>
            </a:r>
          </a:p>
        </p:txBody>
      </p:sp>
      <p:sp>
        <p:nvSpPr>
          <p:cNvPr id="7" name="Rectangle 6">
            <a:extLst>
              <a:ext uri="{FF2B5EF4-FFF2-40B4-BE49-F238E27FC236}">
                <a16:creationId xmlns:a16="http://schemas.microsoft.com/office/drawing/2014/main" id="{9F886301-3198-4226-A516-D232784BA8C1}"/>
              </a:ext>
            </a:extLst>
          </p:cNvPr>
          <p:cNvSpPr/>
          <p:nvPr/>
        </p:nvSpPr>
        <p:spPr>
          <a:xfrm>
            <a:off x="215138" y="6293657"/>
            <a:ext cx="11277426" cy="553998"/>
          </a:xfrm>
          <a:prstGeom prst="rect">
            <a:avLst/>
          </a:prstGeom>
          <a:solidFill>
            <a:schemeClr val="bg1"/>
          </a:solidFill>
        </p:spPr>
        <p:txBody>
          <a:bodyPr wrap="square">
            <a:spAutoFit/>
          </a:bodyPr>
          <a:lstStyle/>
          <a:p>
            <a:pPr marL="171450" indent="-171450">
              <a:lnSpc>
                <a:spcPts val="1200"/>
              </a:lnSpc>
              <a:spcBef>
                <a:spcPts val="600"/>
              </a:spcBef>
              <a:buFont typeface="Arial" panose="020B0604020202020204" pitchFamily="34" charset="0"/>
              <a:buChar char="•"/>
              <a:defRPr/>
            </a:pPr>
            <a:r>
              <a:rPr lang="en-GB" sz="1100" i="1" dirty="0">
                <a:latin typeface="Georgia" panose="02040502050405020303" pitchFamily="18" charset="0"/>
              </a:rPr>
              <a:t>Detailed steps of Recalculate Depreciation and Depreciation Run are documented in </a:t>
            </a:r>
            <a:r>
              <a:rPr lang="en-GB" sz="1100" b="1" i="1" dirty="0">
                <a:latin typeface="Georgia" panose="02040502050405020303" pitchFamily="18" charset="0"/>
              </a:rPr>
              <a:t>Asset Accounting for GBS</a:t>
            </a:r>
            <a:r>
              <a:rPr lang="en-GB" sz="1100" i="1" dirty="0">
                <a:latin typeface="Georgia" panose="02040502050405020303" pitchFamily="18" charset="0"/>
              </a:rPr>
              <a:t> course materials. These functions have not changed from ECC to S/4 HANA, apart from introducing the Accounting Principle field. Make sure you remember to review/amend the Company Code and Fiscal year/Posting Period fields before executing the transactions outside of FCC.</a:t>
            </a:r>
          </a:p>
        </p:txBody>
      </p:sp>
    </p:spTree>
    <p:extLst>
      <p:ext uri="{BB962C8B-B14F-4D97-AF65-F5344CB8AC3E}">
        <p14:creationId xmlns:p14="http://schemas.microsoft.com/office/powerpoint/2010/main" val="246017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4A32776-8FF2-EC49-E55C-687CECED4559}"/>
              </a:ext>
            </a:extLst>
          </p:cNvPr>
          <p:cNvSpPr>
            <a:spLocks noGrp="1"/>
          </p:cNvSpPr>
          <p:nvPr>
            <p:ph type="sldNum" sz="quarter" idx="12"/>
          </p:nvPr>
        </p:nvSpPr>
        <p:spPr/>
        <p:txBody>
          <a:bodyPr/>
          <a:lstStyle/>
          <a:p>
            <a:fld id="{F4C94289-3309-4C35-850A-56FD49B3E346}" type="slidenum">
              <a:rPr lang="en-GB" smtClean="0">
                <a:latin typeface="+mj-lt"/>
              </a:rPr>
              <a:t>11</a:t>
            </a:fld>
            <a:endParaRPr lang="en-GB">
              <a:latin typeface="+mj-lt"/>
            </a:endParaRPr>
          </a:p>
        </p:txBody>
      </p:sp>
      <p:sp>
        <p:nvSpPr>
          <p:cNvPr id="4" name="Title 3">
            <a:extLst>
              <a:ext uri="{FF2B5EF4-FFF2-40B4-BE49-F238E27FC236}">
                <a16:creationId xmlns:a16="http://schemas.microsoft.com/office/drawing/2014/main" id="{6CEFBAEA-7764-8788-713E-498D74B9680F}"/>
              </a:ext>
            </a:extLst>
          </p:cNvPr>
          <p:cNvSpPr>
            <a:spLocks noGrp="1"/>
          </p:cNvSpPr>
          <p:nvPr>
            <p:ph type="title"/>
          </p:nvPr>
        </p:nvSpPr>
        <p:spPr/>
        <p:txBody>
          <a:bodyPr/>
          <a:lstStyle/>
          <a:p>
            <a:r>
              <a:rPr lang="en-GB" dirty="0"/>
              <a:t>DEPRECIATION RUN </a:t>
            </a:r>
            <a:r>
              <a:rPr lang="en-GB" cap="none" dirty="0"/>
              <a:t>Common Error</a:t>
            </a:r>
            <a:endParaRPr lang="en-US" dirty="0"/>
          </a:p>
        </p:txBody>
      </p:sp>
      <p:graphicFrame>
        <p:nvGraphicFramePr>
          <p:cNvPr id="5" name="Table 5">
            <a:extLst>
              <a:ext uri="{FF2B5EF4-FFF2-40B4-BE49-F238E27FC236}">
                <a16:creationId xmlns:a16="http://schemas.microsoft.com/office/drawing/2014/main" id="{31555022-062A-51F0-CE70-8DCED109EDDD}"/>
              </a:ext>
            </a:extLst>
          </p:cNvPr>
          <p:cNvGraphicFramePr>
            <a:graphicFrameLocks noGrp="1"/>
          </p:cNvGraphicFramePr>
          <p:nvPr/>
        </p:nvGraphicFramePr>
        <p:xfrm>
          <a:off x="561618" y="1525696"/>
          <a:ext cx="10915812" cy="2084733"/>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638604">
                  <a:extLst>
                    <a:ext uri="{9D8B030D-6E8A-4147-A177-3AD203B41FA5}">
                      <a16:colId xmlns:a16="http://schemas.microsoft.com/office/drawing/2014/main" val="9356114"/>
                    </a:ext>
                  </a:extLst>
                </a:gridCol>
                <a:gridCol w="3638604">
                  <a:extLst>
                    <a:ext uri="{9D8B030D-6E8A-4147-A177-3AD203B41FA5}">
                      <a16:colId xmlns:a16="http://schemas.microsoft.com/office/drawing/2014/main" val="1965869314"/>
                    </a:ext>
                  </a:extLst>
                </a:gridCol>
                <a:gridCol w="3638604">
                  <a:extLst>
                    <a:ext uri="{9D8B030D-6E8A-4147-A177-3AD203B41FA5}">
                      <a16:colId xmlns:a16="http://schemas.microsoft.com/office/drawing/2014/main" val="566335056"/>
                    </a:ext>
                  </a:extLst>
                </a:gridCol>
              </a:tblGrid>
              <a:tr h="694911">
                <a:tc>
                  <a:txBody>
                    <a:bodyPr/>
                    <a:lstStyle/>
                    <a:p>
                      <a:pPr algn="ctr" fontAlgn="b"/>
                      <a:r>
                        <a:rPr lang="en-US" sz="1200" b="1" i="0" u="none" strike="noStrike">
                          <a:solidFill>
                            <a:srgbClr val="000000"/>
                          </a:solidFill>
                          <a:effectLst/>
                          <a:latin typeface="+mj-lt"/>
                        </a:rPr>
                        <a:t>Errors</a:t>
                      </a:r>
                    </a:p>
                  </a:txBody>
                  <a:tcPr marL="6350" marR="6350" marT="6350" marB="0" anchor="ctr"/>
                </a:tc>
                <a:tc>
                  <a:txBody>
                    <a:bodyPr/>
                    <a:lstStyle/>
                    <a:p>
                      <a:pPr algn="ctr" fontAlgn="b"/>
                      <a:r>
                        <a:rPr lang="en-US" sz="1200" b="1" i="0" u="none" strike="noStrike">
                          <a:solidFill>
                            <a:srgbClr val="000000"/>
                          </a:solidFill>
                          <a:effectLst/>
                          <a:latin typeface="+mj-lt"/>
                        </a:rPr>
                        <a:t>Error Description (Reason)</a:t>
                      </a:r>
                    </a:p>
                  </a:txBody>
                  <a:tcPr marL="6350" marR="6350" marT="6350" marB="0" anchor="ctr"/>
                </a:tc>
                <a:tc>
                  <a:txBody>
                    <a:bodyPr/>
                    <a:lstStyle/>
                    <a:p>
                      <a:pPr algn="ctr" fontAlgn="b"/>
                      <a:r>
                        <a:rPr lang="en-US" sz="1200" b="1" i="0" u="none" strike="noStrike">
                          <a:solidFill>
                            <a:srgbClr val="000000"/>
                          </a:solidFill>
                          <a:effectLst/>
                          <a:latin typeface="+mj-lt"/>
                        </a:rPr>
                        <a:t>Resolution </a:t>
                      </a:r>
                    </a:p>
                  </a:txBody>
                  <a:tcPr marL="6350" marR="6350" marT="6350" marB="0" anchor="ctr"/>
                </a:tc>
                <a:extLst>
                  <a:ext uri="{0D108BD9-81ED-4DB2-BD59-A6C34878D82A}">
                    <a16:rowId xmlns:a16="http://schemas.microsoft.com/office/drawing/2014/main" val="409099569"/>
                  </a:ext>
                </a:extLst>
              </a:tr>
              <a:tr h="694911">
                <a:tc>
                  <a:txBody>
                    <a:bodyPr/>
                    <a:lstStyle/>
                    <a:p>
                      <a:pPr algn="l" fontAlgn="b"/>
                      <a:r>
                        <a:rPr lang="en-US" sz="1200" b="0" i="0" u="none" strike="noStrike" dirty="0">
                          <a:solidFill>
                            <a:srgbClr val="000000"/>
                          </a:solidFill>
                          <a:effectLst/>
                          <a:latin typeface="+mj-lt"/>
                        </a:rPr>
                        <a:t>Company code </a:t>
                      </a:r>
                      <a:r>
                        <a:rPr lang="en-US" sz="1200" b="1" i="0" u="none" strike="noStrike" kern="1200" dirty="0">
                          <a:solidFill>
                            <a:srgbClr val="000000"/>
                          </a:solidFill>
                          <a:effectLst/>
                          <a:latin typeface="+mj-lt"/>
                          <a:ea typeface="+mn-ea"/>
                          <a:cs typeface="+mn-cs"/>
                        </a:rPr>
                        <a:t>XXXX</a:t>
                      </a:r>
                      <a:r>
                        <a:rPr lang="en-US" sz="1200" b="0" i="0" u="none" strike="noStrike" dirty="0">
                          <a:solidFill>
                            <a:srgbClr val="000000"/>
                          </a:solidFill>
                          <a:effectLst/>
                          <a:latin typeface="+mj-lt"/>
                        </a:rPr>
                        <a:t> not defined in Asset Accounting</a:t>
                      </a:r>
                    </a:p>
                  </a:txBody>
                  <a:tcPr marL="72000" marR="6350" marT="6350" marB="0" anchor="ctr"/>
                </a:tc>
                <a:tc>
                  <a:txBody>
                    <a:bodyPr/>
                    <a:lstStyle/>
                    <a:p>
                      <a:pPr algn="l" fontAlgn="b"/>
                      <a:r>
                        <a:rPr lang="en-US" sz="1200" b="0" i="0" u="none" strike="noStrike" dirty="0">
                          <a:solidFill>
                            <a:srgbClr val="000000"/>
                          </a:solidFill>
                          <a:effectLst/>
                          <a:latin typeface="+mj-lt"/>
                        </a:rPr>
                        <a:t>Company code XXXX not defined in Asset Accounting</a:t>
                      </a:r>
                    </a:p>
                  </a:txBody>
                  <a:tcPr marL="72000" marR="6350" marT="6350" marB="0" anchor="ctr"/>
                </a:tc>
                <a:tc>
                  <a:txBody>
                    <a:bodyPr/>
                    <a:lstStyle/>
                    <a:p>
                      <a:pPr algn="l" fontAlgn="b"/>
                      <a:r>
                        <a:rPr lang="en-US" sz="1200" b="0" i="0" u="none" strike="noStrike" dirty="0">
                          <a:solidFill>
                            <a:srgbClr val="000000"/>
                          </a:solidFill>
                          <a:effectLst/>
                          <a:latin typeface="+mj-lt"/>
                        </a:rPr>
                        <a:t>Manually change the status with the comment: no FA for depreciation</a:t>
                      </a:r>
                    </a:p>
                  </a:txBody>
                  <a:tcPr marL="72000" marR="6350" marT="6350" marB="0" anchor="ctr"/>
                </a:tc>
                <a:extLst>
                  <a:ext uri="{0D108BD9-81ED-4DB2-BD59-A6C34878D82A}">
                    <a16:rowId xmlns:a16="http://schemas.microsoft.com/office/drawing/2014/main" val="583018577"/>
                  </a:ext>
                </a:extLst>
              </a:tr>
              <a:tr h="694911">
                <a:tc>
                  <a:txBody>
                    <a:bodyPr/>
                    <a:lstStyle/>
                    <a:p>
                      <a:pPr algn="l" fontAlgn="b"/>
                      <a:r>
                        <a:rPr lang="en-US" sz="1200" b="0" i="0" u="none" strike="noStrike" dirty="0">
                          <a:solidFill>
                            <a:srgbClr val="000000"/>
                          </a:solidFill>
                          <a:effectLst/>
                          <a:latin typeface="+mj-lt"/>
                        </a:rPr>
                        <a:t>CO Account Assignments have different profit centers</a:t>
                      </a:r>
                    </a:p>
                  </a:txBody>
                  <a:tcPr marL="72000" marR="6350" marT="6350" marB="0" anchor="ctr"/>
                </a:tc>
                <a:tc>
                  <a:txBody>
                    <a:bodyPr/>
                    <a:lstStyle/>
                    <a:p>
                      <a:pPr algn="l" fontAlgn="b"/>
                      <a:r>
                        <a:rPr lang="en-US" sz="1200" b="0" i="0" u="none" strike="noStrike" dirty="0">
                          <a:solidFill>
                            <a:srgbClr val="000000"/>
                          </a:solidFill>
                          <a:effectLst/>
                          <a:latin typeface="+mj-lt"/>
                        </a:rPr>
                        <a:t>CO Account Assignments have different profit centers</a:t>
                      </a:r>
                    </a:p>
                  </a:txBody>
                  <a:tcPr marL="72000" marR="6350" marT="6350" marB="0" anchor="ctr"/>
                </a:tc>
                <a:tc>
                  <a:txBody>
                    <a:bodyPr/>
                    <a:lstStyle/>
                    <a:p>
                      <a:pPr algn="l" fontAlgn="b"/>
                      <a:r>
                        <a:rPr lang="en-US" sz="1200" b="0" i="0" u="none" strike="noStrike" dirty="0">
                          <a:solidFill>
                            <a:srgbClr val="000000"/>
                          </a:solidFill>
                          <a:effectLst/>
                          <a:latin typeface="+mj-lt"/>
                        </a:rPr>
                        <a:t>Manually change the status with the comment: warning ok</a:t>
                      </a:r>
                    </a:p>
                  </a:txBody>
                  <a:tcPr marL="72000" marR="6350" marT="6350" marB="0" anchor="ctr"/>
                </a:tc>
                <a:extLst>
                  <a:ext uri="{0D108BD9-81ED-4DB2-BD59-A6C34878D82A}">
                    <a16:rowId xmlns:a16="http://schemas.microsoft.com/office/drawing/2014/main" val="669405885"/>
                  </a:ext>
                </a:extLst>
              </a:tr>
            </a:tbl>
          </a:graphicData>
        </a:graphic>
      </p:graphicFrame>
    </p:spTree>
    <p:extLst>
      <p:ext uri="{BB962C8B-B14F-4D97-AF65-F5344CB8AC3E}">
        <p14:creationId xmlns:p14="http://schemas.microsoft.com/office/powerpoint/2010/main" val="3497228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pPr lvl="0" defTabSz="889000">
              <a:spcAft>
                <a:spcPct val="35000"/>
              </a:spcAft>
            </a:pPr>
            <a:r>
              <a:rPr lang="en-US"/>
              <a:t>Depreciation Run: Postings</a:t>
            </a:r>
            <a:endParaRPr lang="en-US">
              <a:solidFill>
                <a:srgbClr val="FF0000"/>
              </a:solidFill>
            </a:endParaRP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0" name="Rectangle 49">
            <a:extLst>
              <a:ext uri="{FF2B5EF4-FFF2-40B4-BE49-F238E27FC236}">
                <a16:creationId xmlns:a16="http://schemas.microsoft.com/office/drawing/2014/main" id="{B4E6453A-DBCF-4724-BF29-9C559C5BBEF6}"/>
              </a:ext>
            </a:extLst>
          </p:cNvPr>
          <p:cNvSpPr/>
          <p:nvPr/>
        </p:nvSpPr>
        <p:spPr>
          <a:xfrm>
            <a:off x="295833" y="5299911"/>
            <a:ext cx="11609296" cy="1092607"/>
          </a:xfrm>
          <a:prstGeom prst="rect">
            <a:avLst/>
          </a:prstGeom>
          <a:solidFill>
            <a:schemeClr val="bg1"/>
          </a:solid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Depreciation Run Postings: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Depreciation Runs are carried out separately for each Accounting Principle therefore the postings are made to each ledger per run.</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There are unique features of Depreciation Run documents, which help you to locate these documents, such as Document Type, </a:t>
            </a:r>
            <a:r>
              <a:rPr lang="en-GB" sz="1100" i="1" err="1">
                <a:solidFill>
                  <a:srgbClr val="000000"/>
                </a:solidFill>
                <a:latin typeface="Georgia" panose="02040502050405020303" pitchFamily="18" charset="0"/>
              </a:rPr>
              <a:t>TCode</a:t>
            </a:r>
            <a:r>
              <a:rPr lang="en-GB" sz="1100" i="1">
                <a:solidFill>
                  <a:srgbClr val="000000"/>
                </a:solidFill>
                <a:latin typeface="Georgia" panose="02040502050405020303" pitchFamily="18" charset="0"/>
              </a:rPr>
              <a:t>,  </a:t>
            </a:r>
            <a:r>
              <a:rPr lang="en-GB" sz="1100" i="1" err="1">
                <a:solidFill>
                  <a:srgbClr val="000000"/>
                </a:solidFill>
                <a:latin typeface="Georgia" panose="02040502050405020303" pitchFamily="18" charset="0"/>
              </a:rPr>
              <a:t>Doc.Header</a:t>
            </a:r>
            <a:r>
              <a:rPr lang="en-GB" sz="1100" i="1">
                <a:solidFill>
                  <a:srgbClr val="000000"/>
                </a:solidFill>
                <a:latin typeface="Georgia" panose="02040502050405020303" pitchFamily="18" charset="0"/>
              </a:rPr>
              <a:t> Text, etc. The document numbers are also available in the output log of Depreciation Runs (accessible either at FCC task level or from SM37).</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You can check the </a:t>
            </a:r>
            <a:r>
              <a:rPr lang="en-GB" sz="1100" i="1">
                <a:solidFill>
                  <a:srgbClr val="000000"/>
                </a:solidFill>
                <a:latin typeface="Georgia" panose="02040502050405020303" pitchFamily="18" charset="0"/>
              </a:rPr>
              <a:t>posted values in Asset module too, either via Asset Explorer (AW01N) or various Assets reports.</a:t>
            </a:r>
            <a:endPar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pic>
        <p:nvPicPr>
          <p:cNvPr id="7" name="Picture 6">
            <a:extLst>
              <a:ext uri="{FF2B5EF4-FFF2-40B4-BE49-F238E27FC236}">
                <a16:creationId xmlns:a16="http://schemas.microsoft.com/office/drawing/2014/main" id="{EDE83698-1A54-4027-B9FB-35C94DE58C04}"/>
              </a:ext>
            </a:extLst>
          </p:cNvPr>
          <p:cNvPicPr>
            <a:picLocks noChangeAspect="1"/>
          </p:cNvPicPr>
          <p:nvPr/>
        </p:nvPicPr>
        <p:blipFill>
          <a:blip r:embed="rId2"/>
          <a:stretch>
            <a:fillRect/>
          </a:stretch>
        </p:blipFill>
        <p:spPr>
          <a:xfrm>
            <a:off x="295833" y="1457677"/>
            <a:ext cx="9601201" cy="3690835"/>
          </a:xfrm>
          <a:prstGeom prst="rect">
            <a:avLst/>
          </a:prstGeom>
          <a:effectLst>
            <a:outerShdw blurRad="50800" dist="38100" dir="2700000" algn="tl" rotWithShape="0">
              <a:prstClr val="black">
                <a:alpha val="40000"/>
              </a:prstClr>
            </a:outerShdw>
          </a:effectLst>
        </p:spPr>
      </p:pic>
      <p:sp>
        <p:nvSpPr>
          <p:cNvPr id="16" name="Rectangle: Rounded Corners 15">
            <a:extLst>
              <a:ext uri="{FF2B5EF4-FFF2-40B4-BE49-F238E27FC236}">
                <a16:creationId xmlns:a16="http://schemas.microsoft.com/office/drawing/2014/main" id="{EAC632B8-2C7A-4EC5-9DC5-03802590C2A4}"/>
              </a:ext>
            </a:extLst>
          </p:cNvPr>
          <p:cNvSpPr/>
          <p:nvPr/>
        </p:nvSpPr>
        <p:spPr>
          <a:xfrm>
            <a:off x="6805320" y="2425296"/>
            <a:ext cx="1495998" cy="13861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7" name="Rectangle: Rounded Corners 16">
            <a:extLst>
              <a:ext uri="{FF2B5EF4-FFF2-40B4-BE49-F238E27FC236}">
                <a16:creationId xmlns:a16="http://schemas.microsoft.com/office/drawing/2014/main" id="{109AB0C3-FAF8-47D5-AE8C-B8537D2DE3BF}"/>
              </a:ext>
            </a:extLst>
          </p:cNvPr>
          <p:cNvSpPr/>
          <p:nvPr/>
        </p:nvSpPr>
        <p:spPr>
          <a:xfrm>
            <a:off x="6805319" y="4128589"/>
            <a:ext cx="1711151" cy="165505"/>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 name="Rectangle: Rounded Corners 17">
            <a:extLst>
              <a:ext uri="{FF2B5EF4-FFF2-40B4-BE49-F238E27FC236}">
                <a16:creationId xmlns:a16="http://schemas.microsoft.com/office/drawing/2014/main" id="{66D2B6F5-763D-4B7B-B483-F495457FE85A}"/>
              </a:ext>
            </a:extLst>
          </p:cNvPr>
          <p:cNvSpPr/>
          <p:nvPr/>
        </p:nvSpPr>
        <p:spPr>
          <a:xfrm>
            <a:off x="295833" y="1403887"/>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 Display FI Documents</a:t>
            </a:r>
          </a:p>
        </p:txBody>
      </p:sp>
    </p:spTree>
    <p:extLst>
      <p:ext uri="{BB962C8B-B14F-4D97-AF65-F5344CB8AC3E}">
        <p14:creationId xmlns:p14="http://schemas.microsoft.com/office/powerpoint/2010/main" val="1897169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66816AF-85A3-49CA-916B-C24E99BD94D3}"/>
              </a:ext>
            </a:extLst>
          </p:cNvPr>
          <p:cNvPicPr>
            <a:picLocks noChangeAspect="1"/>
          </p:cNvPicPr>
          <p:nvPr/>
        </p:nvPicPr>
        <p:blipFill>
          <a:blip r:embed="rId3"/>
          <a:stretch>
            <a:fillRect/>
          </a:stretch>
        </p:blipFill>
        <p:spPr>
          <a:xfrm>
            <a:off x="319454" y="1393964"/>
            <a:ext cx="6899367" cy="2639272"/>
          </a:xfrm>
          <a:prstGeom prst="rect">
            <a:avLst/>
          </a:prstGeom>
          <a:effectLst>
            <a:outerShdw blurRad="50800" dist="38100" dir="2700000" algn="tl" rotWithShape="0">
              <a:prstClr val="black">
                <a:alpha val="40000"/>
              </a:prstClr>
            </a:outerShdw>
          </a:effectLst>
        </p:spPr>
      </p:pic>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pPr lvl="0" defTabSz="889000">
              <a:spcAft>
                <a:spcPct val="35000"/>
              </a:spcAft>
            </a:pPr>
            <a:r>
              <a:rPr lang="en-US"/>
              <a:t>Depreciation Expense Translation: Execution</a:t>
            </a:r>
            <a:endParaRPr lang="en-US">
              <a:solidFill>
                <a:srgbClr val="FF0000"/>
              </a:solidFill>
            </a:endParaRP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0" name="Rectangle 49">
            <a:extLst>
              <a:ext uri="{FF2B5EF4-FFF2-40B4-BE49-F238E27FC236}">
                <a16:creationId xmlns:a16="http://schemas.microsoft.com/office/drawing/2014/main" id="{B4E6453A-DBCF-4724-BF29-9C559C5BBEF6}"/>
              </a:ext>
            </a:extLst>
          </p:cNvPr>
          <p:cNvSpPr/>
          <p:nvPr/>
        </p:nvSpPr>
        <p:spPr>
          <a:xfrm>
            <a:off x="319453" y="4081026"/>
            <a:ext cx="7013332" cy="2477601"/>
          </a:xfrm>
          <a:prstGeom prst="rect">
            <a:avLst/>
          </a:prstGeom>
          <a:no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dirty="0">
                <a:ln>
                  <a:noFill/>
                </a:ln>
                <a:solidFill>
                  <a:srgbClr val="000000"/>
                </a:solidFill>
                <a:effectLst/>
                <a:uLnTx/>
                <a:uFillTx/>
                <a:latin typeface="Georgia" panose="02040502050405020303" pitchFamily="18" charset="0"/>
                <a:ea typeface="+mn-ea"/>
                <a:cs typeface="+mn-cs"/>
              </a:rPr>
              <a:t>Depreciation Expense Translation:</a:t>
            </a:r>
          </a:p>
          <a:p>
            <a:pPr marL="171450" lvl="0" indent="-171450">
              <a:lnSpc>
                <a:spcPts val="1200"/>
              </a:lnSpc>
              <a:spcBef>
                <a:spcPts val="600"/>
              </a:spcBef>
              <a:buFont typeface="Arial" panose="020B0604020202020204" pitchFamily="34" charset="0"/>
              <a:buChar char="•"/>
              <a:defRPr/>
            </a:pPr>
            <a:r>
              <a:rPr lang="en-GB" sz="1100" i="1" dirty="0">
                <a:solidFill>
                  <a:srgbClr val="000000"/>
                </a:solidFill>
                <a:latin typeface="Georgia" panose="02040502050405020303" pitchFamily="18" charset="0"/>
              </a:rPr>
              <a:t>According to IFRS standards, Depreciation Expenses used in Product Costing should be calculated monthly using the average monthly rate (RM rate). However, Depreciation Expenses posted during Depreciation Runs are based on Historical Rate when Asset Capitalization was recorded.</a:t>
            </a:r>
          </a:p>
          <a:p>
            <a:pPr marL="171450" lvl="0" indent="-171450">
              <a:lnSpc>
                <a:spcPts val="1200"/>
              </a:lnSpc>
              <a:spcBef>
                <a:spcPts val="600"/>
              </a:spcBef>
              <a:buFont typeface="Arial" panose="020B0604020202020204" pitchFamily="34" charset="0"/>
              <a:buChar char="•"/>
              <a:defRPr/>
            </a:pPr>
            <a:r>
              <a:rPr lang="en-GB" sz="1100" i="1" dirty="0">
                <a:solidFill>
                  <a:srgbClr val="000000"/>
                </a:solidFill>
                <a:latin typeface="Georgia" panose="02040502050405020303" pitchFamily="18" charset="0"/>
              </a:rPr>
              <a:t>To ensure the above IFRS standard was met, also taking into consideration of the timing of this adjustment, which </a:t>
            </a:r>
            <a:r>
              <a:rPr lang="en-GB" sz="1100" b="1" i="1" dirty="0">
                <a:solidFill>
                  <a:srgbClr val="000000"/>
                </a:solidFill>
                <a:latin typeface="Georgia" panose="02040502050405020303" pitchFamily="18" charset="0"/>
              </a:rPr>
              <a:t>should be done before the commencement of Material Ledger closing</a:t>
            </a:r>
            <a:r>
              <a:rPr lang="en-GB" sz="1100" i="1" dirty="0">
                <a:solidFill>
                  <a:srgbClr val="000000"/>
                </a:solidFill>
                <a:latin typeface="Georgia" panose="02040502050405020303" pitchFamily="18" charset="0"/>
              </a:rPr>
              <a:t>, Depreciation Expenses are translated after Depreciation Runs using RM rate (monthly average rate) in IFRS ledger.</a:t>
            </a:r>
          </a:p>
          <a:p>
            <a:pPr marL="171450" lvl="0" indent="-171450">
              <a:lnSpc>
                <a:spcPts val="1200"/>
              </a:lnSpc>
              <a:spcBef>
                <a:spcPts val="600"/>
              </a:spcBef>
              <a:buFont typeface="Arial" panose="020B0604020202020204" pitchFamily="34" charset="0"/>
              <a:buChar char="•"/>
              <a:defRPr/>
            </a:pPr>
            <a:r>
              <a:rPr lang="en-GB" sz="1100" i="1" dirty="0">
                <a:solidFill>
                  <a:srgbClr val="000000"/>
                </a:solidFill>
                <a:latin typeface="Georgia" panose="02040502050405020303" pitchFamily="18" charset="0"/>
              </a:rPr>
              <a:t>This transaction is run for all non-USD entities, which is consistent with the requirement of P&amp;L Translation, when all P&amp;L account balances are translated to USD using RM rate at the end of the closing.</a:t>
            </a:r>
          </a:p>
          <a:p>
            <a:pPr marL="171450" lvl="0" indent="-171450">
              <a:lnSpc>
                <a:spcPts val="1200"/>
              </a:lnSpc>
              <a:spcBef>
                <a:spcPts val="600"/>
              </a:spcBef>
              <a:buFont typeface="Arial" panose="020B0604020202020204" pitchFamily="34" charset="0"/>
              <a:buChar char="•"/>
              <a:defRPr/>
            </a:pPr>
            <a:r>
              <a:rPr lang="en-GB" sz="1100" i="1" dirty="0">
                <a:solidFill>
                  <a:srgbClr val="000000"/>
                </a:solidFill>
                <a:latin typeface="Georgia" panose="02040502050405020303" pitchFamily="18" charset="0"/>
              </a:rPr>
              <a:t>Please note that this T-Code should be executed only once right after Depreciation Run, which should take place on WD1. </a:t>
            </a:r>
            <a:endParaRPr lang="en-GB" sz="1100" i="1" strike="sngStrike" dirty="0">
              <a:solidFill>
                <a:srgbClr val="FF0000"/>
              </a:solidFill>
              <a:highlight>
                <a:srgbClr val="FFFF00"/>
              </a:highlight>
              <a:latin typeface="Georgia" panose="02040502050405020303" pitchFamily="18" charset="0"/>
            </a:endParaRPr>
          </a:p>
          <a:p>
            <a:pPr marL="171450" lvl="0" indent="-171450">
              <a:lnSpc>
                <a:spcPts val="1200"/>
              </a:lnSpc>
              <a:spcBef>
                <a:spcPts val="600"/>
              </a:spcBef>
              <a:buFont typeface="Arial" panose="020B0604020202020204" pitchFamily="34" charset="0"/>
              <a:buChar char="•"/>
              <a:defRPr/>
            </a:pPr>
            <a:r>
              <a:rPr lang="en-GB" sz="1100" i="1" dirty="0">
                <a:solidFill>
                  <a:srgbClr val="000000"/>
                </a:solidFill>
                <a:latin typeface="Georgia" panose="02040502050405020303" pitchFamily="18" charset="0"/>
              </a:rPr>
              <a:t>Details of Depreciation Expense Translation can be found in the Asset Accounting course for GBS.  </a:t>
            </a:r>
          </a:p>
        </p:txBody>
      </p:sp>
      <p:sp>
        <p:nvSpPr>
          <p:cNvPr id="10" name="Rectangle: Rounded Corners 9">
            <a:extLst>
              <a:ext uri="{FF2B5EF4-FFF2-40B4-BE49-F238E27FC236}">
                <a16:creationId xmlns:a16="http://schemas.microsoft.com/office/drawing/2014/main" id="{6F4CBBC3-1DC3-412D-93E8-EEE6B0E4691E}"/>
              </a:ext>
            </a:extLst>
          </p:cNvPr>
          <p:cNvSpPr/>
          <p:nvPr/>
        </p:nvSpPr>
        <p:spPr>
          <a:xfrm>
            <a:off x="9421997" y="2245810"/>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AFAB: Depreciation Run</a:t>
            </a:r>
          </a:p>
        </p:txBody>
      </p:sp>
      <p:sp>
        <p:nvSpPr>
          <p:cNvPr id="14" name="Rectangle: Rounded Corners 13">
            <a:extLst>
              <a:ext uri="{FF2B5EF4-FFF2-40B4-BE49-F238E27FC236}">
                <a16:creationId xmlns:a16="http://schemas.microsoft.com/office/drawing/2014/main" id="{FD7D9156-E082-4255-A271-37A4BB0B716E}"/>
              </a:ext>
            </a:extLst>
          </p:cNvPr>
          <p:cNvSpPr/>
          <p:nvPr/>
        </p:nvSpPr>
        <p:spPr>
          <a:xfrm>
            <a:off x="5583115" y="3675182"/>
            <a:ext cx="1635706" cy="358053"/>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 name="Rectangle: Rounded Corners 10">
            <a:extLst>
              <a:ext uri="{FF2B5EF4-FFF2-40B4-BE49-F238E27FC236}">
                <a16:creationId xmlns:a16="http://schemas.microsoft.com/office/drawing/2014/main" id="{4E58E078-9476-4148-975E-CA314A5DA88B}"/>
              </a:ext>
            </a:extLst>
          </p:cNvPr>
          <p:cNvSpPr/>
          <p:nvPr/>
        </p:nvSpPr>
        <p:spPr>
          <a:xfrm>
            <a:off x="354013" y="1371698"/>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FCC Task List Display</a:t>
            </a:r>
          </a:p>
        </p:txBody>
      </p:sp>
      <p:sp>
        <p:nvSpPr>
          <p:cNvPr id="13" name="Rectangle: Rounded Corners 12">
            <a:extLst>
              <a:ext uri="{FF2B5EF4-FFF2-40B4-BE49-F238E27FC236}">
                <a16:creationId xmlns:a16="http://schemas.microsoft.com/office/drawing/2014/main" id="{7BB67017-37DA-4F3B-A2AA-340A4396E8CB}"/>
              </a:ext>
            </a:extLst>
          </p:cNvPr>
          <p:cNvSpPr/>
          <p:nvPr/>
        </p:nvSpPr>
        <p:spPr>
          <a:xfrm>
            <a:off x="703222" y="3171965"/>
            <a:ext cx="1541909" cy="108338"/>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8" name="Picture 7">
            <a:extLst>
              <a:ext uri="{FF2B5EF4-FFF2-40B4-BE49-F238E27FC236}">
                <a16:creationId xmlns:a16="http://schemas.microsoft.com/office/drawing/2014/main" id="{40000334-1B51-4DF5-BCFF-EB3E8BEAE32A}"/>
              </a:ext>
            </a:extLst>
          </p:cNvPr>
          <p:cNvPicPr>
            <a:picLocks noChangeAspect="1"/>
          </p:cNvPicPr>
          <p:nvPr/>
        </p:nvPicPr>
        <p:blipFill>
          <a:blip r:embed="rId4"/>
          <a:stretch>
            <a:fillRect/>
          </a:stretch>
        </p:blipFill>
        <p:spPr>
          <a:xfrm>
            <a:off x="7332785" y="1367082"/>
            <a:ext cx="4615170" cy="1820249"/>
          </a:xfrm>
          <a:prstGeom prst="rect">
            <a:avLst/>
          </a:prstGeom>
          <a:effectLst>
            <a:outerShdw blurRad="50800" dist="38100" dir="2700000" algn="tl" rotWithShape="0">
              <a:prstClr val="black">
                <a:alpha val="40000"/>
              </a:prstClr>
            </a:outerShdw>
          </a:effectLst>
        </p:spPr>
      </p:pic>
      <p:pic>
        <p:nvPicPr>
          <p:cNvPr id="16" name="Picture 15">
            <a:extLst>
              <a:ext uri="{FF2B5EF4-FFF2-40B4-BE49-F238E27FC236}">
                <a16:creationId xmlns:a16="http://schemas.microsoft.com/office/drawing/2014/main" id="{641C6C3F-FAC3-493A-9899-85518DE4B84A}"/>
              </a:ext>
            </a:extLst>
          </p:cNvPr>
          <p:cNvPicPr>
            <a:picLocks noChangeAspect="1"/>
          </p:cNvPicPr>
          <p:nvPr/>
        </p:nvPicPr>
        <p:blipFill>
          <a:blip r:embed="rId5"/>
          <a:stretch>
            <a:fillRect/>
          </a:stretch>
        </p:blipFill>
        <p:spPr>
          <a:xfrm>
            <a:off x="7398080" y="3496890"/>
            <a:ext cx="4606377" cy="1945981"/>
          </a:xfrm>
          <a:prstGeom prst="rect">
            <a:avLst/>
          </a:prstGeom>
          <a:effectLst>
            <a:outerShdw blurRad="50800" dist="38100" dir="2700000" algn="tl" rotWithShape="0">
              <a:prstClr val="black">
                <a:alpha val="40000"/>
              </a:prstClr>
            </a:outerShdw>
          </a:effectLst>
        </p:spPr>
      </p:pic>
      <p:sp>
        <p:nvSpPr>
          <p:cNvPr id="9" name="Rectangle: Rounded Corners 8">
            <a:extLst>
              <a:ext uri="{FF2B5EF4-FFF2-40B4-BE49-F238E27FC236}">
                <a16:creationId xmlns:a16="http://schemas.microsoft.com/office/drawing/2014/main" id="{9FD030F8-E94A-469E-A5E9-E519D370E96E}"/>
              </a:ext>
            </a:extLst>
          </p:cNvPr>
          <p:cNvSpPr/>
          <p:nvPr/>
        </p:nvSpPr>
        <p:spPr>
          <a:xfrm>
            <a:off x="7338923" y="1364863"/>
            <a:ext cx="2719477"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lvl="0" algn="ctr">
              <a:defRPr/>
            </a:pPr>
            <a:r>
              <a:rPr lang="en-GB" sz="1000" b="1">
                <a:solidFill>
                  <a:srgbClr val="00B2A9">
                    <a:lumMod val="50000"/>
                  </a:srgbClr>
                </a:solidFill>
              </a:rPr>
              <a:t>ZFAAU_DP01</a:t>
            </a: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Depr. Expense Translation</a:t>
            </a:r>
          </a:p>
        </p:txBody>
      </p:sp>
      <p:sp>
        <p:nvSpPr>
          <p:cNvPr id="15" name="Rectangle: Rounded Corners 14">
            <a:extLst>
              <a:ext uri="{FF2B5EF4-FFF2-40B4-BE49-F238E27FC236}">
                <a16:creationId xmlns:a16="http://schemas.microsoft.com/office/drawing/2014/main" id="{66320088-82BF-4FDD-9313-E27B983B2325}"/>
              </a:ext>
            </a:extLst>
          </p:cNvPr>
          <p:cNvSpPr/>
          <p:nvPr/>
        </p:nvSpPr>
        <p:spPr>
          <a:xfrm>
            <a:off x="9701268" y="4189150"/>
            <a:ext cx="712731" cy="125372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 name="Rectangle: Rounded Corners 17">
            <a:extLst>
              <a:ext uri="{FF2B5EF4-FFF2-40B4-BE49-F238E27FC236}">
                <a16:creationId xmlns:a16="http://schemas.microsoft.com/office/drawing/2014/main" id="{57A0F05B-36DC-448B-BBBD-A1E460D2D0BD}"/>
              </a:ext>
            </a:extLst>
          </p:cNvPr>
          <p:cNvSpPr/>
          <p:nvPr/>
        </p:nvSpPr>
        <p:spPr>
          <a:xfrm>
            <a:off x="10949594" y="4189149"/>
            <a:ext cx="712731" cy="125372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9" name="Straight Arrow Connector 18">
            <a:extLst>
              <a:ext uri="{FF2B5EF4-FFF2-40B4-BE49-F238E27FC236}">
                <a16:creationId xmlns:a16="http://schemas.microsoft.com/office/drawing/2014/main" id="{1134D056-964A-428F-A318-D8CE65BF6CF6}"/>
              </a:ext>
            </a:extLst>
          </p:cNvPr>
          <p:cNvCxnSpPr/>
          <p:nvPr/>
        </p:nvCxnSpPr>
        <p:spPr>
          <a:xfrm>
            <a:off x="9701268" y="2804746"/>
            <a:ext cx="541770" cy="1081454"/>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8671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pPr lvl="0" defTabSz="889000">
              <a:spcAft>
                <a:spcPct val="35000"/>
              </a:spcAft>
            </a:pPr>
            <a:r>
              <a:rPr lang="en-US"/>
              <a:t>Depreciation Expense Translation: Postings</a:t>
            </a:r>
            <a:endParaRPr lang="en-US">
              <a:solidFill>
                <a:srgbClr val="FF0000"/>
              </a:solidFill>
            </a:endParaRP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0" name="Rectangle 49">
            <a:extLst>
              <a:ext uri="{FF2B5EF4-FFF2-40B4-BE49-F238E27FC236}">
                <a16:creationId xmlns:a16="http://schemas.microsoft.com/office/drawing/2014/main" id="{B4E6453A-DBCF-4724-BF29-9C559C5BBEF6}"/>
              </a:ext>
            </a:extLst>
          </p:cNvPr>
          <p:cNvSpPr/>
          <p:nvPr/>
        </p:nvSpPr>
        <p:spPr>
          <a:xfrm>
            <a:off x="389791" y="5460018"/>
            <a:ext cx="11075378" cy="707886"/>
          </a:xfrm>
          <a:prstGeom prst="rect">
            <a:avLst/>
          </a:prstGeom>
          <a:solidFill>
            <a:schemeClr val="bg1"/>
          </a:solid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Depreciation Expense Translation Postings:</a:t>
            </a:r>
          </a:p>
          <a:p>
            <a:pPr marL="171450" lvl="0" indent="-171450">
              <a:lnSpc>
                <a:spcPts val="1200"/>
              </a:lnSpc>
              <a:spcBef>
                <a:spcPts val="600"/>
              </a:spcBef>
              <a:buFont typeface="Arial" panose="020B0604020202020204" pitchFamily="34" charset="0"/>
              <a:buChar char="•"/>
              <a:defRPr/>
            </a:pPr>
            <a:r>
              <a:rPr lang="en-GB" sz="1100" i="1">
                <a:solidFill>
                  <a:srgbClr val="000000"/>
                </a:solidFill>
                <a:latin typeface="Georgia" panose="02040502050405020303" pitchFamily="18" charset="0"/>
              </a:rPr>
              <a:t>As this is a part of P&amp;L translation in nature, the posting is made between the P&amp;L accounts (Depreciation Expenses in this case) and the corresponding CTA account. </a:t>
            </a:r>
          </a:p>
          <a:p>
            <a:pPr marL="171450" lvl="0" indent="-171450">
              <a:lnSpc>
                <a:spcPts val="1200"/>
              </a:lnSpc>
              <a:spcBef>
                <a:spcPts val="600"/>
              </a:spcBef>
              <a:buFont typeface="Arial" panose="020B0604020202020204" pitchFamily="34" charset="0"/>
              <a:buChar char="•"/>
              <a:defRPr/>
            </a:pPr>
            <a:r>
              <a:rPr lang="en-GB" sz="1100" i="1">
                <a:solidFill>
                  <a:srgbClr val="000000"/>
                </a:solidFill>
                <a:latin typeface="Georgia" panose="02040502050405020303" pitchFamily="18" charset="0"/>
              </a:rPr>
              <a:t>The postings are made with Document Type </a:t>
            </a:r>
            <a:r>
              <a:rPr lang="en-GB" sz="1100" b="1" i="1">
                <a:solidFill>
                  <a:srgbClr val="000000"/>
                </a:solidFill>
                <a:latin typeface="Georgia" panose="02040502050405020303" pitchFamily="18" charset="0"/>
              </a:rPr>
              <a:t>SR</a:t>
            </a:r>
            <a:r>
              <a:rPr lang="en-GB" sz="1100" i="1">
                <a:solidFill>
                  <a:srgbClr val="000000"/>
                </a:solidFill>
                <a:latin typeface="Georgia" panose="02040502050405020303" pitchFamily="18" charset="0"/>
              </a:rPr>
              <a:t>, which is the same for all Translation documents. It is posted to </a:t>
            </a:r>
            <a:r>
              <a:rPr lang="en-GB" sz="1100" b="1" i="1">
                <a:solidFill>
                  <a:srgbClr val="000000"/>
                </a:solidFill>
                <a:latin typeface="Georgia" panose="02040502050405020303" pitchFamily="18" charset="0"/>
              </a:rPr>
              <a:t>IFRS</a:t>
            </a:r>
            <a:r>
              <a:rPr lang="en-GB" sz="1100" i="1">
                <a:solidFill>
                  <a:srgbClr val="000000"/>
                </a:solidFill>
                <a:latin typeface="Georgia" panose="02040502050405020303" pitchFamily="18" charset="0"/>
              </a:rPr>
              <a:t> ledger only.</a:t>
            </a:r>
          </a:p>
        </p:txBody>
      </p:sp>
      <p:pic>
        <p:nvPicPr>
          <p:cNvPr id="5122" name="Picture 2" descr="C:\Users\cstwangw\AppData\Local\Temp\SNAGHTML58544e.PNG">
            <a:extLst>
              <a:ext uri="{FF2B5EF4-FFF2-40B4-BE49-F238E27FC236}">
                <a16:creationId xmlns:a16="http://schemas.microsoft.com/office/drawing/2014/main" id="{3866FB47-BAAB-4F2B-BDCD-F6EFE4214D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281" y="1396878"/>
            <a:ext cx="7054274" cy="335096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55094485-E388-4BD3-92BF-D44B053B13F4}"/>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7805306" y="1610009"/>
            <a:ext cx="3554355" cy="3351049"/>
          </a:xfrm>
          <a:prstGeom prst="rect">
            <a:avLst/>
          </a:prstGeom>
          <a:ln>
            <a:solidFill>
              <a:srgbClr val="FF0000"/>
            </a:solidFill>
          </a:ln>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72FBA9F0-E33D-4194-AB32-5103D41264FC}"/>
              </a:ext>
            </a:extLst>
          </p:cNvPr>
          <p:cNvPicPr>
            <a:picLocks noChangeAspect="1"/>
          </p:cNvPicPr>
          <p:nvPr/>
        </p:nvPicPr>
        <p:blipFill>
          <a:blip r:embed="rId5"/>
          <a:stretch>
            <a:fillRect/>
          </a:stretch>
        </p:blipFill>
        <p:spPr>
          <a:xfrm>
            <a:off x="609323" y="4729276"/>
            <a:ext cx="6959567" cy="698931"/>
          </a:xfrm>
          <a:prstGeom prst="rect">
            <a:avLst/>
          </a:prstGeom>
          <a:effectLst>
            <a:outerShdw blurRad="50800" dist="38100" dir="2700000" algn="tl" rotWithShape="0">
              <a:prstClr val="black">
                <a:alpha val="40000"/>
              </a:prstClr>
            </a:outerShdw>
          </a:effectLst>
        </p:spPr>
      </p:pic>
      <p:sp>
        <p:nvSpPr>
          <p:cNvPr id="21" name="Rectangle: Rounded Corners 20">
            <a:extLst>
              <a:ext uri="{FF2B5EF4-FFF2-40B4-BE49-F238E27FC236}">
                <a16:creationId xmlns:a16="http://schemas.microsoft.com/office/drawing/2014/main" id="{2C15468B-C98B-4BD2-A45E-421F7E12AA50}"/>
              </a:ext>
            </a:extLst>
          </p:cNvPr>
          <p:cNvSpPr/>
          <p:nvPr/>
        </p:nvSpPr>
        <p:spPr>
          <a:xfrm>
            <a:off x="480281" y="1374934"/>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 Display FI Documents</a:t>
            </a:r>
          </a:p>
        </p:txBody>
      </p:sp>
      <p:sp>
        <p:nvSpPr>
          <p:cNvPr id="22" name="Rectangle: Rounded Corners 21">
            <a:extLst>
              <a:ext uri="{FF2B5EF4-FFF2-40B4-BE49-F238E27FC236}">
                <a16:creationId xmlns:a16="http://schemas.microsoft.com/office/drawing/2014/main" id="{DCE0EC5F-7D58-4AEF-90AB-F8FDAF82654F}"/>
              </a:ext>
            </a:extLst>
          </p:cNvPr>
          <p:cNvSpPr/>
          <p:nvPr/>
        </p:nvSpPr>
        <p:spPr>
          <a:xfrm>
            <a:off x="5357068" y="1994010"/>
            <a:ext cx="1289918" cy="134714"/>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9" name="Straight Arrow Connector 18">
            <a:extLst>
              <a:ext uri="{FF2B5EF4-FFF2-40B4-BE49-F238E27FC236}">
                <a16:creationId xmlns:a16="http://schemas.microsoft.com/office/drawing/2014/main" id="{D7297293-7A89-44E2-BAA2-2F5FC3B296BD}"/>
              </a:ext>
            </a:extLst>
          </p:cNvPr>
          <p:cNvCxnSpPr>
            <a:cxnSpLocks/>
          </p:cNvCxnSpPr>
          <p:nvPr/>
        </p:nvCxnSpPr>
        <p:spPr>
          <a:xfrm flipV="1">
            <a:off x="6646986" y="2007843"/>
            <a:ext cx="1263828" cy="47000"/>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76027"/>
      </p:ext>
    </p:extLst>
  </p:cSld>
  <p:clrMapOvr>
    <a:masterClrMapping/>
  </p:clrMapOvr>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163F139-310B-45AA-898F-BCA846359C0A}"/>
</file>

<file path=customXml/itemProps2.xml><?xml version="1.0" encoding="utf-8"?>
<ds:datastoreItem xmlns:ds="http://schemas.openxmlformats.org/officeDocument/2006/customXml" ds:itemID="{E3BC77B7-89BE-45D2-B43A-94AB4C5F40F4}">
  <ds:schemaRefs>
    <ds:schemaRef ds:uri="http://schemas.microsoft.com/office/2006/documentManagement/types"/>
    <ds:schemaRef ds:uri="http://www.w3.org/XML/1998/namespace"/>
    <ds:schemaRef ds:uri="http://purl.org/dc/elements/1.1/"/>
    <ds:schemaRef ds:uri="http://purl.org/dc/terms/"/>
    <ds:schemaRef ds:uri="http://schemas.microsoft.com/office/infopath/2007/PartnerControls"/>
    <ds:schemaRef ds:uri="http://schemas.microsoft.com/office/2006/metadata/properties"/>
    <ds:schemaRef ds:uri="http://schemas.openxmlformats.org/package/2006/metadata/core-properties"/>
    <ds:schemaRef ds:uri="91871c47-af2e-43ea-ad3f-7bb4c536bc45"/>
    <ds:schemaRef ds:uri="cb52ee0d-5346-4ae8-a9f9-d746adffeb6b"/>
    <ds:schemaRef ds:uri="ba249638-b5c4-4b59-8094-70d8491c2e9c"/>
    <ds:schemaRef ds:uri="http://purl.org/dc/dcmitype/"/>
  </ds:schemaRefs>
</ds:datastoreItem>
</file>

<file path=customXml/itemProps3.xml><?xml version="1.0" encoding="utf-8"?>
<ds:datastoreItem xmlns:ds="http://schemas.openxmlformats.org/officeDocument/2006/customXml" ds:itemID="{5F43394D-A9A2-4315-AC7E-DD8C77BEB19A}">
  <ds:schemaRefs>
    <ds:schemaRef ds:uri="http://schemas.microsoft.com/sharepoint/v3/contenttype/forms"/>
  </ds:schemaRefs>
</ds:datastoreItem>
</file>

<file path=docMetadata/LabelInfo.xml><?xml version="1.0" encoding="utf-8"?>
<clbl:labelList xmlns:clbl="http://schemas.microsoft.com/office/2020/mipLabelMetadata">
  <clbl:label id="{b020b37f-db72-473e-ae54-fb16df408069}" enabled="1" method="Standard" siteId="{705d07a3-2eea-4f3b-ab59-65ca29abeb26}" removed="0"/>
</clbl:labelList>
</file>

<file path=docProps/app.xml><?xml version="1.0" encoding="utf-8"?>
<Properties xmlns="http://schemas.openxmlformats.org/officeDocument/2006/extended-properties" xmlns:vt="http://schemas.openxmlformats.org/officeDocument/2006/docPropsVTypes">
  <Template>S4F Template</Template>
  <TotalTime>22</TotalTime>
  <Words>2310</Words>
  <Application>Microsoft Office PowerPoint</Application>
  <PresentationFormat>Widescreen</PresentationFormat>
  <Paragraphs>182</Paragraphs>
  <Slides>14</Slides>
  <Notes>3</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14</vt:i4>
      </vt:variant>
    </vt:vector>
  </HeadingPairs>
  <TitlesOfParts>
    <vt:vector size="20" baseType="lpstr">
      <vt:lpstr>Arial</vt:lpstr>
      <vt:lpstr>Calibri</vt:lpstr>
      <vt:lpstr>Georgia</vt:lpstr>
      <vt:lpstr>1_S4F-ERP Clean IFRS Stat &amp; Tax Rep</vt:lpstr>
      <vt:lpstr>S4F-ERP Period End Closing</vt:lpstr>
      <vt:lpstr>1_S4F-ERP Period End Closing</vt:lpstr>
      <vt:lpstr>Period End Closing Execution (BSC) </vt:lpstr>
      <vt:lpstr>Asset Accounting Closing Overview</vt:lpstr>
      <vt:lpstr>Lock Fixed Assets Related Postings</vt:lpstr>
      <vt:lpstr>Capex WBS Settlement: Execution (1/3)</vt:lpstr>
      <vt:lpstr>Capex WBS Settlement: Execution (2/3)</vt:lpstr>
      <vt:lpstr>Capex WBS Settlement: Execution (3/3)</vt:lpstr>
      <vt:lpstr>CAPEX WBS SETTLEMENT Common Error</vt:lpstr>
      <vt:lpstr>CAPEX WBS SETTLEMENT Common Error</vt:lpstr>
      <vt:lpstr>Capex WBS Settlement: Postings</vt:lpstr>
      <vt:lpstr>Depreciation Run: Execution</vt:lpstr>
      <vt:lpstr>DEPRECIATION RUN Common Error</vt:lpstr>
      <vt:lpstr>Depreciation Run: Postings</vt:lpstr>
      <vt:lpstr>Depreciation Expense Translation: Execution</vt:lpstr>
      <vt:lpstr>Depreciation Expense Translation: Postings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3</cp:revision>
  <dcterms:created xsi:type="dcterms:W3CDTF">2019-04-11T09:35:08Z</dcterms:created>
  <dcterms:modified xsi:type="dcterms:W3CDTF">2024-04-25T17:21:47Z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1337600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