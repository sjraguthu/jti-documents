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97" r:id="rId5"/>
  </p:sldMasterIdLst>
  <p:notesMasterIdLst>
    <p:notesMasterId r:id="rId13"/>
  </p:notesMasterIdLst>
  <p:sldIdLst>
    <p:sldId id="3158" r:id="rId6"/>
    <p:sldId id="3159" r:id="rId7"/>
    <p:sldId id="2750" r:id="rId8"/>
    <p:sldId id="2751" r:id="rId9"/>
    <p:sldId id="2752" r:id="rId10"/>
    <p:sldId id="2753" r:id="rId11"/>
    <p:sldId id="275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52EC43-D890-4604-8521-FD26C0C21506}" v="1" dt="2021-07-14T15:28:52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Wei" userId="627587dd-935f-4f2b-a6c6-edd4e0dcbff5" providerId="ADAL" clId="{DE52EC43-D890-4604-8521-FD26C0C21506}"/>
    <pc:docChg chg="delSld delMainMaster">
      <pc:chgData name="Wang, Wei" userId="627587dd-935f-4f2b-a6c6-edd4e0dcbff5" providerId="ADAL" clId="{DE52EC43-D890-4604-8521-FD26C0C21506}" dt="2021-07-14T15:28:58.150" v="0" actId="47"/>
      <pc:docMkLst>
        <pc:docMk/>
      </pc:docMkLst>
      <pc:sldChg chg="del">
        <pc:chgData name="Wang, Wei" userId="627587dd-935f-4f2b-a6c6-edd4e0dcbff5" providerId="ADAL" clId="{DE52EC43-D890-4604-8521-FD26C0C21506}" dt="2021-07-14T15:28:58.150" v="0" actId="47"/>
        <pc:sldMkLst>
          <pc:docMk/>
          <pc:sldMk cId="2562226883" sldId="2317"/>
        </pc:sldMkLst>
      </pc:sldChg>
      <pc:sldChg chg="del">
        <pc:chgData name="Wang, Wei" userId="627587dd-935f-4f2b-a6c6-edd4e0dcbff5" providerId="ADAL" clId="{DE52EC43-D890-4604-8521-FD26C0C21506}" dt="2021-07-14T15:28:58.150" v="0" actId="47"/>
        <pc:sldMkLst>
          <pc:docMk/>
          <pc:sldMk cId="1710554366" sldId="2352"/>
        </pc:sldMkLst>
      </pc:sldChg>
      <pc:sldChg chg="del">
        <pc:chgData name="Wang, Wei" userId="627587dd-935f-4f2b-a6c6-edd4e0dcbff5" providerId="ADAL" clId="{DE52EC43-D890-4604-8521-FD26C0C21506}" dt="2021-07-14T15:28:58.150" v="0" actId="47"/>
        <pc:sldMkLst>
          <pc:docMk/>
          <pc:sldMk cId="2424158150" sldId="2353"/>
        </pc:sldMkLst>
      </pc:sldChg>
      <pc:sldChg chg="del">
        <pc:chgData name="Wang, Wei" userId="627587dd-935f-4f2b-a6c6-edd4e0dcbff5" providerId="ADAL" clId="{DE52EC43-D890-4604-8521-FD26C0C21506}" dt="2021-07-14T15:28:58.150" v="0" actId="47"/>
        <pc:sldMkLst>
          <pc:docMk/>
          <pc:sldMk cId="2316754414" sldId="2354"/>
        </pc:sldMkLst>
      </pc:sldChg>
      <pc:sldChg chg="del">
        <pc:chgData name="Wang, Wei" userId="627587dd-935f-4f2b-a6c6-edd4e0dcbff5" providerId="ADAL" clId="{DE52EC43-D890-4604-8521-FD26C0C21506}" dt="2021-07-14T15:28:58.150" v="0" actId="47"/>
        <pc:sldMkLst>
          <pc:docMk/>
          <pc:sldMk cId="370397642" sldId="2355"/>
        </pc:sldMkLst>
      </pc:sldChg>
      <pc:sldChg chg="del">
        <pc:chgData name="Wang, Wei" userId="627587dd-935f-4f2b-a6c6-edd4e0dcbff5" providerId="ADAL" clId="{DE52EC43-D890-4604-8521-FD26C0C21506}" dt="2021-07-14T15:28:58.150" v="0" actId="47"/>
        <pc:sldMkLst>
          <pc:docMk/>
          <pc:sldMk cId="1017738003" sldId="2356"/>
        </pc:sldMkLst>
      </pc:sldChg>
      <pc:sldChg chg="del">
        <pc:chgData name="Wang, Wei" userId="627587dd-935f-4f2b-a6c6-edd4e0dcbff5" providerId="ADAL" clId="{DE52EC43-D890-4604-8521-FD26C0C21506}" dt="2021-07-14T15:28:58.150" v="0" actId="47"/>
        <pc:sldMkLst>
          <pc:docMk/>
          <pc:sldMk cId="3248853174" sldId="2359"/>
        </pc:sldMkLst>
      </pc:sldChg>
      <pc:sldMasterChg chg="del delSldLayout">
        <pc:chgData name="Wang, Wei" userId="627587dd-935f-4f2b-a6c6-edd4e0dcbff5" providerId="ADAL" clId="{DE52EC43-D890-4604-8521-FD26C0C21506}" dt="2021-07-14T15:28:58.150" v="0" actId="47"/>
        <pc:sldMasterMkLst>
          <pc:docMk/>
          <pc:sldMasterMk cId="720388552" sldId="2147483660"/>
        </pc:sldMasterMkLst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2495278333" sldId="2147483661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761891399" sldId="2147483662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1683476472" sldId="2147483663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145086586" sldId="2147483664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1095862057" sldId="2147483665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494859653" sldId="2147483666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863401840" sldId="2147483667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1519306355" sldId="2147483668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227341419" sldId="2147483669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38395276" sldId="2147483670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2601026825" sldId="2147483671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2952737718" sldId="2147483672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1938341522" sldId="2147483673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606556807" sldId="2147483674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233643733" sldId="2147483675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031173317" sldId="2147483676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826762371" sldId="2147483677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4281839916" sldId="2147483678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981767519" sldId="2147483679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746437223" sldId="2147483680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011885559" sldId="2147483681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608116064" sldId="2147483682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2387868777" sldId="2147483683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176602165" sldId="2147483684"/>
          </pc:sldLayoutMkLst>
        </pc:sldLayoutChg>
        <pc:sldLayoutChg chg="del">
          <pc:chgData name="Wang, Wei" userId="627587dd-935f-4f2b-a6c6-edd4e0dcbff5" providerId="ADAL" clId="{DE52EC43-D890-4604-8521-FD26C0C21506}" dt="2021-07-14T15:28:58.150" v="0" actId="47"/>
          <pc:sldLayoutMkLst>
            <pc:docMk/>
            <pc:sldMasterMk cId="720388552" sldId="2147483660"/>
            <pc:sldLayoutMk cId="3819207544" sldId="2147483685"/>
          </pc:sldLayoutMkLst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04C59-E25B-4AA2-8295-B8A5B2FDFE19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A0E78-D99B-4D18-8EFB-BBB8964E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83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44EB3-E743-414B-A21A-64E051E5FA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32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6816"/>
            <a:ext cx="12189600" cy="49916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rgbClr val="EEBB3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0255" y="4343868"/>
            <a:ext cx="11887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6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EEBB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15937" y="309185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rgbClr val="EEBB33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4184" y="566457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369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EEBB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4" name="Group 23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rgbClr val="EEBB33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4184" y="566457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510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EEBB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1" name="Group 20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rgbClr val="EEBB33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4184" y="566457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164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-11151"/>
            <a:ext cx="12192000" cy="6869151"/>
            <a:chOff x="0" y="-11151"/>
            <a:chExt cx="12192000" cy="6869151"/>
          </a:xfrm>
        </p:grpSpPr>
        <p:grpSp>
          <p:nvGrpSpPr>
            <p:cNvPr id="7" name="Group 6"/>
            <p:cNvGrpSpPr/>
            <p:nvPr/>
          </p:nvGrpSpPr>
          <p:grpSpPr>
            <a:xfrm>
              <a:off x="0" y="30978"/>
              <a:ext cx="7346443" cy="6827022"/>
              <a:chOff x="0" y="30978"/>
              <a:chExt cx="7346443" cy="6827022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0" y="30978"/>
                <a:ext cx="7346443" cy="6827022"/>
              </a:xfrm>
              <a:custGeom>
                <a:avLst/>
                <a:gdLst>
                  <a:gd name="connsiteX0" fmla="*/ 0 w 7346443"/>
                  <a:gd name="connsiteY0" fmla="*/ 0 h 6827022"/>
                  <a:gd name="connsiteX1" fmla="*/ 7346443 w 7346443"/>
                  <a:gd name="connsiteY1" fmla="*/ 6827022 h 6827022"/>
                  <a:gd name="connsiteX2" fmla="*/ 0 w 7346443"/>
                  <a:gd name="connsiteY2" fmla="*/ 6827022 h 6827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46443" h="6827022">
                    <a:moveTo>
                      <a:pt x="0" y="0"/>
                    </a:moveTo>
                    <a:lnTo>
                      <a:pt x="7346443" y="6827022"/>
                    </a:lnTo>
                    <a:lnTo>
                      <a:pt x="0" y="6827022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0" y="1696574"/>
                <a:ext cx="802656" cy="1625366"/>
              </a:xfrm>
              <a:custGeom>
                <a:avLst/>
                <a:gdLst>
                  <a:gd name="connsiteX0" fmla="*/ 0 w 802656"/>
                  <a:gd name="connsiteY0" fmla="*/ 0 h 1625366"/>
                  <a:gd name="connsiteX1" fmla="*/ 152859 w 802656"/>
                  <a:gd name="connsiteY1" fmla="*/ 15410 h 1625366"/>
                  <a:gd name="connsiteX2" fmla="*/ 802656 w 802656"/>
                  <a:gd name="connsiteY2" fmla="*/ 812683 h 1625366"/>
                  <a:gd name="connsiteX3" fmla="*/ 152859 w 802656"/>
                  <a:gd name="connsiteY3" fmla="*/ 1609956 h 1625366"/>
                  <a:gd name="connsiteX4" fmla="*/ 0 w 802656"/>
                  <a:gd name="connsiteY4" fmla="*/ 1625366 h 1625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2656" h="1625366">
                    <a:moveTo>
                      <a:pt x="0" y="0"/>
                    </a:moveTo>
                    <a:lnTo>
                      <a:pt x="152859" y="15410"/>
                    </a:lnTo>
                    <a:cubicBezTo>
                      <a:pt x="523697" y="91294"/>
                      <a:pt x="802656" y="419412"/>
                      <a:pt x="802656" y="812683"/>
                    </a:cubicBezTo>
                    <a:cubicBezTo>
                      <a:pt x="802656" y="1205955"/>
                      <a:pt x="523697" y="1534072"/>
                      <a:pt x="152859" y="1609956"/>
                    </a:cubicBezTo>
                    <a:lnTo>
                      <a:pt x="0" y="1625366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6096000" y="-11151"/>
              <a:ext cx="6096000" cy="68691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2304-23DC-2B46-BD14-F082077842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515939" y="1340547"/>
            <a:ext cx="98980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C8EE6D-3E29-41D5-BCF4-F699C8F035C9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335" y="210344"/>
            <a:ext cx="8881665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2D4FF2C-2863-449B-8159-028D52A383B4}"/>
              </a:ext>
            </a:extLst>
          </p:cNvPr>
          <p:cNvGrpSpPr/>
          <p:nvPr userDrawn="1"/>
        </p:nvGrpSpPr>
        <p:grpSpPr>
          <a:xfrm>
            <a:off x="515937" y="309185"/>
            <a:ext cx="902611" cy="902611"/>
            <a:chOff x="515937" y="326276"/>
            <a:chExt cx="902611" cy="90261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CBE3F5-E740-4343-ACD0-B407836957CB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93D632E-D509-451A-99C4-85C616D003F4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F1310D-D492-45DC-B970-E0959483EFE6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rgbClr val="EEBB33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694745-7EE9-4ADE-B5CF-8E3D7F859F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4184" y="566457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69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777632" y="6424616"/>
            <a:ext cx="2858478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>
              <a:defRPr/>
            </a:pPr>
            <a:r>
              <a:rPr lang="en-US" sz="800">
                <a:solidFill>
                  <a:srgbClr val="122632"/>
                </a:solidFill>
                <a:cs typeface="Arial" pitchFamily="34" charset="0"/>
              </a:rPr>
              <a:t>© Copyright JTI 2015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7632" y="576265"/>
            <a:ext cx="10619153" cy="38576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br>
              <a:rPr lang="en-US"/>
            </a:b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608" y="1994403"/>
            <a:ext cx="10619154" cy="4269875"/>
          </a:xfrm>
        </p:spPr>
        <p:txBody>
          <a:bodyPr>
            <a:normAutofit/>
          </a:bodyPr>
          <a:lstStyle>
            <a:lvl1pPr>
              <a:defRPr sz="2400">
                <a:latin typeface="Georgia" pitchFamily="18" charset="0"/>
              </a:defRPr>
            </a:lvl1pPr>
            <a:lvl2pPr>
              <a:defRPr sz="2400">
                <a:latin typeface="Georgia" pitchFamily="18" charset="0"/>
              </a:defRPr>
            </a:lvl2pPr>
            <a:lvl3pPr>
              <a:defRPr sz="2400">
                <a:latin typeface="Georgia" pitchFamily="18" charset="0"/>
              </a:defRPr>
            </a:lvl3pPr>
            <a:lvl4pPr>
              <a:defRPr sz="2400">
                <a:latin typeface="Georgia" pitchFamily="18" charset="0"/>
              </a:defRPr>
            </a:lvl4pPr>
            <a:lvl5pPr>
              <a:defRPr sz="2400">
                <a:latin typeface="Georgia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777632" y="967741"/>
            <a:ext cx="10619446" cy="342900"/>
          </a:xfrm>
        </p:spPr>
        <p:txBody>
          <a:bodyPr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1800" i="1" dirty="0">
                <a:solidFill>
                  <a:schemeClr val="tx2"/>
                </a:solidFill>
                <a:latin typeface="Georgia" pitchFamily="18" charset="0"/>
                <a:ea typeface="ＭＳ Ｐゴシック" pitchFamily="80" charset="-128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>
                <a:solidFill>
                  <a:srgbClr val="122632"/>
                </a:solidFill>
              </a:rPr>
              <a:t>R2R-FI Webinar 2017</a:t>
            </a:r>
            <a:endParaRPr lang="en-US">
              <a:solidFill>
                <a:srgbClr val="122632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1BB4E4D9-2C5A-423A-A8BE-9B5EA07DECC8}" type="slidenum">
              <a:rPr lang="en-US">
                <a:solidFill>
                  <a:srgbClr val="12263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1226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305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947863"/>
            <a:ext cx="8961437" cy="4334668"/>
          </a:xfrm>
        </p:spPr>
        <p:txBody>
          <a:bodyPr anchor="t" anchorCtr="0"/>
          <a:lstStyle>
            <a:lvl1pPr>
              <a:lnSpc>
                <a:spcPct val="80000"/>
              </a:lnSpc>
              <a:defRPr sz="54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>
                <a:solidFill>
                  <a:schemeClr val="bg1"/>
                </a:solidFill>
              </a:rPr>
              <a:t>© </a:t>
            </a:r>
            <a:r>
              <a:rPr lang="en-GB" sz="800" err="1">
                <a:solidFill>
                  <a:schemeClr val="bg1"/>
                </a:solidFill>
              </a:rPr>
              <a:t>JTI</a:t>
            </a:r>
            <a:r>
              <a:rPr lang="en-GB" sz="800">
                <a:solidFill>
                  <a:schemeClr val="bg1"/>
                </a:solidFill>
              </a:rPr>
              <a:t> 2019 Confidential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2F868E-F9E5-4FD0-AA54-A0611266E9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8226" y="1887473"/>
            <a:ext cx="767837" cy="5747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360508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Image 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633845"/>
            <a:ext cx="12201057" cy="5005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03315"/>
            <a:ext cx="11161713" cy="1468437"/>
          </a:xfrm>
        </p:spPr>
        <p:txBody>
          <a:bodyPr anchor="b" anchorCtr="0"/>
          <a:lstStyle>
            <a:lvl1pPr algn="l">
              <a:defRPr sz="4399" b="1" cap="all" baseline="0">
                <a:solidFill>
                  <a:srgbClr val="ACE8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1D629-EA3E-4A82-8438-59B781EB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1" y="2703059"/>
            <a:ext cx="8295821" cy="1655762"/>
          </a:xfrm>
        </p:spPr>
        <p:txBody>
          <a:bodyPr anchor="t" anchorCtr="0"/>
          <a:lstStyle>
            <a:lvl1pPr marL="0" indent="0" algn="l">
              <a:buNone/>
              <a:defRPr sz="3199">
                <a:solidFill>
                  <a:schemeClr val="bg1"/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DFED-0FBE-48D4-A5E6-0F2D5059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350" y="5915822"/>
            <a:ext cx="2743200" cy="365125"/>
          </a:xfrm>
          <a:prstGeom prst="rect">
            <a:avLst/>
          </a:prstGeom>
        </p:spPr>
        <p:txBody>
          <a:bodyPr anchor="t" anchorCtr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C8EE6D-3E29-41D5-BCF4-F699C8F035C9}"/>
              </a:ext>
            </a:extLst>
          </p:cNvPr>
          <p:cNvSpPr txBox="1"/>
          <p:nvPr/>
        </p:nvSpPr>
        <p:spPr>
          <a:xfrm>
            <a:off x="515938" y="6282533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JTI 2018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63174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S4F-ERP Knowledge Transfer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1A6A2304-23DC-2B46-BD14-F082077842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365" y="-66611"/>
            <a:ext cx="12212780" cy="5487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C8EE6D-3E29-41D5-BCF4-F699C8F035C9}"/>
              </a:ext>
            </a:extLst>
          </p:cNvPr>
          <p:cNvSpPr txBox="1"/>
          <p:nvPr/>
        </p:nvSpPr>
        <p:spPr>
          <a:xfrm>
            <a:off x="515938" y="6282533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JTI 2018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720036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521" y="19143"/>
            <a:ext cx="10837863" cy="1325563"/>
          </a:xfrm>
        </p:spPr>
        <p:txBody>
          <a:bodyPr>
            <a:normAutofit/>
          </a:bodyPr>
          <a:lstStyle>
            <a:lvl1pPr>
              <a:defRPr sz="300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39383" y="6465095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1A6A2304-23DC-2B46-BD14-F082077842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8875"/>
            <a:ext cx="207818" cy="5968783"/>
          </a:xfrm>
          <a:prstGeom prst="rect">
            <a:avLst/>
          </a:prstGeom>
          <a:solidFill>
            <a:srgbClr val="A7E6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95453"/>
            <a:ext cx="10837863" cy="496548"/>
          </a:xfrm>
        </p:spPr>
        <p:txBody>
          <a:bodyPr/>
          <a:lstStyle>
            <a:lvl3pPr marL="399930" indent="-195204"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15939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C8EE6D-3E29-41D5-BCF4-F699C8F035C9}"/>
              </a:ext>
            </a:extLst>
          </p:cNvPr>
          <p:cNvSpPr txBox="1"/>
          <p:nvPr/>
        </p:nvSpPr>
        <p:spPr>
          <a:xfrm>
            <a:off x="515938" y="6282533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JTI 2018 Confidential 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086109" y="394278"/>
            <a:ext cx="2105891" cy="569193"/>
            <a:chOff x="10086109" y="5763491"/>
            <a:chExt cx="2105891" cy="569193"/>
          </a:xfrm>
        </p:grpSpPr>
        <p:sp>
          <p:nvSpPr>
            <p:cNvPr id="10" name="Rectangle 9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rgbClr val="A7E6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rgbClr val="1A3140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1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799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ounded Rectangle 14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126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3" name="TextBox 12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1999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174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6816"/>
            <a:ext cx="12189600" cy="49916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0255" y="4347939"/>
            <a:ext cx="118872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47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ackgrou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E0D7-9010-4EA3-8D94-1310B781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200" y="210344"/>
            <a:ext cx="9898061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04A71-03CF-4069-AAF3-FCD4B29802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C93B-3309-4CDD-8E93-9BC031BCA5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69AC9-2439-4739-83B0-40ED089A3C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603"/>
            <a:ext cx="12192000" cy="49024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8C4CA7-D47E-47B4-9560-4C33FA23FFDE}"/>
              </a:ext>
            </a:extLst>
          </p:cNvPr>
          <p:cNvSpPr/>
          <p:nvPr userDrawn="1"/>
        </p:nvSpPr>
        <p:spPr>
          <a:xfrm>
            <a:off x="0" y="1340603"/>
            <a:ext cx="12192000" cy="490240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alpha val="85000"/>
                </a:schemeClr>
              </a:gs>
              <a:gs pos="100000">
                <a:schemeClr val="accent4">
                  <a:lumMod val="50000"/>
                  <a:alpha val="6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A368A-18C4-4572-BEE6-47A28FFDE898}"/>
              </a:ext>
            </a:extLst>
          </p:cNvPr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6F6DB4-38A8-4042-A493-7D73F47477BF}"/>
              </a:ext>
            </a:extLst>
          </p:cNvPr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F22EA1E-3D60-43D9-B6E0-84F348DF3D73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0BB4967-0053-4847-85C4-5DC257062DC7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F415222-5057-4987-9DFE-3EE144B41D5A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4ADF36D-5770-435B-B007-92D6042FF2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3526" y="594174"/>
              <a:ext cx="457200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4556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10102557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11160124" cy="4587081"/>
          </a:xfrm>
        </p:spPr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8C67F5-A98A-43ED-9E09-1254ECAEF5B9}"/>
              </a:ext>
            </a:extLst>
          </p:cNvPr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3526" y="594174"/>
              <a:ext cx="457200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9773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10102556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4" name="Group 23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3526" y="594174"/>
              <a:ext cx="457200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5744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10164784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1" name="Group 20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3526" y="594174"/>
              <a:ext cx="457200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3680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10164784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691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1186377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Course 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9771D9D-4CCE-4E88-A579-EE0BE326CD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0" y="461028"/>
            <a:ext cx="12189600" cy="4991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BFFA971-7AD3-420C-A998-A5620740FC7C}"/>
              </a:ext>
            </a:extLst>
          </p:cNvPr>
          <p:cNvSpPr/>
          <p:nvPr userDrawn="1"/>
        </p:nvSpPr>
        <p:spPr>
          <a:xfrm>
            <a:off x="7077073" y="0"/>
            <a:ext cx="511492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4BCCDE-BDBD-4BE6-B688-19A2DBE994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5ACEF-FE10-48B1-9E1B-C8442C623D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F9A56E-0A83-4FC4-A927-AB2B408EFB62}"/>
              </a:ext>
            </a:extLst>
          </p:cNvPr>
          <p:cNvGrpSpPr/>
          <p:nvPr/>
        </p:nvGrpSpPr>
        <p:grpSpPr>
          <a:xfrm>
            <a:off x="10001920" y="1450390"/>
            <a:ext cx="1328400" cy="1327985"/>
            <a:chOff x="4492144" y="190843"/>
            <a:chExt cx="855656" cy="85565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8EED97D-A281-4BF3-81D4-5022073A6A37}"/>
                </a:ext>
              </a:extLst>
            </p:cNvPr>
            <p:cNvSpPr/>
            <p:nvPr/>
          </p:nvSpPr>
          <p:spPr>
            <a:xfrm>
              <a:off x="4492144" y="190843"/>
              <a:ext cx="855656" cy="855656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C49233-5249-4739-A1F1-379B26E466FE}"/>
                </a:ext>
              </a:extLst>
            </p:cNvPr>
            <p:cNvSpPr/>
            <p:nvPr/>
          </p:nvSpPr>
          <p:spPr>
            <a:xfrm>
              <a:off x="4551137" y="249836"/>
              <a:ext cx="737671" cy="737671"/>
            </a:xfrm>
            <a:prstGeom prst="ellipse">
              <a:avLst/>
            </a:prstGeom>
            <a:solidFill>
              <a:schemeClr val="accent3"/>
            </a:solidFill>
            <a:ln w="762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8DFD7DA-D133-499C-B5FD-0FEB3B3851C7}"/>
              </a:ext>
            </a:extLst>
          </p:cNvPr>
          <p:cNvSpPr/>
          <p:nvPr userDrawn="1"/>
        </p:nvSpPr>
        <p:spPr>
          <a:xfrm>
            <a:off x="0" y="4498848"/>
            <a:ext cx="5330952" cy="9593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C5285-5510-4434-A3B1-097CC11F2EF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483856" y="3052676"/>
            <a:ext cx="4275328" cy="1793643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5A997-B528-4D91-9253-C6D57E471AE7}"/>
              </a:ext>
            </a:extLst>
          </p:cNvPr>
          <p:cNvSpPr txBox="1"/>
          <p:nvPr userDrawn="1"/>
        </p:nvSpPr>
        <p:spPr>
          <a:xfrm>
            <a:off x="256032" y="4602276"/>
            <a:ext cx="2962656" cy="8503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0AB9036-4189-4626-83AC-16E15E2250D7}"/>
              </a:ext>
            </a:extLst>
          </p:cNvPr>
          <p:cNvSpPr/>
          <p:nvPr userDrawn="1"/>
        </p:nvSpPr>
        <p:spPr>
          <a:xfrm rot="5400000">
            <a:off x="10433613" y="1770202"/>
            <a:ext cx="675894" cy="6768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9E78046-1769-401C-89CD-4CE546238E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8296" y="5607730"/>
            <a:ext cx="714382" cy="5347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166F5D-BA8F-48A8-8AA2-F99261C9E5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2777" y="4634727"/>
            <a:ext cx="715104" cy="6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3704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erci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C60E76C-8DD0-4671-8D44-BA89C2BDC3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2461" y="-648"/>
            <a:ext cx="8759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DE9CF8-D8E8-44B1-8323-5C8D48BBB491}"/>
              </a:ext>
            </a:extLst>
          </p:cNvPr>
          <p:cNvSpPr/>
          <p:nvPr userDrawn="1"/>
        </p:nvSpPr>
        <p:spPr>
          <a:xfrm>
            <a:off x="0" y="0"/>
            <a:ext cx="33444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F8D39-913C-4E1D-BD5F-15853C5FB1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43131-1F39-4CA3-962D-A7B8B11A0C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BBC1DF-DA7E-45AF-8489-194A36B24C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4988" y="584011"/>
            <a:ext cx="576887" cy="430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180EA0-78B8-480A-9475-84FFF09CD877}"/>
              </a:ext>
            </a:extLst>
          </p:cNvPr>
          <p:cNvSpPr/>
          <p:nvPr userDrawn="1"/>
        </p:nvSpPr>
        <p:spPr>
          <a:xfrm>
            <a:off x="1054839" y="1532944"/>
            <a:ext cx="1150391" cy="1045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A314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954FA5-4876-4894-8906-FF563A705A61}"/>
              </a:ext>
            </a:extLst>
          </p:cNvPr>
          <p:cNvSpPr/>
          <p:nvPr userDrawn="1"/>
        </p:nvSpPr>
        <p:spPr>
          <a:xfrm>
            <a:off x="1022846" y="3651735"/>
            <a:ext cx="11503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76FDA1-2EB2-40A0-A7D3-6DC2598082A9}"/>
              </a:ext>
            </a:extLst>
          </p:cNvPr>
          <p:cNvSpPr/>
          <p:nvPr userDrawn="1"/>
        </p:nvSpPr>
        <p:spPr>
          <a:xfrm>
            <a:off x="3432874" y="648"/>
            <a:ext cx="8759126" cy="685735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50000"/>
                  <a:lumOff val="50000"/>
                  <a:alpha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1921A-42AC-412F-85C8-9CD8F3CB200F}"/>
              </a:ext>
            </a:extLst>
          </p:cNvPr>
          <p:cNvSpPr txBox="1"/>
          <p:nvPr userDrawn="1"/>
        </p:nvSpPr>
        <p:spPr>
          <a:xfrm>
            <a:off x="412732" y="2096998"/>
            <a:ext cx="2493664" cy="4242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spc="10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PRACTICAL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78728E-181A-42BC-AEA3-441F2AACACAA}"/>
              </a:ext>
            </a:extLst>
          </p:cNvPr>
          <p:cNvSpPr txBox="1"/>
          <p:nvPr userDrawn="1"/>
        </p:nvSpPr>
        <p:spPr>
          <a:xfrm>
            <a:off x="-6504" y="2588656"/>
            <a:ext cx="3332136" cy="6518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598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EXERCISE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38304-721D-4931-851A-967FF7C1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283" y="307036"/>
            <a:ext cx="5888741" cy="9842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6AAD77EA-12AC-434D-98A3-BBC2AD6FC857}"/>
              </a:ext>
            </a:extLst>
          </p:cNvPr>
          <p:cNvSpPr txBox="1">
            <a:spLocks/>
          </p:cNvSpPr>
          <p:nvPr userDrawn="1"/>
        </p:nvSpPr>
        <p:spPr>
          <a:xfrm>
            <a:off x="0" y="5855768"/>
            <a:ext cx="334303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i="0" dirty="0">
                <a:solidFill>
                  <a:schemeClr val="bg1"/>
                </a:solidFill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94641D-F82B-4D80-BC4E-DD0ABEB6808A}"/>
              </a:ext>
            </a:extLst>
          </p:cNvPr>
          <p:cNvGrpSpPr/>
          <p:nvPr/>
        </p:nvGrpSpPr>
        <p:grpSpPr>
          <a:xfrm>
            <a:off x="933841" y="4139282"/>
            <a:ext cx="1328400" cy="1327985"/>
            <a:chOff x="4492144" y="190843"/>
            <a:chExt cx="855656" cy="85565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598798A-3B17-421E-88FC-2B5EF9DE12A3}"/>
                </a:ext>
              </a:extLst>
            </p:cNvPr>
            <p:cNvSpPr/>
            <p:nvPr/>
          </p:nvSpPr>
          <p:spPr>
            <a:xfrm>
              <a:off x="4492144" y="190843"/>
              <a:ext cx="855656" cy="855656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380228A-7A70-449B-A0B9-1513D9852599}"/>
                </a:ext>
              </a:extLst>
            </p:cNvPr>
            <p:cNvSpPr/>
            <p:nvPr/>
          </p:nvSpPr>
          <p:spPr>
            <a:xfrm>
              <a:off x="4551137" y="249836"/>
              <a:ext cx="737671" cy="737671"/>
            </a:xfrm>
            <a:prstGeom prst="ellipse">
              <a:avLst/>
            </a:prstGeom>
            <a:solidFill>
              <a:schemeClr val="accent3"/>
            </a:solidFill>
            <a:ln w="762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A7B91F5F-3BF4-44CB-8FB5-D47624AEF1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0489" y="4459474"/>
            <a:ext cx="715104" cy="6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0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EA6C60B-421A-4EC2-B272-C9C1D65B9C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660716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15" imgW="499" imgH="499" progId="TCLayout.ActiveDocument.1">
                  <p:embed/>
                </p:oleObj>
              </mc:Choice>
              <mc:Fallback>
                <p:oleObj name="think-cell Slide" r:id="rId15" imgW="499" imgH="499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EA6C60B-421A-4EC2-B272-C9C1D65B9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F70C274-30A4-4B8A-A080-A328CB853D4D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303459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395063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/>
          <p:cNvSpPr>
            <a:spLocks noGrp="1"/>
          </p:cNvSpPr>
          <p:nvPr>
            <p:ph type="title"/>
          </p:nvPr>
        </p:nvSpPr>
        <p:spPr>
          <a:xfrm>
            <a:off x="1627200" y="210344"/>
            <a:ext cx="10048861" cy="984247"/>
          </a:xfrm>
        </p:spPr>
        <p:txBody>
          <a:bodyPr/>
          <a:lstStyle/>
          <a:p>
            <a:r>
              <a:rPr lang="en-GB" dirty="0"/>
              <a:t>Course Structure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8B03CDC-9D91-4D45-8AA0-B3589656160D}"/>
              </a:ext>
            </a:extLst>
          </p:cNvPr>
          <p:cNvSpPr/>
          <p:nvPr/>
        </p:nvSpPr>
        <p:spPr>
          <a:xfrm>
            <a:off x="3193200" y="2323512"/>
            <a:ext cx="2165184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Overview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CE54815-6CB9-441E-811A-3EC6035D3243}"/>
              </a:ext>
            </a:extLst>
          </p:cNvPr>
          <p:cNvSpPr/>
          <p:nvPr/>
        </p:nvSpPr>
        <p:spPr>
          <a:xfrm>
            <a:off x="3193200" y="2970792"/>
            <a:ext cx="2165184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Design Areas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1578E22-8FA8-45CA-AE0D-08D52BB238F0}"/>
              </a:ext>
            </a:extLst>
          </p:cNvPr>
          <p:cNvSpPr/>
          <p:nvPr/>
        </p:nvSpPr>
        <p:spPr>
          <a:xfrm>
            <a:off x="3193200" y="3614472"/>
            <a:ext cx="2165184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Postings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E484E43-98B6-4601-B985-0D515DDB4013}"/>
              </a:ext>
            </a:extLst>
          </p:cNvPr>
          <p:cNvSpPr/>
          <p:nvPr/>
        </p:nvSpPr>
        <p:spPr>
          <a:xfrm>
            <a:off x="3193200" y="4258152"/>
            <a:ext cx="2165184" cy="482400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Reporting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5" name="Elbow Connector 29">
            <a:extLst>
              <a:ext uri="{FF2B5EF4-FFF2-40B4-BE49-F238E27FC236}">
                <a16:creationId xmlns:a16="http://schemas.microsoft.com/office/drawing/2014/main" id="{80B5F73C-42FE-4B01-AEF5-831A5F0B2A5D}"/>
              </a:ext>
            </a:extLst>
          </p:cNvPr>
          <p:cNvCxnSpPr>
            <a:cxnSpLocks/>
            <a:stCxn id="26" idx="6"/>
          </p:cNvCxnSpPr>
          <p:nvPr/>
        </p:nvCxnSpPr>
        <p:spPr>
          <a:xfrm flipV="1">
            <a:off x="1854000" y="3208392"/>
            <a:ext cx="1339200" cy="235008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29">
            <a:extLst>
              <a:ext uri="{FF2B5EF4-FFF2-40B4-BE49-F238E27FC236}">
                <a16:creationId xmlns:a16="http://schemas.microsoft.com/office/drawing/2014/main" id="{439D2357-C57A-4D86-AD02-778A6B477D13}"/>
              </a:ext>
            </a:extLst>
          </p:cNvPr>
          <p:cNvCxnSpPr>
            <a:cxnSpLocks/>
            <a:stCxn id="26" idx="6"/>
            <a:endCxn id="70" idx="1"/>
          </p:cNvCxnSpPr>
          <p:nvPr/>
        </p:nvCxnSpPr>
        <p:spPr>
          <a:xfrm>
            <a:off x="1854000" y="3443400"/>
            <a:ext cx="1339200" cy="412272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29">
            <a:extLst>
              <a:ext uri="{FF2B5EF4-FFF2-40B4-BE49-F238E27FC236}">
                <a16:creationId xmlns:a16="http://schemas.microsoft.com/office/drawing/2014/main" id="{0FA2773C-53ED-4D45-8CEF-2BA843F5CEEC}"/>
              </a:ext>
            </a:extLst>
          </p:cNvPr>
          <p:cNvCxnSpPr>
            <a:cxnSpLocks/>
            <a:stCxn id="26" idx="6"/>
            <a:endCxn id="71" idx="1"/>
          </p:cNvCxnSpPr>
          <p:nvPr/>
        </p:nvCxnSpPr>
        <p:spPr>
          <a:xfrm>
            <a:off x="1854000" y="3443400"/>
            <a:ext cx="1339200" cy="1055952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29">
            <a:extLst>
              <a:ext uri="{FF2B5EF4-FFF2-40B4-BE49-F238E27FC236}">
                <a16:creationId xmlns:a16="http://schemas.microsoft.com/office/drawing/2014/main" id="{0CA479CB-A0D6-482D-8603-45A6CF981003}"/>
              </a:ext>
            </a:extLst>
          </p:cNvPr>
          <p:cNvCxnSpPr>
            <a:cxnSpLocks/>
            <a:stCxn id="26" idx="6"/>
            <a:endCxn id="67" idx="1"/>
          </p:cNvCxnSpPr>
          <p:nvPr/>
        </p:nvCxnSpPr>
        <p:spPr>
          <a:xfrm flipV="1">
            <a:off x="1854000" y="2564712"/>
            <a:ext cx="1339200" cy="878688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59FA8FF-989B-44C3-957E-B59207B0B7A7}"/>
              </a:ext>
            </a:extLst>
          </p:cNvPr>
          <p:cNvGrpSpPr/>
          <p:nvPr/>
        </p:nvGrpSpPr>
        <p:grpSpPr>
          <a:xfrm>
            <a:off x="403200" y="2718000"/>
            <a:ext cx="1450800" cy="1450800"/>
            <a:chOff x="403200" y="2718000"/>
            <a:chExt cx="1450800" cy="1450800"/>
          </a:xfrm>
        </p:grpSpPr>
        <p:grpSp>
          <p:nvGrpSpPr>
            <p:cNvPr id="24" name="Group 23"/>
            <p:cNvGrpSpPr/>
            <p:nvPr/>
          </p:nvGrpSpPr>
          <p:grpSpPr>
            <a:xfrm>
              <a:off x="403200" y="2718000"/>
              <a:ext cx="1450800" cy="1450800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/>
              </a:solidFill>
              <a:ln w="76200">
                <a:noFill/>
              </a:ln>
              <a:effectLst>
                <a:innerShdw blurRad="114300" dist="1270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53D9CF2-11F3-4D70-8FD0-848F6BE97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1501" y="3156545"/>
              <a:ext cx="715104" cy="687600"/>
            </a:xfrm>
            <a:prstGeom prst="rect">
              <a:avLst/>
            </a:prstGeom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9FCF5C0-13B8-4D66-93A0-FC552CB816D6}"/>
              </a:ext>
            </a:extLst>
          </p:cNvPr>
          <p:cNvSpPr/>
          <p:nvPr/>
        </p:nvSpPr>
        <p:spPr>
          <a:xfrm>
            <a:off x="5728320" y="3701729"/>
            <a:ext cx="5682180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 Reporting - Standard G/L Reports in S/4HANA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ACE3D03-992B-45A9-AD40-4EE394368293}"/>
              </a:ext>
            </a:extLst>
          </p:cNvPr>
          <p:cNvSpPr/>
          <p:nvPr/>
        </p:nvSpPr>
        <p:spPr>
          <a:xfrm>
            <a:off x="5728320" y="4293562"/>
            <a:ext cx="5682180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Finance CDS Views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B1BB0D-DA2B-4CB2-ABA5-23AC551F0A1A}"/>
              </a:ext>
            </a:extLst>
          </p:cNvPr>
          <p:cNvSpPr/>
          <p:nvPr/>
        </p:nvSpPr>
        <p:spPr>
          <a:xfrm>
            <a:off x="5728320" y="4883256"/>
            <a:ext cx="5682180" cy="482400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Currencies in FI Reports</a:t>
            </a:r>
          </a:p>
        </p:txBody>
      </p:sp>
      <p:cxnSp>
        <p:nvCxnSpPr>
          <p:cNvPr id="32" name="Elbow Connector 29">
            <a:extLst>
              <a:ext uri="{FF2B5EF4-FFF2-40B4-BE49-F238E27FC236}">
                <a16:creationId xmlns:a16="http://schemas.microsoft.com/office/drawing/2014/main" id="{72C22EBD-AB5A-40DA-A7F9-2FC2088B2D1F}"/>
              </a:ext>
            </a:extLst>
          </p:cNvPr>
          <p:cNvCxnSpPr>
            <a:cxnSpLocks/>
            <a:stCxn id="71" idx="3"/>
            <a:endCxn id="28" idx="1"/>
          </p:cNvCxnSpPr>
          <p:nvPr/>
        </p:nvCxnSpPr>
        <p:spPr>
          <a:xfrm flipV="1">
            <a:off x="5358384" y="3942929"/>
            <a:ext cx="369936" cy="556423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29">
            <a:extLst>
              <a:ext uri="{FF2B5EF4-FFF2-40B4-BE49-F238E27FC236}">
                <a16:creationId xmlns:a16="http://schemas.microsoft.com/office/drawing/2014/main" id="{6E47F5AB-3316-44DD-9078-D72F88425D8E}"/>
              </a:ext>
            </a:extLst>
          </p:cNvPr>
          <p:cNvCxnSpPr>
            <a:cxnSpLocks/>
            <a:stCxn id="71" idx="3"/>
            <a:endCxn id="30" idx="1"/>
          </p:cNvCxnSpPr>
          <p:nvPr/>
        </p:nvCxnSpPr>
        <p:spPr>
          <a:xfrm>
            <a:off x="5358384" y="4499352"/>
            <a:ext cx="369936" cy="35410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29">
            <a:extLst>
              <a:ext uri="{FF2B5EF4-FFF2-40B4-BE49-F238E27FC236}">
                <a16:creationId xmlns:a16="http://schemas.microsoft.com/office/drawing/2014/main" id="{ABABD9E0-11A2-4C5C-B4F5-F6D9B289171E}"/>
              </a:ext>
            </a:extLst>
          </p:cNvPr>
          <p:cNvCxnSpPr>
            <a:cxnSpLocks/>
            <a:stCxn id="71" idx="3"/>
            <a:endCxn id="31" idx="1"/>
          </p:cNvCxnSpPr>
          <p:nvPr/>
        </p:nvCxnSpPr>
        <p:spPr>
          <a:xfrm>
            <a:off x="5358384" y="4499352"/>
            <a:ext cx="369936" cy="625104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DDBED87-0F39-41CB-8D9D-39F9E13F4C88}"/>
              </a:ext>
            </a:extLst>
          </p:cNvPr>
          <p:cNvSpPr/>
          <p:nvPr/>
        </p:nvSpPr>
        <p:spPr>
          <a:xfrm>
            <a:off x="5728320" y="5472950"/>
            <a:ext cx="5682180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Make the Right Choice of FI Reports</a:t>
            </a:r>
          </a:p>
        </p:txBody>
      </p:sp>
      <p:cxnSp>
        <p:nvCxnSpPr>
          <p:cNvPr id="37" name="Elbow Connector 29">
            <a:extLst>
              <a:ext uri="{FF2B5EF4-FFF2-40B4-BE49-F238E27FC236}">
                <a16:creationId xmlns:a16="http://schemas.microsoft.com/office/drawing/2014/main" id="{CDB12E56-BCC2-4F3A-974F-FB598089A9C7}"/>
              </a:ext>
            </a:extLst>
          </p:cNvPr>
          <p:cNvCxnSpPr>
            <a:cxnSpLocks/>
            <a:stCxn id="71" idx="3"/>
            <a:endCxn id="36" idx="1"/>
          </p:cNvCxnSpPr>
          <p:nvPr/>
        </p:nvCxnSpPr>
        <p:spPr>
          <a:xfrm>
            <a:off x="5358384" y="4499352"/>
            <a:ext cx="369936" cy="1214798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375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5CA24E-A362-4F0C-88EB-812C100986A2}"/>
              </a:ext>
            </a:extLst>
          </p:cNvPr>
          <p:cNvSpPr/>
          <p:nvPr/>
        </p:nvSpPr>
        <p:spPr>
          <a:xfrm>
            <a:off x="7475325" y="1419955"/>
            <a:ext cx="2721098" cy="3062555"/>
          </a:xfrm>
          <a:prstGeom prst="roundRect">
            <a:avLst>
              <a:gd name="adj" fmla="val 1516"/>
            </a:avLst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D42DBA-5BF4-48F3-A613-FC5BF210EF6F}"/>
              </a:ext>
            </a:extLst>
          </p:cNvPr>
          <p:cNvSpPr txBox="1"/>
          <p:nvPr/>
        </p:nvSpPr>
        <p:spPr>
          <a:xfrm>
            <a:off x="7882020" y="1502556"/>
            <a:ext cx="1746923" cy="303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Alternative Currency Name(s) *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E874A61-943E-47B8-AE40-3D21CC7EDC52}"/>
              </a:ext>
            </a:extLst>
          </p:cNvPr>
          <p:cNvSpPr/>
          <p:nvPr/>
        </p:nvSpPr>
        <p:spPr>
          <a:xfrm>
            <a:off x="4866883" y="1419955"/>
            <a:ext cx="2511287" cy="3062555"/>
          </a:xfrm>
          <a:prstGeom prst="roundRect">
            <a:avLst>
              <a:gd name="adj" fmla="val 1516"/>
            </a:avLst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F3BB4C3-45E0-458D-B242-E13728C86AD6}"/>
              </a:ext>
            </a:extLst>
          </p:cNvPr>
          <p:cNvSpPr/>
          <p:nvPr/>
        </p:nvSpPr>
        <p:spPr>
          <a:xfrm>
            <a:off x="1936102" y="1419956"/>
            <a:ext cx="2831075" cy="3062555"/>
          </a:xfrm>
          <a:prstGeom prst="roundRect">
            <a:avLst>
              <a:gd name="adj" fmla="val 1516"/>
            </a:avLst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F23021-EE76-41D9-A2C9-1D7994B16E3E}"/>
              </a:ext>
            </a:extLst>
          </p:cNvPr>
          <p:cNvSpPr/>
          <p:nvPr/>
        </p:nvSpPr>
        <p:spPr>
          <a:xfrm>
            <a:off x="587345" y="1423283"/>
            <a:ext cx="1239992" cy="3062555"/>
          </a:xfrm>
          <a:prstGeom prst="roundRect">
            <a:avLst>
              <a:gd name="adj" fmla="val 3201"/>
            </a:avLst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43FE63-EAD9-426A-A393-6AC77AFF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64F5BC-20C0-4CC9-8356-193FCA56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Currency Display in Financial Reports - Overview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26B74-A03C-4194-8D77-72AAC5558097}"/>
              </a:ext>
            </a:extLst>
          </p:cNvPr>
          <p:cNvSpPr txBox="1"/>
          <p:nvPr/>
        </p:nvSpPr>
        <p:spPr>
          <a:xfrm>
            <a:off x="1247099" y="5033525"/>
            <a:ext cx="10051235" cy="14465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When looking for the Currency related fields in SAP Financial Reports, remember the following: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 The field / column name representing the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same Currency Type in different types of reports may be slightly different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due to the way different reports are constructed.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SAP usually shows a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shortened column name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when a column is not displayed at its full width. You may hoover your mouse over or extend the width of the column to see its full name.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may see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additional currency fields / columns in some reports which are not listed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here. Those currency types are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used in JTI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en-US" sz="1200" b="0" i="1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0E04C3-D3A6-4153-B5D5-A1E5D5D7A7C2}"/>
              </a:ext>
            </a:extLst>
          </p:cNvPr>
          <p:cNvSpPr/>
          <p:nvPr/>
        </p:nvSpPr>
        <p:spPr>
          <a:xfrm>
            <a:off x="722518" y="2051437"/>
            <a:ext cx="978539" cy="41346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00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2B6F65-48ED-43CC-A18F-C3E5A599D4CC}"/>
              </a:ext>
            </a:extLst>
          </p:cNvPr>
          <p:cNvSpPr/>
          <p:nvPr/>
        </p:nvSpPr>
        <p:spPr>
          <a:xfrm>
            <a:off x="2104816" y="2051436"/>
            <a:ext cx="2511287" cy="41346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Document Currency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AEC496-01A5-41C2-9B5D-5AD73BA3BA15}"/>
              </a:ext>
            </a:extLst>
          </p:cNvPr>
          <p:cNvSpPr/>
          <p:nvPr/>
        </p:nvSpPr>
        <p:spPr>
          <a:xfrm>
            <a:off x="5061733" y="2060711"/>
            <a:ext cx="2170616" cy="41346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DC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9E4DB2-E8F5-4D82-8C3F-36ABB842FCA0}"/>
              </a:ext>
            </a:extLst>
          </p:cNvPr>
          <p:cNvSpPr/>
          <p:nvPr/>
        </p:nvSpPr>
        <p:spPr>
          <a:xfrm>
            <a:off x="722518" y="2642466"/>
            <a:ext cx="978539" cy="413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10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3D6288-D6E7-475B-BFBE-EF4862C077FD}"/>
              </a:ext>
            </a:extLst>
          </p:cNvPr>
          <p:cNvSpPr/>
          <p:nvPr/>
        </p:nvSpPr>
        <p:spPr>
          <a:xfrm>
            <a:off x="2104816" y="2642465"/>
            <a:ext cx="2511287" cy="413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Company Code Currency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F4F158-534F-4529-8862-2F2CBDF3C5AB}"/>
              </a:ext>
            </a:extLst>
          </p:cNvPr>
          <p:cNvSpPr/>
          <p:nvPr/>
        </p:nvSpPr>
        <p:spPr>
          <a:xfrm>
            <a:off x="5061733" y="2651740"/>
            <a:ext cx="2170616" cy="413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LC1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785C8B-FCB6-493D-B120-41DD1203A89A}"/>
              </a:ext>
            </a:extLst>
          </p:cNvPr>
          <p:cNvSpPr/>
          <p:nvPr/>
        </p:nvSpPr>
        <p:spPr>
          <a:xfrm>
            <a:off x="7655649" y="2051436"/>
            <a:ext cx="2330962" cy="41346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Transaction Currency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3490A6-BFA5-40B2-91A4-A4C5436AFC47}"/>
              </a:ext>
            </a:extLst>
          </p:cNvPr>
          <p:cNvSpPr/>
          <p:nvPr/>
        </p:nvSpPr>
        <p:spPr>
          <a:xfrm>
            <a:off x="722518" y="3279840"/>
            <a:ext cx="978539" cy="413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1FF463-70D7-4E97-B3C1-3D27BAA9CF22}"/>
              </a:ext>
            </a:extLst>
          </p:cNvPr>
          <p:cNvSpPr/>
          <p:nvPr/>
        </p:nvSpPr>
        <p:spPr>
          <a:xfrm>
            <a:off x="2104816" y="3279839"/>
            <a:ext cx="2511287" cy="413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Currency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963C3A-6D5A-4DDC-8156-ECA96091DDE0}"/>
              </a:ext>
            </a:extLst>
          </p:cNvPr>
          <p:cNvSpPr/>
          <p:nvPr/>
        </p:nvSpPr>
        <p:spPr>
          <a:xfrm>
            <a:off x="5061733" y="3289114"/>
            <a:ext cx="2170616" cy="413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LC2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C1F7E7-A658-472C-A693-F5774D65EB3E}"/>
              </a:ext>
            </a:extLst>
          </p:cNvPr>
          <p:cNvSpPr/>
          <p:nvPr/>
        </p:nvSpPr>
        <p:spPr>
          <a:xfrm>
            <a:off x="722518" y="3906767"/>
            <a:ext cx="978539" cy="4134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31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63B808-5B52-44C0-8829-91E81BFF3D68}"/>
              </a:ext>
            </a:extLst>
          </p:cNvPr>
          <p:cNvSpPr/>
          <p:nvPr/>
        </p:nvSpPr>
        <p:spPr>
          <a:xfrm>
            <a:off x="2104816" y="3906766"/>
            <a:ext cx="2511287" cy="4134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Group Currency / Group Valuation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6B65751-9451-4463-8315-5F10A888F70A}"/>
              </a:ext>
            </a:extLst>
          </p:cNvPr>
          <p:cNvSpPr/>
          <p:nvPr/>
        </p:nvSpPr>
        <p:spPr>
          <a:xfrm>
            <a:off x="5061733" y="3916041"/>
            <a:ext cx="2170616" cy="4134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LC3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57EAD6-7593-41DC-B6B6-B6D511FB4E7B}"/>
              </a:ext>
            </a:extLst>
          </p:cNvPr>
          <p:cNvSpPr/>
          <p:nvPr/>
        </p:nvSpPr>
        <p:spPr>
          <a:xfrm>
            <a:off x="7655649" y="2641149"/>
            <a:ext cx="2330962" cy="413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Local Currency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0A342B-171D-47A1-A64B-93CBBFA973EE}"/>
              </a:ext>
            </a:extLst>
          </p:cNvPr>
          <p:cNvSpPr/>
          <p:nvPr/>
        </p:nvSpPr>
        <p:spPr>
          <a:xfrm>
            <a:off x="7655649" y="3279838"/>
            <a:ext cx="2330962" cy="413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Local Currency 2,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Global Currency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A7A658-0B0C-42C7-AF2B-37FC8E4B71EF}"/>
              </a:ext>
            </a:extLst>
          </p:cNvPr>
          <p:cNvSpPr/>
          <p:nvPr/>
        </p:nvSpPr>
        <p:spPr>
          <a:xfrm>
            <a:off x="7655649" y="3906765"/>
            <a:ext cx="2330962" cy="4134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Free Defined Currency 1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8B6EFC-6889-4AC9-B562-755F3EBB1C17}"/>
              </a:ext>
            </a:extLst>
          </p:cNvPr>
          <p:cNvSpPr txBox="1"/>
          <p:nvPr/>
        </p:nvSpPr>
        <p:spPr>
          <a:xfrm>
            <a:off x="627103" y="1494847"/>
            <a:ext cx="1239992" cy="303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Currency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</a:t>
            </a:r>
            <a:endParaRPr kumimoji="0" lang="en-US" sz="1400" b="1" i="0" u="sng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3C003F-77DD-493B-85CD-77F1917FCA77}"/>
              </a:ext>
            </a:extLst>
          </p:cNvPr>
          <p:cNvSpPr txBox="1"/>
          <p:nvPr/>
        </p:nvSpPr>
        <p:spPr>
          <a:xfrm>
            <a:off x="2451219" y="1496736"/>
            <a:ext cx="1746923" cy="303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Currency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Long </a:t>
            </a: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Name</a:t>
            </a:r>
            <a:endParaRPr kumimoji="0" lang="en-GB" sz="14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BDD1F9-0F4B-4E28-AFDA-ADEFBDD8A29B}"/>
              </a:ext>
            </a:extLst>
          </p:cNvPr>
          <p:cNvSpPr txBox="1"/>
          <p:nvPr/>
        </p:nvSpPr>
        <p:spPr>
          <a:xfrm>
            <a:off x="5273579" y="1502556"/>
            <a:ext cx="1746923" cy="303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Currency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Short Name</a:t>
            </a:r>
          </a:p>
        </p:txBody>
      </p:sp>
      <p:pic>
        <p:nvPicPr>
          <p:cNvPr id="31" name="Graphic 30" descr="Person with idea">
            <a:extLst>
              <a:ext uri="{FF2B5EF4-FFF2-40B4-BE49-F238E27FC236}">
                <a16:creationId xmlns:a16="http://schemas.microsoft.com/office/drawing/2014/main" id="{20AC7F63-0ADB-4733-99B8-484547578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63" y="4659084"/>
            <a:ext cx="775633" cy="775633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72538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F743C0-C14A-4534-A238-DE387034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7F0C54-AC2E-4C97-A83D-4BE9DFBDC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Currency Display – FI Document (FB03)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015EC8-A81D-483B-8E37-DCEBFAC49641}"/>
              </a:ext>
            </a:extLst>
          </p:cNvPr>
          <p:cNvGrpSpPr/>
          <p:nvPr/>
        </p:nvGrpSpPr>
        <p:grpSpPr>
          <a:xfrm>
            <a:off x="442130" y="2477729"/>
            <a:ext cx="8755378" cy="3155477"/>
            <a:chOff x="333594" y="1448981"/>
            <a:chExt cx="8755378" cy="3155477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F32BCDD2-CA8C-4655-B360-7934D956EA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594" y="1448981"/>
              <a:ext cx="8755378" cy="3155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47EFEF-3292-43C4-9E6B-79844601D070}"/>
                </a:ext>
              </a:extLst>
            </p:cNvPr>
            <p:cNvSpPr/>
            <p:nvPr/>
          </p:nvSpPr>
          <p:spPr>
            <a:xfrm>
              <a:off x="3820496" y="3681936"/>
              <a:ext cx="846395" cy="2213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988342C-EF76-4D07-B613-4E52FBA05249}"/>
                </a:ext>
              </a:extLst>
            </p:cNvPr>
            <p:cNvSpPr/>
            <p:nvPr/>
          </p:nvSpPr>
          <p:spPr>
            <a:xfrm>
              <a:off x="4732648" y="3681936"/>
              <a:ext cx="1029903" cy="221381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DF00D1-6FE2-4EC3-87EE-AC640BBE874C}"/>
                </a:ext>
              </a:extLst>
            </p:cNvPr>
            <p:cNvSpPr/>
            <p:nvPr/>
          </p:nvSpPr>
          <p:spPr>
            <a:xfrm>
              <a:off x="5828308" y="3681936"/>
              <a:ext cx="1347537" cy="221381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7B6F6E-C654-44F7-8F7C-D37C3998406F}"/>
                </a:ext>
              </a:extLst>
            </p:cNvPr>
            <p:cNvSpPr/>
            <p:nvPr/>
          </p:nvSpPr>
          <p:spPr>
            <a:xfrm>
              <a:off x="7210517" y="3672648"/>
              <a:ext cx="1700570" cy="2370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FE4F74B-06D5-44C7-89BE-03740F8E515B}"/>
              </a:ext>
            </a:extLst>
          </p:cNvPr>
          <p:cNvGrpSpPr/>
          <p:nvPr/>
        </p:nvGrpSpPr>
        <p:grpSpPr>
          <a:xfrm>
            <a:off x="9260313" y="1359374"/>
            <a:ext cx="2825119" cy="3334690"/>
            <a:chOff x="9303445" y="3145393"/>
            <a:chExt cx="2825119" cy="3334690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57EB27D8-AE6E-4824-BE2C-A7571D40E7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445" y="3145393"/>
              <a:ext cx="2825119" cy="33346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795426-8052-483F-A9F8-121A39C942CD}"/>
                </a:ext>
              </a:extLst>
            </p:cNvPr>
            <p:cNvSpPr/>
            <p:nvPr/>
          </p:nvSpPr>
          <p:spPr>
            <a:xfrm>
              <a:off x="9420430" y="4987076"/>
              <a:ext cx="1969888" cy="35613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6CA9E6-69B8-4F8A-A707-74A6D93D84CC}"/>
                </a:ext>
              </a:extLst>
            </p:cNvPr>
            <p:cNvSpPr/>
            <p:nvPr/>
          </p:nvSpPr>
          <p:spPr>
            <a:xfrm>
              <a:off x="9429056" y="5377715"/>
              <a:ext cx="1969888" cy="28875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AAB351B-E8C8-44FF-BA27-5056F9526C87}"/>
                </a:ext>
              </a:extLst>
            </p:cNvPr>
            <p:cNvSpPr/>
            <p:nvPr/>
          </p:nvSpPr>
          <p:spPr>
            <a:xfrm>
              <a:off x="9429056" y="5683725"/>
              <a:ext cx="1969888" cy="315524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FE2917-5A80-432A-A0D0-285BEB719FB0}"/>
                </a:ext>
              </a:extLst>
            </p:cNvPr>
            <p:cNvSpPr/>
            <p:nvPr/>
          </p:nvSpPr>
          <p:spPr>
            <a:xfrm>
              <a:off x="9429056" y="6033753"/>
              <a:ext cx="1969888" cy="315524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CAE1051-D368-47C2-8ECE-B1C8C274C197}"/>
              </a:ext>
            </a:extLst>
          </p:cNvPr>
          <p:cNvCxnSpPr>
            <a:endCxn id="8" idx="0"/>
          </p:cNvCxnSpPr>
          <p:nvPr/>
        </p:nvCxnSpPr>
        <p:spPr>
          <a:xfrm rot="10800000" flipV="1">
            <a:off x="4352230" y="3379124"/>
            <a:ext cx="5025068" cy="1331560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E4BAFB2-CD2B-4911-9D7A-8085F0DCB888}"/>
              </a:ext>
            </a:extLst>
          </p:cNvPr>
          <p:cNvCxnSpPr>
            <a:stCxn id="11" idx="1"/>
            <a:endCxn id="10" idx="0"/>
          </p:cNvCxnSpPr>
          <p:nvPr/>
        </p:nvCxnSpPr>
        <p:spPr>
          <a:xfrm rot="10800000" flipV="1">
            <a:off x="5356136" y="3736074"/>
            <a:ext cx="4029788" cy="974609"/>
          </a:xfrm>
          <a:prstGeom prst="bentConnector2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429F112-3A9E-4C84-91B9-9DF227FB5332}"/>
              </a:ext>
            </a:extLst>
          </p:cNvPr>
          <p:cNvCxnSpPr>
            <a:stCxn id="13" idx="1"/>
            <a:endCxn id="12" idx="0"/>
          </p:cNvCxnSpPr>
          <p:nvPr/>
        </p:nvCxnSpPr>
        <p:spPr>
          <a:xfrm rot="10800000" flipV="1">
            <a:off x="6610614" y="4055468"/>
            <a:ext cx="2775311" cy="655216"/>
          </a:xfrm>
          <a:prstGeom prst="bentConnector2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88973CE-2957-4CD3-A224-32B9830C5D4F}"/>
              </a:ext>
            </a:extLst>
          </p:cNvPr>
          <p:cNvCxnSpPr>
            <a:cxnSpLocks/>
            <a:stCxn id="15" idx="1"/>
            <a:endCxn id="14" idx="0"/>
          </p:cNvCxnSpPr>
          <p:nvPr/>
        </p:nvCxnSpPr>
        <p:spPr>
          <a:xfrm rot="10800000" flipV="1">
            <a:off x="8169338" y="4405496"/>
            <a:ext cx="1216586" cy="295900"/>
          </a:xfrm>
          <a:prstGeom prst="bentConnector2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376AF86-BA39-4543-956B-DC7BD811D380}"/>
              </a:ext>
            </a:extLst>
          </p:cNvPr>
          <p:cNvSpPr/>
          <p:nvPr/>
        </p:nvSpPr>
        <p:spPr>
          <a:xfrm>
            <a:off x="5486400" y="3214341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8647BF-FD64-4C8F-AFCD-A4845A7D1EB2}"/>
              </a:ext>
            </a:extLst>
          </p:cNvPr>
          <p:cNvSpPr/>
          <p:nvPr/>
        </p:nvSpPr>
        <p:spPr>
          <a:xfrm>
            <a:off x="5864868" y="3618587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407E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07EC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604A77-C89B-430F-BE31-25E645824D7E}"/>
              </a:ext>
            </a:extLst>
          </p:cNvPr>
          <p:cNvSpPr/>
          <p:nvPr/>
        </p:nvSpPr>
        <p:spPr>
          <a:xfrm>
            <a:off x="6818073" y="3924562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LC2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9D7DFB-A58F-4F31-B754-F36F5219849D}"/>
              </a:ext>
            </a:extLst>
          </p:cNvPr>
          <p:cNvSpPr/>
          <p:nvPr/>
        </p:nvSpPr>
        <p:spPr>
          <a:xfrm>
            <a:off x="8431579" y="4223379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5405B5-4A72-446A-A7AC-32AA355C0BED}"/>
              </a:ext>
            </a:extLst>
          </p:cNvPr>
          <p:cNvSpPr/>
          <p:nvPr/>
        </p:nvSpPr>
        <p:spPr>
          <a:xfrm>
            <a:off x="10092906" y="1423358"/>
            <a:ext cx="1254280" cy="28467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Change Layout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725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5944EB12-5591-4557-A622-6BF42FD5F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60" y="2855531"/>
            <a:ext cx="8542706" cy="326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C8E9B4-B9FB-40BB-B4E1-CADED82A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5BB403-489E-4E12-9075-608EF5DD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Currency Display – G/L Line Item (FAGLL03)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FCEF2C-34C9-4C74-BCA4-A1925D1EAB61}"/>
              </a:ext>
            </a:extLst>
          </p:cNvPr>
          <p:cNvSpPr/>
          <p:nvPr/>
        </p:nvSpPr>
        <p:spPr>
          <a:xfrm>
            <a:off x="2363638" y="4471495"/>
            <a:ext cx="1716655" cy="229901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AEC7F3-2AED-4142-8966-952700801EA1}"/>
              </a:ext>
            </a:extLst>
          </p:cNvPr>
          <p:cNvSpPr/>
          <p:nvPr/>
        </p:nvSpPr>
        <p:spPr>
          <a:xfrm>
            <a:off x="4099333" y="4471495"/>
            <a:ext cx="1214539" cy="229901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217EDE7-A97C-429F-95BC-C2D51E065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625" y="1383285"/>
            <a:ext cx="2983189" cy="338000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EB4B13-F1A8-4261-B6A2-75E03C6B48C4}"/>
              </a:ext>
            </a:extLst>
          </p:cNvPr>
          <p:cNvSpPr/>
          <p:nvPr/>
        </p:nvSpPr>
        <p:spPr>
          <a:xfrm>
            <a:off x="5332912" y="4471494"/>
            <a:ext cx="1378439" cy="229901"/>
          </a:xfrm>
          <a:prstGeom prst="rect">
            <a:avLst/>
          </a:prstGeom>
          <a:noFill/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3BA26B-EBC8-4EE4-B624-5F189432B7B1}"/>
              </a:ext>
            </a:extLst>
          </p:cNvPr>
          <p:cNvSpPr/>
          <p:nvPr/>
        </p:nvSpPr>
        <p:spPr>
          <a:xfrm>
            <a:off x="6711351" y="4462867"/>
            <a:ext cx="2001328" cy="229901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B8566E-4700-4E98-B958-1FEE945D9470}"/>
              </a:ext>
            </a:extLst>
          </p:cNvPr>
          <p:cNvSpPr/>
          <p:nvPr/>
        </p:nvSpPr>
        <p:spPr>
          <a:xfrm>
            <a:off x="9020356" y="3443377"/>
            <a:ext cx="1590136" cy="3177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F0729B-14E9-412F-AD9B-BD944B01D659}"/>
              </a:ext>
            </a:extLst>
          </p:cNvPr>
          <p:cNvSpPr/>
          <p:nvPr/>
        </p:nvSpPr>
        <p:spPr>
          <a:xfrm>
            <a:off x="9022273" y="3811470"/>
            <a:ext cx="1590136" cy="242944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D840D5-901B-4E69-A967-59D4CA519065}"/>
              </a:ext>
            </a:extLst>
          </p:cNvPr>
          <p:cNvSpPr/>
          <p:nvPr/>
        </p:nvSpPr>
        <p:spPr>
          <a:xfrm>
            <a:off x="9020356" y="4077008"/>
            <a:ext cx="1590136" cy="317740"/>
          </a:xfrm>
          <a:prstGeom prst="rect">
            <a:avLst/>
          </a:prstGeom>
          <a:noFill/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E33D31-8064-4FD7-ACBE-22042D6DF839}"/>
              </a:ext>
            </a:extLst>
          </p:cNvPr>
          <p:cNvSpPr/>
          <p:nvPr/>
        </p:nvSpPr>
        <p:spPr>
          <a:xfrm>
            <a:off x="9020356" y="4423092"/>
            <a:ext cx="1590136" cy="278302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469E41F-23DC-46E8-9857-3ACC12AA2DFC}"/>
              </a:ext>
            </a:extLst>
          </p:cNvPr>
          <p:cNvCxnSpPr>
            <a:stCxn id="5" idx="0"/>
            <a:endCxn id="13" idx="1"/>
          </p:cNvCxnSpPr>
          <p:nvPr/>
        </p:nvCxnSpPr>
        <p:spPr>
          <a:xfrm rot="5400000" flipH="1" flipV="1">
            <a:off x="5686537" y="1137676"/>
            <a:ext cx="869248" cy="5798390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1D4AC28-EF24-4C35-85A7-A403C65AF226}"/>
              </a:ext>
            </a:extLst>
          </p:cNvPr>
          <p:cNvCxnSpPr>
            <a:stCxn id="7" idx="0"/>
            <a:endCxn id="14" idx="1"/>
          </p:cNvCxnSpPr>
          <p:nvPr/>
        </p:nvCxnSpPr>
        <p:spPr>
          <a:xfrm rot="5400000" flipH="1" flipV="1">
            <a:off x="6595162" y="2044384"/>
            <a:ext cx="538553" cy="4315670"/>
          </a:xfrm>
          <a:prstGeom prst="bentConnector2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CD3A1FB-6001-4304-9009-DF84310BFB7C}"/>
              </a:ext>
            </a:extLst>
          </p:cNvPr>
          <p:cNvCxnSpPr>
            <a:stCxn id="11" idx="0"/>
            <a:endCxn id="15" idx="1"/>
          </p:cNvCxnSpPr>
          <p:nvPr/>
        </p:nvCxnSpPr>
        <p:spPr>
          <a:xfrm rot="5400000" flipH="1" flipV="1">
            <a:off x="7403436" y="2854574"/>
            <a:ext cx="235616" cy="2998224"/>
          </a:xfrm>
          <a:prstGeom prst="bentConnector2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664C282-AF63-4D5E-9591-EFEB7CE131D5}"/>
              </a:ext>
            </a:extLst>
          </p:cNvPr>
          <p:cNvCxnSpPr>
            <a:cxnSpLocks/>
            <a:stCxn id="12" idx="2"/>
            <a:endCxn id="16" idx="2"/>
          </p:cNvCxnSpPr>
          <p:nvPr/>
        </p:nvCxnSpPr>
        <p:spPr>
          <a:xfrm rot="16200000" flipH="1">
            <a:off x="8759406" y="3645376"/>
            <a:ext cx="8626" cy="2103409"/>
          </a:xfrm>
          <a:prstGeom prst="bentConnector3">
            <a:avLst>
              <a:gd name="adj1" fmla="val 2750128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1633C6A-DB24-4BFC-A78E-E1B12A57570A}"/>
              </a:ext>
            </a:extLst>
          </p:cNvPr>
          <p:cNvSpPr/>
          <p:nvPr/>
        </p:nvSpPr>
        <p:spPr>
          <a:xfrm>
            <a:off x="3470693" y="3454389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5691C8-7EA1-42A4-8509-2D3499F0B433}"/>
              </a:ext>
            </a:extLst>
          </p:cNvPr>
          <p:cNvSpPr/>
          <p:nvPr/>
        </p:nvSpPr>
        <p:spPr>
          <a:xfrm>
            <a:off x="4797880" y="3828266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407E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07EC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EEF14E-8DDC-42DE-A1C5-EA411B7D254D}"/>
              </a:ext>
            </a:extLst>
          </p:cNvPr>
          <p:cNvSpPr/>
          <p:nvPr/>
        </p:nvSpPr>
        <p:spPr>
          <a:xfrm>
            <a:off x="6282517" y="4054414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LC2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39A344-E63F-4069-8CB6-D812DCC2159E}"/>
              </a:ext>
            </a:extLst>
          </p:cNvPr>
          <p:cNvSpPr/>
          <p:nvPr/>
        </p:nvSpPr>
        <p:spPr>
          <a:xfrm>
            <a:off x="8873136" y="4867963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13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A805FA-05D7-4D12-B554-B379747CB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25" y="1655146"/>
            <a:ext cx="11760198" cy="38970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76E12C-CCFF-4E41-925E-CE629B98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D3A146-D459-4967-809E-234C204D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Currency Display – G/L Line Item Browser (FAGLL03H)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FC6AAE-6E8B-4E83-940A-A9FBC9FF64CA}"/>
              </a:ext>
            </a:extLst>
          </p:cNvPr>
          <p:cNvSpPr/>
          <p:nvPr/>
        </p:nvSpPr>
        <p:spPr>
          <a:xfrm>
            <a:off x="543474" y="2789345"/>
            <a:ext cx="1043792" cy="229901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9C5F77-2B61-41D0-B73F-570EEFFA10F3}"/>
              </a:ext>
            </a:extLst>
          </p:cNvPr>
          <p:cNvSpPr/>
          <p:nvPr/>
        </p:nvSpPr>
        <p:spPr>
          <a:xfrm>
            <a:off x="1587267" y="2789345"/>
            <a:ext cx="1440610" cy="229901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FA2B6D-9D55-47AA-97DF-8F7ACA2823E9}"/>
              </a:ext>
            </a:extLst>
          </p:cNvPr>
          <p:cNvSpPr/>
          <p:nvPr/>
        </p:nvSpPr>
        <p:spPr>
          <a:xfrm>
            <a:off x="3027877" y="2789344"/>
            <a:ext cx="1794293" cy="229901"/>
          </a:xfrm>
          <a:prstGeom prst="rect">
            <a:avLst/>
          </a:prstGeom>
          <a:noFill/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FA73E8-E1D5-4C1B-9A5C-CC23706774B9}"/>
              </a:ext>
            </a:extLst>
          </p:cNvPr>
          <p:cNvSpPr/>
          <p:nvPr/>
        </p:nvSpPr>
        <p:spPr>
          <a:xfrm>
            <a:off x="4822170" y="2780717"/>
            <a:ext cx="3157268" cy="229901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D44594-1203-437B-B405-81C302575900}"/>
              </a:ext>
            </a:extLst>
          </p:cNvPr>
          <p:cNvSpPr/>
          <p:nvPr/>
        </p:nvSpPr>
        <p:spPr>
          <a:xfrm>
            <a:off x="9020353" y="3882067"/>
            <a:ext cx="2452775" cy="3177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46BC70-325E-4ACF-9B1B-16FBE2712AC6}"/>
              </a:ext>
            </a:extLst>
          </p:cNvPr>
          <p:cNvSpPr/>
          <p:nvPr/>
        </p:nvSpPr>
        <p:spPr>
          <a:xfrm>
            <a:off x="9020354" y="4222712"/>
            <a:ext cx="2452775" cy="303461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80D94D-0CD6-4A25-8823-1DD9A04B7E56}"/>
              </a:ext>
            </a:extLst>
          </p:cNvPr>
          <p:cNvSpPr/>
          <p:nvPr/>
        </p:nvSpPr>
        <p:spPr>
          <a:xfrm>
            <a:off x="9020355" y="4892488"/>
            <a:ext cx="2452775" cy="317740"/>
          </a:xfrm>
          <a:prstGeom prst="rect">
            <a:avLst/>
          </a:prstGeom>
          <a:noFill/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113729-B158-454F-B823-5EF37101E031}"/>
              </a:ext>
            </a:extLst>
          </p:cNvPr>
          <p:cNvSpPr/>
          <p:nvPr/>
        </p:nvSpPr>
        <p:spPr>
          <a:xfrm>
            <a:off x="9020356" y="5248737"/>
            <a:ext cx="2452776" cy="278302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E34EB67-AEAD-455E-8D5D-B7EBC4000ADB}"/>
              </a:ext>
            </a:extLst>
          </p:cNvPr>
          <p:cNvCxnSpPr>
            <a:stCxn id="6" idx="0"/>
            <a:endCxn id="10" idx="0"/>
          </p:cNvCxnSpPr>
          <p:nvPr/>
        </p:nvCxnSpPr>
        <p:spPr>
          <a:xfrm rot="16200000" flipH="1">
            <a:off x="5109694" y="-1254979"/>
            <a:ext cx="1092722" cy="9181371"/>
          </a:xfrm>
          <a:prstGeom prst="bentConnector3">
            <a:avLst>
              <a:gd name="adj1" fmla="val -2092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68A8C3F-9848-4608-9DA2-0C9C660A094B}"/>
              </a:ext>
            </a:extLst>
          </p:cNvPr>
          <p:cNvCxnSpPr>
            <a:cxnSpLocks/>
            <a:stCxn id="7" idx="2"/>
            <a:endCxn id="11" idx="1"/>
          </p:cNvCxnSpPr>
          <p:nvPr/>
        </p:nvCxnSpPr>
        <p:spPr>
          <a:xfrm rot="16200000" flipH="1">
            <a:off x="4986365" y="340453"/>
            <a:ext cx="1355197" cy="6712782"/>
          </a:xfrm>
          <a:prstGeom prst="bentConnector2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BB58F52-FBC6-428B-B7F5-53CF5A1A6EE4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rot="16200000" flipH="1">
            <a:off x="5456633" y="1487635"/>
            <a:ext cx="2032113" cy="5095331"/>
          </a:xfrm>
          <a:prstGeom prst="bentConnector2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F6A1044-2319-4BC3-A63E-0D734EC9E3A5}"/>
              </a:ext>
            </a:extLst>
          </p:cNvPr>
          <p:cNvCxnSpPr>
            <a:stCxn id="9" idx="2"/>
            <a:endCxn id="13" idx="2"/>
          </p:cNvCxnSpPr>
          <p:nvPr/>
        </p:nvCxnSpPr>
        <p:spPr>
          <a:xfrm rot="16200000" flipH="1">
            <a:off x="7065564" y="2345858"/>
            <a:ext cx="2516421" cy="3845940"/>
          </a:xfrm>
          <a:prstGeom prst="bentConnector3">
            <a:avLst>
              <a:gd name="adj1" fmla="val 109084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AD40078-1683-46C4-BAC9-C988BAC652E3}"/>
              </a:ext>
            </a:extLst>
          </p:cNvPr>
          <p:cNvSpPr/>
          <p:nvPr/>
        </p:nvSpPr>
        <p:spPr>
          <a:xfrm>
            <a:off x="1697972" y="2322414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267F72-281A-44FC-B54C-46248DC8043A}"/>
              </a:ext>
            </a:extLst>
          </p:cNvPr>
          <p:cNvSpPr/>
          <p:nvPr/>
        </p:nvSpPr>
        <p:spPr>
          <a:xfrm>
            <a:off x="2474701" y="4199807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407E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07EC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C5B110-D33A-4909-86DA-CE52894FDF06}"/>
              </a:ext>
            </a:extLst>
          </p:cNvPr>
          <p:cNvSpPr/>
          <p:nvPr/>
        </p:nvSpPr>
        <p:spPr>
          <a:xfrm>
            <a:off x="5306687" y="4892488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LC2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EE12E2-0864-4B20-846D-5677E923E927}"/>
              </a:ext>
            </a:extLst>
          </p:cNvPr>
          <p:cNvSpPr/>
          <p:nvPr/>
        </p:nvSpPr>
        <p:spPr>
          <a:xfrm>
            <a:off x="7432525" y="5614704"/>
            <a:ext cx="609600" cy="300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79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00B858-B2A8-429B-B92D-C030D2F6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52CB53-C48E-46EC-AEC1-9DEC7679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Currency Display – G/L Balance Reports (FAGLB03 / S_ALR* / S_EBS* / S_PL0*)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045985B-636E-459D-AFED-B7DED16C7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82" y="1492777"/>
            <a:ext cx="7230030" cy="456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6E60F86-C87D-48CF-87BF-5B854FE5F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369" y="1492777"/>
            <a:ext cx="2761296" cy="317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EE30734-ABF5-4EF2-A8A3-6D84900C8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369" y="4787074"/>
            <a:ext cx="3055707" cy="187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F7162C-BFDC-4E54-BC41-9D82C1A088D8}"/>
              </a:ext>
            </a:extLst>
          </p:cNvPr>
          <p:cNvSpPr/>
          <p:nvPr/>
        </p:nvSpPr>
        <p:spPr>
          <a:xfrm>
            <a:off x="1992702" y="3303917"/>
            <a:ext cx="1155940" cy="27604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9DAA76-9EC9-4FEE-82FD-6942CED003C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148642" y="3429000"/>
            <a:ext cx="1187989" cy="129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36C466D-B9DA-43C5-907F-28C6DF6404F5}"/>
              </a:ext>
            </a:extLst>
          </p:cNvPr>
          <p:cNvSpPr/>
          <p:nvPr/>
        </p:nvSpPr>
        <p:spPr>
          <a:xfrm>
            <a:off x="4336632" y="4235570"/>
            <a:ext cx="2167684" cy="20187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CABBC7-AEA2-4A0F-BCB2-66ADADAB6AC3}"/>
              </a:ext>
            </a:extLst>
          </p:cNvPr>
          <p:cNvSpPr/>
          <p:nvPr/>
        </p:nvSpPr>
        <p:spPr>
          <a:xfrm>
            <a:off x="4336632" y="4766945"/>
            <a:ext cx="2167684" cy="20187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2D7FCE-5C4E-4987-948F-89F2DC11DBC2}"/>
              </a:ext>
            </a:extLst>
          </p:cNvPr>
          <p:cNvSpPr/>
          <p:nvPr/>
        </p:nvSpPr>
        <p:spPr>
          <a:xfrm>
            <a:off x="4336631" y="5458560"/>
            <a:ext cx="2167685" cy="38152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B1C60B-F6CD-4710-A66E-74A317A02E7A}"/>
              </a:ext>
            </a:extLst>
          </p:cNvPr>
          <p:cNvSpPr/>
          <p:nvPr/>
        </p:nvSpPr>
        <p:spPr>
          <a:xfrm>
            <a:off x="4416725" y="2087592"/>
            <a:ext cx="871267" cy="20187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9B0517-E5D7-44C7-B363-D55813B15E03}"/>
              </a:ext>
            </a:extLst>
          </p:cNvPr>
          <p:cNvCxnSpPr/>
          <p:nvPr/>
        </p:nvCxnSpPr>
        <p:spPr>
          <a:xfrm flipH="1">
            <a:off x="3148642" y="2199736"/>
            <a:ext cx="1187989" cy="1017917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5A0BC97-24EE-4622-A7D1-B15E2A24593A}"/>
              </a:ext>
            </a:extLst>
          </p:cNvPr>
          <p:cNvSpPr/>
          <p:nvPr/>
        </p:nvSpPr>
        <p:spPr>
          <a:xfrm>
            <a:off x="8971472" y="4235571"/>
            <a:ext cx="1147313" cy="20187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6A6035-DBD6-491B-A246-A101F365BBB5}"/>
              </a:ext>
            </a:extLst>
          </p:cNvPr>
          <p:cNvSpPr/>
          <p:nvPr/>
        </p:nvSpPr>
        <p:spPr>
          <a:xfrm>
            <a:off x="9031857" y="5840083"/>
            <a:ext cx="1086928" cy="21690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904A33-5D6A-4B86-8944-5AC004F4027C}"/>
              </a:ext>
            </a:extLst>
          </p:cNvPr>
          <p:cNvSpPr/>
          <p:nvPr/>
        </p:nvSpPr>
        <p:spPr>
          <a:xfrm>
            <a:off x="9342408" y="1492777"/>
            <a:ext cx="776377" cy="128989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8EEFAE-5892-4BD3-9973-BC6CD4031448}"/>
              </a:ext>
            </a:extLst>
          </p:cNvPr>
          <p:cNvSpPr/>
          <p:nvPr/>
        </p:nvSpPr>
        <p:spPr>
          <a:xfrm>
            <a:off x="9545128" y="4803385"/>
            <a:ext cx="868872" cy="164012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B8CB19-53B5-49F3-B714-5A2A5AB70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732" y="2199736"/>
            <a:ext cx="2825220" cy="185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1B1D96-4CD9-489D-949B-AA4BE439E6C2}"/>
              </a:ext>
            </a:extLst>
          </p:cNvPr>
          <p:cNvSpPr/>
          <p:nvPr/>
        </p:nvSpPr>
        <p:spPr>
          <a:xfrm>
            <a:off x="10978626" y="2204456"/>
            <a:ext cx="865442" cy="176435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9324E0-A0F3-4B59-BA6C-777AB50BA9AB}"/>
              </a:ext>
            </a:extLst>
          </p:cNvPr>
          <p:cNvSpPr/>
          <p:nvPr/>
        </p:nvSpPr>
        <p:spPr>
          <a:xfrm>
            <a:off x="10532853" y="3217653"/>
            <a:ext cx="1052422" cy="28467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B185EA0-FBF9-4718-8883-8AA9BF6990C2}"/>
              </a:ext>
            </a:extLst>
          </p:cNvPr>
          <p:cNvSpPr/>
          <p:nvPr/>
        </p:nvSpPr>
        <p:spPr>
          <a:xfrm>
            <a:off x="6280029" y="1492777"/>
            <a:ext cx="1048779" cy="19155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FAGLB03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FC1A02-D8BC-4325-8C47-000B38861FE0}"/>
              </a:ext>
            </a:extLst>
          </p:cNvPr>
          <p:cNvSpPr/>
          <p:nvPr/>
        </p:nvSpPr>
        <p:spPr>
          <a:xfrm>
            <a:off x="289198" y="4143162"/>
            <a:ext cx="3808349" cy="1974209"/>
          </a:xfrm>
          <a:prstGeom prst="roundRect">
            <a:avLst>
              <a:gd name="adj" fmla="val 4631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Only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selected Currency Types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instead of all, are displayed in the aggregated Financial Reports, i.e. the account balance reports in various summarized forms.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select the required Currency Type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(e.g. 00, 10, 30 or 31) from the drop-down list. Do not select the ones which are not used in JTI.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9" name="Graphic 28" descr="Person with idea">
            <a:extLst>
              <a:ext uri="{FF2B5EF4-FFF2-40B4-BE49-F238E27FC236}">
                <a16:creationId xmlns:a16="http://schemas.microsoft.com/office/drawing/2014/main" id="{251F566C-398D-4CE9-AA05-823EA0CA74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5025" y="4219329"/>
            <a:ext cx="547616" cy="54761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9743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10E862-C49A-4CE5-9906-051AB11D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0D60A8-850E-48BB-8232-1AB1EB85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Currency Display – Finance CDS Views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1C4DD14-C36F-49E9-B2CA-7860F5FE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011" y="1462384"/>
            <a:ext cx="10552778" cy="2067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EE680A6-27EC-4243-A084-9E564846F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717" y="3530343"/>
            <a:ext cx="2398144" cy="3009436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20BDF0-D388-4D62-BE03-A2336D1682DD}"/>
              </a:ext>
            </a:extLst>
          </p:cNvPr>
          <p:cNvSpPr/>
          <p:nvPr/>
        </p:nvSpPr>
        <p:spPr>
          <a:xfrm>
            <a:off x="9450238" y="2243705"/>
            <a:ext cx="664234" cy="18916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B74073-99E5-4F83-8442-C0F6DFDE4E58}"/>
              </a:ext>
            </a:extLst>
          </p:cNvPr>
          <p:cNvCxnSpPr>
            <a:cxnSpLocks/>
            <a:stCxn id="8" idx="3"/>
            <a:endCxn id="5124" idx="0"/>
          </p:cNvCxnSpPr>
          <p:nvPr/>
        </p:nvCxnSpPr>
        <p:spPr>
          <a:xfrm>
            <a:off x="10114472" y="2338290"/>
            <a:ext cx="789317" cy="11920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214FBE0-5221-4C07-A868-3852D96C10CA}"/>
              </a:ext>
            </a:extLst>
          </p:cNvPr>
          <p:cNvSpPr/>
          <p:nvPr/>
        </p:nvSpPr>
        <p:spPr>
          <a:xfrm flipH="1">
            <a:off x="9782355" y="4985236"/>
            <a:ext cx="172528" cy="131228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66495EA-EFCD-41FE-A1B3-DA1B732DB901}"/>
              </a:ext>
            </a:extLst>
          </p:cNvPr>
          <p:cNvSpPr/>
          <p:nvPr/>
        </p:nvSpPr>
        <p:spPr>
          <a:xfrm>
            <a:off x="289198" y="4143162"/>
            <a:ext cx="9001451" cy="1974209"/>
          </a:xfrm>
          <a:prstGeom prst="roundRect">
            <a:avLst>
              <a:gd name="adj" fmla="val 4631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Currency Types and amounts for each Currency Type are usually configured as a “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Measures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in Finance CDS Views reports, which are run via SAP Analysis for Office.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These Currency Keys are all clearly named and indicated as DC, LC1, LC2, or LC3.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3" name="Graphic 22" descr="Person with idea">
            <a:extLst>
              <a:ext uri="{FF2B5EF4-FFF2-40B4-BE49-F238E27FC236}">
                <a16:creationId xmlns:a16="http://schemas.microsoft.com/office/drawing/2014/main" id="{C3672BAA-C253-425C-9509-C259EE5B5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025" y="4219329"/>
            <a:ext cx="547616" cy="54761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6326604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PBJN_SWybPKTnLDXXb0bA"/>
</p:tagLst>
</file>

<file path=ppt/theme/theme1.xml><?xml version="1.0" encoding="utf-8"?>
<a:theme xmlns:a="http://schemas.openxmlformats.org/drawingml/2006/main" name="S4F-ERP Clean IFRS Stat &amp; Tax Rep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2.xml><?xml version="1.0" encoding="utf-8"?>
<a:theme xmlns:a="http://schemas.openxmlformats.org/drawingml/2006/main" name="Finance Master Data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691DA1475FED40816A34A9887BD419" ma:contentTypeVersion="26" ma:contentTypeDescription="Create a new document." ma:contentTypeScope="" ma:versionID="f1bfec99b7120fc41ecdfe5db34ab04d">
  <xsd:schema xmlns:xsd="http://www.w3.org/2001/XMLSchema" xmlns:xs="http://www.w3.org/2001/XMLSchema" xmlns:p="http://schemas.microsoft.com/office/2006/metadata/properties" xmlns:ns1="http://schemas.microsoft.com/sharepoint/v3" xmlns:ns2="91871c47-af2e-43ea-ad3f-7bb4c536bc45" xmlns:ns3="ba249638-b5c4-4b59-8094-70d8491c2e9c" xmlns:ns4="cb52ee0d-5346-4ae8-a9f9-d746adffeb6b" targetNamespace="http://schemas.microsoft.com/office/2006/metadata/properties" ma:root="true" ma:fieldsID="6fb91d6a9c4b20f36a20c4886e61de75" ns1:_="" ns2:_="" ns3:_="" ns4:_="">
    <xsd:import namespace="http://schemas.microsoft.com/sharepoint/v3"/>
    <xsd:import namespace="91871c47-af2e-43ea-ad3f-7bb4c536bc45"/>
    <xsd:import namespace="ba249638-b5c4-4b59-8094-70d8491c2e9c"/>
    <xsd:import namespace="cb52ee0d-5346-4ae8-a9f9-d746adff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ReportDate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Remarks" minOccurs="0"/>
                <xsd:element ref="ns2:Details" minOccurs="0"/>
                <xsd:element ref="ns2:FolderInfo" minOccurs="0"/>
                <xsd:element ref="ns2:T_x002d_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71c47-af2e-43ea-ad3f-7bb4c536b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ReportDate" ma:index="16" nillable="true" ma:displayName="Report Date" ma:format="DateOnly" ma:internalName="ReportDate">
      <xsd:simpleType>
        <xsd:restriction base="dms:DateTim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dfe741-475c-44cf-bcd4-46bfd3fd06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marks" ma:index="29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Details" ma:index="30" nillable="true" ma:displayName="Details" ma:format="Dropdown" ma:internalName="Details">
      <xsd:simpleType>
        <xsd:restriction base="dms:Note">
          <xsd:maxLength value="255"/>
        </xsd:restriction>
      </xsd:simpleType>
    </xsd:element>
    <xsd:element name="FolderInfo" ma:index="31" nillable="true" ma:displayName="Folder/File Info" ma:format="Dropdown" ma:internalName="FolderInfo">
      <xsd:simpleType>
        <xsd:restriction base="dms:Note">
          <xsd:maxLength value="255"/>
        </xsd:restriction>
      </xsd:simpleType>
    </xsd:element>
    <xsd:element name="T_x002d_Code" ma:index="32" nillable="true" ma:displayName="T-Code" ma:format="Dropdown" ma:internalName="T_x002d_Code">
      <xsd:simpleType>
        <xsd:restriction base="dms:Text">
          <xsd:maxLength value="255"/>
        </xsd:restriction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9638-b5c4-4b59-8094-70d8491c2e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2ee0d-5346-4ae8-a9f9-d746adffeb6b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4cb22aed-3451-4198-9f27-006c28665e31}" ma:internalName="TaxCatchAll" ma:showField="CatchAllData" ma:web="cb52ee0d-5346-4ae8-a9f9-d746adffeb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portDate xmlns="91871c47-af2e-43ea-ad3f-7bb4c536bc45" xsi:nil="true"/>
    <lcf76f155ced4ddcb4097134ff3c332f xmlns="91871c47-af2e-43ea-ad3f-7bb4c536bc45">
      <Terms xmlns="http://schemas.microsoft.com/office/infopath/2007/PartnerControls"/>
    </lcf76f155ced4ddcb4097134ff3c332f>
    <TaxCatchAll xmlns="cb52ee0d-5346-4ae8-a9f9-d746adffeb6b" xsi:nil="true"/>
    <_ip_UnifiedCompliancePolicyUIAction xmlns="http://schemas.microsoft.com/sharepoint/v3" xsi:nil="true"/>
    <_ip_UnifiedCompliancePolicyProperties xmlns="http://schemas.microsoft.com/sharepoint/v3" xsi:nil="true"/>
    <Details xmlns="91871c47-af2e-43ea-ad3f-7bb4c536bc45" xsi:nil="true"/>
    <FolderInfo xmlns="91871c47-af2e-43ea-ad3f-7bb4c536bc45" xsi:nil="true"/>
    <Remarks xmlns="91871c47-af2e-43ea-ad3f-7bb4c536bc45" xsi:nil="true"/>
    <T_x002d_Code xmlns="91871c47-af2e-43ea-ad3f-7bb4c536bc45" xsi:nil="true"/>
  </documentManagement>
</p:properties>
</file>

<file path=customXml/itemProps1.xml><?xml version="1.0" encoding="utf-8"?>
<ds:datastoreItem xmlns:ds="http://schemas.openxmlformats.org/officeDocument/2006/customXml" ds:itemID="{AE1FBD02-F593-43BE-8E5B-C6B32843ED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9B2A27-B3BE-4F88-9061-2EA6096E3722}"/>
</file>

<file path=customXml/itemProps3.xml><?xml version="1.0" encoding="utf-8"?>
<ds:datastoreItem xmlns:ds="http://schemas.openxmlformats.org/officeDocument/2006/customXml" ds:itemID="{74853608-43A2-4D90-A124-604125D87503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a249638-b5c4-4b59-8094-70d8491c2e9c"/>
    <ds:schemaRef ds:uri="http://purl.org/dc/terms/"/>
    <ds:schemaRef ds:uri="http://schemas.microsoft.com/office/infopath/2007/PartnerControls"/>
    <ds:schemaRef ds:uri="http://schemas.microsoft.com/office/2006/documentManagement/types"/>
    <ds:schemaRef ds:uri="91871c47-af2e-43ea-ad3f-7bb4c536bc4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Widescreen</PresentationFormat>
  <Paragraphs>70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Georgia</vt:lpstr>
      <vt:lpstr>S4F-ERP Clean IFRS Stat &amp; Tax Rep</vt:lpstr>
      <vt:lpstr>Finance Master Data</vt:lpstr>
      <vt:lpstr>think-cell Slide</vt:lpstr>
      <vt:lpstr>Course Structure</vt:lpstr>
      <vt:lpstr>Currency Display in Financial Reports - Overview</vt:lpstr>
      <vt:lpstr>Currency Display – FI Document (FB03)</vt:lpstr>
      <vt:lpstr>Currency Display – G/L Line Item (FAGLL03)</vt:lpstr>
      <vt:lpstr>Currency Display – G/L Line Item Browser (FAGLL03H)</vt:lpstr>
      <vt:lpstr>Currency Display – G/L Balance Reports (FAGLB03 / S_ALR* / S_EBS* / S_PL0*)</vt:lpstr>
      <vt:lpstr>Currency Display – Finance CDS Views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Structure</dc:title>
  <dc:creator>Wang, Wei</dc:creator>
  <cp:lastModifiedBy>Wang, Wei</cp:lastModifiedBy>
  <cp:revision>1</cp:revision>
  <dcterms:created xsi:type="dcterms:W3CDTF">2021-06-01T16:52:40Z</dcterms:created>
  <dcterms:modified xsi:type="dcterms:W3CDTF">2021-07-14T15:29:01Z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20b37f-db72-473e-ae54-fb16df408069_Enabled">
    <vt:lpwstr>true</vt:lpwstr>
  </property>
  <property fmtid="{D5CDD505-2E9C-101B-9397-08002B2CF9AE}" pid="3" name="MSIP_Label_b020b37f-db72-473e-ae54-fb16df408069_SetDate">
    <vt:lpwstr>2021-06-01T16:52:40Z</vt:lpwstr>
  </property>
  <property fmtid="{D5CDD505-2E9C-101B-9397-08002B2CF9AE}" pid="4" name="MSIP_Label_b020b37f-db72-473e-ae54-fb16df408069_Method">
    <vt:lpwstr>Standard</vt:lpwstr>
  </property>
  <property fmtid="{D5CDD505-2E9C-101B-9397-08002B2CF9AE}" pid="5" name="MSIP_Label_b020b37f-db72-473e-ae54-fb16df408069_Name">
    <vt:lpwstr>General</vt:lpwstr>
  </property>
  <property fmtid="{D5CDD505-2E9C-101B-9397-08002B2CF9AE}" pid="6" name="MSIP_Label_b020b37f-db72-473e-ae54-fb16df408069_SiteId">
    <vt:lpwstr>705d07a3-2eea-4f3b-ab59-65ca29abeb26</vt:lpwstr>
  </property>
  <property fmtid="{D5CDD505-2E9C-101B-9397-08002B2CF9AE}" pid="7" name="MSIP_Label_b020b37f-db72-473e-ae54-fb16df408069_ActionId">
    <vt:lpwstr>cbd130d9-aac5-475a-b6cb-1bdb5a8a9a04</vt:lpwstr>
  </property>
  <property fmtid="{D5CDD505-2E9C-101B-9397-08002B2CF9AE}" pid="8" name="MSIP_Label_b020b37f-db72-473e-ae54-fb16df408069_ContentBits">
    <vt:lpwstr>0</vt:lpwstr>
  </property>
  <property fmtid="{D5CDD505-2E9C-101B-9397-08002B2CF9AE}" pid="9" name="ContentTypeId">
    <vt:lpwstr>0x010100EA691DA1475FED40816A34A9887BD419</vt:lpwstr>
  </property>
  <property fmtid="{D5CDD505-2E9C-101B-9397-08002B2CF9AE}" pid="10" name="MediaServiceImageTags">
    <vt:lpwstr/>
  </property>
</Properties>
</file>